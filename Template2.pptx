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3.xml" ContentType="application/vnd.openxmlformats-officedocument.theme+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4.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theme/theme5.xml" ContentType="application/vnd.openxmlformats-officedocument.theme+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7FFFF8E1_8F07ED0E.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7FFFF8EB_9C5CDE05.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7FFFDDC5_BFBBB621.xml" ContentType="application/vnd.ms-powerpoint.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7FFFDDC6_AB87F308.xml" ContentType="application/vnd.ms-powerpoint.comments+xml"/>
  <Override PartName="/ppt/notesSlides/notesSlide17.xml" ContentType="application/vnd.openxmlformats-officedocument.presentationml.notesSlide+xml"/>
  <Override PartName="/ppt/comments/modernComment_7FFFF8AF_2F197BF0.xml" ContentType="application/vnd.ms-powerpoint.comment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omments/modernComment_7FFFDDB4_40C0012.xml" ContentType="application/vnd.ms-powerpoint.comments+xml"/>
  <Override PartName="/ppt/notesSlides/notesSlide22.xml" ContentType="application/vnd.openxmlformats-officedocument.presentationml.notesSlide+xml"/>
  <Override PartName="/ppt/comments/modernComment_7FFFDDC9_C957C615.xml" ContentType="application/vnd.ms-powerpoint.comments+xml"/>
  <Override PartName="/ppt/comments/modernComment_7FFFDDCB_9A066B1F.xml" ContentType="application/vnd.ms-powerpoint.comment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1"/>
    <p:sldMasterId id="2147484370" r:id="rId2"/>
    <p:sldMasterId id="2147483804" r:id="rId3"/>
    <p:sldMasterId id="2147483660" r:id="rId4"/>
    <p:sldMasterId id="2147483816" r:id="rId5"/>
    <p:sldMasterId id="2147484351" r:id="rId6"/>
  </p:sldMasterIdLst>
  <p:notesMasterIdLst>
    <p:notesMasterId r:id="rId80"/>
  </p:notesMasterIdLst>
  <p:sldIdLst>
    <p:sldId id="2147481803" r:id="rId7"/>
    <p:sldId id="2147481798" r:id="rId8"/>
    <p:sldId id="2147481804" r:id="rId9"/>
    <p:sldId id="2147481825" r:id="rId10"/>
    <p:sldId id="2076137767" r:id="rId11"/>
    <p:sldId id="2147474879" r:id="rId12"/>
    <p:sldId id="2147481828" r:id="rId13"/>
    <p:sldId id="2147481818" r:id="rId14"/>
    <p:sldId id="2147481829" r:id="rId15"/>
    <p:sldId id="2147481824" r:id="rId16"/>
    <p:sldId id="2147481831" r:id="rId17"/>
    <p:sldId id="2147481830" r:id="rId18"/>
    <p:sldId id="2147481808" r:id="rId19"/>
    <p:sldId id="2147481810" r:id="rId20"/>
    <p:sldId id="2147481844" r:id="rId21"/>
    <p:sldId id="2147481834" r:id="rId22"/>
    <p:sldId id="2147481835" r:id="rId23"/>
    <p:sldId id="2147481836" r:id="rId24"/>
    <p:sldId id="2147481837" r:id="rId25"/>
    <p:sldId id="2147481841" r:id="rId26"/>
    <p:sldId id="2147481842" r:id="rId27"/>
    <p:sldId id="2147481843" r:id="rId28"/>
    <p:sldId id="2147481838" r:id="rId29"/>
    <p:sldId id="2147481839" r:id="rId30"/>
    <p:sldId id="2147481840" r:id="rId31"/>
    <p:sldId id="2147481821" r:id="rId32"/>
    <p:sldId id="2147481832" r:id="rId33"/>
    <p:sldId id="2147474885" r:id="rId34"/>
    <p:sldId id="2147481785" r:id="rId35"/>
    <p:sldId id="2147481731" r:id="rId36"/>
    <p:sldId id="2147481812" r:id="rId37"/>
    <p:sldId id="2147481822" r:id="rId38"/>
    <p:sldId id="2147481809" r:id="rId39"/>
    <p:sldId id="2147481815" r:id="rId40"/>
    <p:sldId id="2076137764" r:id="rId41"/>
    <p:sldId id="2076137771" r:id="rId42"/>
    <p:sldId id="2147481813" r:id="rId43"/>
    <p:sldId id="2076137766" r:id="rId44"/>
    <p:sldId id="2076137769" r:id="rId45"/>
    <p:sldId id="2076137770" r:id="rId46"/>
    <p:sldId id="2147474886" r:id="rId47"/>
    <p:sldId id="2147481814" r:id="rId48"/>
    <p:sldId id="2147481775" r:id="rId49"/>
    <p:sldId id="2147474883" r:id="rId50"/>
    <p:sldId id="2147481806" r:id="rId51"/>
    <p:sldId id="2147481805" r:id="rId52"/>
    <p:sldId id="2147481807" r:id="rId53"/>
    <p:sldId id="2147481819" r:id="rId54"/>
    <p:sldId id="2147481820" r:id="rId55"/>
    <p:sldId id="2147481816" r:id="rId56"/>
    <p:sldId id="2147481792" r:id="rId57"/>
    <p:sldId id="2147474877" r:id="rId58"/>
    <p:sldId id="2076137763" r:id="rId59"/>
    <p:sldId id="2076137765" r:id="rId60"/>
    <p:sldId id="2076137772" r:id="rId61"/>
    <p:sldId id="2147474868" r:id="rId62"/>
    <p:sldId id="2147481827" r:id="rId63"/>
    <p:sldId id="2076137774" r:id="rId64"/>
    <p:sldId id="2147474889" r:id="rId65"/>
    <p:sldId id="2147474891" r:id="rId66"/>
    <p:sldId id="2147474869" r:id="rId67"/>
    <p:sldId id="2147474870" r:id="rId68"/>
    <p:sldId id="2147474871" r:id="rId69"/>
    <p:sldId id="2147481791" r:id="rId70"/>
    <p:sldId id="2147481793" r:id="rId71"/>
    <p:sldId id="2147481794" r:id="rId72"/>
    <p:sldId id="2147481790" r:id="rId73"/>
    <p:sldId id="2147481787" r:id="rId74"/>
    <p:sldId id="257" r:id="rId75"/>
    <p:sldId id="2147481789" r:id="rId76"/>
    <p:sldId id="2076137775" r:id="rId77"/>
    <p:sldId id="2076137776" r:id="rId78"/>
    <p:sldId id="2076137777"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orient="horz" pos="2568" userDrawn="1">
          <p15:clr>
            <a:srgbClr val="A4A3A4"/>
          </p15:clr>
        </p15:guide>
        <p15:guide id="4" orient="horz" pos="117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CB38504-E714-7BF9-DE4D-1E313A19EF49}" name="Vasim Mohammed" initials="VM" userId="S::vasim@syrencloud.com::2b9d3a5a-e9a8-4cc9-a3ee-126717dfb735" providerId="AD"/>
  <p188:author id="{1F720710-0D0B-5EB7-B933-E1A3E0DDA993}" name="Nagotu Dilip Kumar" initials="" userId="S::dilip.n@syrencloud.com::e960ee6c-1011-46fd-ab26-7447e3dfc484" providerId="AD"/>
  <p188:author id="{7E47001F-30EC-ED36-BEE9-C3BBCFB616DD}" name="Avinash Veeramachaneni" initials="AV" userId="S::avinash.v@syrencloud.com::6b55c8e9-490b-4bc3-8867-cf1e0b1b7744" providerId="AD"/>
  <p188:author id="{BB212037-1F64-0763-683F-852CB8898C4F}" name="Srikant Kalaga" initials="SK" userId="S::srikant.k@syrencloud.com::961c47af-c9bb-4225-b2a0-952af4799497" providerId="AD"/>
  <p188:author id="{F75E6238-CC63-ADF0-31DE-C8D719065F81}" name="Salil Gupta" initials="SG" userId="S::salil.g@syrencloud.com::98aad58e-cbbb-4554-8b41-cb328f6e43c0" providerId="AD"/>
  <p188:author id="{FC05FB43-AA35-3586-EF16-AB6E07AD1950}" name="Kannepamula Mahesh Babu" initials="K" userId="S::mahesh.k@syrencloud.com::391c5b16-0897-4eca-a028-a97f935a3bd2" providerId="AD"/>
  <p188:author id="{417C1849-E3A6-0D68-2FA6-91930B556FE4}" name="Sahil J" initials="SJ" userId="S::sahil.j@syrencloud.com::9413fd23-819f-4d0a-a327-22f4fbfbdb48" providerId="AD"/>
  <p188:author id="{9BA77350-A7BF-289C-048B-07746D60E675}" name="Heena Jain" initials="" userId="S::heena.j@syrencloud.com::314e7158-1c9e-45ea-b8e0-7eb826407175" providerId="AD"/>
  <p188:author id="{E543F858-162B-646D-629C-DDBE3D69F445}" name="Avantika Ashish Joglekar" initials="AJ" userId="S::avantika.j@syrencloud.com::f014a2bf-5918-46cd-9336-37d5792e0937" providerId="AD"/>
  <p188:author id="{C72D387E-6FBC-608B-D76F-308BC2BD6854}" name="Zainab Kapasi" initials="ZK" userId="S::zainab.k@syrencloud.com::f424bf30-b134-49ef-96a6-5fc87987a611" providerId="AD"/>
  <p188:author id="{05E16A94-1468-2F79-D46F-3DB5541EA089}" name="D Joseph Raju" initials="D" userId="S::joseph.d@syrencloud.com::b9a24e6f-3e46-401d-8356-9626aaf9862d" providerId="AD"/>
  <p188:author id="{A710B99A-9CE2-3548-A37B-3C609DC2D95E}" name="Daniel Sean Secor" initials="" userId="S::daniel.s@syrencloud.com::d5a23c43-adf6-4073-a88b-59e04e1a3265" providerId="AD"/>
  <p188:author id="{4046C9C3-D6C0-EA10-30F2-63F1CC1FDE49}" name="Chetan Inguva" initials="CI" userId="S::chetan@syrencloud.com::9e2f1b1f-1aab-4598-9e85-d8b95de07e3f" providerId="AD"/>
  <p188:author id="{B692F9D9-FFAD-C40A-3B84-B5B105D4555E}" name="Devanand Chintoju" initials="DC" userId="S::devanand.c@syrencloud.com::d8309b23-9736-40f9-b7cb-b8d53c5a2ef2" providerId="AD"/>
  <p188:author id="{5FA9A3DE-3943-0DCF-A846-39D827333ED4}" name="Samarth Patel" initials="" userId="S::samarth.p@syrencloud.com::79f38f6f-2073-4e55-a6ff-2ca0e341c12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3F3"/>
    <a:srgbClr val="F6F6F6"/>
    <a:srgbClr val="FDDCD1"/>
    <a:srgbClr val="B53424"/>
    <a:srgbClr val="EEE7E4"/>
    <a:srgbClr val="F7EDEB"/>
    <a:srgbClr val="1A1A1A"/>
    <a:srgbClr val="FFF5EF"/>
    <a:srgbClr val="F2F2F2"/>
    <a:srgbClr val="E4E4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2B7ACC-A14D-4F9D-8F59-86ECFFE1D913}" v="73" dt="2026-07-13T11:44:50.771"/>
    <p1510:client id="{3231757F-8C76-6016-16D5-711E4D75E651}" v="60" dt="2026-07-13T00:06:11.829"/>
    <p1510:client id="{6AA9AB55-4C36-4A95-628D-DBB7506EA100}" v="28" dt="2026-07-13T08:44:15.573"/>
    <p1510:client id="{913000BC-78CF-4C64-B414-6E91856C9FA4}" v="1315" dt="2026-07-13T10:35:35.190"/>
    <p1510:client id="{9842924B-A09E-369D-932F-B3EE6B2AEE60}" v="656" dt="2026-07-13T11:38:16.053"/>
    <p1510:client id="{A03BEC4E-158B-477E-81DE-9A529DB447ED}" v="1229" dt="2026-07-13T10:41:40.229"/>
    <p1510:client id="{D1FDD0E8-8E90-75D8-C7B6-A86F8DAA865F}" v="64" dt="2026-07-13T07:06:14.482"/>
    <p1510:client id="{D900C3C8-8A1A-98C9-902F-4E9803954481}" v="29" dt="2026-07-13T00:02:03.618"/>
    <p1510:client id="{DE6457F5-72AE-922E-BBC9-ECC7B872A81A}" v="2" dt="2026-07-13T08:01:22.851"/>
    <p1510:client id="{E51E2CD9-F0A1-38B1-DD97-6EE6A745BF91}" v="7" dt="2026-07-13T12:11:27.8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114"/>
      </p:cViewPr>
      <p:guideLst>
        <p:guide pos="3840"/>
        <p:guide orient="horz" pos="2568"/>
        <p:guide orient="horz" pos="117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tableStyles" Target="tableStyles.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5" Type="http://schemas.openxmlformats.org/officeDocument/2006/relationships/slideMaster" Target="slideMasters/slideMaster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notesMaster" Target="notesMasters/notesMaster1.xml"/><Relationship Id="rId85" Type="http://schemas.microsoft.com/office/2016/11/relationships/changesInfo" Target="changesInfos/changesInfo1.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presProps" Target="presProps.xml"/><Relationship Id="rId86" Type="http://schemas.microsoft.com/office/2015/10/relationships/revisionInfo" Target="revisionInfo.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7" Type="http://schemas.openxmlformats.org/officeDocument/2006/relationships/slide" Target="slides/slide1.xml"/><Relationship Id="rId71" Type="http://schemas.openxmlformats.org/officeDocument/2006/relationships/slide" Target="slides/slide65.xml"/><Relationship Id="rId2" Type="http://schemas.openxmlformats.org/officeDocument/2006/relationships/slideMaster" Target="slideMasters/slideMaster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microsoft.com/office/2018/10/relationships/authors" Target="authors.xml"/><Relationship Id="rId61" Type="http://schemas.openxmlformats.org/officeDocument/2006/relationships/slide" Target="slides/slide55.xml"/><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kant Kalaga" userId="S::srikant.k@syrencloud.com::961c47af-c9bb-4225-b2a0-952af4799497" providerId="AD" clId="Web-{B7434274-8E15-FDF4-C5F9-FC2EE44AEA72}"/>
    <pc:docChg chg="addSld modSld">
      <pc:chgData name="Srikant Kalaga" userId="S::srikant.k@syrencloud.com::961c47af-c9bb-4225-b2a0-952af4799497" providerId="AD" clId="Web-{B7434274-8E15-FDF4-C5F9-FC2EE44AEA72}" dt="2026-07-01T12:29:43.390" v="2" actId="20577"/>
      <pc:docMkLst>
        <pc:docMk/>
      </pc:docMkLst>
      <pc:sldChg chg="modSp">
        <pc:chgData name="Srikant Kalaga" userId="S::srikant.k@syrencloud.com::961c47af-c9bb-4225-b2a0-952af4799497" providerId="AD" clId="Web-{B7434274-8E15-FDF4-C5F9-FC2EE44AEA72}" dt="2026-07-01T12:29:43.390" v="2" actId="20577"/>
        <pc:sldMkLst>
          <pc:docMk/>
          <pc:sldMk cId="3880626240" sldId="2147481798"/>
        </pc:sldMkLst>
        <pc:spChg chg="mod">
          <ac:chgData name="Srikant Kalaga" userId="S::srikant.k@syrencloud.com::961c47af-c9bb-4225-b2a0-952af4799497" providerId="AD" clId="Web-{B7434274-8E15-FDF4-C5F9-FC2EE44AEA72}" dt="2026-07-01T12:29:43.390" v="2" actId="20577"/>
          <ac:spMkLst>
            <pc:docMk/>
            <pc:sldMk cId="3880626240" sldId="2147481798"/>
            <ac:spMk id="18" creationId="{DAD47FAD-056B-7D00-9B47-DFCAEA466F98}"/>
          </ac:spMkLst>
        </pc:spChg>
      </pc:sldChg>
      <pc:sldChg chg="add">
        <pc:chgData name="Srikant Kalaga" userId="S::srikant.k@syrencloud.com::961c47af-c9bb-4225-b2a0-952af4799497" providerId="AD" clId="Web-{B7434274-8E15-FDF4-C5F9-FC2EE44AEA72}" dt="2026-07-01T12:27:07.312" v="0"/>
        <pc:sldMkLst>
          <pc:docMk/>
          <pc:sldMk cId="566397521" sldId="2147481804"/>
        </pc:sldMkLst>
      </pc:sldChg>
    </pc:docChg>
  </pc:docChgLst>
  <pc:docChgLst>
    <pc:chgData name="Srikant Kalaga" userId="S::srikant.k@syrencloud.com::961c47af-c9bb-4225-b2a0-952af4799497" providerId="AD" clId="Web-{574F35A7-E3D6-B443-8746-3E786CFF6DE1}"/>
    <pc:docChg chg="addSld modSld sldOrd addMainMaster modMainMaster">
      <pc:chgData name="Srikant Kalaga" userId="S::srikant.k@syrencloud.com::961c47af-c9bb-4225-b2a0-952af4799497" providerId="AD" clId="Web-{574F35A7-E3D6-B443-8746-3E786CFF6DE1}" dt="2026-06-29T23:59:45.241" v="94" actId="1076"/>
      <pc:docMkLst>
        <pc:docMk/>
      </pc:docMkLst>
      <pc:sldChg chg="ord">
        <pc:chgData name="Srikant Kalaga" userId="S::srikant.k@syrencloud.com::961c47af-c9bb-4225-b2a0-952af4799497" providerId="AD" clId="Web-{574F35A7-E3D6-B443-8746-3E786CFF6DE1}" dt="2026-06-29T23:58:39.616" v="48"/>
        <pc:sldMkLst>
          <pc:docMk/>
          <pc:sldMk cId="0" sldId="257"/>
        </pc:sldMkLst>
      </pc:sldChg>
      <pc:sldChg chg="delSp modSp">
        <pc:chgData name="Srikant Kalaga" userId="S::srikant.k@syrencloud.com::961c47af-c9bb-4225-b2a0-952af4799497" providerId="AD" clId="Web-{574F35A7-E3D6-B443-8746-3E786CFF6DE1}" dt="2026-06-29T23:36:13.245" v="6"/>
        <pc:sldMkLst>
          <pc:docMk/>
          <pc:sldMk cId="6189717" sldId="2076137766"/>
        </pc:sldMkLst>
        <pc:spChg chg="mod">
          <ac:chgData name="Srikant Kalaga" userId="S::srikant.k@syrencloud.com::961c47af-c9bb-4225-b2a0-952af4799497" providerId="AD" clId="Web-{574F35A7-E3D6-B443-8746-3E786CFF6DE1}" dt="2026-06-29T23:36:06.089" v="3" actId="20577"/>
          <ac:spMkLst>
            <pc:docMk/>
            <pc:sldMk cId="6189717" sldId="2076137766"/>
            <ac:spMk id="2" creationId="{43408F94-47E9-EB0E-4235-FDDF63B3F668}"/>
          </ac:spMkLst>
        </pc:spChg>
      </pc:sldChg>
      <pc:sldChg chg="delSp modSp">
        <pc:chgData name="Srikant Kalaga" userId="S::srikant.k@syrencloud.com::961c47af-c9bb-4225-b2a0-952af4799497" providerId="AD" clId="Web-{574F35A7-E3D6-B443-8746-3E786CFF6DE1}" dt="2026-06-29T23:36:51.651" v="16" actId="20577"/>
        <pc:sldMkLst>
          <pc:docMk/>
          <pc:sldMk cId="4221204706" sldId="2076137769"/>
        </pc:sldMkLst>
        <pc:spChg chg="mod">
          <ac:chgData name="Srikant Kalaga" userId="S::srikant.k@syrencloud.com::961c47af-c9bb-4225-b2a0-952af4799497" providerId="AD" clId="Web-{574F35A7-E3D6-B443-8746-3E786CFF6DE1}" dt="2026-06-29T23:36:51.651" v="16" actId="20577"/>
          <ac:spMkLst>
            <pc:docMk/>
            <pc:sldMk cId="4221204706" sldId="2076137769"/>
            <ac:spMk id="2" creationId="{4E7F04BB-4FE3-7AC9-1A31-9CC7DA723999}"/>
          </ac:spMkLst>
        </pc:spChg>
      </pc:sldChg>
      <pc:sldChg chg="delSp modSp">
        <pc:chgData name="Srikant Kalaga" userId="S::srikant.k@syrencloud.com::961c47af-c9bb-4225-b2a0-952af4799497" providerId="AD" clId="Web-{574F35A7-E3D6-B443-8746-3E786CFF6DE1}" dt="2026-06-29T23:37:10.605" v="22" actId="20577"/>
        <pc:sldMkLst>
          <pc:docMk/>
          <pc:sldMk cId="3981440326" sldId="2076137770"/>
        </pc:sldMkLst>
        <pc:spChg chg="mod">
          <ac:chgData name="Srikant Kalaga" userId="S::srikant.k@syrencloud.com::961c47af-c9bb-4225-b2a0-952af4799497" providerId="AD" clId="Web-{574F35A7-E3D6-B443-8746-3E786CFF6DE1}" dt="2026-06-29T23:37:10.605" v="22" actId="20577"/>
          <ac:spMkLst>
            <pc:docMk/>
            <pc:sldMk cId="3981440326" sldId="2076137770"/>
            <ac:spMk id="2" creationId="{E1F6A3A9-062E-20FB-590F-F9AA76259A9D}"/>
          </ac:spMkLst>
        </pc:spChg>
      </pc:sldChg>
      <pc:sldChg chg="delSp">
        <pc:chgData name="Srikant Kalaga" userId="S::srikant.k@syrencloud.com::961c47af-c9bb-4225-b2a0-952af4799497" providerId="AD" clId="Web-{574F35A7-E3D6-B443-8746-3E786CFF6DE1}" dt="2026-06-29T23:37:29.948" v="24"/>
        <pc:sldMkLst>
          <pc:docMk/>
          <pc:sldMk cId="2997420400" sldId="2076137774"/>
        </pc:sldMkLst>
      </pc:sldChg>
      <pc:sldChg chg="delSp">
        <pc:chgData name="Srikant Kalaga" userId="S::srikant.k@syrencloud.com::961c47af-c9bb-4225-b2a0-952af4799497" providerId="AD" clId="Web-{574F35A7-E3D6-B443-8746-3E786CFF6DE1}" dt="2026-06-29T23:37:23.276" v="23"/>
        <pc:sldMkLst>
          <pc:docMk/>
          <pc:sldMk cId="67895314" sldId="2147474868"/>
        </pc:sldMkLst>
      </pc:sldChg>
      <pc:sldChg chg="delSp">
        <pc:chgData name="Srikant Kalaga" userId="S::srikant.k@syrencloud.com::961c47af-c9bb-4225-b2a0-952af4799497" providerId="AD" clId="Web-{574F35A7-E3D6-B443-8746-3E786CFF6DE1}" dt="2026-06-29T23:37:57.636" v="27"/>
        <pc:sldMkLst>
          <pc:docMk/>
          <pc:sldMk cId="553572738" sldId="2147474869"/>
        </pc:sldMkLst>
      </pc:sldChg>
      <pc:sldChg chg="delSp">
        <pc:chgData name="Srikant Kalaga" userId="S::srikant.k@syrencloud.com::961c47af-c9bb-4225-b2a0-952af4799497" providerId="AD" clId="Web-{574F35A7-E3D6-B443-8746-3E786CFF6DE1}" dt="2026-06-29T23:38:01.823" v="28"/>
        <pc:sldMkLst>
          <pc:docMk/>
          <pc:sldMk cId="1305668230" sldId="2147474870"/>
        </pc:sldMkLst>
      </pc:sldChg>
      <pc:sldChg chg="delSp modSp">
        <pc:chgData name="Srikant Kalaga" userId="S::srikant.k@syrencloud.com::961c47af-c9bb-4225-b2a0-952af4799497" providerId="AD" clId="Web-{574F35A7-E3D6-B443-8746-3E786CFF6DE1}" dt="2026-06-29T23:38:31.276" v="41" actId="20577"/>
        <pc:sldMkLst>
          <pc:docMk/>
          <pc:sldMk cId="1014566364" sldId="2147474871"/>
        </pc:sldMkLst>
        <pc:spChg chg="mod">
          <ac:chgData name="Srikant Kalaga" userId="S::srikant.k@syrencloud.com::961c47af-c9bb-4225-b2a0-952af4799497" providerId="AD" clId="Web-{574F35A7-E3D6-B443-8746-3E786CFF6DE1}" dt="2026-06-29T23:38:31.276" v="41" actId="20577"/>
          <ac:spMkLst>
            <pc:docMk/>
            <pc:sldMk cId="1014566364" sldId="2147474871"/>
            <ac:spMk id="2" creationId="{B46F23DD-93DC-2285-17FC-7ED69BE3884F}"/>
          </ac:spMkLst>
        </pc:spChg>
        <pc:spChg chg="mod">
          <ac:chgData name="Srikant Kalaga" userId="S::srikant.k@syrencloud.com::961c47af-c9bb-4225-b2a0-952af4799497" providerId="AD" clId="Web-{574F35A7-E3D6-B443-8746-3E786CFF6DE1}" dt="2026-06-29T23:38:15.432" v="30" actId="20577"/>
          <ac:spMkLst>
            <pc:docMk/>
            <pc:sldMk cId="1014566364" sldId="2147474871"/>
            <ac:spMk id="10" creationId="{19144049-A704-B343-4DDA-0D5CF81403E2}"/>
          </ac:spMkLst>
        </pc:spChg>
        <pc:spChg chg="mod">
          <ac:chgData name="Srikant Kalaga" userId="S::srikant.k@syrencloud.com::961c47af-c9bb-4225-b2a0-952af4799497" providerId="AD" clId="Web-{574F35A7-E3D6-B443-8746-3E786CFF6DE1}" dt="2026-06-29T23:38:24.260" v="34" actId="20577"/>
          <ac:spMkLst>
            <pc:docMk/>
            <pc:sldMk cId="1014566364" sldId="2147474871"/>
            <ac:spMk id="11" creationId="{6845D74F-BD1E-3D49-80E7-11A3A3A6BAE5}"/>
          </ac:spMkLst>
        </pc:spChg>
        <pc:spChg chg="mod">
          <ac:chgData name="Srikant Kalaga" userId="S::srikant.k@syrencloud.com::961c47af-c9bb-4225-b2a0-952af4799497" providerId="AD" clId="Web-{574F35A7-E3D6-B443-8746-3E786CFF6DE1}" dt="2026-06-29T23:38:17.385" v="31" actId="20577"/>
          <ac:spMkLst>
            <pc:docMk/>
            <pc:sldMk cId="1014566364" sldId="2147474871"/>
            <ac:spMk id="12" creationId="{3F45132F-CB5F-75B4-2CCC-ECFFC18E29C5}"/>
          </ac:spMkLst>
        </pc:spChg>
        <pc:spChg chg="mod">
          <ac:chgData name="Srikant Kalaga" userId="S::srikant.k@syrencloud.com::961c47af-c9bb-4225-b2a0-952af4799497" providerId="AD" clId="Web-{574F35A7-E3D6-B443-8746-3E786CFF6DE1}" dt="2026-06-29T23:38:26.151" v="36" actId="20577"/>
          <ac:spMkLst>
            <pc:docMk/>
            <pc:sldMk cId="1014566364" sldId="2147474871"/>
            <ac:spMk id="13" creationId="{300F1CF4-6AFA-CCA3-F643-519CEFA6796C}"/>
          </ac:spMkLst>
        </pc:spChg>
        <pc:spChg chg="mod">
          <ac:chgData name="Srikant Kalaga" userId="S::srikant.k@syrencloud.com::961c47af-c9bb-4225-b2a0-952af4799497" providerId="AD" clId="Web-{574F35A7-E3D6-B443-8746-3E786CFF6DE1}" dt="2026-06-29T23:38:18.901" v="32" actId="20577"/>
          <ac:spMkLst>
            <pc:docMk/>
            <pc:sldMk cId="1014566364" sldId="2147474871"/>
            <ac:spMk id="14" creationId="{1B1F87F8-2E84-FCF0-11DF-5BB79633F79D}"/>
          </ac:spMkLst>
        </pc:spChg>
        <pc:spChg chg="mod">
          <ac:chgData name="Srikant Kalaga" userId="S::srikant.k@syrencloud.com::961c47af-c9bb-4225-b2a0-952af4799497" providerId="AD" clId="Web-{574F35A7-E3D6-B443-8746-3E786CFF6DE1}" dt="2026-06-29T23:38:27.479" v="38" actId="20577"/>
          <ac:spMkLst>
            <pc:docMk/>
            <pc:sldMk cId="1014566364" sldId="2147474871"/>
            <ac:spMk id="15" creationId="{73F407CA-005C-A810-F2A3-783D1461D257}"/>
          </ac:spMkLst>
        </pc:spChg>
        <pc:spChg chg="mod">
          <ac:chgData name="Srikant Kalaga" userId="S::srikant.k@syrencloud.com::961c47af-c9bb-4225-b2a0-952af4799497" providerId="AD" clId="Web-{574F35A7-E3D6-B443-8746-3E786CFF6DE1}" dt="2026-06-29T23:38:22.510" v="33" actId="20577"/>
          <ac:spMkLst>
            <pc:docMk/>
            <pc:sldMk cId="1014566364" sldId="2147474871"/>
            <ac:spMk id="18" creationId="{C415A144-3B02-34D4-6D35-6872FFBAAEF5}"/>
          </ac:spMkLst>
        </pc:spChg>
        <pc:spChg chg="mod">
          <ac:chgData name="Srikant Kalaga" userId="S::srikant.k@syrencloud.com::961c47af-c9bb-4225-b2a0-952af4799497" providerId="AD" clId="Web-{574F35A7-E3D6-B443-8746-3E786CFF6DE1}" dt="2026-06-29T23:38:29.057" v="39" actId="20577"/>
          <ac:spMkLst>
            <pc:docMk/>
            <pc:sldMk cId="1014566364" sldId="2147474871"/>
            <ac:spMk id="19" creationId="{BCD9E66E-17CD-ADA6-34A9-10ACB2020FB0}"/>
          </ac:spMkLst>
        </pc:spChg>
      </pc:sldChg>
      <pc:sldChg chg="delSp modSp">
        <pc:chgData name="Srikant Kalaga" userId="S::srikant.k@syrencloud.com::961c47af-c9bb-4225-b2a0-952af4799497" providerId="AD" clId="Web-{574F35A7-E3D6-B443-8746-3E786CFF6DE1}" dt="2026-06-29T23:36:39.120" v="12"/>
        <pc:sldMkLst>
          <pc:docMk/>
          <pc:sldMk cId="1636211531" sldId="2147474879"/>
        </pc:sldMkLst>
        <pc:spChg chg="mod">
          <ac:chgData name="Srikant Kalaga" userId="S::srikant.k@syrencloud.com::961c47af-c9bb-4225-b2a0-952af4799497" providerId="AD" clId="Web-{574F35A7-E3D6-B443-8746-3E786CFF6DE1}" dt="2026-06-29T23:36:34.527" v="10" actId="20577"/>
          <ac:spMkLst>
            <pc:docMk/>
            <pc:sldMk cId="1636211531" sldId="2147474879"/>
            <ac:spMk id="2" creationId="{4A3D47B9-9300-2DA7-9C15-1D5E7E9989B7}"/>
          </ac:spMkLst>
        </pc:spChg>
      </pc:sldChg>
      <pc:sldChg chg="delSp">
        <pc:chgData name="Srikant Kalaga" userId="S::srikant.k@syrencloud.com::961c47af-c9bb-4225-b2a0-952af4799497" providerId="AD" clId="Web-{574F35A7-E3D6-B443-8746-3E786CFF6DE1}" dt="2026-06-29T23:38:57.666" v="43"/>
        <pc:sldMkLst>
          <pc:docMk/>
          <pc:sldMk cId="3216750113" sldId="2147474885"/>
        </pc:sldMkLst>
      </pc:sldChg>
      <pc:sldChg chg="delSp">
        <pc:chgData name="Srikant Kalaga" userId="S::srikant.k@syrencloud.com::961c47af-c9bb-4225-b2a0-952af4799497" providerId="AD" clId="Web-{574F35A7-E3D6-B443-8746-3E786CFF6DE1}" dt="2026-06-29T23:37:34.370" v="25"/>
        <pc:sldMkLst>
          <pc:docMk/>
          <pc:sldMk cId="3377972757" sldId="2147474889"/>
        </pc:sldMkLst>
      </pc:sldChg>
      <pc:sldChg chg="delSp">
        <pc:chgData name="Srikant Kalaga" userId="S::srikant.k@syrencloud.com::961c47af-c9bb-4225-b2a0-952af4799497" providerId="AD" clId="Web-{574F35A7-E3D6-B443-8746-3E786CFF6DE1}" dt="2026-06-29T23:37:37.261" v="26"/>
        <pc:sldMkLst>
          <pc:docMk/>
          <pc:sldMk cId="2584111903" sldId="2147474891"/>
        </pc:sldMkLst>
      </pc:sldChg>
      <pc:sldChg chg="ord">
        <pc:chgData name="Srikant Kalaga" userId="S::srikant.k@syrencloud.com::961c47af-c9bb-4225-b2a0-952af4799497" providerId="AD" clId="Web-{574F35A7-E3D6-B443-8746-3E786CFF6DE1}" dt="2026-06-29T23:58:38.007" v="47"/>
        <pc:sldMkLst>
          <pc:docMk/>
          <pc:sldMk cId="0" sldId="2147481787"/>
        </pc:sldMkLst>
      </pc:sldChg>
      <pc:sldChg chg="add">
        <pc:chgData name="Srikant Kalaga" userId="S::srikant.k@syrencloud.com::961c47af-c9bb-4225-b2a0-952af4799497" providerId="AD" clId="Web-{574F35A7-E3D6-B443-8746-3E786CFF6DE1}" dt="2026-06-29T23:58:20.897" v="46"/>
        <pc:sldMkLst>
          <pc:docMk/>
          <pc:sldMk cId="1378753998" sldId="2147481789"/>
        </pc:sldMkLst>
      </pc:sldChg>
      <pc:sldChg chg="addSp delSp modSp add replId">
        <pc:chgData name="Srikant Kalaga" userId="S::srikant.k@syrencloud.com::961c47af-c9bb-4225-b2a0-952af4799497" providerId="AD" clId="Web-{574F35A7-E3D6-B443-8746-3E786CFF6DE1}" dt="2026-06-29T23:59:32.866" v="86" actId="1076"/>
        <pc:sldMkLst>
          <pc:docMk/>
          <pc:sldMk cId="1287577181" sldId="2147481790"/>
        </pc:sldMkLst>
        <pc:spChg chg="mod">
          <ac:chgData name="Srikant Kalaga" userId="S::srikant.k@syrencloud.com::961c47af-c9bb-4225-b2a0-952af4799497" providerId="AD" clId="Web-{574F35A7-E3D6-B443-8746-3E786CFF6DE1}" dt="2026-06-29T23:59:02.725" v="83" actId="20577"/>
          <ac:spMkLst>
            <pc:docMk/>
            <pc:sldMk cId="1287577181" sldId="2147481790"/>
            <ac:spMk id="11" creationId="{171E32AF-29DF-EB34-61B7-31B55CD9CBE7}"/>
          </ac:spMkLst>
        </pc:spChg>
        <pc:picChg chg="add mod">
          <ac:chgData name="Srikant Kalaga" userId="S::srikant.k@syrencloud.com::961c47af-c9bb-4225-b2a0-952af4799497" providerId="AD" clId="Web-{574F35A7-E3D6-B443-8746-3E786CFF6DE1}" dt="2026-06-29T23:59:32.866" v="86" actId="1076"/>
          <ac:picMkLst>
            <pc:docMk/>
            <pc:sldMk cId="1287577181" sldId="2147481790"/>
            <ac:picMk id="40" creationId="{1FA65AAC-9D31-56B1-43FB-B63E86402424}"/>
          </ac:picMkLst>
        </pc:picChg>
      </pc:sldChg>
      <pc:sldMasterChg chg="modSldLayout">
        <pc:chgData name="Srikant Kalaga" userId="S::srikant.k@syrencloud.com::961c47af-c9bb-4225-b2a0-952af4799497" providerId="AD" clId="Web-{574F35A7-E3D6-B443-8746-3E786CFF6DE1}" dt="2026-06-29T23:58:20.507" v="45"/>
        <pc:sldMasterMkLst>
          <pc:docMk/>
          <pc:sldMasterMk cId="3191752573" sldId="2147483804"/>
        </pc:sldMasterMkLst>
        <pc:sldLayoutChg chg="replId">
          <pc:chgData name="Srikant Kalaga" userId="S::srikant.k@syrencloud.com::961c47af-c9bb-4225-b2a0-952af4799497" providerId="AD" clId="Web-{574F35A7-E3D6-B443-8746-3E786CFF6DE1}" dt="2026-06-29T23:58:20.507" v="45"/>
          <pc:sldLayoutMkLst>
            <pc:docMk/>
            <pc:sldMasterMk cId="3191752573" sldId="2147483804"/>
            <pc:sldLayoutMk cId="1543349962" sldId="2147484347"/>
          </pc:sldLayoutMkLst>
        </pc:sldLayoutChg>
        <pc:sldLayoutChg chg="replId">
          <pc:chgData name="Srikant Kalaga" userId="S::srikant.k@syrencloud.com::961c47af-c9bb-4225-b2a0-952af4799497" providerId="AD" clId="Web-{574F35A7-E3D6-B443-8746-3E786CFF6DE1}" dt="2026-06-29T23:58:20.507" v="45"/>
          <pc:sldLayoutMkLst>
            <pc:docMk/>
            <pc:sldMasterMk cId="3191752573" sldId="2147483804"/>
            <pc:sldLayoutMk cId="2124998665" sldId="2147484348"/>
          </pc:sldLayoutMkLst>
        </pc:sldLayoutChg>
        <pc:sldLayoutChg chg="replId">
          <pc:chgData name="Srikant Kalaga" userId="S::srikant.k@syrencloud.com::961c47af-c9bb-4225-b2a0-952af4799497" providerId="AD" clId="Web-{574F35A7-E3D6-B443-8746-3E786CFF6DE1}" dt="2026-06-29T23:58:20.507" v="45"/>
          <pc:sldLayoutMkLst>
            <pc:docMk/>
            <pc:sldMasterMk cId="3191752573" sldId="2147483804"/>
            <pc:sldLayoutMk cId="1632181467" sldId="2147484349"/>
          </pc:sldLayoutMkLst>
        </pc:sldLayoutChg>
      </pc:sldMasterChg>
      <pc:sldMasterChg chg="add addSldLayout">
        <pc:chgData name="Srikant Kalaga" userId="S::srikant.k@syrencloud.com::961c47af-c9bb-4225-b2a0-952af4799497" providerId="AD" clId="Web-{574F35A7-E3D6-B443-8746-3E786CFF6DE1}" dt="2026-06-29T23:58:20.507" v="45"/>
        <pc:sldMasterMkLst>
          <pc:docMk/>
          <pc:sldMasterMk cId="3379824098" sldId="2147483816"/>
        </pc:sldMasterMkLst>
        <pc:sldLayoutChg chg="add">
          <pc:chgData name="Srikant Kalaga" userId="S::srikant.k@syrencloud.com::961c47af-c9bb-4225-b2a0-952af4799497" providerId="AD" clId="Web-{574F35A7-E3D6-B443-8746-3E786CFF6DE1}" dt="2026-06-29T23:58:20.507" v="45"/>
          <pc:sldLayoutMkLst>
            <pc:docMk/>
            <pc:sldMasterMk cId="3379824098" sldId="2147483816"/>
            <pc:sldLayoutMk cId="525908503" sldId="2147483817"/>
          </pc:sldLayoutMkLst>
        </pc:sldLayoutChg>
        <pc:sldLayoutChg chg="add">
          <pc:chgData name="Srikant Kalaga" userId="S::srikant.k@syrencloud.com::961c47af-c9bb-4225-b2a0-952af4799497" providerId="AD" clId="Web-{574F35A7-E3D6-B443-8746-3E786CFF6DE1}" dt="2026-06-29T23:58:20.507" v="45"/>
          <pc:sldLayoutMkLst>
            <pc:docMk/>
            <pc:sldMasterMk cId="3379824098" sldId="2147483816"/>
            <pc:sldLayoutMk cId="485172988" sldId="2147483819"/>
          </pc:sldLayoutMkLst>
        </pc:sldLayoutChg>
        <pc:sldLayoutChg chg="add">
          <pc:chgData name="Srikant Kalaga" userId="S::srikant.k@syrencloud.com::961c47af-c9bb-4225-b2a0-952af4799497" providerId="AD" clId="Web-{574F35A7-E3D6-B443-8746-3E786CFF6DE1}" dt="2026-06-29T23:58:20.507" v="45"/>
          <pc:sldLayoutMkLst>
            <pc:docMk/>
            <pc:sldMasterMk cId="3379824098" sldId="2147483816"/>
            <pc:sldLayoutMk cId="607608615" sldId="2147483820"/>
          </pc:sldLayoutMkLst>
        </pc:sldLayoutChg>
        <pc:sldLayoutChg chg="add">
          <pc:chgData name="Srikant Kalaga" userId="S::srikant.k@syrencloud.com::961c47af-c9bb-4225-b2a0-952af4799497" providerId="AD" clId="Web-{574F35A7-E3D6-B443-8746-3E786CFF6DE1}" dt="2026-06-29T23:58:20.507" v="45"/>
          <pc:sldLayoutMkLst>
            <pc:docMk/>
            <pc:sldMasterMk cId="3379824098" sldId="2147483816"/>
            <pc:sldLayoutMk cId="1493007949" sldId="2147483821"/>
          </pc:sldLayoutMkLst>
        </pc:sldLayoutChg>
        <pc:sldLayoutChg chg="add">
          <pc:chgData name="Srikant Kalaga" userId="S::srikant.k@syrencloud.com::961c47af-c9bb-4225-b2a0-952af4799497" providerId="AD" clId="Web-{574F35A7-E3D6-B443-8746-3E786CFF6DE1}" dt="2026-06-29T23:58:20.507" v="45"/>
          <pc:sldLayoutMkLst>
            <pc:docMk/>
            <pc:sldMasterMk cId="3379824098" sldId="2147483816"/>
            <pc:sldLayoutMk cId="907575376" sldId="2147483822"/>
          </pc:sldLayoutMkLst>
        </pc:sldLayoutChg>
        <pc:sldLayoutChg chg="add">
          <pc:chgData name="Srikant Kalaga" userId="S::srikant.k@syrencloud.com::961c47af-c9bb-4225-b2a0-952af4799497" providerId="AD" clId="Web-{574F35A7-E3D6-B443-8746-3E786CFF6DE1}" dt="2026-06-29T23:58:20.507" v="45"/>
          <pc:sldLayoutMkLst>
            <pc:docMk/>
            <pc:sldMasterMk cId="3379824098" sldId="2147483816"/>
            <pc:sldLayoutMk cId="1829405500" sldId="2147483823"/>
          </pc:sldLayoutMkLst>
        </pc:sldLayoutChg>
        <pc:sldLayoutChg chg="add">
          <pc:chgData name="Srikant Kalaga" userId="S::srikant.k@syrencloud.com::961c47af-c9bb-4225-b2a0-952af4799497" providerId="AD" clId="Web-{574F35A7-E3D6-B443-8746-3E786CFF6DE1}" dt="2026-06-29T23:58:20.507" v="45"/>
          <pc:sldLayoutMkLst>
            <pc:docMk/>
            <pc:sldMasterMk cId="3379824098" sldId="2147483816"/>
            <pc:sldLayoutMk cId="1497143508" sldId="2147483824"/>
          </pc:sldLayoutMkLst>
        </pc:sldLayoutChg>
        <pc:sldLayoutChg chg="add">
          <pc:chgData name="Srikant Kalaga" userId="S::srikant.k@syrencloud.com::961c47af-c9bb-4225-b2a0-952af4799497" providerId="AD" clId="Web-{574F35A7-E3D6-B443-8746-3E786CFF6DE1}" dt="2026-06-29T23:58:20.507" v="45"/>
          <pc:sldLayoutMkLst>
            <pc:docMk/>
            <pc:sldMasterMk cId="3379824098" sldId="2147483816"/>
            <pc:sldLayoutMk cId="4064331417" sldId="2147483825"/>
          </pc:sldLayoutMkLst>
        </pc:sldLayoutChg>
        <pc:sldLayoutChg chg="add">
          <pc:chgData name="Srikant Kalaga" userId="S::srikant.k@syrencloud.com::961c47af-c9bb-4225-b2a0-952af4799497" providerId="AD" clId="Web-{574F35A7-E3D6-B443-8746-3E786CFF6DE1}" dt="2026-06-29T23:58:20.507" v="45"/>
          <pc:sldLayoutMkLst>
            <pc:docMk/>
            <pc:sldMasterMk cId="3379824098" sldId="2147483816"/>
            <pc:sldLayoutMk cId="4239638208" sldId="2147483826"/>
          </pc:sldLayoutMkLst>
        </pc:sldLayoutChg>
        <pc:sldLayoutChg chg="add">
          <pc:chgData name="Srikant Kalaga" userId="S::srikant.k@syrencloud.com::961c47af-c9bb-4225-b2a0-952af4799497" providerId="AD" clId="Web-{574F35A7-E3D6-B443-8746-3E786CFF6DE1}" dt="2026-06-29T23:58:20.507" v="45"/>
          <pc:sldLayoutMkLst>
            <pc:docMk/>
            <pc:sldMasterMk cId="3379824098" sldId="2147483816"/>
            <pc:sldLayoutMk cId="4095018557" sldId="2147483827"/>
          </pc:sldLayoutMkLst>
        </pc:sldLayoutChg>
        <pc:sldLayoutChg chg="add">
          <pc:chgData name="Srikant Kalaga" userId="S::srikant.k@syrencloud.com::961c47af-c9bb-4225-b2a0-952af4799497" providerId="AD" clId="Web-{574F35A7-E3D6-B443-8746-3E786CFF6DE1}" dt="2026-06-29T23:58:20.507" v="45"/>
          <pc:sldLayoutMkLst>
            <pc:docMk/>
            <pc:sldMasterMk cId="3379824098" sldId="2147483816"/>
            <pc:sldLayoutMk cId="2610546387" sldId="2147483828"/>
          </pc:sldLayoutMkLst>
        </pc:sldLayoutChg>
        <pc:sldLayoutChg chg="add">
          <pc:chgData name="Srikant Kalaga" userId="S::srikant.k@syrencloud.com::961c47af-c9bb-4225-b2a0-952af4799497" providerId="AD" clId="Web-{574F35A7-E3D6-B443-8746-3E786CFF6DE1}" dt="2026-06-29T23:58:20.507" v="45"/>
          <pc:sldLayoutMkLst>
            <pc:docMk/>
            <pc:sldMasterMk cId="3379824098" sldId="2147483816"/>
            <pc:sldLayoutMk cId="629489151" sldId="2147483829"/>
          </pc:sldLayoutMkLst>
        </pc:sldLayoutChg>
        <pc:sldLayoutChg chg="add">
          <pc:chgData name="Srikant Kalaga" userId="S::srikant.k@syrencloud.com::961c47af-c9bb-4225-b2a0-952af4799497" providerId="AD" clId="Web-{574F35A7-E3D6-B443-8746-3E786CFF6DE1}" dt="2026-06-29T23:58:20.507" v="45"/>
          <pc:sldLayoutMkLst>
            <pc:docMk/>
            <pc:sldMasterMk cId="3379824098" sldId="2147483816"/>
            <pc:sldLayoutMk cId="4292020696" sldId="2147483832"/>
          </pc:sldLayoutMkLst>
        </pc:sldLayoutChg>
        <pc:sldLayoutChg chg="add">
          <pc:chgData name="Srikant Kalaga" userId="S::srikant.k@syrencloud.com::961c47af-c9bb-4225-b2a0-952af4799497" providerId="AD" clId="Web-{574F35A7-E3D6-B443-8746-3E786CFF6DE1}" dt="2026-06-29T23:58:20.507" v="45"/>
          <pc:sldLayoutMkLst>
            <pc:docMk/>
            <pc:sldMasterMk cId="3379824098" sldId="2147483816"/>
            <pc:sldLayoutMk cId="1072318619" sldId="2147484089"/>
          </pc:sldLayoutMkLst>
        </pc:sldLayoutChg>
      </pc:sldMasterChg>
    </pc:docChg>
  </pc:docChgLst>
  <pc:docChgLst>
    <pc:chgData name="Srikant Kalaga" userId="S::srikant.k@syrencloud.com::961c47af-c9bb-4225-b2a0-952af4799497" providerId="AD" clId="Web-{EAD07010-94FA-F093-FDDE-3093FD5C9655}"/>
    <pc:docChg chg="addSld">
      <pc:chgData name="Srikant Kalaga" userId="S::srikant.k@syrencloud.com::961c47af-c9bb-4225-b2a0-952af4799497" providerId="AD" clId="Web-{EAD07010-94FA-F093-FDDE-3093FD5C9655}" dt="2026-07-08T10:14:13.273" v="0"/>
      <pc:docMkLst>
        <pc:docMk/>
      </pc:docMkLst>
    </pc:docChg>
  </pc:docChgLst>
  <pc:docChgLst>
    <pc:chgData name="Devanand Chintoju" userId="S::devanand.c@syrencloud.com::d8309b23-9736-40f9-b7cb-b8d53c5a2ef2" providerId="AD" clId="Web-{587D2351-A935-7F33-ABC0-951B8E6A961E}"/>
    <pc:docChg chg="addSld modSld sldOrd">
      <pc:chgData name="Devanand Chintoju" userId="S::devanand.c@syrencloud.com::d8309b23-9736-40f9-b7cb-b8d53c5a2ef2" providerId="AD" clId="Web-{587D2351-A935-7F33-ABC0-951B8E6A961E}" dt="2026-07-07T07:43:50.476" v="729" actId="20577"/>
      <pc:docMkLst>
        <pc:docMk/>
      </pc:docMkLst>
      <pc:sldChg chg="modSp">
        <pc:chgData name="Devanand Chintoju" userId="S::devanand.c@syrencloud.com::d8309b23-9736-40f9-b7cb-b8d53c5a2ef2" providerId="AD" clId="Web-{587D2351-A935-7F33-ABC0-951B8E6A961E}" dt="2026-07-07T07:43:50.476" v="729" actId="20577"/>
        <pc:sldMkLst>
          <pc:docMk/>
          <pc:sldMk cId="2877813512" sldId="2147474886"/>
        </pc:sldMkLst>
        <pc:spChg chg="mod">
          <ac:chgData name="Devanand Chintoju" userId="S::devanand.c@syrencloud.com::d8309b23-9736-40f9-b7cb-b8d53c5a2ef2" providerId="AD" clId="Web-{587D2351-A935-7F33-ABC0-951B8E6A961E}" dt="2026-07-07T07:43:50.476" v="729" actId="20577"/>
          <ac:spMkLst>
            <pc:docMk/>
            <pc:sldMk cId="2877813512" sldId="2147474886"/>
            <ac:spMk id="2" creationId="{A26D8EDC-7C71-26FE-1DE2-054B569FB184}"/>
          </ac:spMkLst>
        </pc:spChg>
      </pc:sldChg>
      <pc:sldChg chg="addSp delSp modSp modNotes">
        <pc:chgData name="Devanand Chintoju" userId="S::devanand.c@syrencloud.com::d8309b23-9736-40f9-b7cb-b8d53c5a2ef2" providerId="AD" clId="Web-{587D2351-A935-7F33-ABC0-951B8E6A961E}" dt="2026-07-07T07:37:07.254" v="686"/>
        <pc:sldMkLst>
          <pc:docMk/>
          <pc:sldMk cId="790199280" sldId="2147481775"/>
        </pc:sldMkLst>
        <pc:spChg chg="mod">
          <ac:chgData name="Devanand Chintoju" userId="S::devanand.c@syrencloud.com::d8309b23-9736-40f9-b7cb-b8d53c5a2ef2" providerId="AD" clId="Web-{587D2351-A935-7F33-ABC0-951B8E6A961E}" dt="2026-07-07T07:20:15.930" v="412" actId="20577"/>
          <ac:spMkLst>
            <pc:docMk/>
            <pc:sldMk cId="790199280" sldId="2147481775"/>
            <ac:spMk id="3" creationId="{FCEEFF51-AA0A-432B-9B23-811BC1E118A2}"/>
          </ac:spMkLst>
        </pc:spChg>
        <pc:spChg chg="mod">
          <ac:chgData name="Devanand Chintoju" userId="S::devanand.c@syrencloud.com::d8309b23-9736-40f9-b7cb-b8d53c5a2ef2" providerId="AD" clId="Web-{587D2351-A935-7F33-ABC0-951B8E6A961E}" dt="2026-07-07T07:28:33.623" v="606" actId="20577"/>
          <ac:spMkLst>
            <pc:docMk/>
            <pc:sldMk cId="790199280" sldId="2147481775"/>
            <ac:spMk id="78" creationId="{46921FC3-9369-0E2C-72BD-03E889608F78}"/>
          </ac:spMkLst>
        </pc:spChg>
        <pc:spChg chg="mod">
          <ac:chgData name="Devanand Chintoju" userId="S::devanand.c@syrencloud.com::d8309b23-9736-40f9-b7cb-b8d53c5a2ef2" providerId="AD" clId="Web-{587D2351-A935-7F33-ABC0-951B8E6A961E}" dt="2026-07-07T06:56:11.104" v="107"/>
          <ac:spMkLst>
            <pc:docMk/>
            <pc:sldMk cId="790199280" sldId="2147481775"/>
            <ac:spMk id="96" creationId="{21BFEA66-1F07-84C7-A348-369681172193}"/>
          </ac:spMkLst>
        </pc:spChg>
        <pc:spChg chg="mod">
          <ac:chgData name="Devanand Chintoju" userId="S::devanand.c@syrencloud.com::d8309b23-9736-40f9-b7cb-b8d53c5a2ef2" providerId="AD" clId="Web-{587D2351-A935-7F33-ABC0-951B8E6A961E}" dt="2026-07-07T06:56:53.667" v="111"/>
          <ac:spMkLst>
            <pc:docMk/>
            <pc:sldMk cId="790199280" sldId="2147481775"/>
            <ac:spMk id="99" creationId="{DD5DC86E-282B-CF75-FB56-D747D6F7D5D5}"/>
          </ac:spMkLst>
        </pc:spChg>
        <pc:spChg chg="mod">
          <ac:chgData name="Devanand Chintoju" userId="S::devanand.c@syrencloud.com::d8309b23-9736-40f9-b7cb-b8d53c5a2ef2" providerId="AD" clId="Web-{587D2351-A935-7F33-ABC0-951B8E6A961E}" dt="2026-07-07T06:58:27.871" v="130"/>
          <ac:spMkLst>
            <pc:docMk/>
            <pc:sldMk cId="790199280" sldId="2147481775"/>
            <ac:spMk id="101" creationId="{423C4721-C949-3909-5425-C9BDB353959E}"/>
          </ac:spMkLst>
        </pc:spChg>
        <pc:spChg chg="mod">
          <ac:chgData name="Devanand Chintoju" userId="S::devanand.c@syrencloud.com::d8309b23-9736-40f9-b7cb-b8d53c5a2ef2" providerId="AD" clId="Web-{587D2351-A935-7F33-ABC0-951B8E6A961E}" dt="2026-07-07T06:59:27.856" v="142" actId="1076"/>
          <ac:spMkLst>
            <pc:docMk/>
            <pc:sldMk cId="790199280" sldId="2147481775"/>
            <ac:spMk id="103" creationId="{25C83453-106A-C1B3-09C5-2371F9CC9FEF}"/>
          </ac:spMkLst>
        </pc:spChg>
        <pc:spChg chg="mod">
          <ac:chgData name="Devanand Chintoju" userId="S::devanand.c@syrencloud.com::d8309b23-9736-40f9-b7cb-b8d53c5a2ef2" providerId="AD" clId="Web-{587D2351-A935-7F33-ABC0-951B8E6A961E}" dt="2026-07-07T07:30:09.953" v="618" actId="1076"/>
          <ac:spMkLst>
            <pc:docMk/>
            <pc:sldMk cId="790199280" sldId="2147481775"/>
            <ac:spMk id="114" creationId="{3280A3C3-DA34-DFBA-AC29-708C4235CBEC}"/>
          </ac:spMkLst>
        </pc:spChg>
        <pc:spChg chg="mod">
          <ac:chgData name="Devanand Chintoju" userId="S::devanand.c@syrencloud.com::d8309b23-9736-40f9-b7cb-b8d53c5a2ef2" providerId="AD" clId="Web-{587D2351-A935-7F33-ABC0-951B8E6A961E}" dt="2026-07-07T07:30:17.406" v="619" actId="1076"/>
          <ac:spMkLst>
            <pc:docMk/>
            <pc:sldMk cId="790199280" sldId="2147481775"/>
            <ac:spMk id="120" creationId="{B6BD6CDF-6671-7908-B2CB-8ABB1C24C8CA}"/>
          </ac:spMkLst>
        </pc:spChg>
        <pc:spChg chg="mod">
          <ac:chgData name="Devanand Chintoju" userId="S::devanand.c@syrencloud.com::d8309b23-9736-40f9-b7cb-b8d53c5a2ef2" providerId="AD" clId="Web-{587D2351-A935-7F33-ABC0-951B8E6A961E}" dt="2026-07-07T07:24:18.402" v="486" actId="20577"/>
          <ac:spMkLst>
            <pc:docMk/>
            <pc:sldMk cId="790199280" sldId="2147481775"/>
            <ac:spMk id="127" creationId="{22F5D94C-9C45-BCB2-28B9-C34048E603A1}"/>
          </ac:spMkLst>
        </pc:spChg>
        <pc:spChg chg="mod">
          <ac:chgData name="Devanand Chintoju" userId="S::devanand.c@syrencloud.com::d8309b23-9736-40f9-b7cb-b8d53c5a2ef2" providerId="AD" clId="Web-{587D2351-A935-7F33-ABC0-951B8E6A961E}" dt="2026-07-07T07:30:31.156" v="629" actId="20577"/>
          <ac:spMkLst>
            <pc:docMk/>
            <pc:sldMk cId="790199280" sldId="2147481775"/>
            <ac:spMk id="128" creationId="{428148EE-52EF-E362-7B46-3EA958352E42}"/>
          </ac:spMkLst>
        </pc:spChg>
        <pc:spChg chg="mod">
          <ac:chgData name="Devanand Chintoju" userId="S::devanand.c@syrencloud.com::d8309b23-9736-40f9-b7cb-b8d53c5a2ef2" providerId="AD" clId="Web-{587D2351-A935-7F33-ABC0-951B8E6A961E}" dt="2026-07-07T07:30:41.156" v="630" actId="1076"/>
          <ac:spMkLst>
            <pc:docMk/>
            <pc:sldMk cId="790199280" sldId="2147481775"/>
            <ac:spMk id="135" creationId="{C9B1370B-5BB6-F298-AD71-BE9DCFA49374}"/>
          </ac:spMkLst>
        </pc:spChg>
        <pc:spChg chg="mod">
          <ac:chgData name="Devanand Chintoju" userId="S::devanand.c@syrencloud.com::d8309b23-9736-40f9-b7cb-b8d53c5a2ef2" providerId="AD" clId="Web-{587D2351-A935-7F33-ABC0-951B8E6A961E}" dt="2026-07-07T07:27:37.560" v="599" actId="20577"/>
          <ac:spMkLst>
            <pc:docMk/>
            <pc:sldMk cId="790199280" sldId="2147481775"/>
            <ac:spMk id="139" creationId="{A5BEB094-7591-8393-3727-3D69953F3781}"/>
          </ac:spMkLst>
        </pc:spChg>
        <pc:spChg chg="mod">
          <ac:chgData name="Devanand Chintoju" userId="S::devanand.c@syrencloud.com::d8309b23-9736-40f9-b7cb-b8d53c5a2ef2" providerId="AD" clId="Web-{587D2351-A935-7F33-ABC0-951B8E6A961E}" dt="2026-07-07T07:25:06.137" v="507" actId="20577"/>
          <ac:spMkLst>
            <pc:docMk/>
            <pc:sldMk cId="790199280" sldId="2147481775"/>
            <ac:spMk id="140" creationId="{38834FD4-C507-C3EF-B0FD-E2B82B965121}"/>
          </ac:spMkLst>
        </pc:spChg>
        <pc:spChg chg="mod">
          <ac:chgData name="Devanand Chintoju" userId="S::devanand.c@syrencloud.com::d8309b23-9736-40f9-b7cb-b8d53c5a2ef2" providerId="AD" clId="Web-{587D2351-A935-7F33-ABC0-951B8E6A961E}" dt="2026-07-07T07:26:19.466" v="550" actId="1076"/>
          <ac:spMkLst>
            <pc:docMk/>
            <pc:sldMk cId="790199280" sldId="2147481775"/>
            <ac:spMk id="152" creationId="{297B2B31-A38E-DFDC-C8FB-1DAEAFC1C912}"/>
          </ac:spMkLst>
        </pc:spChg>
        <pc:spChg chg="mod">
          <ac:chgData name="Devanand Chintoju" userId="S::devanand.c@syrencloud.com::d8309b23-9736-40f9-b7cb-b8d53c5a2ef2" providerId="AD" clId="Web-{587D2351-A935-7F33-ABC0-951B8E6A961E}" dt="2026-07-07T07:36:44.675" v="683" actId="20577"/>
          <ac:spMkLst>
            <pc:docMk/>
            <pc:sldMk cId="790199280" sldId="2147481775"/>
            <ac:spMk id="168" creationId="{64603A9D-03AC-EBF1-F68C-4717ACEEAC08}"/>
          </ac:spMkLst>
        </pc:spChg>
        <pc:graphicFrameChg chg="add mod modGraphic">
          <ac:chgData name="Devanand Chintoju" userId="S::devanand.c@syrencloud.com::d8309b23-9736-40f9-b7cb-b8d53c5a2ef2" providerId="AD" clId="Web-{587D2351-A935-7F33-ABC0-951B8E6A961E}" dt="2026-07-07T07:37:07.254" v="686"/>
          <ac:graphicFrameMkLst>
            <pc:docMk/>
            <pc:sldMk cId="790199280" sldId="2147481775"/>
            <ac:graphicFrameMk id="4" creationId="{E05A2C94-B1F8-5F30-D89D-DADF443809F6}"/>
          </ac:graphicFrameMkLst>
        </pc:graphicFrameChg>
        <pc:graphicFrameChg chg="add mod modGraphic">
          <ac:chgData name="Devanand Chintoju" userId="S::devanand.c@syrencloud.com::d8309b23-9736-40f9-b7cb-b8d53c5a2ef2" providerId="AD" clId="Web-{587D2351-A935-7F33-ABC0-951B8E6A961E}" dt="2026-07-07T07:36:53.097" v="684" actId="1076"/>
          <ac:graphicFrameMkLst>
            <pc:docMk/>
            <pc:sldMk cId="790199280" sldId="2147481775"/>
            <ac:graphicFrameMk id="5" creationId="{28B31767-0985-1EB3-FF28-65780617388B}"/>
          </ac:graphicFrameMkLst>
        </pc:graphicFrameChg>
      </pc:sldChg>
    </pc:docChg>
  </pc:docChgLst>
  <pc:docChgLst>
    <pc:chgData name="Devanand Chintoju" userId="S::devanand.c@syrencloud.com::d8309b23-9736-40f9-b7cb-b8d53c5a2ef2" providerId="AD" clId="Web-{D5D8F4BD-8252-517F-7081-0AA3DC993F9A}"/>
    <pc:docChg chg="addSld modSld sldOrd modSection">
      <pc:chgData name="Devanand Chintoju" userId="S::devanand.c@syrencloud.com::d8309b23-9736-40f9-b7cb-b8d53c5a2ef2" providerId="AD" clId="Web-{D5D8F4BD-8252-517F-7081-0AA3DC993F9A}" dt="2026-07-02T11:28:09.900" v="535"/>
      <pc:docMkLst>
        <pc:docMk/>
      </pc:docMkLst>
      <pc:sldChg chg="modSp modNotes">
        <pc:chgData name="Devanand Chintoju" userId="S::devanand.c@syrencloud.com::d8309b23-9736-40f9-b7cb-b8d53c5a2ef2" providerId="AD" clId="Web-{D5D8F4BD-8252-517F-7081-0AA3DC993F9A}" dt="2026-07-02T11:28:09.900" v="535"/>
        <pc:sldMkLst>
          <pc:docMk/>
          <pc:sldMk cId="6189717" sldId="2076137766"/>
        </pc:sldMkLst>
        <pc:spChg chg="mod">
          <ac:chgData name="Devanand Chintoju" userId="S::devanand.c@syrencloud.com::d8309b23-9736-40f9-b7cb-b8d53c5a2ef2" providerId="AD" clId="Web-{D5D8F4BD-8252-517F-7081-0AA3DC993F9A}" dt="2026-07-01T12:30:13.348" v="15" actId="20577"/>
          <ac:spMkLst>
            <pc:docMk/>
            <pc:sldMk cId="6189717" sldId="2076137766"/>
            <ac:spMk id="2" creationId="{43408F94-47E9-EB0E-4235-FDDF63B3F668}"/>
          </ac:spMkLst>
        </pc:spChg>
        <pc:spChg chg="mod">
          <ac:chgData name="Devanand Chintoju" userId="S::devanand.c@syrencloud.com::d8309b23-9736-40f9-b7cb-b8d53c5a2ef2" providerId="AD" clId="Web-{D5D8F4BD-8252-517F-7081-0AA3DC993F9A}" dt="2026-07-02T11:17:54.487" v="514" actId="14100"/>
          <ac:spMkLst>
            <pc:docMk/>
            <pc:sldMk cId="6189717" sldId="2076137766"/>
            <ac:spMk id="40" creationId="{85FB13C4-B002-4E3A-D2B7-A9E311D0BAA4}"/>
          </ac:spMkLst>
        </pc:spChg>
        <pc:spChg chg="mod">
          <ac:chgData name="Devanand Chintoju" userId="S::devanand.c@syrencloud.com::d8309b23-9736-40f9-b7cb-b8d53c5a2ef2" providerId="AD" clId="Web-{D5D8F4BD-8252-517F-7081-0AA3DC993F9A}" dt="2026-07-02T11:18:18.394" v="517" actId="14100"/>
          <ac:spMkLst>
            <pc:docMk/>
            <pc:sldMk cId="6189717" sldId="2076137766"/>
            <ac:spMk id="44" creationId="{3161FCD3-EA2E-B38F-B740-92A66B138B6C}"/>
          </ac:spMkLst>
        </pc:spChg>
        <pc:spChg chg="mod">
          <ac:chgData name="Devanand Chintoju" userId="S::devanand.c@syrencloud.com::d8309b23-9736-40f9-b7cb-b8d53c5a2ef2" providerId="AD" clId="Web-{D5D8F4BD-8252-517F-7081-0AA3DC993F9A}" dt="2026-07-02T11:18:03.550" v="515" actId="14100"/>
          <ac:spMkLst>
            <pc:docMk/>
            <pc:sldMk cId="6189717" sldId="2076137766"/>
            <ac:spMk id="54" creationId="{AE9A456A-0A95-1337-B4E4-D85FEA1E9A37}"/>
          </ac:spMkLst>
        </pc:spChg>
        <pc:spChg chg="mod">
          <ac:chgData name="Devanand Chintoju" userId="S::devanand.c@syrencloud.com::d8309b23-9736-40f9-b7cb-b8d53c5a2ef2" providerId="AD" clId="Web-{D5D8F4BD-8252-517F-7081-0AA3DC993F9A}" dt="2026-07-02T11:18:09.722" v="516" actId="14100"/>
          <ac:spMkLst>
            <pc:docMk/>
            <pc:sldMk cId="6189717" sldId="2076137766"/>
            <ac:spMk id="60" creationId="{A96653B3-6D0B-3AEF-B202-80DAF86E06E0}"/>
          </ac:spMkLst>
        </pc:spChg>
      </pc:sldChg>
      <pc:sldChg chg="ord">
        <pc:chgData name="Devanand Chintoju" userId="S::devanand.c@syrencloud.com::d8309b23-9736-40f9-b7cb-b8d53c5a2ef2" providerId="AD" clId="Web-{D5D8F4BD-8252-517F-7081-0AA3DC993F9A}" dt="2026-07-02T10:49:15.692" v="513"/>
        <pc:sldMkLst>
          <pc:docMk/>
          <pc:sldMk cId="1636211531" sldId="2147474879"/>
        </pc:sldMkLst>
      </pc:sldChg>
      <pc:sldChg chg="ord">
        <pc:chgData name="Devanand Chintoju" userId="S::devanand.c@syrencloud.com::d8309b23-9736-40f9-b7cb-b8d53c5a2ef2" providerId="AD" clId="Web-{D5D8F4BD-8252-517F-7081-0AA3DC993F9A}" dt="2026-07-01T12:39:41.756" v="194"/>
        <pc:sldMkLst>
          <pc:docMk/>
          <pc:sldMk cId="2685246618" sldId="2147474883"/>
        </pc:sldMkLst>
      </pc:sldChg>
      <pc:sldChg chg="modSp ord">
        <pc:chgData name="Devanand Chintoju" userId="S::devanand.c@syrencloud.com::d8309b23-9736-40f9-b7cb-b8d53c5a2ef2" providerId="AD" clId="Web-{D5D8F4BD-8252-517F-7081-0AA3DC993F9A}" dt="2026-07-01T12:49:08.415" v="328" actId="20577"/>
        <pc:sldMkLst>
          <pc:docMk/>
          <pc:sldMk cId="3216750113" sldId="2147474885"/>
        </pc:sldMkLst>
        <pc:spChg chg="mod">
          <ac:chgData name="Devanand Chintoju" userId="S::devanand.c@syrencloud.com::d8309b23-9736-40f9-b7cb-b8d53c5a2ef2" providerId="AD" clId="Web-{D5D8F4BD-8252-517F-7081-0AA3DC993F9A}" dt="2026-07-01T12:48:56.946" v="306" actId="20577"/>
          <ac:spMkLst>
            <pc:docMk/>
            <pc:sldMk cId="3216750113" sldId="2147474885"/>
            <ac:spMk id="17" creationId="{E2287AB6-147C-AA13-9A12-30E372132CB9}"/>
          </ac:spMkLst>
        </pc:spChg>
        <pc:spChg chg="mod">
          <ac:chgData name="Devanand Chintoju" userId="S::devanand.c@syrencloud.com::d8309b23-9736-40f9-b7cb-b8d53c5a2ef2" providerId="AD" clId="Web-{D5D8F4BD-8252-517F-7081-0AA3DC993F9A}" dt="2026-07-01T12:49:08.415" v="328" actId="20577"/>
          <ac:spMkLst>
            <pc:docMk/>
            <pc:sldMk cId="3216750113" sldId="2147474885"/>
            <ac:spMk id="18" creationId="{46D0AB6E-73B1-B416-BA34-77A459E4CE28}"/>
          </ac:spMkLst>
        </pc:spChg>
      </pc:sldChg>
      <pc:sldChg chg="ord">
        <pc:chgData name="Devanand Chintoju" userId="S::devanand.c@syrencloud.com::d8309b23-9736-40f9-b7cb-b8d53c5a2ef2" providerId="AD" clId="Web-{D5D8F4BD-8252-517F-7081-0AA3DC993F9A}" dt="2026-07-01T12:20:37.767" v="1"/>
        <pc:sldMkLst>
          <pc:docMk/>
          <pc:sldMk cId="2877813512" sldId="2147474886"/>
        </pc:sldMkLst>
      </pc:sldChg>
      <pc:sldChg chg="modSp ord">
        <pc:chgData name="Devanand Chintoju" userId="S::devanand.c@syrencloud.com::d8309b23-9736-40f9-b7cb-b8d53c5a2ef2" providerId="AD" clId="Web-{D5D8F4BD-8252-517F-7081-0AA3DC993F9A}" dt="2026-07-01T12:41:56.851" v="251" actId="1076"/>
        <pc:sldMkLst>
          <pc:docMk/>
          <pc:sldMk cId="790199280" sldId="2147481775"/>
        </pc:sldMkLst>
        <pc:spChg chg="mod">
          <ac:chgData name="Devanand Chintoju" userId="S::devanand.c@syrencloud.com::d8309b23-9736-40f9-b7cb-b8d53c5a2ef2" providerId="AD" clId="Web-{D5D8F4BD-8252-517F-7081-0AA3DC993F9A}" dt="2026-07-01T12:38:23.787" v="153" actId="20577"/>
          <ac:spMkLst>
            <pc:docMk/>
            <pc:sldMk cId="790199280" sldId="2147481775"/>
            <ac:spMk id="87" creationId="{A8F722EA-D98B-BBCA-325C-AA896760A925}"/>
          </ac:spMkLst>
        </pc:spChg>
        <pc:spChg chg="mod">
          <ac:chgData name="Devanand Chintoju" userId="S::devanand.c@syrencloud.com::d8309b23-9736-40f9-b7cb-b8d53c5a2ef2" providerId="AD" clId="Web-{D5D8F4BD-8252-517F-7081-0AA3DC993F9A}" dt="2026-07-01T12:36:36.459" v="71" actId="20577"/>
          <ac:spMkLst>
            <pc:docMk/>
            <pc:sldMk cId="790199280" sldId="2147481775"/>
            <ac:spMk id="126" creationId="{D52F0FE4-5464-C974-9417-E635E2E7BBE5}"/>
          </ac:spMkLst>
        </pc:spChg>
        <pc:spChg chg="mod">
          <ac:chgData name="Devanand Chintoju" userId="S::devanand.c@syrencloud.com::d8309b23-9736-40f9-b7cb-b8d53c5a2ef2" providerId="AD" clId="Web-{D5D8F4BD-8252-517F-7081-0AA3DC993F9A}" dt="2026-07-01T12:36:05.334" v="51" actId="20577"/>
          <ac:spMkLst>
            <pc:docMk/>
            <pc:sldMk cId="790199280" sldId="2147481775"/>
            <ac:spMk id="127" creationId="{22F5D94C-9C45-BCB2-28B9-C34048E603A1}"/>
          </ac:spMkLst>
        </pc:spChg>
        <pc:spChg chg="mod">
          <ac:chgData name="Devanand Chintoju" userId="S::devanand.c@syrencloud.com::d8309b23-9736-40f9-b7cb-b8d53c5a2ef2" providerId="AD" clId="Web-{D5D8F4BD-8252-517F-7081-0AA3DC993F9A}" dt="2026-07-01T12:40:25.522" v="210" actId="20577"/>
          <ac:spMkLst>
            <pc:docMk/>
            <pc:sldMk cId="790199280" sldId="2147481775"/>
            <ac:spMk id="138" creationId="{35D92200-C87A-84BC-6D5A-947A4BB50F0C}"/>
          </ac:spMkLst>
        </pc:spChg>
        <pc:spChg chg="mod">
          <ac:chgData name="Devanand Chintoju" userId="S::devanand.c@syrencloud.com::d8309b23-9736-40f9-b7cb-b8d53c5a2ef2" providerId="AD" clId="Web-{D5D8F4BD-8252-517F-7081-0AA3DC993F9A}" dt="2026-07-01T12:41:48.382" v="250" actId="1076"/>
          <ac:spMkLst>
            <pc:docMk/>
            <pc:sldMk cId="790199280" sldId="2147481775"/>
            <ac:spMk id="139" creationId="{A5BEB094-7591-8393-3727-3D69953F3781}"/>
          </ac:spMkLst>
        </pc:spChg>
        <pc:spChg chg="mod">
          <ac:chgData name="Devanand Chintoju" userId="S::devanand.c@syrencloud.com::d8309b23-9736-40f9-b7cb-b8d53c5a2ef2" providerId="AD" clId="Web-{D5D8F4BD-8252-517F-7081-0AA3DC993F9A}" dt="2026-07-01T12:41:56.851" v="251" actId="1076"/>
          <ac:spMkLst>
            <pc:docMk/>
            <pc:sldMk cId="790199280" sldId="2147481775"/>
            <ac:spMk id="150" creationId="{90312ECA-DB3D-A0AB-904D-EC9F02820E9B}"/>
          </ac:spMkLst>
        </pc:spChg>
        <pc:spChg chg="mod">
          <ac:chgData name="Devanand Chintoju" userId="S::devanand.c@syrencloud.com::d8309b23-9736-40f9-b7cb-b8d53c5a2ef2" providerId="AD" clId="Web-{D5D8F4BD-8252-517F-7081-0AA3DC993F9A}" dt="2026-07-01T12:41:40.288" v="249" actId="1076"/>
          <ac:spMkLst>
            <pc:docMk/>
            <pc:sldMk cId="790199280" sldId="2147481775"/>
            <ac:spMk id="151" creationId="{A6E6E7A2-EFE8-A1FA-ACA6-818B58977DED}"/>
          </ac:spMkLst>
        </pc:spChg>
      </pc:sldChg>
      <pc:sldChg chg="addSp modSp new ord">
        <pc:chgData name="Devanand Chintoju" userId="S::devanand.c@syrencloud.com::d8309b23-9736-40f9-b7cb-b8d53c5a2ef2" providerId="AD" clId="Web-{D5D8F4BD-8252-517F-7081-0AA3DC993F9A}" dt="2026-07-02T11:19:15.301" v="523" actId="20577"/>
        <pc:sldMkLst>
          <pc:docMk/>
          <pc:sldMk cId="1927602274" sldId="2147481805"/>
        </pc:sldMkLst>
        <pc:spChg chg="mod">
          <ac:chgData name="Devanand Chintoju" userId="S::devanand.c@syrencloud.com::d8309b23-9736-40f9-b7cb-b8d53c5a2ef2" providerId="AD" clId="Web-{D5D8F4BD-8252-517F-7081-0AA3DC993F9A}" dt="2026-07-02T11:19:15.301" v="523" actId="20577"/>
          <ac:spMkLst>
            <pc:docMk/>
            <pc:sldMk cId="1927602274" sldId="2147481805"/>
            <ac:spMk id="2" creationId="{532E7E41-F75E-97CB-ADD0-88B2ED9A0C8B}"/>
          </ac:spMkLst>
        </pc:spChg>
        <pc:picChg chg="add mod">
          <ac:chgData name="Devanand Chintoju" userId="S::devanand.c@syrencloud.com::d8309b23-9736-40f9-b7cb-b8d53c5a2ef2" providerId="AD" clId="Web-{D5D8F4BD-8252-517F-7081-0AA3DC993F9A}" dt="2026-07-02T10:12:41.866" v="354"/>
          <ac:picMkLst>
            <pc:docMk/>
            <pc:sldMk cId="1927602274" sldId="2147481805"/>
            <ac:picMk id="5" creationId="{6A65FF8C-B8FE-6630-88C7-1E20D28A95B7}"/>
          </ac:picMkLst>
        </pc:picChg>
      </pc:sldChg>
      <pc:sldChg chg="addSp delSp modSp new ord">
        <pc:chgData name="Devanand Chintoju" userId="S::devanand.c@syrencloud.com::d8309b23-9736-40f9-b7cb-b8d53c5a2ef2" providerId="AD" clId="Web-{D5D8F4BD-8252-517F-7081-0AA3DC993F9A}" dt="2026-07-02T10:33:24.193" v="495" actId="20577"/>
        <pc:sldMkLst>
          <pc:docMk/>
          <pc:sldMk cId="1614789178" sldId="2147481806"/>
        </pc:sldMkLst>
        <pc:spChg chg="mod">
          <ac:chgData name="Devanand Chintoju" userId="S::devanand.c@syrencloud.com::d8309b23-9736-40f9-b7cb-b8d53c5a2ef2" providerId="AD" clId="Web-{D5D8F4BD-8252-517F-7081-0AA3DC993F9A}" dt="2026-07-02T10:33:24.193" v="495" actId="20577"/>
          <ac:spMkLst>
            <pc:docMk/>
            <pc:sldMk cId="1614789178" sldId="2147481806"/>
            <ac:spMk id="2" creationId="{611AF0E5-9228-7362-0105-8811C2716629}"/>
          </ac:spMkLst>
        </pc:spChg>
        <pc:spChg chg="add mod">
          <ac:chgData name="Devanand Chintoju" userId="S::devanand.c@syrencloud.com::d8309b23-9736-40f9-b7cb-b8d53c5a2ef2" providerId="AD" clId="Web-{D5D8F4BD-8252-517F-7081-0AA3DC993F9A}" dt="2026-07-02T10:32:54.990" v="430" actId="14100"/>
          <ac:spMkLst>
            <pc:docMk/>
            <pc:sldMk cId="1614789178" sldId="2147481806"/>
            <ac:spMk id="21" creationId="{3D289323-422E-F687-0E2F-28D181D053B9}"/>
          </ac:spMkLst>
        </pc:spChg>
      </pc:sldChg>
      <pc:sldChg chg="addSp delSp modSp new ord">
        <pc:chgData name="Devanand Chintoju" userId="S::devanand.c@syrencloud.com::d8309b23-9736-40f9-b7cb-b8d53c5a2ef2" providerId="AD" clId="Web-{D5D8F4BD-8252-517F-7081-0AA3DC993F9A}" dt="2026-07-02T11:19:32.988" v="524"/>
        <pc:sldMkLst>
          <pc:docMk/>
          <pc:sldMk cId="905749200" sldId="2147481807"/>
        </pc:sldMkLst>
        <pc:spChg chg="mod">
          <ac:chgData name="Devanand Chintoju" userId="S::devanand.c@syrencloud.com::d8309b23-9736-40f9-b7cb-b8d53c5a2ef2" providerId="AD" clId="Web-{D5D8F4BD-8252-517F-7081-0AA3DC993F9A}" dt="2026-07-02T10:43:02.646" v="511" actId="14100"/>
          <ac:spMkLst>
            <pc:docMk/>
            <pc:sldMk cId="905749200" sldId="2147481807"/>
            <ac:spMk id="2" creationId="{9C801902-1FCC-8024-A55A-DD12A09E250B}"/>
          </ac:spMkLst>
        </pc:spChg>
        <pc:spChg chg="add mod">
          <ac:chgData name="Devanand Chintoju" userId="S::devanand.c@syrencloud.com::d8309b23-9736-40f9-b7cb-b8d53c5a2ef2" providerId="AD" clId="Web-{D5D8F4BD-8252-517F-7081-0AA3DC993F9A}" dt="2026-07-02T10:42:00.583" v="506" actId="1076"/>
          <ac:spMkLst>
            <pc:docMk/>
            <pc:sldMk cId="905749200" sldId="2147481807"/>
            <ac:spMk id="6" creationId="{9690DCBA-F473-F9FD-FC31-89C5FB261B91}"/>
          </ac:spMkLst>
        </pc:spChg>
      </pc:sldChg>
    </pc:docChg>
  </pc:docChgLst>
  <pc:docChgLst>
    <pc:chgData name="Srikant Kalaga" userId="S::srikant.k@syrencloud.com::961c47af-c9bb-4225-b2a0-952af4799497" providerId="AD" clId="Web-{4C779ACC-C454-EB5D-5673-7095B9A525C9}"/>
    <pc:docChg chg="delSld modSld sldOrd addSection modSection">
      <pc:chgData name="Srikant Kalaga" userId="S::srikant.k@syrencloud.com::961c47af-c9bb-4225-b2a0-952af4799497" providerId="AD" clId="Web-{4C779ACC-C454-EB5D-5673-7095B9A525C9}" dt="2026-07-01T15:32:36.197" v="376" actId="1076"/>
      <pc:docMkLst>
        <pc:docMk/>
      </pc:docMkLst>
      <pc:sldChg chg="ord">
        <pc:chgData name="Srikant Kalaga" userId="S::srikant.k@syrencloud.com::961c47af-c9bb-4225-b2a0-952af4799497" providerId="AD" clId="Web-{4C779ACC-C454-EB5D-5673-7095B9A525C9}" dt="2026-07-01T15:30:17.288" v="374"/>
        <pc:sldMkLst>
          <pc:docMk/>
          <pc:sldMk cId="3882010242" sldId="2076137764"/>
        </pc:sldMkLst>
      </pc:sldChg>
      <pc:sldChg chg="ord">
        <pc:chgData name="Srikant Kalaga" userId="S::srikant.k@syrencloud.com::961c47af-c9bb-4225-b2a0-952af4799497" providerId="AD" clId="Web-{4C779ACC-C454-EB5D-5673-7095B9A525C9}" dt="2026-07-01T15:30:17.288" v="373"/>
        <pc:sldMkLst>
          <pc:docMk/>
          <pc:sldMk cId="3574877604" sldId="2076137771"/>
        </pc:sldMkLst>
      </pc:sldChg>
      <pc:sldChg chg="mod ord modShow">
        <pc:chgData name="Srikant Kalaga" userId="S::srikant.k@syrencloud.com::961c47af-c9bb-4225-b2a0-952af4799497" providerId="AD" clId="Web-{4C779ACC-C454-EB5D-5673-7095B9A525C9}" dt="2026-07-01T15:22:11.497" v="364"/>
        <pc:sldMkLst>
          <pc:docMk/>
          <pc:sldMk cId="2997420400" sldId="2076137774"/>
        </pc:sldMkLst>
      </pc:sldChg>
      <pc:sldChg chg="modSp ord">
        <pc:chgData name="Srikant Kalaga" userId="S::srikant.k@syrencloud.com::961c47af-c9bb-4225-b2a0-952af4799497" providerId="AD" clId="Web-{4C779ACC-C454-EB5D-5673-7095B9A525C9}" dt="2026-07-01T15:19:51.557" v="358" actId="20577"/>
        <pc:sldMkLst>
          <pc:docMk/>
          <pc:sldMk cId="553572738" sldId="2147474869"/>
        </pc:sldMkLst>
        <pc:spChg chg="mod">
          <ac:chgData name="Srikant Kalaga" userId="S::srikant.k@syrencloud.com::961c47af-c9bb-4225-b2a0-952af4799497" providerId="AD" clId="Web-{4C779ACC-C454-EB5D-5673-7095B9A525C9}" dt="2026-07-01T15:19:51.557" v="358" actId="20577"/>
          <ac:spMkLst>
            <pc:docMk/>
            <pc:sldMk cId="553572738" sldId="2147474869"/>
            <ac:spMk id="2" creationId="{54497779-77D0-558B-19BA-E9D8D2B40494}"/>
          </ac:spMkLst>
        </pc:spChg>
      </pc:sldChg>
      <pc:sldChg chg="mod ord modShow">
        <pc:chgData name="Srikant Kalaga" userId="S::srikant.k@syrencloud.com::961c47af-c9bb-4225-b2a0-952af4799497" providerId="AD" clId="Web-{4C779ACC-C454-EB5D-5673-7095B9A525C9}" dt="2026-07-01T15:22:11.872" v="365"/>
        <pc:sldMkLst>
          <pc:docMk/>
          <pc:sldMk cId="3377972757" sldId="2147474889"/>
        </pc:sldMkLst>
      </pc:sldChg>
      <pc:sldChg chg="mod ord modShow">
        <pc:chgData name="Srikant Kalaga" userId="S::srikant.k@syrencloud.com::961c47af-c9bb-4225-b2a0-952af4799497" providerId="AD" clId="Web-{4C779ACC-C454-EB5D-5673-7095B9A525C9}" dt="2026-07-01T15:22:12.231" v="366"/>
        <pc:sldMkLst>
          <pc:docMk/>
          <pc:sldMk cId="2584111903" sldId="2147474891"/>
        </pc:sldMkLst>
      </pc:sldChg>
      <pc:sldChg chg="ord">
        <pc:chgData name="Srikant Kalaga" userId="S::srikant.k@syrencloud.com::961c47af-c9bb-4225-b2a0-952af4799497" providerId="AD" clId="Web-{4C779ACC-C454-EB5D-5673-7095B9A525C9}" dt="2026-07-01T15:19:41.447" v="354"/>
        <pc:sldMkLst>
          <pc:docMk/>
          <pc:sldMk cId="2008410391" sldId="2147481791"/>
        </pc:sldMkLst>
      </pc:sldChg>
      <pc:sldChg chg="addSp delSp modSp">
        <pc:chgData name="Srikant Kalaga" userId="S::srikant.k@syrencloud.com::961c47af-c9bb-4225-b2a0-952af4799497" providerId="AD" clId="Web-{4C779ACC-C454-EB5D-5673-7095B9A525C9}" dt="2026-07-01T15:18:19.290" v="352"/>
        <pc:sldMkLst>
          <pc:docMk/>
          <pc:sldMk cId="566397521" sldId="2147481804"/>
        </pc:sldMkLst>
        <pc:spChg chg="mod">
          <ac:chgData name="Srikant Kalaga" userId="S::srikant.k@syrencloud.com::961c47af-c9bb-4225-b2a0-952af4799497" providerId="AD" clId="Web-{4C779ACC-C454-EB5D-5673-7095B9A525C9}" dt="2026-07-01T15:15:08.083" v="182" actId="20577"/>
          <ac:spMkLst>
            <pc:docMk/>
            <pc:sldMk cId="566397521" sldId="2147481804"/>
            <ac:spMk id="10" creationId="{9061B9BB-3C67-34BB-BD9C-39744277678E}"/>
          </ac:spMkLst>
        </pc:spChg>
        <pc:spChg chg="mod">
          <ac:chgData name="Srikant Kalaga" userId="S::srikant.k@syrencloud.com::961c47af-c9bb-4225-b2a0-952af4799497" providerId="AD" clId="Web-{4C779ACC-C454-EB5D-5673-7095B9A525C9}" dt="2026-07-01T15:13:42.487" v="102" actId="1076"/>
          <ac:spMkLst>
            <pc:docMk/>
            <pc:sldMk cId="566397521" sldId="2147481804"/>
            <ac:spMk id="11" creationId="{1F8517E5-10A1-7F7A-F19C-FC77D94C9F98}"/>
          </ac:spMkLst>
        </pc:spChg>
        <pc:spChg chg="mod">
          <ac:chgData name="Srikant Kalaga" userId="S::srikant.k@syrencloud.com::961c47af-c9bb-4225-b2a0-952af4799497" providerId="AD" clId="Web-{4C779ACC-C454-EB5D-5673-7095B9A525C9}" dt="2026-07-01T15:12:22.517" v="26" actId="1076"/>
          <ac:spMkLst>
            <pc:docMk/>
            <pc:sldMk cId="566397521" sldId="2147481804"/>
            <ac:spMk id="16" creationId="{7D5894B0-391B-1526-ECFA-C17DCB6B5450}"/>
          </ac:spMkLst>
        </pc:spChg>
        <pc:spChg chg="mod">
          <ac:chgData name="Srikant Kalaga" userId="S::srikant.k@syrencloud.com::961c47af-c9bb-4225-b2a0-952af4799497" providerId="AD" clId="Web-{4C779ACC-C454-EB5D-5673-7095B9A525C9}" dt="2026-07-01T15:14:50.895" v="174" actId="20577"/>
          <ac:spMkLst>
            <pc:docMk/>
            <pc:sldMk cId="566397521" sldId="2147481804"/>
            <ac:spMk id="17" creationId="{9A72C5C4-20CF-3ED8-5C5E-858116B65685}"/>
          </ac:spMkLst>
        </pc:spChg>
        <pc:spChg chg="mod">
          <ac:chgData name="Srikant Kalaga" userId="S::srikant.k@syrencloud.com::961c47af-c9bb-4225-b2a0-952af4799497" providerId="AD" clId="Web-{4C779ACC-C454-EB5D-5673-7095B9A525C9}" dt="2026-07-01T15:17:17.929" v="264" actId="1076"/>
          <ac:spMkLst>
            <pc:docMk/>
            <pc:sldMk cId="566397521" sldId="2147481804"/>
            <ac:spMk id="22" creationId="{7B659F83-D1FE-1850-BA4F-DEACBB46DDDF}"/>
          </ac:spMkLst>
        </pc:spChg>
        <pc:spChg chg="mod">
          <ac:chgData name="Srikant Kalaga" userId="S::srikant.k@syrencloud.com::961c47af-c9bb-4225-b2a0-952af4799497" providerId="AD" clId="Web-{4C779ACC-C454-EB5D-5673-7095B9A525C9}" dt="2026-07-01T15:17:17.960" v="265" actId="1076"/>
          <ac:spMkLst>
            <pc:docMk/>
            <pc:sldMk cId="566397521" sldId="2147481804"/>
            <ac:spMk id="23" creationId="{1B8BFB54-7090-3649-1BD6-0F624334CE56}"/>
          </ac:spMkLst>
        </pc:spChg>
        <pc:spChg chg="add mod">
          <ac:chgData name="Srikant Kalaga" userId="S::srikant.k@syrencloud.com::961c47af-c9bb-4225-b2a0-952af4799497" providerId="AD" clId="Web-{4C779ACC-C454-EB5D-5673-7095B9A525C9}" dt="2026-07-01T15:17:08.460" v="260" actId="1076"/>
          <ac:spMkLst>
            <pc:docMk/>
            <pc:sldMk cId="566397521" sldId="2147481804"/>
            <ac:spMk id="24" creationId="{E9817BF7-043E-6017-FCC6-D1398B6DE28B}"/>
          </ac:spMkLst>
        </pc:spChg>
        <pc:spChg chg="add mod">
          <ac:chgData name="Srikant Kalaga" userId="S::srikant.k@syrencloud.com::961c47af-c9bb-4225-b2a0-952af4799497" providerId="AD" clId="Web-{4C779ACC-C454-EB5D-5673-7095B9A525C9}" dt="2026-07-01T15:17:28.601" v="276" actId="20577"/>
          <ac:spMkLst>
            <pc:docMk/>
            <pc:sldMk cId="566397521" sldId="2147481804"/>
            <ac:spMk id="25" creationId="{50160EC2-2DFA-6F24-E13F-2EFE021C6BBD}"/>
          </ac:spMkLst>
        </pc:spChg>
        <pc:spChg chg="add mod">
          <ac:chgData name="Srikant Kalaga" userId="S::srikant.k@syrencloud.com::961c47af-c9bb-4225-b2a0-952af4799497" providerId="AD" clId="Web-{4C779ACC-C454-EB5D-5673-7095B9A525C9}" dt="2026-07-01T15:18:17.368" v="351" actId="20577"/>
          <ac:spMkLst>
            <pc:docMk/>
            <pc:sldMk cId="566397521" sldId="2147481804"/>
            <ac:spMk id="28" creationId="{69F75A02-9717-FFA2-76BA-577C349E6DAA}"/>
          </ac:spMkLst>
        </pc:spChg>
        <pc:spChg chg="mod">
          <ac:chgData name="Srikant Kalaga" userId="S::srikant.k@syrencloud.com::961c47af-c9bb-4225-b2a0-952af4799497" providerId="AD" clId="Web-{4C779ACC-C454-EB5D-5673-7095B9A525C9}" dt="2026-07-01T15:15:21.958" v="185" actId="14100"/>
          <ac:spMkLst>
            <pc:docMk/>
            <pc:sldMk cId="566397521" sldId="2147481804"/>
            <ac:spMk id="75" creationId="{6E95FD6D-B9DB-CC3F-41FF-931FC655C893}"/>
          </ac:spMkLst>
        </pc:spChg>
        <pc:spChg chg="mod">
          <ac:chgData name="Srikant Kalaga" userId="S::srikant.k@syrencloud.com::961c47af-c9bb-4225-b2a0-952af4799497" providerId="AD" clId="Web-{4C779ACC-C454-EB5D-5673-7095B9A525C9}" dt="2026-07-01T15:17:17.898" v="263" actId="1076"/>
          <ac:spMkLst>
            <pc:docMk/>
            <pc:sldMk cId="566397521" sldId="2147481804"/>
            <ac:spMk id="76" creationId="{945541EC-ED6C-986A-2605-E79B13DD0D20}"/>
          </ac:spMkLst>
        </pc:spChg>
        <pc:spChg chg="add del mod">
          <ac:chgData name="Srikant Kalaga" userId="S::srikant.k@syrencloud.com::961c47af-c9bb-4225-b2a0-952af4799497" providerId="AD" clId="Web-{4C779ACC-C454-EB5D-5673-7095B9A525C9}" dt="2026-07-01T15:15:17.239" v="184" actId="14100"/>
          <ac:spMkLst>
            <pc:docMk/>
            <pc:sldMk cId="566397521" sldId="2147481804"/>
            <ac:spMk id="78" creationId="{7D770A79-7B1A-64D0-E94F-376BCCBAE9A0}"/>
          </ac:spMkLst>
        </pc:spChg>
      </pc:sldChg>
    </pc:docChg>
  </pc:docChgLst>
  <pc:docChgLst>
    <pc:chgData name="Avantika Ashish Joglekar" userId="S::avantika.j@syrencloud.com::f014a2bf-5918-46cd-9336-37d5792e0937" providerId="AD" clId="Web-{F66CAE9E-3B1C-651D-D543-8518B1409242}"/>
    <pc:docChg chg="modSld">
      <pc:chgData name="Avantika Ashish Joglekar" userId="S::avantika.j@syrencloud.com::f014a2bf-5918-46cd-9336-37d5792e0937" providerId="AD" clId="Web-{F66CAE9E-3B1C-651D-D543-8518B1409242}" dt="2026-06-29T12:05:07.564" v="122" actId="20577"/>
      <pc:docMkLst>
        <pc:docMk/>
      </pc:docMkLst>
      <pc:sldChg chg="modSp">
        <pc:chgData name="Avantika Ashish Joglekar" userId="S::avantika.j@syrencloud.com::f014a2bf-5918-46cd-9336-37d5792e0937" providerId="AD" clId="Web-{F66CAE9E-3B1C-651D-D543-8518B1409242}" dt="2026-06-29T11:01:29.029" v="7" actId="20577"/>
        <pc:sldMkLst>
          <pc:docMk/>
          <pc:sldMk cId="3348813402" sldId="2076137763"/>
        </pc:sldMkLst>
        <pc:spChg chg="mod">
          <ac:chgData name="Avantika Ashish Joglekar" userId="S::avantika.j@syrencloud.com::f014a2bf-5918-46cd-9336-37d5792e0937" providerId="AD" clId="Web-{F66CAE9E-3B1C-651D-D543-8518B1409242}" dt="2026-06-29T10:59:38.917" v="3" actId="20577"/>
          <ac:spMkLst>
            <pc:docMk/>
            <pc:sldMk cId="3348813402" sldId="2076137763"/>
            <ac:spMk id="16" creationId="{B9B0BF40-FDF0-AECF-130F-A7BD555372DB}"/>
          </ac:spMkLst>
        </pc:spChg>
        <pc:spChg chg="mod">
          <ac:chgData name="Avantika Ashish Joglekar" userId="S::avantika.j@syrencloud.com::f014a2bf-5918-46cd-9336-37d5792e0937" providerId="AD" clId="Web-{F66CAE9E-3B1C-651D-D543-8518B1409242}" dt="2026-06-29T11:01:29.029" v="7" actId="20577"/>
          <ac:spMkLst>
            <pc:docMk/>
            <pc:sldMk cId="3348813402" sldId="2076137763"/>
            <ac:spMk id="22" creationId="{6AFAD6A4-5C1F-51B9-9CDD-1AE0B7AF8685}"/>
          </ac:spMkLst>
        </pc:spChg>
      </pc:sldChg>
      <pc:sldChg chg="modSp">
        <pc:chgData name="Avantika Ashish Joglekar" userId="S::avantika.j@syrencloud.com::f014a2bf-5918-46cd-9336-37d5792e0937" providerId="AD" clId="Web-{F66CAE9E-3B1C-651D-D543-8518B1409242}" dt="2026-06-29T11:19:14.588" v="31" actId="20577"/>
        <pc:sldMkLst>
          <pc:docMk/>
          <pc:sldMk cId="54263797" sldId="2076137765"/>
        </pc:sldMkLst>
        <pc:spChg chg="mod">
          <ac:chgData name="Avantika Ashish Joglekar" userId="S::avantika.j@syrencloud.com::f014a2bf-5918-46cd-9336-37d5792e0937" providerId="AD" clId="Web-{F66CAE9E-3B1C-651D-D543-8518B1409242}" dt="2026-06-29T11:19:14.588" v="31" actId="20577"/>
          <ac:spMkLst>
            <pc:docMk/>
            <pc:sldMk cId="54263797" sldId="2076137765"/>
            <ac:spMk id="6" creationId="{474D61C8-4F89-DD2D-5E53-727D5ACC35F4}"/>
          </ac:spMkLst>
        </pc:spChg>
      </pc:sldChg>
      <pc:sldChg chg="addSp delSp modSp">
        <pc:chgData name="Avantika Ashish Joglekar" userId="S::avantika.j@syrencloud.com::f014a2bf-5918-46cd-9336-37d5792e0937" providerId="AD" clId="Web-{F66CAE9E-3B1C-651D-D543-8518B1409242}" dt="2026-06-29T11:25:12.730" v="83"/>
        <pc:sldMkLst>
          <pc:docMk/>
          <pc:sldMk cId="6189717" sldId="2076137766"/>
        </pc:sldMkLst>
        <pc:spChg chg="mod">
          <ac:chgData name="Avantika Ashish Joglekar" userId="S::avantika.j@syrencloud.com::f014a2bf-5918-46cd-9336-37d5792e0937" providerId="AD" clId="Web-{F66CAE9E-3B1C-651D-D543-8518B1409242}" dt="2026-06-29T11:22:44.667" v="62" actId="20577"/>
          <ac:spMkLst>
            <pc:docMk/>
            <pc:sldMk cId="6189717" sldId="2076137766"/>
            <ac:spMk id="17" creationId="{42C05E8E-DAC4-9365-0BA4-146A893C7DF3}"/>
          </ac:spMkLst>
        </pc:spChg>
        <pc:spChg chg="mod">
          <ac:chgData name="Avantika Ashish Joglekar" userId="S::avantika.j@syrencloud.com::f014a2bf-5918-46cd-9336-37d5792e0937" providerId="AD" clId="Web-{F66CAE9E-3B1C-651D-D543-8518B1409242}" dt="2026-06-29T11:22:43.933" v="61" actId="20577"/>
          <ac:spMkLst>
            <pc:docMk/>
            <pc:sldMk cId="6189717" sldId="2076137766"/>
            <ac:spMk id="18" creationId="{A868DA55-6DC3-EE17-CD4B-03161C6E5E6E}"/>
          </ac:spMkLst>
        </pc:spChg>
        <pc:spChg chg="mod">
          <ac:chgData name="Avantika Ashish Joglekar" userId="S::avantika.j@syrencloud.com::f014a2bf-5918-46cd-9336-37d5792e0937" providerId="AD" clId="Web-{F66CAE9E-3B1C-651D-D543-8518B1409242}" dt="2026-06-29T11:21:43.761" v="36" actId="20577"/>
          <ac:spMkLst>
            <pc:docMk/>
            <pc:sldMk cId="6189717" sldId="2076137766"/>
            <ac:spMk id="19" creationId="{F00EA86D-CFE6-62F4-4035-BEF842963FE8}"/>
          </ac:spMkLst>
        </pc:spChg>
        <pc:spChg chg="mod">
          <ac:chgData name="Avantika Ashish Joglekar" userId="S::avantika.j@syrencloud.com::f014a2bf-5918-46cd-9336-37d5792e0937" providerId="AD" clId="Web-{F66CAE9E-3B1C-651D-D543-8518B1409242}" dt="2026-06-29T11:22:14.854" v="53" actId="14100"/>
          <ac:spMkLst>
            <pc:docMk/>
            <pc:sldMk cId="6189717" sldId="2076137766"/>
            <ac:spMk id="20" creationId="{717F4DF0-6607-5DC3-407C-9D83B1B961B1}"/>
          </ac:spMkLst>
        </pc:spChg>
        <pc:spChg chg="mod">
          <ac:chgData name="Avantika Ashish Joglekar" userId="S::avantika.j@syrencloud.com::f014a2bf-5918-46cd-9336-37d5792e0937" providerId="AD" clId="Web-{F66CAE9E-3B1C-651D-D543-8518B1409242}" dt="2026-06-29T11:22:28.511" v="55" actId="20577"/>
          <ac:spMkLst>
            <pc:docMk/>
            <pc:sldMk cId="6189717" sldId="2076137766"/>
            <ac:spMk id="21" creationId="{25EB830A-AF08-3883-8B9F-299CD7891583}"/>
          </ac:spMkLst>
        </pc:spChg>
        <pc:spChg chg="mod">
          <ac:chgData name="Avantika Ashish Joglekar" userId="S::avantika.j@syrencloud.com::f014a2bf-5918-46cd-9336-37d5792e0937" providerId="AD" clId="Web-{F66CAE9E-3B1C-651D-D543-8518B1409242}" dt="2026-06-29T11:21:05.573" v="34" actId="20577"/>
          <ac:spMkLst>
            <pc:docMk/>
            <pc:sldMk cId="6189717" sldId="2076137766"/>
            <ac:spMk id="28" creationId="{DB4BE65E-3585-99C8-6F38-CEF1596A450D}"/>
          </ac:spMkLst>
        </pc:spChg>
        <pc:spChg chg="mod">
          <ac:chgData name="Avantika Ashish Joglekar" userId="S::avantika.j@syrencloud.com::f014a2bf-5918-46cd-9336-37d5792e0937" providerId="AD" clId="Web-{F66CAE9E-3B1C-651D-D543-8518B1409242}" dt="2026-06-29T11:21:47.948" v="37" actId="1076"/>
          <ac:spMkLst>
            <pc:docMk/>
            <pc:sldMk cId="6189717" sldId="2076137766"/>
            <ac:spMk id="29" creationId="{A184D86F-0F3F-AD39-2DFE-AFE623043B35}"/>
          </ac:spMkLst>
        </pc:spChg>
        <pc:spChg chg="mod">
          <ac:chgData name="Avantika Ashish Joglekar" userId="S::avantika.j@syrencloud.com::f014a2bf-5918-46cd-9336-37d5792e0937" providerId="AD" clId="Web-{F66CAE9E-3B1C-651D-D543-8518B1409242}" dt="2026-06-29T11:22:35.105" v="56" actId="1076"/>
          <ac:spMkLst>
            <pc:docMk/>
            <pc:sldMk cId="6189717" sldId="2076137766"/>
            <ac:spMk id="31" creationId="{AC665C4B-FFCC-D582-D072-1F3C235D8E4E}"/>
          </ac:spMkLst>
        </pc:spChg>
        <pc:spChg chg="mod">
          <ac:chgData name="Avantika Ashish Joglekar" userId="S::avantika.j@syrencloud.com::f014a2bf-5918-46cd-9336-37d5792e0937" providerId="AD" clId="Web-{F66CAE9E-3B1C-651D-D543-8518B1409242}" dt="2026-06-29T11:25:12.683" v="79"/>
          <ac:spMkLst>
            <pc:docMk/>
            <pc:sldMk cId="6189717" sldId="2076137766"/>
            <ac:spMk id="38" creationId="{0E059E77-79C3-F1AC-560A-B7050B3C747B}"/>
          </ac:spMkLst>
        </pc:spChg>
        <pc:spChg chg="add del mod">
          <ac:chgData name="Avantika Ashish Joglekar" userId="S::avantika.j@syrencloud.com::f014a2bf-5918-46cd-9336-37d5792e0937" providerId="AD" clId="Web-{F66CAE9E-3B1C-651D-D543-8518B1409242}" dt="2026-06-29T11:25:12.683" v="80"/>
          <ac:spMkLst>
            <pc:docMk/>
            <pc:sldMk cId="6189717" sldId="2076137766"/>
            <ac:spMk id="40" creationId="{85FB13C4-B002-4E3A-D2B7-A9E311D0BAA4}"/>
          </ac:spMkLst>
        </pc:spChg>
        <pc:spChg chg="mod">
          <ac:chgData name="Avantika Ashish Joglekar" userId="S::avantika.j@syrencloud.com::f014a2bf-5918-46cd-9336-37d5792e0937" providerId="AD" clId="Web-{F66CAE9E-3B1C-651D-D543-8518B1409242}" dt="2026-06-29T11:25:12.683" v="81"/>
          <ac:spMkLst>
            <pc:docMk/>
            <pc:sldMk cId="6189717" sldId="2076137766"/>
            <ac:spMk id="42" creationId="{E54D3055-3BD5-DC4D-9DA1-83A049BAF726}"/>
          </ac:spMkLst>
        </pc:spChg>
        <pc:spChg chg="mod">
          <ac:chgData name="Avantika Ashish Joglekar" userId="S::avantika.j@syrencloud.com::f014a2bf-5918-46cd-9336-37d5792e0937" providerId="AD" clId="Web-{F66CAE9E-3B1C-651D-D543-8518B1409242}" dt="2026-06-29T11:25:12.683" v="82"/>
          <ac:spMkLst>
            <pc:docMk/>
            <pc:sldMk cId="6189717" sldId="2076137766"/>
            <ac:spMk id="44" creationId="{3161FCD3-EA2E-B38F-B740-92A66B138B6C}"/>
          </ac:spMkLst>
        </pc:spChg>
        <pc:spChg chg="mod">
          <ac:chgData name="Avantika Ashish Joglekar" userId="S::avantika.j@syrencloud.com::f014a2bf-5918-46cd-9336-37d5792e0937" providerId="AD" clId="Web-{F66CAE9E-3B1C-651D-D543-8518B1409242}" dt="2026-06-29T11:25:12.730" v="83"/>
          <ac:spMkLst>
            <pc:docMk/>
            <pc:sldMk cId="6189717" sldId="2076137766"/>
            <ac:spMk id="46" creationId="{69CFB0EE-88CD-9EC4-62B7-CFD0567944B3}"/>
          </ac:spMkLst>
        </pc:spChg>
      </pc:sldChg>
      <pc:sldChg chg="modSp">
        <pc:chgData name="Avantika Ashish Joglekar" userId="S::avantika.j@syrencloud.com::f014a2bf-5918-46cd-9336-37d5792e0937" providerId="AD" clId="Web-{F66CAE9E-3B1C-651D-D543-8518B1409242}" dt="2026-06-29T11:43:00.857" v="111" actId="20577"/>
        <pc:sldMkLst>
          <pc:docMk/>
          <pc:sldMk cId="4221204706" sldId="2076137769"/>
        </pc:sldMkLst>
        <pc:spChg chg="mod">
          <ac:chgData name="Avantika Ashish Joglekar" userId="S::avantika.j@syrencloud.com::f014a2bf-5918-46cd-9336-37d5792e0937" providerId="AD" clId="Web-{F66CAE9E-3B1C-651D-D543-8518B1409242}" dt="2026-06-29T11:43:00.857" v="111" actId="20577"/>
          <ac:spMkLst>
            <pc:docMk/>
            <pc:sldMk cId="4221204706" sldId="2076137769"/>
            <ac:spMk id="6" creationId="{B0B55B44-DDB3-D277-3874-57DBA2392336}"/>
          </ac:spMkLst>
        </pc:spChg>
        <pc:spChg chg="mod">
          <ac:chgData name="Avantika Ashish Joglekar" userId="S::avantika.j@syrencloud.com::f014a2bf-5918-46cd-9336-37d5792e0937" providerId="AD" clId="Web-{F66CAE9E-3B1C-651D-D543-8518B1409242}" dt="2026-06-29T11:30:30.512" v="96" actId="20577"/>
          <ac:spMkLst>
            <pc:docMk/>
            <pc:sldMk cId="4221204706" sldId="2076137769"/>
            <ac:spMk id="11" creationId="{5F6AA195-BA1E-78A5-5B71-4F01080ED7D5}"/>
          </ac:spMkLst>
        </pc:spChg>
        <pc:spChg chg="mod">
          <ac:chgData name="Avantika Ashish Joglekar" userId="S::avantika.j@syrencloud.com::f014a2bf-5918-46cd-9336-37d5792e0937" providerId="AD" clId="Web-{F66CAE9E-3B1C-651D-D543-8518B1409242}" dt="2026-06-29T11:30:54.668" v="98" actId="20577"/>
          <ac:spMkLst>
            <pc:docMk/>
            <pc:sldMk cId="4221204706" sldId="2076137769"/>
            <ac:spMk id="25" creationId="{CE59E47F-C729-E3FB-6372-70296D0BE71D}"/>
          </ac:spMkLst>
        </pc:spChg>
      </pc:sldChg>
      <pc:sldChg chg="modSp">
        <pc:chgData name="Avantika Ashish Joglekar" userId="S::avantika.j@syrencloud.com::f014a2bf-5918-46cd-9336-37d5792e0937" providerId="AD" clId="Web-{F66CAE9E-3B1C-651D-D543-8518B1409242}" dt="2026-06-29T11:38:00.044" v="101" actId="1076"/>
        <pc:sldMkLst>
          <pc:docMk/>
          <pc:sldMk cId="3981440326" sldId="2076137770"/>
        </pc:sldMkLst>
        <pc:spChg chg="mod">
          <ac:chgData name="Avantika Ashish Joglekar" userId="S::avantika.j@syrencloud.com::f014a2bf-5918-46cd-9336-37d5792e0937" providerId="AD" clId="Web-{F66CAE9E-3B1C-651D-D543-8518B1409242}" dt="2026-06-29T11:38:00.044" v="101" actId="1076"/>
          <ac:spMkLst>
            <pc:docMk/>
            <pc:sldMk cId="3981440326" sldId="2076137770"/>
            <ac:spMk id="30" creationId="{4893F198-ACDB-BD37-8C59-7750FAB849F8}"/>
          </ac:spMkLst>
        </pc:spChg>
      </pc:sldChg>
      <pc:sldChg chg="modSp">
        <pc:chgData name="Avantika Ashish Joglekar" userId="S::avantika.j@syrencloud.com::f014a2bf-5918-46cd-9336-37d5792e0937" providerId="AD" clId="Web-{F66CAE9E-3B1C-651D-D543-8518B1409242}" dt="2026-06-29T11:41:51.279" v="109" actId="14100"/>
        <pc:sldMkLst>
          <pc:docMk/>
          <pc:sldMk cId="1642220967" sldId="2076137772"/>
        </pc:sldMkLst>
        <pc:spChg chg="mod">
          <ac:chgData name="Avantika Ashish Joglekar" userId="S::avantika.j@syrencloud.com::f014a2bf-5918-46cd-9336-37d5792e0937" providerId="AD" clId="Web-{F66CAE9E-3B1C-651D-D543-8518B1409242}" dt="2026-06-29T11:41:03.653" v="103" actId="20577"/>
          <ac:spMkLst>
            <pc:docMk/>
            <pc:sldMk cId="1642220967" sldId="2076137772"/>
            <ac:spMk id="17" creationId="{F30EBA8D-7D0D-912B-B5BE-8160F7837AF9}"/>
          </ac:spMkLst>
        </pc:spChg>
        <pc:spChg chg="mod">
          <ac:chgData name="Avantika Ashish Joglekar" userId="S::avantika.j@syrencloud.com::f014a2bf-5918-46cd-9336-37d5792e0937" providerId="AD" clId="Web-{F66CAE9E-3B1C-651D-D543-8518B1409242}" dt="2026-06-29T11:41:47.435" v="107" actId="14100"/>
          <ac:spMkLst>
            <pc:docMk/>
            <pc:sldMk cId="1642220967" sldId="2076137772"/>
            <ac:spMk id="24" creationId="{8CD77976-7868-EAA7-59B6-EA6EE14596A3}"/>
          </ac:spMkLst>
        </pc:spChg>
        <pc:spChg chg="mod">
          <ac:chgData name="Avantika Ashish Joglekar" userId="S::avantika.j@syrencloud.com::f014a2bf-5918-46cd-9336-37d5792e0937" providerId="AD" clId="Web-{F66CAE9E-3B1C-651D-D543-8518B1409242}" dt="2026-06-29T11:41:49.044" v="108" actId="14100"/>
          <ac:spMkLst>
            <pc:docMk/>
            <pc:sldMk cId="1642220967" sldId="2076137772"/>
            <ac:spMk id="26" creationId="{1C556CD6-F811-1284-6F50-9370576867F5}"/>
          </ac:spMkLst>
        </pc:spChg>
        <pc:spChg chg="mod">
          <ac:chgData name="Avantika Ashish Joglekar" userId="S::avantika.j@syrencloud.com::f014a2bf-5918-46cd-9336-37d5792e0937" providerId="AD" clId="Web-{F66CAE9E-3B1C-651D-D543-8518B1409242}" dt="2026-06-29T11:41:51.279" v="109" actId="14100"/>
          <ac:spMkLst>
            <pc:docMk/>
            <pc:sldMk cId="1642220967" sldId="2076137772"/>
            <ac:spMk id="27" creationId="{9B7265D0-7311-2F88-3437-F08EE6515D77}"/>
          </ac:spMkLst>
        </pc:spChg>
      </pc:sldChg>
      <pc:sldChg chg="modSp">
        <pc:chgData name="Avantika Ashish Joglekar" userId="S::avantika.j@syrencloud.com::f014a2bf-5918-46cd-9336-37d5792e0937" providerId="AD" clId="Web-{F66CAE9E-3B1C-651D-D543-8518B1409242}" dt="2026-06-29T12:00:14.672" v="116" actId="20577"/>
        <pc:sldMkLst>
          <pc:docMk/>
          <pc:sldMk cId="553572738" sldId="2147474869"/>
        </pc:sldMkLst>
        <pc:spChg chg="mod">
          <ac:chgData name="Avantika Ashish Joglekar" userId="S::avantika.j@syrencloud.com::f014a2bf-5918-46cd-9336-37d5792e0937" providerId="AD" clId="Web-{F66CAE9E-3B1C-651D-D543-8518B1409242}" dt="2026-06-29T12:00:04.969" v="113" actId="20577"/>
          <ac:spMkLst>
            <pc:docMk/>
            <pc:sldMk cId="553572738" sldId="2147474869"/>
            <ac:spMk id="25" creationId="{62B20E9E-587E-80B7-0176-98BAA1A1263E}"/>
          </ac:spMkLst>
        </pc:spChg>
        <pc:spChg chg="mod">
          <ac:chgData name="Avantika Ashish Joglekar" userId="S::avantika.j@syrencloud.com::f014a2bf-5918-46cd-9336-37d5792e0937" providerId="AD" clId="Web-{F66CAE9E-3B1C-651D-D543-8518B1409242}" dt="2026-06-29T12:00:14.672" v="116" actId="20577"/>
          <ac:spMkLst>
            <pc:docMk/>
            <pc:sldMk cId="553572738" sldId="2147474869"/>
            <ac:spMk id="37" creationId="{9F853993-C0EA-71F1-2E3B-B0407D1D5AAD}"/>
          </ac:spMkLst>
        </pc:spChg>
      </pc:sldChg>
      <pc:sldChg chg="modSp">
        <pc:chgData name="Avantika Ashish Joglekar" userId="S::avantika.j@syrencloud.com::f014a2bf-5918-46cd-9336-37d5792e0937" providerId="AD" clId="Web-{F66CAE9E-3B1C-651D-D543-8518B1409242}" dt="2026-06-29T12:05:07.564" v="122" actId="20577"/>
        <pc:sldMkLst>
          <pc:docMk/>
          <pc:sldMk cId="1014566364" sldId="2147474871"/>
        </pc:sldMkLst>
        <pc:spChg chg="mod">
          <ac:chgData name="Avantika Ashish Joglekar" userId="S::avantika.j@syrencloud.com::f014a2bf-5918-46cd-9336-37d5792e0937" providerId="AD" clId="Web-{F66CAE9E-3B1C-651D-D543-8518B1409242}" dt="2026-06-29T12:01:23.438" v="118" actId="20577"/>
          <ac:spMkLst>
            <pc:docMk/>
            <pc:sldMk cId="1014566364" sldId="2147474871"/>
            <ac:spMk id="9" creationId="{1D96AEE3-F21E-B812-C28C-33D107420E4E}"/>
          </ac:spMkLst>
        </pc:spChg>
        <pc:spChg chg="mod">
          <ac:chgData name="Avantika Ashish Joglekar" userId="S::avantika.j@syrencloud.com::f014a2bf-5918-46cd-9336-37d5792e0937" providerId="AD" clId="Web-{F66CAE9E-3B1C-651D-D543-8518B1409242}" dt="2026-06-29T12:01:56.157" v="119" actId="20577"/>
          <ac:spMkLst>
            <pc:docMk/>
            <pc:sldMk cId="1014566364" sldId="2147474871"/>
            <ac:spMk id="12" creationId="{3F45132F-CB5F-75B4-2CCC-ECFFC18E29C5}"/>
          </ac:spMkLst>
        </pc:spChg>
        <pc:spChg chg="mod">
          <ac:chgData name="Avantika Ashish Joglekar" userId="S::avantika.j@syrencloud.com::f014a2bf-5918-46cd-9336-37d5792e0937" providerId="AD" clId="Web-{F66CAE9E-3B1C-651D-D543-8518B1409242}" dt="2026-06-29T12:05:07.564" v="122" actId="20577"/>
          <ac:spMkLst>
            <pc:docMk/>
            <pc:sldMk cId="1014566364" sldId="2147474871"/>
            <ac:spMk id="19" creationId="{BCD9E66E-17CD-ADA6-34A9-10ACB2020FB0}"/>
          </ac:spMkLst>
        </pc:spChg>
      </pc:sldChg>
    </pc:docChg>
  </pc:docChgLst>
  <pc:docChgLst>
    <pc:chgData name="Sakshi Srivastava" userId="S::sakshi.s@syrencloud.com::1b66c1ba-f430-41f3-b9dd-ff0e88769738" providerId="AD" clId="Web-{FD862ECF-4794-8C83-1DBA-75E834C9142B}"/>
    <pc:docChg chg="modSld">
      <pc:chgData name="Sakshi Srivastava" userId="S::sakshi.s@syrencloud.com::1b66c1ba-f430-41f3-b9dd-ff0e88769738" providerId="AD" clId="Web-{FD862ECF-4794-8C83-1DBA-75E834C9142B}" dt="2026-07-10T15:47:03.627" v="123" actId="20577"/>
      <pc:docMkLst>
        <pc:docMk/>
      </pc:docMkLst>
      <pc:sldChg chg="modSp">
        <pc:chgData name="Sakshi Srivastava" userId="S::sakshi.s@syrencloud.com::1b66c1ba-f430-41f3-b9dd-ff0e88769738" providerId="AD" clId="Web-{FD862ECF-4794-8C83-1DBA-75E834C9142B}" dt="2026-07-10T15:43:46.467" v="110" actId="20577"/>
        <pc:sldMkLst>
          <pc:docMk/>
          <pc:sldMk cId="2640688575" sldId="2076137767"/>
        </pc:sldMkLst>
        <pc:spChg chg="mod">
          <ac:chgData name="Sakshi Srivastava" userId="S::sakshi.s@syrencloud.com::1b66c1ba-f430-41f3-b9dd-ff0e88769738" providerId="AD" clId="Web-{FD862ECF-4794-8C83-1DBA-75E834C9142B}" dt="2026-07-10T15:43:46.467" v="110" actId="20577"/>
          <ac:spMkLst>
            <pc:docMk/>
            <pc:sldMk cId="2640688575" sldId="2076137767"/>
            <ac:spMk id="2" creationId="{AC0D0FBC-336A-FAA2-BBB8-829F6310FE70}"/>
          </ac:spMkLst>
        </pc:spChg>
        <pc:spChg chg="mod">
          <ac:chgData name="Sakshi Srivastava" userId="S::sakshi.s@syrencloud.com::1b66c1ba-f430-41f3-b9dd-ff0e88769738" providerId="AD" clId="Web-{FD862ECF-4794-8C83-1DBA-75E834C9142B}" dt="2026-07-10T15:25:13.211" v="67" actId="20577"/>
          <ac:spMkLst>
            <pc:docMk/>
            <pc:sldMk cId="2640688575" sldId="2076137767"/>
            <ac:spMk id="8" creationId="{FBEDAB8B-5942-6E73-2AD6-7E12938B0507}"/>
          </ac:spMkLst>
        </pc:spChg>
      </pc:sldChg>
      <pc:sldChg chg="modSp">
        <pc:chgData name="Sakshi Srivastava" userId="S::sakshi.s@syrencloud.com::1b66c1ba-f430-41f3-b9dd-ff0e88769738" providerId="AD" clId="Web-{FD862ECF-4794-8C83-1DBA-75E834C9142B}" dt="2026-07-10T15:29:11.856" v="73" actId="20577"/>
        <pc:sldMkLst>
          <pc:docMk/>
          <pc:sldMk cId="1636211531" sldId="2147474879"/>
        </pc:sldMkLst>
        <pc:spChg chg="mod">
          <ac:chgData name="Sakshi Srivastava" userId="S::sakshi.s@syrencloud.com::1b66c1ba-f430-41f3-b9dd-ff0e88769738" providerId="AD" clId="Web-{FD862ECF-4794-8C83-1DBA-75E834C9142B}" dt="2026-07-10T15:29:11.856" v="73" actId="20577"/>
          <ac:spMkLst>
            <pc:docMk/>
            <pc:sldMk cId="1636211531" sldId="2147474879"/>
            <ac:spMk id="2" creationId="{4A3D47B9-9300-2DA7-9C15-1D5E7E9989B7}"/>
          </ac:spMkLst>
        </pc:spChg>
      </pc:sldChg>
      <pc:sldChg chg="modSp">
        <pc:chgData name="Sakshi Srivastava" userId="S::sakshi.s@syrencloud.com::1b66c1ba-f430-41f3-b9dd-ff0e88769738" providerId="AD" clId="Web-{FD862ECF-4794-8C83-1DBA-75E834C9142B}" dt="2026-07-10T15:47:03.627" v="123" actId="20577"/>
        <pc:sldMkLst>
          <pc:docMk/>
          <pc:sldMk cId="3216750113" sldId="2147474885"/>
        </pc:sldMkLst>
        <pc:spChg chg="mod">
          <ac:chgData name="Sakshi Srivastava" userId="S::sakshi.s@syrencloud.com::1b66c1ba-f430-41f3-b9dd-ff0e88769738" providerId="AD" clId="Web-{FD862ECF-4794-8C83-1DBA-75E834C9142B}" dt="2026-07-10T15:47:03.627" v="123" actId="20577"/>
          <ac:spMkLst>
            <pc:docMk/>
            <pc:sldMk cId="3216750113" sldId="2147474885"/>
            <ac:spMk id="33" creationId="{EBC4B3CC-6506-5B0C-5389-200BCFE35AAC}"/>
          </ac:spMkLst>
        </pc:spChg>
      </pc:sldChg>
      <pc:sldChg chg="modSp">
        <pc:chgData name="Sakshi Srivastava" userId="S::sakshi.s@syrencloud.com::1b66c1ba-f430-41f3-b9dd-ff0e88769738" providerId="AD" clId="Web-{FD862ECF-4794-8C83-1DBA-75E834C9142B}" dt="2026-07-10T15:45:22.969" v="113" actId="20577"/>
        <pc:sldMkLst>
          <pc:docMk/>
          <pc:sldMk cId="2976658370" sldId="2147481824"/>
        </pc:sldMkLst>
        <pc:spChg chg="mod">
          <ac:chgData name="Sakshi Srivastava" userId="S::sakshi.s@syrencloud.com::1b66c1ba-f430-41f3-b9dd-ff0e88769738" providerId="AD" clId="Web-{FD862ECF-4794-8C83-1DBA-75E834C9142B}" dt="2026-07-10T15:45:22.969" v="113" actId="20577"/>
          <ac:spMkLst>
            <pc:docMk/>
            <pc:sldMk cId="2976658370" sldId="2147481824"/>
            <ac:spMk id="58" creationId="{92F90A4B-758E-CE74-76F6-305FDD5013E1}"/>
          </ac:spMkLst>
        </pc:spChg>
        <pc:spChg chg="mod">
          <ac:chgData name="Sakshi Srivastava" userId="S::sakshi.s@syrencloud.com::1b66c1ba-f430-41f3-b9dd-ff0e88769738" providerId="AD" clId="Web-{FD862ECF-4794-8C83-1DBA-75E834C9142B}" dt="2026-07-10T15:45:13.344" v="112" actId="20577"/>
          <ac:spMkLst>
            <pc:docMk/>
            <pc:sldMk cId="2976658370" sldId="2147481824"/>
            <ac:spMk id="487" creationId="{662474E8-A97D-8FCF-C7B2-270875F342D9}"/>
          </ac:spMkLst>
        </pc:spChg>
      </pc:sldChg>
      <pc:sldChg chg="modSp">
        <pc:chgData name="Sakshi Srivastava" userId="S::sakshi.s@syrencloud.com::1b66c1ba-f430-41f3-b9dd-ff0e88769738" providerId="AD" clId="Web-{FD862ECF-4794-8C83-1DBA-75E834C9142B}" dt="2026-07-10T15:33:47.877" v="108" actId="20577"/>
        <pc:sldMkLst>
          <pc:docMk/>
          <pc:sldMk cId="2399661326" sldId="2147481825"/>
        </pc:sldMkLst>
        <pc:spChg chg="mod">
          <ac:chgData name="Sakshi Srivastava" userId="S::sakshi.s@syrencloud.com::1b66c1ba-f430-41f3-b9dd-ff0e88769738" providerId="AD" clId="Web-{FD862ECF-4794-8C83-1DBA-75E834C9142B}" dt="2026-07-10T15:33:47.877" v="108" actId="20577"/>
          <ac:spMkLst>
            <pc:docMk/>
            <pc:sldMk cId="2399661326" sldId="2147481825"/>
            <ac:spMk id="6" creationId="{5C71372B-44FB-D133-48FE-12A74200CF57}"/>
          </ac:spMkLst>
        </pc:spChg>
      </pc:sldChg>
      <pc:sldChg chg="modSp">
        <pc:chgData name="Sakshi Srivastava" userId="S::sakshi.s@syrencloud.com::1b66c1ba-f430-41f3-b9dd-ff0e88769738" providerId="AD" clId="Web-{FD862ECF-4794-8C83-1DBA-75E834C9142B}" dt="2026-07-10T15:45:36.735" v="115" actId="20577"/>
        <pc:sldMkLst>
          <pc:docMk/>
          <pc:sldMk cId="2897892704" sldId="2147481831"/>
        </pc:sldMkLst>
        <pc:spChg chg="mod">
          <ac:chgData name="Sakshi Srivastava" userId="S::sakshi.s@syrencloud.com::1b66c1ba-f430-41f3-b9dd-ff0e88769738" providerId="AD" clId="Web-{FD862ECF-4794-8C83-1DBA-75E834C9142B}" dt="2026-07-10T15:45:36.735" v="115" actId="20577"/>
          <ac:spMkLst>
            <pc:docMk/>
            <pc:sldMk cId="2897892704" sldId="2147481831"/>
            <ac:spMk id="9" creationId="{224E685C-4176-1C3B-5EE6-7AB39CA4C921}"/>
          </ac:spMkLst>
        </pc:spChg>
      </pc:sldChg>
      <pc:sldChg chg="modSp">
        <pc:chgData name="Sakshi Srivastava" userId="S::sakshi.s@syrencloud.com::1b66c1ba-f430-41f3-b9dd-ff0e88769738" providerId="AD" clId="Web-{FD862ECF-4794-8C83-1DBA-75E834C9142B}" dt="2026-07-10T15:24:00.537" v="59"/>
        <pc:sldMkLst>
          <pc:docMk/>
          <pc:sldMk cId="3996616115" sldId="2147481834"/>
        </pc:sldMkLst>
        <pc:graphicFrameChg chg="mod modGraphic">
          <ac:chgData name="Sakshi Srivastava" userId="S::sakshi.s@syrencloud.com::1b66c1ba-f430-41f3-b9dd-ff0e88769738" providerId="AD" clId="Web-{FD862ECF-4794-8C83-1DBA-75E834C9142B}" dt="2026-07-10T15:23:25.490" v="15"/>
          <ac:graphicFrameMkLst>
            <pc:docMk/>
            <pc:sldMk cId="3996616115" sldId="2147481834"/>
            <ac:graphicFrameMk id="143" creationId="{1D0E189B-583A-DC49-FA12-5AD0CB28A4EF}"/>
          </ac:graphicFrameMkLst>
        </pc:graphicFrameChg>
        <pc:graphicFrameChg chg="mod modGraphic">
          <ac:chgData name="Sakshi Srivastava" userId="S::sakshi.s@syrencloud.com::1b66c1ba-f430-41f3-b9dd-ff0e88769738" providerId="AD" clId="Web-{FD862ECF-4794-8C83-1DBA-75E834C9142B}" dt="2026-07-10T15:24:00.537" v="59"/>
          <ac:graphicFrameMkLst>
            <pc:docMk/>
            <pc:sldMk cId="3996616115" sldId="2147481834"/>
            <ac:graphicFrameMk id="144" creationId="{5EA10140-CD65-AB27-40F6-28428DDF1173}"/>
          </ac:graphicFrameMkLst>
        </pc:graphicFrameChg>
      </pc:sldChg>
    </pc:docChg>
  </pc:docChgLst>
  <pc:docChgLst>
    <pc:chgData name="Nagotu Dilip Kumar" userId="e960ee6c-1011-46fd-ab26-7447e3dfc484" providerId="ADAL" clId="{C537D0E1-F004-4867-A19F-CB629E995C3F}"/>
    <pc:docChg chg="undo custSel addSld delSld modSld sldOrd modMainMaster">
      <pc:chgData name="Nagotu Dilip Kumar" userId="e960ee6c-1011-46fd-ab26-7447e3dfc484" providerId="ADAL" clId="{C537D0E1-F004-4867-A19F-CB629E995C3F}" dt="2026-07-13T10:41:40.229" v="5799" actId="1036"/>
      <pc:docMkLst>
        <pc:docMk/>
      </pc:docMkLst>
      <pc:sldChg chg="modSp mod">
        <pc:chgData name="Nagotu Dilip Kumar" userId="e960ee6c-1011-46fd-ab26-7447e3dfc484" providerId="ADAL" clId="{C537D0E1-F004-4867-A19F-CB629E995C3F}" dt="2026-07-02T04:37:19.001" v="1972" actId="207"/>
        <pc:sldMkLst>
          <pc:docMk/>
          <pc:sldMk cId="0" sldId="257"/>
        </pc:sldMkLst>
        <pc:spChg chg="mod">
          <ac:chgData name="Nagotu Dilip Kumar" userId="e960ee6c-1011-46fd-ab26-7447e3dfc484" providerId="ADAL" clId="{C537D0E1-F004-4867-A19F-CB629E995C3F}" dt="2026-07-02T04:37:19.001" v="1972" actId="207"/>
          <ac:spMkLst>
            <pc:docMk/>
            <pc:sldMk cId="0" sldId="257"/>
            <ac:spMk id="14" creationId="{00000000-0000-0000-0000-000000000000}"/>
          </ac:spMkLst>
        </pc:spChg>
        <pc:spChg chg="mod">
          <ac:chgData name="Nagotu Dilip Kumar" userId="e960ee6c-1011-46fd-ab26-7447e3dfc484" providerId="ADAL" clId="{C537D0E1-F004-4867-A19F-CB629E995C3F}" dt="2026-07-02T04:37:19.001" v="1972" actId="207"/>
          <ac:spMkLst>
            <pc:docMk/>
            <pc:sldMk cId="0" sldId="257"/>
            <ac:spMk id="20" creationId="{00000000-0000-0000-0000-000000000000}"/>
          </ac:spMkLst>
        </pc:spChg>
        <pc:spChg chg="mod">
          <ac:chgData name="Nagotu Dilip Kumar" userId="e960ee6c-1011-46fd-ab26-7447e3dfc484" providerId="ADAL" clId="{C537D0E1-F004-4867-A19F-CB629E995C3F}" dt="2026-07-02T04:37:19.001" v="1972" actId="207"/>
          <ac:spMkLst>
            <pc:docMk/>
            <pc:sldMk cId="0" sldId="257"/>
            <ac:spMk id="26" creationId="{00000000-0000-0000-0000-000000000000}"/>
          </ac:spMkLst>
        </pc:spChg>
        <pc:spChg chg="mod">
          <ac:chgData name="Nagotu Dilip Kumar" userId="e960ee6c-1011-46fd-ab26-7447e3dfc484" providerId="ADAL" clId="{C537D0E1-F004-4867-A19F-CB629E995C3F}" dt="2026-07-02T04:37:19.001" v="1972" actId="207"/>
          <ac:spMkLst>
            <pc:docMk/>
            <pc:sldMk cId="0" sldId="257"/>
            <ac:spMk id="32" creationId="{00000000-0000-0000-0000-000000000000}"/>
          </ac:spMkLst>
        </pc:spChg>
      </pc:sldChg>
      <pc:sldChg chg="modSp mod">
        <pc:chgData name="Nagotu Dilip Kumar" userId="e960ee6c-1011-46fd-ab26-7447e3dfc484" providerId="ADAL" clId="{C537D0E1-F004-4867-A19F-CB629E995C3F}" dt="2026-06-29T11:30:59.257" v="253" actId="1035"/>
        <pc:sldMkLst>
          <pc:docMk/>
          <pc:sldMk cId="3348813402" sldId="2076137763"/>
        </pc:sldMkLst>
        <pc:spChg chg="mod">
          <ac:chgData name="Nagotu Dilip Kumar" userId="e960ee6c-1011-46fd-ab26-7447e3dfc484" providerId="ADAL" clId="{C537D0E1-F004-4867-A19F-CB629E995C3F}" dt="2026-06-29T11:28:47.313" v="210" actId="948"/>
          <ac:spMkLst>
            <pc:docMk/>
            <pc:sldMk cId="3348813402" sldId="2076137763"/>
            <ac:spMk id="10" creationId="{286D9D7D-0517-E8FA-87DF-557CFE73BD92}"/>
          </ac:spMkLst>
        </pc:spChg>
        <pc:spChg chg="mod">
          <ac:chgData name="Nagotu Dilip Kumar" userId="e960ee6c-1011-46fd-ab26-7447e3dfc484" providerId="ADAL" clId="{C537D0E1-F004-4867-A19F-CB629E995C3F}" dt="2026-06-29T11:30:38.148" v="246" actId="207"/>
          <ac:spMkLst>
            <pc:docMk/>
            <pc:sldMk cId="3348813402" sldId="2076137763"/>
            <ac:spMk id="11" creationId="{DAE3A7C7-FF6A-CD87-7693-C04D2007713F}"/>
          </ac:spMkLst>
        </pc:spChg>
        <pc:spChg chg="mod">
          <ac:chgData name="Nagotu Dilip Kumar" userId="e960ee6c-1011-46fd-ab26-7447e3dfc484" providerId="ADAL" clId="{C537D0E1-F004-4867-A19F-CB629E995C3F}" dt="2026-06-29T11:30:38.148" v="246" actId="207"/>
          <ac:spMkLst>
            <pc:docMk/>
            <pc:sldMk cId="3348813402" sldId="2076137763"/>
            <ac:spMk id="15" creationId="{8ADF2357-56E0-534C-DE28-9791C74E9189}"/>
          </ac:spMkLst>
        </pc:spChg>
        <pc:spChg chg="mod">
          <ac:chgData name="Nagotu Dilip Kumar" userId="e960ee6c-1011-46fd-ab26-7447e3dfc484" providerId="ADAL" clId="{C537D0E1-F004-4867-A19F-CB629E995C3F}" dt="2026-06-29T11:30:38.148" v="246" actId="207"/>
          <ac:spMkLst>
            <pc:docMk/>
            <pc:sldMk cId="3348813402" sldId="2076137763"/>
            <ac:spMk id="16" creationId="{B9B0BF40-FDF0-AECF-130F-A7BD555372DB}"/>
          </ac:spMkLst>
        </pc:spChg>
        <pc:spChg chg="mod">
          <ac:chgData name="Nagotu Dilip Kumar" userId="e960ee6c-1011-46fd-ab26-7447e3dfc484" providerId="ADAL" clId="{C537D0E1-F004-4867-A19F-CB629E995C3F}" dt="2026-06-29T11:30:38.148" v="246" actId="207"/>
          <ac:spMkLst>
            <pc:docMk/>
            <pc:sldMk cId="3348813402" sldId="2076137763"/>
            <ac:spMk id="17" creationId="{42C159E4-8653-35E1-8153-73114991C44C}"/>
          </ac:spMkLst>
        </pc:spChg>
        <pc:spChg chg="mod">
          <ac:chgData name="Nagotu Dilip Kumar" userId="e960ee6c-1011-46fd-ab26-7447e3dfc484" providerId="ADAL" clId="{C537D0E1-F004-4867-A19F-CB629E995C3F}" dt="2026-06-29T11:30:54.923" v="247" actId="1076"/>
          <ac:spMkLst>
            <pc:docMk/>
            <pc:sldMk cId="3348813402" sldId="2076137763"/>
            <ac:spMk id="19" creationId="{0515D4AC-80A6-4A11-AC13-C6D969A544BE}"/>
          </ac:spMkLst>
        </pc:spChg>
        <pc:spChg chg="mod">
          <ac:chgData name="Nagotu Dilip Kumar" userId="e960ee6c-1011-46fd-ab26-7447e3dfc484" providerId="ADAL" clId="{C537D0E1-F004-4867-A19F-CB629E995C3F}" dt="2026-06-29T11:30:54.923" v="247" actId="1076"/>
          <ac:spMkLst>
            <pc:docMk/>
            <pc:sldMk cId="3348813402" sldId="2076137763"/>
            <ac:spMk id="20" creationId="{E92AF479-5ED7-1C9B-26C3-5205AD84CD7C}"/>
          </ac:spMkLst>
        </pc:spChg>
        <pc:spChg chg="mod">
          <ac:chgData name="Nagotu Dilip Kumar" userId="e960ee6c-1011-46fd-ab26-7447e3dfc484" providerId="ADAL" clId="{C537D0E1-F004-4867-A19F-CB629E995C3F}" dt="2026-06-29T11:30:54.923" v="247" actId="1076"/>
          <ac:spMkLst>
            <pc:docMk/>
            <pc:sldMk cId="3348813402" sldId="2076137763"/>
            <ac:spMk id="21" creationId="{3AD28BEC-3ED9-6596-1E47-349523B18945}"/>
          </ac:spMkLst>
        </pc:spChg>
        <pc:spChg chg="mod">
          <ac:chgData name="Nagotu Dilip Kumar" userId="e960ee6c-1011-46fd-ab26-7447e3dfc484" providerId="ADAL" clId="{C537D0E1-F004-4867-A19F-CB629E995C3F}" dt="2026-06-29T11:30:54.923" v="247" actId="1076"/>
          <ac:spMkLst>
            <pc:docMk/>
            <pc:sldMk cId="3348813402" sldId="2076137763"/>
            <ac:spMk id="22" creationId="{6AFAD6A4-5C1F-51B9-9CDD-1AE0B7AF8685}"/>
          </ac:spMkLst>
        </pc:spChg>
        <pc:spChg chg="mod">
          <ac:chgData name="Nagotu Dilip Kumar" userId="e960ee6c-1011-46fd-ab26-7447e3dfc484" providerId="ADAL" clId="{C537D0E1-F004-4867-A19F-CB629E995C3F}" dt="2026-06-29T11:30:30.431" v="244" actId="1076"/>
          <ac:spMkLst>
            <pc:docMk/>
            <pc:sldMk cId="3348813402" sldId="2076137763"/>
            <ac:spMk id="28" creationId="{D9950C8A-197A-A287-1E29-5CBD9AF2EE5B}"/>
          </ac:spMkLst>
        </pc:spChg>
        <pc:spChg chg="mod">
          <ac:chgData name="Nagotu Dilip Kumar" userId="e960ee6c-1011-46fd-ab26-7447e3dfc484" providerId="ADAL" clId="{C537D0E1-F004-4867-A19F-CB629E995C3F}" dt="2026-06-29T11:30:30.431" v="244" actId="1076"/>
          <ac:spMkLst>
            <pc:docMk/>
            <pc:sldMk cId="3348813402" sldId="2076137763"/>
            <ac:spMk id="29" creationId="{6EA348D2-16BC-7F6A-49FB-3911DF63A2D8}"/>
          </ac:spMkLst>
        </pc:spChg>
        <pc:spChg chg="mod">
          <ac:chgData name="Nagotu Dilip Kumar" userId="e960ee6c-1011-46fd-ab26-7447e3dfc484" providerId="ADAL" clId="{C537D0E1-F004-4867-A19F-CB629E995C3F}" dt="2026-06-29T11:30:30.431" v="244" actId="1076"/>
          <ac:spMkLst>
            <pc:docMk/>
            <pc:sldMk cId="3348813402" sldId="2076137763"/>
            <ac:spMk id="32" creationId="{10DAA8B7-6CED-305F-2B99-52C3BE0CEE4C}"/>
          </ac:spMkLst>
        </pc:spChg>
        <pc:spChg chg="mod">
          <ac:chgData name="Nagotu Dilip Kumar" userId="e960ee6c-1011-46fd-ab26-7447e3dfc484" providerId="ADAL" clId="{C537D0E1-F004-4867-A19F-CB629E995C3F}" dt="2026-06-29T11:29:15.598" v="217" actId="207"/>
          <ac:spMkLst>
            <pc:docMk/>
            <pc:sldMk cId="3348813402" sldId="2076137763"/>
            <ac:spMk id="33" creationId="{80F22BF3-EC6E-96CC-22A5-D2373FF4BB96}"/>
          </ac:spMkLst>
        </pc:spChg>
        <pc:spChg chg="mod">
          <ac:chgData name="Nagotu Dilip Kumar" userId="e960ee6c-1011-46fd-ab26-7447e3dfc484" providerId="ADAL" clId="{C537D0E1-F004-4867-A19F-CB629E995C3F}" dt="2026-06-29T11:30:30.431" v="244" actId="1076"/>
          <ac:spMkLst>
            <pc:docMk/>
            <pc:sldMk cId="3348813402" sldId="2076137763"/>
            <ac:spMk id="35" creationId="{4CF10119-B7CC-CAE2-AA00-1F2CA1A44FE6}"/>
          </ac:spMkLst>
        </pc:spChg>
        <pc:spChg chg="mod">
          <ac:chgData name="Nagotu Dilip Kumar" userId="e960ee6c-1011-46fd-ab26-7447e3dfc484" providerId="ADAL" clId="{C537D0E1-F004-4867-A19F-CB629E995C3F}" dt="2026-06-29T11:29:18.061" v="218" actId="207"/>
          <ac:spMkLst>
            <pc:docMk/>
            <pc:sldMk cId="3348813402" sldId="2076137763"/>
            <ac:spMk id="36" creationId="{CACD8C97-F950-D1F0-7759-F04C6501D48A}"/>
          </ac:spMkLst>
        </pc:spChg>
        <pc:picChg chg="mod">
          <ac:chgData name="Nagotu Dilip Kumar" userId="e960ee6c-1011-46fd-ab26-7447e3dfc484" providerId="ADAL" clId="{C537D0E1-F004-4867-A19F-CB629E995C3F}" dt="2026-06-29T11:30:01.530" v="231" actId="207"/>
          <ac:picMkLst>
            <pc:docMk/>
            <pc:sldMk cId="3348813402" sldId="2076137763"/>
            <ac:picMk id="38" creationId="{CF7B9CCB-C028-C2B3-FB64-57E337870683}"/>
          </ac:picMkLst>
        </pc:picChg>
        <pc:picChg chg="mod">
          <ac:chgData name="Nagotu Dilip Kumar" userId="e960ee6c-1011-46fd-ab26-7447e3dfc484" providerId="ADAL" clId="{C537D0E1-F004-4867-A19F-CB629E995C3F}" dt="2026-06-29T11:30:04.248" v="232" actId="207"/>
          <ac:picMkLst>
            <pc:docMk/>
            <pc:sldMk cId="3348813402" sldId="2076137763"/>
            <ac:picMk id="42" creationId="{72DD9C38-33E2-E4AA-7AF1-ED9F2E61AA7F}"/>
          </ac:picMkLst>
        </pc:picChg>
        <pc:cxnChg chg="mod">
          <ac:chgData name="Nagotu Dilip Kumar" userId="e960ee6c-1011-46fd-ab26-7447e3dfc484" providerId="ADAL" clId="{C537D0E1-F004-4867-A19F-CB629E995C3F}" dt="2026-06-29T11:30:59.257" v="253" actId="1035"/>
          <ac:cxnSpMkLst>
            <pc:docMk/>
            <pc:sldMk cId="3348813402" sldId="2076137763"/>
            <ac:cxnSpMk id="24" creationId="{3392D3DE-576C-6E49-DDE9-FF7ED67DF112}"/>
          </ac:cxnSpMkLst>
        </pc:cxnChg>
        <pc:cxnChg chg="mod">
          <ac:chgData name="Nagotu Dilip Kumar" userId="e960ee6c-1011-46fd-ab26-7447e3dfc484" providerId="ADAL" clId="{C537D0E1-F004-4867-A19F-CB629E995C3F}" dt="2026-06-29T11:30:59.257" v="253" actId="1035"/>
          <ac:cxnSpMkLst>
            <pc:docMk/>
            <pc:sldMk cId="3348813402" sldId="2076137763"/>
            <ac:cxnSpMk id="25" creationId="{7DEFC6AE-F4D5-4FE1-CFDD-E01BB53538A8}"/>
          </ac:cxnSpMkLst>
        </pc:cxnChg>
        <pc:cxnChg chg="mod">
          <ac:chgData name="Nagotu Dilip Kumar" userId="e960ee6c-1011-46fd-ab26-7447e3dfc484" providerId="ADAL" clId="{C537D0E1-F004-4867-A19F-CB629E995C3F}" dt="2026-06-29T11:30:59.257" v="253" actId="1035"/>
          <ac:cxnSpMkLst>
            <pc:docMk/>
            <pc:sldMk cId="3348813402" sldId="2076137763"/>
            <ac:cxnSpMk id="26" creationId="{043564CC-179A-A6FF-EDA1-AAC1F9368933}"/>
          </ac:cxnSpMkLst>
        </pc:cxnChg>
        <pc:cxnChg chg="mod">
          <ac:chgData name="Nagotu Dilip Kumar" userId="e960ee6c-1011-46fd-ab26-7447e3dfc484" providerId="ADAL" clId="{C537D0E1-F004-4867-A19F-CB629E995C3F}" dt="2026-06-29T11:30:59.257" v="253" actId="1035"/>
          <ac:cxnSpMkLst>
            <pc:docMk/>
            <pc:sldMk cId="3348813402" sldId="2076137763"/>
            <ac:cxnSpMk id="27" creationId="{8A1E4780-2EFF-ED73-F653-8A715A98BDC9}"/>
          </ac:cxnSpMkLst>
        </pc:cxnChg>
      </pc:sldChg>
      <pc:sldChg chg="modSp mod">
        <pc:chgData name="Nagotu Dilip Kumar" userId="e960ee6c-1011-46fd-ab26-7447e3dfc484" providerId="ADAL" clId="{C537D0E1-F004-4867-A19F-CB629E995C3F}" dt="2026-06-29T11:40:24.635" v="408" actId="207"/>
        <pc:sldMkLst>
          <pc:docMk/>
          <pc:sldMk cId="3882010242" sldId="2076137764"/>
        </pc:sldMkLst>
        <pc:spChg chg="mod">
          <ac:chgData name="Nagotu Dilip Kumar" userId="e960ee6c-1011-46fd-ab26-7447e3dfc484" providerId="ADAL" clId="{C537D0E1-F004-4867-A19F-CB629E995C3F}" dt="2026-06-29T11:31:46.552" v="270" actId="1076"/>
          <ac:spMkLst>
            <pc:docMk/>
            <pc:sldMk cId="3882010242" sldId="2076137764"/>
            <ac:spMk id="6" creationId="{1DCF7B37-B164-8DD4-4F58-78021522AA09}"/>
          </ac:spMkLst>
        </pc:spChg>
        <pc:spChg chg="mod">
          <ac:chgData name="Nagotu Dilip Kumar" userId="e960ee6c-1011-46fd-ab26-7447e3dfc484" providerId="ADAL" clId="{C537D0E1-F004-4867-A19F-CB629E995C3F}" dt="2026-06-29T11:32:22.818" v="276" actId="12"/>
          <ac:spMkLst>
            <pc:docMk/>
            <pc:sldMk cId="3882010242" sldId="2076137764"/>
            <ac:spMk id="9" creationId="{76F4E0EE-DC77-8898-021A-171C21F9F48A}"/>
          </ac:spMkLst>
        </pc:spChg>
        <pc:spChg chg="mod">
          <ac:chgData name="Nagotu Dilip Kumar" userId="e960ee6c-1011-46fd-ab26-7447e3dfc484" providerId="ADAL" clId="{C537D0E1-F004-4867-A19F-CB629E995C3F}" dt="2026-06-29T11:32:51.303" v="284" actId="20577"/>
          <ac:spMkLst>
            <pc:docMk/>
            <pc:sldMk cId="3882010242" sldId="2076137764"/>
            <ac:spMk id="10" creationId="{3D724E3F-AE2E-34BB-FC9E-48BF903F5E48}"/>
          </ac:spMkLst>
        </pc:spChg>
        <pc:spChg chg="mod">
          <ac:chgData name="Nagotu Dilip Kumar" userId="e960ee6c-1011-46fd-ab26-7447e3dfc484" providerId="ADAL" clId="{C537D0E1-F004-4867-A19F-CB629E995C3F}" dt="2026-06-29T11:32:52.858" v="285" actId="20577"/>
          <ac:spMkLst>
            <pc:docMk/>
            <pc:sldMk cId="3882010242" sldId="2076137764"/>
            <ac:spMk id="11" creationId="{E033AC18-85CF-2C25-B311-BAC09835CF39}"/>
          </ac:spMkLst>
        </pc:spChg>
        <pc:spChg chg="mod">
          <ac:chgData name="Nagotu Dilip Kumar" userId="e960ee6c-1011-46fd-ab26-7447e3dfc484" providerId="ADAL" clId="{C537D0E1-F004-4867-A19F-CB629E995C3F}" dt="2026-06-29T11:32:32.912" v="279" actId="12"/>
          <ac:spMkLst>
            <pc:docMk/>
            <pc:sldMk cId="3882010242" sldId="2076137764"/>
            <ac:spMk id="12" creationId="{75EEFDB6-83D7-1179-2C7D-64246F4A2B6C}"/>
          </ac:spMkLst>
        </pc:spChg>
        <pc:spChg chg="mod">
          <ac:chgData name="Nagotu Dilip Kumar" userId="e960ee6c-1011-46fd-ab26-7447e3dfc484" providerId="ADAL" clId="{C537D0E1-F004-4867-A19F-CB629E995C3F}" dt="2026-06-29T11:32:57.253" v="286" actId="20577"/>
          <ac:spMkLst>
            <pc:docMk/>
            <pc:sldMk cId="3882010242" sldId="2076137764"/>
            <ac:spMk id="13" creationId="{10301D4D-D85E-6398-5A8F-2118603D9FA8}"/>
          </ac:spMkLst>
        </pc:spChg>
        <pc:spChg chg="mod">
          <ac:chgData name="Nagotu Dilip Kumar" userId="e960ee6c-1011-46fd-ab26-7447e3dfc484" providerId="ADAL" clId="{C537D0E1-F004-4867-A19F-CB629E995C3F}" dt="2026-06-29T11:32:58.522" v="287" actId="20577"/>
          <ac:spMkLst>
            <pc:docMk/>
            <pc:sldMk cId="3882010242" sldId="2076137764"/>
            <ac:spMk id="14" creationId="{446B5BA0-7F1D-EC11-37D9-655EF3E4EF44}"/>
          </ac:spMkLst>
        </pc:spChg>
        <pc:spChg chg="mod">
          <ac:chgData name="Nagotu Dilip Kumar" userId="e960ee6c-1011-46fd-ab26-7447e3dfc484" providerId="ADAL" clId="{C537D0E1-F004-4867-A19F-CB629E995C3F}" dt="2026-06-29T11:32:42.331" v="282" actId="12"/>
          <ac:spMkLst>
            <pc:docMk/>
            <pc:sldMk cId="3882010242" sldId="2076137764"/>
            <ac:spMk id="15" creationId="{685070D7-0EF0-3614-DB07-A023C12F2101}"/>
          </ac:spMkLst>
        </pc:spChg>
        <pc:spChg chg="mod">
          <ac:chgData name="Nagotu Dilip Kumar" userId="e960ee6c-1011-46fd-ab26-7447e3dfc484" providerId="ADAL" clId="{C537D0E1-F004-4867-A19F-CB629E995C3F}" dt="2026-06-29T11:32:45.240" v="283" actId="12"/>
          <ac:spMkLst>
            <pc:docMk/>
            <pc:sldMk cId="3882010242" sldId="2076137764"/>
            <ac:spMk id="16" creationId="{8AE9CA4A-4701-A61E-5A54-A8E8DF7CA41E}"/>
          </ac:spMkLst>
        </pc:spChg>
        <pc:spChg chg="mod">
          <ac:chgData name="Nagotu Dilip Kumar" userId="e960ee6c-1011-46fd-ab26-7447e3dfc484" providerId="ADAL" clId="{C537D0E1-F004-4867-A19F-CB629E995C3F}" dt="2026-06-29T11:40:24.635" v="408" actId="207"/>
          <ac:spMkLst>
            <pc:docMk/>
            <pc:sldMk cId="3882010242" sldId="2076137764"/>
            <ac:spMk id="19" creationId="{74C5B41B-81BD-86AE-82D4-2E7B965CA24F}"/>
          </ac:spMkLst>
        </pc:spChg>
        <pc:picChg chg="mod">
          <ac:chgData name="Nagotu Dilip Kumar" userId="e960ee6c-1011-46fd-ab26-7447e3dfc484" providerId="ADAL" clId="{C537D0E1-F004-4867-A19F-CB629E995C3F}" dt="2026-06-29T11:33:20.420" v="296" actId="1036"/>
          <ac:picMkLst>
            <pc:docMk/>
            <pc:sldMk cId="3882010242" sldId="2076137764"/>
            <ac:picMk id="8" creationId="{8FFCA2E3-6171-D53D-3B09-84E0B12D8A9F}"/>
          </ac:picMkLst>
        </pc:picChg>
        <pc:picChg chg="mod">
          <ac:chgData name="Nagotu Dilip Kumar" userId="e960ee6c-1011-46fd-ab26-7447e3dfc484" providerId="ADAL" clId="{C537D0E1-F004-4867-A19F-CB629E995C3F}" dt="2026-06-29T11:33:20.420" v="296" actId="1036"/>
          <ac:picMkLst>
            <pc:docMk/>
            <pc:sldMk cId="3882010242" sldId="2076137764"/>
            <ac:picMk id="18" creationId="{BD4EEE92-B7CD-563B-B1D0-A34E91CF686C}"/>
          </ac:picMkLst>
        </pc:picChg>
        <pc:picChg chg="mod">
          <ac:chgData name="Nagotu Dilip Kumar" userId="e960ee6c-1011-46fd-ab26-7447e3dfc484" providerId="ADAL" clId="{C537D0E1-F004-4867-A19F-CB629E995C3F}" dt="2026-06-29T11:33:20.420" v="296" actId="1036"/>
          <ac:picMkLst>
            <pc:docMk/>
            <pc:sldMk cId="3882010242" sldId="2076137764"/>
            <ac:picMk id="21" creationId="{FA565733-A96D-A280-4F64-37682C573DDB}"/>
          </ac:picMkLst>
        </pc:picChg>
        <pc:picChg chg="mod">
          <ac:chgData name="Nagotu Dilip Kumar" userId="e960ee6c-1011-46fd-ab26-7447e3dfc484" providerId="ADAL" clId="{C537D0E1-F004-4867-A19F-CB629E995C3F}" dt="2026-06-29T11:33:20.420" v="296" actId="1036"/>
          <ac:picMkLst>
            <pc:docMk/>
            <pc:sldMk cId="3882010242" sldId="2076137764"/>
            <ac:picMk id="23" creationId="{BF9580AF-77D4-8347-23E7-D080378131A8}"/>
          </ac:picMkLst>
        </pc:picChg>
        <pc:picChg chg="mod">
          <ac:chgData name="Nagotu Dilip Kumar" userId="e960ee6c-1011-46fd-ab26-7447e3dfc484" providerId="ADAL" clId="{C537D0E1-F004-4867-A19F-CB629E995C3F}" dt="2026-06-29T11:33:15.652" v="293" actId="1036"/>
          <ac:picMkLst>
            <pc:docMk/>
            <pc:sldMk cId="3882010242" sldId="2076137764"/>
            <ac:picMk id="25" creationId="{238CD56D-7EB7-36B5-397E-CDC417A6A724}"/>
          </ac:picMkLst>
        </pc:picChg>
        <pc:picChg chg="mod">
          <ac:chgData name="Nagotu Dilip Kumar" userId="e960ee6c-1011-46fd-ab26-7447e3dfc484" providerId="ADAL" clId="{C537D0E1-F004-4867-A19F-CB629E995C3F}" dt="2026-06-29T11:33:15.652" v="293" actId="1036"/>
          <ac:picMkLst>
            <pc:docMk/>
            <pc:sldMk cId="3882010242" sldId="2076137764"/>
            <ac:picMk id="26" creationId="{303B205C-274A-B0A0-CCA9-4BD7F9D205F5}"/>
          </ac:picMkLst>
        </pc:picChg>
        <pc:picChg chg="mod">
          <ac:chgData name="Nagotu Dilip Kumar" userId="e960ee6c-1011-46fd-ab26-7447e3dfc484" providerId="ADAL" clId="{C537D0E1-F004-4867-A19F-CB629E995C3F}" dt="2026-06-29T11:33:15.652" v="293" actId="1036"/>
          <ac:picMkLst>
            <pc:docMk/>
            <pc:sldMk cId="3882010242" sldId="2076137764"/>
            <ac:picMk id="27" creationId="{D711131F-C198-BAD6-F998-27074F7FD60F}"/>
          </ac:picMkLst>
        </pc:picChg>
        <pc:picChg chg="mod">
          <ac:chgData name="Nagotu Dilip Kumar" userId="e960ee6c-1011-46fd-ab26-7447e3dfc484" providerId="ADAL" clId="{C537D0E1-F004-4867-A19F-CB629E995C3F}" dt="2026-06-29T11:33:15.652" v="293" actId="1036"/>
          <ac:picMkLst>
            <pc:docMk/>
            <pc:sldMk cId="3882010242" sldId="2076137764"/>
            <ac:picMk id="29" creationId="{26EF3442-046C-BFD0-6799-E993B3F8BDE2}"/>
          </ac:picMkLst>
        </pc:picChg>
      </pc:sldChg>
      <pc:sldChg chg="addSp delSp modSp mod">
        <pc:chgData name="Nagotu Dilip Kumar" userId="e960ee6c-1011-46fd-ab26-7447e3dfc484" providerId="ADAL" clId="{C537D0E1-F004-4867-A19F-CB629E995C3F}" dt="2026-06-29T11:40:39.531" v="409" actId="207"/>
        <pc:sldMkLst>
          <pc:docMk/>
          <pc:sldMk cId="54263797" sldId="2076137765"/>
        </pc:sldMkLst>
        <pc:spChg chg="mod">
          <ac:chgData name="Nagotu Dilip Kumar" userId="e960ee6c-1011-46fd-ab26-7447e3dfc484" providerId="ADAL" clId="{C537D0E1-F004-4867-A19F-CB629E995C3F}" dt="2026-06-29T11:33:42.773" v="301" actId="14100"/>
          <ac:spMkLst>
            <pc:docMk/>
            <pc:sldMk cId="54263797" sldId="2076137765"/>
            <ac:spMk id="6" creationId="{474D61C8-4F89-DD2D-5E53-727D5ACC35F4}"/>
          </ac:spMkLst>
        </pc:spChg>
        <pc:spChg chg="mod topLvl">
          <ac:chgData name="Nagotu Dilip Kumar" userId="e960ee6c-1011-46fd-ab26-7447e3dfc484" providerId="ADAL" clId="{C537D0E1-F004-4867-A19F-CB629E995C3F}" dt="2026-06-29T11:33:49.061" v="302" actId="12"/>
          <ac:spMkLst>
            <pc:docMk/>
            <pc:sldMk cId="54263797" sldId="2076137765"/>
            <ac:spMk id="7" creationId="{A2FD170E-9768-16C8-4465-A265EFC0DED3}"/>
          </ac:spMkLst>
        </pc:spChg>
        <pc:spChg chg="mod topLvl">
          <ac:chgData name="Nagotu Dilip Kumar" userId="e960ee6c-1011-46fd-ab26-7447e3dfc484" providerId="ADAL" clId="{C537D0E1-F004-4867-A19F-CB629E995C3F}" dt="2026-06-29T11:33:51.905" v="303" actId="12"/>
          <ac:spMkLst>
            <pc:docMk/>
            <pc:sldMk cId="54263797" sldId="2076137765"/>
            <ac:spMk id="8" creationId="{C20CA76F-3B54-E508-37EC-A86684939A26}"/>
          </ac:spMkLst>
        </pc:spChg>
        <pc:spChg chg="mod topLvl">
          <ac:chgData name="Nagotu Dilip Kumar" userId="e960ee6c-1011-46fd-ab26-7447e3dfc484" providerId="ADAL" clId="{C537D0E1-F004-4867-A19F-CB629E995C3F}" dt="2026-06-29T11:33:54.691" v="304" actId="12"/>
          <ac:spMkLst>
            <pc:docMk/>
            <pc:sldMk cId="54263797" sldId="2076137765"/>
            <ac:spMk id="9" creationId="{FD7A0426-F7A5-A10F-25FF-29FDAD52211E}"/>
          </ac:spMkLst>
        </pc:spChg>
        <pc:spChg chg="mod topLvl">
          <ac:chgData name="Nagotu Dilip Kumar" userId="e960ee6c-1011-46fd-ab26-7447e3dfc484" providerId="ADAL" clId="{C537D0E1-F004-4867-A19F-CB629E995C3F}" dt="2026-06-29T09:39:34.479" v="20" actId="165"/>
          <ac:spMkLst>
            <pc:docMk/>
            <pc:sldMk cId="54263797" sldId="2076137765"/>
            <ac:spMk id="10" creationId="{B7A313DF-3D32-A4DC-A561-9396E2709DE3}"/>
          </ac:spMkLst>
        </pc:spChg>
        <pc:spChg chg="mod topLvl">
          <ac:chgData name="Nagotu Dilip Kumar" userId="e960ee6c-1011-46fd-ab26-7447e3dfc484" providerId="ADAL" clId="{C537D0E1-F004-4867-A19F-CB629E995C3F}" dt="2026-06-29T09:39:34.479" v="20" actId="165"/>
          <ac:spMkLst>
            <pc:docMk/>
            <pc:sldMk cId="54263797" sldId="2076137765"/>
            <ac:spMk id="11" creationId="{87FF6E68-7583-9D6F-2FCB-3E60F9CD15AC}"/>
          </ac:spMkLst>
        </pc:spChg>
        <pc:spChg chg="mod topLvl">
          <ac:chgData name="Nagotu Dilip Kumar" userId="e960ee6c-1011-46fd-ab26-7447e3dfc484" providerId="ADAL" clId="{C537D0E1-F004-4867-A19F-CB629E995C3F}" dt="2026-06-29T09:39:34.479" v="20" actId="165"/>
          <ac:spMkLst>
            <pc:docMk/>
            <pc:sldMk cId="54263797" sldId="2076137765"/>
            <ac:spMk id="12" creationId="{9CFE38BE-64D0-ACAE-7F3C-DB2A27C9EED4}"/>
          </ac:spMkLst>
        </pc:spChg>
        <pc:spChg chg="mod">
          <ac:chgData name="Nagotu Dilip Kumar" userId="e960ee6c-1011-46fd-ab26-7447e3dfc484" providerId="ADAL" clId="{C537D0E1-F004-4867-A19F-CB629E995C3F}" dt="2026-06-29T11:33:58.205" v="305" actId="12"/>
          <ac:spMkLst>
            <pc:docMk/>
            <pc:sldMk cId="54263797" sldId="2076137765"/>
            <ac:spMk id="19" creationId="{BA7ACE9C-3D64-E23D-7D86-1C69D122960A}"/>
          </ac:spMkLst>
        </pc:spChg>
        <pc:spChg chg="mod">
          <ac:chgData name="Nagotu Dilip Kumar" userId="e960ee6c-1011-46fd-ab26-7447e3dfc484" providerId="ADAL" clId="{C537D0E1-F004-4867-A19F-CB629E995C3F}" dt="2026-06-29T11:34:01.626" v="306" actId="12"/>
          <ac:spMkLst>
            <pc:docMk/>
            <pc:sldMk cId="54263797" sldId="2076137765"/>
            <ac:spMk id="20" creationId="{C93A6C63-6346-FA76-2EF0-79B9FFCA4702}"/>
          </ac:spMkLst>
        </pc:spChg>
        <pc:spChg chg="mod">
          <ac:chgData name="Nagotu Dilip Kumar" userId="e960ee6c-1011-46fd-ab26-7447e3dfc484" providerId="ADAL" clId="{C537D0E1-F004-4867-A19F-CB629E995C3F}" dt="2026-06-29T11:34:04.234" v="307" actId="12"/>
          <ac:spMkLst>
            <pc:docMk/>
            <pc:sldMk cId="54263797" sldId="2076137765"/>
            <ac:spMk id="21" creationId="{BCA1D69A-C16A-D8F6-B494-B56C5E8FBCD0}"/>
          </ac:spMkLst>
        </pc:spChg>
        <pc:spChg chg="mod">
          <ac:chgData name="Nagotu Dilip Kumar" userId="e960ee6c-1011-46fd-ab26-7447e3dfc484" providerId="ADAL" clId="{C537D0E1-F004-4867-A19F-CB629E995C3F}" dt="2026-06-29T11:32:13.005" v="275" actId="207"/>
          <ac:spMkLst>
            <pc:docMk/>
            <pc:sldMk cId="54263797" sldId="2076137765"/>
            <ac:spMk id="25" creationId="{E220B33A-74EF-EB39-1D0F-2C8D30F99E76}"/>
          </ac:spMkLst>
        </pc:spChg>
        <pc:spChg chg="mod">
          <ac:chgData name="Nagotu Dilip Kumar" userId="e960ee6c-1011-46fd-ab26-7447e3dfc484" providerId="ADAL" clId="{C537D0E1-F004-4867-A19F-CB629E995C3F}" dt="2026-06-29T11:32:13.005" v="275" actId="207"/>
          <ac:spMkLst>
            <pc:docMk/>
            <pc:sldMk cId="54263797" sldId="2076137765"/>
            <ac:spMk id="26" creationId="{9E40C801-BA21-0919-C02E-C0E20D28004F}"/>
          </ac:spMkLst>
        </pc:spChg>
        <pc:spChg chg="mod">
          <ac:chgData name="Nagotu Dilip Kumar" userId="e960ee6c-1011-46fd-ab26-7447e3dfc484" providerId="ADAL" clId="{C537D0E1-F004-4867-A19F-CB629E995C3F}" dt="2026-06-29T11:32:13.005" v="275" actId="207"/>
          <ac:spMkLst>
            <pc:docMk/>
            <pc:sldMk cId="54263797" sldId="2076137765"/>
            <ac:spMk id="27" creationId="{3C60342A-167D-622E-DFF1-632393342921}"/>
          </ac:spMkLst>
        </pc:spChg>
        <pc:spChg chg="mod ord">
          <ac:chgData name="Nagotu Dilip Kumar" userId="e960ee6c-1011-46fd-ab26-7447e3dfc484" providerId="ADAL" clId="{C537D0E1-F004-4867-A19F-CB629E995C3F}" dt="2026-06-29T11:32:03.715" v="273" actId="167"/>
          <ac:spMkLst>
            <pc:docMk/>
            <pc:sldMk cId="54263797" sldId="2076137765"/>
            <ac:spMk id="28" creationId="{EA7A3000-10C4-DA5E-35FC-F2269D37FA82}"/>
          </ac:spMkLst>
        </pc:spChg>
        <pc:spChg chg="mod">
          <ac:chgData name="Nagotu Dilip Kumar" userId="e960ee6c-1011-46fd-ab26-7447e3dfc484" providerId="ADAL" clId="{C537D0E1-F004-4867-A19F-CB629E995C3F}" dt="2026-06-29T11:40:39.531" v="409" actId="207"/>
          <ac:spMkLst>
            <pc:docMk/>
            <pc:sldMk cId="54263797" sldId="2076137765"/>
            <ac:spMk id="32" creationId="{84E192F5-A0F7-F76F-9BE1-2FF51A242A16}"/>
          </ac:spMkLst>
        </pc:spChg>
        <pc:spChg chg="mod">
          <ac:chgData name="Nagotu Dilip Kumar" userId="e960ee6c-1011-46fd-ab26-7447e3dfc484" providerId="ADAL" clId="{C537D0E1-F004-4867-A19F-CB629E995C3F}" dt="2026-06-29T11:40:39.531" v="409" actId="207"/>
          <ac:spMkLst>
            <pc:docMk/>
            <pc:sldMk cId="54263797" sldId="2076137765"/>
            <ac:spMk id="33" creationId="{CACD4CF6-2369-A66F-6C3C-E4BB45349B75}"/>
          </ac:spMkLst>
        </pc:spChg>
        <pc:spChg chg="mod">
          <ac:chgData name="Nagotu Dilip Kumar" userId="e960ee6c-1011-46fd-ab26-7447e3dfc484" providerId="ADAL" clId="{C537D0E1-F004-4867-A19F-CB629E995C3F}" dt="2026-06-29T11:40:39.531" v="409" actId="207"/>
          <ac:spMkLst>
            <pc:docMk/>
            <pc:sldMk cId="54263797" sldId="2076137765"/>
            <ac:spMk id="34" creationId="{A1FB1DA5-56C1-34A1-D784-9B34AAC4B7D1}"/>
          </ac:spMkLst>
        </pc:spChg>
        <pc:spChg chg="mod">
          <ac:chgData name="Nagotu Dilip Kumar" userId="e960ee6c-1011-46fd-ab26-7447e3dfc484" providerId="ADAL" clId="{C537D0E1-F004-4867-A19F-CB629E995C3F}" dt="2026-06-29T11:40:39.531" v="409" actId="207"/>
          <ac:spMkLst>
            <pc:docMk/>
            <pc:sldMk cId="54263797" sldId="2076137765"/>
            <ac:spMk id="35" creationId="{F0318ED2-40D5-1534-EF37-F71A78B68846}"/>
          </ac:spMkLst>
        </pc:spChg>
        <pc:spChg chg="mod">
          <ac:chgData name="Nagotu Dilip Kumar" userId="e960ee6c-1011-46fd-ab26-7447e3dfc484" providerId="ADAL" clId="{C537D0E1-F004-4867-A19F-CB629E995C3F}" dt="2026-06-29T11:40:39.531" v="409" actId="207"/>
          <ac:spMkLst>
            <pc:docMk/>
            <pc:sldMk cId="54263797" sldId="2076137765"/>
            <ac:spMk id="36" creationId="{B091294A-5592-2204-6B30-F5FD2CB485AD}"/>
          </ac:spMkLst>
        </pc:spChg>
        <pc:spChg chg="mod">
          <ac:chgData name="Nagotu Dilip Kumar" userId="e960ee6c-1011-46fd-ab26-7447e3dfc484" providerId="ADAL" clId="{C537D0E1-F004-4867-A19F-CB629E995C3F}" dt="2026-06-29T11:40:39.531" v="409" actId="207"/>
          <ac:spMkLst>
            <pc:docMk/>
            <pc:sldMk cId="54263797" sldId="2076137765"/>
            <ac:spMk id="37" creationId="{B522B287-A57B-E29F-BD60-1008CEEF4B74}"/>
          </ac:spMkLst>
        </pc:spChg>
        <pc:spChg chg="mod">
          <ac:chgData name="Nagotu Dilip Kumar" userId="e960ee6c-1011-46fd-ab26-7447e3dfc484" providerId="ADAL" clId="{C537D0E1-F004-4867-A19F-CB629E995C3F}" dt="2026-06-29T11:40:39.531" v="409" actId="207"/>
          <ac:spMkLst>
            <pc:docMk/>
            <pc:sldMk cId="54263797" sldId="2076137765"/>
            <ac:spMk id="38" creationId="{D73AE558-6439-1EC6-4261-F7B12965418F}"/>
          </ac:spMkLst>
        </pc:spChg>
        <pc:grpChg chg="mod">
          <ac:chgData name="Nagotu Dilip Kumar" userId="e960ee6c-1011-46fd-ab26-7447e3dfc484" providerId="ADAL" clId="{C537D0E1-F004-4867-A19F-CB629E995C3F}" dt="2026-06-29T11:33:29.496" v="298" actId="14100"/>
          <ac:grpSpMkLst>
            <pc:docMk/>
            <pc:sldMk cId="54263797" sldId="2076137765"/>
            <ac:grpSpMk id="39" creationId="{C6FBC678-E28A-85BE-1521-B1E202BA55A0}"/>
          </ac:grpSpMkLst>
        </pc:grpChg>
        <pc:cxnChg chg="mod topLvl">
          <ac:chgData name="Nagotu Dilip Kumar" userId="e960ee6c-1011-46fd-ab26-7447e3dfc484" providerId="ADAL" clId="{C537D0E1-F004-4867-A19F-CB629E995C3F}" dt="2026-06-29T09:39:04.247" v="10" actId="165"/>
          <ac:cxnSpMkLst>
            <pc:docMk/>
            <pc:sldMk cId="54263797" sldId="2076137765"/>
            <ac:cxnSpMk id="14" creationId="{3E8E66EE-D2D8-FD4B-850B-050E546A0025}"/>
          </ac:cxnSpMkLst>
        </pc:cxnChg>
        <pc:cxnChg chg="mod topLvl">
          <ac:chgData name="Nagotu Dilip Kumar" userId="e960ee6c-1011-46fd-ab26-7447e3dfc484" providerId="ADAL" clId="{C537D0E1-F004-4867-A19F-CB629E995C3F}" dt="2026-06-29T09:39:04.247" v="10" actId="165"/>
          <ac:cxnSpMkLst>
            <pc:docMk/>
            <pc:sldMk cId="54263797" sldId="2076137765"/>
            <ac:cxnSpMk id="15" creationId="{C165755E-448A-C2F3-72E7-0BD240884BC0}"/>
          </ac:cxnSpMkLst>
        </pc:cxnChg>
      </pc:sldChg>
      <pc:sldChg chg="addSp delSp modSp mod">
        <pc:chgData name="Nagotu Dilip Kumar" userId="e960ee6c-1011-46fd-ab26-7447e3dfc484" providerId="ADAL" clId="{C537D0E1-F004-4867-A19F-CB629E995C3F}" dt="2026-06-29T13:24:40.070" v="1538" actId="2710"/>
        <pc:sldMkLst>
          <pc:docMk/>
          <pc:sldMk cId="6189717" sldId="2076137766"/>
        </pc:sldMkLst>
        <pc:spChg chg="mod">
          <ac:chgData name="Nagotu Dilip Kumar" userId="e960ee6c-1011-46fd-ab26-7447e3dfc484" providerId="ADAL" clId="{C537D0E1-F004-4867-A19F-CB629E995C3F}" dt="2026-06-29T11:34:12.611" v="308" actId="14100"/>
          <ac:spMkLst>
            <pc:docMk/>
            <pc:sldMk cId="6189717" sldId="2076137766"/>
            <ac:spMk id="6" creationId="{44221266-B653-A63C-CC3D-31B96A6BA433}"/>
          </ac:spMkLst>
        </pc:spChg>
        <pc:spChg chg="mod">
          <ac:chgData name="Nagotu Dilip Kumar" userId="e960ee6c-1011-46fd-ab26-7447e3dfc484" providerId="ADAL" clId="{C537D0E1-F004-4867-A19F-CB629E995C3F}" dt="2026-06-29T11:36:32.451" v="350" actId="1076"/>
          <ac:spMkLst>
            <pc:docMk/>
            <pc:sldMk cId="6189717" sldId="2076137766"/>
            <ac:spMk id="17" creationId="{42C05E8E-DAC4-9365-0BA4-146A893C7DF3}"/>
          </ac:spMkLst>
        </pc:spChg>
        <pc:spChg chg="mod">
          <ac:chgData name="Nagotu Dilip Kumar" userId="e960ee6c-1011-46fd-ab26-7447e3dfc484" providerId="ADAL" clId="{C537D0E1-F004-4867-A19F-CB629E995C3F}" dt="2026-06-29T11:37:05.171" v="357" actId="1076"/>
          <ac:spMkLst>
            <pc:docMk/>
            <pc:sldMk cId="6189717" sldId="2076137766"/>
            <ac:spMk id="18" creationId="{A868DA55-6DC3-EE17-CD4B-03161C6E5E6E}"/>
          </ac:spMkLst>
        </pc:spChg>
        <pc:spChg chg="mod">
          <ac:chgData name="Nagotu Dilip Kumar" userId="e960ee6c-1011-46fd-ab26-7447e3dfc484" providerId="ADAL" clId="{C537D0E1-F004-4867-A19F-CB629E995C3F}" dt="2026-06-29T11:37:01.186" v="356" actId="554"/>
          <ac:spMkLst>
            <pc:docMk/>
            <pc:sldMk cId="6189717" sldId="2076137766"/>
            <ac:spMk id="19" creationId="{F00EA86D-CFE6-62F4-4035-BEF842963FE8}"/>
          </ac:spMkLst>
        </pc:spChg>
        <pc:spChg chg="mod">
          <ac:chgData name="Nagotu Dilip Kumar" userId="e960ee6c-1011-46fd-ab26-7447e3dfc484" providerId="ADAL" clId="{C537D0E1-F004-4867-A19F-CB629E995C3F}" dt="2026-06-29T11:37:01.186" v="356" actId="554"/>
          <ac:spMkLst>
            <pc:docMk/>
            <pc:sldMk cId="6189717" sldId="2076137766"/>
            <ac:spMk id="20" creationId="{717F4DF0-6607-5DC3-407C-9D83B1B961B1}"/>
          </ac:spMkLst>
        </pc:spChg>
        <pc:spChg chg="mod">
          <ac:chgData name="Nagotu Dilip Kumar" userId="e960ee6c-1011-46fd-ab26-7447e3dfc484" providerId="ADAL" clId="{C537D0E1-F004-4867-A19F-CB629E995C3F}" dt="2026-06-29T11:37:01.186" v="356" actId="554"/>
          <ac:spMkLst>
            <pc:docMk/>
            <pc:sldMk cId="6189717" sldId="2076137766"/>
            <ac:spMk id="21" creationId="{25EB830A-AF08-3883-8B9F-299CD7891583}"/>
          </ac:spMkLst>
        </pc:spChg>
        <pc:spChg chg="mod">
          <ac:chgData name="Nagotu Dilip Kumar" userId="e960ee6c-1011-46fd-ab26-7447e3dfc484" providerId="ADAL" clId="{C537D0E1-F004-4867-A19F-CB629E995C3F}" dt="2026-06-29T11:36:34.786" v="351" actId="1076"/>
          <ac:spMkLst>
            <pc:docMk/>
            <pc:sldMk cId="6189717" sldId="2076137766"/>
            <ac:spMk id="27" creationId="{452D1494-ED4E-7F74-BE91-84581B5CDFC8}"/>
          </ac:spMkLst>
        </pc:spChg>
        <pc:spChg chg="mod">
          <ac:chgData name="Nagotu Dilip Kumar" userId="e960ee6c-1011-46fd-ab26-7447e3dfc484" providerId="ADAL" clId="{C537D0E1-F004-4867-A19F-CB629E995C3F}" dt="2026-06-29T11:37:18.248" v="362" actId="1076"/>
          <ac:spMkLst>
            <pc:docMk/>
            <pc:sldMk cId="6189717" sldId="2076137766"/>
            <ac:spMk id="28" creationId="{DB4BE65E-3585-99C8-6F38-CEF1596A450D}"/>
          </ac:spMkLst>
        </pc:spChg>
        <pc:spChg chg="mod">
          <ac:chgData name="Nagotu Dilip Kumar" userId="e960ee6c-1011-46fd-ab26-7447e3dfc484" providerId="ADAL" clId="{C537D0E1-F004-4867-A19F-CB629E995C3F}" dt="2026-06-29T11:37:10.037" v="359" actId="1076"/>
          <ac:spMkLst>
            <pc:docMk/>
            <pc:sldMk cId="6189717" sldId="2076137766"/>
            <ac:spMk id="29" creationId="{A184D86F-0F3F-AD39-2DFE-AFE623043B35}"/>
          </ac:spMkLst>
        </pc:spChg>
        <pc:spChg chg="mod">
          <ac:chgData name="Nagotu Dilip Kumar" userId="e960ee6c-1011-46fd-ab26-7447e3dfc484" providerId="ADAL" clId="{C537D0E1-F004-4867-A19F-CB629E995C3F}" dt="2026-06-29T11:37:21.939" v="364" actId="1076"/>
          <ac:spMkLst>
            <pc:docMk/>
            <pc:sldMk cId="6189717" sldId="2076137766"/>
            <ac:spMk id="30" creationId="{A97189C0-FA3F-BD83-55DF-A6138A458FE5}"/>
          </ac:spMkLst>
        </pc:spChg>
        <pc:spChg chg="mod">
          <ac:chgData name="Nagotu Dilip Kumar" userId="e960ee6c-1011-46fd-ab26-7447e3dfc484" providerId="ADAL" clId="{C537D0E1-F004-4867-A19F-CB629E995C3F}" dt="2026-06-29T11:37:10.037" v="359" actId="1076"/>
          <ac:spMkLst>
            <pc:docMk/>
            <pc:sldMk cId="6189717" sldId="2076137766"/>
            <ac:spMk id="31" creationId="{AC665C4B-FFCC-D582-D072-1F3C235D8E4E}"/>
          </ac:spMkLst>
        </pc:spChg>
        <pc:spChg chg="mod">
          <ac:chgData name="Nagotu Dilip Kumar" userId="e960ee6c-1011-46fd-ab26-7447e3dfc484" providerId="ADAL" clId="{C537D0E1-F004-4867-A19F-CB629E995C3F}" dt="2026-06-29T11:37:37.330" v="368" actId="1076"/>
          <ac:spMkLst>
            <pc:docMk/>
            <pc:sldMk cId="6189717" sldId="2076137766"/>
            <ac:spMk id="37" creationId="{72F965CE-5DEF-A3A2-D78B-83255FE15EAA}"/>
          </ac:spMkLst>
        </pc:spChg>
        <pc:spChg chg="mod">
          <ac:chgData name="Nagotu Dilip Kumar" userId="e960ee6c-1011-46fd-ab26-7447e3dfc484" providerId="ADAL" clId="{C537D0E1-F004-4867-A19F-CB629E995C3F}" dt="2026-06-29T11:34:36.790" v="316" actId="165"/>
          <ac:spMkLst>
            <pc:docMk/>
            <pc:sldMk cId="6189717" sldId="2076137766"/>
            <ac:spMk id="40" creationId="{85FB13C4-B002-4E3A-D2B7-A9E311D0BAA4}"/>
          </ac:spMkLst>
        </pc:spChg>
        <pc:spChg chg="mod">
          <ac:chgData name="Nagotu Dilip Kumar" userId="e960ee6c-1011-46fd-ab26-7447e3dfc484" providerId="ADAL" clId="{C537D0E1-F004-4867-A19F-CB629E995C3F}" dt="2026-06-29T11:34:36.790" v="316" actId="165"/>
          <ac:spMkLst>
            <pc:docMk/>
            <pc:sldMk cId="6189717" sldId="2076137766"/>
            <ac:spMk id="44" creationId="{3161FCD3-EA2E-B38F-B740-92A66B138B6C}"/>
          </ac:spMkLst>
        </pc:spChg>
        <pc:spChg chg="mod">
          <ac:chgData name="Nagotu Dilip Kumar" userId="e960ee6c-1011-46fd-ab26-7447e3dfc484" providerId="ADAL" clId="{C537D0E1-F004-4867-A19F-CB629E995C3F}" dt="2026-06-29T11:34:36.790" v="316" actId="165"/>
          <ac:spMkLst>
            <pc:docMk/>
            <pc:sldMk cId="6189717" sldId="2076137766"/>
            <ac:spMk id="46" creationId="{69CFB0EE-88CD-9EC4-62B7-CFD0567944B3}"/>
          </ac:spMkLst>
        </pc:spChg>
        <pc:spChg chg="mod">
          <ac:chgData name="Nagotu Dilip Kumar" userId="e960ee6c-1011-46fd-ab26-7447e3dfc484" providerId="ADAL" clId="{C537D0E1-F004-4867-A19F-CB629E995C3F}" dt="2026-06-29T11:34:36.790" v="316" actId="165"/>
          <ac:spMkLst>
            <pc:docMk/>
            <pc:sldMk cId="6189717" sldId="2076137766"/>
            <ac:spMk id="48" creationId="{C98E8968-1988-1798-0BBA-221EC796FFCA}"/>
          </ac:spMkLst>
        </pc:spChg>
        <pc:spChg chg="mod">
          <ac:chgData name="Nagotu Dilip Kumar" userId="e960ee6c-1011-46fd-ab26-7447e3dfc484" providerId="ADAL" clId="{C537D0E1-F004-4867-A19F-CB629E995C3F}" dt="2026-06-29T13:24:40.070" v="1538" actId="2710"/>
          <ac:spMkLst>
            <pc:docMk/>
            <pc:sldMk cId="6189717" sldId="2076137766"/>
            <ac:spMk id="50" creationId="{24421AB3-0F53-2428-F529-4B7C3AB8C57A}"/>
          </ac:spMkLst>
        </pc:spChg>
        <pc:spChg chg="mod">
          <ac:chgData name="Nagotu Dilip Kumar" userId="e960ee6c-1011-46fd-ab26-7447e3dfc484" providerId="ADAL" clId="{C537D0E1-F004-4867-A19F-CB629E995C3F}" dt="2026-06-29T13:24:40.070" v="1538" actId="2710"/>
          <ac:spMkLst>
            <pc:docMk/>
            <pc:sldMk cId="6189717" sldId="2076137766"/>
            <ac:spMk id="52" creationId="{3B5F4E5B-8038-EC82-EE73-4FABC198B271}"/>
          </ac:spMkLst>
        </pc:spChg>
        <pc:spChg chg="mod">
          <ac:chgData name="Nagotu Dilip Kumar" userId="e960ee6c-1011-46fd-ab26-7447e3dfc484" providerId="ADAL" clId="{C537D0E1-F004-4867-A19F-CB629E995C3F}" dt="2026-06-29T11:34:36.790" v="316" actId="165"/>
          <ac:spMkLst>
            <pc:docMk/>
            <pc:sldMk cId="6189717" sldId="2076137766"/>
            <ac:spMk id="54" creationId="{AE9A456A-0A95-1337-B4E4-D85FEA1E9A37}"/>
          </ac:spMkLst>
        </pc:spChg>
        <pc:spChg chg="mod">
          <ac:chgData name="Nagotu Dilip Kumar" userId="e960ee6c-1011-46fd-ab26-7447e3dfc484" providerId="ADAL" clId="{C537D0E1-F004-4867-A19F-CB629E995C3F}" dt="2026-06-29T11:34:36.790" v="316" actId="165"/>
          <ac:spMkLst>
            <pc:docMk/>
            <pc:sldMk cId="6189717" sldId="2076137766"/>
            <ac:spMk id="58" creationId="{6D26B250-EF35-597E-638F-3843A3036569}"/>
          </ac:spMkLst>
        </pc:spChg>
        <pc:spChg chg="mod">
          <ac:chgData name="Nagotu Dilip Kumar" userId="e960ee6c-1011-46fd-ab26-7447e3dfc484" providerId="ADAL" clId="{C537D0E1-F004-4867-A19F-CB629E995C3F}" dt="2026-06-29T11:34:36.790" v="316" actId="165"/>
          <ac:spMkLst>
            <pc:docMk/>
            <pc:sldMk cId="6189717" sldId="2076137766"/>
            <ac:spMk id="60" creationId="{A96653B3-6D0B-3AEF-B202-80DAF86E06E0}"/>
          </ac:spMkLst>
        </pc:spChg>
        <pc:spChg chg="mod">
          <ac:chgData name="Nagotu Dilip Kumar" userId="e960ee6c-1011-46fd-ab26-7447e3dfc484" providerId="ADAL" clId="{C537D0E1-F004-4867-A19F-CB629E995C3F}" dt="2026-06-29T11:34:36.790" v="316" actId="165"/>
          <ac:spMkLst>
            <pc:docMk/>
            <pc:sldMk cId="6189717" sldId="2076137766"/>
            <ac:spMk id="64" creationId="{28DFE0D3-3C06-2338-15FD-0B32BA315DD4}"/>
          </ac:spMkLst>
        </pc:spChg>
        <pc:spChg chg="mod">
          <ac:chgData name="Nagotu Dilip Kumar" userId="e960ee6c-1011-46fd-ab26-7447e3dfc484" providerId="ADAL" clId="{C537D0E1-F004-4867-A19F-CB629E995C3F}" dt="2026-06-29T13:24:40.070" v="1538" actId="2710"/>
          <ac:spMkLst>
            <pc:docMk/>
            <pc:sldMk cId="6189717" sldId="2076137766"/>
            <ac:spMk id="66" creationId="{8028A0DE-3D48-49B3-A430-D8CC1908FA67}"/>
          </ac:spMkLst>
        </pc:spChg>
        <pc:spChg chg="mod">
          <ac:chgData name="Nagotu Dilip Kumar" userId="e960ee6c-1011-46fd-ab26-7447e3dfc484" providerId="ADAL" clId="{C537D0E1-F004-4867-A19F-CB629E995C3F}" dt="2026-06-29T13:24:40.070" v="1538" actId="2710"/>
          <ac:spMkLst>
            <pc:docMk/>
            <pc:sldMk cId="6189717" sldId="2076137766"/>
            <ac:spMk id="68" creationId="{8333CCAE-98A3-0FA4-D234-241B6E494575}"/>
          </ac:spMkLst>
        </pc:spChg>
        <pc:spChg chg="mod">
          <ac:chgData name="Nagotu Dilip Kumar" userId="e960ee6c-1011-46fd-ab26-7447e3dfc484" providerId="ADAL" clId="{C537D0E1-F004-4867-A19F-CB629E995C3F}" dt="2026-06-29T13:24:40.070" v="1538" actId="2710"/>
          <ac:spMkLst>
            <pc:docMk/>
            <pc:sldMk cId="6189717" sldId="2076137766"/>
            <ac:spMk id="70" creationId="{4FFB0D39-A68B-A7C7-6373-21C22B08846C}"/>
          </ac:spMkLst>
        </pc:spChg>
        <pc:spChg chg="mod">
          <ac:chgData name="Nagotu Dilip Kumar" userId="e960ee6c-1011-46fd-ab26-7447e3dfc484" providerId="ADAL" clId="{C537D0E1-F004-4867-A19F-CB629E995C3F}" dt="2026-06-29T11:34:36.790" v="316" actId="165"/>
          <ac:spMkLst>
            <pc:docMk/>
            <pc:sldMk cId="6189717" sldId="2076137766"/>
            <ac:spMk id="81" creationId="{03EF4788-36D1-C3C0-27BC-710EA3071859}"/>
          </ac:spMkLst>
        </pc:spChg>
        <pc:spChg chg="mod">
          <ac:chgData name="Nagotu Dilip Kumar" userId="e960ee6c-1011-46fd-ab26-7447e3dfc484" providerId="ADAL" clId="{C537D0E1-F004-4867-A19F-CB629E995C3F}" dt="2026-06-29T11:34:36.790" v="316" actId="165"/>
          <ac:spMkLst>
            <pc:docMk/>
            <pc:sldMk cId="6189717" sldId="2076137766"/>
            <ac:spMk id="82" creationId="{4947282F-5910-C357-AD30-C8539FEB8429}"/>
          </ac:spMkLst>
        </pc:spChg>
        <pc:grpChg chg="add mod">
          <ac:chgData name="Nagotu Dilip Kumar" userId="e960ee6c-1011-46fd-ab26-7447e3dfc484" providerId="ADAL" clId="{C537D0E1-F004-4867-A19F-CB629E995C3F}" dt="2026-06-29T11:37:33.268" v="367" actId="14100"/>
          <ac:grpSpMkLst>
            <pc:docMk/>
            <pc:sldMk cId="6189717" sldId="2076137766"/>
            <ac:grpSpMk id="3" creationId="{5CB486BE-F9C6-C138-B228-74B3097080B0}"/>
          </ac:grpSpMkLst>
        </pc:grpChg>
        <pc:grpChg chg="mod">
          <ac:chgData name="Nagotu Dilip Kumar" userId="e960ee6c-1011-46fd-ab26-7447e3dfc484" providerId="ADAL" clId="{C537D0E1-F004-4867-A19F-CB629E995C3F}" dt="2026-06-29T11:37:37.330" v="368" actId="1076"/>
          <ac:grpSpMkLst>
            <pc:docMk/>
            <pc:sldMk cId="6189717" sldId="2076137766"/>
            <ac:grpSpMk id="84" creationId="{D4E66089-FF5D-89C7-AEA3-266969E097B2}"/>
          </ac:grpSpMkLst>
        </pc:grpChg>
        <pc:grpChg chg="mod">
          <ac:chgData name="Nagotu Dilip Kumar" userId="e960ee6c-1011-46fd-ab26-7447e3dfc484" providerId="ADAL" clId="{C537D0E1-F004-4867-A19F-CB629E995C3F}" dt="2026-06-29T11:37:37.330" v="368" actId="1076"/>
          <ac:grpSpMkLst>
            <pc:docMk/>
            <pc:sldMk cId="6189717" sldId="2076137766"/>
            <ac:grpSpMk id="85" creationId="{587F4DFC-E15A-8939-A18D-62B4B6B78F83}"/>
          </ac:grpSpMkLst>
        </pc:grpChg>
        <pc:grpChg chg="mod">
          <ac:chgData name="Nagotu Dilip Kumar" userId="e960ee6c-1011-46fd-ab26-7447e3dfc484" providerId="ADAL" clId="{C537D0E1-F004-4867-A19F-CB629E995C3F}" dt="2026-06-29T11:37:37.330" v="368" actId="1076"/>
          <ac:grpSpMkLst>
            <pc:docMk/>
            <pc:sldMk cId="6189717" sldId="2076137766"/>
            <ac:grpSpMk id="86" creationId="{27E5A3F0-8948-B61E-1123-BF75A6AEDC23}"/>
          </ac:grpSpMkLst>
        </pc:grpChg>
        <pc:grpChg chg="mod">
          <ac:chgData name="Nagotu Dilip Kumar" userId="e960ee6c-1011-46fd-ab26-7447e3dfc484" providerId="ADAL" clId="{C537D0E1-F004-4867-A19F-CB629E995C3F}" dt="2026-06-29T11:37:37.330" v="368" actId="1076"/>
          <ac:grpSpMkLst>
            <pc:docMk/>
            <pc:sldMk cId="6189717" sldId="2076137766"/>
            <ac:grpSpMk id="87" creationId="{73427FBD-C0B8-0B14-05E7-3769941A70E8}"/>
          </ac:grpSpMkLst>
        </pc:grpChg>
        <pc:grpChg chg="mod">
          <ac:chgData name="Nagotu Dilip Kumar" userId="e960ee6c-1011-46fd-ab26-7447e3dfc484" providerId="ADAL" clId="{C537D0E1-F004-4867-A19F-CB629E995C3F}" dt="2026-06-29T11:37:37.330" v="368" actId="1076"/>
          <ac:grpSpMkLst>
            <pc:docMk/>
            <pc:sldMk cId="6189717" sldId="2076137766"/>
            <ac:grpSpMk id="88" creationId="{1A7D53C9-4946-7076-AD42-090AD5EFE117}"/>
          </ac:grpSpMkLst>
        </pc:grpChg>
        <pc:picChg chg="mod">
          <ac:chgData name="Nagotu Dilip Kumar" userId="e960ee6c-1011-46fd-ab26-7447e3dfc484" providerId="ADAL" clId="{C537D0E1-F004-4867-A19F-CB629E995C3F}" dt="2026-06-29T11:36:14.550" v="344" actId="14100"/>
          <ac:picMkLst>
            <pc:docMk/>
            <pc:sldMk cId="6189717" sldId="2076137766"/>
            <ac:picMk id="22" creationId="{65DD1BEF-09EF-B777-759F-9C684959A496}"/>
          </ac:picMkLst>
        </pc:picChg>
        <pc:picChg chg="mod">
          <ac:chgData name="Nagotu Dilip Kumar" userId="e960ee6c-1011-46fd-ab26-7447e3dfc484" providerId="ADAL" clId="{C537D0E1-F004-4867-A19F-CB629E995C3F}" dt="2026-06-29T11:36:14.550" v="344" actId="14100"/>
          <ac:picMkLst>
            <pc:docMk/>
            <pc:sldMk cId="6189717" sldId="2076137766"/>
            <ac:picMk id="23" creationId="{03B77201-E27B-209D-4CD4-37CB5D690A1C}"/>
          </ac:picMkLst>
        </pc:picChg>
        <pc:picChg chg="mod">
          <ac:chgData name="Nagotu Dilip Kumar" userId="e960ee6c-1011-46fd-ab26-7447e3dfc484" providerId="ADAL" clId="{C537D0E1-F004-4867-A19F-CB629E995C3F}" dt="2026-06-29T11:36:14.550" v="344" actId="14100"/>
          <ac:picMkLst>
            <pc:docMk/>
            <pc:sldMk cId="6189717" sldId="2076137766"/>
            <ac:picMk id="24" creationId="{11BB62BA-18EF-B006-8F2B-05E9837B60AB}"/>
          </ac:picMkLst>
        </pc:picChg>
        <pc:picChg chg="mod">
          <ac:chgData name="Nagotu Dilip Kumar" userId="e960ee6c-1011-46fd-ab26-7447e3dfc484" providerId="ADAL" clId="{C537D0E1-F004-4867-A19F-CB629E995C3F}" dt="2026-06-29T11:36:14.550" v="344" actId="14100"/>
          <ac:picMkLst>
            <pc:docMk/>
            <pc:sldMk cId="6189717" sldId="2076137766"/>
            <ac:picMk id="25" creationId="{4D60966A-E56A-E356-D597-018878EE43B4}"/>
          </ac:picMkLst>
        </pc:picChg>
        <pc:picChg chg="mod">
          <ac:chgData name="Nagotu Dilip Kumar" userId="e960ee6c-1011-46fd-ab26-7447e3dfc484" providerId="ADAL" clId="{C537D0E1-F004-4867-A19F-CB629E995C3F}" dt="2026-06-29T11:36:14.550" v="344" actId="14100"/>
          <ac:picMkLst>
            <pc:docMk/>
            <pc:sldMk cId="6189717" sldId="2076137766"/>
            <ac:picMk id="26" creationId="{2017E7C0-D0AF-61C9-A1F7-2DEE905575B5}"/>
          </ac:picMkLst>
        </pc:picChg>
        <pc:picChg chg="mod">
          <ac:chgData name="Nagotu Dilip Kumar" userId="e960ee6c-1011-46fd-ab26-7447e3dfc484" providerId="ADAL" clId="{C537D0E1-F004-4867-A19F-CB629E995C3F}" dt="2026-06-29T11:37:42.190" v="369" actId="1076"/>
          <ac:picMkLst>
            <pc:docMk/>
            <pc:sldMk cId="6189717" sldId="2076137766"/>
            <ac:picMk id="59" creationId="{E736F73F-673E-6464-8D10-1EFDC3623AF1}"/>
          </ac:picMkLst>
        </pc:picChg>
        <pc:picChg chg="mod">
          <ac:chgData name="Nagotu Dilip Kumar" userId="e960ee6c-1011-46fd-ab26-7447e3dfc484" providerId="ADAL" clId="{C537D0E1-F004-4867-A19F-CB629E995C3F}" dt="2026-06-29T11:37:42.190" v="369" actId="1076"/>
          <ac:picMkLst>
            <pc:docMk/>
            <pc:sldMk cId="6189717" sldId="2076137766"/>
            <ac:picMk id="63" creationId="{C3EF7C87-648B-7A78-0B0E-CFF730B56F4E}"/>
          </ac:picMkLst>
        </pc:picChg>
        <pc:picChg chg="mod">
          <ac:chgData name="Nagotu Dilip Kumar" userId="e960ee6c-1011-46fd-ab26-7447e3dfc484" providerId="ADAL" clId="{C537D0E1-F004-4867-A19F-CB629E995C3F}" dt="2026-06-29T11:37:42.190" v="369" actId="1076"/>
          <ac:picMkLst>
            <pc:docMk/>
            <pc:sldMk cId="6189717" sldId="2076137766"/>
            <ac:picMk id="72" creationId="{93E8C227-C6D1-9A09-AF3B-DFEC59C0A6E5}"/>
          </ac:picMkLst>
        </pc:picChg>
        <pc:picChg chg="mod">
          <ac:chgData name="Nagotu Dilip Kumar" userId="e960ee6c-1011-46fd-ab26-7447e3dfc484" providerId="ADAL" clId="{C537D0E1-F004-4867-A19F-CB629E995C3F}" dt="2026-06-29T11:37:42.190" v="369" actId="1076"/>
          <ac:picMkLst>
            <pc:docMk/>
            <pc:sldMk cId="6189717" sldId="2076137766"/>
            <ac:picMk id="74" creationId="{61CC88B2-2070-FE6E-8B92-5AAF51BD8357}"/>
          </ac:picMkLst>
        </pc:picChg>
        <pc:picChg chg="mod">
          <ac:chgData name="Nagotu Dilip Kumar" userId="e960ee6c-1011-46fd-ab26-7447e3dfc484" providerId="ADAL" clId="{C537D0E1-F004-4867-A19F-CB629E995C3F}" dt="2026-06-29T11:37:42.190" v="369" actId="1076"/>
          <ac:picMkLst>
            <pc:docMk/>
            <pc:sldMk cId="6189717" sldId="2076137766"/>
            <ac:picMk id="76" creationId="{F8DB211B-683B-1A62-7CFE-CD718F50E090}"/>
          </ac:picMkLst>
        </pc:picChg>
        <pc:cxnChg chg="mod">
          <ac:chgData name="Nagotu Dilip Kumar" userId="e960ee6c-1011-46fd-ab26-7447e3dfc484" providerId="ADAL" clId="{C537D0E1-F004-4867-A19F-CB629E995C3F}" dt="2026-06-29T11:37:28.164" v="365" actId="1076"/>
          <ac:cxnSpMkLst>
            <pc:docMk/>
            <pc:sldMk cId="6189717" sldId="2076137766"/>
            <ac:cxnSpMk id="32" creationId="{C7E60B1B-0380-31B9-4F37-5DCCA04E40DF}"/>
          </ac:cxnSpMkLst>
        </pc:cxnChg>
        <pc:cxnChg chg="mod">
          <ac:chgData name="Nagotu Dilip Kumar" userId="e960ee6c-1011-46fd-ab26-7447e3dfc484" providerId="ADAL" clId="{C537D0E1-F004-4867-A19F-CB629E995C3F}" dt="2026-06-29T11:37:30.763" v="366" actId="164"/>
          <ac:cxnSpMkLst>
            <pc:docMk/>
            <pc:sldMk cId="6189717" sldId="2076137766"/>
            <ac:cxnSpMk id="35" creationId="{DBA49DDF-6BE0-6A45-A093-402794885EC0}"/>
          </ac:cxnSpMkLst>
        </pc:cxnChg>
        <pc:cxnChg chg="mod">
          <ac:chgData name="Nagotu Dilip Kumar" userId="e960ee6c-1011-46fd-ab26-7447e3dfc484" providerId="ADAL" clId="{C537D0E1-F004-4867-A19F-CB629E995C3F}" dt="2026-06-29T11:37:30.763" v="366" actId="164"/>
          <ac:cxnSpMkLst>
            <pc:docMk/>
            <pc:sldMk cId="6189717" sldId="2076137766"/>
            <ac:cxnSpMk id="36" creationId="{2CD868BD-6E2D-1424-7718-9363A37E75E1}"/>
          </ac:cxnSpMkLst>
        </pc:cxnChg>
        <pc:cxnChg chg="mod">
          <ac:chgData name="Nagotu Dilip Kumar" userId="e960ee6c-1011-46fd-ab26-7447e3dfc484" providerId="ADAL" clId="{C537D0E1-F004-4867-A19F-CB629E995C3F}" dt="2026-06-29T11:37:30.763" v="366" actId="164"/>
          <ac:cxnSpMkLst>
            <pc:docMk/>
            <pc:sldMk cId="6189717" sldId="2076137766"/>
            <ac:cxnSpMk id="77" creationId="{0153CC4C-9279-0A0F-A4E8-778A8567CA55}"/>
          </ac:cxnSpMkLst>
        </pc:cxnChg>
        <pc:cxnChg chg="mod">
          <ac:chgData name="Nagotu Dilip Kumar" userId="e960ee6c-1011-46fd-ab26-7447e3dfc484" providerId="ADAL" clId="{C537D0E1-F004-4867-A19F-CB629E995C3F}" dt="2026-06-29T11:37:30.763" v="366" actId="164"/>
          <ac:cxnSpMkLst>
            <pc:docMk/>
            <pc:sldMk cId="6189717" sldId="2076137766"/>
            <ac:cxnSpMk id="78" creationId="{317CB3B4-20D1-04F7-CF8F-8BC9CC3867DE}"/>
          </ac:cxnSpMkLst>
        </pc:cxnChg>
      </pc:sldChg>
      <pc:sldChg chg="modSp mod">
        <pc:chgData name="Nagotu Dilip Kumar" userId="e960ee6c-1011-46fd-ab26-7447e3dfc484" providerId="ADAL" clId="{C537D0E1-F004-4867-A19F-CB629E995C3F}" dt="2026-07-12T05:28:39.106" v="2840" actId="113"/>
        <pc:sldMkLst>
          <pc:docMk/>
          <pc:sldMk cId="2640688575" sldId="2076137767"/>
        </pc:sldMkLst>
        <pc:spChg chg="mod">
          <ac:chgData name="Nagotu Dilip Kumar" userId="e960ee6c-1011-46fd-ab26-7447e3dfc484" providerId="ADAL" clId="{C537D0E1-F004-4867-A19F-CB629E995C3F}" dt="2026-07-12T05:28:39.106" v="2840" actId="113"/>
          <ac:spMkLst>
            <pc:docMk/>
            <pc:sldMk cId="2640688575" sldId="2076137767"/>
            <ac:spMk id="2" creationId="{AC0D0FBC-336A-FAA2-BBB8-829F6310FE70}"/>
          </ac:spMkLst>
        </pc:spChg>
      </pc:sldChg>
      <pc:sldChg chg="addSp delSp modSp mod">
        <pc:chgData name="Nagotu Dilip Kumar" userId="e960ee6c-1011-46fd-ab26-7447e3dfc484" providerId="ADAL" clId="{C537D0E1-F004-4867-A19F-CB629E995C3F}" dt="2026-06-29T12:10:30.722" v="821" actId="207"/>
        <pc:sldMkLst>
          <pc:docMk/>
          <pc:sldMk cId="4221204706" sldId="2076137769"/>
        </pc:sldMkLst>
        <pc:spChg chg="add mod">
          <ac:chgData name="Nagotu Dilip Kumar" userId="e960ee6c-1011-46fd-ab26-7447e3dfc484" providerId="ADAL" clId="{C537D0E1-F004-4867-A19F-CB629E995C3F}" dt="2026-06-29T12:07:43.990" v="785" actId="1076"/>
          <ac:spMkLst>
            <pc:docMk/>
            <pc:sldMk cId="4221204706" sldId="2076137769"/>
            <ac:spMk id="3" creationId="{B60E343F-0402-B0A7-CC41-03D98A7BAE6D}"/>
          </ac:spMkLst>
        </pc:spChg>
        <pc:spChg chg="add mod">
          <ac:chgData name="Nagotu Dilip Kumar" userId="e960ee6c-1011-46fd-ab26-7447e3dfc484" providerId="ADAL" clId="{C537D0E1-F004-4867-A19F-CB629E995C3F}" dt="2026-06-29T12:07:43.990" v="785" actId="1076"/>
          <ac:spMkLst>
            <pc:docMk/>
            <pc:sldMk cId="4221204706" sldId="2076137769"/>
            <ac:spMk id="4" creationId="{2A4B01AF-0961-192A-6D64-ACE5CE0BF28A}"/>
          </ac:spMkLst>
        </pc:spChg>
        <pc:spChg chg="mod">
          <ac:chgData name="Nagotu Dilip Kumar" userId="e960ee6c-1011-46fd-ab26-7447e3dfc484" providerId="ADAL" clId="{C537D0E1-F004-4867-A19F-CB629E995C3F}" dt="2026-06-29T12:07:48.816" v="787" actId="14100"/>
          <ac:spMkLst>
            <pc:docMk/>
            <pc:sldMk cId="4221204706" sldId="2076137769"/>
            <ac:spMk id="6" creationId="{B0B55B44-DDB3-D277-3874-57DBA2392336}"/>
          </ac:spMkLst>
        </pc:spChg>
        <pc:spChg chg="add mod">
          <ac:chgData name="Nagotu Dilip Kumar" userId="e960ee6c-1011-46fd-ab26-7447e3dfc484" providerId="ADAL" clId="{C537D0E1-F004-4867-A19F-CB629E995C3F}" dt="2026-06-29T12:07:43.990" v="785" actId="1076"/>
          <ac:spMkLst>
            <pc:docMk/>
            <pc:sldMk cId="4221204706" sldId="2076137769"/>
            <ac:spMk id="7" creationId="{F841973A-F064-D4AE-BBB4-601275B4ED4C}"/>
          </ac:spMkLst>
        </pc:spChg>
        <pc:spChg chg="mod">
          <ac:chgData name="Nagotu Dilip Kumar" userId="e960ee6c-1011-46fd-ab26-7447e3dfc484" providerId="ADAL" clId="{C537D0E1-F004-4867-A19F-CB629E995C3F}" dt="2026-06-29T12:07:43.990" v="785" actId="1076"/>
          <ac:spMkLst>
            <pc:docMk/>
            <pc:sldMk cId="4221204706" sldId="2076137769"/>
            <ac:spMk id="8" creationId="{8E689D79-C0D9-A96C-D77E-2B8B43102C12}"/>
          </ac:spMkLst>
        </pc:spChg>
        <pc:spChg chg="mod">
          <ac:chgData name="Nagotu Dilip Kumar" userId="e960ee6c-1011-46fd-ab26-7447e3dfc484" providerId="ADAL" clId="{C537D0E1-F004-4867-A19F-CB629E995C3F}" dt="2026-06-29T12:07:43.990" v="785" actId="1076"/>
          <ac:spMkLst>
            <pc:docMk/>
            <pc:sldMk cId="4221204706" sldId="2076137769"/>
            <ac:spMk id="9" creationId="{1CE80BDF-F0D8-D720-9A93-70042D3EE8EE}"/>
          </ac:spMkLst>
        </pc:spChg>
        <pc:spChg chg="mod">
          <ac:chgData name="Nagotu Dilip Kumar" userId="e960ee6c-1011-46fd-ab26-7447e3dfc484" providerId="ADAL" clId="{C537D0E1-F004-4867-A19F-CB629E995C3F}" dt="2026-06-29T12:07:43.990" v="785" actId="1076"/>
          <ac:spMkLst>
            <pc:docMk/>
            <pc:sldMk cId="4221204706" sldId="2076137769"/>
            <ac:spMk id="10" creationId="{22661D1A-0F06-1E6E-854E-CB3F294CA1FB}"/>
          </ac:spMkLst>
        </pc:spChg>
        <pc:spChg chg="mod">
          <ac:chgData name="Nagotu Dilip Kumar" userId="e960ee6c-1011-46fd-ab26-7447e3dfc484" providerId="ADAL" clId="{C537D0E1-F004-4867-A19F-CB629E995C3F}" dt="2026-06-29T12:07:43.990" v="785" actId="1076"/>
          <ac:spMkLst>
            <pc:docMk/>
            <pc:sldMk cId="4221204706" sldId="2076137769"/>
            <ac:spMk id="11" creationId="{5F6AA195-BA1E-78A5-5B71-4F01080ED7D5}"/>
          </ac:spMkLst>
        </pc:spChg>
        <pc:spChg chg="mod">
          <ac:chgData name="Nagotu Dilip Kumar" userId="e960ee6c-1011-46fd-ab26-7447e3dfc484" providerId="ADAL" clId="{C537D0E1-F004-4867-A19F-CB629E995C3F}" dt="2026-06-29T12:03:18.887" v="737" actId="1036"/>
          <ac:spMkLst>
            <pc:docMk/>
            <pc:sldMk cId="4221204706" sldId="2076137769"/>
            <ac:spMk id="14" creationId="{14B3171C-2EE3-3286-92CE-D688BECF58D2}"/>
          </ac:spMkLst>
        </pc:spChg>
        <pc:spChg chg="mod">
          <ac:chgData name="Nagotu Dilip Kumar" userId="e960ee6c-1011-46fd-ab26-7447e3dfc484" providerId="ADAL" clId="{C537D0E1-F004-4867-A19F-CB629E995C3F}" dt="2026-06-29T12:07:43.990" v="785" actId="1076"/>
          <ac:spMkLst>
            <pc:docMk/>
            <pc:sldMk cId="4221204706" sldId="2076137769"/>
            <ac:spMk id="16" creationId="{F4BB9C5B-C71C-ED5B-675D-8806A4CED592}"/>
          </ac:spMkLst>
        </pc:spChg>
        <pc:spChg chg="mod">
          <ac:chgData name="Nagotu Dilip Kumar" userId="e960ee6c-1011-46fd-ab26-7447e3dfc484" providerId="ADAL" clId="{C537D0E1-F004-4867-A19F-CB629E995C3F}" dt="2026-06-29T12:07:43.990" v="785" actId="1076"/>
          <ac:spMkLst>
            <pc:docMk/>
            <pc:sldMk cId="4221204706" sldId="2076137769"/>
            <ac:spMk id="18" creationId="{C3DFF4FC-D040-F7EE-5236-D2590F949888}"/>
          </ac:spMkLst>
        </pc:spChg>
        <pc:spChg chg="mod">
          <ac:chgData name="Nagotu Dilip Kumar" userId="e960ee6c-1011-46fd-ab26-7447e3dfc484" providerId="ADAL" clId="{C537D0E1-F004-4867-A19F-CB629E995C3F}" dt="2026-06-29T12:07:43.990" v="785" actId="1076"/>
          <ac:spMkLst>
            <pc:docMk/>
            <pc:sldMk cId="4221204706" sldId="2076137769"/>
            <ac:spMk id="19" creationId="{F76FA983-2F65-AAB9-1CE1-41B2CBA6F4FD}"/>
          </ac:spMkLst>
        </pc:spChg>
        <pc:spChg chg="mod ord">
          <ac:chgData name="Nagotu Dilip Kumar" userId="e960ee6c-1011-46fd-ab26-7447e3dfc484" providerId="ADAL" clId="{C537D0E1-F004-4867-A19F-CB629E995C3F}" dt="2026-06-29T12:10:30.722" v="821" actId="207"/>
          <ac:spMkLst>
            <pc:docMk/>
            <pc:sldMk cId="4221204706" sldId="2076137769"/>
            <ac:spMk id="20" creationId="{066E3D7C-20DA-13A3-66FF-05406D5DAFB9}"/>
          </ac:spMkLst>
        </pc:spChg>
        <pc:spChg chg="mod">
          <ac:chgData name="Nagotu Dilip Kumar" userId="e960ee6c-1011-46fd-ab26-7447e3dfc484" providerId="ADAL" clId="{C537D0E1-F004-4867-A19F-CB629E995C3F}" dt="2026-06-29T12:07:52.629" v="788" actId="1076"/>
          <ac:spMkLst>
            <pc:docMk/>
            <pc:sldMk cId="4221204706" sldId="2076137769"/>
            <ac:spMk id="22" creationId="{98139A1C-6D81-C786-07EE-AF7A409BFC0F}"/>
          </ac:spMkLst>
        </pc:spChg>
        <pc:spChg chg="mod">
          <ac:chgData name="Nagotu Dilip Kumar" userId="e960ee6c-1011-46fd-ab26-7447e3dfc484" providerId="ADAL" clId="{C537D0E1-F004-4867-A19F-CB629E995C3F}" dt="2026-06-29T12:07:52.629" v="788" actId="1076"/>
          <ac:spMkLst>
            <pc:docMk/>
            <pc:sldMk cId="4221204706" sldId="2076137769"/>
            <ac:spMk id="24" creationId="{22C3AE78-FC6A-0A0B-7F67-98D1865398F5}"/>
          </ac:spMkLst>
        </pc:spChg>
        <pc:spChg chg="mod">
          <ac:chgData name="Nagotu Dilip Kumar" userId="e960ee6c-1011-46fd-ab26-7447e3dfc484" providerId="ADAL" clId="{C537D0E1-F004-4867-A19F-CB629E995C3F}" dt="2026-06-29T12:07:52.629" v="788" actId="1076"/>
          <ac:spMkLst>
            <pc:docMk/>
            <pc:sldMk cId="4221204706" sldId="2076137769"/>
            <ac:spMk id="25" creationId="{CE59E47F-C729-E3FB-6372-70296D0BE71D}"/>
          </ac:spMkLst>
        </pc:spChg>
        <pc:spChg chg="mod">
          <ac:chgData name="Nagotu Dilip Kumar" userId="e960ee6c-1011-46fd-ab26-7447e3dfc484" providerId="ADAL" clId="{C537D0E1-F004-4867-A19F-CB629E995C3F}" dt="2026-06-29T12:06:01.751" v="762" actId="207"/>
          <ac:spMkLst>
            <pc:docMk/>
            <pc:sldMk cId="4221204706" sldId="2076137769"/>
            <ac:spMk id="46" creationId="{B945BACF-2E3F-DE65-70E2-B77D3B17E0D2}"/>
          </ac:spMkLst>
        </pc:spChg>
        <pc:spChg chg="mod">
          <ac:chgData name="Nagotu Dilip Kumar" userId="e960ee6c-1011-46fd-ab26-7447e3dfc484" providerId="ADAL" clId="{C537D0E1-F004-4867-A19F-CB629E995C3F}" dt="2026-06-29T12:06:01.751" v="762" actId="207"/>
          <ac:spMkLst>
            <pc:docMk/>
            <pc:sldMk cId="4221204706" sldId="2076137769"/>
            <ac:spMk id="47" creationId="{A9FBE6C4-631F-7BF7-5CA4-C9CE06D8D370}"/>
          </ac:spMkLst>
        </pc:spChg>
        <pc:picChg chg="add mod">
          <ac:chgData name="Nagotu Dilip Kumar" userId="e960ee6c-1011-46fd-ab26-7447e3dfc484" providerId="ADAL" clId="{C537D0E1-F004-4867-A19F-CB629E995C3F}" dt="2026-06-29T12:07:52.629" v="788" actId="1076"/>
          <ac:picMkLst>
            <pc:docMk/>
            <pc:sldMk cId="4221204706" sldId="2076137769"/>
            <ac:picMk id="13" creationId="{E1B365CC-EF20-A627-A58F-B87C8845DE55}"/>
          </ac:picMkLst>
        </pc:picChg>
        <pc:picChg chg="mod">
          <ac:chgData name="Nagotu Dilip Kumar" userId="e960ee6c-1011-46fd-ab26-7447e3dfc484" providerId="ADAL" clId="{C537D0E1-F004-4867-A19F-CB629E995C3F}" dt="2026-06-29T12:07:52.629" v="788" actId="1076"/>
          <ac:picMkLst>
            <pc:docMk/>
            <pc:sldMk cId="4221204706" sldId="2076137769"/>
            <ac:picMk id="28" creationId="{7E4572B2-D3A4-6A17-7EB3-6E216E2E5B48}"/>
          </ac:picMkLst>
        </pc:picChg>
        <pc:picChg chg="mod">
          <ac:chgData name="Nagotu Dilip Kumar" userId="e960ee6c-1011-46fd-ab26-7447e3dfc484" providerId="ADAL" clId="{C537D0E1-F004-4867-A19F-CB629E995C3F}" dt="2026-06-29T12:07:52.629" v="788" actId="1076"/>
          <ac:picMkLst>
            <pc:docMk/>
            <pc:sldMk cId="4221204706" sldId="2076137769"/>
            <ac:picMk id="30" creationId="{B18CC465-8782-9A9C-4BED-E69489C2F69A}"/>
          </ac:picMkLst>
        </pc:picChg>
        <pc:picChg chg="mod">
          <ac:chgData name="Nagotu Dilip Kumar" userId="e960ee6c-1011-46fd-ab26-7447e3dfc484" providerId="ADAL" clId="{C537D0E1-F004-4867-A19F-CB629E995C3F}" dt="2026-06-29T12:03:12.495" v="732" actId="1076"/>
          <ac:picMkLst>
            <pc:docMk/>
            <pc:sldMk cId="4221204706" sldId="2076137769"/>
            <ac:picMk id="40" creationId="{906B5327-D1FD-5DA7-B2E3-DBED38C85FED}"/>
          </ac:picMkLst>
        </pc:picChg>
        <pc:picChg chg="mod">
          <ac:chgData name="Nagotu Dilip Kumar" userId="e960ee6c-1011-46fd-ab26-7447e3dfc484" providerId="ADAL" clId="{C537D0E1-F004-4867-A19F-CB629E995C3F}" dt="2026-06-29T12:03:12.495" v="732" actId="1076"/>
          <ac:picMkLst>
            <pc:docMk/>
            <pc:sldMk cId="4221204706" sldId="2076137769"/>
            <ac:picMk id="41" creationId="{1DA96047-843F-07D2-A96C-22FD6BA36A53}"/>
          </ac:picMkLst>
        </pc:picChg>
        <pc:picChg chg="mod">
          <ac:chgData name="Nagotu Dilip Kumar" userId="e960ee6c-1011-46fd-ab26-7447e3dfc484" providerId="ADAL" clId="{C537D0E1-F004-4867-A19F-CB629E995C3F}" dt="2026-06-29T12:03:12.495" v="732" actId="1076"/>
          <ac:picMkLst>
            <pc:docMk/>
            <pc:sldMk cId="4221204706" sldId="2076137769"/>
            <ac:picMk id="42" creationId="{1721301D-A8DE-39D8-4716-AE78A531A599}"/>
          </ac:picMkLst>
        </pc:picChg>
        <pc:picChg chg="mod">
          <ac:chgData name="Nagotu Dilip Kumar" userId="e960ee6c-1011-46fd-ab26-7447e3dfc484" providerId="ADAL" clId="{C537D0E1-F004-4867-A19F-CB629E995C3F}" dt="2026-06-29T12:03:12.495" v="732" actId="1076"/>
          <ac:picMkLst>
            <pc:docMk/>
            <pc:sldMk cId="4221204706" sldId="2076137769"/>
            <ac:picMk id="44" creationId="{6CBCA2FB-088B-A25C-2FDA-961B6CC89462}"/>
          </ac:picMkLst>
        </pc:picChg>
        <pc:cxnChg chg="mod topLvl">
          <ac:chgData name="Nagotu Dilip Kumar" userId="e960ee6c-1011-46fd-ab26-7447e3dfc484" providerId="ADAL" clId="{C537D0E1-F004-4867-A19F-CB629E995C3F}" dt="2026-06-29T12:08:01.545" v="790" actId="14100"/>
          <ac:cxnSpMkLst>
            <pc:docMk/>
            <pc:sldMk cId="4221204706" sldId="2076137769"/>
            <ac:cxnSpMk id="33" creationId="{8069DC8F-CDD3-BB99-A83C-4AD8CB1711FB}"/>
          </ac:cxnSpMkLst>
        </pc:cxnChg>
        <pc:cxnChg chg="mod topLvl">
          <ac:chgData name="Nagotu Dilip Kumar" userId="e960ee6c-1011-46fd-ab26-7447e3dfc484" providerId="ADAL" clId="{C537D0E1-F004-4867-A19F-CB629E995C3F}" dt="2026-06-29T12:08:01.545" v="790" actId="14100"/>
          <ac:cxnSpMkLst>
            <pc:docMk/>
            <pc:sldMk cId="4221204706" sldId="2076137769"/>
            <ac:cxnSpMk id="35" creationId="{4D6CDDA8-32FF-B75A-DCE6-68B2C4115B30}"/>
          </ac:cxnSpMkLst>
        </pc:cxnChg>
      </pc:sldChg>
      <pc:sldChg chg="delSp modSp mod">
        <pc:chgData name="Nagotu Dilip Kumar" userId="e960ee6c-1011-46fd-ab26-7447e3dfc484" providerId="ADAL" clId="{C537D0E1-F004-4867-A19F-CB629E995C3F}" dt="2026-06-29T12:41:40.284" v="1232" actId="12788"/>
        <pc:sldMkLst>
          <pc:docMk/>
          <pc:sldMk cId="3981440326" sldId="2076137770"/>
        </pc:sldMkLst>
        <pc:spChg chg="mod">
          <ac:chgData name="Nagotu Dilip Kumar" userId="e960ee6c-1011-46fd-ab26-7447e3dfc484" providerId="ADAL" clId="{C537D0E1-F004-4867-A19F-CB629E995C3F}" dt="2026-06-29T12:37:51.407" v="1203" actId="1076"/>
          <ac:spMkLst>
            <pc:docMk/>
            <pc:sldMk cId="3981440326" sldId="2076137770"/>
            <ac:spMk id="6" creationId="{3DFE8A41-1933-337A-BF8A-755432913409}"/>
          </ac:spMkLst>
        </pc:spChg>
        <pc:spChg chg="mod">
          <ac:chgData name="Nagotu Dilip Kumar" userId="e960ee6c-1011-46fd-ab26-7447e3dfc484" providerId="ADAL" clId="{C537D0E1-F004-4867-A19F-CB629E995C3F}" dt="2026-06-29T12:37:56.772" v="1205" actId="1076"/>
          <ac:spMkLst>
            <pc:docMk/>
            <pc:sldMk cId="3981440326" sldId="2076137770"/>
            <ac:spMk id="7" creationId="{2998120A-C0D1-BF26-7FC9-CB354AE0E604}"/>
          </ac:spMkLst>
        </pc:spChg>
        <pc:spChg chg="mod">
          <ac:chgData name="Nagotu Dilip Kumar" userId="e960ee6c-1011-46fd-ab26-7447e3dfc484" providerId="ADAL" clId="{C537D0E1-F004-4867-A19F-CB629E995C3F}" dt="2026-06-29T12:38:12.334" v="1213" actId="1076"/>
          <ac:spMkLst>
            <pc:docMk/>
            <pc:sldMk cId="3981440326" sldId="2076137770"/>
            <ac:spMk id="8" creationId="{BC587974-BFF4-E398-432D-CD4FD5AA7491}"/>
          </ac:spMkLst>
        </pc:spChg>
        <pc:spChg chg="mod">
          <ac:chgData name="Nagotu Dilip Kumar" userId="e960ee6c-1011-46fd-ab26-7447e3dfc484" providerId="ADAL" clId="{C537D0E1-F004-4867-A19F-CB629E995C3F}" dt="2026-06-29T12:36:49.980" v="1196" actId="12789"/>
          <ac:spMkLst>
            <pc:docMk/>
            <pc:sldMk cId="3981440326" sldId="2076137770"/>
            <ac:spMk id="9" creationId="{83FBF3F7-89A3-2237-D7C1-3AA79043683E}"/>
          </ac:spMkLst>
        </pc:spChg>
        <pc:spChg chg="mod">
          <ac:chgData name="Nagotu Dilip Kumar" userId="e960ee6c-1011-46fd-ab26-7447e3dfc484" providerId="ADAL" clId="{C537D0E1-F004-4867-A19F-CB629E995C3F}" dt="2026-06-29T12:38:00.469" v="1207" actId="1076"/>
          <ac:spMkLst>
            <pc:docMk/>
            <pc:sldMk cId="3981440326" sldId="2076137770"/>
            <ac:spMk id="10" creationId="{EACFE25C-C6D4-87B9-1F49-7A33D147DFA9}"/>
          </ac:spMkLst>
        </pc:spChg>
        <pc:spChg chg="mod">
          <ac:chgData name="Nagotu Dilip Kumar" userId="e960ee6c-1011-46fd-ab26-7447e3dfc484" providerId="ADAL" clId="{C537D0E1-F004-4867-A19F-CB629E995C3F}" dt="2026-06-29T12:38:10.137" v="1212" actId="1076"/>
          <ac:spMkLst>
            <pc:docMk/>
            <pc:sldMk cId="3981440326" sldId="2076137770"/>
            <ac:spMk id="11" creationId="{0577CBFA-8036-BEC4-925C-2FEC6FB8CEFC}"/>
          </ac:spMkLst>
        </pc:spChg>
        <pc:spChg chg="mod">
          <ac:chgData name="Nagotu Dilip Kumar" userId="e960ee6c-1011-46fd-ab26-7447e3dfc484" providerId="ADAL" clId="{C537D0E1-F004-4867-A19F-CB629E995C3F}" dt="2026-06-29T12:36:49.980" v="1196" actId="12789"/>
          <ac:spMkLst>
            <pc:docMk/>
            <pc:sldMk cId="3981440326" sldId="2076137770"/>
            <ac:spMk id="12" creationId="{F226BF5C-0A79-EFDC-24EB-8AA4E744A6FD}"/>
          </ac:spMkLst>
        </pc:spChg>
        <pc:spChg chg="mod">
          <ac:chgData name="Nagotu Dilip Kumar" userId="e960ee6c-1011-46fd-ab26-7447e3dfc484" providerId="ADAL" clId="{C537D0E1-F004-4867-A19F-CB629E995C3F}" dt="2026-06-29T12:38:04.103" v="1209" actId="1076"/>
          <ac:spMkLst>
            <pc:docMk/>
            <pc:sldMk cId="3981440326" sldId="2076137770"/>
            <ac:spMk id="13" creationId="{17A201A1-5356-D9D6-3B6D-FEC8DE770D40}"/>
          </ac:spMkLst>
        </pc:spChg>
        <pc:spChg chg="mod">
          <ac:chgData name="Nagotu Dilip Kumar" userId="e960ee6c-1011-46fd-ab26-7447e3dfc484" providerId="ADAL" clId="{C537D0E1-F004-4867-A19F-CB629E995C3F}" dt="2026-06-29T12:38:07.661" v="1211" actId="1076"/>
          <ac:spMkLst>
            <pc:docMk/>
            <pc:sldMk cId="3981440326" sldId="2076137770"/>
            <ac:spMk id="14" creationId="{75E0B58E-467D-1A41-FDEC-3E8257D8DA38}"/>
          </ac:spMkLst>
        </pc:spChg>
        <pc:spChg chg="mod">
          <ac:chgData name="Nagotu Dilip Kumar" userId="e960ee6c-1011-46fd-ab26-7447e3dfc484" providerId="ADAL" clId="{C537D0E1-F004-4867-A19F-CB629E995C3F}" dt="2026-06-29T12:38:25.783" v="1216" actId="14100"/>
          <ac:spMkLst>
            <pc:docMk/>
            <pc:sldMk cId="3981440326" sldId="2076137770"/>
            <ac:spMk id="26" creationId="{A92FD058-F26C-589F-CD7E-9ABCAC3570BC}"/>
          </ac:spMkLst>
        </pc:spChg>
        <pc:spChg chg="mod">
          <ac:chgData name="Nagotu Dilip Kumar" userId="e960ee6c-1011-46fd-ab26-7447e3dfc484" providerId="ADAL" clId="{C537D0E1-F004-4867-A19F-CB629E995C3F}" dt="2026-06-29T12:41:01.866" v="1228" actId="14100"/>
          <ac:spMkLst>
            <pc:docMk/>
            <pc:sldMk cId="3981440326" sldId="2076137770"/>
            <ac:spMk id="44" creationId="{3DB5ABFF-4AA6-A6F1-8960-97DA4CEA1FE3}"/>
          </ac:spMkLst>
        </pc:spChg>
        <pc:spChg chg="mod">
          <ac:chgData name="Nagotu Dilip Kumar" userId="e960ee6c-1011-46fd-ab26-7447e3dfc484" providerId="ADAL" clId="{C537D0E1-F004-4867-A19F-CB629E995C3F}" dt="2026-06-29T12:41:40.284" v="1232" actId="12788"/>
          <ac:spMkLst>
            <pc:docMk/>
            <pc:sldMk cId="3981440326" sldId="2076137770"/>
            <ac:spMk id="80" creationId="{D5F7211D-E0C1-BFA7-EBCF-301BA8ED976C}"/>
          </ac:spMkLst>
        </pc:spChg>
        <pc:spChg chg="mod">
          <ac:chgData name="Nagotu Dilip Kumar" userId="e960ee6c-1011-46fd-ab26-7447e3dfc484" providerId="ADAL" clId="{C537D0E1-F004-4867-A19F-CB629E995C3F}" dt="2026-06-29T12:41:40.284" v="1232" actId="12788"/>
          <ac:spMkLst>
            <pc:docMk/>
            <pc:sldMk cId="3981440326" sldId="2076137770"/>
            <ac:spMk id="81" creationId="{45170C6B-BAAB-43E9-CC53-36B7EC8949E9}"/>
          </ac:spMkLst>
        </pc:spChg>
        <pc:spChg chg="mod">
          <ac:chgData name="Nagotu Dilip Kumar" userId="e960ee6c-1011-46fd-ab26-7447e3dfc484" providerId="ADAL" clId="{C537D0E1-F004-4867-A19F-CB629E995C3F}" dt="2026-06-29T12:41:40.284" v="1232" actId="12788"/>
          <ac:spMkLst>
            <pc:docMk/>
            <pc:sldMk cId="3981440326" sldId="2076137770"/>
            <ac:spMk id="82" creationId="{A057103E-17B0-CE37-C750-103DD3BFAE52}"/>
          </ac:spMkLst>
        </pc:spChg>
        <pc:spChg chg="mod">
          <ac:chgData name="Nagotu Dilip Kumar" userId="e960ee6c-1011-46fd-ab26-7447e3dfc484" providerId="ADAL" clId="{C537D0E1-F004-4867-A19F-CB629E995C3F}" dt="2026-06-29T12:36:49.980" v="1196" actId="12789"/>
          <ac:spMkLst>
            <pc:docMk/>
            <pc:sldMk cId="3981440326" sldId="2076137770"/>
            <ac:spMk id="83" creationId="{A7A1C1B2-C3D2-B333-8B55-39C8BF963156}"/>
          </ac:spMkLst>
        </pc:spChg>
        <pc:spChg chg="mod">
          <ac:chgData name="Nagotu Dilip Kumar" userId="e960ee6c-1011-46fd-ab26-7447e3dfc484" providerId="ADAL" clId="{C537D0E1-F004-4867-A19F-CB629E995C3F}" dt="2026-06-29T12:36:56.811" v="1197" actId="12789"/>
          <ac:spMkLst>
            <pc:docMk/>
            <pc:sldMk cId="3981440326" sldId="2076137770"/>
            <ac:spMk id="84" creationId="{2AAA65F5-66C6-3459-9482-66C37793EF84}"/>
          </ac:spMkLst>
        </pc:spChg>
        <pc:spChg chg="mod">
          <ac:chgData name="Nagotu Dilip Kumar" userId="e960ee6c-1011-46fd-ab26-7447e3dfc484" providerId="ADAL" clId="{C537D0E1-F004-4867-A19F-CB629E995C3F}" dt="2026-06-29T12:37:03.896" v="1201" actId="1036"/>
          <ac:spMkLst>
            <pc:docMk/>
            <pc:sldMk cId="3981440326" sldId="2076137770"/>
            <ac:spMk id="85" creationId="{9DFC47CC-FA67-6488-5E52-AD4CDA73BCA2}"/>
          </ac:spMkLst>
        </pc:spChg>
        <pc:spChg chg="mod">
          <ac:chgData name="Nagotu Dilip Kumar" userId="e960ee6c-1011-46fd-ab26-7447e3dfc484" providerId="ADAL" clId="{C537D0E1-F004-4867-A19F-CB629E995C3F}" dt="2026-06-29T12:36:49.980" v="1196" actId="12789"/>
          <ac:spMkLst>
            <pc:docMk/>
            <pc:sldMk cId="3981440326" sldId="2076137770"/>
            <ac:spMk id="86" creationId="{EA29BD16-2B06-0124-7F34-4365AC70BA67}"/>
          </ac:spMkLst>
        </pc:spChg>
        <pc:spChg chg="mod">
          <ac:chgData name="Nagotu Dilip Kumar" userId="e960ee6c-1011-46fd-ab26-7447e3dfc484" providerId="ADAL" clId="{C537D0E1-F004-4867-A19F-CB629E995C3F}" dt="2026-06-29T12:36:56.811" v="1197" actId="12789"/>
          <ac:spMkLst>
            <pc:docMk/>
            <pc:sldMk cId="3981440326" sldId="2076137770"/>
            <ac:spMk id="87" creationId="{96D61C96-E4CB-6068-D64D-8D593EF978A0}"/>
          </ac:spMkLst>
        </pc:spChg>
        <pc:spChg chg="mod">
          <ac:chgData name="Nagotu Dilip Kumar" userId="e960ee6c-1011-46fd-ab26-7447e3dfc484" providerId="ADAL" clId="{C537D0E1-F004-4867-A19F-CB629E995C3F}" dt="2026-06-29T12:37:03.896" v="1201" actId="1036"/>
          <ac:spMkLst>
            <pc:docMk/>
            <pc:sldMk cId="3981440326" sldId="2076137770"/>
            <ac:spMk id="88" creationId="{61457C18-FDD4-43D2-1548-6FE57852979A}"/>
          </ac:spMkLst>
        </pc:spChg>
        <pc:picChg chg="mod">
          <ac:chgData name="Nagotu Dilip Kumar" userId="e960ee6c-1011-46fd-ab26-7447e3dfc484" providerId="ADAL" clId="{C537D0E1-F004-4867-A19F-CB629E995C3F}" dt="2026-06-29T12:41:40.284" v="1232" actId="12788"/>
          <ac:picMkLst>
            <pc:docMk/>
            <pc:sldMk cId="3981440326" sldId="2076137770"/>
            <ac:picMk id="47" creationId="{5C0A5625-CFA6-01D6-518C-32359A7EDEBE}"/>
          </ac:picMkLst>
        </pc:picChg>
        <pc:picChg chg="mod">
          <ac:chgData name="Nagotu Dilip Kumar" userId="e960ee6c-1011-46fd-ab26-7447e3dfc484" providerId="ADAL" clId="{C537D0E1-F004-4867-A19F-CB629E995C3F}" dt="2026-06-29T12:41:40.284" v="1232" actId="12788"/>
          <ac:picMkLst>
            <pc:docMk/>
            <pc:sldMk cId="3981440326" sldId="2076137770"/>
            <ac:picMk id="49" creationId="{E9286398-1572-8BD0-5B4D-62269F62C25A}"/>
          </ac:picMkLst>
        </pc:picChg>
        <pc:picChg chg="mod">
          <ac:chgData name="Nagotu Dilip Kumar" userId="e960ee6c-1011-46fd-ab26-7447e3dfc484" providerId="ADAL" clId="{C537D0E1-F004-4867-A19F-CB629E995C3F}" dt="2026-06-29T12:36:49.980" v="1196" actId="12789"/>
          <ac:picMkLst>
            <pc:docMk/>
            <pc:sldMk cId="3981440326" sldId="2076137770"/>
            <ac:picMk id="51" creationId="{7DA90C89-A727-9399-32B6-89CE98FF40CC}"/>
          </ac:picMkLst>
        </pc:picChg>
        <pc:picChg chg="mod">
          <ac:chgData name="Nagotu Dilip Kumar" userId="e960ee6c-1011-46fd-ab26-7447e3dfc484" providerId="ADAL" clId="{C537D0E1-F004-4867-A19F-CB629E995C3F}" dt="2026-06-29T12:41:40.284" v="1232" actId="12788"/>
          <ac:picMkLst>
            <pc:docMk/>
            <pc:sldMk cId="3981440326" sldId="2076137770"/>
            <ac:picMk id="55" creationId="{31D2FCCB-AB86-5C2D-92F4-B0F80C3A59B9}"/>
          </ac:picMkLst>
        </pc:picChg>
        <pc:picChg chg="mod">
          <ac:chgData name="Nagotu Dilip Kumar" userId="e960ee6c-1011-46fd-ab26-7447e3dfc484" providerId="ADAL" clId="{C537D0E1-F004-4867-A19F-CB629E995C3F}" dt="2026-06-29T12:36:56.811" v="1197" actId="12789"/>
          <ac:picMkLst>
            <pc:docMk/>
            <pc:sldMk cId="3981440326" sldId="2076137770"/>
            <ac:picMk id="57" creationId="{0DF9812D-19EA-06E7-611C-09792D03CB59}"/>
          </ac:picMkLst>
        </pc:picChg>
        <pc:picChg chg="mod">
          <ac:chgData name="Nagotu Dilip Kumar" userId="e960ee6c-1011-46fd-ab26-7447e3dfc484" providerId="ADAL" clId="{C537D0E1-F004-4867-A19F-CB629E995C3F}" dt="2026-06-29T12:36:56.811" v="1197" actId="12789"/>
          <ac:picMkLst>
            <pc:docMk/>
            <pc:sldMk cId="3981440326" sldId="2076137770"/>
            <ac:picMk id="59" creationId="{0BDA0618-1A75-FD54-12FF-C86138D8DD57}"/>
          </ac:picMkLst>
        </pc:picChg>
        <pc:picChg chg="mod">
          <ac:chgData name="Nagotu Dilip Kumar" userId="e960ee6c-1011-46fd-ab26-7447e3dfc484" providerId="ADAL" clId="{C537D0E1-F004-4867-A19F-CB629E995C3F}" dt="2026-06-29T12:36:49.980" v="1196" actId="12789"/>
          <ac:picMkLst>
            <pc:docMk/>
            <pc:sldMk cId="3981440326" sldId="2076137770"/>
            <ac:picMk id="61" creationId="{F3C28929-5F51-823D-0BF3-BA2D53BA3572}"/>
          </ac:picMkLst>
        </pc:picChg>
        <pc:picChg chg="mod">
          <ac:chgData name="Nagotu Dilip Kumar" userId="e960ee6c-1011-46fd-ab26-7447e3dfc484" providerId="ADAL" clId="{C537D0E1-F004-4867-A19F-CB629E995C3F}" dt="2026-06-29T12:37:03.896" v="1201" actId="1036"/>
          <ac:picMkLst>
            <pc:docMk/>
            <pc:sldMk cId="3981440326" sldId="2076137770"/>
            <ac:picMk id="63" creationId="{A12A1531-9E66-191B-1679-00AF84FCE7A2}"/>
          </ac:picMkLst>
        </pc:picChg>
        <pc:picChg chg="mod">
          <ac:chgData name="Nagotu Dilip Kumar" userId="e960ee6c-1011-46fd-ab26-7447e3dfc484" providerId="ADAL" clId="{C537D0E1-F004-4867-A19F-CB629E995C3F}" dt="2026-06-29T12:37:03.896" v="1201" actId="1036"/>
          <ac:picMkLst>
            <pc:docMk/>
            <pc:sldMk cId="3981440326" sldId="2076137770"/>
            <ac:picMk id="65" creationId="{74A3A11E-BC36-7772-B7FB-0E7C62B358B4}"/>
          </ac:picMkLst>
        </pc:picChg>
      </pc:sldChg>
      <pc:sldChg chg="modSp mod">
        <pc:chgData name="Nagotu Dilip Kumar" userId="e960ee6c-1011-46fd-ab26-7447e3dfc484" providerId="ADAL" clId="{C537D0E1-F004-4867-A19F-CB629E995C3F}" dt="2026-06-29T12:50:10.431" v="1302" actId="14100"/>
        <pc:sldMkLst>
          <pc:docMk/>
          <pc:sldMk cId="3574877604" sldId="2076137771"/>
        </pc:sldMkLst>
        <pc:spChg chg="mod">
          <ac:chgData name="Nagotu Dilip Kumar" userId="e960ee6c-1011-46fd-ab26-7447e3dfc484" providerId="ADAL" clId="{C537D0E1-F004-4867-A19F-CB629E995C3F}" dt="2026-06-29T12:50:10.431" v="1302" actId="14100"/>
          <ac:spMkLst>
            <pc:docMk/>
            <pc:sldMk cId="3574877604" sldId="2076137771"/>
            <ac:spMk id="6" creationId="{D5F8ED62-3030-8BAE-2D12-16D009EDFBD0}"/>
          </ac:spMkLst>
        </pc:spChg>
      </pc:sldChg>
      <pc:sldChg chg="modSp mod">
        <pc:chgData name="Nagotu Dilip Kumar" userId="e960ee6c-1011-46fd-ab26-7447e3dfc484" providerId="ADAL" clId="{C537D0E1-F004-4867-A19F-CB629E995C3F}" dt="2026-06-29T12:41:26.929" v="1231" actId="207"/>
        <pc:sldMkLst>
          <pc:docMk/>
          <pc:sldMk cId="1642220967" sldId="2076137772"/>
        </pc:sldMkLst>
        <pc:spChg chg="mod">
          <ac:chgData name="Nagotu Dilip Kumar" userId="e960ee6c-1011-46fd-ab26-7447e3dfc484" providerId="ADAL" clId="{C537D0E1-F004-4867-A19F-CB629E995C3F}" dt="2026-06-29T12:41:26.929" v="1231" actId="207"/>
          <ac:spMkLst>
            <pc:docMk/>
            <pc:sldMk cId="1642220967" sldId="2076137772"/>
            <ac:spMk id="23" creationId="{B8DFF5B5-113F-881D-61B8-3222B1ED3D25}"/>
          </ac:spMkLst>
        </pc:spChg>
        <pc:spChg chg="mod">
          <ac:chgData name="Nagotu Dilip Kumar" userId="e960ee6c-1011-46fd-ab26-7447e3dfc484" providerId="ADAL" clId="{C537D0E1-F004-4867-A19F-CB629E995C3F}" dt="2026-06-29T12:41:22.693" v="1229" actId="14100"/>
          <ac:spMkLst>
            <pc:docMk/>
            <pc:sldMk cId="1642220967" sldId="2076137772"/>
            <ac:spMk id="25" creationId="{B777667C-3A5A-2005-9EDA-2033616E46AE}"/>
          </ac:spMkLst>
        </pc:spChg>
      </pc:sldChg>
      <pc:sldChg chg="delSp modSp mod">
        <pc:chgData name="Nagotu Dilip Kumar" userId="e960ee6c-1011-46fd-ab26-7447e3dfc484" providerId="ADAL" clId="{C537D0E1-F004-4867-A19F-CB629E995C3F}" dt="2026-06-29T13:47:33.653" v="1659" actId="1076"/>
        <pc:sldMkLst>
          <pc:docMk/>
          <pc:sldMk cId="2997420400" sldId="2076137774"/>
        </pc:sldMkLst>
        <pc:spChg chg="mod">
          <ac:chgData name="Nagotu Dilip Kumar" userId="e960ee6c-1011-46fd-ab26-7447e3dfc484" providerId="ADAL" clId="{C537D0E1-F004-4867-A19F-CB629E995C3F}" dt="2026-06-29T11:49:42.231" v="532" actId="6549"/>
          <ac:spMkLst>
            <pc:docMk/>
            <pc:sldMk cId="2997420400" sldId="2076137774"/>
            <ac:spMk id="2" creationId="{51B50F5C-7FB3-4C03-7B4B-36876841594B}"/>
          </ac:spMkLst>
        </pc:spChg>
        <pc:spChg chg="mod">
          <ac:chgData name="Nagotu Dilip Kumar" userId="e960ee6c-1011-46fd-ab26-7447e3dfc484" providerId="ADAL" clId="{C537D0E1-F004-4867-A19F-CB629E995C3F}" dt="2026-06-29T13:13:04.344" v="1316" actId="1035"/>
          <ac:spMkLst>
            <pc:docMk/>
            <pc:sldMk cId="2997420400" sldId="2076137774"/>
            <ac:spMk id="6" creationId="{05FE3B0E-5DD3-CB63-1C98-233DBCDBB179}"/>
          </ac:spMkLst>
        </pc:spChg>
        <pc:spChg chg="mod">
          <ac:chgData name="Nagotu Dilip Kumar" userId="e960ee6c-1011-46fd-ab26-7447e3dfc484" providerId="ADAL" clId="{C537D0E1-F004-4867-A19F-CB629E995C3F}" dt="2026-06-29T13:13:14.627" v="1327" actId="14100"/>
          <ac:spMkLst>
            <pc:docMk/>
            <pc:sldMk cId="2997420400" sldId="2076137774"/>
            <ac:spMk id="7" creationId="{CE5883E7-4D37-04F1-FA99-0384CE9C75AE}"/>
          </ac:spMkLst>
        </pc:spChg>
        <pc:spChg chg="mod">
          <ac:chgData name="Nagotu Dilip Kumar" userId="e960ee6c-1011-46fd-ab26-7447e3dfc484" providerId="ADAL" clId="{C537D0E1-F004-4867-A19F-CB629E995C3F}" dt="2026-06-29T13:13:14.627" v="1327" actId="14100"/>
          <ac:spMkLst>
            <pc:docMk/>
            <pc:sldMk cId="2997420400" sldId="2076137774"/>
            <ac:spMk id="8" creationId="{7E20D44E-CB73-A2E9-E831-367C709FD42A}"/>
          </ac:spMkLst>
        </pc:spChg>
        <pc:spChg chg="mod">
          <ac:chgData name="Nagotu Dilip Kumar" userId="e960ee6c-1011-46fd-ab26-7447e3dfc484" providerId="ADAL" clId="{C537D0E1-F004-4867-A19F-CB629E995C3F}" dt="2026-06-29T13:13:14.627" v="1327" actId="14100"/>
          <ac:spMkLst>
            <pc:docMk/>
            <pc:sldMk cId="2997420400" sldId="2076137774"/>
            <ac:spMk id="9" creationId="{206C8C1F-BB3E-DC0B-1995-41D87268D753}"/>
          </ac:spMkLst>
        </pc:spChg>
        <pc:spChg chg="mod">
          <ac:chgData name="Nagotu Dilip Kumar" userId="e960ee6c-1011-46fd-ab26-7447e3dfc484" providerId="ADAL" clId="{C537D0E1-F004-4867-A19F-CB629E995C3F}" dt="2026-06-29T13:13:27.269" v="1336" actId="14100"/>
          <ac:spMkLst>
            <pc:docMk/>
            <pc:sldMk cId="2997420400" sldId="2076137774"/>
            <ac:spMk id="12" creationId="{21ECEA29-C86D-4D1A-4178-CAACDC169D2B}"/>
          </ac:spMkLst>
        </pc:spChg>
        <pc:spChg chg="mod">
          <ac:chgData name="Nagotu Dilip Kumar" userId="e960ee6c-1011-46fd-ab26-7447e3dfc484" providerId="ADAL" clId="{C537D0E1-F004-4867-A19F-CB629E995C3F}" dt="2026-06-29T13:13:27.269" v="1336" actId="14100"/>
          <ac:spMkLst>
            <pc:docMk/>
            <pc:sldMk cId="2997420400" sldId="2076137774"/>
            <ac:spMk id="13" creationId="{96AF99A2-71C8-BB32-C8CC-32CC8D563AA9}"/>
          </ac:spMkLst>
        </pc:spChg>
        <pc:spChg chg="mod">
          <ac:chgData name="Nagotu Dilip Kumar" userId="e960ee6c-1011-46fd-ab26-7447e3dfc484" providerId="ADAL" clId="{C537D0E1-F004-4867-A19F-CB629E995C3F}" dt="2026-06-29T13:15:59.780" v="1410" actId="207"/>
          <ac:spMkLst>
            <pc:docMk/>
            <pc:sldMk cId="2997420400" sldId="2076137774"/>
            <ac:spMk id="16" creationId="{CF484258-AE57-EE78-9AF9-2CB262AEDBF6}"/>
          </ac:spMkLst>
        </pc:spChg>
        <pc:spChg chg="mod">
          <ac:chgData name="Nagotu Dilip Kumar" userId="e960ee6c-1011-46fd-ab26-7447e3dfc484" providerId="ADAL" clId="{C537D0E1-F004-4867-A19F-CB629E995C3F}" dt="2026-06-29T13:13:18.179" v="1334" actId="1036"/>
          <ac:spMkLst>
            <pc:docMk/>
            <pc:sldMk cId="2997420400" sldId="2076137774"/>
            <ac:spMk id="18" creationId="{686D4D8F-68ED-E2B4-1367-4B09E233143D}"/>
          </ac:spMkLst>
        </pc:spChg>
        <pc:spChg chg="mod">
          <ac:chgData name="Nagotu Dilip Kumar" userId="e960ee6c-1011-46fd-ab26-7447e3dfc484" providerId="ADAL" clId="{C537D0E1-F004-4867-A19F-CB629E995C3F}" dt="2026-06-29T13:13:18.179" v="1334" actId="1036"/>
          <ac:spMkLst>
            <pc:docMk/>
            <pc:sldMk cId="2997420400" sldId="2076137774"/>
            <ac:spMk id="19" creationId="{81D85850-A105-AE5A-88E7-61C18427BC0E}"/>
          </ac:spMkLst>
        </pc:spChg>
        <pc:spChg chg="mod">
          <ac:chgData name="Nagotu Dilip Kumar" userId="e960ee6c-1011-46fd-ab26-7447e3dfc484" providerId="ADAL" clId="{C537D0E1-F004-4867-A19F-CB629E995C3F}" dt="2026-06-29T13:13:18.179" v="1334" actId="1036"/>
          <ac:spMkLst>
            <pc:docMk/>
            <pc:sldMk cId="2997420400" sldId="2076137774"/>
            <ac:spMk id="20" creationId="{88A4BCC5-A000-1AEE-3F19-8335FE8837D0}"/>
          </ac:spMkLst>
        </pc:spChg>
        <pc:spChg chg="mod">
          <ac:chgData name="Nagotu Dilip Kumar" userId="e960ee6c-1011-46fd-ab26-7447e3dfc484" providerId="ADAL" clId="{C537D0E1-F004-4867-A19F-CB629E995C3F}" dt="2026-06-29T13:13:31.096" v="1341" actId="1036"/>
          <ac:spMkLst>
            <pc:docMk/>
            <pc:sldMk cId="2997420400" sldId="2076137774"/>
            <ac:spMk id="21" creationId="{CE20E095-5EDB-035F-6FA1-061872087D47}"/>
          </ac:spMkLst>
        </pc:spChg>
        <pc:spChg chg="mod">
          <ac:chgData name="Nagotu Dilip Kumar" userId="e960ee6c-1011-46fd-ab26-7447e3dfc484" providerId="ADAL" clId="{C537D0E1-F004-4867-A19F-CB629E995C3F}" dt="2026-06-29T13:13:31.096" v="1341" actId="1036"/>
          <ac:spMkLst>
            <pc:docMk/>
            <pc:sldMk cId="2997420400" sldId="2076137774"/>
            <ac:spMk id="22" creationId="{D9B3322D-F7FA-74F5-0256-D4EDA1313533}"/>
          </ac:spMkLst>
        </pc:spChg>
        <pc:picChg chg="mod">
          <ac:chgData name="Nagotu Dilip Kumar" userId="e960ee6c-1011-46fd-ab26-7447e3dfc484" providerId="ADAL" clId="{C537D0E1-F004-4867-A19F-CB629E995C3F}" dt="2026-06-29T13:47:10.831" v="1648" actId="14100"/>
          <ac:picMkLst>
            <pc:docMk/>
            <pc:sldMk cId="2997420400" sldId="2076137774"/>
            <ac:picMk id="11" creationId="{0597B0FC-095F-F494-035C-42B43B7637FC}"/>
          </ac:picMkLst>
        </pc:picChg>
        <pc:picChg chg="mod">
          <ac:chgData name="Nagotu Dilip Kumar" userId="e960ee6c-1011-46fd-ab26-7447e3dfc484" providerId="ADAL" clId="{C537D0E1-F004-4867-A19F-CB629E995C3F}" dt="2026-06-29T13:47:10.831" v="1648" actId="14100"/>
          <ac:picMkLst>
            <pc:docMk/>
            <pc:sldMk cId="2997420400" sldId="2076137774"/>
            <ac:picMk id="15" creationId="{51A48599-7921-5669-BB0A-ED72F8CA3EEB}"/>
          </ac:picMkLst>
        </pc:picChg>
        <pc:picChg chg="mod">
          <ac:chgData name="Nagotu Dilip Kumar" userId="e960ee6c-1011-46fd-ab26-7447e3dfc484" providerId="ADAL" clId="{C537D0E1-F004-4867-A19F-CB629E995C3F}" dt="2026-06-29T13:47:24.891" v="1651" actId="1036"/>
          <ac:picMkLst>
            <pc:docMk/>
            <pc:sldMk cId="2997420400" sldId="2076137774"/>
            <ac:picMk id="17" creationId="{7E8B1D6A-35A1-7B53-46E1-609F3A87E5FE}"/>
          </ac:picMkLst>
        </pc:picChg>
        <pc:picChg chg="mod">
          <ac:chgData name="Nagotu Dilip Kumar" userId="e960ee6c-1011-46fd-ab26-7447e3dfc484" providerId="ADAL" clId="{C537D0E1-F004-4867-A19F-CB629E995C3F}" dt="2026-06-29T13:47:10.831" v="1648" actId="14100"/>
          <ac:picMkLst>
            <pc:docMk/>
            <pc:sldMk cId="2997420400" sldId="2076137774"/>
            <ac:picMk id="23" creationId="{609D33A2-FB34-9DB1-F4CE-07D0FBF9B912}"/>
          </ac:picMkLst>
        </pc:picChg>
        <pc:picChg chg="mod">
          <ac:chgData name="Nagotu Dilip Kumar" userId="e960ee6c-1011-46fd-ab26-7447e3dfc484" providerId="ADAL" clId="{C537D0E1-F004-4867-A19F-CB629E995C3F}" dt="2026-06-29T13:47:33.653" v="1659" actId="1076"/>
          <ac:picMkLst>
            <pc:docMk/>
            <pc:sldMk cId="2997420400" sldId="2076137774"/>
            <ac:picMk id="25" creationId="{95F96DD5-BFF3-AE63-6CE0-2E60623F905E}"/>
          </ac:picMkLst>
        </pc:picChg>
        <pc:cxnChg chg="mod">
          <ac:chgData name="Nagotu Dilip Kumar" userId="e960ee6c-1011-46fd-ab26-7447e3dfc484" providerId="ADAL" clId="{C537D0E1-F004-4867-A19F-CB629E995C3F}" dt="2026-06-29T13:13:04.344" v="1316" actId="1035"/>
          <ac:cxnSpMkLst>
            <pc:docMk/>
            <pc:sldMk cId="2997420400" sldId="2076137774"/>
            <ac:cxnSpMk id="28" creationId="{D72F8549-DE05-577A-3FCD-D97D014371F3}"/>
          </ac:cxnSpMkLst>
        </pc:cxnChg>
      </pc:sldChg>
      <pc:sldChg chg="addSp delSp modSp mod">
        <pc:chgData name="Nagotu Dilip Kumar" userId="e960ee6c-1011-46fd-ab26-7447e3dfc484" providerId="ADAL" clId="{C537D0E1-F004-4867-A19F-CB629E995C3F}" dt="2026-06-29T13:18:58.295" v="1500" actId="1076"/>
        <pc:sldMkLst>
          <pc:docMk/>
          <pc:sldMk cId="2467562094" sldId="2076137775"/>
        </pc:sldMkLst>
        <pc:spChg chg="mod topLvl">
          <ac:chgData name="Nagotu Dilip Kumar" userId="e960ee6c-1011-46fd-ab26-7447e3dfc484" providerId="ADAL" clId="{C537D0E1-F004-4867-A19F-CB629E995C3F}" dt="2026-06-29T13:18:58.295" v="1500" actId="1076"/>
          <ac:spMkLst>
            <pc:docMk/>
            <pc:sldMk cId="2467562094" sldId="2076137775"/>
            <ac:spMk id="11" creationId="{C7470DCA-4056-491B-5EA1-40353AD432D8}"/>
          </ac:spMkLst>
        </pc:spChg>
        <pc:spChg chg="mod topLvl">
          <ac:chgData name="Nagotu Dilip Kumar" userId="e960ee6c-1011-46fd-ab26-7447e3dfc484" providerId="ADAL" clId="{C537D0E1-F004-4867-A19F-CB629E995C3F}" dt="2026-06-29T13:18:58.295" v="1500" actId="1076"/>
          <ac:spMkLst>
            <pc:docMk/>
            <pc:sldMk cId="2467562094" sldId="2076137775"/>
            <ac:spMk id="12" creationId="{EAE1E09A-45D5-E445-F470-DB24A8B3A8D8}"/>
          </ac:spMkLst>
        </pc:spChg>
        <pc:spChg chg="mod topLvl">
          <ac:chgData name="Nagotu Dilip Kumar" userId="e960ee6c-1011-46fd-ab26-7447e3dfc484" providerId="ADAL" clId="{C537D0E1-F004-4867-A19F-CB629E995C3F}" dt="2026-06-29T13:18:58.295" v="1500" actId="1076"/>
          <ac:spMkLst>
            <pc:docMk/>
            <pc:sldMk cId="2467562094" sldId="2076137775"/>
            <ac:spMk id="13" creationId="{3E330EEA-C0F6-6CF5-5CDF-974B77739806}"/>
          </ac:spMkLst>
        </pc:spChg>
        <pc:spChg chg="mod topLvl">
          <ac:chgData name="Nagotu Dilip Kumar" userId="e960ee6c-1011-46fd-ab26-7447e3dfc484" providerId="ADAL" clId="{C537D0E1-F004-4867-A19F-CB629E995C3F}" dt="2026-06-29T13:18:58.295" v="1500" actId="1076"/>
          <ac:spMkLst>
            <pc:docMk/>
            <pc:sldMk cId="2467562094" sldId="2076137775"/>
            <ac:spMk id="14" creationId="{5AFA5231-F61C-8836-0F61-67E4D64044DB}"/>
          </ac:spMkLst>
        </pc:spChg>
        <pc:spChg chg="mod topLvl">
          <ac:chgData name="Nagotu Dilip Kumar" userId="e960ee6c-1011-46fd-ab26-7447e3dfc484" providerId="ADAL" clId="{C537D0E1-F004-4867-A19F-CB629E995C3F}" dt="2026-06-29T13:18:58.295" v="1500" actId="1076"/>
          <ac:spMkLst>
            <pc:docMk/>
            <pc:sldMk cId="2467562094" sldId="2076137775"/>
            <ac:spMk id="15" creationId="{E1D6247A-9E94-AFD1-9C6E-07F50CFBCB38}"/>
          </ac:spMkLst>
        </pc:spChg>
        <pc:spChg chg="mod topLvl">
          <ac:chgData name="Nagotu Dilip Kumar" userId="e960ee6c-1011-46fd-ab26-7447e3dfc484" providerId="ADAL" clId="{C537D0E1-F004-4867-A19F-CB629E995C3F}" dt="2026-06-29T13:18:58.295" v="1500" actId="1076"/>
          <ac:spMkLst>
            <pc:docMk/>
            <pc:sldMk cId="2467562094" sldId="2076137775"/>
            <ac:spMk id="16" creationId="{8A77C5F6-FCA6-EAAB-DABC-996257D60E65}"/>
          </ac:spMkLst>
        </pc:spChg>
      </pc:sldChg>
      <pc:sldChg chg="addSp delSp modSp mod">
        <pc:chgData name="Nagotu Dilip Kumar" userId="e960ee6c-1011-46fd-ab26-7447e3dfc484" providerId="ADAL" clId="{C537D0E1-F004-4867-A19F-CB629E995C3F}" dt="2026-06-29T13:45:07.267" v="1627" actId="1076"/>
        <pc:sldMkLst>
          <pc:docMk/>
          <pc:sldMk cId="2709716531" sldId="2076137776"/>
        </pc:sldMkLst>
        <pc:spChg chg="mod">
          <ac:chgData name="Nagotu Dilip Kumar" userId="e960ee6c-1011-46fd-ab26-7447e3dfc484" providerId="ADAL" clId="{C537D0E1-F004-4867-A19F-CB629E995C3F}" dt="2026-06-29T13:19:45.795" v="1511" actId="1076"/>
          <ac:spMkLst>
            <pc:docMk/>
            <pc:sldMk cId="2709716531" sldId="2076137776"/>
            <ac:spMk id="6" creationId="{E42D5698-5494-E604-2FB4-86C1D835522F}"/>
          </ac:spMkLst>
        </pc:spChg>
        <pc:spChg chg="mod topLvl">
          <ac:chgData name="Nagotu Dilip Kumar" userId="e960ee6c-1011-46fd-ab26-7447e3dfc484" providerId="ADAL" clId="{C537D0E1-F004-4867-A19F-CB629E995C3F}" dt="2026-06-29T13:19:43.307" v="1510" actId="1076"/>
          <ac:spMkLst>
            <pc:docMk/>
            <pc:sldMk cId="2709716531" sldId="2076137776"/>
            <ac:spMk id="8" creationId="{FE72FB30-9972-308D-454B-9A76256B2D62}"/>
          </ac:spMkLst>
        </pc:spChg>
        <pc:spChg chg="mod topLvl">
          <ac:chgData name="Nagotu Dilip Kumar" userId="e960ee6c-1011-46fd-ab26-7447e3dfc484" providerId="ADAL" clId="{C537D0E1-F004-4867-A19F-CB629E995C3F}" dt="2026-06-29T13:45:02.429" v="1626" actId="1076"/>
          <ac:spMkLst>
            <pc:docMk/>
            <pc:sldMk cId="2709716531" sldId="2076137776"/>
            <ac:spMk id="9" creationId="{F3834F32-FF4D-9774-BA34-EC02B12BC670}"/>
          </ac:spMkLst>
        </pc:spChg>
        <pc:spChg chg="mod topLvl">
          <ac:chgData name="Nagotu Dilip Kumar" userId="e960ee6c-1011-46fd-ab26-7447e3dfc484" providerId="ADAL" clId="{C537D0E1-F004-4867-A19F-CB629E995C3F}" dt="2026-06-29T13:19:43.307" v="1510" actId="1076"/>
          <ac:spMkLst>
            <pc:docMk/>
            <pc:sldMk cId="2709716531" sldId="2076137776"/>
            <ac:spMk id="10" creationId="{1E1F942A-2802-4523-E086-E34028688A14}"/>
          </ac:spMkLst>
        </pc:spChg>
        <pc:spChg chg="mod topLvl">
          <ac:chgData name="Nagotu Dilip Kumar" userId="e960ee6c-1011-46fd-ab26-7447e3dfc484" providerId="ADAL" clId="{C537D0E1-F004-4867-A19F-CB629E995C3F}" dt="2026-06-29T13:19:43.307" v="1510" actId="1076"/>
          <ac:spMkLst>
            <pc:docMk/>
            <pc:sldMk cId="2709716531" sldId="2076137776"/>
            <ac:spMk id="11" creationId="{414E40E4-0859-4434-9C06-9D3717F3FDA3}"/>
          </ac:spMkLst>
        </pc:spChg>
        <pc:spChg chg="mod topLvl">
          <ac:chgData name="Nagotu Dilip Kumar" userId="e960ee6c-1011-46fd-ab26-7447e3dfc484" providerId="ADAL" clId="{C537D0E1-F004-4867-A19F-CB629E995C3F}" dt="2026-06-29T13:19:43.307" v="1510" actId="1076"/>
          <ac:spMkLst>
            <pc:docMk/>
            <pc:sldMk cId="2709716531" sldId="2076137776"/>
            <ac:spMk id="12" creationId="{495C2726-CD78-D906-6127-3E0FB7A76BC3}"/>
          </ac:spMkLst>
        </pc:spChg>
        <pc:spChg chg="mod topLvl">
          <ac:chgData name="Nagotu Dilip Kumar" userId="e960ee6c-1011-46fd-ab26-7447e3dfc484" providerId="ADAL" clId="{C537D0E1-F004-4867-A19F-CB629E995C3F}" dt="2026-06-29T13:19:43.307" v="1510" actId="1076"/>
          <ac:spMkLst>
            <pc:docMk/>
            <pc:sldMk cId="2709716531" sldId="2076137776"/>
            <ac:spMk id="13" creationId="{3CD49103-F254-F406-106E-DA28239A8349}"/>
          </ac:spMkLst>
        </pc:spChg>
        <pc:picChg chg="mod">
          <ac:chgData name="Nagotu Dilip Kumar" userId="e960ee6c-1011-46fd-ab26-7447e3dfc484" providerId="ADAL" clId="{C537D0E1-F004-4867-A19F-CB629E995C3F}" dt="2026-06-29T13:44:23.219" v="1615" actId="1076"/>
          <ac:picMkLst>
            <pc:docMk/>
            <pc:sldMk cId="2709716531" sldId="2076137776"/>
            <ac:picMk id="50" creationId="{395DD9C7-0F20-DFE7-434A-E96D71A5426E}"/>
          </ac:picMkLst>
        </pc:picChg>
        <pc:picChg chg="mod">
          <ac:chgData name="Nagotu Dilip Kumar" userId="e960ee6c-1011-46fd-ab26-7447e3dfc484" providerId="ADAL" clId="{C537D0E1-F004-4867-A19F-CB629E995C3F}" dt="2026-06-29T13:44:37.373" v="1618" actId="1038"/>
          <ac:picMkLst>
            <pc:docMk/>
            <pc:sldMk cId="2709716531" sldId="2076137776"/>
            <ac:picMk id="51" creationId="{BB915F3E-4AEB-FCB1-705F-EB0E5E53D08F}"/>
          </ac:picMkLst>
        </pc:picChg>
        <pc:picChg chg="mod">
          <ac:chgData name="Nagotu Dilip Kumar" userId="e960ee6c-1011-46fd-ab26-7447e3dfc484" providerId="ADAL" clId="{C537D0E1-F004-4867-A19F-CB629E995C3F}" dt="2026-06-29T13:44:40.564" v="1622" actId="1035"/>
          <ac:picMkLst>
            <pc:docMk/>
            <pc:sldMk cId="2709716531" sldId="2076137776"/>
            <ac:picMk id="52" creationId="{0A4DBD0A-0B48-F614-904E-F526C34526F8}"/>
          </ac:picMkLst>
        </pc:picChg>
        <pc:picChg chg="mod">
          <ac:chgData name="Nagotu Dilip Kumar" userId="e960ee6c-1011-46fd-ab26-7447e3dfc484" providerId="ADAL" clId="{C537D0E1-F004-4867-A19F-CB629E995C3F}" dt="2026-06-29T13:45:00.175" v="1624" actId="1076"/>
          <ac:picMkLst>
            <pc:docMk/>
            <pc:sldMk cId="2709716531" sldId="2076137776"/>
            <ac:picMk id="53" creationId="{F0B8FC68-BA9D-060B-A854-7C3C07F69C1C}"/>
          </ac:picMkLst>
        </pc:picChg>
        <pc:picChg chg="mod">
          <ac:chgData name="Nagotu Dilip Kumar" userId="e960ee6c-1011-46fd-ab26-7447e3dfc484" providerId="ADAL" clId="{C537D0E1-F004-4867-A19F-CB629E995C3F}" dt="2026-06-29T13:44:53.537" v="1623" actId="14100"/>
          <ac:picMkLst>
            <pc:docMk/>
            <pc:sldMk cId="2709716531" sldId="2076137776"/>
            <ac:picMk id="54" creationId="{39EFDFE8-A64E-67C8-4C5C-E27035241FAA}"/>
          </ac:picMkLst>
        </pc:picChg>
        <pc:picChg chg="mod">
          <ac:chgData name="Nagotu Dilip Kumar" userId="e960ee6c-1011-46fd-ab26-7447e3dfc484" providerId="ADAL" clId="{C537D0E1-F004-4867-A19F-CB629E995C3F}" dt="2026-06-29T13:45:07.267" v="1627" actId="1076"/>
          <ac:picMkLst>
            <pc:docMk/>
            <pc:sldMk cId="2709716531" sldId="2076137776"/>
            <ac:picMk id="55" creationId="{6CE59F2E-4EA8-B84A-263E-B5ED53FF1893}"/>
          </ac:picMkLst>
        </pc:picChg>
      </pc:sldChg>
      <pc:sldChg chg="addSp delSp modSp mod">
        <pc:chgData name="Nagotu Dilip Kumar" userId="e960ee6c-1011-46fd-ab26-7447e3dfc484" providerId="ADAL" clId="{C537D0E1-F004-4867-A19F-CB629E995C3F}" dt="2026-06-29T13:29:01.581" v="1588" actId="1036"/>
        <pc:sldMkLst>
          <pc:docMk/>
          <pc:sldMk cId="2152366833" sldId="2076137777"/>
        </pc:sldMkLst>
        <pc:spChg chg="mod">
          <ac:chgData name="Nagotu Dilip Kumar" userId="e960ee6c-1011-46fd-ab26-7447e3dfc484" providerId="ADAL" clId="{C537D0E1-F004-4867-A19F-CB629E995C3F}" dt="2026-06-29T13:26:12.061" v="1554" actId="20577"/>
          <ac:spMkLst>
            <pc:docMk/>
            <pc:sldMk cId="2152366833" sldId="2076137777"/>
            <ac:spMk id="7" creationId="{33DADD18-517F-D8D3-5905-F06EA370AE96}"/>
          </ac:spMkLst>
        </pc:spChg>
        <pc:spChg chg="mod">
          <ac:chgData name="Nagotu Dilip Kumar" userId="e960ee6c-1011-46fd-ab26-7447e3dfc484" providerId="ADAL" clId="{C537D0E1-F004-4867-A19F-CB629E995C3F}" dt="2026-06-29T13:26:51.229" v="1559" actId="20577"/>
          <ac:spMkLst>
            <pc:docMk/>
            <pc:sldMk cId="2152366833" sldId="2076137777"/>
            <ac:spMk id="8" creationId="{06DF9E2A-5A57-05A4-AD53-C8466AC2B3BF}"/>
          </ac:spMkLst>
        </pc:spChg>
        <pc:spChg chg="mod">
          <ac:chgData name="Nagotu Dilip Kumar" userId="e960ee6c-1011-46fd-ab26-7447e3dfc484" providerId="ADAL" clId="{C537D0E1-F004-4867-A19F-CB629E995C3F}" dt="2026-06-29T13:27:26.386" v="1565" actId="20577"/>
          <ac:spMkLst>
            <pc:docMk/>
            <pc:sldMk cId="2152366833" sldId="2076137777"/>
            <ac:spMk id="9" creationId="{EFB4072A-940D-0ADD-4A95-68E27C22F1D8}"/>
          </ac:spMkLst>
        </pc:spChg>
        <pc:spChg chg="mod">
          <ac:chgData name="Nagotu Dilip Kumar" userId="e960ee6c-1011-46fd-ab26-7447e3dfc484" providerId="ADAL" clId="{C537D0E1-F004-4867-A19F-CB629E995C3F}" dt="2026-06-29T13:28:00.389" v="1574" actId="207"/>
          <ac:spMkLst>
            <pc:docMk/>
            <pc:sldMk cId="2152366833" sldId="2076137777"/>
            <ac:spMk id="10" creationId="{7DF20CF3-446F-273E-4A84-AB1D0F0D4DB2}"/>
          </ac:spMkLst>
        </pc:spChg>
        <pc:spChg chg="mod">
          <ac:chgData name="Nagotu Dilip Kumar" userId="e960ee6c-1011-46fd-ab26-7447e3dfc484" providerId="ADAL" clId="{C537D0E1-F004-4867-A19F-CB629E995C3F}" dt="2026-06-29T13:28:32.065" v="1580" actId="207"/>
          <ac:spMkLst>
            <pc:docMk/>
            <pc:sldMk cId="2152366833" sldId="2076137777"/>
            <ac:spMk id="11" creationId="{80E6A302-F3A3-6217-7C00-8EBDDA94F065}"/>
          </ac:spMkLst>
        </pc:spChg>
        <pc:spChg chg="add mod ord">
          <ac:chgData name="Nagotu Dilip Kumar" userId="e960ee6c-1011-46fd-ab26-7447e3dfc484" providerId="ADAL" clId="{C537D0E1-F004-4867-A19F-CB629E995C3F}" dt="2026-06-29T13:28:13.797" v="1577" actId="555"/>
          <ac:spMkLst>
            <pc:docMk/>
            <pc:sldMk cId="2152366833" sldId="2076137777"/>
            <ac:spMk id="13" creationId="{CB689C55-1F16-D522-85C1-B68530B831A1}"/>
          </ac:spMkLst>
        </pc:spChg>
        <pc:spChg chg="mod">
          <ac:chgData name="Nagotu Dilip Kumar" userId="e960ee6c-1011-46fd-ab26-7447e3dfc484" providerId="ADAL" clId="{C537D0E1-F004-4867-A19F-CB629E995C3F}" dt="2026-06-29T12:48:42.306" v="1298" actId="207"/>
          <ac:spMkLst>
            <pc:docMk/>
            <pc:sldMk cId="2152366833" sldId="2076137777"/>
            <ac:spMk id="16" creationId="{2FA040D7-308F-3647-BE79-2D791CF30D06}"/>
          </ac:spMkLst>
        </pc:spChg>
        <pc:spChg chg="mod">
          <ac:chgData name="Nagotu Dilip Kumar" userId="e960ee6c-1011-46fd-ab26-7447e3dfc484" providerId="ADAL" clId="{C537D0E1-F004-4867-A19F-CB629E995C3F}" dt="2026-06-29T12:48:42.306" v="1298" actId="207"/>
          <ac:spMkLst>
            <pc:docMk/>
            <pc:sldMk cId="2152366833" sldId="2076137777"/>
            <ac:spMk id="17" creationId="{1044463A-89B3-6BDB-2099-E9875CE5A752}"/>
          </ac:spMkLst>
        </pc:spChg>
        <pc:spChg chg="mod">
          <ac:chgData name="Nagotu Dilip Kumar" userId="e960ee6c-1011-46fd-ab26-7447e3dfc484" providerId="ADAL" clId="{C537D0E1-F004-4867-A19F-CB629E995C3F}" dt="2026-06-29T12:48:42.306" v="1298" actId="207"/>
          <ac:spMkLst>
            <pc:docMk/>
            <pc:sldMk cId="2152366833" sldId="2076137777"/>
            <ac:spMk id="18" creationId="{901023BB-9E55-342A-3230-47D51C7A65B1}"/>
          </ac:spMkLst>
        </pc:spChg>
        <pc:spChg chg="mod">
          <ac:chgData name="Nagotu Dilip Kumar" userId="e960ee6c-1011-46fd-ab26-7447e3dfc484" providerId="ADAL" clId="{C537D0E1-F004-4867-A19F-CB629E995C3F}" dt="2026-06-29T12:48:42.306" v="1298" actId="207"/>
          <ac:spMkLst>
            <pc:docMk/>
            <pc:sldMk cId="2152366833" sldId="2076137777"/>
            <ac:spMk id="19" creationId="{D8D97D30-8B84-0111-E42B-2B39A1C37D06}"/>
          </ac:spMkLst>
        </pc:spChg>
        <pc:spChg chg="mod">
          <ac:chgData name="Nagotu Dilip Kumar" userId="e960ee6c-1011-46fd-ab26-7447e3dfc484" providerId="ADAL" clId="{C537D0E1-F004-4867-A19F-CB629E995C3F}" dt="2026-06-29T12:48:42.306" v="1298" actId="207"/>
          <ac:spMkLst>
            <pc:docMk/>
            <pc:sldMk cId="2152366833" sldId="2076137777"/>
            <ac:spMk id="20" creationId="{5B2DA9AF-7F8C-E8AD-B947-59BB2D8EA5F6}"/>
          </ac:spMkLst>
        </pc:spChg>
        <pc:spChg chg="mod">
          <ac:chgData name="Nagotu Dilip Kumar" userId="e960ee6c-1011-46fd-ab26-7447e3dfc484" providerId="ADAL" clId="{C537D0E1-F004-4867-A19F-CB629E995C3F}" dt="2026-06-29T12:48:42.306" v="1298" actId="207"/>
          <ac:spMkLst>
            <pc:docMk/>
            <pc:sldMk cId="2152366833" sldId="2076137777"/>
            <ac:spMk id="21" creationId="{D8904177-7425-BF45-E1E6-A57DDD08A51C}"/>
          </ac:spMkLst>
        </pc:spChg>
        <pc:spChg chg="mod">
          <ac:chgData name="Nagotu Dilip Kumar" userId="e960ee6c-1011-46fd-ab26-7447e3dfc484" providerId="ADAL" clId="{C537D0E1-F004-4867-A19F-CB629E995C3F}" dt="2026-06-29T12:48:42.306" v="1298" actId="207"/>
          <ac:spMkLst>
            <pc:docMk/>
            <pc:sldMk cId="2152366833" sldId="2076137777"/>
            <ac:spMk id="22" creationId="{0A2DC86E-9405-4CF6-F1F2-C5B434055386}"/>
          </ac:spMkLst>
        </pc:spChg>
        <pc:spChg chg="mod">
          <ac:chgData name="Nagotu Dilip Kumar" userId="e960ee6c-1011-46fd-ab26-7447e3dfc484" providerId="ADAL" clId="{C537D0E1-F004-4867-A19F-CB629E995C3F}" dt="2026-06-29T12:48:42.306" v="1298" actId="207"/>
          <ac:spMkLst>
            <pc:docMk/>
            <pc:sldMk cId="2152366833" sldId="2076137777"/>
            <ac:spMk id="23" creationId="{1C0CC0B4-F281-A7F1-99C4-78A5E9C32A32}"/>
          </ac:spMkLst>
        </pc:spChg>
        <pc:spChg chg="add mod ord">
          <ac:chgData name="Nagotu Dilip Kumar" userId="e960ee6c-1011-46fd-ab26-7447e3dfc484" providerId="ADAL" clId="{C537D0E1-F004-4867-A19F-CB629E995C3F}" dt="2026-06-29T13:28:13.797" v="1577" actId="555"/>
          <ac:spMkLst>
            <pc:docMk/>
            <pc:sldMk cId="2152366833" sldId="2076137777"/>
            <ac:spMk id="25" creationId="{CAC86FDA-7FF3-1A99-AA64-A4B7ADD20DF8}"/>
          </ac:spMkLst>
        </pc:spChg>
        <pc:spChg chg="add mod ord">
          <ac:chgData name="Nagotu Dilip Kumar" userId="e960ee6c-1011-46fd-ab26-7447e3dfc484" providerId="ADAL" clId="{C537D0E1-F004-4867-A19F-CB629E995C3F}" dt="2026-06-29T13:28:13.797" v="1577" actId="555"/>
          <ac:spMkLst>
            <pc:docMk/>
            <pc:sldMk cId="2152366833" sldId="2076137777"/>
            <ac:spMk id="26" creationId="{097877A9-49E3-FBE3-A7E5-16478CF9FA9E}"/>
          </ac:spMkLst>
        </pc:spChg>
        <pc:spChg chg="add mod ord">
          <ac:chgData name="Nagotu Dilip Kumar" userId="e960ee6c-1011-46fd-ab26-7447e3dfc484" providerId="ADAL" clId="{C537D0E1-F004-4867-A19F-CB629E995C3F}" dt="2026-06-29T13:28:13.797" v="1577" actId="555"/>
          <ac:spMkLst>
            <pc:docMk/>
            <pc:sldMk cId="2152366833" sldId="2076137777"/>
            <ac:spMk id="29" creationId="{1A7E9BE7-C84E-3BAD-BE2C-D1D053B191E8}"/>
          </ac:spMkLst>
        </pc:spChg>
        <pc:spChg chg="add mod ord">
          <ac:chgData name="Nagotu Dilip Kumar" userId="e960ee6c-1011-46fd-ab26-7447e3dfc484" providerId="ADAL" clId="{C537D0E1-F004-4867-A19F-CB629E995C3F}" dt="2026-06-29T13:28:49.651" v="1583" actId="14100"/>
          <ac:spMkLst>
            <pc:docMk/>
            <pc:sldMk cId="2152366833" sldId="2076137777"/>
            <ac:spMk id="31" creationId="{A45F0AA4-D80F-6737-B80D-7FAE13FAAC22}"/>
          </ac:spMkLst>
        </pc:spChg>
        <pc:grpChg chg="mod">
          <ac:chgData name="Nagotu Dilip Kumar" userId="e960ee6c-1011-46fd-ab26-7447e3dfc484" providerId="ADAL" clId="{C537D0E1-F004-4867-A19F-CB629E995C3F}" dt="2026-06-29T12:48:42.306" v="1298" actId="207"/>
          <ac:grpSpMkLst>
            <pc:docMk/>
            <pc:sldMk cId="2152366833" sldId="2076137777"/>
            <ac:grpSpMk id="24" creationId="{22CFBD9F-2140-C587-717D-C1973A421DBF}"/>
          </ac:grpSpMkLst>
        </pc:grpChg>
        <pc:picChg chg="mod">
          <ac:chgData name="Nagotu Dilip Kumar" userId="e960ee6c-1011-46fd-ab26-7447e3dfc484" providerId="ADAL" clId="{C537D0E1-F004-4867-A19F-CB629E995C3F}" dt="2026-06-29T13:29:01.581" v="1588" actId="1036"/>
          <ac:picMkLst>
            <pc:docMk/>
            <pc:sldMk cId="2152366833" sldId="2076137777"/>
            <ac:picMk id="28" creationId="{C3734B6A-E7D5-E0FD-3D66-D92DB72A18C3}"/>
          </ac:picMkLst>
        </pc:picChg>
        <pc:picChg chg="mod">
          <ac:chgData name="Nagotu Dilip Kumar" userId="e960ee6c-1011-46fd-ab26-7447e3dfc484" providerId="ADAL" clId="{C537D0E1-F004-4867-A19F-CB629E995C3F}" dt="2026-06-29T13:29:01.581" v="1588" actId="1036"/>
          <ac:picMkLst>
            <pc:docMk/>
            <pc:sldMk cId="2152366833" sldId="2076137777"/>
            <ac:picMk id="30" creationId="{5FD01CD6-27AB-5E7E-C418-5EA891BC0534}"/>
          </ac:picMkLst>
        </pc:picChg>
        <pc:picChg chg="mod">
          <ac:chgData name="Nagotu Dilip Kumar" userId="e960ee6c-1011-46fd-ab26-7447e3dfc484" providerId="ADAL" clId="{C537D0E1-F004-4867-A19F-CB629E995C3F}" dt="2026-06-29T13:29:01.581" v="1588" actId="1036"/>
          <ac:picMkLst>
            <pc:docMk/>
            <pc:sldMk cId="2152366833" sldId="2076137777"/>
            <ac:picMk id="32" creationId="{AA6AC023-97B9-EB85-09D1-5FFF689CB7F3}"/>
          </ac:picMkLst>
        </pc:picChg>
        <pc:picChg chg="mod">
          <ac:chgData name="Nagotu Dilip Kumar" userId="e960ee6c-1011-46fd-ab26-7447e3dfc484" providerId="ADAL" clId="{C537D0E1-F004-4867-A19F-CB629E995C3F}" dt="2026-06-29T13:29:01.581" v="1588" actId="1036"/>
          <ac:picMkLst>
            <pc:docMk/>
            <pc:sldMk cId="2152366833" sldId="2076137777"/>
            <ac:picMk id="34" creationId="{7C680B6B-209A-CF73-CD04-2E6FCFF08465}"/>
          </ac:picMkLst>
        </pc:picChg>
        <pc:picChg chg="mod">
          <ac:chgData name="Nagotu Dilip Kumar" userId="e960ee6c-1011-46fd-ab26-7447e3dfc484" providerId="ADAL" clId="{C537D0E1-F004-4867-A19F-CB629E995C3F}" dt="2026-06-29T13:29:01.581" v="1588" actId="1036"/>
          <ac:picMkLst>
            <pc:docMk/>
            <pc:sldMk cId="2152366833" sldId="2076137777"/>
            <ac:picMk id="36" creationId="{E96299A9-67E2-5D1D-012A-0B703CBABCD7}"/>
          </ac:picMkLst>
        </pc:picChg>
        <pc:cxnChg chg="mod">
          <ac:chgData name="Nagotu Dilip Kumar" userId="e960ee6c-1011-46fd-ab26-7447e3dfc484" providerId="ADAL" clId="{C537D0E1-F004-4867-A19F-CB629E995C3F}" dt="2026-06-29T12:47:55.400" v="1276" actId="1076"/>
          <ac:cxnSpMkLst>
            <pc:docMk/>
            <pc:sldMk cId="2152366833" sldId="2076137777"/>
            <ac:cxnSpMk id="14" creationId="{52085E63-2848-6AE8-82AB-199088385A5B}"/>
          </ac:cxnSpMkLst>
        </pc:cxnChg>
        <pc:cxnChg chg="mod">
          <ac:chgData name="Nagotu Dilip Kumar" userId="e960ee6c-1011-46fd-ab26-7447e3dfc484" providerId="ADAL" clId="{C537D0E1-F004-4867-A19F-CB629E995C3F}" dt="2026-06-29T12:48:02.545" v="1280" actId="1037"/>
          <ac:cxnSpMkLst>
            <pc:docMk/>
            <pc:sldMk cId="2152366833" sldId="2076137777"/>
            <ac:cxnSpMk id="38" creationId="{5DBD036C-608E-09D7-96C1-7A5C100D321C}"/>
          </ac:cxnSpMkLst>
        </pc:cxnChg>
      </pc:sldChg>
      <pc:sldChg chg="add">
        <pc:chgData name="Nagotu Dilip Kumar" userId="e960ee6c-1011-46fd-ab26-7447e3dfc484" providerId="ADAL" clId="{C537D0E1-F004-4867-A19F-CB629E995C3F}" dt="2026-06-29T09:07:09.082" v="2"/>
        <pc:sldMkLst>
          <pc:docMk/>
          <pc:sldMk cId="67895314" sldId="2147474868"/>
        </pc:sldMkLst>
      </pc:sldChg>
      <pc:sldChg chg="modSp mod">
        <pc:chgData name="Nagotu Dilip Kumar" userId="e960ee6c-1011-46fd-ab26-7447e3dfc484" providerId="ADAL" clId="{C537D0E1-F004-4867-A19F-CB629E995C3F}" dt="2026-06-29T13:22:58.984" v="1533" actId="207"/>
        <pc:sldMkLst>
          <pc:docMk/>
          <pc:sldMk cId="553572738" sldId="2147474869"/>
        </pc:sldMkLst>
        <pc:spChg chg="mod">
          <ac:chgData name="Nagotu Dilip Kumar" userId="e960ee6c-1011-46fd-ab26-7447e3dfc484" providerId="ADAL" clId="{C537D0E1-F004-4867-A19F-CB629E995C3F}" dt="2026-06-29T12:45:22.494" v="1263" actId="207"/>
          <ac:spMkLst>
            <pc:docMk/>
            <pc:sldMk cId="553572738" sldId="2147474869"/>
            <ac:spMk id="26" creationId="{30D8C49F-DD7C-363C-6AFE-D36E80D21CD9}"/>
          </ac:spMkLst>
        </pc:spChg>
        <pc:spChg chg="mod">
          <ac:chgData name="Nagotu Dilip Kumar" userId="e960ee6c-1011-46fd-ab26-7447e3dfc484" providerId="ADAL" clId="{C537D0E1-F004-4867-A19F-CB629E995C3F}" dt="2026-06-29T12:45:22.494" v="1263" actId="207"/>
          <ac:spMkLst>
            <pc:docMk/>
            <pc:sldMk cId="553572738" sldId="2147474869"/>
            <ac:spMk id="27" creationId="{A8617FEB-B78B-C491-7CC9-94CBC65A3B73}"/>
          </ac:spMkLst>
        </pc:spChg>
        <pc:spChg chg="mod">
          <ac:chgData name="Nagotu Dilip Kumar" userId="e960ee6c-1011-46fd-ab26-7447e3dfc484" providerId="ADAL" clId="{C537D0E1-F004-4867-A19F-CB629E995C3F}" dt="2026-06-29T12:45:22.494" v="1263" actId="207"/>
          <ac:spMkLst>
            <pc:docMk/>
            <pc:sldMk cId="553572738" sldId="2147474869"/>
            <ac:spMk id="29" creationId="{B509AB51-1874-942D-30F3-69D8E54C4FB4}"/>
          </ac:spMkLst>
        </pc:spChg>
        <pc:spChg chg="mod">
          <ac:chgData name="Nagotu Dilip Kumar" userId="e960ee6c-1011-46fd-ab26-7447e3dfc484" providerId="ADAL" clId="{C537D0E1-F004-4867-A19F-CB629E995C3F}" dt="2026-06-29T12:45:22.494" v="1263" actId="207"/>
          <ac:spMkLst>
            <pc:docMk/>
            <pc:sldMk cId="553572738" sldId="2147474869"/>
            <ac:spMk id="31" creationId="{274D546F-9776-C998-39F3-4519C51D9D08}"/>
          </ac:spMkLst>
        </pc:spChg>
        <pc:spChg chg="mod">
          <ac:chgData name="Nagotu Dilip Kumar" userId="e960ee6c-1011-46fd-ab26-7447e3dfc484" providerId="ADAL" clId="{C537D0E1-F004-4867-A19F-CB629E995C3F}" dt="2026-06-29T12:45:22.494" v="1263" actId="207"/>
          <ac:spMkLst>
            <pc:docMk/>
            <pc:sldMk cId="553572738" sldId="2147474869"/>
            <ac:spMk id="33" creationId="{B91773E1-8086-E408-3EDE-5CFC0FE461E1}"/>
          </ac:spMkLst>
        </pc:spChg>
        <pc:spChg chg="mod">
          <ac:chgData name="Nagotu Dilip Kumar" userId="e960ee6c-1011-46fd-ab26-7447e3dfc484" providerId="ADAL" clId="{C537D0E1-F004-4867-A19F-CB629E995C3F}" dt="2026-06-29T13:22:58.984" v="1533" actId="207"/>
          <ac:spMkLst>
            <pc:docMk/>
            <pc:sldMk cId="553572738" sldId="2147474869"/>
            <ac:spMk id="37" creationId="{9F853993-C0EA-71F1-2E3B-B0407D1D5AAD}"/>
          </ac:spMkLst>
        </pc:spChg>
        <pc:spChg chg="mod">
          <ac:chgData name="Nagotu Dilip Kumar" userId="e960ee6c-1011-46fd-ab26-7447e3dfc484" providerId="ADAL" clId="{C537D0E1-F004-4867-A19F-CB629E995C3F}" dt="2026-06-29T12:45:16.894" v="1261" actId="14100"/>
          <ac:spMkLst>
            <pc:docMk/>
            <pc:sldMk cId="553572738" sldId="2147474869"/>
            <ac:spMk id="41" creationId="{2C6AC5B3-F11E-CCA2-88FA-E124B3A0996B}"/>
          </ac:spMkLst>
        </pc:spChg>
      </pc:sldChg>
      <pc:sldChg chg="addSp modSp mod">
        <pc:chgData name="Nagotu Dilip Kumar" userId="e960ee6c-1011-46fd-ab26-7447e3dfc484" providerId="ADAL" clId="{C537D0E1-F004-4867-A19F-CB629E995C3F}" dt="2026-06-29T13:21:07.953" v="1531" actId="207"/>
        <pc:sldMkLst>
          <pc:docMk/>
          <pc:sldMk cId="1305668230" sldId="2147474870"/>
        </pc:sldMkLst>
        <pc:spChg chg="mod">
          <ac:chgData name="Nagotu Dilip Kumar" userId="e960ee6c-1011-46fd-ab26-7447e3dfc484" providerId="ADAL" clId="{C537D0E1-F004-4867-A19F-CB629E995C3F}" dt="2026-06-29T12:45:45.310" v="1267" actId="207"/>
          <ac:spMkLst>
            <pc:docMk/>
            <pc:sldMk cId="1305668230" sldId="2147474870"/>
            <ac:spMk id="9" creationId="{A7868FAD-0876-6366-6BE0-404723573760}"/>
          </ac:spMkLst>
        </pc:spChg>
        <pc:spChg chg="mod">
          <ac:chgData name="Nagotu Dilip Kumar" userId="e960ee6c-1011-46fd-ab26-7447e3dfc484" providerId="ADAL" clId="{C537D0E1-F004-4867-A19F-CB629E995C3F}" dt="2026-06-29T12:45:45.310" v="1267" actId="207"/>
          <ac:spMkLst>
            <pc:docMk/>
            <pc:sldMk cId="1305668230" sldId="2147474870"/>
            <ac:spMk id="10" creationId="{0CDD7D23-B28C-4CB1-827D-0E763227457D}"/>
          </ac:spMkLst>
        </pc:spChg>
        <pc:spChg chg="mod">
          <ac:chgData name="Nagotu Dilip Kumar" userId="e960ee6c-1011-46fd-ab26-7447e3dfc484" providerId="ADAL" clId="{C537D0E1-F004-4867-A19F-CB629E995C3F}" dt="2026-06-29T12:45:45.310" v="1267" actId="207"/>
          <ac:spMkLst>
            <pc:docMk/>
            <pc:sldMk cId="1305668230" sldId="2147474870"/>
            <ac:spMk id="11" creationId="{6A8DC635-761E-0495-E910-7B76307FBBA2}"/>
          </ac:spMkLst>
        </pc:spChg>
        <pc:spChg chg="mod">
          <ac:chgData name="Nagotu Dilip Kumar" userId="e960ee6c-1011-46fd-ab26-7447e3dfc484" providerId="ADAL" clId="{C537D0E1-F004-4867-A19F-CB629E995C3F}" dt="2026-06-29T13:20:15.105" v="1516" actId="2085"/>
          <ac:spMkLst>
            <pc:docMk/>
            <pc:sldMk cId="1305668230" sldId="2147474870"/>
            <ac:spMk id="12" creationId="{26A37F64-5B11-AA1D-86D1-09703195E302}"/>
          </ac:spMkLst>
        </pc:spChg>
        <pc:spChg chg="mod">
          <ac:chgData name="Nagotu Dilip Kumar" userId="e960ee6c-1011-46fd-ab26-7447e3dfc484" providerId="ADAL" clId="{C537D0E1-F004-4867-A19F-CB629E995C3F}" dt="2026-06-29T13:21:07.953" v="1531" actId="207"/>
          <ac:spMkLst>
            <pc:docMk/>
            <pc:sldMk cId="1305668230" sldId="2147474870"/>
            <ac:spMk id="14" creationId="{B27B45DC-47DB-1B7F-DA45-EDB4CA357554}"/>
          </ac:spMkLst>
        </pc:spChg>
        <pc:spChg chg="mod">
          <ac:chgData name="Nagotu Dilip Kumar" userId="e960ee6c-1011-46fd-ab26-7447e3dfc484" providerId="ADAL" clId="{C537D0E1-F004-4867-A19F-CB629E995C3F}" dt="2026-06-29T13:20:43.519" v="1525" actId="408"/>
          <ac:spMkLst>
            <pc:docMk/>
            <pc:sldMk cId="1305668230" sldId="2147474870"/>
            <ac:spMk id="15" creationId="{806D33A2-AAC5-58DA-143B-EDC6CBDAC0B9}"/>
          </ac:spMkLst>
        </pc:spChg>
        <pc:spChg chg="mod">
          <ac:chgData name="Nagotu Dilip Kumar" userId="e960ee6c-1011-46fd-ab26-7447e3dfc484" providerId="ADAL" clId="{C537D0E1-F004-4867-A19F-CB629E995C3F}" dt="2026-06-29T13:20:56.342" v="1529" actId="14100"/>
          <ac:spMkLst>
            <pc:docMk/>
            <pc:sldMk cId="1305668230" sldId="2147474870"/>
            <ac:spMk id="16" creationId="{2BA8C38F-57B8-6FC5-9D7E-77C82E5A107D}"/>
          </ac:spMkLst>
        </pc:spChg>
        <pc:spChg chg="mod">
          <ac:chgData name="Nagotu Dilip Kumar" userId="e960ee6c-1011-46fd-ab26-7447e3dfc484" providerId="ADAL" clId="{C537D0E1-F004-4867-A19F-CB629E995C3F}" dt="2026-06-29T13:21:00.724" v="1530" actId="14100"/>
          <ac:spMkLst>
            <pc:docMk/>
            <pc:sldMk cId="1305668230" sldId="2147474870"/>
            <ac:spMk id="17" creationId="{7057D962-0C89-E7A6-C1BB-C1A4A432A3A8}"/>
          </ac:spMkLst>
        </pc:spChg>
        <pc:grpChg chg="add mod">
          <ac:chgData name="Nagotu Dilip Kumar" userId="e960ee6c-1011-46fd-ab26-7447e3dfc484" providerId="ADAL" clId="{C537D0E1-F004-4867-A19F-CB629E995C3F}" dt="2026-06-29T13:20:53.874" v="1528" actId="14100"/>
          <ac:grpSpMkLst>
            <pc:docMk/>
            <pc:sldMk cId="1305668230" sldId="2147474870"/>
            <ac:grpSpMk id="25" creationId="{5CB71D87-6E3E-A64F-CD79-151053291440}"/>
          </ac:grpSpMkLst>
        </pc:grpChg>
        <pc:picChg chg="mod">
          <ac:chgData name="Nagotu Dilip Kumar" userId="e960ee6c-1011-46fd-ab26-7447e3dfc484" providerId="ADAL" clId="{C537D0E1-F004-4867-A19F-CB629E995C3F}" dt="2026-06-29T13:20:00.122" v="1513" actId="1076"/>
          <ac:picMkLst>
            <pc:docMk/>
            <pc:sldMk cId="1305668230" sldId="2147474870"/>
            <ac:picMk id="19" creationId="{E70BEE86-20E2-67FD-E60D-247AB4A9E900}"/>
          </ac:picMkLst>
        </pc:picChg>
        <pc:cxnChg chg="add mod">
          <ac:chgData name="Nagotu Dilip Kumar" userId="e960ee6c-1011-46fd-ab26-7447e3dfc484" providerId="ADAL" clId="{C537D0E1-F004-4867-A19F-CB629E995C3F}" dt="2026-06-29T13:20:50.703" v="1526" actId="164"/>
          <ac:cxnSpMkLst>
            <pc:docMk/>
            <pc:sldMk cId="1305668230" sldId="2147474870"/>
            <ac:cxnSpMk id="20" creationId="{01FC3AA3-8866-9B05-46E7-8793FB12AFBF}"/>
          </ac:cxnSpMkLst>
        </pc:cxnChg>
        <pc:cxnChg chg="add mod">
          <ac:chgData name="Nagotu Dilip Kumar" userId="e960ee6c-1011-46fd-ab26-7447e3dfc484" providerId="ADAL" clId="{C537D0E1-F004-4867-A19F-CB629E995C3F}" dt="2026-06-29T13:20:50.703" v="1526" actId="164"/>
          <ac:cxnSpMkLst>
            <pc:docMk/>
            <pc:sldMk cId="1305668230" sldId="2147474870"/>
            <ac:cxnSpMk id="22" creationId="{C3656F15-2BA4-F989-CC60-0C8DCE7FC583}"/>
          </ac:cxnSpMkLst>
        </pc:cxnChg>
        <pc:cxnChg chg="add mod">
          <ac:chgData name="Nagotu Dilip Kumar" userId="e960ee6c-1011-46fd-ab26-7447e3dfc484" providerId="ADAL" clId="{C537D0E1-F004-4867-A19F-CB629E995C3F}" dt="2026-06-29T13:20:50.703" v="1526" actId="164"/>
          <ac:cxnSpMkLst>
            <pc:docMk/>
            <pc:sldMk cId="1305668230" sldId="2147474870"/>
            <ac:cxnSpMk id="24" creationId="{7D5A3376-4A75-885B-9AB9-43F7FCF579A4}"/>
          </ac:cxnSpMkLst>
        </pc:cxnChg>
      </pc:sldChg>
      <pc:sldChg chg="modSp mod">
        <pc:chgData name="Nagotu Dilip Kumar" userId="e960ee6c-1011-46fd-ab26-7447e3dfc484" providerId="ADAL" clId="{C537D0E1-F004-4867-A19F-CB629E995C3F}" dt="2026-06-29T13:23:35.379" v="1534" actId="1076"/>
        <pc:sldMkLst>
          <pc:docMk/>
          <pc:sldMk cId="1014566364" sldId="2147474871"/>
        </pc:sldMkLst>
      </pc:sldChg>
      <pc:sldChg chg="addSp delSp modSp add mod">
        <pc:chgData name="Nagotu Dilip Kumar" userId="e960ee6c-1011-46fd-ab26-7447e3dfc484" providerId="ADAL" clId="{C537D0E1-F004-4867-A19F-CB629E995C3F}" dt="2026-06-29T11:31:40.613" v="269" actId="1076"/>
        <pc:sldMkLst>
          <pc:docMk/>
          <pc:sldMk cId="3002218494" sldId="2147474877"/>
        </pc:sldMkLst>
        <pc:spChg chg="mod">
          <ac:chgData name="Nagotu Dilip Kumar" userId="e960ee6c-1011-46fd-ab26-7447e3dfc484" providerId="ADAL" clId="{C537D0E1-F004-4867-A19F-CB629E995C3F}" dt="2026-06-29T11:31:26.847" v="259" actId="1076"/>
          <ac:spMkLst>
            <pc:docMk/>
            <pc:sldMk cId="3002218494" sldId="2147474877"/>
            <ac:spMk id="3" creationId="{8C2BDCA4-A765-4EDC-268D-6345C9CB6CFA}"/>
          </ac:spMkLst>
        </pc:spChg>
        <pc:spChg chg="mod">
          <ac:chgData name="Nagotu Dilip Kumar" userId="e960ee6c-1011-46fd-ab26-7447e3dfc484" providerId="ADAL" clId="{C537D0E1-F004-4867-A19F-CB629E995C3F}" dt="2026-06-29T11:31:22.750" v="258" actId="1076"/>
          <ac:spMkLst>
            <pc:docMk/>
            <pc:sldMk cId="3002218494" sldId="2147474877"/>
            <ac:spMk id="6" creationId="{3A5D230B-DA61-5BD6-2DFD-093DFEB7CC8B}"/>
          </ac:spMkLst>
        </pc:spChg>
        <pc:spChg chg="add mod">
          <ac:chgData name="Nagotu Dilip Kumar" userId="e960ee6c-1011-46fd-ab26-7447e3dfc484" providerId="ADAL" clId="{C537D0E1-F004-4867-A19F-CB629E995C3F}" dt="2026-06-29T11:31:32.955" v="265" actId="14100"/>
          <ac:spMkLst>
            <pc:docMk/>
            <pc:sldMk cId="3002218494" sldId="2147474877"/>
            <ac:spMk id="7" creationId="{02B69F8F-EB1A-85CE-C3B1-32DC6D84F799}"/>
          </ac:spMkLst>
        </pc:spChg>
        <pc:spChg chg="add mod">
          <ac:chgData name="Nagotu Dilip Kumar" userId="e960ee6c-1011-46fd-ab26-7447e3dfc484" providerId="ADAL" clId="{C537D0E1-F004-4867-A19F-CB629E995C3F}" dt="2026-06-29T11:31:22.750" v="258" actId="1076"/>
          <ac:spMkLst>
            <pc:docMk/>
            <pc:sldMk cId="3002218494" sldId="2147474877"/>
            <ac:spMk id="8" creationId="{B935D890-11B7-9BDB-E890-BD5B1F41077E}"/>
          </ac:spMkLst>
        </pc:spChg>
        <pc:spChg chg="add mod">
          <ac:chgData name="Nagotu Dilip Kumar" userId="e960ee6c-1011-46fd-ab26-7447e3dfc484" providerId="ADAL" clId="{C537D0E1-F004-4867-A19F-CB629E995C3F}" dt="2026-06-29T11:31:35.293" v="266" actId="14100"/>
          <ac:spMkLst>
            <pc:docMk/>
            <pc:sldMk cId="3002218494" sldId="2147474877"/>
            <ac:spMk id="9" creationId="{98F1B05D-44AC-C23A-151C-757ABAA15483}"/>
          </ac:spMkLst>
        </pc:spChg>
        <pc:spChg chg="add mod">
          <ac:chgData name="Nagotu Dilip Kumar" userId="e960ee6c-1011-46fd-ab26-7447e3dfc484" providerId="ADAL" clId="{C537D0E1-F004-4867-A19F-CB629E995C3F}" dt="2026-06-29T11:31:22.750" v="258" actId="1076"/>
          <ac:spMkLst>
            <pc:docMk/>
            <pc:sldMk cId="3002218494" sldId="2147474877"/>
            <ac:spMk id="10" creationId="{9143BED2-33B6-627C-C3E6-9E59BDAB54C6}"/>
          </ac:spMkLst>
        </pc:spChg>
        <pc:spChg chg="add mod">
          <ac:chgData name="Nagotu Dilip Kumar" userId="e960ee6c-1011-46fd-ab26-7447e3dfc484" providerId="ADAL" clId="{C537D0E1-F004-4867-A19F-CB629E995C3F}" dt="2026-06-29T11:31:37.133" v="267" actId="14100"/>
          <ac:spMkLst>
            <pc:docMk/>
            <pc:sldMk cId="3002218494" sldId="2147474877"/>
            <ac:spMk id="12" creationId="{88817465-24DC-2C2B-B5F6-09CF4000C47D}"/>
          </ac:spMkLst>
        </pc:spChg>
        <pc:spChg chg="add mod">
          <ac:chgData name="Nagotu Dilip Kumar" userId="e960ee6c-1011-46fd-ab26-7447e3dfc484" providerId="ADAL" clId="{C537D0E1-F004-4867-A19F-CB629E995C3F}" dt="2026-06-29T11:31:22.750" v="258" actId="1076"/>
          <ac:spMkLst>
            <pc:docMk/>
            <pc:sldMk cId="3002218494" sldId="2147474877"/>
            <ac:spMk id="13" creationId="{C63F94D5-37C2-A9C2-9D29-CE1657837FA9}"/>
          </ac:spMkLst>
        </pc:spChg>
        <pc:spChg chg="add mod">
          <ac:chgData name="Nagotu Dilip Kumar" userId="e960ee6c-1011-46fd-ab26-7447e3dfc484" providerId="ADAL" clId="{C537D0E1-F004-4867-A19F-CB629E995C3F}" dt="2026-06-29T11:31:40.613" v="269" actId="1076"/>
          <ac:spMkLst>
            <pc:docMk/>
            <pc:sldMk cId="3002218494" sldId="2147474877"/>
            <ac:spMk id="14" creationId="{C45E0ABC-0B76-DDD9-7CE4-544DCBB3F49A}"/>
          </ac:spMkLst>
        </pc:spChg>
        <pc:spChg chg="add mod">
          <ac:chgData name="Nagotu Dilip Kumar" userId="e960ee6c-1011-46fd-ab26-7447e3dfc484" providerId="ADAL" clId="{C537D0E1-F004-4867-A19F-CB629E995C3F}" dt="2026-06-29T11:31:22.750" v="258" actId="1076"/>
          <ac:spMkLst>
            <pc:docMk/>
            <pc:sldMk cId="3002218494" sldId="2147474877"/>
            <ac:spMk id="15" creationId="{CF98385C-D343-18FA-80F4-C80DAE769C3B}"/>
          </ac:spMkLst>
        </pc:spChg>
        <pc:spChg chg="add mod">
          <ac:chgData name="Nagotu Dilip Kumar" userId="e960ee6c-1011-46fd-ab26-7447e3dfc484" providerId="ADAL" clId="{C537D0E1-F004-4867-A19F-CB629E995C3F}" dt="2026-06-29T11:27:09.410" v="191" actId="14100"/>
          <ac:spMkLst>
            <pc:docMk/>
            <pc:sldMk cId="3002218494" sldId="2147474877"/>
            <ac:spMk id="17" creationId="{FC17F549-5D9E-B912-BA79-DBE6B6EFC08F}"/>
          </ac:spMkLst>
        </pc:spChg>
        <pc:spChg chg="mod">
          <ac:chgData name="Nagotu Dilip Kumar" userId="e960ee6c-1011-46fd-ab26-7447e3dfc484" providerId="ADAL" clId="{C537D0E1-F004-4867-A19F-CB629E995C3F}" dt="2026-06-29T11:26:28.726" v="179" actId="207"/>
          <ac:spMkLst>
            <pc:docMk/>
            <pc:sldMk cId="3002218494" sldId="2147474877"/>
            <ac:spMk id="19" creationId="{80035505-6F5D-B3CE-946A-4CA7DE122B1F}"/>
          </ac:spMkLst>
        </pc:spChg>
        <pc:spChg chg="mod">
          <ac:chgData name="Nagotu Dilip Kumar" userId="e960ee6c-1011-46fd-ab26-7447e3dfc484" providerId="ADAL" clId="{C537D0E1-F004-4867-A19F-CB629E995C3F}" dt="2026-06-29T11:27:01.131" v="187" actId="6549"/>
          <ac:spMkLst>
            <pc:docMk/>
            <pc:sldMk cId="3002218494" sldId="2147474877"/>
            <ac:spMk id="20" creationId="{1D0410BC-95D5-FAF9-5F2E-DAD41A735B8F}"/>
          </ac:spMkLst>
        </pc:spChg>
        <pc:spChg chg="mod">
          <ac:chgData name="Nagotu Dilip Kumar" userId="e960ee6c-1011-46fd-ab26-7447e3dfc484" providerId="ADAL" clId="{C537D0E1-F004-4867-A19F-CB629E995C3F}" dt="2026-06-29T11:27:18.364" v="193" actId="207"/>
          <ac:spMkLst>
            <pc:docMk/>
            <pc:sldMk cId="3002218494" sldId="2147474877"/>
            <ac:spMk id="21" creationId="{002E904B-5F2C-9DF7-4C73-325AF2009A3F}"/>
          </ac:spMkLst>
        </pc:spChg>
        <pc:spChg chg="mod">
          <ac:chgData name="Nagotu Dilip Kumar" userId="e960ee6c-1011-46fd-ab26-7447e3dfc484" providerId="ADAL" clId="{C537D0E1-F004-4867-A19F-CB629E995C3F}" dt="2026-06-29T11:27:24.647" v="194"/>
          <ac:spMkLst>
            <pc:docMk/>
            <pc:sldMk cId="3002218494" sldId="2147474877"/>
            <ac:spMk id="22" creationId="{7FDC05A5-A5B1-540A-DC60-1528C1C9CEF6}"/>
          </ac:spMkLst>
        </pc:spChg>
        <pc:picChg chg="mod">
          <ac:chgData name="Nagotu Dilip Kumar" userId="e960ee6c-1011-46fd-ab26-7447e3dfc484" providerId="ADAL" clId="{C537D0E1-F004-4867-A19F-CB629E995C3F}" dt="2026-06-29T11:29:36.233" v="223" actId="207"/>
          <ac:picMkLst>
            <pc:docMk/>
            <pc:sldMk cId="3002218494" sldId="2147474877"/>
            <ac:picMk id="24" creationId="{1BF52F77-FBA8-8D1E-88AE-3458AEF62E04}"/>
          </ac:picMkLst>
        </pc:picChg>
        <pc:picChg chg="mod">
          <ac:chgData name="Nagotu Dilip Kumar" userId="e960ee6c-1011-46fd-ab26-7447e3dfc484" providerId="ADAL" clId="{C537D0E1-F004-4867-A19F-CB629E995C3F}" dt="2026-06-29T11:29:40.899" v="224" actId="207"/>
          <ac:picMkLst>
            <pc:docMk/>
            <pc:sldMk cId="3002218494" sldId="2147474877"/>
            <ac:picMk id="28" creationId="{E7A5BD2E-51F6-8C77-62C9-29CFC957E881}"/>
          </ac:picMkLst>
        </pc:picChg>
        <pc:picChg chg="mod">
          <ac:chgData name="Nagotu Dilip Kumar" userId="e960ee6c-1011-46fd-ab26-7447e3dfc484" providerId="ADAL" clId="{C537D0E1-F004-4867-A19F-CB629E995C3F}" dt="2026-06-29T11:29:56.487" v="230" actId="2085"/>
          <ac:picMkLst>
            <pc:docMk/>
            <pc:sldMk cId="3002218494" sldId="2147474877"/>
            <ac:picMk id="32" creationId="{24DFE6DE-73FE-D4F3-36AC-7C917D2C31EC}"/>
          </ac:picMkLst>
        </pc:picChg>
      </pc:sldChg>
      <pc:sldChg chg="addSp delSp modSp add mod">
        <pc:chgData name="Nagotu Dilip Kumar" userId="e960ee6c-1011-46fd-ab26-7447e3dfc484" providerId="ADAL" clId="{C537D0E1-F004-4867-A19F-CB629E995C3F}" dt="2026-07-12T05:28:49.574" v="2841" actId="113"/>
        <pc:sldMkLst>
          <pc:docMk/>
          <pc:sldMk cId="1636211531" sldId="2147474879"/>
        </pc:sldMkLst>
        <pc:spChg chg="mod">
          <ac:chgData name="Nagotu Dilip Kumar" userId="e960ee6c-1011-46fd-ab26-7447e3dfc484" providerId="ADAL" clId="{C537D0E1-F004-4867-A19F-CB629E995C3F}" dt="2026-07-12T05:28:49.574" v="2841" actId="113"/>
          <ac:spMkLst>
            <pc:docMk/>
            <pc:sldMk cId="1636211531" sldId="2147474879"/>
            <ac:spMk id="2" creationId="{4A3D47B9-9300-2DA7-9C15-1D5E7E9989B7}"/>
          </ac:spMkLst>
        </pc:spChg>
        <pc:spChg chg="add mod">
          <ac:chgData name="Nagotu Dilip Kumar" userId="e960ee6c-1011-46fd-ab26-7447e3dfc484" providerId="ADAL" clId="{C537D0E1-F004-4867-A19F-CB629E995C3F}" dt="2026-06-29T11:58:31.653" v="684" actId="1035"/>
          <ac:spMkLst>
            <pc:docMk/>
            <pc:sldMk cId="1636211531" sldId="2147474879"/>
            <ac:spMk id="7" creationId="{B93664D7-EB4D-2C1A-A884-1A1B9B98F83F}"/>
          </ac:spMkLst>
        </pc:spChg>
        <pc:spChg chg="add mod">
          <ac:chgData name="Nagotu Dilip Kumar" userId="e960ee6c-1011-46fd-ab26-7447e3dfc484" providerId="ADAL" clId="{C537D0E1-F004-4867-A19F-CB629E995C3F}" dt="2026-06-29T11:58:31.653" v="684" actId="1035"/>
          <ac:spMkLst>
            <pc:docMk/>
            <pc:sldMk cId="1636211531" sldId="2147474879"/>
            <ac:spMk id="9" creationId="{F8485356-CDB7-B1CF-93CF-76FC645BFB7F}"/>
          </ac:spMkLst>
        </pc:spChg>
        <pc:spChg chg="add mod">
          <ac:chgData name="Nagotu Dilip Kumar" userId="e960ee6c-1011-46fd-ab26-7447e3dfc484" providerId="ADAL" clId="{C537D0E1-F004-4867-A19F-CB629E995C3F}" dt="2026-06-29T11:58:31.653" v="684" actId="1035"/>
          <ac:spMkLst>
            <pc:docMk/>
            <pc:sldMk cId="1636211531" sldId="2147474879"/>
            <ac:spMk id="15" creationId="{DCCC31EC-317F-10E8-9493-63D25CDB5E25}"/>
          </ac:spMkLst>
        </pc:spChg>
        <pc:spChg chg="add mod">
          <ac:chgData name="Nagotu Dilip Kumar" userId="e960ee6c-1011-46fd-ab26-7447e3dfc484" providerId="ADAL" clId="{C537D0E1-F004-4867-A19F-CB629E995C3F}" dt="2026-06-29T11:58:31.653" v="684" actId="1035"/>
          <ac:spMkLst>
            <pc:docMk/>
            <pc:sldMk cId="1636211531" sldId="2147474879"/>
            <ac:spMk id="32" creationId="{09AFF4C9-C530-6442-13EE-FC8AB8E3C689}"/>
          </ac:spMkLst>
        </pc:spChg>
        <pc:spChg chg="add mod">
          <ac:chgData name="Nagotu Dilip Kumar" userId="e960ee6c-1011-46fd-ab26-7447e3dfc484" providerId="ADAL" clId="{C537D0E1-F004-4867-A19F-CB629E995C3F}" dt="2026-06-29T11:58:31.653" v="684" actId="1035"/>
          <ac:spMkLst>
            <pc:docMk/>
            <pc:sldMk cId="1636211531" sldId="2147474879"/>
            <ac:spMk id="33" creationId="{7CDE1E92-4692-C9FA-34C7-C0BB355F7A8F}"/>
          </ac:spMkLst>
        </pc:spChg>
        <pc:spChg chg="add mod">
          <ac:chgData name="Nagotu Dilip Kumar" userId="e960ee6c-1011-46fd-ab26-7447e3dfc484" providerId="ADAL" clId="{C537D0E1-F004-4867-A19F-CB629E995C3F}" dt="2026-06-29T11:58:31.653" v="684" actId="1035"/>
          <ac:spMkLst>
            <pc:docMk/>
            <pc:sldMk cId="1636211531" sldId="2147474879"/>
            <ac:spMk id="34" creationId="{A409A8B8-9D2A-CD61-2A9F-DEA65A983BA9}"/>
          </ac:spMkLst>
        </pc:spChg>
        <pc:spChg chg="add mod">
          <ac:chgData name="Nagotu Dilip Kumar" userId="e960ee6c-1011-46fd-ab26-7447e3dfc484" providerId="ADAL" clId="{C537D0E1-F004-4867-A19F-CB629E995C3F}" dt="2026-06-29T11:58:31.653" v="684" actId="1035"/>
          <ac:spMkLst>
            <pc:docMk/>
            <pc:sldMk cId="1636211531" sldId="2147474879"/>
            <ac:spMk id="41" creationId="{EA673C35-8FBB-C407-5A29-3296E00E72C9}"/>
          </ac:spMkLst>
        </pc:spChg>
        <pc:spChg chg="add mod">
          <ac:chgData name="Nagotu Dilip Kumar" userId="e960ee6c-1011-46fd-ab26-7447e3dfc484" providerId="ADAL" clId="{C537D0E1-F004-4867-A19F-CB629E995C3F}" dt="2026-06-29T11:57:43.927" v="661" actId="14100"/>
          <ac:spMkLst>
            <pc:docMk/>
            <pc:sldMk cId="1636211531" sldId="2147474879"/>
            <ac:spMk id="42" creationId="{48AE6922-A729-EF5A-B6E8-16AFD2648D0E}"/>
          </ac:spMkLst>
        </pc:spChg>
        <pc:spChg chg="add mod">
          <ac:chgData name="Nagotu Dilip Kumar" userId="e960ee6c-1011-46fd-ab26-7447e3dfc484" providerId="ADAL" clId="{C537D0E1-F004-4867-A19F-CB629E995C3F}" dt="2026-06-29T11:57:46.215" v="662" actId="1076"/>
          <ac:spMkLst>
            <pc:docMk/>
            <pc:sldMk cId="1636211531" sldId="2147474879"/>
            <ac:spMk id="43" creationId="{79DC98FB-11A7-E82B-5027-EA20FD6EB0F2}"/>
          </ac:spMkLst>
        </pc:spChg>
        <pc:spChg chg="add mod">
          <ac:chgData name="Nagotu Dilip Kumar" userId="e960ee6c-1011-46fd-ab26-7447e3dfc484" providerId="ADAL" clId="{C537D0E1-F004-4867-A19F-CB629E995C3F}" dt="2026-06-29T11:58:31.653" v="684" actId="1035"/>
          <ac:spMkLst>
            <pc:docMk/>
            <pc:sldMk cId="1636211531" sldId="2147474879"/>
            <ac:spMk id="45" creationId="{6A737FC1-76A8-CAA3-4110-FDEC6A732916}"/>
          </ac:spMkLst>
        </pc:spChg>
        <pc:spChg chg="add mod">
          <ac:chgData name="Nagotu Dilip Kumar" userId="e960ee6c-1011-46fd-ab26-7447e3dfc484" providerId="ADAL" clId="{C537D0E1-F004-4867-A19F-CB629E995C3F}" dt="2026-06-29T11:58:31.653" v="684" actId="1035"/>
          <ac:spMkLst>
            <pc:docMk/>
            <pc:sldMk cId="1636211531" sldId="2147474879"/>
            <ac:spMk id="46" creationId="{EE4FC360-5039-80E3-E713-D32420574655}"/>
          </ac:spMkLst>
        </pc:spChg>
        <pc:spChg chg="add mod">
          <ac:chgData name="Nagotu Dilip Kumar" userId="e960ee6c-1011-46fd-ab26-7447e3dfc484" providerId="ADAL" clId="{C537D0E1-F004-4867-A19F-CB629E995C3F}" dt="2026-06-29T11:58:31.653" v="684" actId="1035"/>
          <ac:spMkLst>
            <pc:docMk/>
            <pc:sldMk cId="1636211531" sldId="2147474879"/>
            <ac:spMk id="47" creationId="{88E51E2F-4349-938D-01E8-0084AE915AAB}"/>
          </ac:spMkLst>
        </pc:spChg>
        <pc:picChg chg="add mod">
          <ac:chgData name="Nagotu Dilip Kumar" userId="e960ee6c-1011-46fd-ab26-7447e3dfc484" providerId="ADAL" clId="{C537D0E1-F004-4867-A19F-CB629E995C3F}" dt="2026-06-29T11:56:38.769" v="643" actId="12788"/>
          <ac:picMkLst>
            <pc:docMk/>
            <pc:sldMk cId="1636211531" sldId="2147474879"/>
            <ac:picMk id="22" creationId="{E84D8DFB-1EB9-0B08-42B1-E0342C6E25DD}"/>
          </ac:picMkLst>
        </pc:picChg>
        <pc:picChg chg="add mod">
          <ac:chgData name="Nagotu Dilip Kumar" userId="e960ee6c-1011-46fd-ab26-7447e3dfc484" providerId="ADAL" clId="{C537D0E1-F004-4867-A19F-CB629E995C3F}" dt="2026-06-29T11:57:10.180" v="653" actId="1076"/>
          <ac:picMkLst>
            <pc:docMk/>
            <pc:sldMk cId="1636211531" sldId="2147474879"/>
            <ac:picMk id="36" creationId="{C7A34400-B496-3D0A-856B-A2641970C4D7}"/>
          </ac:picMkLst>
        </pc:picChg>
        <pc:picChg chg="add mod">
          <ac:chgData name="Nagotu Dilip Kumar" userId="e960ee6c-1011-46fd-ab26-7447e3dfc484" providerId="ADAL" clId="{C537D0E1-F004-4867-A19F-CB629E995C3F}" dt="2026-06-29T11:57:59.948" v="667" actId="1076"/>
          <ac:picMkLst>
            <pc:docMk/>
            <pc:sldMk cId="1636211531" sldId="2147474879"/>
            <ac:picMk id="49" creationId="{46D98ACB-1EF1-F974-EF7E-4AF5C2B70E2B}"/>
          </ac:picMkLst>
        </pc:picChg>
        <pc:picChg chg="add mod">
          <ac:chgData name="Nagotu Dilip Kumar" userId="e960ee6c-1011-46fd-ab26-7447e3dfc484" providerId="ADAL" clId="{C537D0E1-F004-4867-A19F-CB629E995C3F}" dt="2026-06-29T11:58:26.356" v="675" actId="1076"/>
          <ac:picMkLst>
            <pc:docMk/>
            <pc:sldMk cId="1636211531" sldId="2147474879"/>
            <ac:picMk id="50" creationId="{9C735DDC-E08B-4F80-91E0-462C5395C1DE}"/>
          </ac:picMkLst>
        </pc:picChg>
        <pc:cxnChg chg="add mod">
          <ac:chgData name="Nagotu Dilip Kumar" userId="e960ee6c-1011-46fd-ab26-7447e3dfc484" providerId="ADAL" clId="{C537D0E1-F004-4867-A19F-CB629E995C3F}" dt="2026-06-29T11:56:03.151" v="627" actId="1076"/>
          <ac:cxnSpMkLst>
            <pc:docMk/>
            <pc:sldMk cId="1636211531" sldId="2147474879"/>
            <ac:cxnSpMk id="17" creationId="{C6FA97A5-5D07-755C-F2DB-ACB2F3041149}"/>
          </ac:cxnSpMkLst>
        </pc:cxnChg>
      </pc:sldChg>
      <pc:sldChg chg="addSp delSp modSp new mod">
        <pc:chgData name="Nagotu Dilip Kumar" userId="e960ee6c-1011-46fd-ab26-7447e3dfc484" providerId="ADAL" clId="{C537D0E1-F004-4867-A19F-CB629E995C3F}" dt="2026-06-29T12:12:21.956" v="835" actId="207"/>
        <pc:sldMkLst>
          <pc:docMk/>
          <pc:sldMk cId="2685246618" sldId="2147474883"/>
        </pc:sldMkLst>
        <pc:spChg chg="mod">
          <ac:chgData name="Nagotu Dilip Kumar" userId="e960ee6c-1011-46fd-ab26-7447e3dfc484" providerId="ADAL" clId="{C537D0E1-F004-4867-A19F-CB629E995C3F}" dt="2026-06-29T12:11:05.570" v="824"/>
          <ac:spMkLst>
            <pc:docMk/>
            <pc:sldMk cId="2685246618" sldId="2147474883"/>
            <ac:spMk id="2" creationId="{5F12E4B9-C3E1-75E0-F51C-A443A70EC359}"/>
          </ac:spMkLst>
        </pc:spChg>
        <pc:spChg chg="mod">
          <ac:chgData name="Nagotu Dilip Kumar" userId="e960ee6c-1011-46fd-ab26-7447e3dfc484" providerId="ADAL" clId="{C537D0E1-F004-4867-A19F-CB629E995C3F}" dt="2026-06-29T12:11:37.402" v="825"/>
          <ac:spMkLst>
            <pc:docMk/>
            <pc:sldMk cId="2685246618" sldId="2147474883"/>
            <ac:spMk id="13" creationId="{75DCADBC-37BE-8C5D-EFB8-1FB0FF29C446}"/>
          </ac:spMkLst>
        </pc:spChg>
        <pc:spChg chg="mod">
          <ac:chgData name="Nagotu Dilip Kumar" userId="e960ee6c-1011-46fd-ab26-7447e3dfc484" providerId="ADAL" clId="{C537D0E1-F004-4867-A19F-CB629E995C3F}" dt="2026-06-29T12:11:37.402" v="825"/>
          <ac:spMkLst>
            <pc:docMk/>
            <pc:sldMk cId="2685246618" sldId="2147474883"/>
            <ac:spMk id="14" creationId="{32BEFEC7-5437-AD20-4AA5-1BE49ABF10E9}"/>
          </ac:spMkLst>
        </pc:spChg>
        <pc:spChg chg="mod">
          <ac:chgData name="Nagotu Dilip Kumar" userId="e960ee6c-1011-46fd-ab26-7447e3dfc484" providerId="ADAL" clId="{C537D0E1-F004-4867-A19F-CB629E995C3F}" dt="2026-06-29T12:11:37.402" v="825"/>
          <ac:spMkLst>
            <pc:docMk/>
            <pc:sldMk cId="2685246618" sldId="2147474883"/>
            <ac:spMk id="21" creationId="{C29CD3EF-8897-EB16-F2A3-2F61D273E682}"/>
          </ac:spMkLst>
        </pc:spChg>
        <pc:spChg chg="add mod ord">
          <ac:chgData name="Nagotu Dilip Kumar" userId="e960ee6c-1011-46fd-ab26-7447e3dfc484" providerId="ADAL" clId="{C537D0E1-F004-4867-A19F-CB629E995C3F}" dt="2026-06-29T12:11:44.341" v="827" actId="207"/>
          <ac:spMkLst>
            <pc:docMk/>
            <pc:sldMk cId="2685246618" sldId="2147474883"/>
            <ac:spMk id="22" creationId="{50CE2876-8D5E-21DF-A726-B98BADBE11AA}"/>
          </ac:spMkLst>
        </pc:spChg>
        <pc:spChg chg="add mod">
          <ac:chgData name="Nagotu Dilip Kumar" userId="e960ee6c-1011-46fd-ab26-7447e3dfc484" providerId="ADAL" clId="{C537D0E1-F004-4867-A19F-CB629E995C3F}" dt="2026-06-29T12:11:37.402" v="825"/>
          <ac:spMkLst>
            <pc:docMk/>
            <pc:sldMk cId="2685246618" sldId="2147474883"/>
            <ac:spMk id="23" creationId="{E5189EEB-F81C-30E7-9076-00E424857AF1}"/>
          </ac:spMkLst>
        </pc:spChg>
        <pc:spChg chg="add mod ord">
          <ac:chgData name="Nagotu Dilip Kumar" userId="e960ee6c-1011-46fd-ab26-7447e3dfc484" providerId="ADAL" clId="{C537D0E1-F004-4867-A19F-CB629E995C3F}" dt="2026-06-29T12:11:44.341" v="827" actId="207"/>
          <ac:spMkLst>
            <pc:docMk/>
            <pc:sldMk cId="2685246618" sldId="2147474883"/>
            <ac:spMk id="24" creationId="{B4255396-3993-7CA9-CEF9-674B7AF4589B}"/>
          </ac:spMkLst>
        </pc:spChg>
        <pc:spChg chg="mod">
          <ac:chgData name="Nagotu Dilip Kumar" userId="e960ee6c-1011-46fd-ab26-7447e3dfc484" providerId="ADAL" clId="{C537D0E1-F004-4867-A19F-CB629E995C3F}" dt="2026-06-29T12:12:21.956" v="835" actId="207"/>
          <ac:spMkLst>
            <pc:docMk/>
            <pc:sldMk cId="2685246618" sldId="2147474883"/>
            <ac:spMk id="25" creationId="{BD0FCE8C-83BC-9732-4A07-9A3AC2489BFD}"/>
          </ac:spMkLst>
        </pc:spChg>
        <pc:spChg chg="add mod ord">
          <ac:chgData name="Nagotu Dilip Kumar" userId="e960ee6c-1011-46fd-ab26-7447e3dfc484" providerId="ADAL" clId="{C537D0E1-F004-4867-A19F-CB629E995C3F}" dt="2026-06-29T12:11:44.341" v="827" actId="207"/>
          <ac:spMkLst>
            <pc:docMk/>
            <pc:sldMk cId="2685246618" sldId="2147474883"/>
            <ac:spMk id="26" creationId="{0D5657D2-B64E-DF52-2863-3AEC5151A4F8}"/>
          </ac:spMkLst>
        </pc:spChg>
        <pc:spChg chg="mod ord">
          <ac:chgData name="Nagotu Dilip Kumar" userId="e960ee6c-1011-46fd-ab26-7447e3dfc484" providerId="ADAL" clId="{C537D0E1-F004-4867-A19F-CB629E995C3F}" dt="2026-06-29T12:12:19.797" v="834" actId="207"/>
          <ac:spMkLst>
            <pc:docMk/>
            <pc:sldMk cId="2685246618" sldId="2147474883"/>
            <ac:spMk id="27" creationId="{16FC3D3E-87A3-6E4E-1720-E541199DDB55}"/>
          </ac:spMkLst>
        </pc:spChg>
        <pc:spChg chg="add mod">
          <ac:chgData name="Nagotu Dilip Kumar" userId="e960ee6c-1011-46fd-ab26-7447e3dfc484" providerId="ADAL" clId="{C537D0E1-F004-4867-A19F-CB629E995C3F}" dt="2026-06-29T12:11:37.402" v="825"/>
          <ac:spMkLst>
            <pc:docMk/>
            <pc:sldMk cId="2685246618" sldId="2147474883"/>
            <ac:spMk id="30" creationId="{73808F9C-CB3C-03E9-7F52-0B93412BBB99}"/>
          </ac:spMkLst>
        </pc:spChg>
        <pc:spChg chg="mod ord">
          <ac:chgData name="Nagotu Dilip Kumar" userId="e960ee6c-1011-46fd-ab26-7447e3dfc484" providerId="ADAL" clId="{C537D0E1-F004-4867-A19F-CB629E995C3F}" dt="2026-06-29T12:11:44.341" v="827" actId="207"/>
          <ac:spMkLst>
            <pc:docMk/>
            <pc:sldMk cId="2685246618" sldId="2147474883"/>
            <ac:spMk id="32" creationId="{EFE8C25B-F3D1-8314-6834-4EE229940E86}"/>
          </ac:spMkLst>
        </pc:spChg>
        <pc:spChg chg="add mod ord">
          <ac:chgData name="Nagotu Dilip Kumar" userId="e960ee6c-1011-46fd-ab26-7447e3dfc484" providerId="ADAL" clId="{C537D0E1-F004-4867-A19F-CB629E995C3F}" dt="2026-06-29T12:11:44.341" v="827" actId="207"/>
          <ac:spMkLst>
            <pc:docMk/>
            <pc:sldMk cId="2685246618" sldId="2147474883"/>
            <ac:spMk id="33" creationId="{D11AE1FC-7E71-CB7C-D3FF-E05666A877D9}"/>
          </ac:spMkLst>
        </pc:spChg>
        <pc:spChg chg="mod ord">
          <ac:chgData name="Nagotu Dilip Kumar" userId="e960ee6c-1011-46fd-ab26-7447e3dfc484" providerId="ADAL" clId="{C537D0E1-F004-4867-A19F-CB629E995C3F}" dt="2026-06-29T12:11:44.341" v="827" actId="207"/>
          <ac:spMkLst>
            <pc:docMk/>
            <pc:sldMk cId="2685246618" sldId="2147474883"/>
            <ac:spMk id="34" creationId="{2CC126C0-9BD8-AB3F-33F8-2E230583ADB0}"/>
          </ac:spMkLst>
        </pc:spChg>
        <pc:spChg chg="add mod ord">
          <ac:chgData name="Nagotu Dilip Kumar" userId="e960ee6c-1011-46fd-ab26-7447e3dfc484" providerId="ADAL" clId="{C537D0E1-F004-4867-A19F-CB629E995C3F}" dt="2026-06-29T12:11:44.341" v="827" actId="207"/>
          <ac:spMkLst>
            <pc:docMk/>
            <pc:sldMk cId="2685246618" sldId="2147474883"/>
            <ac:spMk id="35" creationId="{51D0EFE7-1F95-8FCA-CE88-FB23052E4C44}"/>
          </ac:spMkLst>
        </pc:spChg>
        <pc:spChg chg="mod ord">
          <ac:chgData name="Nagotu Dilip Kumar" userId="e960ee6c-1011-46fd-ab26-7447e3dfc484" providerId="ADAL" clId="{C537D0E1-F004-4867-A19F-CB629E995C3F}" dt="2026-06-29T12:11:44.341" v="827" actId="207"/>
          <ac:spMkLst>
            <pc:docMk/>
            <pc:sldMk cId="2685246618" sldId="2147474883"/>
            <ac:spMk id="36" creationId="{46FFDA48-6127-5355-ED77-4AD69529AA52}"/>
          </ac:spMkLst>
        </pc:spChg>
        <pc:spChg chg="mod ord">
          <ac:chgData name="Nagotu Dilip Kumar" userId="e960ee6c-1011-46fd-ab26-7447e3dfc484" providerId="ADAL" clId="{C537D0E1-F004-4867-A19F-CB629E995C3F}" dt="2026-06-29T12:11:44.341" v="827" actId="207"/>
          <ac:spMkLst>
            <pc:docMk/>
            <pc:sldMk cId="2685246618" sldId="2147474883"/>
            <ac:spMk id="39" creationId="{C4B11C53-3CEC-1148-ABA4-66616B23D4A6}"/>
          </ac:spMkLst>
        </pc:spChg>
        <pc:picChg chg="mod">
          <ac:chgData name="Nagotu Dilip Kumar" userId="e960ee6c-1011-46fd-ab26-7447e3dfc484" providerId="ADAL" clId="{C537D0E1-F004-4867-A19F-CB629E995C3F}" dt="2026-06-29T12:12:16.130" v="833" actId="207"/>
          <ac:picMkLst>
            <pc:docMk/>
            <pc:sldMk cId="2685246618" sldId="2147474883"/>
            <ac:picMk id="43" creationId="{2C515384-99ED-3983-E8A2-45FA7DE8D05B}"/>
          </ac:picMkLst>
        </pc:picChg>
        <pc:picChg chg="mod">
          <ac:chgData name="Nagotu Dilip Kumar" userId="e960ee6c-1011-46fd-ab26-7447e3dfc484" providerId="ADAL" clId="{C537D0E1-F004-4867-A19F-CB629E995C3F}" dt="2026-06-29T12:11:58.020" v="829" actId="207"/>
          <ac:picMkLst>
            <pc:docMk/>
            <pc:sldMk cId="2685246618" sldId="2147474883"/>
            <ac:picMk id="44" creationId="{E63EA82E-0156-F1D7-FF1B-F9C738E5F37A}"/>
          </ac:picMkLst>
        </pc:picChg>
        <pc:picChg chg="mod">
          <ac:chgData name="Nagotu Dilip Kumar" userId="e960ee6c-1011-46fd-ab26-7447e3dfc484" providerId="ADAL" clId="{C537D0E1-F004-4867-A19F-CB629E995C3F}" dt="2026-06-29T12:12:06.822" v="830" actId="207"/>
          <ac:picMkLst>
            <pc:docMk/>
            <pc:sldMk cId="2685246618" sldId="2147474883"/>
            <ac:picMk id="45" creationId="{EB0238BF-04CE-A0A5-0742-AA96324FFD12}"/>
          </ac:picMkLst>
        </pc:picChg>
        <pc:picChg chg="mod">
          <ac:chgData name="Nagotu Dilip Kumar" userId="e960ee6c-1011-46fd-ab26-7447e3dfc484" providerId="ADAL" clId="{C537D0E1-F004-4867-A19F-CB629E995C3F}" dt="2026-06-29T12:12:10.540" v="831" actId="207"/>
          <ac:picMkLst>
            <pc:docMk/>
            <pc:sldMk cId="2685246618" sldId="2147474883"/>
            <ac:picMk id="46" creationId="{BCC8FE69-7744-E749-C0DB-D1093A232CB1}"/>
          </ac:picMkLst>
        </pc:picChg>
        <pc:picChg chg="mod">
          <ac:chgData name="Nagotu Dilip Kumar" userId="e960ee6c-1011-46fd-ab26-7447e3dfc484" providerId="ADAL" clId="{C537D0E1-F004-4867-A19F-CB629E995C3F}" dt="2026-06-29T12:12:14.088" v="832" actId="207"/>
          <ac:picMkLst>
            <pc:docMk/>
            <pc:sldMk cId="2685246618" sldId="2147474883"/>
            <ac:picMk id="47" creationId="{9DA8AF67-3625-045E-F0C5-6554CE0B8E1C}"/>
          </ac:picMkLst>
        </pc:picChg>
        <pc:cxnChg chg="mod">
          <ac:chgData name="Nagotu Dilip Kumar" userId="e960ee6c-1011-46fd-ab26-7447e3dfc484" providerId="ADAL" clId="{C537D0E1-F004-4867-A19F-CB629E995C3F}" dt="2026-06-29T12:11:53.899" v="828" actId="208"/>
          <ac:cxnSpMkLst>
            <pc:docMk/>
            <pc:sldMk cId="2685246618" sldId="2147474883"/>
            <ac:cxnSpMk id="28" creationId="{68CB7335-E281-2BE5-75C3-BE21DC8D8B3D}"/>
          </ac:cxnSpMkLst>
        </pc:cxnChg>
        <pc:cxnChg chg="mod">
          <ac:chgData name="Nagotu Dilip Kumar" userId="e960ee6c-1011-46fd-ab26-7447e3dfc484" providerId="ADAL" clId="{C537D0E1-F004-4867-A19F-CB629E995C3F}" dt="2026-06-29T12:11:53.899" v="828" actId="208"/>
          <ac:cxnSpMkLst>
            <pc:docMk/>
            <pc:sldMk cId="2685246618" sldId="2147474883"/>
            <ac:cxnSpMk id="31" creationId="{72C35843-E07C-0248-3611-EB0FC19DFEC1}"/>
          </ac:cxnSpMkLst>
        </pc:cxnChg>
        <pc:cxnChg chg="mod">
          <ac:chgData name="Nagotu Dilip Kumar" userId="e960ee6c-1011-46fd-ab26-7447e3dfc484" providerId="ADAL" clId="{C537D0E1-F004-4867-A19F-CB629E995C3F}" dt="2026-06-29T12:11:53.899" v="828" actId="208"/>
          <ac:cxnSpMkLst>
            <pc:docMk/>
            <pc:sldMk cId="2685246618" sldId="2147474883"/>
            <ac:cxnSpMk id="38" creationId="{3EE32E04-9FB4-A597-A01D-5CF2867F7325}"/>
          </ac:cxnSpMkLst>
        </pc:cxnChg>
        <pc:cxnChg chg="mod">
          <ac:chgData name="Nagotu Dilip Kumar" userId="e960ee6c-1011-46fd-ab26-7447e3dfc484" providerId="ADAL" clId="{C537D0E1-F004-4867-A19F-CB629E995C3F}" dt="2026-06-29T12:11:53.899" v="828" actId="208"/>
          <ac:cxnSpMkLst>
            <pc:docMk/>
            <pc:sldMk cId="2685246618" sldId="2147474883"/>
            <ac:cxnSpMk id="41" creationId="{95FFC902-4A89-7140-64ED-3A4E9EA7F838}"/>
          </ac:cxnSpMkLst>
        </pc:cxnChg>
        <pc:cxnChg chg="mod">
          <ac:chgData name="Nagotu Dilip Kumar" userId="e960ee6c-1011-46fd-ab26-7447e3dfc484" providerId="ADAL" clId="{C537D0E1-F004-4867-A19F-CB629E995C3F}" dt="2026-06-29T12:11:53.899" v="828" actId="208"/>
          <ac:cxnSpMkLst>
            <pc:docMk/>
            <pc:sldMk cId="2685246618" sldId="2147474883"/>
            <ac:cxnSpMk id="42" creationId="{E2E6AF79-A2B7-A71B-B4D9-AD73CA348218}"/>
          </ac:cxnSpMkLst>
        </pc:cxnChg>
      </pc:sldChg>
      <pc:sldChg chg="addSp delSp modSp new mod">
        <pc:chgData name="Nagotu Dilip Kumar" userId="e960ee6c-1011-46fd-ab26-7447e3dfc484" providerId="ADAL" clId="{C537D0E1-F004-4867-A19F-CB629E995C3F}" dt="2026-07-12T05:29:18.722" v="2848" actId="113"/>
        <pc:sldMkLst>
          <pc:docMk/>
          <pc:sldMk cId="3216750113" sldId="2147474885"/>
        </pc:sldMkLst>
        <pc:spChg chg="mod">
          <ac:chgData name="Nagotu Dilip Kumar" userId="e960ee6c-1011-46fd-ab26-7447e3dfc484" providerId="ADAL" clId="{C537D0E1-F004-4867-A19F-CB629E995C3F}" dt="2026-07-10T17:04:12.739" v="2801" actId="2085"/>
          <ac:spMkLst>
            <pc:docMk/>
            <pc:sldMk cId="3216750113" sldId="2147474885"/>
            <ac:spMk id="12" creationId="{28496D7D-617F-FD28-B682-FF0308FC5522}"/>
          </ac:spMkLst>
        </pc:spChg>
        <pc:spChg chg="add mod">
          <ac:chgData name="Nagotu Dilip Kumar" userId="e960ee6c-1011-46fd-ab26-7447e3dfc484" providerId="ADAL" clId="{C537D0E1-F004-4867-A19F-CB629E995C3F}" dt="2026-07-10T17:04:12.739" v="2801" actId="2085"/>
          <ac:spMkLst>
            <pc:docMk/>
            <pc:sldMk cId="3216750113" sldId="2147474885"/>
            <ac:spMk id="13" creationId="{0AB2A229-46D9-A1F1-FAEA-5010D067B3BF}"/>
          </ac:spMkLst>
        </pc:spChg>
        <pc:spChg chg="add mod">
          <ac:chgData name="Nagotu Dilip Kumar" userId="e960ee6c-1011-46fd-ab26-7447e3dfc484" providerId="ADAL" clId="{C537D0E1-F004-4867-A19F-CB629E995C3F}" dt="2026-06-29T12:14:23.063" v="877" actId="1036"/>
          <ac:spMkLst>
            <pc:docMk/>
            <pc:sldMk cId="3216750113" sldId="2147474885"/>
            <ac:spMk id="14" creationId="{A8CD9C2F-9A54-10B5-FBA1-31F90F9AC2B1}"/>
          </ac:spMkLst>
        </pc:spChg>
        <pc:spChg chg="add mod">
          <ac:chgData name="Nagotu Dilip Kumar" userId="e960ee6c-1011-46fd-ab26-7447e3dfc484" providerId="ADAL" clId="{C537D0E1-F004-4867-A19F-CB629E995C3F}" dt="2026-06-29T12:14:23.063" v="877" actId="1036"/>
          <ac:spMkLst>
            <pc:docMk/>
            <pc:sldMk cId="3216750113" sldId="2147474885"/>
            <ac:spMk id="15" creationId="{D6429991-141E-6816-6AEF-57871A314633}"/>
          </ac:spMkLst>
        </pc:spChg>
        <pc:spChg chg="add mod">
          <ac:chgData name="Nagotu Dilip Kumar" userId="e960ee6c-1011-46fd-ab26-7447e3dfc484" providerId="ADAL" clId="{C537D0E1-F004-4867-A19F-CB629E995C3F}" dt="2026-06-29T12:14:23.063" v="877" actId="1036"/>
          <ac:spMkLst>
            <pc:docMk/>
            <pc:sldMk cId="3216750113" sldId="2147474885"/>
            <ac:spMk id="17" creationId="{E2287AB6-147C-AA13-9A12-30E372132CB9}"/>
          </ac:spMkLst>
        </pc:spChg>
        <pc:spChg chg="add mod">
          <ac:chgData name="Nagotu Dilip Kumar" userId="e960ee6c-1011-46fd-ab26-7447e3dfc484" providerId="ADAL" clId="{C537D0E1-F004-4867-A19F-CB629E995C3F}" dt="2026-06-29T12:14:23.063" v="877" actId="1036"/>
          <ac:spMkLst>
            <pc:docMk/>
            <pc:sldMk cId="3216750113" sldId="2147474885"/>
            <ac:spMk id="18" creationId="{46D0AB6E-73B1-B416-BA34-77A459E4CE28}"/>
          </ac:spMkLst>
        </pc:spChg>
        <pc:spChg chg="add mod">
          <ac:chgData name="Nagotu Dilip Kumar" userId="e960ee6c-1011-46fd-ab26-7447e3dfc484" providerId="ADAL" clId="{C537D0E1-F004-4867-A19F-CB629E995C3F}" dt="2026-06-29T12:14:23.063" v="877" actId="1036"/>
          <ac:spMkLst>
            <pc:docMk/>
            <pc:sldMk cId="3216750113" sldId="2147474885"/>
            <ac:spMk id="19" creationId="{B1C12B9A-0202-DEBA-A58B-C7F3F9379B3B}"/>
          </ac:spMkLst>
        </pc:spChg>
        <pc:spChg chg="add mod">
          <ac:chgData name="Nagotu Dilip Kumar" userId="e960ee6c-1011-46fd-ab26-7447e3dfc484" providerId="ADAL" clId="{C537D0E1-F004-4867-A19F-CB629E995C3F}" dt="2026-06-29T12:14:23.063" v="877" actId="1036"/>
          <ac:spMkLst>
            <pc:docMk/>
            <pc:sldMk cId="3216750113" sldId="2147474885"/>
            <ac:spMk id="20" creationId="{44C0E001-42F8-B222-CD63-1A3B1BD3DBDB}"/>
          </ac:spMkLst>
        </pc:spChg>
        <pc:spChg chg="add mod">
          <ac:chgData name="Nagotu Dilip Kumar" userId="e960ee6c-1011-46fd-ab26-7447e3dfc484" providerId="ADAL" clId="{C537D0E1-F004-4867-A19F-CB629E995C3F}" dt="2026-06-29T12:14:23.063" v="877" actId="1036"/>
          <ac:spMkLst>
            <pc:docMk/>
            <pc:sldMk cId="3216750113" sldId="2147474885"/>
            <ac:spMk id="22" creationId="{72FC9E71-3157-5281-3A67-F242C5C1028B}"/>
          </ac:spMkLst>
        </pc:spChg>
        <pc:spChg chg="add mod">
          <ac:chgData name="Nagotu Dilip Kumar" userId="e960ee6c-1011-46fd-ab26-7447e3dfc484" providerId="ADAL" clId="{C537D0E1-F004-4867-A19F-CB629E995C3F}" dt="2026-06-29T12:14:23.063" v="877" actId="1036"/>
          <ac:spMkLst>
            <pc:docMk/>
            <pc:sldMk cId="3216750113" sldId="2147474885"/>
            <ac:spMk id="23" creationId="{C0E2CA5D-1BCD-1A6A-02BC-092157BD3E65}"/>
          </ac:spMkLst>
        </pc:spChg>
        <pc:spChg chg="mod">
          <ac:chgData name="Nagotu Dilip Kumar" userId="e960ee6c-1011-46fd-ab26-7447e3dfc484" providerId="ADAL" clId="{C537D0E1-F004-4867-A19F-CB629E995C3F}" dt="2026-07-12T05:29:18.722" v="2848" actId="113"/>
          <ac:spMkLst>
            <pc:docMk/>
            <pc:sldMk cId="3216750113" sldId="2147474885"/>
            <ac:spMk id="33" creationId="{EBC4B3CC-6506-5B0C-5389-200BCFE35AAC}"/>
          </ac:spMkLst>
        </pc:spChg>
        <pc:graphicFrameChg chg="add mod modGraphic">
          <ac:chgData name="Nagotu Dilip Kumar" userId="e960ee6c-1011-46fd-ab26-7447e3dfc484" providerId="ADAL" clId="{C537D0E1-F004-4867-A19F-CB629E995C3F}" dt="2026-06-29T12:44:40.281" v="1257"/>
          <ac:graphicFrameMkLst>
            <pc:docMk/>
            <pc:sldMk cId="3216750113" sldId="2147474885"/>
            <ac:graphicFrameMk id="34" creationId="{61712F2E-4BF5-BD9D-84EE-9D54C66BF60E}"/>
          </ac:graphicFrameMkLst>
        </pc:graphicFrameChg>
      </pc:sldChg>
      <pc:sldChg chg="addSp delSp modSp new mod">
        <pc:chgData name="Nagotu Dilip Kumar" userId="e960ee6c-1011-46fd-ab26-7447e3dfc484" providerId="ADAL" clId="{C537D0E1-F004-4867-A19F-CB629E995C3F}" dt="2026-06-29T12:26:26.162" v="1077" actId="1076"/>
        <pc:sldMkLst>
          <pc:docMk/>
          <pc:sldMk cId="2877813512" sldId="2147474886"/>
        </pc:sldMkLst>
        <pc:spChg chg="mod">
          <ac:chgData name="Nagotu Dilip Kumar" userId="e960ee6c-1011-46fd-ab26-7447e3dfc484" providerId="ADAL" clId="{C537D0E1-F004-4867-A19F-CB629E995C3F}" dt="2026-06-29T12:21:17.992" v="967" actId="20577"/>
          <ac:spMkLst>
            <pc:docMk/>
            <pc:sldMk cId="2877813512" sldId="2147474886"/>
            <ac:spMk id="2" creationId="{A26D8EDC-7C71-26FE-1DE2-054B569FB184}"/>
          </ac:spMkLst>
        </pc:spChg>
        <pc:spChg chg="add mod">
          <ac:chgData name="Nagotu Dilip Kumar" userId="e960ee6c-1011-46fd-ab26-7447e3dfc484" providerId="ADAL" clId="{C537D0E1-F004-4867-A19F-CB629E995C3F}" dt="2026-06-29T12:22:20.837" v="989" actId="1076"/>
          <ac:spMkLst>
            <pc:docMk/>
            <pc:sldMk cId="2877813512" sldId="2147474886"/>
            <ac:spMk id="6" creationId="{9A642AAA-B984-16DE-3DBE-6880CC84CD57}"/>
          </ac:spMkLst>
        </pc:spChg>
        <pc:spChg chg="add mod">
          <ac:chgData name="Nagotu Dilip Kumar" userId="e960ee6c-1011-46fd-ab26-7447e3dfc484" providerId="ADAL" clId="{C537D0E1-F004-4867-A19F-CB629E995C3F}" dt="2026-06-29T12:22:24.043" v="990" actId="1076"/>
          <ac:spMkLst>
            <pc:docMk/>
            <pc:sldMk cId="2877813512" sldId="2147474886"/>
            <ac:spMk id="7" creationId="{9D3C7C1D-2253-94DF-FFBC-0583229A7C18}"/>
          </ac:spMkLst>
        </pc:spChg>
        <pc:spChg chg="add mod">
          <ac:chgData name="Nagotu Dilip Kumar" userId="e960ee6c-1011-46fd-ab26-7447e3dfc484" providerId="ADAL" clId="{C537D0E1-F004-4867-A19F-CB629E995C3F}" dt="2026-06-29T12:22:20.837" v="989" actId="1076"/>
          <ac:spMkLst>
            <pc:docMk/>
            <pc:sldMk cId="2877813512" sldId="2147474886"/>
            <ac:spMk id="8" creationId="{FADFF026-B600-6629-FDFA-8663ADBC6E54}"/>
          </ac:spMkLst>
        </pc:spChg>
        <pc:spChg chg="add mod">
          <ac:chgData name="Nagotu Dilip Kumar" userId="e960ee6c-1011-46fd-ab26-7447e3dfc484" providerId="ADAL" clId="{C537D0E1-F004-4867-A19F-CB629E995C3F}" dt="2026-06-29T12:22:20.837" v="989" actId="1076"/>
          <ac:spMkLst>
            <pc:docMk/>
            <pc:sldMk cId="2877813512" sldId="2147474886"/>
            <ac:spMk id="9" creationId="{2B9E6B03-64E9-F5D3-AA0E-4DA0FB1348F0}"/>
          </ac:spMkLst>
        </pc:spChg>
        <pc:spChg chg="add mod">
          <ac:chgData name="Nagotu Dilip Kumar" userId="e960ee6c-1011-46fd-ab26-7447e3dfc484" providerId="ADAL" clId="{C537D0E1-F004-4867-A19F-CB629E995C3F}" dt="2026-06-29T12:21:48.312" v="976" actId="14100"/>
          <ac:spMkLst>
            <pc:docMk/>
            <pc:sldMk cId="2877813512" sldId="2147474886"/>
            <ac:spMk id="10" creationId="{EE7E675A-5FBE-87CB-FA2D-B1F3C5958C83}"/>
          </ac:spMkLst>
        </pc:spChg>
        <pc:spChg chg="add mod">
          <ac:chgData name="Nagotu Dilip Kumar" userId="e960ee6c-1011-46fd-ab26-7447e3dfc484" providerId="ADAL" clId="{C537D0E1-F004-4867-A19F-CB629E995C3F}" dt="2026-06-29T12:22:14.143" v="988" actId="1076"/>
          <ac:spMkLst>
            <pc:docMk/>
            <pc:sldMk cId="2877813512" sldId="2147474886"/>
            <ac:spMk id="11" creationId="{1D011590-0DE8-AA96-539C-EB5DFC95E954}"/>
          </ac:spMkLst>
        </pc:spChg>
        <pc:spChg chg="add mod">
          <ac:chgData name="Nagotu Dilip Kumar" userId="e960ee6c-1011-46fd-ab26-7447e3dfc484" providerId="ADAL" clId="{C537D0E1-F004-4867-A19F-CB629E995C3F}" dt="2026-06-29T12:21:54.210" v="978" actId="404"/>
          <ac:spMkLst>
            <pc:docMk/>
            <pc:sldMk cId="2877813512" sldId="2147474886"/>
            <ac:spMk id="12" creationId="{2898C805-6FC5-B6E5-AE43-B9A979D4470C}"/>
          </ac:spMkLst>
        </pc:spChg>
        <pc:spChg chg="add mod topLvl">
          <ac:chgData name="Nagotu Dilip Kumar" userId="e960ee6c-1011-46fd-ab26-7447e3dfc484" providerId="ADAL" clId="{C537D0E1-F004-4867-A19F-CB629E995C3F}" dt="2026-06-29T12:26:07.655" v="1065" actId="1076"/>
          <ac:spMkLst>
            <pc:docMk/>
            <pc:sldMk cId="2877813512" sldId="2147474886"/>
            <ac:spMk id="17" creationId="{68EF23AF-B8A2-5DBD-E5C2-30F1A74D5246}"/>
          </ac:spMkLst>
        </pc:spChg>
        <pc:spChg chg="add mod topLvl">
          <ac:chgData name="Nagotu Dilip Kumar" userId="e960ee6c-1011-46fd-ab26-7447e3dfc484" providerId="ADAL" clId="{C537D0E1-F004-4867-A19F-CB629E995C3F}" dt="2026-06-29T12:24:18.159" v="1026" actId="165"/>
          <ac:spMkLst>
            <pc:docMk/>
            <pc:sldMk cId="2877813512" sldId="2147474886"/>
            <ac:spMk id="19" creationId="{305754A2-5095-395C-A38A-E7E62350DA51}"/>
          </ac:spMkLst>
        </pc:spChg>
        <pc:spChg chg="add mod topLvl">
          <ac:chgData name="Nagotu Dilip Kumar" userId="e960ee6c-1011-46fd-ab26-7447e3dfc484" providerId="ADAL" clId="{C537D0E1-F004-4867-A19F-CB629E995C3F}" dt="2026-06-29T12:24:18.159" v="1026" actId="165"/>
          <ac:spMkLst>
            <pc:docMk/>
            <pc:sldMk cId="2877813512" sldId="2147474886"/>
            <ac:spMk id="20" creationId="{ECE38DD8-635F-778D-2CE5-2E674EA3DC87}"/>
          </ac:spMkLst>
        </pc:spChg>
        <pc:spChg chg="add mod topLvl">
          <ac:chgData name="Nagotu Dilip Kumar" userId="e960ee6c-1011-46fd-ab26-7447e3dfc484" providerId="ADAL" clId="{C537D0E1-F004-4867-A19F-CB629E995C3F}" dt="2026-06-29T12:24:18.159" v="1026" actId="165"/>
          <ac:spMkLst>
            <pc:docMk/>
            <pc:sldMk cId="2877813512" sldId="2147474886"/>
            <ac:spMk id="21" creationId="{AA1B9829-F995-19DB-5942-6C069F73F966}"/>
          </ac:spMkLst>
        </pc:spChg>
        <pc:spChg chg="add mod topLvl">
          <ac:chgData name="Nagotu Dilip Kumar" userId="e960ee6c-1011-46fd-ab26-7447e3dfc484" providerId="ADAL" clId="{C537D0E1-F004-4867-A19F-CB629E995C3F}" dt="2026-06-29T12:24:18.159" v="1026" actId="165"/>
          <ac:spMkLst>
            <pc:docMk/>
            <pc:sldMk cId="2877813512" sldId="2147474886"/>
            <ac:spMk id="22" creationId="{42F2EF81-3434-30C4-01C4-D013B939FCC7}"/>
          </ac:spMkLst>
        </pc:spChg>
        <pc:spChg chg="add mod topLvl">
          <ac:chgData name="Nagotu Dilip Kumar" userId="e960ee6c-1011-46fd-ab26-7447e3dfc484" providerId="ADAL" clId="{C537D0E1-F004-4867-A19F-CB629E995C3F}" dt="2026-06-29T12:24:18.159" v="1026" actId="165"/>
          <ac:spMkLst>
            <pc:docMk/>
            <pc:sldMk cId="2877813512" sldId="2147474886"/>
            <ac:spMk id="23" creationId="{028740DB-B012-276B-2D4C-32CF455C6536}"/>
          </ac:spMkLst>
        </pc:spChg>
        <pc:spChg chg="add mod topLvl">
          <ac:chgData name="Nagotu Dilip Kumar" userId="e960ee6c-1011-46fd-ab26-7447e3dfc484" providerId="ADAL" clId="{C537D0E1-F004-4867-A19F-CB629E995C3F}" dt="2026-06-29T12:24:18.159" v="1026" actId="165"/>
          <ac:spMkLst>
            <pc:docMk/>
            <pc:sldMk cId="2877813512" sldId="2147474886"/>
            <ac:spMk id="24" creationId="{4B0AFD6A-7F47-F30A-78F3-783A47A13EF6}"/>
          </ac:spMkLst>
        </pc:spChg>
        <pc:spChg chg="add mod topLvl">
          <ac:chgData name="Nagotu Dilip Kumar" userId="e960ee6c-1011-46fd-ab26-7447e3dfc484" providerId="ADAL" clId="{C537D0E1-F004-4867-A19F-CB629E995C3F}" dt="2026-06-29T12:24:18.159" v="1026" actId="165"/>
          <ac:spMkLst>
            <pc:docMk/>
            <pc:sldMk cId="2877813512" sldId="2147474886"/>
            <ac:spMk id="25" creationId="{3760ADA1-6E2C-D04B-E8F9-102E0405543F}"/>
          </ac:spMkLst>
        </pc:spChg>
        <pc:spChg chg="add mod topLvl">
          <ac:chgData name="Nagotu Dilip Kumar" userId="e960ee6c-1011-46fd-ab26-7447e3dfc484" providerId="ADAL" clId="{C537D0E1-F004-4867-A19F-CB629E995C3F}" dt="2026-06-29T12:24:18.159" v="1026" actId="165"/>
          <ac:spMkLst>
            <pc:docMk/>
            <pc:sldMk cId="2877813512" sldId="2147474886"/>
            <ac:spMk id="26" creationId="{89E9EE46-3B5B-370A-6827-3800743E9ABA}"/>
          </ac:spMkLst>
        </pc:spChg>
        <pc:spChg chg="mod">
          <ac:chgData name="Nagotu Dilip Kumar" userId="e960ee6c-1011-46fd-ab26-7447e3dfc484" providerId="ADAL" clId="{C537D0E1-F004-4867-A19F-CB629E995C3F}" dt="2026-06-29T12:23:23.797" v="1006" actId="113"/>
          <ac:spMkLst>
            <pc:docMk/>
            <pc:sldMk cId="2877813512" sldId="2147474886"/>
            <ac:spMk id="27" creationId="{3DC5A733-B4B9-02DD-7173-443EE80B4514}"/>
          </ac:spMkLst>
        </pc:spChg>
        <pc:spChg chg="mod">
          <ac:chgData name="Nagotu Dilip Kumar" userId="e960ee6c-1011-46fd-ab26-7447e3dfc484" providerId="ADAL" clId="{C537D0E1-F004-4867-A19F-CB629E995C3F}" dt="2026-06-29T12:23:32.647" v="1012" actId="14100"/>
          <ac:spMkLst>
            <pc:docMk/>
            <pc:sldMk cId="2877813512" sldId="2147474886"/>
            <ac:spMk id="28" creationId="{5DECFE57-7D9E-50C7-B63E-2A9AB6A34768}"/>
          </ac:spMkLst>
        </pc:spChg>
        <pc:spChg chg="add mod topLvl">
          <ac:chgData name="Nagotu Dilip Kumar" userId="e960ee6c-1011-46fd-ab26-7447e3dfc484" providerId="ADAL" clId="{C537D0E1-F004-4867-A19F-CB629E995C3F}" dt="2026-06-29T12:24:18.159" v="1026" actId="165"/>
          <ac:spMkLst>
            <pc:docMk/>
            <pc:sldMk cId="2877813512" sldId="2147474886"/>
            <ac:spMk id="29" creationId="{F98FDA66-5B6F-ADFD-E053-4C29271BADA3}"/>
          </ac:spMkLst>
        </pc:spChg>
        <pc:spChg chg="add mod">
          <ac:chgData name="Nagotu Dilip Kumar" userId="e960ee6c-1011-46fd-ab26-7447e3dfc484" providerId="ADAL" clId="{C537D0E1-F004-4867-A19F-CB629E995C3F}" dt="2026-06-29T12:26:19.102" v="1069" actId="1076"/>
          <ac:spMkLst>
            <pc:docMk/>
            <pc:sldMk cId="2877813512" sldId="2147474886"/>
            <ac:spMk id="37" creationId="{A9A9C43A-9205-8EDE-45F4-93B0B6561871}"/>
          </ac:spMkLst>
        </pc:spChg>
        <pc:spChg chg="add mod">
          <ac:chgData name="Nagotu Dilip Kumar" userId="e960ee6c-1011-46fd-ab26-7447e3dfc484" providerId="ADAL" clId="{C537D0E1-F004-4867-A19F-CB629E995C3F}" dt="2026-06-29T12:26:26.162" v="1077" actId="1076"/>
          <ac:spMkLst>
            <pc:docMk/>
            <pc:sldMk cId="2877813512" sldId="2147474886"/>
            <ac:spMk id="38" creationId="{EAE1DD00-12C3-7E33-8648-B415566467FB}"/>
          </ac:spMkLst>
        </pc:spChg>
        <pc:picChg chg="mod">
          <ac:chgData name="Nagotu Dilip Kumar" userId="e960ee6c-1011-46fd-ab26-7447e3dfc484" providerId="ADAL" clId="{C537D0E1-F004-4867-A19F-CB629E995C3F}" dt="2026-06-29T12:24:30.980" v="1031" actId="14100"/>
          <ac:picMkLst>
            <pc:docMk/>
            <pc:sldMk cId="2877813512" sldId="2147474886"/>
            <ac:picMk id="30" creationId="{0926EFFC-7123-3EE0-5DC8-E8DF012D69F9}"/>
          </ac:picMkLst>
        </pc:picChg>
        <pc:picChg chg="mod">
          <ac:chgData name="Nagotu Dilip Kumar" userId="e960ee6c-1011-46fd-ab26-7447e3dfc484" providerId="ADAL" clId="{C537D0E1-F004-4867-A19F-CB629E995C3F}" dt="2026-06-29T12:24:30.980" v="1031" actId="14100"/>
          <ac:picMkLst>
            <pc:docMk/>
            <pc:sldMk cId="2877813512" sldId="2147474886"/>
            <ac:picMk id="31" creationId="{CC6B19EC-2A00-6CBA-5E9C-2FE8C35245C4}"/>
          </ac:picMkLst>
        </pc:picChg>
        <pc:picChg chg="mod">
          <ac:chgData name="Nagotu Dilip Kumar" userId="e960ee6c-1011-46fd-ab26-7447e3dfc484" providerId="ADAL" clId="{C537D0E1-F004-4867-A19F-CB629E995C3F}" dt="2026-06-29T12:24:30.980" v="1031" actId="14100"/>
          <ac:picMkLst>
            <pc:docMk/>
            <pc:sldMk cId="2877813512" sldId="2147474886"/>
            <ac:picMk id="32" creationId="{3B5691BB-32A4-5B2E-6B0E-01BDE932661F}"/>
          </ac:picMkLst>
        </pc:picChg>
        <pc:picChg chg="mod">
          <ac:chgData name="Nagotu Dilip Kumar" userId="e960ee6c-1011-46fd-ab26-7447e3dfc484" providerId="ADAL" clId="{C537D0E1-F004-4867-A19F-CB629E995C3F}" dt="2026-06-29T12:24:30.980" v="1031" actId="14100"/>
          <ac:picMkLst>
            <pc:docMk/>
            <pc:sldMk cId="2877813512" sldId="2147474886"/>
            <ac:picMk id="33" creationId="{6C5BBDA4-9C6B-B745-E6C5-9E5C8722717A}"/>
          </ac:picMkLst>
        </pc:picChg>
        <pc:picChg chg="mod">
          <ac:chgData name="Nagotu Dilip Kumar" userId="e960ee6c-1011-46fd-ab26-7447e3dfc484" providerId="ADAL" clId="{C537D0E1-F004-4867-A19F-CB629E995C3F}" dt="2026-06-29T12:24:30.980" v="1031" actId="14100"/>
          <ac:picMkLst>
            <pc:docMk/>
            <pc:sldMk cId="2877813512" sldId="2147474886"/>
            <ac:picMk id="34" creationId="{235F8FF4-D862-316C-2F76-97A21786C5CC}"/>
          </ac:picMkLst>
        </pc:picChg>
        <pc:cxnChg chg="add mod">
          <ac:chgData name="Nagotu Dilip Kumar" userId="e960ee6c-1011-46fd-ab26-7447e3dfc484" providerId="ADAL" clId="{C537D0E1-F004-4867-A19F-CB629E995C3F}" dt="2026-06-29T12:21:31.799" v="969" actId="1076"/>
          <ac:cxnSpMkLst>
            <pc:docMk/>
            <pc:sldMk cId="2877813512" sldId="2147474886"/>
            <ac:cxnSpMk id="13" creationId="{9839EDB1-7D5C-A4FC-BB85-B5A67A8D47A7}"/>
          </ac:cxnSpMkLst>
        </pc:cxnChg>
        <pc:cxnChg chg="add mod">
          <ac:chgData name="Nagotu Dilip Kumar" userId="e960ee6c-1011-46fd-ab26-7447e3dfc484" providerId="ADAL" clId="{C537D0E1-F004-4867-A19F-CB629E995C3F}" dt="2026-06-29T12:23:46.022" v="1016" actId="14100"/>
          <ac:cxnSpMkLst>
            <pc:docMk/>
            <pc:sldMk cId="2877813512" sldId="2147474886"/>
            <ac:cxnSpMk id="15" creationId="{E11A279C-C93D-D8B9-8B7C-26A218B96DE3}"/>
          </ac:cxnSpMkLst>
        </pc:cxnChg>
        <pc:cxnChg chg="add mod">
          <ac:chgData name="Nagotu Dilip Kumar" userId="e960ee6c-1011-46fd-ab26-7447e3dfc484" providerId="ADAL" clId="{C537D0E1-F004-4867-A19F-CB629E995C3F}" dt="2026-06-29T12:26:23.422" v="1076" actId="1036"/>
          <ac:cxnSpMkLst>
            <pc:docMk/>
            <pc:sldMk cId="2877813512" sldId="2147474886"/>
            <ac:cxnSpMk id="42" creationId="{B9C4BEE6-1718-399D-49EB-EC41A089B131}"/>
          </ac:cxnSpMkLst>
        </pc:cxnChg>
      </pc:sldChg>
      <pc:sldChg chg="modSp mod">
        <pc:chgData name="Nagotu Dilip Kumar" userId="e960ee6c-1011-46fd-ab26-7447e3dfc484" providerId="ADAL" clId="{C537D0E1-F004-4867-A19F-CB629E995C3F}" dt="2026-06-29T13:46:55.615" v="1643" actId="14100"/>
        <pc:sldMkLst>
          <pc:docMk/>
          <pc:sldMk cId="3377972757" sldId="2147474889"/>
        </pc:sldMkLst>
        <pc:spChg chg="mod">
          <ac:chgData name="Nagotu Dilip Kumar" userId="e960ee6c-1011-46fd-ab26-7447e3dfc484" providerId="ADAL" clId="{C537D0E1-F004-4867-A19F-CB629E995C3F}" dt="2026-06-29T13:16:32.982" v="1437" actId="1035"/>
          <ac:spMkLst>
            <pc:docMk/>
            <pc:sldMk cId="3377972757" sldId="2147474889"/>
            <ac:spMk id="6" creationId="{FF89CF9F-D1E8-522B-BC36-4038C018DCA7}"/>
          </ac:spMkLst>
        </pc:spChg>
        <pc:spChg chg="mod">
          <ac:chgData name="Nagotu Dilip Kumar" userId="e960ee6c-1011-46fd-ab26-7447e3dfc484" providerId="ADAL" clId="{C537D0E1-F004-4867-A19F-CB629E995C3F}" dt="2026-06-29T13:16:54.978" v="1447" actId="14100"/>
          <ac:spMkLst>
            <pc:docMk/>
            <pc:sldMk cId="3377972757" sldId="2147474889"/>
            <ac:spMk id="7" creationId="{90BAA85B-09E1-721C-67F9-9E956C16E531}"/>
          </ac:spMkLst>
        </pc:spChg>
        <pc:spChg chg="mod">
          <ac:chgData name="Nagotu Dilip Kumar" userId="e960ee6c-1011-46fd-ab26-7447e3dfc484" providerId="ADAL" clId="{C537D0E1-F004-4867-A19F-CB629E995C3F}" dt="2026-06-29T13:16:54.978" v="1447" actId="14100"/>
          <ac:spMkLst>
            <pc:docMk/>
            <pc:sldMk cId="3377972757" sldId="2147474889"/>
            <ac:spMk id="8" creationId="{92E0A938-1482-140F-9E23-4636307EA6EE}"/>
          </ac:spMkLst>
        </pc:spChg>
        <pc:spChg chg="mod">
          <ac:chgData name="Nagotu Dilip Kumar" userId="e960ee6c-1011-46fd-ab26-7447e3dfc484" providerId="ADAL" clId="{C537D0E1-F004-4867-A19F-CB629E995C3F}" dt="2026-06-29T13:16:54.978" v="1447" actId="14100"/>
          <ac:spMkLst>
            <pc:docMk/>
            <pc:sldMk cId="3377972757" sldId="2147474889"/>
            <ac:spMk id="9" creationId="{0337A442-3C7A-E7EC-33EC-A0BCE082E772}"/>
          </ac:spMkLst>
        </pc:spChg>
        <pc:spChg chg="mod">
          <ac:chgData name="Nagotu Dilip Kumar" userId="e960ee6c-1011-46fd-ab26-7447e3dfc484" providerId="ADAL" clId="{C537D0E1-F004-4867-A19F-CB629E995C3F}" dt="2026-06-29T13:16:32.982" v="1437" actId="1035"/>
          <ac:spMkLst>
            <pc:docMk/>
            <pc:sldMk cId="3377972757" sldId="2147474889"/>
            <ac:spMk id="10" creationId="{324D3CD5-10E8-54EF-B197-59BEC254844A}"/>
          </ac:spMkLst>
        </pc:spChg>
        <pc:spChg chg="mod">
          <ac:chgData name="Nagotu Dilip Kumar" userId="e960ee6c-1011-46fd-ab26-7447e3dfc484" providerId="ADAL" clId="{C537D0E1-F004-4867-A19F-CB629E995C3F}" dt="2026-06-29T13:17:07.117" v="1458" actId="1036"/>
          <ac:spMkLst>
            <pc:docMk/>
            <pc:sldMk cId="3377972757" sldId="2147474889"/>
            <ac:spMk id="11" creationId="{DC8D9310-0F97-02CE-0D4D-6E645DB39ED5}"/>
          </ac:spMkLst>
        </pc:spChg>
        <pc:spChg chg="mod">
          <ac:chgData name="Nagotu Dilip Kumar" userId="e960ee6c-1011-46fd-ab26-7447e3dfc484" providerId="ADAL" clId="{C537D0E1-F004-4867-A19F-CB629E995C3F}" dt="2026-06-29T13:17:35.982" v="1475" actId="20577"/>
          <ac:spMkLst>
            <pc:docMk/>
            <pc:sldMk cId="3377972757" sldId="2147474889"/>
            <ac:spMk id="12" creationId="{D67CCE0F-B721-8161-5618-722B6C2B62BB}"/>
          </ac:spMkLst>
        </pc:spChg>
        <pc:spChg chg="mod">
          <ac:chgData name="Nagotu Dilip Kumar" userId="e960ee6c-1011-46fd-ab26-7447e3dfc484" providerId="ADAL" clId="{C537D0E1-F004-4867-A19F-CB629E995C3F}" dt="2026-06-29T13:17:37.776" v="1476" actId="20577"/>
          <ac:spMkLst>
            <pc:docMk/>
            <pc:sldMk cId="3377972757" sldId="2147474889"/>
            <ac:spMk id="13" creationId="{727A9CCC-F3ED-3AD2-60DA-E34F4FC41907}"/>
          </ac:spMkLst>
        </pc:spChg>
        <pc:spChg chg="mod">
          <ac:chgData name="Nagotu Dilip Kumar" userId="e960ee6c-1011-46fd-ab26-7447e3dfc484" providerId="ADAL" clId="{C537D0E1-F004-4867-A19F-CB629E995C3F}" dt="2026-06-29T13:17:39.041" v="1477" actId="20577"/>
          <ac:spMkLst>
            <pc:docMk/>
            <pc:sldMk cId="3377972757" sldId="2147474889"/>
            <ac:spMk id="14" creationId="{D3189416-FA64-AB74-247F-DE6FB3125A88}"/>
          </ac:spMkLst>
        </pc:spChg>
        <pc:spChg chg="mod">
          <ac:chgData name="Nagotu Dilip Kumar" userId="e960ee6c-1011-46fd-ab26-7447e3dfc484" providerId="ADAL" clId="{C537D0E1-F004-4867-A19F-CB629E995C3F}" dt="2026-06-29T13:17:44.014" v="1478" actId="1076"/>
          <ac:spMkLst>
            <pc:docMk/>
            <pc:sldMk cId="3377972757" sldId="2147474889"/>
            <ac:spMk id="15" creationId="{5964E8EC-F781-A5A0-8356-0949FF8F2498}"/>
          </ac:spMkLst>
        </pc:spChg>
        <pc:spChg chg="mod">
          <ac:chgData name="Nagotu Dilip Kumar" userId="e960ee6c-1011-46fd-ab26-7447e3dfc484" providerId="ADAL" clId="{C537D0E1-F004-4867-A19F-CB629E995C3F}" dt="2026-06-29T13:17:44.014" v="1478" actId="1076"/>
          <ac:spMkLst>
            <pc:docMk/>
            <pc:sldMk cId="3377972757" sldId="2147474889"/>
            <ac:spMk id="16" creationId="{A00B041C-3B85-9B4C-71B4-2CD2DD03A3AA}"/>
          </ac:spMkLst>
        </pc:spChg>
        <pc:spChg chg="mod">
          <ac:chgData name="Nagotu Dilip Kumar" userId="e960ee6c-1011-46fd-ab26-7447e3dfc484" providerId="ADAL" clId="{C537D0E1-F004-4867-A19F-CB629E995C3F}" dt="2026-06-29T13:17:32.700" v="1474" actId="1036"/>
          <ac:spMkLst>
            <pc:docMk/>
            <pc:sldMk cId="3377972757" sldId="2147474889"/>
            <ac:spMk id="17" creationId="{53E266C1-307A-9469-5988-0CD618824C36}"/>
          </ac:spMkLst>
        </pc:spChg>
        <pc:spChg chg="mod">
          <ac:chgData name="Nagotu Dilip Kumar" userId="e960ee6c-1011-46fd-ab26-7447e3dfc484" providerId="ADAL" clId="{C537D0E1-F004-4867-A19F-CB629E995C3F}" dt="2026-06-29T13:16:58.955" v="1455" actId="1036"/>
          <ac:spMkLst>
            <pc:docMk/>
            <pc:sldMk cId="3377972757" sldId="2147474889"/>
            <ac:spMk id="18" creationId="{1A89BF7C-2FD7-1117-0EBA-F99711C54BC9}"/>
          </ac:spMkLst>
        </pc:spChg>
        <pc:spChg chg="mod">
          <ac:chgData name="Nagotu Dilip Kumar" userId="e960ee6c-1011-46fd-ab26-7447e3dfc484" providerId="ADAL" clId="{C537D0E1-F004-4867-A19F-CB629E995C3F}" dt="2026-06-29T13:16:58.955" v="1455" actId="1036"/>
          <ac:spMkLst>
            <pc:docMk/>
            <pc:sldMk cId="3377972757" sldId="2147474889"/>
            <ac:spMk id="19" creationId="{1E8EE892-F9A4-35A8-00EA-87FBAA1635CA}"/>
          </ac:spMkLst>
        </pc:spChg>
        <pc:spChg chg="mod">
          <ac:chgData name="Nagotu Dilip Kumar" userId="e960ee6c-1011-46fd-ab26-7447e3dfc484" providerId="ADAL" clId="{C537D0E1-F004-4867-A19F-CB629E995C3F}" dt="2026-06-29T13:16:58.955" v="1455" actId="1036"/>
          <ac:spMkLst>
            <pc:docMk/>
            <pc:sldMk cId="3377972757" sldId="2147474889"/>
            <ac:spMk id="20" creationId="{00B6719F-8D3F-F8F3-977C-EF8CEA2AC8CD}"/>
          </ac:spMkLst>
        </pc:spChg>
        <pc:spChg chg="mod">
          <ac:chgData name="Nagotu Dilip Kumar" userId="e960ee6c-1011-46fd-ab26-7447e3dfc484" providerId="ADAL" clId="{C537D0E1-F004-4867-A19F-CB629E995C3F}" dt="2026-06-29T13:17:07.117" v="1458" actId="1036"/>
          <ac:spMkLst>
            <pc:docMk/>
            <pc:sldMk cId="3377972757" sldId="2147474889"/>
            <ac:spMk id="22" creationId="{8190BA32-9B66-2201-BFE5-D475E13DB4B3}"/>
          </ac:spMkLst>
        </pc:spChg>
        <pc:spChg chg="mod">
          <ac:chgData name="Nagotu Dilip Kumar" userId="e960ee6c-1011-46fd-ab26-7447e3dfc484" providerId="ADAL" clId="{C537D0E1-F004-4867-A19F-CB629E995C3F}" dt="2026-06-29T13:16:32.982" v="1437" actId="1035"/>
          <ac:spMkLst>
            <pc:docMk/>
            <pc:sldMk cId="3377972757" sldId="2147474889"/>
            <ac:spMk id="25" creationId="{4B1EB9B3-AF8F-0AC2-A8F9-0CA464C2145E}"/>
          </ac:spMkLst>
        </pc:spChg>
        <pc:spChg chg="mod">
          <ac:chgData name="Nagotu Dilip Kumar" userId="e960ee6c-1011-46fd-ab26-7447e3dfc484" providerId="ADAL" clId="{C537D0E1-F004-4867-A19F-CB629E995C3F}" dt="2026-06-29T13:17:03.159" v="1456" actId="1076"/>
          <ac:spMkLst>
            <pc:docMk/>
            <pc:sldMk cId="3377972757" sldId="2147474889"/>
            <ac:spMk id="27" creationId="{344ECBC5-8062-841D-95DD-6ACF1E7A795C}"/>
          </ac:spMkLst>
        </pc:spChg>
        <pc:picChg chg="mod">
          <ac:chgData name="Nagotu Dilip Kumar" userId="e960ee6c-1011-46fd-ab26-7447e3dfc484" providerId="ADAL" clId="{C537D0E1-F004-4867-A19F-CB629E995C3F}" dt="2026-06-29T13:46:33.532" v="1641" actId="14100"/>
          <ac:picMkLst>
            <pc:docMk/>
            <pc:sldMk cId="3377972757" sldId="2147474889"/>
            <ac:picMk id="30" creationId="{54942B82-A9FD-C727-E526-E088DDEEB8F6}"/>
          </ac:picMkLst>
        </pc:picChg>
        <pc:picChg chg="mod">
          <ac:chgData name="Nagotu Dilip Kumar" userId="e960ee6c-1011-46fd-ab26-7447e3dfc484" providerId="ADAL" clId="{C537D0E1-F004-4867-A19F-CB629E995C3F}" dt="2026-06-29T13:46:33.532" v="1641" actId="14100"/>
          <ac:picMkLst>
            <pc:docMk/>
            <pc:sldMk cId="3377972757" sldId="2147474889"/>
            <ac:picMk id="32" creationId="{5EE22ADD-B3ED-C9EB-DF7C-9C51C4395051}"/>
          </ac:picMkLst>
        </pc:picChg>
        <pc:picChg chg="mod">
          <ac:chgData name="Nagotu Dilip Kumar" userId="e960ee6c-1011-46fd-ab26-7447e3dfc484" providerId="ADAL" clId="{C537D0E1-F004-4867-A19F-CB629E995C3F}" dt="2026-06-29T13:46:33.532" v="1641" actId="14100"/>
          <ac:picMkLst>
            <pc:docMk/>
            <pc:sldMk cId="3377972757" sldId="2147474889"/>
            <ac:picMk id="34" creationId="{503C4998-29CE-64BA-F4C6-9EA34ACC0014}"/>
          </ac:picMkLst>
        </pc:picChg>
        <pc:picChg chg="mod">
          <ac:chgData name="Nagotu Dilip Kumar" userId="e960ee6c-1011-46fd-ab26-7447e3dfc484" providerId="ADAL" clId="{C537D0E1-F004-4867-A19F-CB629E995C3F}" dt="2026-06-29T13:46:55.615" v="1643" actId="14100"/>
          <ac:picMkLst>
            <pc:docMk/>
            <pc:sldMk cId="3377972757" sldId="2147474889"/>
            <ac:picMk id="36" creationId="{4D54368E-9DA7-EDC0-CA93-FFFAC649DEC5}"/>
          </ac:picMkLst>
        </pc:picChg>
        <pc:picChg chg="mod">
          <ac:chgData name="Nagotu Dilip Kumar" userId="e960ee6c-1011-46fd-ab26-7447e3dfc484" providerId="ADAL" clId="{C537D0E1-F004-4867-A19F-CB629E995C3F}" dt="2026-06-29T13:46:39.522" v="1642" actId="14100"/>
          <ac:picMkLst>
            <pc:docMk/>
            <pc:sldMk cId="3377972757" sldId="2147474889"/>
            <ac:picMk id="38" creationId="{9D7400B9-1C42-E6E0-E1FC-B44619E82888}"/>
          </ac:picMkLst>
        </pc:picChg>
        <pc:picChg chg="mod">
          <ac:chgData name="Nagotu Dilip Kumar" userId="e960ee6c-1011-46fd-ab26-7447e3dfc484" providerId="ADAL" clId="{C537D0E1-F004-4867-A19F-CB629E995C3F}" dt="2026-06-29T13:46:39.522" v="1642" actId="14100"/>
          <ac:picMkLst>
            <pc:docMk/>
            <pc:sldMk cId="3377972757" sldId="2147474889"/>
            <ac:picMk id="40" creationId="{EB2C3D6C-3083-807A-AE8A-897FDD7C61D8}"/>
          </ac:picMkLst>
        </pc:picChg>
        <pc:cxnChg chg="mod">
          <ac:chgData name="Nagotu Dilip Kumar" userId="e960ee6c-1011-46fd-ab26-7447e3dfc484" providerId="ADAL" clId="{C537D0E1-F004-4867-A19F-CB629E995C3F}" dt="2026-06-29T13:17:07.117" v="1458" actId="1036"/>
          <ac:cxnSpMkLst>
            <pc:docMk/>
            <pc:sldMk cId="3377972757" sldId="2147474889"/>
            <ac:cxnSpMk id="21" creationId="{F0EEB60E-67F2-6267-C812-830CA1C6AB65}"/>
          </ac:cxnSpMkLst>
        </pc:cxnChg>
        <pc:cxnChg chg="mod">
          <ac:chgData name="Nagotu Dilip Kumar" userId="e960ee6c-1011-46fd-ab26-7447e3dfc484" providerId="ADAL" clId="{C537D0E1-F004-4867-A19F-CB629E995C3F}" dt="2026-06-29T13:16:32.982" v="1437" actId="1035"/>
          <ac:cxnSpMkLst>
            <pc:docMk/>
            <pc:sldMk cId="3377972757" sldId="2147474889"/>
            <ac:cxnSpMk id="28" creationId="{72451C58-EEE3-D06B-3D50-5858C963EF79}"/>
          </ac:cxnSpMkLst>
        </pc:cxnChg>
      </pc:sldChg>
      <pc:sldChg chg="modSp mod">
        <pc:chgData name="Nagotu Dilip Kumar" userId="e960ee6c-1011-46fd-ab26-7447e3dfc484" providerId="ADAL" clId="{C537D0E1-F004-4867-A19F-CB629E995C3F}" dt="2026-06-29T13:46:21.906" v="1637" actId="14100"/>
        <pc:sldMkLst>
          <pc:docMk/>
          <pc:sldMk cId="2584111903" sldId="2147474891"/>
        </pc:sldMkLst>
        <pc:spChg chg="mod">
          <ac:chgData name="Nagotu Dilip Kumar" userId="e960ee6c-1011-46fd-ab26-7447e3dfc484" providerId="ADAL" clId="{C537D0E1-F004-4867-A19F-CB629E995C3F}" dt="2026-06-29T13:15:39.282" v="1389" actId="1076"/>
          <ac:spMkLst>
            <pc:docMk/>
            <pc:sldMk cId="2584111903" sldId="2147474891"/>
            <ac:spMk id="11" creationId="{4E2E2CF3-46FB-2794-2BF2-E83C0A7031B9}"/>
          </ac:spMkLst>
        </pc:spChg>
        <pc:spChg chg="mod">
          <ac:chgData name="Nagotu Dilip Kumar" userId="e960ee6c-1011-46fd-ab26-7447e3dfc484" providerId="ADAL" clId="{C537D0E1-F004-4867-A19F-CB629E995C3F}" dt="2026-06-29T13:15:17.313" v="1379" actId="14100"/>
          <ac:spMkLst>
            <pc:docMk/>
            <pc:sldMk cId="2584111903" sldId="2147474891"/>
            <ac:spMk id="12" creationId="{282ED38C-0569-BBDE-0615-DE5F05498B7D}"/>
          </ac:spMkLst>
        </pc:spChg>
        <pc:spChg chg="mod">
          <ac:chgData name="Nagotu Dilip Kumar" userId="e960ee6c-1011-46fd-ab26-7447e3dfc484" providerId="ADAL" clId="{C537D0E1-F004-4867-A19F-CB629E995C3F}" dt="2026-06-29T13:15:17.313" v="1379" actId="14100"/>
          <ac:spMkLst>
            <pc:docMk/>
            <pc:sldMk cId="2584111903" sldId="2147474891"/>
            <ac:spMk id="13" creationId="{D4FF26AB-4615-BAB0-72AA-FC418FDED75E}"/>
          </ac:spMkLst>
        </pc:spChg>
        <pc:spChg chg="mod">
          <ac:chgData name="Nagotu Dilip Kumar" userId="e960ee6c-1011-46fd-ab26-7447e3dfc484" providerId="ADAL" clId="{C537D0E1-F004-4867-A19F-CB629E995C3F}" dt="2026-06-29T13:15:20.159" v="1381" actId="14100"/>
          <ac:spMkLst>
            <pc:docMk/>
            <pc:sldMk cId="2584111903" sldId="2147474891"/>
            <ac:spMk id="14" creationId="{48DAFCA9-A171-B7E4-68AA-A9671BA75B0B}"/>
          </ac:spMkLst>
        </pc:spChg>
        <pc:spChg chg="mod">
          <ac:chgData name="Nagotu Dilip Kumar" userId="e960ee6c-1011-46fd-ab26-7447e3dfc484" providerId="ADAL" clId="{C537D0E1-F004-4867-A19F-CB629E995C3F}" dt="2026-06-29T13:15:11.060" v="1378" actId="1035"/>
          <ac:spMkLst>
            <pc:docMk/>
            <pc:sldMk cId="2584111903" sldId="2147474891"/>
            <ac:spMk id="15" creationId="{3AF17B08-C36C-D637-8A22-B68EB4651D8E}"/>
          </ac:spMkLst>
        </pc:spChg>
        <pc:spChg chg="mod">
          <ac:chgData name="Nagotu Dilip Kumar" userId="e960ee6c-1011-46fd-ab26-7447e3dfc484" providerId="ADAL" clId="{C537D0E1-F004-4867-A19F-CB629E995C3F}" dt="2026-06-29T13:15:11.060" v="1378" actId="1035"/>
          <ac:spMkLst>
            <pc:docMk/>
            <pc:sldMk cId="2584111903" sldId="2147474891"/>
            <ac:spMk id="16" creationId="{E4B8A311-22F8-BE3D-B31A-62E49A65B771}"/>
          </ac:spMkLst>
        </pc:spChg>
        <pc:spChg chg="mod">
          <ac:chgData name="Nagotu Dilip Kumar" userId="e960ee6c-1011-46fd-ab26-7447e3dfc484" providerId="ADAL" clId="{C537D0E1-F004-4867-A19F-CB629E995C3F}" dt="2026-06-29T13:15:11.060" v="1378" actId="1035"/>
          <ac:spMkLst>
            <pc:docMk/>
            <pc:sldMk cId="2584111903" sldId="2147474891"/>
            <ac:spMk id="17" creationId="{E6C670DA-DF7C-7452-F366-895814439CD8}"/>
          </ac:spMkLst>
        </pc:spChg>
        <pc:spChg chg="mod">
          <ac:chgData name="Nagotu Dilip Kumar" userId="e960ee6c-1011-46fd-ab26-7447e3dfc484" providerId="ADAL" clId="{C537D0E1-F004-4867-A19F-CB629E995C3F}" dt="2026-06-29T13:15:55.819" v="1408" actId="403"/>
          <ac:spMkLst>
            <pc:docMk/>
            <pc:sldMk cId="2584111903" sldId="2147474891"/>
            <ac:spMk id="22" creationId="{BFB24091-50A2-D8F6-984D-EB5D397ED562}"/>
          </ac:spMkLst>
        </pc:spChg>
        <pc:spChg chg="mod">
          <ac:chgData name="Nagotu Dilip Kumar" userId="e960ee6c-1011-46fd-ab26-7447e3dfc484" providerId="ADAL" clId="{C537D0E1-F004-4867-A19F-CB629E995C3F}" dt="2026-06-29T13:15:30.311" v="1385" actId="1076"/>
          <ac:spMkLst>
            <pc:docMk/>
            <pc:sldMk cId="2584111903" sldId="2147474891"/>
            <ac:spMk id="23" creationId="{F2717F0E-9D12-A853-3C91-AB8F9DB7D40B}"/>
          </ac:spMkLst>
        </pc:spChg>
        <pc:spChg chg="mod">
          <ac:chgData name="Nagotu Dilip Kumar" userId="e960ee6c-1011-46fd-ab26-7447e3dfc484" providerId="ADAL" clId="{C537D0E1-F004-4867-A19F-CB629E995C3F}" dt="2026-06-29T13:15:53.489" v="1407" actId="403"/>
          <ac:spMkLst>
            <pc:docMk/>
            <pc:sldMk cId="2584111903" sldId="2147474891"/>
            <ac:spMk id="32" creationId="{FBF4A846-0193-A5C1-E0D1-20AD34F57533}"/>
          </ac:spMkLst>
        </pc:spChg>
        <pc:spChg chg="mod">
          <ac:chgData name="Nagotu Dilip Kumar" userId="e960ee6c-1011-46fd-ab26-7447e3dfc484" providerId="ADAL" clId="{C537D0E1-F004-4867-A19F-CB629E995C3F}" dt="2026-06-29T13:15:07.253" v="1373" actId="1035"/>
          <ac:spMkLst>
            <pc:docMk/>
            <pc:sldMk cId="2584111903" sldId="2147474891"/>
            <ac:spMk id="33" creationId="{D27BA6B2-B312-FD53-7B5E-CF0220047998}"/>
          </ac:spMkLst>
        </pc:spChg>
        <pc:picChg chg="mod">
          <ac:chgData name="Nagotu Dilip Kumar" userId="e960ee6c-1011-46fd-ab26-7447e3dfc484" providerId="ADAL" clId="{C537D0E1-F004-4867-A19F-CB629E995C3F}" dt="2026-06-29T13:46:16.245" v="1636" actId="14100"/>
          <ac:picMkLst>
            <pc:docMk/>
            <pc:sldMk cId="2584111903" sldId="2147474891"/>
            <ac:picMk id="43" creationId="{38C83ECE-FF51-3D63-52D4-80D6B50A25BC}"/>
          </ac:picMkLst>
        </pc:picChg>
        <pc:picChg chg="mod">
          <ac:chgData name="Nagotu Dilip Kumar" userId="e960ee6c-1011-46fd-ab26-7447e3dfc484" providerId="ADAL" clId="{C537D0E1-F004-4867-A19F-CB629E995C3F}" dt="2026-06-29T13:46:16.245" v="1636" actId="14100"/>
          <ac:picMkLst>
            <pc:docMk/>
            <pc:sldMk cId="2584111903" sldId="2147474891"/>
            <ac:picMk id="45" creationId="{43721C34-D473-DC46-32E6-58D73FAC1CF4}"/>
          </ac:picMkLst>
        </pc:picChg>
        <pc:picChg chg="mod">
          <ac:chgData name="Nagotu Dilip Kumar" userId="e960ee6c-1011-46fd-ab26-7447e3dfc484" providerId="ADAL" clId="{C537D0E1-F004-4867-A19F-CB629E995C3F}" dt="2026-06-29T13:46:16.245" v="1636" actId="14100"/>
          <ac:picMkLst>
            <pc:docMk/>
            <pc:sldMk cId="2584111903" sldId="2147474891"/>
            <ac:picMk id="47" creationId="{F63739D7-87B8-B9F8-28B6-CF255CBBC2BF}"/>
          </ac:picMkLst>
        </pc:picChg>
        <pc:picChg chg="mod">
          <ac:chgData name="Nagotu Dilip Kumar" userId="e960ee6c-1011-46fd-ab26-7447e3dfc484" providerId="ADAL" clId="{C537D0E1-F004-4867-A19F-CB629E995C3F}" dt="2026-06-29T13:46:21.906" v="1637" actId="14100"/>
          <ac:picMkLst>
            <pc:docMk/>
            <pc:sldMk cId="2584111903" sldId="2147474891"/>
            <ac:picMk id="49" creationId="{0A92BFEC-48EE-B832-C580-2DB5A9F0B102}"/>
          </ac:picMkLst>
        </pc:picChg>
        <pc:picChg chg="mod">
          <ac:chgData name="Nagotu Dilip Kumar" userId="e960ee6c-1011-46fd-ab26-7447e3dfc484" providerId="ADAL" clId="{C537D0E1-F004-4867-A19F-CB629E995C3F}" dt="2026-06-29T13:46:21.906" v="1637" actId="14100"/>
          <ac:picMkLst>
            <pc:docMk/>
            <pc:sldMk cId="2584111903" sldId="2147474891"/>
            <ac:picMk id="51" creationId="{7375DB23-39D0-F74F-5AD6-CAA7286B2014}"/>
          </ac:picMkLst>
        </pc:picChg>
        <pc:cxnChg chg="mod">
          <ac:chgData name="Nagotu Dilip Kumar" userId="e960ee6c-1011-46fd-ab26-7447e3dfc484" providerId="ADAL" clId="{C537D0E1-F004-4867-A19F-CB629E995C3F}" dt="2026-06-29T13:15:44.743" v="1399" actId="1037"/>
          <ac:cxnSpMkLst>
            <pc:docMk/>
            <pc:sldMk cId="2584111903" sldId="2147474891"/>
            <ac:cxnSpMk id="21" creationId="{E700599A-EF85-6D59-9566-FA21C459EDFD}"/>
          </ac:cxnSpMkLst>
        </pc:cxnChg>
        <pc:cxnChg chg="mod">
          <ac:chgData name="Nagotu Dilip Kumar" userId="e960ee6c-1011-46fd-ab26-7447e3dfc484" providerId="ADAL" clId="{C537D0E1-F004-4867-A19F-CB629E995C3F}" dt="2026-06-29T13:15:44.743" v="1399" actId="1037"/>
          <ac:cxnSpMkLst>
            <pc:docMk/>
            <pc:sldMk cId="2584111903" sldId="2147474891"/>
            <ac:cxnSpMk id="31" creationId="{DEF71CF9-CF25-6655-6337-92DE0E396D00}"/>
          </ac:cxnSpMkLst>
        </pc:cxnChg>
      </pc:sldChg>
      <pc:sldChg chg="modSp mod">
        <pc:chgData name="Nagotu Dilip Kumar" userId="e960ee6c-1011-46fd-ab26-7447e3dfc484" providerId="ADAL" clId="{C537D0E1-F004-4867-A19F-CB629E995C3F}" dt="2026-07-02T04:35:58.074" v="1962" actId="1036"/>
        <pc:sldMkLst>
          <pc:docMk/>
          <pc:sldMk cId="790199280" sldId="2147481775"/>
        </pc:sldMkLst>
        <pc:spChg chg="mod">
          <ac:chgData name="Nagotu Dilip Kumar" userId="e960ee6c-1011-46fd-ab26-7447e3dfc484" providerId="ADAL" clId="{C537D0E1-F004-4867-A19F-CB629E995C3F}" dt="2026-07-02T04:35:22.140" v="1956" actId="1035"/>
          <ac:spMkLst>
            <pc:docMk/>
            <pc:sldMk cId="790199280" sldId="2147481775"/>
            <ac:spMk id="232" creationId="{421479C1-B56C-5B49-4149-1C5C1BDB131B}"/>
          </ac:spMkLst>
        </pc:spChg>
      </pc:sldChg>
      <pc:sldChg chg="modSp mod">
        <pc:chgData name="Nagotu Dilip Kumar" userId="e960ee6c-1011-46fd-ab26-7447e3dfc484" providerId="ADAL" clId="{C537D0E1-F004-4867-A19F-CB629E995C3F}" dt="2026-07-02T04:37:13.348" v="1971" actId="207"/>
        <pc:sldMkLst>
          <pc:docMk/>
          <pc:sldMk cId="0" sldId="2147481787"/>
        </pc:sldMkLst>
        <pc:spChg chg="mod">
          <ac:chgData name="Nagotu Dilip Kumar" userId="e960ee6c-1011-46fd-ab26-7447e3dfc484" providerId="ADAL" clId="{C537D0E1-F004-4867-A19F-CB629E995C3F}" dt="2026-07-02T04:37:13.348" v="1971" actId="207"/>
          <ac:spMkLst>
            <pc:docMk/>
            <pc:sldMk cId="0" sldId="2147481787"/>
            <ac:spMk id="18" creationId="{00000000-0000-0000-0000-000000000000}"/>
          </ac:spMkLst>
        </pc:spChg>
        <pc:spChg chg="mod">
          <ac:chgData name="Nagotu Dilip Kumar" userId="e960ee6c-1011-46fd-ab26-7447e3dfc484" providerId="ADAL" clId="{C537D0E1-F004-4867-A19F-CB629E995C3F}" dt="2026-07-02T04:37:13.348" v="1971" actId="207"/>
          <ac:spMkLst>
            <pc:docMk/>
            <pc:sldMk cId="0" sldId="2147481787"/>
            <ac:spMk id="23" creationId="{00000000-0000-0000-0000-000000000000}"/>
          </ac:spMkLst>
        </pc:spChg>
        <pc:spChg chg="mod">
          <ac:chgData name="Nagotu Dilip Kumar" userId="e960ee6c-1011-46fd-ab26-7447e3dfc484" providerId="ADAL" clId="{C537D0E1-F004-4867-A19F-CB629E995C3F}" dt="2026-07-02T04:37:13.348" v="1971" actId="207"/>
          <ac:spMkLst>
            <pc:docMk/>
            <pc:sldMk cId="0" sldId="2147481787"/>
            <ac:spMk id="28" creationId="{00000000-0000-0000-0000-000000000000}"/>
          </ac:spMkLst>
        </pc:spChg>
        <pc:spChg chg="mod">
          <ac:chgData name="Nagotu Dilip Kumar" userId="e960ee6c-1011-46fd-ab26-7447e3dfc484" providerId="ADAL" clId="{C537D0E1-F004-4867-A19F-CB629E995C3F}" dt="2026-07-02T04:37:13.348" v="1971" actId="207"/>
          <ac:spMkLst>
            <pc:docMk/>
            <pc:sldMk cId="0" sldId="2147481787"/>
            <ac:spMk id="33" creationId="{00000000-0000-0000-0000-000000000000}"/>
          </ac:spMkLst>
        </pc:spChg>
        <pc:spChg chg="mod">
          <ac:chgData name="Nagotu Dilip Kumar" userId="e960ee6c-1011-46fd-ab26-7447e3dfc484" providerId="ADAL" clId="{C537D0E1-F004-4867-A19F-CB629E995C3F}" dt="2026-07-02T04:37:13.348" v="1971" actId="207"/>
          <ac:spMkLst>
            <pc:docMk/>
            <pc:sldMk cId="0" sldId="2147481787"/>
            <ac:spMk id="38" creationId="{00000000-0000-0000-0000-000000000000}"/>
          </ac:spMkLst>
        </pc:spChg>
        <pc:spChg chg="mod">
          <ac:chgData name="Nagotu Dilip Kumar" userId="e960ee6c-1011-46fd-ab26-7447e3dfc484" providerId="ADAL" clId="{C537D0E1-F004-4867-A19F-CB629E995C3F}" dt="2026-07-02T04:37:13.348" v="1971" actId="207"/>
          <ac:spMkLst>
            <pc:docMk/>
            <pc:sldMk cId="0" sldId="2147481787"/>
            <ac:spMk id="43" creationId="{00000000-0000-0000-0000-000000000000}"/>
          </ac:spMkLst>
        </pc:spChg>
      </pc:sldChg>
      <pc:sldChg chg="modSp mod">
        <pc:chgData name="Nagotu Dilip Kumar" userId="e960ee6c-1011-46fd-ab26-7447e3dfc484" providerId="ADAL" clId="{C537D0E1-F004-4867-A19F-CB629E995C3F}" dt="2026-07-01T11:57:52.043" v="1945" actId="208"/>
        <pc:sldMkLst>
          <pc:docMk/>
          <pc:sldMk cId="1287577181" sldId="2147481790"/>
        </pc:sldMkLst>
        <pc:picChg chg="mod">
          <ac:chgData name="Nagotu Dilip Kumar" userId="e960ee6c-1011-46fd-ab26-7447e3dfc484" providerId="ADAL" clId="{C537D0E1-F004-4867-A19F-CB629E995C3F}" dt="2026-07-01T11:57:52.043" v="1945" actId="208"/>
          <ac:picMkLst>
            <pc:docMk/>
            <pc:sldMk cId="1287577181" sldId="2147481790"/>
            <ac:picMk id="40" creationId="{1FA65AAC-9D31-56B1-43FB-B63E86402424}"/>
          </ac:picMkLst>
        </pc:picChg>
      </pc:sldChg>
      <pc:sldChg chg="modSp mod">
        <pc:chgData name="Nagotu Dilip Kumar" userId="e960ee6c-1011-46fd-ab26-7447e3dfc484" providerId="ADAL" clId="{C537D0E1-F004-4867-A19F-CB629E995C3F}" dt="2026-07-01T11:53:33.651" v="1851" actId="207"/>
        <pc:sldMkLst>
          <pc:docMk/>
          <pc:sldMk cId="730580893" sldId="2147481792"/>
        </pc:sldMkLst>
        <pc:spChg chg="mod">
          <ac:chgData name="Nagotu Dilip Kumar" userId="e960ee6c-1011-46fd-ab26-7447e3dfc484" providerId="ADAL" clId="{C537D0E1-F004-4867-A19F-CB629E995C3F}" dt="2026-07-01T11:53:33.651" v="1851" actId="207"/>
          <ac:spMkLst>
            <pc:docMk/>
            <pc:sldMk cId="730580893" sldId="2147481792"/>
            <ac:spMk id="4" creationId="{482DBBAC-A9A0-8D32-15A7-FFBB2E92E5EB}"/>
          </ac:spMkLst>
        </pc:spChg>
      </pc:sldChg>
      <pc:sldChg chg="modSp mod">
        <pc:chgData name="Nagotu Dilip Kumar" userId="e960ee6c-1011-46fd-ab26-7447e3dfc484" providerId="ADAL" clId="{C537D0E1-F004-4867-A19F-CB629E995C3F}" dt="2026-07-02T04:36:58.978" v="1970" actId="207"/>
        <pc:sldMkLst>
          <pc:docMk/>
          <pc:sldMk cId="3153137025" sldId="2147481793"/>
        </pc:sldMkLst>
        <pc:spChg chg="mod">
          <ac:chgData name="Nagotu Dilip Kumar" userId="e960ee6c-1011-46fd-ab26-7447e3dfc484" providerId="ADAL" clId="{C537D0E1-F004-4867-A19F-CB629E995C3F}" dt="2026-07-02T04:36:58.978" v="1970" actId="207"/>
          <ac:spMkLst>
            <pc:docMk/>
            <pc:sldMk cId="3153137025" sldId="2147481793"/>
            <ac:spMk id="18" creationId="{ED0EC1D7-A939-88CB-8A63-BC57AC1D5CAB}"/>
          </ac:spMkLst>
        </pc:spChg>
        <pc:spChg chg="mod">
          <ac:chgData name="Nagotu Dilip Kumar" userId="e960ee6c-1011-46fd-ab26-7447e3dfc484" providerId="ADAL" clId="{C537D0E1-F004-4867-A19F-CB629E995C3F}" dt="2026-07-02T04:36:58.978" v="1970" actId="207"/>
          <ac:spMkLst>
            <pc:docMk/>
            <pc:sldMk cId="3153137025" sldId="2147481793"/>
            <ac:spMk id="23" creationId="{341F593D-8AC4-A0C2-99AE-31B733E94E3F}"/>
          </ac:spMkLst>
        </pc:spChg>
        <pc:spChg chg="mod">
          <ac:chgData name="Nagotu Dilip Kumar" userId="e960ee6c-1011-46fd-ab26-7447e3dfc484" providerId="ADAL" clId="{C537D0E1-F004-4867-A19F-CB629E995C3F}" dt="2026-07-02T04:36:58.978" v="1970" actId="207"/>
          <ac:spMkLst>
            <pc:docMk/>
            <pc:sldMk cId="3153137025" sldId="2147481793"/>
            <ac:spMk id="28" creationId="{C4D091F1-D39B-6B0C-8E4D-5189353E866A}"/>
          </ac:spMkLst>
        </pc:spChg>
        <pc:spChg chg="mod">
          <ac:chgData name="Nagotu Dilip Kumar" userId="e960ee6c-1011-46fd-ab26-7447e3dfc484" providerId="ADAL" clId="{C537D0E1-F004-4867-A19F-CB629E995C3F}" dt="2026-07-02T04:36:58.978" v="1970" actId="207"/>
          <ac:spMkLst>
            <pc:docMk/>
            <pc:sldMk cId="3153137025" sldId="2147481793"/>
            <ac:spMk id="33" creationId="{E221C24E-0F50-510F-8BF4-4D4911841745}"/>
          </ac:spMkLst>
        </pc:spChg>
        <pc:spChg chg="mod">
          <ac:chgData name="Nagotu Dilip Kumar" userId="e960ee6c-1011-46fd-ab26-7447e3dfc484" providerId="ADAL" clId="{C537D0E1-F004-4867-A19F-CB629E995C3F}" dt="2026-07-02T04:36:58.978" v="1970" actId="207"/>
          <ac:spMkLst>
            <pc:docMk/>
            <pc:sldMk cId="3153137025" sldId="2147481793"/>
            <ac:spMk id="38" creationId="{17EF5534-B8A1-FB1B-193D-A96616431290}"/>
          </ac:spMkLst>
        </pc:spChg>
        <pc:spChg chg="mod">
          <ac:chgData name="Nagotu Dilip Kumar" userId="e960ee6c-1011-46fd-ab26-7447e3dfc484" providerId="ADAL" clId="{C537D0E1-F004-4867-A19F-CB629E995C3F}" dt="2026-07-02T04:36:58.978" v="1970" actId="207"/>
          <ac:spMkLst>
            <pc:docMk/>
            <pc:sldMk cId="3153137025" sldId="2147481793"/>
            <ac:spMk id="43" creationId="{45A3D8D3-D365-D6DB-CDFB-6D4B483AD4A6}"/>
          </ac:spMkLst>
        </pc:spChg>
      </pc:sldChg>
      <pc:sldChg chg="delSp modSp mod">
        <pc:chgData name="Nagotu Dilip Kumar" userId="e960ee6c-1011-46fd-ab26-7447e3dfc484" providerId="ADAL" clId="{C537D0E1-F004-4867-A19F-CB629E995C3F}" dt="2026-07-01T11:57:04.187" v="1939" actId="1035"/>
        <pc:sldMkLst>
          <pc:docMk/>
          <pc:sldMk cId="757167522" sldId="2147481794"/>
        </pc:sldMkLst>
        <pc:spChg chg="mod">
          <ac:chgData name="Nagotu Dilip Kumar" userId="e960ee6c-1011-46fd-ab26-7447e3dfc484" providerId="ADAL" clId="{C537D0E1-F004-4867-A19F-CB629E995C3F}" dt="2026-07-01T11:56:33.338" v="1901" actId="207"/>
          <ac:spMkLst>
            <pc:docMk/>
            <pc:sldMk cId="757167522" sldId="2147481794"/>
            <ac:spMk id="14" creationId="{79F5A63F-66BC-3450-7D2A-1D4C32F5BFC7}"/>
          </ac:spMkLst>
        </pc:spChg>
        <pc:spChg chg="mod">
          <ac:chgData name="Nagotu Dilip Kumar" userId="e960ee6c-1011-46fd-ab26-7447e3dfc484" providerId="ADAL" clId="{C537D0E1-F004-4867-A19F-CB629E995C3F}" dt="2026-07-01T11:56:33.338" v="1901" actId="207"/>
          <ac:spMkLst>
            <pc:docMk/>
            <pc:sldMk cId="757167522" sldId="2147481794"/>
            <ac:spMk id="20" creationId="{B5903AAD-392E-3F1C-F1FE-A9AC3CABE6A2}"/>
          </ac:spMkLst>
        </pc:spChg>
        <pc:spChg chg="mod">
          <ac:chgData name="Nagotu Dilip Kumar" userId="e960ee6c-1011-46fd-ab26-7447e3dfc484" providerId="ADAL" clId="{C537D0E1-F004-4867-A19F-CB629E995C3F}" dt="2026-07-01T11:56:33.338" v="1901" actId="207"/>
          <ac:spMkLst>
            <pc:docMk/>
            <pc:sldMk cId="757167522" sldId="2147481794"/>
            <ac:spMk id="26" creationId="{B57A338A-EF90-AFBB-51D6-69BD0A427093}"/>
          </ac:spMkLst>
        </pc:spChg>
        <pc:spChg chg="mod">
          <ac:chgData name="Nagotu Dilip Kumar" userId="e960ee6c-1011-46fd-ab26-7447e3dfc484" providerId="ADAL" clId="{C537D0E1-F004-4867-A19F-CB629E995C3F}" dt="2026-07-01T11:56:33.338" v="1901" actId="207"/>
          <ac:spMkLst>
            <pc:docMk/>
            <pc:sldMk cId="757167522" sldId="2147481794"/>
            <ac:spMk id="32" creationId="{825BE3BB-0F93-932D-E2E1-33B8E6D1CB8E}"/>
          </ac:spMkLst>
        </pc:spChg>
        <pc:spChg chg="mod">
          <ac:chgData name="Nagotu Dilip Kumar" userId="e960ee6c-1011-46fd-ab26-7447e3dfc484" providerId="ADAL" clId="{C537D0E1-F004-4867-A19F-CB629E995C3F}" dt="2026-07-01T11:57:04.187" v="1939" actId="1035"/>
          <ac:spMkLst>
            <pc:docMk/>
            <pc:sldMk cId="757167522" sldId="2147481794"/>
            <ac:spMk id="52" creationId="{BB38DD89-2C45-C856-E833-40E8F04AFBF1}"/>
          </ac:spMkLst>
        </pc:spChg>
        <pc:spChg chg="mod">
          <ac:chgData name="Nagotu Dilip Kumar" userId="e960ee6c-1011-46fd-ab26-7447e3dfc484" providerId="ADAL" clId="{C537D0E1-F004-4867-A19F-CB629E995C3F}" dt="2026-07-01T11:57:04.187" v="1939" actId="1035"/>
          <ac:spMkLst>
            <pc:docMk/>
            <pc:sldMk cId="757167522" sldId="2147481794"/>
            <ac:spMk id="53" creationId="{58D941ED-315E-6FAB-EE05-85C8CEA07FB7}"/>
          </ac:spMkLst>
        </pc:spChg>
        <pc:picChg chg="mod">
          <ac:chgData name="Nagotu Dilip Kumar" userId="e960ee6c-1011-46fd-ab26-7447e3dfc484" providerId="ADAL" clId="{C537D0E1-F004-4867-A19F-CB629E995C3F}" dt="2026-07-01T11:57:04.187" v="1939" actId="1035"/>
          <ac:picMkLst>
            <pc:docMk/>
            <pc:sldMk cId="757167522" sldId="2147481794"/>
            <ac:picMk id="7" creationId="{C2689C72-DF10-208E-0AE0-D4BE49917139}"/>
          </ac:picMkLst>
        </pc:picChg>
      </pc:sldChg>
      <pc:sldChg chg="delSp modSp new mod">
        <pc:chgData name="Nagotu Dilip Kumar" userId="e960ee6c-1011-46fd-ab26-7447e3dfc484" providerId="ADAL" clId="{C537D0E1-F004-4867-A19F-CB629E995C3F}" dt="2026-07-01T11:54:14.182" v="1891" actId="1076"/>
        <pc:sldMkLst>
          <pc:docMk/>
          <pc:sldMk cId="123677467" sldId="2147481803"/>
        </pc:sldMkLst>
        <pc:spChg chg="mod">
          <ac:chgData name="Nagotu Dilip Kumar" userId="e960ee6c-1011-46fd-ab26-7447e3dfc484" providerId="ADAL" clId="{C537D0E1-F004-4867-A19F-CB629E995C3F}" dt="2026-07-01T11:54:14.182" v="1891" actId="1076"/>
          <ac:spMkLst>
            <pc:docMk/>
            <pc:sldMk cId="123677467" sldId="2147481803"/>
            <ac:spMk id="2" creationId="{6347BFE4-D4E7-ECEC-2A29-50849500268A}"/>
          </ac:spMkLst>
        </pc:spChg>
        <pc:spChg chg="mod">
          <ac:chgData name="Nagotu Dilip Kumar" userId="e960ee6c-1011-46fd-ab26-7447e3dfc484" providerId="ADAL" clId="{C537D0E1-F004-4867-A19F-CB629E995C3F}" dt="2026-07-01T11:54:02.602" v="1887" actId="20577"/>
          <ac:spMkLst>
            <pc:docMk/>
            <pc:sldMk cId="123677467" sldId="2147481803"/>
            <ac:spMk id="4" creationId="{612E2AB5-38B2-A6BA-F426-6FBFD9488403}"/>
          </ac:spMkLst>
        </pc:spChg>
      </pc:sldChg>
      <pc:sldChg chg="addSp modSp mod">
        <pc:chgData name="Nagotu Dilip Kumar" userId="e960ee6c-1011-46fd-ab26-7447e3dfc484" providerId="ADAL" clId="{C537D0E1-F004-4867-A19F-CB629E995C3F}" dt="2026-07-07T10:44:00.436" v="2619" actId="1076"/>
        <pc:sldMkLst>
          <pc:docMk/>
          <pc:sldMk cId="566397521" sldId="2147481804"/>
        </pc:sldMkLst>
        <pc:spChg chg="mod">
          <ac:chgData name="Nagotu Dilip Kumar" userId="e960ee6c-1011-46fd-ab26-7447e3dfc484" providerId="ADAL" clId="{C537D0E1-F004-4867-A19F-CB629E995C3F}" dt="2026-07-07T09:11:01.696" v="2064" actId="1076"/>
          <ac:spMkLst>
            <pc:docMk/>
            <pc:sldMk cId="566397521" sldId="2147481804"/>
            <ac:spMk id="4" creationId="{B86D690C-0DF1-D38E-7811-4F326CB62E97}"/>
          </ac:spMkLst>
        </pc:spChg>
        <pc:spChg chg="mod">
          <ac:chgData name="Nagotu Dilip Kumar" userId="e960ee6c-1011-46fd-ab26-7447e3dfc484" providerId="ADAL" clId="{C537D0E1-F004-4867-A19F-CB629E995C3F}" dt="2026-07-07T09:11:23.792" v="2069" actId="1076"/>
          <ac:spMkLst>
            <pc:docMk/>
            <pc:sldMk cId="566397521" sldId="2147481804"/>
            <ac:spMk id="5" creationId="{3BBB3D99-3A19-B32D-F9EC-EC08B8582391}"/>
          </ac:spMkLst>
        </pc:spChg>
        <pc:spChg chg="mod">
          <ac:chgData name="Nagotu Dilip Kumar" userId="e960ee6c-1011-46fd-ab26-7447e3dfc484" providerId="ADAL" clId="{C537D0E1-F004-4867-A19F-CB629E995C3F}" dt="2026-07-07T09:11:33.743" v="2075" actId="1036"/>
          <ac:spMkLst>
            <pc:docMk/>
            <pc:sldMk cId="566397521" sldId="2147481804"/>
            <ac:spMk id="6" creationId="{310B5265-F9F5-4D6A-A938-842271F824ED}"/>
          </ac:spMkLst>
        </pc:spChg>
        <pc:spChg chg="mod">
          <ac:chgData name="Nagotu Dilip Kumar" userId="e960ee6c-1011-46fd-ab26-7447e3dfc484" providerId="ADAL" clId="{C537D0E1-F004-4867-A19F-CB629E995C3F}" dt="2026-07-07T09:11:14.875" v="2067" actId="14100"/>
          <ac:spMkLst>
            <pc:docMk/>
            <pc:sldMk cId="566397521" sldId="2147481804"/>
            <ac:spMk id="8" creationId="{4DF77FFB-048A-6A9C-8125-9CA24840BF25}"/>
          </ac:spMkLst>
        </pc:spChg>
        <pc:spChg chg="mod">
          <ac:chgData name="Nagotu Dilip Kumar" userId="e960ee6c-1011-46fd-ab26-7447e3dfc484" providerId="ADAL" clId="{C537D0E1-F004-4867-A19F-CB629E995C3F}" dt="2026-07-07T09:13:06.026" v="2179" actId="554"/>
          <ac:spMkLst>
            <pc:docMk/>
            <pc:sldMk cId="566397521" sldId="2147481804"/>
            <ac:spMk id="10" creationId="{9061B9BB-3C67-34BB-BD9C-39744277678E}"/>
          </ac:spMkLst>
        </pc:spChg>
        <pc:spChg chg="mod">
          <ac:chgData name="Nagotu Dilip Kumar" userId="e960ee6c-1011-46fd-ab26-7447e3dfc484" providerId="ADAL" clId="{C537D0E1-F004-4867-A19F-CB629E995C3F}" dt="2026-07-07T09:13:32.490" v="2186" actId="12"/>
          <ac:spMkLst>
            <pc:docMk/>
            <pc:sldMk cId="566397521" sldId="2147481804"/>
            <ac:spMk id="11" creationId="{1F8517E5-10A1-7F7A-F19C-FC77D94C9F98}"/>
          </ac:spMkLst>
        </pc:spChg>
        <pc:spChg chg="mod">
          <ac:chgData name="Nagotu Dilip Kumar" userId="e960ee6c-1011-46fd-ab26-7447e3dfc484" providerId="ADAL" clId="{C537D0E1-F004-4867-A19F-CB629E995C3F}" dt="2026-07-07T09:11:14.875" v="2067" actId="14100"/>
          <ac:spMkLst>
            <pc:docMk/>
            <pc:sldMk cId="566397521" sldId="2147481804"/>
            <ac:spMk id="12" creationId="{D4C54A7A-7CE6-DBF7-B1D6-9545A7E06601}"/>
          </ac:spMkLst>
        </pc:spChg>
        <pc:spChg chg="mod">
          <ac:chgData name="Nagotu Dilip Kumar" userId="e960ee6c-1011-46fd-ab26-7447e3dfc484" providerId="ADAL" clId="{C537D0E1-F004-4867-A19F-CB629E995C3F}" dt="2026-07-07T09:11:14.875" v="2067" actId="14100"/>
          <ac:spMkLst>
            <pc:docMk/>
            <pc:sldMk cId="566397521" sldId="2147481804"/>
            <ac:spMk id="13" creationId="{575BBDFA-27F2-6DCB-B004-65D88EF55ACB}"/>
          </ac:spMkLst>
        </pc:spChg>
        <pc:spChg chg="mod">
          <ac:chgData name="Nagotu Dilip Kumar" userId="e960ee6c-1011-46fd-ab26-7447e3dfc484" providerId="ADAL" clId="{C537D0E1-F004-4867-A19F-CB629E995C3F}" dt="2026-07-07T09:13:06.026" v="2179" actId="554"/>
          <ac:spMkLst>
            <pc:docMk/>
            <pc:sldMk cId="566397521" sldId="2147481804"/>
            <ac:spMk id="16" creationId="{7D5894B0-391B-1526-ECFA-C17DCB6B5450}"/>
          </ac:spMkLst>
        </pc:spChg>
        <pc:spChg chg="mod">
          <ac:chgData name="Nagotu Dilip Kumar" userId="e960ee6c-1011-46fd-ab26-7447e3dfc484" providerId="ADAL" clId="{C537D0E1-F004-4867-A19F-CB629E995C3F}" dt="2026-07-07T09:13:35.113" v="2188" actId="12"/>
          <ac:spMkLst>
            <pc:docMk/>
            <pc:sldMk cId="566397521" sldId="2147481804"/>
            <ac:spMk id="17" creationId="{9A72C5C4-20CF-3ED8-5C5E-858116B65685}"/>
          </ac:spMkLst>
        </pc:spChg>
        <pc:spChg chg="mod">
          <ac:chgData name="Nagotu Dilip Kumar" userId="e960ee6c-1011-46fd-ab26-7447e3dfc484" providerId="ADAL" clId="{C537D0E1-F004-4867-A19F-CB629E995C3F}" dt="2026-07-07T09:11:14.875" v="2067" actId="14100"/>
          <ac:spMkLst>
            <pc:docMk/>
            <pc:sldMk cId="566397521" sldId="2147481804"/>
            <ac:spMk id="19" creationId="{6AFCCFFB-1508-E978-E204-FEA17FA813A6}"/>
          </ac:spMkLst>
        </pc:spChg>
        <pc:spChg chg="mod">
          <ac:chgData name="Nagotu Dilip Kumar" userId="e960ee6c-1011-46fd-ab26-7447e3dfc484" providerId="ADAL" clId="{C537D0E1-F004-4867-A19F-CB629E995C3F}" dt="2026-07-07T09:11:20.137" v="2068" actId="1076"/>
          <ac:spMkLst>
            <pc:docMk/>
            <pc:sldMk cId="566397521" sldId="2147481804"/>
            <ac:spMk id="20" creationId="{310DB18B-EE39-40D5-0604-84A4CD65B7DE}"/>
          </ac:spMkLst>
        </pc:spChg>
        <pc:spChg chg="mod">
          <ac:chgData name="Nagotu Dilip Kumar" userId="e960ee6c-1011-46fd-ab26-7447e3dfc484" providerId="ADAL" clId="{C537D0E1-F004-4867-A19F-CB629E995C3F}" dt="2026-07-07T09:13:06.026" v="2179" actId="554"/>
          <ac:spMkLst>
            <pc:docMk/>
            <pc:sldMk cId="566397521" sldId="2147481804"/>
            <ac:spMk id="22" creationId="{7B659F83-D1FE-1850-BA4F-DEACBB46DDDF}"/>
          </ac:spMkLst>
        </pc:spChg>
        <pc:spChg chg="mod">
          <ac:chgData name="Nagotu Dilip Kumar" userId="e960ee6c-1011-46fd-ab26-7447e3dfc484" providerId="ADAL" clId="{C537D0E1-F004-4867-A19F-CB629E995C3F}" dt="2026-07-07T09:13:38.088" v="2190" actId="12"/>
          <ac:spMkLst>
            <pc:docMk/>
            <pc:sldMk cId="566397521" sldId="2147481804"/>
            <ac:spMk id="23" creationId="{1B8BFB54-7090-3649-1BD6-0F624334CE56}"/>
          </ac:spMkLst>
        </pc:spChg>
        <pc:spChg chg="mod">
          <ac:chgData name="Nagotu Dilip Kumar" userId="e960ee6c-1011-46fd-ab26-7447e3dfc484" providerId="ADAL" clId="{C537D0E1-F004-4867-A19F-CB629E995C3F}" dt="2026-07-07T09:13:20.895" v="2181" actId="14100"/>
          <ac:spMkLst>
            <pc:docMk/>
            <pc:sldMk cId="566397521" sldId="2147481804"/>
            <ac:spMk id="24" creationId="{E9817BF7-043E-6017-FCC6-D1398B6DE28B}"/>
          </ac:spMkLst>
        </pc:spChg>
        <pc:spChg chg="mod">
          <ac:chgData name="Nagotu Dilip Kumar" userId="e960ee6c-1011-46fd-ab26-7447e3dfc484" providerId="ADAL" clId="{C537D0E1-F004-4867-A19F-CB629E995C3F}" dt="2026-07-07T09:13:06.026" v="2179" actId="554"/>
          <ac:spMkLst>
            <pc:docMk/>
            <pc:sldMk cId="566397521" sldId="2147481804"/>
            <ac:spMk id="25" creationId="{50160EC2-2DFA-6F24-E13F-2EFE021C6BBD}"/>
          </ac:spMkLst>
        </pc:spChg>
        <pc:spChg chg="mod">
          <ac:chgData name="Nagotu Dilip Kumar" userId="e960ee6c-1011-46fd-ab26-7447e3dfc484" providerId="ADAL" clId="{C537D0E1-F004-4867-A19F-CB629E995C3F}" dt="2026-07-07T09:11:20.137" v="2068" actId="1076"/>
          <ac:spMkLst>
            <pc:docMk/>
            <pc:sldMk cId="566397521" sldId="2147481804"/>
            <ac:spMk id="26" creationId="{115358C2-27FE-A62F-C2A8-2066C780D2D1}"/>
          </ac:spMkLst>
        </pc:spChg>
        <pc:spChg chg="mod">
          <ac:chgData name="Nagotu Dilip Kumar" userId="e960ee6c-1011-46fd-ab26-7447e3dfc484" providerId="ADAL" clId="{C537D0E1-F004-4867-A19F-CB629E995C3F}" dt="2026-07-07T09:11:20.137" v="2068" actId="1076"/>
          <ac:spMkLst>
            <pc:docMk/>
            <pc:sldMk cId="566397521" sldId="2147481804"/>
            <ac:spMk id="27" creationId="{53EA6D90-7235-D2F5-926A-47B3F56CD6BA}"/>
          </ac:spMkLst>
        </pc:spChg>
        <pc:spChg chg="mod">
          <ac:chgData name="Nagotu Dilip Kumar" userId="e960ee6c-1011-46fd-ab26-7447e3dfc484" providerId="ADAL" clId="{C537D0E1-F004-4867-A19F-CB629E995C3F}" dt="2026-07-07T09:13:43.084" v="2193" actId="6549"/>
          <ac:spMkLst>
            <pc:docMk/>
            <pc:sldMk cId="566397521" sldId="2147481804"/>
            <ac:spMk id="28" creationId="{69F75A02-9717-FFA2-76BA-577C349E6DAA}"/>
          </ac:spMkLst>
        </pc:spChg>
        <pc:spChg chg="mod">
          <ac:chgData name="Nagotu Dilip Kumar" userId="e960ee6c-1011-46fd-ab26-7447e3dfc484" providerId="ADAL" clId="{C537D0E1-F004-4867-A19F-CB629E995C3F}" dt="2026-07-07T09:11:20.137" v="2068" actId="1076"/>
          <ac:spMkLst>
            <pc:docMk/>
            <pc:sldMk cId="566397521" sldId="2147481804"/>
            <ac:spMk id="29" creationId="{242CFEF2-E7E6-AC57-81B5-DF97B6717DA8}"/>
          </ac:spMkLst>
        </pc:spChg>
        <pc:spChg chg="mod">
          <ac:chgData name="Nagotu Dilip Kumar" userId="e960ee6c-1011-46fd-ab26-7447e3dfc484" providerId="ADAL" clId="{C537D0E1-F004-4867-A19F-CB629E995C3F}" dt="2026-07-07T09:11:20.137" v="2068" actId="1076"/>
          <ac:spMkLst>
            <pc:docMk/>
            <pc:sldMk cId="566397521" sldId="2147481804"/>
            <ac:spMk id="30" creationId="{BD3C7E56-D0DF-1387-D4C1-FCAEDD16C643}"/>
          </ac:spMkLst>
        </pc:spChg>
        <pc:spChg chg="mod">
          <ac:chgData name="Nagotu Dilip Kumar" userId="e960ee6c-1011-46fd-ab26-7447e3dfc484" providerId="ADAL" clId="{C537D0E1-F004-4867-A19F-CB629E995C3F}" dt="2026-07-02T04:38:32.655" v="1993" actId="1076"/>
          <ac:spMkLst>
            <pc:docMk/>
            <pc:sldMk cId="566397521" sldId="2147481804"/>
            <ac:spMk id="45" creationId="{1491C942-ADE5-3EC4-66D1-218CF88E9B97}"/>
          </ac:spMkLst>
        </pc:spChg>
        <pc:spChg chg="mod">
          <ac:chgData name="Nagotu Dilip Kumar" userId="e960ee6c-1011-46fd-ab26-7447e3dfc484" providerId="ADAL" clId="{C537D0E1-F004-4867-A19F-CB629E995C3F}" dt="2026-07-07T08:58:06.009" v="2003" actId="1076"/>
          <ac:spMkLst>
            <pc:docMk/>
            <pc:sldMk cId="566397521" sldId="2147481804"/>
            <ac:spMk id="60" creationId="{C99CB9C7-5A07-A550-77C5-04EC42313976}"/>
          </ac:spMkLst>
        </pc:spChg>
        <pc:spChg chg="mod">
          <ac:chgData name="Nagotu Dilip Kumar" userId="e960ee6c-1011-46fd-ab26-7447e3dfc484" providerId="ADAL" clId="{C537D0E1-F004-4867-A19F-CB629E995C3F}" dt="2026-07-07T09:11:20.137" v="2068" actId="1076"/>
          <ac:spMkLst>
            <pc:docMk/>
            <pc:sldMk cId="566397521" sldId="2147481804"/>
            <ac:spMk id="61" creationId="{D87270FD-1534-571D-2952-A6F0062B5AC3}"/>
          </ac:spMkLst>
        </pc:spChg>
        <pc:spChg chg="mod">
          <ac:chgData name="Nagotu Dilip Kumar" userId="e960ee6c-1011-46fd-ab26-7447e3dfc484" providerId="ADAL" clId="{C537D0E1-F004-4867-A19F-CB629E995C3F}" dt="2026-07-07T08:58:06.009" v="2003" actId="1076"/>
          <ac:spMkLst>
            <pc:docMk/>
            <pc:sldMk cId="566397521" sldId="2147481804"/>
            <ac:spMk id="62" creationId="{ED7E2B27-FEC1-68BE-1D84-55002A192644}"/>
          </ac:spMkLst>
        </pc:spChg>
        <pc:spChg chg="mod">
          <ac:chgData name="Nagotu Dilip Kumar" userId="e960ee6c-1011-46fd-ab26-7447e3dfc484" providerId="ADAL" clId="{C537D0E1-F004-4867-A19F-CB629E995C3F}" dt="2026-07-07T09:11:20.137" v="2068" actId="1076"/>
          <ac:spMkLst>
            <pc:docMk/>
            <pc:sldMk cId="566397521" sldId="2147481804"/>
            <ac:spMk id="63" creationId="{2DE3384B-8E51-5BDD-2A78-265410A0C2FA}"/>
          </ac:spMkLst>
        </pc:spChg>
        <pc:spChg chg="mod">
          <ac:chgData name="Nagotu Dilip Kumar" userId="e960ee6c-1011-46fd-ab26-7447e3dfc484" providerId="ADAL" clId="{C537D0E1-F004-4867-A19F-CB629E995C3F}" dt="2026-07-07T09:11:20.137" v="2068" actId="1076"/>
          <ac:spMkLst>
            <pc:docMk/>
            <pc:sldMk cId="566397521" sldId="2147481804"/>
            <ac:spMk id="64" creationId="{9C0AFC99-0D94-3C0A-7B55-2E0ECA37AD4B}"/>
          </ac:spMkLst>
        </pc:spChg>
        <pc:spChg chg="mod">
          <ac:chgData name="Nagotu Dilip Kumar" userId="e960ee6c-1011-46fd-ab26-7447e3dfc484" providerId="ADAL" clId="{C537D0E1-F004-4867-A19F-CB629E995C3F}" dt="2026-07-07T10:44:00.436" v="2619" actId="1076"/>
          <ac:spMkLst>
            <pc:docMk/>
            <pc:sldMk cId="566397521" sldId="2147481804"/>
            <ac:spMk id="65" creationId="{A8E503B9-F1FF-5FD9-902D-D1EB3701E6FB}"/>
          </ac:spMkLst>
        </pc:spChg>
        <pc:spChg chg="mod">
          <ac:chgData name="Nagotu Dilip Kumar" userId="e960ee6c-1011-46fd-ab26-7447e3dfc484" providerId="ADAL" clId="{C537D0E1-F004-4867-A19F-CB629E995C3F}" dt="2026-07-07T10:43:56.990" v="2618" actId="1076"/>
          <ac:spMkLst>
            <pc:docMk/>
            <pc:sldMk cId="566397521" sldId="2147481804"/>
            <ac:spMk id="67" creationId="{C9412624-36CF-6734-FE6B-B27FDDB82ED0}"/>
          </ac:spMkLst>
        </pc:spChg>
        <pc:spChg chg="mod">
          <ac:chgData name="Nagotu Dilip Kumar" userId="e960ee6c-1011-46fd-ab26-7447e3dfc484" providerId="ADAL" clId="{C537D0E1-F004-4867-A19F-CB629E995C3F}" dt="2026-07-07T10:43:52.849" v="2617" actId="1076"/>
          <ac:spMkLst>
            <pc:docMk/>
            <pc:sldMk cId="566397521" sldId="2147481804"/>
            <ac:spMk id="69" creationId="{42CCED01-C8C3-CC2B-63A5-FE55BC14AAC3}"/>
          </ac:spMkLst>
        </pc:spChg>
        <pc:spChg chg="mod">
          <ac:chgData name="Nagotu Dilip Kumar" userId="e960ee6c-1011-46fd-ab26-7447e3dfc484" providerId="ADAL" clId="{C537D0E1-F004-4867-A19F-CB629E995C3F}" dt="2026-07-07T10:43:48.437" v="2616" actId="1076"/>
          <ac:spMkLst>
            <pc:docMk/>
            <pc:sldMk cId="566397521" sldId="2147481804"/>
            <ac:spMk id="71" creationId="{E111A5FE-8E6C-D65D-3CCB-1DF82F244906}"/>
          </ac:spMkLst>
        </pc:spChg>
        <pc:spChg chg="mod">
          <ac:chgData name="Nagotu Dilip Kumar" userId="e960ee6c-1011-46fd-ab26-7447e3dfc484" providerId="ADAL" clId="{C537D0E1-F004-4867-A19F-CB629E995C3F}" dt="2026-07-07T10:43:44.596" v="2615" actId="1076"/>
          <ac:spMkLst>
            <pc:docMk/>
            <pc:sldMk cId="566397521" sldId="2147481804"/>
            <ac:spMk id="73" creationId="{F5D60F2A-370C-9782-B32F-656BB8359CF1}"/>
          </ac:spMkLst>
        </pc:spChg>
        <pc:spChg chg="mod">
          <ac:chgData name="Nagotu Dilip Kumar" userId="e960ee6c-1011-46fd-ab26-7447e3dfc484" providerId="ADAL" clId="{C537D0E1-F004-4867-A19F-CB629E995C3F}" dt="2026-07-07T09:13:20.895" v="2181" actId="14100"/>
          <ac:spMkLst>
            <pc:docMk/>
            <pc:sldMk cId="566397521" sldId="2147481804"/>
            <ac:spMk id="75" creationId="{6E95FD6D-B9DB-CC3F-41FF-931FC655C893}"/>
          </ac:spMkLst>
        </pc:spChg>
        <pc:spChg chg="mod">
          <ac:chgData name="Nagotu Dilip Kumar" userId="e960ee6c-1011-46fd-ab26-7447e3dfc484" providerId="ADAL" clId="{C537D0E1-F004-4867-A19F-CB629E995C3F}" dt="2026-07-07T09:13:20.895" v="2181" actId="14100"/>
          <ac:spMkLst>
            <pc:docMk/>
            <pc:sldMk cId="566397521" sldId="2147481804"/>
            <ac:spMk id="76" creationId="{945541EC-ED6C-986A-2605-E79B13DD0D20}"/>
          </ac:spMkLst>
        </pc:spChg>
        <pc:spChg chg="mod">
          <ac:chgData name="Nagotu Dilip Kumar" userId="e960ee6c-1011-46fd-ab26-7447e3dfc484" providerId="ADAL" clId="{C537D0E1-F004-4867-A19F-CB629E995C3F}" dt="2026-07-07T09:13:20.895" v="2181" actId="14100"/>
          <ac:spMkLst>
            <pc:docMk/>
            <pc:sldMk cId="566397521" sldId="2147481804"/>
            <ac:spMk id="78" creationId="{7D770A79-7B1A-64D0-E94F-376BCCBAE9A0}"/>
          </ac:spMkLst>
        </pc:spChg>
        <pc:grpChg chg="mod">
          <ac:chgData name="Nagotu Dilip Kumar" userId="e960ee6c-1011-46fd-ab26-7447e3dfc484" providerId="ADAL" clId="{C537D0E1-F004-4867-A19F-CB629E995C3F}" dt="2026-07-07T09:13:26.694" v="2182" actId="1076"/>
          <ac:grpSpMkLst>
            <pc:docMk/>
            <pc:sldMk cId="566397521" sldId="2147481804"/>
            <ac:grpSpMk id="7" creationId="{C0E31D56-5E17-26E4-79FA-F459BAB871EE}"/>
          </ac:grpSpMkLst>
        </pc:grpChg>
        <pc:picChg chg="mod">
          <ac:chgData name="Nagotu Dilip Kumar" userId="e960ee6c-1011-46fd-ab26-7447e3dfc484" providerId="ADAL" clId="{C537D0E1-F004-4867-A19F-CB629E995C3F}" dt="2026-07-07T10:44:00.436" v="2619" actId="1076"/>
          <ac:picMkLst>
            <pc:docMk/>
            <pc:sldMk cId="566397521" sldId="2147481804"/>
            <ac:picMk id="66" creationId="{1FE98658-E4B9-52FF-4500-B51341636E2A}"/>
          </ac:picMkLst>
        </pc:picChg>
        <pc:picChg chg="mod">
          <ac:chgData name="Nagotu Dilip Kumar" userId="e960ee6c-1011-46fd-ab26-7447e3dfc484" providerId="ADAL" clId="{C537D0E1-F004-4867-A19F-CB629E995C3F}" dt="2026-07-07T10:43:56.990" v="2618" actId="1076"/>
          <ac:picMkLst>
            <pc:docMk/>
            <pc:sldMk cId="566397521" sldId="2147481804"/>
            <ac:picMk id="68" creationId="{A3D095B3-3E14-442F-96B6-9E45DC93850A}"/>
          </ac:picMkLst>
        </pc:picChg>
        <pc:picChg chg="mod">
          <ac:chgData name="Nagotu Dilip Kumar" userId="e960ee6c-1011-46fd-ab26-7447e3dfc484" providerId="ADAL" clId="{C537D0E1-F004-4867-A19F-CB629E995C3F}" dt="2026-07-07T10:43:52.849" v="2617" actId="1076"/>
          <ac:picMkLst>
            <pc:docMk/>
            <pc:sldMk cId="566397521" sldId="2147481804"/>
            <ac:picMk id="70" creationId="{14C431C0-93C8-C59A-DD5A-CC60944A51FE}"/>
          </ac:picMkLst>
        </pc:picChg>
        <pc:picChg chg="mod">
          <ac:chgData name="Nagotu Dilip Kumar" userId="e960ee6c-1011-46fd-ab26-7447e3dfc484" providerId="ADAL" clId="{C537D0E1-F004-4867-A19F-CB629E995C3F}" dt="2026-07-07T10:43:48.437" v="2616" actId="1076"/>
          <ac:picMkLst>
            <pc:docMk/>
            <pc:sldMk cId="566397521" sldId="2147481804"/>
            <ac:picMk id="72" creationId="{3FB4160D-467D-7D22-5E8F-8701CFDE3D59}"/>
          </ac:picMkLst>
        </pc:picChg>
        <pc:picChg chg="mod">
          <ac:chgData name="Nagotu Dilip Kumar" userId="e960ee6c-1011-46fd-ab26-7447e3dfc484" providerId="ADAL" clId="{C537D0E1-F004-4867-A19F-CB629E995C3F}" dt="2026-07-07T10:43:44.596" v="2615" actId="1076"/>
          <ac:picMkLst>
            <pc:docMk/>
            <pc:sldMk cId="566397521" sldId="2147481804"/>
            <ac:picMk id="74" creationId="{7186736A-019E-904B-EBF1-405C3DC3C281}"/>
          </ac:picMkLst>
        </pc:picChg>
      </pc:sldChg>
      <pc:sldChg chg="modSp mod">
        <pc:chgData name="Nagotu Dilip Kumar" userId="e960ee6c-1011-46fd-ab26-7447e3dfc484" providerId="ADAL" clId="{C537D0E1-F004-4867-A19F-CB629E995C3F}" dt="2026-07-10T17:03:14.891" v="2784" actId="14100"/>
        <pc:sldMkLst>
          <pc:docMk/>
          <pc:sldMk cId="2751744931" sldId="2147481808"/>
        </pc:sldMkLst>
        <pc:spChg chg="mod">
          <ac:chgData name="Nagotu Dilip Kumar" userId="e960ee6c-1011-46fd-ab26-7447e3dfc484" providerId="ADAL" clId="{C537D0E1-F004-4867-A19F-CB629E995C3F}" dt="2026-07-10T17:03:14.891" v="2784" actId="14100"/>
          <ac:spMkLst>
            <pc:docMk/>
            <pc:sldMk cId="2751744931" sldId="2147481808"/>
            <ac:spMk id="2" creationId="{D9DC9138-62FB-CCF1-2DC5-BEE106824EF4}"/>
          </ac:spMkLst>
        </pc:spChg>
        <pc:spChg chg="mod">
          <ac:chgData name="Nagotu Dilip Kumar" userId="e960ee6c-1011-46fd-ab26-7447e3dfc484" providerId="ADAL" clId="{C537D0E1-F004-4867-A19F-CB629E995C3F}" dt="2026-07-07T11:56:35.334" v="2693" actId="1076"/>
          <ac:spMkLst>
            <pc:docMk/>
            <pc:sldMk cId="2751744931" sldId="2147481808"/>
            <ac:spMk id="7" creationId="{AA585A39-F518-2E8D-011D-E4FB0354BFDA}"/>
          </ac:spMkLst>
        </pc:spChg>
        <pc:spChg chg="mod">
          <ac:chgData name="Nagotu Dilip Kumar" userId="e960ee6c-1011-46fd-ab26-7447e3dfc484" providerId="ADAL" clId="{C537D0E1-F004-4867-A19F-CB629E995C3F}" dt="2026-07-07T11:56:35.334" v="2693" actId="1076"/>
          <ac:spMkLst>
            <pc:docMk/>
            <pc:sldMk cId="2751744931" sldId="2147481808"/>
            <ac:spMk id="8" creationId="{285FB5D3-2A55-8468-096D-C76AB54318F6}"/>
          </ac:spMkLst>
        </pc:spChg>
        <pc:spChg chg="mod">
          <ac:chgData name="Nagotu Dilip Kumar" userId="e960ee6c-1011-46fd-ab26-7447e3dfc484" providerId="ADAL" clId="{C537D0E1-F004-4867-A19F-CB629E995C3F}" dt="2026-07-07T11:56:35.334" v="2693" actId="1076"/>
          <ac:spMkLst>
            <pc:docMk/>
            <pc:sldMk cId="2751744931" sldId="2147481808"/>
            <ac:spMk id="15" creationId="{33A9BFA1-693D-D7FF-22C1-947652A445A5}"/>
          </ac:spMkLst>
        </pc:spChg>
        <pc:spChg chg="mod">
          <ac:chgData name="Nagotu Dilip Kumar" userId="e960ee6c-1011-46fd-ab26-7447e3dfc484" providerId="ADAL" clId="{C537D0E1-F004-4867-A19F-CB629E995C3F}" dt="2026-07-07T11:56:35.334" v="2693" actId="1076"/>
          <ac:spMkLst>
            <pc:docMk/>
            <pc:sldMk cId="2751744931" sldId="2147481808"/>
            <ac:spMk id="16" creationId="{B84C084E-F8FE-A0B7-7F42-CF03BBFCBAD8}"/>
          </ac:spMkLst>
        </pc:spChg>
        <pc:spChg chg="mod">
          <ac:chgData name="Nagotu Dilip Kumar" userId="e960ee6c-1011-46fd-ab26-7447e3dfc484" providerId="ADAL" clId="{C537D0E1-F004-4867-A19F-CB629E995C3F}" dt="2026-07-10T17:02:50.822" v="2781" actId="2085"/>
          <ac:spMkLst>
            <pc:docMk/>
            <pc:sldMk cId="2751744931" sldId="2147481808"/>
            <ac:spMk id="48" creationId="{82E8C89A-9638-F1A3-B043-2BDE6E695FE2}"/>
          </ac:spMkLst>
        </pc:spChg>
        <pc:spChg chg="mod">
          <ac:chgData name="Nagotu Dilip Kumar" userId="e960ee6c-1011-46fd-ab26-7447e3dfc484" providerId="ADAL" clId="{C537D0E1-F004-4867-A19F-CB629E995C3F}" dt="2026-07-10T17:03:01.043" v="2783" actId="2085"/>
          <ac:spMkLst>
            <pc:docMk/>
            <pc:sldMk cId="2751744931" sldId="2147481808"/>
            <ac:spMk id="49" creationId="{3227C3B6-BFD0-EFB5-D68F-1C9EC0FFD12E}"/>
          </ac:spMkLst>
        </pc:spChg>
        <pc:spChg chg="mod">
          <ac:chgData name="Nagotu Dilip Kumar" userId="e960ee6c-1011-46fd-ab26-7447e3dfc484" providerId="ADAL" clId="{C537D0E1-F004-4867-A19F-CB629E995C3F}" dt="2026-07-07T11:56:43.766" v="2694" actId="14100"/>
          <ac:spMkLst>
            <pc:docMk/>
            <pc:sldMk cId="2751744931" sldId="2147481808"/>
            <ac:spMk id="120" creationId="{0623AF7D-CF61-F8A2-105D-D2DC549C1D72}"/>
          </ac:spMkLst>
        </pc:spChg>
        <pc:picChg chg="mod modCrop">
          <ac:chgData name="Nagotu Dilip Kumar" userId="e960ee6c-1011-46fd-ab26-7447e3dfc484" providerId="ADAL" clId="{C537D0E1-F004-4867-A19F-CB629E995C3F}" dt="2026-07-07T11:56:52.810" v="2695" actId="732"/>
          <ac:picMkLst>
            <pc:docMk/>
            <pc:sldMk cId="2751744931" sldId="2147481808"/>
            <ac:picMk id="119" creationId="{1DB26366-DBDD-E524-A07E-2995818F792F}"/>
          </ac:picMkLst>
        </pc:picChg>
      </pc:sldChg>
      <pc:sldChg chg="delSp modSp mod">
        <pc:chgData name="Nagotu Dilip Kumar" userId="e960ee6c-1011-46fd-ab26-7447e3dfc484" providerId="ADAL" clId="{C537D0E1-F004-4867-A19F-CB629E995C3F}" dt="2026-07-13T10:07:26.577" v="5763" actId="12789"/>
        <pc:sldMkLst>
          <pc:docMk/>
          <pc:sldMk cId="2408097752" sldId="2147481810"/>
        </pc:sldMkLst>
        <pc:spChg chg="mod">
          <ac:chgData name="Nagotu Dilip Kumar" userId="e960ee6c-1011-46fd-ab26-7447e3dfc484" providerId="ADAL" clId="{C537D0E1-F004-4867-A19F-CB629E995C3F}" dt="2026-07-07T12:02:46.427" v="2711" actId="1037"/>
          <ac:spMkLst>
            <pc:docMk/>
            <pc:sldMk cId="2408097752" sldId="2147481810"/>
            <ac:spMk id="2" creationId="{64DE0B33-55DE-4E5D-C550-F02F31B89513}"/>
          </ac:spMkLst>
        </pc:spChg>
        <pc:spChg chg="mod">
          <ac:chgData name="Nagotu Dilip Kumar" userId="e960ee6c-1011-46fd-ab26-7447e3dfc484" providerId="ADAL" clId="{C537D0E1-F004-4867-A19F-CB629E995C3F}" dt="2026-07-13T10:07:26.577" v="5763" actId="12789"/>
          <ac:spMkLst>
            <pc:docMk/>
            <pc:sldMk cId="2408097752" sldId="2147481810"/>
            <ac:spMk id="5" creationId="{40DFF124-1474-BD51-069E-9CE6CB2178E5}"/>
          </ac:spMkLst>
        </pc:spChg>
        <pc:spChg chg="mod">
          <ac:chgData name="Nagotu Dilip Kumar" userId="e960ee6c-1011-46fd-ab26-7447e3dfc484" providerId="ADAL" clId="{C537D0E1-F004-4867-A19F-CB629E995C3F}" dt="2026-07-07T12:03:02.960" v="2715" actId="14100"/>
          <ac:spMkLst>
            <pc:docMk/>
            <pc:sldMk cId="2408097752" sldId="2147481810"/>
            <ac:spMk id="8" creationId="{3BE8DC47-AA63-860B-4EF8-7B21E129D929}"/>
          </ac:spMkLst>
        </pc:spChg>
        <pc:spChg chg="mod">
          <ac:chgData name="Nagotu Dilip Kumar" userId="e960ee6c-1011-46fd-ab26-7447e3dfc484" providerId="ADAL" clId="{C537D0E1-F004-4867-A19F-CB629E995C3F}" dt="2026-07-10T17:03:31.127" v="2792" actId="1076"/>
          <ac:spMkLst>
            <pc:docMk/>
            <pc:sldMk cId="2408097752" sldId="2147481810"/>
            <ac:spMk id="38" creationId="{29CE369A-107D-19F8-539D-D65EE26DCD7B}"/>
          </ac:spMkLst>
        </pc:spChg>
        <pc:spChg chg="mod">
          <ac:chgData name="Nagotu Dilip Kumar" userId="e960ee6c-1011-46fd-ab26-7447e3dfc484" providerId="ADAL" clId="{C537D0E1-F004-4867-A19F-CB629E995C3F}" dt="2026-07-10T17:03:33.814" v="2793" actId="1076"/>
          <ac:spMkLst>
            <pc:docMk/>
            <pc:sldMk cId="2408097752" sldId="2147481810"/>
            <ac:spMk id="40" creationId="{848BEC48-0E35-5A1E-C15C-BC1F64DBC2DB}"/>
          </ac:spMkLst>
        </pc:spChg>
        <pc:spChg chg="mod">
          <ac:chgData name="Nagotu Dilip Kumar" userId="e960ee6c-1011-46fd-ab26-7447e3dfc484" providerId="ADAL" clId="{C537D0E1-F004-4867-A19F-CB629E995C3F}" dt="2026-07-10T17:03:36.016" v="2794" actId="1076"/>
          <ac:spMkLst>
            <pc:docMk/>
            <pc:sldMk cId="2408097752" sldId="2147481810"/>
            <ac:spMk id="50" creationId="{19192D97-ABE2-696D-9645-2DA0FAE54C03}"/>
          </ac:spMkLst>
        </pc:spChg>
        <pc:spChg chg="mod">
          <ac:chgData name="Nagotu Dilip Kumar" userId="e960ee6c-1011-46fd-ab26-7447e3dfc484" providerId="ADAL" clId="{C537D0E1-F004-4867-A19F-CB629E995C3F}" dt="2026-07-13T10:07:26.577" v="5763" actId="12789"/>
          <ac:spMkLst>
            <pc:docMk/>
            <pc:sldMk cId="2408097752" sldId="2147481810"/>
            <ac:spMk id="102" creationId="{92341661-86A7-D403-81C0-0AA89BF1E10A}"/>
          </ac:spMkLst>
        </pc:spChg>
        <pc:grpChg chg="mod">
          <ac:chgData name="Nagotu Dilip Kumar" userId="e960ee6c-1011-46fd-ab26-7447e3dfc484" providerId="ADAL" clId="{C537D0E1-F004-4867-A19F-CB629E995C3F}" dt="2026-07-13T08:46:52.626" v="4872" actId="1076"/>
          <ac:grpSpMkLst>
            <pc:docMk/>
            <pc:sldMk cId="2408097752" sldId="2147481810"/>
            <ac:grpSpMk id="33" creationId="{EA9D065B-9377-4B2F-9DA4-AA186B531B8A}"/>
          </ac:grpSpMkLst>
        </pc:grpChg>
      </pc:sldChg>
      <pc:sldChg chg="modSp mod">
        <pc:chgData name="Nagotu Dilip Kumar" userId="e960ee6c-1011-46fd-ab26-7447e3dfc484" providerId="ADAL" clId="{C537D0E1-F004-4867-A19F-CB629E995C3F}" dt="2026-07-07T11:55:29.072" v="2675" actId="166"/>
        <pc:sldMkLst>
          <pc:docMk/>
          <pc:sldMk cId="1011382387" sldId="2147481818"/>
        </pc:sldMkLst>
        <pc:spChg chg="ord">
          <ac:chgData name="Nagotu Dilip Kumar" userId="e960ee6c-1011-46fd-ab26-7447e3dfc484" providerId="ADAL" clId="{C537D0E1-F004-4867-A19F-CB629E995C3F}" dt="2026-07-07T11:55:29.072" v="2675" actId="166"/>
          <ac:spMkLst>
            <pc:docMk/>
            <pc:sldMk cId="1011382387" sldId="2147481818"/>
            <ac:spMk id="7" creationId="{E54D47B4-FBA8-8416-A974-A569D631307E}"/>
          </ac:spMkLst>
        </pc:spChg>
        <pc:spChg chg="ord">
          <ac:chgData name="Nagotu Dilip Kumar" userId="e960ee6c-1011-46fd-ab26-7447e3dfc484" providerId="ADAL" clId="{C537D0E1-F004-4867-A19F-CB629E995C3F}" dt="2026-07-07T11:55:27.035" v="2674" actId="166"/>
          <ac:spMkLst>
            <pc:docMk/>
            <pc:sldMk cId="1011382387" sldId="2147481818"/>
            <ac:spMk id="8" creationId="{E843E3C6-6451-F653-FDC8-40D96A479925}"/>
          </ac:spMkLst>
        </pc:spChg>
        <pc:spChg chg="ord">
          <ac:chgData name="Nagotu Dilip Kumar" userId="e960ee6c-1011-46fd-ab26-7447e3dfc484" providerId="ADAL" clId="{C537D0E1-F004-4867-A19F-CB629E995C3F}" dt="2026-07-07T11:55:25.209" v="2673" actId="166"/>
          <ac:spMkLst>
            <pc:docMk/>
            <pc:sldMk cId="1011382387" sldId="2147481818"/>
            <ac:spMk id="9" creationId="{C941721E-E321-1932-8525-F5F382421722}"/>
          </ac:spMkLst>
        </pc:spChg>
        <pc:spChg chg="mod">
          <ac:chgData name="Nagotu Dilip Kumar" userId="e960ee6c-1011-46fd-ab26-7447e3dfc484" providerId="ADAL" clId="{C537D0E1-F004-4867-A19F-CB629E995C3F}" dt="2026-07-07T09:37:45.729" v="2584"/>
          <ac:spMkLst>
            <pc:docMk/>
            <pc:sldMk cId="1011382387" sldId="2147481818"/>
            <ac:spMk id="33" creationId="{FFFD57D3-1E3F-6040-AECD-CFDC1416E085}"/>
          </ac:spMkLst>
        </pc:spChg>
        <pc:spChg chg="mod">
          <ac:chgData name="Nagotu Dilip Kumar" userId="e960ee6c-1011-46fd-ab26-7447e3dfc484" providerId="ADAL" clId="{C537D0E1-F004-4867-A19F-CB629E995C3F}" dt="2026-07-07T10:03:44.989" v="2608" actId="1076"/>
          <ac:spMkLst>
            <pc:docMk/>
            <pc:sldMk cId="1011382387" sldId="2147481818"/>
            <ac:spMk id="35" creationId="{91898596-D98B-3185-6B33-0FCB38BFBB80}"/>
          </ac:spMkLst>
        </pc:spChg>
        <pc:cxnChg chg="ord">
          <ac:chgData name="Nagotu Dilip Kumar" userId="e960ee6c-1011-46fd-ab26-7447e3dfc484" providerId="ADAL" clId="{C537D0E1-F004-4867-A19F-CB629E995C3F}" dt="2026-07-07T11:54:56.782" v="2669" actId="167"/>
          <ac:cxnSpMkLst>
            <pc:docMk/>
            <pc:sldMk cId="1011382387" sldId="2147481818"/>
            <ac:cxnSpMk id="46" creationId="{2FBF2912-0546-6061-F84D-E1C232171F0E}"/>
          </ac:cxnSpMkLst>
        </pc:cxnChg>
        <pc:cxnChg chg="mod ord">
          <ac:chgData name="Nagotu Dilip Kumar" userId="e960ee6c-1011-46fd-ab26-7447e3dfc484" providerId="ADAL" clId="{C537D0E1-F004-4867-A19F-CB629E995C3F}" dt="2026-07-07T11:55:09.295" v="2671" actId="167"/>
          <ac:cxnSpMkLst>
            <pc:docMk/>
            <pc:sldMk cId="1011382387" sldId="2147481818"/>
            <ac:cxnSpMk id="65" creationId="{220C0A4A-8CCB-E728-D4A9-6E45333CC897}"/>
          </ac:cxnSpMkLst>
        </pc:cxnChg>
        <pc:cxnChg chg="ord">
          <ac:chgData name="Nagotu Dilip Kumar" userId="e960ee6c-1011-46fd-ab26-7447e3dfc484" providerId="ADAL" clId="{C537D0E1-F004-4867-A19F-CB629E995C3F}" dt="2026-07-07T11:55:12.890" v="2672" actId="167"/>
          <ac:cxnSpMkLst>
            <pc:docMk/>
            <pc:sldMk cId="1011382387" sldId="2147481818"/>
            <ac:cxnSpMk id="71" creationId="{478B711E-44BB-46C3-2E34-99211DED8A2C}"/>
          </ac:cxnSpMkLst>
        </pc:cxnChg>
      </pc:sldChg>
      <pc:sldChg chg="modSp mod ord modShow">
        <pc:chgData name="Nagotu Dilip Kumar" userId="e960ee6c-1011-46fd-ab26-7447e3dfc484" providerId="ADAL" clId="{C537D0E1-F004-4867-A19F-CB629E995C3F}" dt="2026-07-11T16:40:21.873" v="2838"/>
        <pc:sldMkLst>
          <pc:docMk/>
          <pc:sldMk cId="1561129444" sldId="2147481819"/>
        </pc:sldMkLst>
        <pc:spChg chg="mod">
          <ac:chgData name="Nagotu Dilip Kumar" userId="e960ee6c-1011-46fd-ab26-7447e3dfc484" providerId="ADAL" clId="{C537D0E1-F004-4867-A19F-CB629E995C3F}" dt="2026-07-10T17:03:53.439" v="2798" actId="113"/>
          <ac:spMkLst>
            <pc:docMk/>
            <pc:sldMk cId="1561129444" sldId="2147481819"/>
            <ac:spMk id="5" creationId="{DB455E88-8470-39E4-B6BA-49AD4584304C}"/>
          </ac:spMkLst>
        </pc:spChg>
        <pc:spChg chg="mod">
          <ac:chgData name="Nagotu Dilip Kumar" userId="e960ee6c-1011-46fd-ab26-7447e3dfc484" providerId="ADAL" clId="{C537D0E1-F004-4867-A19F-CB629E995C3F}" dt="2026-07-10T17:03:42.685" v="2795" actId="403"/>
          <ac:spMkLst>
            <pc:docMk/>
            <pc:sldMk cId="1561129444" sldId="2147481819"/>
            <ac:spMk id="9" creationId="{B887F84E-78A3-F675-54E5-D4C7AB21610F}"/>
          </ac:spMkLst>
        </pc:spChg>
        <pc:spChg chg="mod">
          <ac:chgData name="Nagotu Dilip Kumar" userId="e960ee6c-1011-46fd-ab26-7447e3dfc484" providerId="ADAL" clId="{C537D0E1-F004-4867-A19F-CB629E995C3F}" dt="2026-07-07T12:03:44.377" v="2721" actId="207"/>
          <ac:spMkLst>
            <pc:docMk/>
            <pc:sldMk cId="1561129444" sldId="2147481819"/>
            <ac:spMk id="18" creationId="{C9E0616B-7B6B-4EF9-BA31-C09AB743F9E8}"/>
          </ac:spMkLst>
        </pc:spChg>
        <pc:spChg chg="mod">
          <ac:chgData name="Nagotu Dilip Kumar" userId="e960ee6c-1011-46fd-ab26-7447e3dfc484" providerId="ADAL" clId="{C537D0E1-F004-4867-A19F-CB629E995C3F}" dt="2026-07-07T12:03:44.377" v="2721" actId="207"/>
          <ac:spMkLst>
            <pc:docMk/>
            <pc:sldMk cId="1561129444" sldId="2147481819"/>
            <ac:spMk id="25" creationId="{2E0C6BC4-953A-8CB9-4D6A-9A73685BD922}"/>
          </ac:spMkLst>
        </pc:spChg>
        <pc:spChg chg="mod">
          <ac:chgData name="Nagotu Dilip Kumar" userId="e960ee6c-1011-46fd-ab26-7447e3dfc484" providerId="ADAL" clId="{C537D0E1-F004-4867-A19F-CB629E995C3F}" dt="2026-07-07T12:03:44.377" v="2721" actId="207"/>
          <ac:spMkLst>
            <pc:docMk/>
            <pc:sldMk cId="1561129444" sldId="2147481819"/>
            <ac:spMk id="28" creationId="{6C679FB8-662D-B149-1E9E-7B503B922252}"/>
          </ac:spMkLst>
        </pc:spChg>
        <pc:spChg chg="mod">
          <ac:chgData name="Nagotu Dilip Kumar" userId="e960ee6c-1011-46fd-ab26-7447e3dfc484" providerId="ADAL" clId="{C537D0E1-F004-4867-A19F-CB629E995C3F}" dt="2026-07-07T12:03:44.377" v="2721" actId="207"/>
          <ac:spMkLst>
            <pc:docMk/>
            <pc:sldMk cId="1561129444" sldId="2147481819"/>
            <ac:spMk id="32" creationId="{485216A9-2FBD-E206-8491-2B51EE3A208B}"/>
          </ac:spMkLst>
        </pc:spChg>
      </pc:sldChg>
      <pc:sldChg chg="modSp mod ord modShow">
        <pc:chgData name="Nagotu Dilip Kumar" userId="e960ee6c-1011-46fd-ab26-7447e3dfc484" providerId="ADAL" clId="{C537D0E1-F004-4867-A19F-CB629E995C3F}" dt="2026-07-11T16:40:21.873" v="2838"/>
        <pc:sldMkLst>
          <pc:docMk/>
          <pc:sldMk cId="525997240" sldId="2147481820"/>
        </pc:sldMkLst>
        <pc:spChg chg="mod">
          <ac:chgData name="Nagotu Dilip Kumar" userId="e960ee6c-1011-46fd-ab26-7447e3dfc484" providerId="ADAL" clId="{C537D0E1-F004-4867-A19F-CB629E995C3F}" dt="2026-07-10T17:03:50.094" v="2797" actId="113"/>
          <ac:spMkLst>
            <pc:docMk/>
            <pc:sldMk cId="525997240" sldId="2147481820"/>
            <ac:spMk id="5" creationId="{A139D6F6-13EF-92D3-618D-1346C1E4F0C3}"/>
          </ac:spMkLst>
        </pc:spChg>
        <pc:spChg chg="mod">
          <ac:chgData name="Nagotu Dilip Kumar" userId="e960ee6c-1011-46fd-ab26-7447e3dfc484" providerId="ADAL" clId="{C537D0E1-F004-4867-A19F-CB629E995C3F}" dt="2026-07-10T17:03:46.658" v="2796" actId="403"/>
          <ac:spMkLst>
            <pc:docMk/>
            <pc:sldMk cId="525997240" sldId="2147481820"/>
            <ac:spMk id="16" creationId="{F1D02281-392B-BF0A-9972-E576BE01AFD0}"/>
          </ac:spMkLst>
        </pc:spChg>
        <pc:spChg chg="mod">
          <ac:chgData name="Nagotu Dilip Kumar" userId="e960ee6c-1011-46fd-ab26-7447e3dfc484" providerId="ADAL" clId="{C537D0E1-F004-4867-A19F-CB629E995C3F}" dt="2026-07-07T12:03:49.235" v="2722" actId="207"/>
          <ac:spMkLst>
            <pc:docMk/>
            <pc:sldMk cId="525997240" sldId="2147481820"/>
            <ac:spMk id="41" creationId="{73666354-07E0-D8C5-AB88-B27DD6EEF41C}"/>
          </ac:spMkLst>
        </pc:spChg>
        <pc:spChg chg="mod">
          <ac:chgData name="Nagotu Dilip Kumar" userId="e960ee6c-1011-46fd-ab26-7447e3dfc484" providerId="ADAL" clId="{C537D0E1-F004-4867-A19F-CB629E995C3F}" dt="2026-07-07T12:03:49.235" v="2722" actId="207"/>
          <ac:spMkLst>
            <pc:docMk/>
            <pc:sldMk cId="525997240" sldId="2147481820"/>
            <ac:spMk id="42" creationId="{28C1EC57-922A-FDFB-01E0-4B9BC43A8A8C}"/>
          </ac:spMkLst>
        </pc:spChg>
        <pc:spChg chg="mod">
          <ac:chgData name="Nagotu Dilip Kumar" userId="e960ee6c-1011-46fd-ab26-7447e3dfc484" providerId="ADAL" clId="{C537D0E1-F004-4867-A19F-CB629E995C3F}" dt="2026-07-07T12:03:49.235" v="2722" actId="207"/>
          <ac:spMkLst>
            <pc:docMk/>
            <pc:sldMk cId="525997240" sldId="2147481820"/>
            <ac:spMk id="43" creationId="{3EC70896-8576-7812-F43E-848A1B60B6B9}"/>
          </ac:spMkLst>
        </pc:spChg>
        <pc:spChg chg="mod">
          <ac:chgData name="Nagotu Dilip Kumar" userId="e960ee6c-1011-46fd-ab26-7447e3dfc484" providerId="ADAL" clId="{C537D0E1-F004-4867-A19F-CB629E995C3F}" dt="2026-07-07T12:03:49.235" v="2722" actId="207"/>
          <ac:spMkLst>
            <pc:docMk/>
            <pc:sldMk cId="525997240" sldId="2147481820"/>
            <ac:spMk id="47" creationId="{43ADD294-6AE8-887D-89B0-99DC88A79B1A}"/>
          </ac:spMkLst>
        </pc:spChg>
      </pc:sldChg>
      <pc:sldChg chg="modSp mod">
        <pc:chgData name="Nagotu Dilip Kumar" userId="e960ee6c-1011-46fd-ab26-7447e3dfc484" providerId="ADAL" clId="{C537D0E1-F004-4867-A19F-CB629E995C3F}" dt="2026-07-12T05:29:21.063" v="2849" actId="113"/>
        <pc:sldMkLst>
          <pc:docMk/>
          <pc:sldMk cId="3323764323" sldId="2147481821"/>
        </pc:sldMkLst>
        <pc:spChg chg="mod">
          <ac:chgData name="Nagotu Dilip Kumar" userId="e960ee6c-1011-46fd-ab26-7447e3dfc484" providerId="ADAL" clId="{C537D0E1-F004-4867-A19F-CB629E995C3F}" dt="2026-07-12T05:29:21.063" v="2849" actId="113"/>
          <ac:spMkLst>
            <pc:docMk/>
            <pc:sldMk cId="3323764323" sldId="2147481821"/>
            <ac:spMk id="30" creationId="{C35026C3-2AA7-231B-306A-C6A28092BC45}"/>
          </ac:spMkLst>
        </pc:spChg>
        <pc:spChg chg="mod">
          <ac:chgData name="Nagotu Dilip Kumar" userId="e960ee6c-1011-46fd-ab26-7447e3dfc484" providerId="ADAL" clId="{C537D0E1-F004-4867-A19F-CB629E995C3F}" dt="2026-07-10T17:04:06.663" v="2800" actId="2085"/>
          <ac:spMkLst>
            <pc:docMk/>
            <pc:sldMk cId="3323764323" sldId="2147481821"/>
            <ac:spMk id="39" creationId="{DC99BD98-24C4-1D08-33D5-8F66777E3A01}"/>
          </ac:spMkLst>
        </pc:spChg>
        <pc:spChg chg="mod">
          <ac:chgData name="Nagotu Dilip Kumar" userId="e960ee6c-1011-46fd-ab26-7447e3dfc484" providerId="ADAL" clId="{C537D0E1-F004-4867-A19F-CB629E995C3F}" dt="2026-07-10T17:04:06.663" v="2800" actId="2085"/>
          <ac:spMkLst>
            <pc:docMk/>
            <pc:sldMk cId="3323764323" sldId="2147481821"/>
            <ac:spMk id="40" creationId="{DAF678FA-29DA-F38B-18C0-BC7F44641AD8}"/>
          </ac:spMkLst>
        </pc:spChg>
      </pc:sldChg>
      <pc:sldChg chg="addSp modSp mod">
        <pc:chgData name="Nagotu Dilip Kumar" userId="e960ee6c-1011-46fd-ab26-7447e3dfc484" providerId="ADAL" clId="{C537D0E1-F004-4867-A19F-CB629E995C3F}" dt="2026-07-10T17:08:01.370" v="2802" actId="1076"/>
        <pc:sldMkLst>
          <pc:docMk/>
          <pc:sldMk cId="2976658370" sldId="2147481824"/>
        </pc:sldMkLst>
        <pc:spChg chg="mod">
          <ac:chgData name="Nagotu Dilip Kumar" userId="e960ee6c-1011-46fd-ab26-7447e3dfc484" providerId="ADAL" clId="{C537D0E1-F004-4867-A19F-CB629E995C3F}" dt="2026-07-07T11:57:51.284" v="2703" actId="14100"/>
          <ac:spMkLst>
            <pc:docMk/>
            <pc:sldMk cId="2976658370" sldId="2147481824"/>
            <ac:spMk id="5" creationId="{B4687BFD-1EE4-30AE-D329-EB40D113FCCF}"/>
          </ac:spMkLst>
        </pc:spChg>
        <pc:spChg chg="mod">
          <ac:chgData name="Nagotu Dilip Kumar" userId="e960ee6c-1011-46fd-ab26-7447e3dfc484" providerId="ADAL" clId="{C537D0E1-F004-4867-A19F-CB629E995C3F}" dt="2026-07-07T09:15:22.437" v="2208" actId="552"/>
          <ac:spMkLst>
            <pc:docMk/>
            <pc:sldMk cId="2976658370" sldId="2147481824"/>
            <ac:spMk id="8" creationId="{0CDBBC60-5EE6-E1FE-DAF3-631BC0888514}"/>
          </ac:spMkLst>
        </pc:spChg>
        <pc:spChg chg="mod">
          <ac:chgData name="Nagotu Dilip Kumar" userId="e960ee6c-1011-46fd-ab26-7447e3dfc484" providerId="ADAL" clId="{C537D0E1-F004-4867-A19F-CB629E995C3F}" dt="2026-07-07T09:16:43.298" v="2319" actId="1076"/>
          <ac:spMkLst>
            <pc:docMk/>
            <pc:sldMk cId="2976658370" sldId="2147481824"/>
            <ac:spMk id="9" creationId="{E31FA61D-8A6E-6774-7325-6454047E924B}"/>
          </ac:spMkLst>
        </pc:spChg>
        <pc:spChg chg="mod">
          <ac:chgData name="Nagotu Dilip Kumar" userId="e960ee6c-1011-46fd-ab26-7447e3dfc484" providerId="ADAL" clId="{C537D0E1-F004-4867-A19F-CB629E995C3F}" dt="2026-07-07T09:16:43.298" v="2319" actId="1076"/>
          <ac:spMkLst>
            <pc:docMk/>
            <pc:sldMk cId="2976658370" sldId="2147481824"/>
            <ac:spMk id="10" creationId="{7BAABB32-ECDE-F41E-8E8E-6A97C0D556D2}"/>
          </ac:spMkLst>
        </pc:spChg>
        <pc:spChg chg="mod">
          <ac:chgData name="Nagotu Dilip Kumar" userId="e960ee6c-1011-46fd-ab26-7447e3dfc484" providerId="ADAL" clId="{C537D0E1-F004-4867-A19F-CB629E995C3F}" dt="2026-07-07T09:15:45.284" v="2215" actId="465"/>
          <ac:spMkLst>
            <pc:docMk/>
            <pc:sldMk cId="2976658370" sldId="2147481824"/>
            <ac:spMk id="11" creationId="{2995DE99-B392-CB2C-8F7F-CBD928509711}"/>
          </ac:spMkLst>
        </pc:spChg>
        <pc:spChg chg="mod">
          <ac:chgData name="Nagotu Dilip Kumar" userId="e960ee6c-1011-46fd-ab26-7447e3dfc484" providerId="ADAL" clId="{C537D0E1-F004-4867-A19F-CB629E995C3F}" dt="2026-07-07T09:17:21.232" v="2327" actId="1076"/>
          <ac:spMkLst>
            <pc:docMk/>
            <pc:sldMk cId="2976658370" sldId="2147481824"/>
            <ac:spMk id="13" creationId="{8451E895-CC7A-59E4-9E21-EE6545CA9C9F}"/>
          </ac:spMkLst>
        </pc:spChg>
        <pc:spChg chg="mod">
          <ac:chgData name="Nagotu Dilip Kumar" userId="e960ee6c-1011-46fd-ab26-7447e3dfc484" providerId="ADAL" clId="{C537D0E1-F004-4867-A19F-CB629E995C3F}" dt="2026-07-07T09:15:23.980" v="2209" actId="465"/>
          <ac:spMkLst>
            <pc:docMk/>
            <pc:sldMk cId="2976658370" sldId="2147481824"/>
            <ac:spMk id="15" creationId="{921C5EA4-C054-7BBD-2C9A-85171B5CAC9F}"/>
          </ac:spMkLst>
        </pc:spChg>
        <pc:spChg chg="mod">
          <ac:chgData name="Nagotu Dilip Kumar" userId="e960ee6c-1011-46fd-ab26-7447e3dfc484" providerId="ADAL" clId="{C537D0E1-F004-4867-A19F-CB629E995C3F}" dt="2026-07-07T09:15:31.288" v="2211" actId="465"/>
          <ac:spMkLst>
            <pc:docMk/>
            <pc:sldMk cId="2976658370" sldId="2147481824"/>
            <ac:spMk id="16" creationId="{E345EEC8-8107-9ABF-9566-564F2FBB9A69}"/>
          </ac:spMkLst>
        </pc:spChg>
        <pc:spChg chg="mod">
          <ac:chgData name="Nagotu Dilip Kumar" userId="e960ee6c-1011-46fd-ab26-7447e3dfc484" providerId="ADAL" clId="{C537D0E1-F004-4867-A19F-CB629E995C3F}" dt="2026-07-07T10:39:16.080" v="2610" actId="20577"/>
          <ac:spMkLst>
            <pc:docMk/>
            <pc:sldMk cId="2976658370" sldId="2147481824"/>
            <ac:spMk id="17" creationId="{BDAB3DBA-9EC1-465D-C630-F27C12D76FD4}"/>
          </ac:spMkLst>
        </pc:spChg>
        <pc:spChg chg="mod">
          <ac:chgData name="Nagotu Dilip Kumar" userId="e960ee6c-1011-46fd-ab26-7447e3dfc484" providerId="ADAL" clId="{C537D0E1-F004-4867-A19F-CB629E995C3F}" dt="2026-07-07T10:56:24" v="2656" actId="20577"/>
          <ac:spMkLst>
            <pc:docMk/>
            <pc:sldMk cId="2976658370" sldId="2147481824"/>
            <ac:spMk id="19" creationId="{500502C0-483C-D000-55B9-DFA54DF6B3A4}"/>
          </ac:spMkLst>
        </pc:spChg>
        <pc:spChg chg="mod">
          <ac:chgData name="Nagotu Dilip Kumar" userId="e960ee6c-1011-46fd-ab26-7447e3dfc484" providerId="ADAL" clId="{C537D0E1-F004-4867-A19F-CB629E995C3F}" dt="2026-07-07T09:17:21.232" v="2327" actId="1076"/>
          <ac:spMkLst>
            <pc:docMk/>
            <pc:sldMk cId="2976658370" sldId="2147481824"/>
            <ac:spMk id="20" creationId="{98B679F7-CDF2-84FC-B49C-483FCC72F79A}"/>
          </ac:spMkLst>
        </pc:spChg>
        <pc:spChg chg="mod">
          <ac:chgData name="Nagotu Dilip Kumar" userId="e960ee6c-1011-46fd-ab26-7447e3dfc484" providerId="ADAL" clId="{C537D0E1-F004-4867-A19F-CB629E995C3F}" dt="2026-07-07T09:16:43.298" v="2319" actId="1076"/>
          <ac:spMkLst>
            <pc:docMk/>
            <pc:sldMk cId="2976658370" sldId="2147481824"/>
            <ac:spMk id="21" creationId="{D8C49D63-1285-490E-4A2A-BC74A4AB5022}"/>
          </ac:spMkLst>
        </pc:spChg>
        <pc:spChg chg="mod">
          <ac:chgData name="Nagotu Dilip Kumar" userId="e960ee6c-1011-46fd-ab26-7447e3dfc484" providerId="ADAL" clId="{C537D0E1-F004-4867-A19F-CB629E995C3F}" dt="2026-07-07T09:15:17.452" v="2207" actId="465"/>
          <ac:spMkLst>
            <pc:docMk/>
            <pc:sldMk cId="2976658370" sldId="2147481824"/>
            <ac:spMk id="22" creationId="{49A52694-3FA7-9384-1B3C-8FE22171F255}"/>
          </ac:spMkLst>
        </pc:spChg>
        <pc:spChg chg="mod">
          <ac:chgData name="Nagotu Dilip Kumar" userId="e960ee6c-1011-46fd-ab26-7447e3dfc484" providerId="ADAL" clId="{C537D0E1-F004-4867-A19F-CB629E995C3F}" dt="2026-07-07T09:16:43.298" v="2319" actId="1076"/>
          <ac:spMkLst>
            <pc:docMk/>
            <pc:sldMk cId="2976658370" sldId="2147481824"/>
            <ac:spMk id="25" creationId="{1B46BBE4-5EE1-E08A-885C-7037B58C7E9E}"/>
          </ac:spMkLst>
        </pc:spChg>
        <pc:spChg chg="mod">
          <ac:chgData name="Nagotu Dilip Kumar" userId="e960ee6c-1011-46fd-ab26-7447e3dfc484" providerId="ADAL" clId="{C537D0E1-F004-4867-A19F-CB629E995C3F}" dt="2026-07-07T09:15:43.780" v="2214" actId="552"/>
          <ac:spMkLst>
            <pc:docMk/>
            <pc:sldMk cId="2976658370" sldId="2147481824"/>
            <ac:spMk id="26" creationId="{BD03E003-6C31-4A55-DE55-957C5F9FFE22}"/>
          </ac:spMkLst>
        </pc:spChg>
        <pc:spChg chg="mod">
          <ac:chgData name="Nagotu Dilip Kumar" userId="e960ee6c-1011-46fd-ab26-7447e3dfc484" providerId="ADAL" clId="{C537D0E1-F004-4867-A19F-CB629E995C3F}" dt="2026-07-07T09:15:58.647" v="2219" actId="1038"/>
          <ac:spMkLst>
            <pc:docMk/>
            <pc:sldMk cId="2976658370" sldId="2147481824"/>
            <ac:spMk id="27" creationId="{BBCC4013-FAF5-2BBC-CB77-44B0210D7A2E}"/>
          </ac:spMkLst>
        </pc:spChg>
        <pc:spChg chg="mod">
          <ac:chgData name="Nagotu Dilip Kumar" userId="e960ee6c-1011-46fd-ab26-7447e3dfc484" providerId="ADAL" clId="{C537D0E1-F004-4867-A19F-CB629E995C3F}" dt="2026-07-07T09:15:29.006" v="2210" actId="552"/>
          <ac:spMkLst>
            <pc:docMk/>
            <pc:sldMk cId="2976658370" sldId="2147481824"/>
            <ac:spMk id="28" creationId="{68EFE673-FFFB-3F51-56BB-9E15F745BBAF}"/>
          </ac:spMkLst>
        </pc:spChg>
        <pc:spChg chg="mod">
          <ac:chgData name="Nagotu Dilip Kumar" userId="e960ee6c-1011-46fd-ab26-7447e3dfc484" providerId="ADAL" clId="{C537D0E1-F004-4867-A19F-CB629E995C3F}" dt="2026-07-07T09:16:43.298" v="2319" actId="1076"/>
          <ac:spMkLst>
            <pc:docMk/>
            <pc:sldMk cId="2976658370" sldId="2147481824"/>
            <ac:spMk id="29" creationId="{D27B094E-31E7-154A-6550-99068C8EC6A1}"/>
          </ac:spMkLst>
        </pc:spChg>
        <pc:spChg chg="mod">
          <ac:chgData name="Nagotu Dilip Kumar" userId="e960ee6c-1011-46fd-ab26-7447e3dfc484" providerId="ADAL" clId="{C537D0E1-F004-4867-A19F-CB629E995C3F}" dt="2026-07-10T17:08:01.370" v="2802" actId="1076"/>
          <ac:spMkLst>
            <pc:docMk/>
            <pc:sldMk cId="2976658370" sldId="2147481824"/>
            <ac:spMk id="45" creationId="{094AD343-6107-2CB6-BCAF-C10926CC4C63}"/>
          </ac:spMkLst>
        </pc:spChg>
        <pc:spChg chg="mod">
          <ac:chgData name="Nagotu Dilip Kumar" userId="e960ee6c-1011-46fd-ab26-7447e3dfc484" providerId="ADAL" clId="{C537D0E1-F004-4867-A19F-CB629E995C3F}" dt="2026-07-10T17:08:01.370" v="2802" actId="1076"/>
          <ac:spMkLst>
            <pc:docMk/>
            <pc:sldMk cId="2976658370" sldId="2147481824"/>
            <ac:spMk id="47" creationId="{A33BAB6D-DEDC-525A-078E-4B563537CD9D}"/>
          </ac:spMkLst>
        </pc:spChg>
        <pc:spChg chg="mod">
          <ac:chgData name="Nagotu Dilip Kumar" userId="e960ee6c-1011-46fd-ab26-7447e3dfc484" providerId="ADAL" clId="{C537D0E1-F004-4867-A19F-CB629E995C3F}" dt="2026-07-10T17:08:01.370" v="2802" actId="1076"/>
          <ac:spMkLst>
            <pc:docMk/>
            <pc:sldMk cId="2976658370" sldId="2147481824"/>
            <ac:spMk id="49" creationId="{13702A77-2167-593A-F5D7-16FFEF3C1496}"/>
          </ac:spMkLst>
        </pc:spChg>
        <pc:spChg chg="mod">
          <ac:chgData name="Nagotu Dilip Kumar" userId="e960ee6c-1011-46fd-ab26-7447e3dfc484" providerId="ADAL" clId="{C537D0E1-F004-4867-A19F-CB629E995C3F}" dt="2026-07-10T17:08:01.370" v="2802" actId="1076"/>
          <ac:spMkLst>
            <pc:docMk/>
            <pc:sldMk cId="2976658370" sldId="2147481824"/>
            <ac:spMk id="52" creationId="{4DA518F2-17CD-E9B0-395E-F43F9B7E1BCC}"/>
          </ac:spMkLst>
        </pc:spChg>
        <pc:spChg chg="mod">
          <ac:chgData name="Nagotu Dilip Kumar" userId="e960ee6c-1011-46fd-ab26-7447e3dfc484" providerId="ADAL" clId="{C537D0E1-F004-4867-A19F-CB629E995C3F}" dt="2026-07-07T09:16:43.298" v="2319" actId="1076"/>
          <ac:spMkLst>
            <pc:docMk/>
            <pc:sldMk cId="2976658370" sldId="2147481824"/>
            <ac:spMk id="55" creationId="{161A0D31-67FD-BB19-E85F-400A1DE11DBD}"/>
          </ac:spMkLst>
        </pc:spChg>
        <pc:spChg chg="mod">
          <ac:chgData name="Nagotu Dilip Kumar" userId="e960ee6c-1011-46fd-ab26-7447e3dfc484" providerId="ADAL" clId="{C537D0E1-F004-4867-A19F-CB629E995C3F}" dt="2026-07-10T17:08:01.370" v="2802" actId="1076"/>
          <ac:spMkLst>
            <pc:docMk/>
            <pc:sldMk cId="2976658370" sldId="2147481824"/>
            <ac:spMk id="56" creationId="{77965B14-DFEA-64E0-8EA5-5925E67CC5CA}"/>
          </ac:spMkLst>
        </pc:spChg>
        <pc:spChg chg="mod">
          <ac:chgData name="Nagotu Dilip Kumar" userId="e960ee6c-1011-46fd-ab26-7447e3dfc484" providerId="ADAL" clId="{C537D0E1-F004-4867-A19F-CB629E995C3F}" dt="2026-07-10T17:08:01.370" v="2802" actId="1076"/>
          <ac:spMkLst>
            <pc:docMk/>
            <pc:sldMk cId="2976658370" sldId="2147481824"/>
            <ac:spMk id="58" creationId="{92F90A4B-758E-CE74-76F6-305FDD5013E1}"/>
          </ac:spMkLst>
        </pc:spChg>
        <pc:spChg chg="mod">
          <ac:chgData name="Nagotu Dilip Kumar" userId="e960ee6c-1011-46fd-ab26-7447e3dfc484" providerId="ADAL" clId="{C537D0E1-F004-4867-A19F-CB629E995C3F}" dt="2026-07-07T09:16:43.298" v="2319" actId="1076"/>
          <ac:spMkLst>
            <pc:docMk/>
            <pc:sldMk cId="2976658370" sldId="2147481824"/>
            <ac:spMk id="60" creationId="{A41D2BC1-39E0-7DBB-B997-C1ADAC82FA28}"/>
          </ac:spMkLst>
        </pc:spChg>
        <pc:spChg chg="mod">
          <ac:chgData name="Nagotu Dilip Kumar" userId="e960ee6c-1011-46fd-ab26-7447e3dfc484" providerId="ADAL" clId="{C537D0E1-F004-4867-A19F-CB629E995C3F}" dt="2026-07-07T09:17:05.561" v="2324" actId="14100"/>
          <ac:spMkLst>
            <pc:docMk/>
            <pc:sldMk cId="2976658370" sldId="2147481824"/>
            <ac:spMk id="64" creationId="{FB5A5B68-A04D-7DB2-C358-1C52A85C121C}"/>
          </ac:spMkLst>
        </pc:spChg>
        <pc:spChg chg="mod">
          <ac:chgData name="Nagotu Dilip Kumar" userId="e960ee6c-1011-46fd-ab26-7447e3dfc484" providerId="ADAL" clId="{C537D0E1-F004-4867-A19F-CB629E995C3F}" dt="2026-07-07T09:16:43.298" v="2319" actId="1076"/>
          <ac:spMkLst>
            <pc:docMk/>
            <pc:sldMk cId="2976658370" sldId="2147481824"/>
            <ac:spMk id="450" creationId="{0BF7D9BC-E52F-3D36-DA40-3FC7ED48F707}"/>
          </ac:spMkLst>
        </pc:spChg>
        <pc:spChg chg="mod">
          <ac:chgData name="Nagotu Dilip Kumar" userId="e960ee6c-1011-46fd-ab26-7447e3dfc484" providerId="ADAL" clId="{C537D0E1-F004-4867-A19F-CB629E995C3F}" dt="2026-07-07T09:15:51.800" v="2217" actId="465"/>
          <ac:spMkLst>
            <pc:docMk/>
            <pc:sldMk cId="2976658370" sldId="2147481824"/>
            <ac:spMk id="453" creationId="{47D3D45C-18D9-191D-0001-1D0629806550}"/>
          </ac:spMkLst>
        </pc:spChg>
        <pc:spChg chg="mod">
          <ac:chgData name="Nagotu Dilip Kumar" userId="e960ee6c-1011-46fd-ab26-7447e3dfc484" providerId="ADAL" clId="{C537D0E1-F004-4867-A19F-CB629E995C3F}" dt="2026-07-07T09:15:58.647" v="2219" actId="1038"/>
          <ac:spMkLst>
            <pc:docMk/>
            <pc:sldMk cId="2976658370" sldId="2147481824"/>
            <ac:spMk id="454" creationId="{B63699FD-572D-1789-CD26-840BA6E578EC}"/>
          </ac:spMkLst>
        </pc:spChg>
        <pc:spChg chg="mod">
          <ac:chgData name="Nagotu Dilip Kumar" userId="e960ee6c-1011-46fd-ab26-7447e3dfc484" providerId="ADAL" clId="{C537D0E1-F004-4867-A19F-CB629E995C3F}" dt="2026-07-07T09:15:17.452" v="2207" actId="465"/>
          <ac:spMkLst>
            <pc:docMk/>
            <pc:sldMk cId="2976658370" sldId="2147481824"/>
            <ac:spMk id="464" creationId="{DB5933A6-300E-2617-6DF3-0A7F8D950DCD}"/>
          </ac:spMkLst>
        </pc:spChg>
        <pc:spChg chg="mod">
          <ac:chgData name="Nagotu Dilip Kumar" userId="e960ee6c-1011-46fd-ab26-7447e3dfc484" providerId="ADAL" clId="{C537D0E1-F004-4867-A19F-CB629E995C3F}" dt="2026-07-07T09:15:29.006" v="2210" actId="552"/>
          <ac:spMkLst>
            <pc:docMk/>
            <pc:sldMk cId="2976658370" sldId="2147481824"/>
            <ac:spMk id="466" creationId="{5A26C58F-E626-78E4-998C-6ED1281D3C35}"/>
          </ac:spMkLst>
        </pc:spChg>
        <pc:spChg chg="mod">
          <ac:chgData name="Nagotu Dilip Kumar" userId="e960ee6c-1011-46fd-ab26-7447e3dfc484" providerId="ADAL" clId="{C537D0E1-F004-4867-A19F-CB629E995C3F}" dt="2026-07-07T09:15:23.980" v="2209" actId="465"/>
          <ac:spMkLst>
            <pc:docMk/>
            <pc:sldMk cId="2976658370" sldId="2147481824"/>
            <ac:spMk id="469" creationId="{30677C34-420A-47AA-6DB8-07772057F674}"/>
          </ac:spMkLst>
        </pc:spChg>
        <pc:spChg chg="mod">
          <ac:chgData name="Nagotu Dilip Kumar" userId="e960ee6c-1011-46fd-ab26-7447e3dfc484" providerId="ADAL" clId="{C537D0E1-F004-4867-A19F-CB629E995C3F}" dt="2026-07-07T09:16:43.298" v="2319" actId="1076"/>
          <ac:spMkLst>
            <pc:docMk/>
            <pc:sldMk cId="2976658370" sldId="2147481824"/>
            <ac:spMk id="471" creationId="{4C2FA02B-D0E2-B818-D972-306012B7268A}"/>
          </ac:spMkLst>
        </pc:spChg>
        <pc:spChg chg="mod">
          <ac:chgData name="Nagotu Dilip Kumar" userId="e960ee6c-1011-46fd-ab26-7447e3dfc484" providerId="ADAL" clId="{C537D0E1-F004-4867-A19F-CB629E995C3F}" dt="2026-07-07T09:15:58.647" v="2219" actId="1038"/>
          <ac:spMkLst>
            <pc:docMk/>
            <pc:sldMk cId="2976658370" sldId="2147481824"/>
            <ac:spMk id="473" creationId="{5C95D64E-17BC-8E43-5F21-AF745187B7FB}"/>
          </ac:spMkLst>
        </pc:spChg>
        <pc:spChg chg="mod">
          <ac:chgData name="Nagotu Dilip Kumar" userId="e960ee6c-1011-46fd-ab26-7447e3dfc484" providerId="ADAL" clId="{C537D0E1-F004-4867-A19F-CB629E995C3F}" dt="2026-07-07T09:15:23.980" v="2209" actId="465"/>
          <ac:spMkLst>
            <pc:docMk/>
            <pc:sldMk cId="2976658370" sldId="2147481824"/>
            <ac:spMk id="480" creationId="{1843FEB5-D9D2-7B95-9AAB-A886B4337A86}"/>
          </ac:spMkLst>
        </pc:spChg>
        <pc:spChg chg="mod">
          <ac:chgData name="Nagotu Dilip Kumar" userId="e960ee6c-1011-46fd-ab26-7447e3dfc484" providerId="ADAL" clId="{C537D0E1-F004-4867-A19F-CB629E995C3F}" dt="2026-07-07T09:16:43.298" v="2319" actId="1076"/>
          <ac:spMkLst>
            <pc:docMk/>
            <pc:sldMk cId="2976658370" sldId="2147481824"/>
            <ac:spMk id="481" creationId="{3E38B26A-E517-2221-A0D3-F2B668BD96D4}"/>
          </ac:spMkLst>
        </pc:spChg>
        <pc:spChg chg="mod">
          <ac:chgData name="Nagotu Dilip Kumar" userId="e960ee6c-1011-46fd-ab26-7447e3dfc484" providerId="ADAL" clId="{C537D0E1-F004-4867-A19F-CB629E995C3F}" dt="2026-07-07T09:15:50.055" v="2216" actId="553"/>
          <ac:spMkLst>
            <pc:docMk/>
            <pc:sldMk cId="2976658370" sldId="2147481824"/>
            <ac:spMk id="497" creationId="{444E6393-8B22-97C7-2F6E-93A3B5E87C64}"/>
          </ac:spMkLst>
        </pc:spChg>
        <pc:spChg chg="mod">
          <ac:chgData name="Nagotu Dilip Kumar" userId="e960ee6c-1011-46fd-ab26-7447e3dfc484" providerId="ADAL" clId="{C537D0E1-F004-4867-A19F-CB629E995C3F}" dt="2026-07-07T09:15:31.288" v="2211" actId="465"/>
          <ac:spMkLst>
            <pc:docMk/>
            <pc:sldMk cId="2976658370" sldId="2147481824"/>
            <ac:spMk id="498" creationId="{5E118011-A41B-F94C-19A9-6F1005DDF5A3}"/>
          </ac:spMkLst>
        </pc:spChg>
        <pc:spChg chg="mod">
          <ac:chgData name="Nagotu Dilip Kumar" userId="e960ee6c-1011-46fd-ab26-7447e3dfc484" providerId="ADAL" clId="{C537D0E1-F004-4867-A19F-CB629E995C3F}" dt="2026-07-07T09:17:09.065" v="2325" actId="1076"/>
          <ac:spMkLst>
            <pc:docMk/>
            <pc:sldMk cId="2976658370" sldId="2147481824"/>
            <ac:spMk id="501" creationId="{0FA79160-E609-38C0-CA82-3C7FBFFC1171}"/>
          </ac:spMkLst>
        </pc:spChg>
        <pc:spChg chg="mod">
          <ac:chgData name="Nagotu Dilip Kumar" userId="e960ee6c-1011-46fd-ab26-7447e3dfc484" providerId="ADAL" clId="{C537D0E1-F004-4867-A19F-CB629E995C3F}" dt="2026-07-07T09:17:09.065" v="2325" actId="1076"/>
          <ac:spMkLst>
            <pc:docMk/>
            <pc:sldMk cId="2976658370" sldId="2147481824"/>
            <ac:spMk id="508" creationId="{F1587C24-2A3D-40E4-1D54-7893D0B0B17C}"/>
          </ac:spMkLst>
        </pc:spChg>
        <pc:grpChg chg="mod">
          <ac:chgData name="Nagotu Dilip Kumar" userId="e960ee6c-1011-46fd-ab26-7447e3dfc484" providerId="ADAL" clId="{C537D0E1-F004-4867-A19F-CB629E995C3F}" dt="2026-07-07T09:16:48.433" v="2320" actId="1076"/>
          <ac:grpSpMkLst>
            <pc:docMk/>
            <pc:sldMk cId="2976658370" sldId="2147481824"/>
            <ac:grpSpMk id="18" creationId="{926B49A6-887B-2F16-8BE5-97090DFDD33C}"/>
          </ac:grpSpMkLst>
        </pc:grpChg>
        <pc:picChg chg="mod">
          <ac:chgData name="Nagotu Dilip Kumar" userId="e960ee6c-1011-46fd-ab26-7447e3dfc484" providerId="ADAL" clId="{C537D0E1-F004-4867-A19F-CB629E995C3F}" dt="2026-07-10T17:08:01.370" v="2802" actId="1076"/>
          <ac:picMkLst>
            <pc:docMk/>
            <pc:sldMk cId="2976658370" sldId="2147481824"/>
            <ac:picMk id="46" creationId="{0E77F5AC-49E3-9A2C-5F1B-2701FCB0B6A6}"/>
          </ac:picMkLst>
        </pc:picChg>
        <pc:picChg chg="mod">
          <ac:chgData name="Nagotu Dilip Kumar" userId="e960ee6c-1011-46fd-ab26-7447e3dfc484" providerId="ADAL" clId="{C537D0E1-F004-4867-A19F-CB629E995C3F}" dt="2026-07-10T17:08:01.370" v="2802" actId="1076"/>
          <ac:picMkLst>
            <pc:docMk/>
            <pc:sldMk cId="2976658370" sldId="2147481824"/>
            <ac:picMk id="48" creationId="{56191464-990D-E35F-5537-F399D444A77A}"/>
          </ac:picMkLst>
        </pc:picChg>
        <pc:picChg chg="mod">
          <ac:chgData name="Nagotu Dilip Kumar" userId="e960ee6c-1011-46fd-ab26-7447e3dfc484" providerId="ADAL" clId="{C537D0E1-F004-4867-A19F-CB629E995C3F}" dt="2026-07-10T17:08:01.370" v="2802" actId="1076"/>
          <ac:picMkLst>
            <pc:docMk/>
            <pc:sldMk cId="2976658370" sldId="2147481824"/>
            <ac:picMk id="51" creationId="{16BA212C-C7B3-08C2-E791-8FBEE4BACD48}"/>
          </ac:picMkLst>
        </pc:picChg>
        <pc:picChg chg="mod">
          <ac:chgData name="Nagotu Dilip Kumar" userId="e960ee6c-1011-46fd-ab26-7447e3dfc484" providerId="ADAL" clId="{C537D0E1-F004-4867-A19F-CB629E995C3F}" dt="2026-07-10T17:08:01.370" v="2802" actId="1076"/>
          <ac:picMkLst>
            <pc:docMk/>
            <pc:sldMk cId="2976658370" sldId="2147481824"/>
            <ac:picMk id="54" creationId="{8A8985D2-E331-E27D-914B-246DEC65B20B}"/>
          </ac:picMkLst>
        </pc:picChg>
        <pc:cxnChg chg="mod">
          <ac:chgData name="Nagotu Dilip Kumar" userId="e960ee6c-1011-46fd-ab26-7447e3dfc484" providerId="ADAL" clId="{C537D0E1-F004-4867-A19F-CB629E995C3F}" dt="2026-07-07T09:17:21.232" v="2327" actId="1076"/>
          <ac:cxnSpMkLst>
            <pc:docMk/>
            <pc:sldMk cId="2976658370" sldId="2147481824"/>
            <ac:cxnSpMk id="32" creationId="{E0B788C7-DDAE-26B7-6D60-1B0003E897FE}"/>
          </ac:cxnSpMkLst>
        </pc:cxnChg>
        <pc:cxnChg chg="mod">
          <ac:chgData name="Nagotu Dilip Kumar" userId="e960ee6c-1011-46fd-ab26-7447e3dfc484" providerId="ADAL" clId="{C537D0E1-F004-4867-A19F-CB629E995C3F}" dt="2026-07-07T09:17:21.232" v="2327" actId="1076"/>
          <ac:cxnSpMkLst>
            <pc:docMk/>
            <pc:sldMk cId="2976658370" sldId="2147481824"/>
            <ac:cxnSpMk id="33" creationId="{79F7B003-3E37-48DC-B33E-3ACBA37A122F}"/>
          </ac:cxnSpMkLst>
        </pc:cxnChg>
        <pc:cxnChg chg="mod">
          <ac:chgData name="Nagotu Dilip Kumar" userId="e960ee6c-1011-46fd-ab26-7447e3dfc484" providerId="ADAL" clId="{C537D0E1-F004-4867-A19F-CB629E995C3F}" dt="2026-07-07T09:17:21.232" v="2327" actId="1076"/>
          <ac:cxnSpMkLst>
            <pc:docMk/>
            <pc:sldMk cId="2976658370" sldId="2147481824"/>
            <ac:cxnSpMk id="34" creationId="{73AB4B1A-4380-34E8-CB23-0AAC1E31ABA6}"/>
          </ac:cxnSpMkLst>
        </pc:cxnChg>
        <pc:cxnChg chg="mod">
          <ac:chgData name="Nagotu Dilip Kumar" userId="e960ee6c-1011-46fd-ab26-7447e3dfc484" providerId="ADAL" clId="{C537D0E1-F004-4867-A19F-CB629E995C3F}" dt="2026-07-07T09:17:14.890" v="2326" actId="14100"/>
          <ac:cxnSpMkLst>
            <pc:docMk/>
            <pc:sldMk cId="2976658370" sldId="2147481824"/>
            <ac:cxnSpMk id="50" creationId="{80319B02-434E-99CE-2693-ECA6B51786E6}"/>
          </ac:cxnSpMkLst>
        </pc:cxnChg>
      </pc:sldChg>
      <pc:sldChg chg="modSp mod">
        <pc:chgData name="Nagotu Dilip Kumar" userId="e960ee6c-1011-46fd-ab26-7447e3dfc484" providerId="ADAL" clId="{C537D0E1-F004-4867-A19F-CB629E995C3F}" dt="2026-07-12T05:28:26.184" v="2839" actId="113"/>
        <pc:sldMkLst>
          <pc:docMk/>
          <pc:sldMk cId="2399661326" sldId="2147481825"/>
        </pc:sldMkLst>
        <pc:spChg chg="mod">
          <ac:chgData name="Nagotu Dilip Kumar" userId="e960ee6c-1011-46fd-ab26-7447e3dfc484" providerId="ADAL" clId="{C537D0E1-F004-4867-A19F-CB629E995C3F}" dt="2026-07-12T05:28:26.184" v="2839" actId="113"/>
          <ac:spMkLst>
            <pc:docMk/>
            <pc:sldMk cId="2399661326" sldId="2147481825"/>
            <ac:spMk id="6" creationId="{5C71372B-44FB-D133-48FE-12A74200CF57}"/>
          </ac:spMkLst>
        </pc:spChg>
      </pc:sldChg>
      <pc:sldChg chg="modSp mod">
        <pc:chgData name="Nagotu Dilip Kumar" userId="e960ee6c-1011-46fd-ab26-7447e3dfc484" providerId="ADAL" clId="{C537D0E1-F004-4867-A19F-CB629E995C3F}" dt="2026-07-07T09:50:39.126" v="2603" actId="20577"/>
        <pc:sldMkLst>
          <pc:docMk/>
          <pc:sldMk cId="298930293" sldId="2147481827"/>
        </pc:sldMkLst>
        <pc:spChg chg="mod">
          <ac:chgData name="Nagotu Dilip Kumar" userId="e960ee6c-1011-46fd-ab26-7447e3dfc484" providerId="ADAL" clId="{C537D0E1-F004-4867-A19F-CB629E995C3F}" dt="2026-07-07T09:50:39.126" v="2603" actId="20577"/>
          <ac:spMkLst>
            <pc:docMk/>
            <pc:sldMk cId="298930293" sldId="2147481827"/>
            <ac:spMk id="19" creationId="{C230F4A9-9333-9F94-63CF-6CC62596A537}"/>
          </ac:spMkLst>
        </pc:spChg>
      </pc:sldChg>
      <pc:sldChg chg="modSp new mod">
        <pc:chgData name="Nagotu Dilip Kumar" userId="e960ee6c-1011-46fd-ab26-7447e3dfc484" providerId="ADAL" clId="{C537D0E1-F004-4867-A19F-CB629E995C3F}" dt="2026-07-07T09:04:16.837" v="2015" actId="207"/>
        <pc:sldMkLst>
          <pc:docMk/>
          <pc:sldMk cId="3381492664" sldId="2147481828"/>
        </pc:sldMkLst>
        <pc:spChg chg="mod">
          <ac:chgData name="Nagotu Dilip Kumar" userId="e960ee6c-1011-46fd-ab26-7447e3dfc484" providerId="ADAL" clId="{C537D0E1-F004-4867-A19F-CB629E995C3F}" dt="2026-07-07T09:04:12.385" v="2014" actId="207"/>
          <ac:spMkLst>
            <pc:docMk/>
            <pc:sldMk cId="3381492664" sldId="2147481828"/>
            <ac:spMk id="2" creationId="{1B4DA396-06C3-2451-EA79-CC6313EBDD57}"/>
          </ac:spMkLst>
        </pc:spChg>
      </pc:sldChg>
      <pc:sldChg chg="modSp add mod ord">
        <pc:chgData name="Nagotu Dilip Kumar" userId="e960ee6c-1011-46fd-ab26-7447e3dfc484" providerId="ADAL" clId="{C537D0E1-F004-4867-A19F-CB629E995C3F}" dt="2026-07-07T09:04:46.043" v="2020"/>
        <pc:sldMkLst>
          <pc:docMk/>
          <pc:sldMk cId="3979034339" sldId="2147481829"/>
        </pc:sldMkLst>
        <pc:spChg chg="mod">
          <ac:chgData name="Nagotu Dilip Kumar" userId="e960ee6c-1011-46fd-ab26-7447e3dfc484" providerId="ADAL" clId="{C537D0E1-F004-4867-A19F-CB629E995C3F}" dt="2026-07-07T09:04:46.043" v="2020"/>
          <ac:spMkLst>
            <pc:docMk/>
            <pc:sldMk cId="3979034339" sldId="2147481829"/>
            <ac:spMk id="2" creationId="{9E1B81AF-A358-79B0-C505-64632E645168}"/>
          </ac:spMkLst>
        </pc:spChg>
      </pc:sldChg>
      <pc:sldChg chg="modSp add mod ord">
        <pc:chgData name="Nagotu Dilip Kumar" userId="e960ee6c-1011-46fd-ab26-7447e3dfc484" providerId="ADAL" clId="{C537D0E1-F004-4867-A19F-CB629E995C3F}" dt="2026-07-07T09:04:58.682" v="2025"/>
        <pc:sldMkLst>
          <pc:docMk/>
          <pc:sldMk cId="818875059" sldId="2147481830"/>
        </pc:sldMkLst>
        <pc:spChg chg="mod">
          <ac:chgData name="Nagotu Dilip Kumar" userId="e960ee6c-1011-46fd-ab26-7447e3dfc484" providerId="ADAL" clId="{C537D0E1-F004-4867-A19F-CB629E995C3F}" dt="2026-07-07T09:04:58.682" v="2025"/>
          <ac:spMkLst>
            <pc:docMk/>
            <pc:sldMk cId="818875059" sldId="2147481830"/>
            <ac:spMk id="2" creationId="{A2C3D68F-7738-BBD3-F510-76515649DE88}"/>
          </ac:spMkLst>
        </pc:spChg>
      </pc:sldChg>
      <pc:sldChg chg="addSp delSp modSp add mod">
        <pc:chgData name="Nagotu Dilip Kumar" userId="e960ee6c-1011-46fd-ab26-7447e3dfc484" providerId="ADAL" clId="{C537D0E1-F004-4867-A19F-CB629E995C3F}" dt="2026-07-10T17:08:13.830" v="2803" actId="12788"/>
        <pc:sldMkLst>
          <pc:docMk/>
          <pc:sldMk cId="2897892704" sldId="2147481831"/>
        </pc:sldMkLst>
        <pc:spChg chg="mod">
          <ac:chgData name="Nagotu Dilip Kumar" userId="e960ee6c-1011-46fd-ab26-7447e3dfc484" providerId="ADAL" clId="{C537D0E1-F004-4867-A19F-CB629E995C3F}" dt="2026-07-07T09:18:38.070" v="2333" actId="207"/>
          <ac:spMkLst>
            <pc:docMk/>
            <pc:sldMk cId="2897892704" sldId="2147481831"/>
            <ac:spMk id="4" creationId="{07986DC7-EBAA-B313-E97B-34A604133F80}"/>
          </ac:spMkLst>
        </pc:spChg>
        <pc:spChg chg="add mod topLvl">
          <ac:chgData name="Nagotu Dilip Kumar" userId="e960ee6c-1011-46fd-ab26-7447e3dfc484" providerId="ADAL" clId="{C537D0E1-F004-4867-A19F-CB629E995C3F}" dt="2026-07-07T10:49:24.681" v="2620" actId="164"/>
          <ac:spMkLst>
            <pc:docMk/>
            <pc:sldMk cId="2897892704" sldId="2147481831"/>
            <ac:spMk id="8" creationId="{D5D214CD-D40B-50C1-4870-FA8FE2F77A2B}"/>
          </ac:spMkLst>
        </pc:spChg>
        <pc:spChg chg="add mod topLvl">
          <ac:chgData name="Nagotu Dilip Kumar" userId="e960ee6c-1011-46fd-ab26-7447e3dfc484" providerId="ADAL" clId="{C537D0E1-F004-4867-A19F-CB629E995C3F}" dt="2026-07-07T10:49:24.681" v="2620" actId="164"/>
          <ac:spMkLst>
            <pc:docMk/>
            <pc:sldMk cId="2897892704" sldId="2147481831"/>
            <ac:spMk id="9" creationId="{224E685C-4176-1C3B-5EE6-7AB39CA4C921}"/>
          </ac:spMkLst>
        </pc:spChg>
        <pc:spChg chg="add mod">
          <ac:chgData name="Nagotu Dilip Kumar" userId="e960ee6c-1011-46fd-ab26-7447e3dfc484" providerId="ADAL" clId="{C537D0E1-F004-4867-A19F-CB629E995C3F}" dt="2026-07-07T09:31:15.653" v="2564" actId="1038"/>
          <ac:spMkLst>
            <pc:docMk/>
            <pc:sldMk cId="2897892704" sldId="2147481831"/>
            <ac:spMk id="10" creationId="{C6C72552-1A50-2ACB-911F-B04B9B379E01}"/>
          </ac:spMkLst>
        </pc:spChg>
        <pc:spChg chg="add mod topLvl">
          <ac:chgData name="Nagotu Dilip Kumar" userId="e960ee6c-1011-46fd-ab26-7447e3dfc484" providerId="ADAL" clId="{C537D0E1-F004-4867-A19F-CB629E995C3F}" dt="2026-07-07T10:49:24.681" v="2620" actId="164"/>
          <ac:spMkLst>
            <pc:docMk/>
            <pc:sldMk cId="2897892704" sldId="2147481831"/>
            <ac:spMk id="11" creationId="{4F073010-17DF-53A8-0D4F-19CF8C9856AA}"/>
          </ac:spMkLst>
        </pc:spChg>
        <pc:spChg chg="add mod">
          <ac:chgData name="Nagotu Dilip Kumar" userId="e960ee6c-1011-46fd-ab26-7447e3dfc484" providerId="ADAL" clId="{C537D0E1-F004-4867-A19F-CB629E995C3F}" dt="2026-07-07T10:49:31.958" v="2622" actId="404"/>
          <ac:spMkLst>
            <pc:docMk/>
            <pc:sldMk cId="2897892704" sldId="2147481831"/>
            <ac:spMk id="12" creationId="{1521BE35-8710-08C7-FC45-8E39EBC2C037}"/>
          </ac:spMkLst>
        </pc:spChg>
        <pc:spChg chg="add mod topLvl">
          <ac:chgData name="Nagotu Dilip Kumar" userId="e960ee6c-1011-46fd-ab26-7447e3dfc484" providerId="ADAL" clId="{C537D0E1-F004-4867-A19F-CB629E995C3F}" dt="2026-07-07T10:49:24.681" v="2620" actId="164"/>
          <ac:spMkLst>
            <pc:docMk/>
            <pc:sldMk cId="2897892704" sldId="2147481831"/>
            <ac:spMk id="15" creationId="{D7DD2280-0793-B616-29F4-855D68A0657B}"/>
          </ac:spMkLst>
        </pc:spChg>
        <pc:spChg chg="add mod">
          <ac:chgData name="Nagotu Dilip Kumar" userId="e960ee6c-1011-46fd-ab26-7447e3dfc484" providerId="ADAL" clId="{C537D0E1-F004-4867-A19F-CB629E995C3F}" dt="2026-07-07T09:26:37.214" v="2383" actId="1076"/>
          <ac:spMkLst>
            <pc:docMk/>
            <pc:sldMk cId="2897892704" sldId="2147481831"/>
            <ac:spMk id="16" creationId="{A7FA0139-8FF2-F201-A4DA-92E37F9248DB}"/>
          </ac:spMkLst>
        </pc:spChg>
        <pc:spChg chg="add mod topLvl">
          <ac:chgData name="Nagotu Dilip Kumar" userId="e960ee6c-1011-46fd-ab26-7447e3dfc484" providerId="ADAL" clId="{C537D0E1-F004-4867-A19F-CB629E995C3F}" dt="2026-07-07T10:49:24.681" v="2620" actId="164"/>
          <ac:spMkLst>
            <pc:docMk/>
            <pc:sldMk cId="2897892704" sldId="2147481831"/>
            <ac:spMk id="21" creationId="{D89E2DAF-87EA-7C4D-F210-F4544489FB30}"/>
          </ac:spMkLst>
        </pc:spChg>
        <pc:spChg chg="add mod">
          <ac:chgData name="Nagotu Dilip Kumar" userId="e960ee6c-1011-46fd-ab26-7447e3dfc484" providerId="ADAL" clId="{C537D0E1-F004-4867-A19F-CB629E995C3F}" dt="2026-07-07T09:30:05.678" v="2490" actId="1076"/>
          <ac:spMkLst>
            <pc:docMk/>
            <pc:sldMk cId="2897892704" sldId="2147481831"/>
            <ac:spMk id="22" creationId="{83131F7B-D085-BFE4-7AF2-BDC273DEC919}"/>
          </ac:spMkLst>
        </pc:spChg>
        <pc:spChg chg="add mod topLvl">
          <ac:chgData name="Nagotu Dilip Kumar" userId="e960ee6c-1011-46fd-ab26-7447e3dfc484" providerId="ADAL" clId="{C537D0E1-F004-4867-A19F-CB629E995C3F}" dt="2026-07-07T10:49:24.681" v="2620" actId="164"/>
          <ac:spMkLst>
            <pc:docMk/>
            <pc:sldMk cId="2897892704" sldId="2147481831"/>
            <ac:spMk id="27" creationId="{295EEA53-FBE3-C466-8B92-34FE03DB5A94}"/>
          </ac:spMkLst>
        </pc:spChg>
        <pc:spChg chg="add mod">
          <ac:chgData name="Nagotu Dilip Kumar" userId="e960ee6c-1011-46fd-ab26-7447e3dfc484" providerId="ADAL" clId="{C537D0E1-F004-4867-A19F-CB629E995C3F}" dt="2026-07-07T09:30:05.678" v="2490" actId="1076"/>
          <ac:spMkLst>
            <pc:docMk/>
            <pc:sldMk cId="2897892704" sldId="2147481831"/>
            <ac:spMk id="28" creationId="{9B315900-0AF9-A872-8695-7A73F586F187}"/>
          </ac:spMkLst>
        </pc:spChg>
        <pc:spChg chg="add mod topLvl">
          <ac:chgData name="Nagotu Dilip Kumar" userId="e960ee6c-1011-46fd-ab26-7447e3dfc484" providerId="ADAL" clId="{C537D0E1-F004-4867-A19F-CB629E995C3F}" dt="2026-07-07T10:49:24.681" v="2620" actId="164"/>
          <ac:spMkLst>
            <pc:docMk/>
            <pc:sldMk cId="2897892704" sldId="2147481831"/>
            <ac:spMk id="29" creationId="{5BAE45D1-5567-2512-EB2F-580C58D39E2E}"/>
          </ac:spMkLst>
        </pc:spChg>
        <pc:spChg chg="add mod">
          <ac:chgData name="Nagotu Dilip Kumar" userId="e960ee6c-1011-46fd-ab26-7447e3dfc484" providerId="ADAL" clId="{C537D0E1-F004-4867-A19F-CB629E995C3F}" dt="2026-07-07T09:30:05.678" v="2490" actId="1076"/>
          <ac:spMkLst>
            <pc:docMk/>
            <pc:sldMk cId="2897892704" sldId="2147481831"/>
            <ac:spMk id="31" creationId="{D6DEBCF8-CADA-AA47-E6BF-919A81EA4CAF}"/>
          </ac:spMkLst>
        </pc:spChg>
        <pc:spChg chg="add mod">
          <ac:chgData name="Nagotu Dilip Kumar" userId="e960ee6c-1011-46fd-ab26-7447e3dfc484" providerId="ADAL" clId="{C537D0E1-F004-4867-A19F-CB629E995C3F}" dt="2026-07-07T09:30:05.678" v="2490" actId="1076"/>
          <ac:spMkLst>
            <pc:docMk/>
            <pc:sldMk cId="2897892704" sldId="2147481831"/>
            <ac:spMk id="35" creationId="{68D33434-9FC8-91CF-43C9-4DF5E893C8FD}"/>
          </ac:spMkLst>
        </pc:spChg>
        <pc:spChg chg="add mod topLvl">
          <ac:chgData name="Nagotu Dilip Kumar" userId="e960ee6c-1011-46fd-ab26-7447e3dfc484" providerId="ADAL" clId="{C537D0E1-F004-4867-A19F-CB629E995C3F}" dt="2026-07-07T10:49:24.681" v="2620" actId="164"/>
          <ac:spMkLst>
            <pc:docMk/>
            <pc:sldMk cId="2897892704" sldId="2147481831"/>
            <ac:spMk id="37" creationId="{830CDDEA-A582-091C-44A3-DB22807892EC}"/>
          </ac:spMkLst>
        </pc:spChg>
        <pc:spChg chg="add mod topLvl">
          <ac:chgData name="Nagotu Dilip Kumar" userId="e960ee6c-1011-46fd-ab26-7447e3dfc484" providerId="ADAL" clId="{C537D0E1-F004-4867-A19F-CB629E995C3F}" dt="2026-07-07T10:49:24.681" v="2620" actId="164"/>
          <ac:spMkLst>
            <pc:docMk/>
            <pc:sldMk cId="2897892704" sldId="2147481831"/>
            <ac:spMk id="38" creationId="{AD52A8B3-2AD9-F791-CC63-8B0FD264C671}"/>
          </ac:spMkLst>
        </pc:spChg>
        <pc:spChg chg="add mod topLvl">
          <ac:chgData name="Nagotu Dilip Kumar" userId="e960ee6c-1011-46fd-ab26-7447e3dfc484" providerId="ADAL" clId="{C537D0E1-F004-4867-A19F-CB629E995C3F}" dt="2026-07-07T10:49:24.681" v="2620" actId="164"/>
          <ac:spMkLst>
            <pc:docMk/>
            <pc:sldMk cId="2897892704" sldId="2147481831"/>
            <ac:spMk id="39" creationId="{240A23D4-FFE1-3577-D24E-2EB1CA702EA4}"/>
          </ac:spMkLst>
        </pc:spChg>
        <pc:spChg chg="add mod">
          <ac:chgData name="Nagotu Dilip Kumar" userId="e960ee6c-1011-46fd-ab26-7447e3dfc484" providerId="ADAL" clId="{C537D0E1-F004-4867-A19F-CB629E995C3F}" dt="2026-07-10T17:08:13.830" v="2803" actId="12788"/>
          <ac:spMkLst>
            <pc:docMk/>
            <pc:sldMk cId="2897892704" sldId="2147481831"/>
            <ac:spMk id="47" creationId="{4171F92A-9BD4-B3C9-D1EF-B1B65DE719D8}"/>
          </ac:spMkLst>
        </pc:spChg>
        <pc:spChg chg="add mod">
          <ac:chgData name="Nagotu Dilip Kumar" userId="e960ee6c-1011-46fd-ab26-7447e3dfc484" providerId="ADAL" clId="{C537D0E1-F004-4867-A19F-CB629E995C3F}" dt="2026-07-10T17:08:13.830" v="2803" actId="12788"/>
          <ac:spMkLst>
            <pc:docMk/>
            <pc:sldMk cId="2897892704" sldId="2147481831"/>
            <ac:spMk id="48" creationId="{9A2E2F34-2636-99F4-B2DA-7AEEEDCB84FA}"/>
          </ac:spMkLst>
        </pc:spChg>
        <pc:spChg chg="add mod">
          <ac:chgData name="Nagotu Dilip Kumar" userId="e960ee6c-1011-46fd-ab26-7447e3dfc484" providerId="ADAL" clId="{C537D0E1-F004-4867-A19F-CB629E995C3F}" dt="2026-07-10T17:08:13.830" v="2803" actId="12788"/>
          <ac:spMkLst>
            <pc:docMk/>
            <pc:sldMk cId="2897892704" sldId="2147481831"/>
            <ac:spMk id="49" creationId="{A82ECEB4-10CB-F51B-3D0D-8BF16D28F295}"/>
          </ac:spMkLst>
        </pc:spChg>
        <pc:spChg chg="mod topLvl">
          <ac:chgData name="Nagotu Dilip Kumar" userId="e960ee6c-1011-46fd-ab26-7447e3dfc484" providerId="ADAL" clId="{C537D0E1-F004-4867-A19F-CB629E995C3F}" dt="2026-07-08T05:10:07.038" v="2776" actId="404"/>
          <ac:spMkLst>
            <pc:docMk/>
            <pc:sldMk cId="2897892704" sldId="2147481831"/>
            <ac:spMk id="50" creationId="{5CC6D2EE-53FA-6319-589F-7AF953647339}"/>
          </ac:spMkLst>
        </pc:spChg>
        <pc:spChg chg="mod topLvl">
          <ac:chgData name="Nagotu Dilip Kumar" userId="e960ee6c-1011-46fd-ab26-7447e3dfc484" providerId="ADAL" clId="{C537D0E1-F004-4867-A19F-CB629E995C3F}" dt="2026-07-08T05:10:10.834" v="2777" actId="404"/>
          <ac:spMkLst>
            <pc:docMk/>
            <pc:sldMk cId="2897892704" sldId="2147481831"/>
            <ac:spMk id="51" creationId="{2C31040E-2DA6-FD2F-7F88-CE373662E873}"/>
          </ac:spMkLst>
        </pc:spChg>
        <pc:spChg chg="mod">
          <ac:chgData name="Nagotu Dilip Kumar" userId="e960ee6c-1011-46fd-ab26-7447e3dfc484" providerId="ADAL" clId="{C537D0E1-F004-4867-A19F-CB629E995C3F}" dt="2026-07-08T05:09:14.282" v="2760" actId="122"/>
          <ac:spMkLst>
            <pc:docMk/>
            <pc:sldMk cId="2897892704" sldId="2147481831"/>
            <ac:spMk id="53" creationId="{AC2E0B09-B55F-A992-6A6A-9EBDA4A3CED6}"/>
          </ac:spMkLst>
        </pc:spChg>
        <pc:grpChg chg="mod">
          <ac:chgData name="Nagotu Dilip Kumar" userId="e960ee6c-1011-46fd-ab26-7447e3dfc484" providerId="ADAL" clId="{C537D0E1-F004-4867-A19F-CB629E995C3F}" dt="2026-07-07T10:51:08.581" v="2640" actId="14100"/>
          <ac:grpSpMkLst>
            <pc:docMk/>
            <pc:sldMk cId="2897892704" sldId="2147481831"/>
            <ac:grpSpMk id="46" creationId="{0BF20465-1177-343B-A1AE-6455FF9856E3}"/>
          </ac:grpSpMkLst>
        </pc:grpChg>
        <pc:cxnChg chg="add mod topLvl">
          <ac:chgData name="Nagotu Dilip Kumar" userId="e960ee6c-1011-46fd-ab26-7447e3dfc484" providerId="ADAL" clId="{C537D0E1-F004-4867-A19F-CB629E995C3F}" dt="2026-07-07T09:30:19.737" v="2495" actId="165"/>
          <ac:cxnSpMkLst>
            <pc:docMk/>
            <pc:sldMk cId="2897892704" sldId="2147481831"/>
            <ac:cxnSpMk id="25" creationId="{B30909F7-3D2F-D6ED-937C-BDBA0EB9D304}"/>
          </ac:cxnSpMkLst>
        </pc:cxnChg>
        <pc:cxnChg chg="add mod topLvl">
          <ac:chgData name="Nagotu Dilip Kumar" userId="e960ee6c-1011-46fd-ab26-7447e3dfc484" providerId="ADAL" clId="{C537D0E1-F004-4867-A19F-CB629E995C3F}" dt="2026-07-07T09:30:19.737" v="2495" actId="165"/>
          <ac:cxnSpMkLst>
            <pc:docMk/>
            <pc:sldMk cId="2897892704" sldId="2147481831"/>
            <ac:cxnSpMk id="26" creationId="{0ABF12C5-D08A-BB97-E785-251671DB3FCF}"/>
          </ac:cxnSpMkLst>
        </pc:cxnChg>
        <pc:cxnChg chg="add">
          <ac:chgData name="Nagotu Dilip Kumar" userId="e960ee6c-1011-46fd-ab26-7447e3dfc484" providerId="ADAL" clId="{C537D0E1-F004-4867-A19F-CB629E995C3F}" dt="2026-07-08T05:09:22.041" v="2761" actId="11529"/>
          <ac:cxnSpMkLst>
            <pc:docMk/>
            <pc:sldMk cId="2897892704" sldId="2147481831"/>
            <ac:cxnSpMk id="56" creationId="{D83D422F-3905-B0EE-5218-05E3B3EE6FE0}"/>
          </ac:cxnSpMkLst>
        </pc:cxnChg>
        <pc:cxnChg chg="add mod">
          <ac:chgData name="Nagotu Dilip Kumar" userId="e960ee6c-1011-46fd-ab26-7447e3dfc484" providerId="ADAL" clId="{C537D0E1-F004-4867-A19F-CB629E995C3F}" dt="2026-07-08T05:09:29.847" v="2764" actId="14100"/>
          <ac:cxnSpMkLst>
            <pc:docMk/>
            <pc:sldMk cId="2897892704" sldId="2147481831"/>
            <ac:cxnSpMk id="57" creationId="{B945586D-1DB5-0538-E4BA-D85B06789A8F}"/>
          </ac:cxnSpMkLst>
        </pc:cxnChg>
      </pc:sldChg>
      <pc:sldChg chg="addSp delSp modSp new mod">
        <pc:chgData name="Nagotu Dilip Kumar" userId="e960ee6c-1011-46fd-ab26-7447e3dfc484" providerId="ADAL" clId="{C537D0E1-F004-4867-A19F-CB629E995C3F}" dt="2026-07-07T12:05:39.195" v="2752"/>
        <pc:sldMkLst>
          <pc:docMk/>
          <pc:sldMk cId="3997856793" sldId="2147481832"/>
        </pc:sldMkLst>
        <pc:spChg chg="mod">
          <ac:chgData name="Nagotu Dilip Kumar" userId="e960ee6c-1011-46fd-ab26-7447e3dfc484" providerId="ADAL" clId="{C537D0E1-F004-4867-A19F-CB629E995C3F}" dt="2026-07-07T12:05:01.620" v="2749" actId="14100"/>
          <ac:spMkLst>
            <pc:docMk/>
            <pc:sldMk cId="3997856793" sldId="2147481832"/>
            <ac:spMk id="2" creationId="{7606CDFB-9F48-DA3D-5B71-14F9474F4524}"/>
          </ac:spMkLst>
        </pc:spChg>
        <pc:spChg chg="add mod">
          <ac:chgData name="Nagotu Dilip Kumar" userId="e960ee6c-1011-46fd-ab26-7447e3dfc484" providerId="ADAL" clId="{C537D0E1-F004-4867-A19F-CB629E995C3F}" dt="2026-07-07T12:05:34.617" v="2751" actId="1076"/>
          <ac:spMkLst>
            <pc:docMk/>
            <pc:sldMk cId="3997856793" sldId="2147481832"/>
            <ac:spMk id="5" creationId="{FFAB80BB-341C-622F-E606-8EA4899809E3}"/>
          </ac:spMkLst>
        </pc:spChg>
        <pc:spChg chg="add mod">
          <ac:chgData name="Nagotu Dilip Kumar" userId="e960ee6c-1011-46fd-ab26-7447e3dfc484" providerId="ADAL" clId="{C537D0E1-F004-4867-A19F-CB629E995C3F}" dt="2026-07-07T12:05:34.617" v="2751" actId="1076"/>
          <ac:spMkLst>
            <pc:docMk/>
            <pc:sldMk cId="3997856793" sldId="2147481832"/>
            <ac:spMk id="9" creationId="{75FDD24F-2B04-EEF0-4842-F3186B625DC4}"/>
          </ac:spMkLst>
        </pc:spChg>
        <pc:picChg chg="add mod">
          <ac:chgData name="Nagotu Dilip Kumar" userId="e960ee6c-1011-46fd-ab26-7447e3dfc484" providerId="ADAL" clId="{C537D0E1-F004-4867-A19F-CB629E995C3F}" dt="2026-07-07T12:05:39.195" v="2752"/>
          <ac:picMkLst>
            <pc:docMk/>
            <pc:sldMk cId="3997856793" sldId="2147481832"/>
            <ac:picMk id="6" creationId="{03AFF4C2-1AD2-743B-AF5F-6010A9E9ABCE}"/>
          </ac:picMkLst>
        </pc:picChg>
        <pc:picChg chg="add mod">
          <ac:chgData name="Nagotu Dilip Kumar" userId="e960ee6c-1011-46fd-ab26-7447e3dfc484" providerId="ADAL" clId="{C537D0E1-F004-4867-A19F-CB629E995C3F}" dt="2026-07-07T12:05:39.195" v="2752"/>
          <ac:picMkLst>
            <pc:docMk/>
            <pc:sldMk cId="3997856793" sldId="2147481832"/>
            <ac:picMk id="7" creationId="{26B99FDE-8CAE-9E2D-FA40-9083233A612F}"/>
          </ac:picMkLst>
        </pc:picChg>
        <pc:picChg chg="add mod">
          <ac:chgData name="Nagotu Dilip Kumar" userId="e960ee6c-1011-46fd-ab26-7447e3dfc484" providerId="ADAL" clId="{C537D0E1-F004-4867-A19F-CB629E995C3F}" dt="2026-07-07T12:05:39.195" v="2752"/>
          <ac:picMkLst>
            <pc:docMk/>
            <pc:sldMk cId="3997856793" sldId="2147481832"/>
            <ac:picMk id="8" creationId="{18074D99-CBB2-B006-64CC-820B424AB170}"/>
          </ac:picMkLst>
        </pc:picChg>
      </pc:sldChg>
      <pc:sldChg chg="addSp delSp modSp new mod ord">
        <pc:chgData name="Nagotu Dilip Kumar" userId="e960ee6c-1011-46fd-ab26-7447e3dfc484" providerId="ADAL" clId="{C537D0E1-F004-4867-A19F-CB629E995C3F}" dt="2026-07-13T10:41:40.229" v="5799" actId="1036"/>
        <pc:sldMkLst>
          <pc:docMk/>
          <pc:sldMk cId="2623331845" sldId="2147481835"/>
        </pc:sldMkLst>
        <pc:spChg chg="mod">
          <ac:chgData name="Nagotu Dilip Kumar" userId="e960ee6c-1011-46fd-ab26-7447e3dfc484" providerId="ADAL" clId="{C537D0E1-F004-4867-A19F-CB629E995C3F}" dt="2026-07-13T08:52:37.453" v="4941" actId="14100"/>
          <ac:spMkLst>
            <pc:docMk/>
            <pc:sldMk cId="2623331845" sldId="2147481835"/>
            <ac:spMk id="2" creationId="{3CEDC3F7-87A5-10D4-5B73-34DD4ABAA874}"/>
          </ac:spMkLst>
        </pc:spChg>
        <pc:spChg chg="add mod">
          <ac:chgData name="Nagotu Dilip Kumar" userId="e960ee6c-1011-46fd-ab26-7447e3dfc484" providerId="ADAL" clId="{C537D0E1-F004-4867-A19F-CB629E995C3F}" dt="2026-07-13T08:52:46.259" v="4942"/>
          <ac:spMkLst>
            <pc:docMk/>
            <pc:sldMk cId="2623331845" sldId="2147481835"/>
            <ac:spMk id="6" creationId="{56253688-1C9D-8BB6-A948-BAD8915F13E1}"/>
          </ac:spMkLst>
        </pc:spChg>
        <pc:spChg chg="del mod">
          <ac:chgData name="Nagotu Dilip Kumar" userId="e960ee6c-1011-46fd-ab26-7447e3dfc484" providerId="ADAL" clId="{C537D0E1-F004-4867-A19F-CB629E995C3F}" dt="2026-07-13T09:58:01.773" v="5546" actId="478"/>
          <ac:spMkLst>
            <pc:docMk/>
            <pc:sldMk cId="2623331845" sldId="2147481835"/>
            <ac:spMk id="7" creationId="{67DEF62A-1A0B-68AB-868A-FDCE2BC800B4}"/>
          </ac:spMkLst>
        </pc:spChg>
        <pc:spChg chg="add mod">
          <ac:chgData name="Nagotu Dilip Kumar" userId="e960ee6c-1011-46fd-ab26-7447e3dfc484" providerId="ADAL" clId="{C537D0E1-F004-4867-A19F-CB629E995C3F}" dt="2026-07-13T08:52:56.605" v="4944" actId="1076"/>
          <ac:spMkLst>
            <pc:docMk/>
            <pc:sldMk cId="2623331845" sldId="2147481835"/>
            <ac:spMk id="8" creationId="{0515018C-3B79-18FE-CF5F-8F261C23BD63}"/>
          </ac:spMkLst>
        </pc:spChg>
        <pc:spChg chg="add mod">
          <ac:chgData name="Nagotu Dilip Kumar" userId="e960ee6c-1011-46fd-ab26-7447e3dfc484" providerId="ADAL" clId="{C537D0E1-F004-4867-A19F-CB629E995C3F}" dt="2026-07-13T10:01:47.815" v="5710" actId="1036"/>
          <ac:spMkLst>
            <pc:docMk/>
            <pc:sldMk cId="2623331845" sldId="2147481835"/>
            <ac:spMk id="10" creationId="{1024AC7B-2F79-0CF7-6E95-6839B8A332A3}"/>
          </ac:spMkLst>
        </pc:spChg>
        <pc:spChg chg="add mod ord">
          <ac:chgData name="Nagotu Dilip Kumar" userId="e960ee6c-1011-46fd-ab26-7447e3dfc484" providerId="ADAL" clId="{C537D0E1-F004-4867-A19F-CB629E995C3F}" dt="2026-07-13T10:41:21.299" v="5789" actId="14100"/>
          <ac:spMkLst>
            <pc:docMk/>
            <pc:sldMk cId="2623331845" sldId="2147481835"/>
            <ac:spMk id="11" creationId="{1841C47F-DF0A-A256-AFD8-3B4D0231B036}"/>
          </ac:spMkLst>
        </pc:spChg>
        <pc:spChg chg="mod">
          <ac:chgData name="Nagotu Dilip Kumar" userId="e960ee6c-1011-46fd-ab26-7447e3dfc484" providerId="ADAL" clId="{C537D0E1-F004-4867-A19F-CB629E995C3F}" dt="2026-07-13T10:41:24.677" v="5790" actId="14100"/>
          <ac:spMkLst>
            <pc:docMk/>
            <pc:sldMk cId="2623331845" sldId="2147481835"/>
            <ac:spMk id="12" creationId="{A497E5D5-6DF5-88E5-FC0F-7FDCDB966411}"/>
          </ac:spMkLst>
        </pc:spChg>
        <pc:spChg chg="add mod">
          <ac:chgData name="Nagotu Dilip Kumar" userId="e960ee6c-1011-46fd-ab26-7447e3dfc484" providerId="ADAL" clId="{C537D0E1-F004-4867-A19F-CB629E995C3F}" dt="2026-07-13T08:54:01.439" v="5007"/>
          <ac:spMkLst>
            <pc:docMk/>
            <pc:sldMk cId="2623331845" sldId="2147481835"/>
            <ac:spMk id="13" creationId="{31ADE874-3E6F-C472-E110-29CFA123C2F4}"/>
          </ac:spMkLst>
        </pc:spChg>
        <pc:spChg chg="add mod">
          <ac:chgData name="Nagotu Dilip Kumar" userId="e960ee6c-1011-46fd-ab26-7447e3dfc484" providerId="ADAL" clId="{C537D0E1-F004-4867-A19F-CB629E995C3F}" dt="2026-07-13T09:30:57.218" v="5341"/>
          <ac:spMkLst>
            <pc:docMk/>
            <pc:sldMk cId="2623331845" sldId="2147481835"/>
            <ac:spMk id="14" creationId="{7C56B572-93D7-AC3D-B394-69AFFAD27EC5}"/>
          </ac:spMkLst>
        </pc:spChg>
        <pc:spChg chg="add mod">
          <ac:chgData name="Nagotu Dilip Kumar" userId="e960ee6c-1011-46fd-ab26-7447e3dfc484" providerId="ADAL" clId="{C537D0E1-F004-4867-A19F-CB629E995C3F}" dt="2026-07-13T08:55:08.669" v="5020"/>
          <ac:spMkLst>
            <pc:docMk/>
            <pc:sldMk cId="2623331845" sldId="2147481835"/>
            <ac:spMk id="15" creationId="{2C13820D-DECF-6F52-6ACF-E2FEB1C341A3}"/>
          </ac:spMkLst>
        </pc:spChg>
        <pc:spChg chg="add mod">
          <ac:chgData name="Nagotu Dilip Kumar" userId="e960ee6c-1011-46fd-ab26-7447e3dfc484" providerId="ADAL" clId="{C537D0E1-F004-4867-A19F-CB629E995C3F}" dt="2026-07-13T08:55:34.505" v="5023"/>
          <ac:spMkLst>
            <pc:docMk/>
            <pc:sldMk cId="2623331845" sldId="2147481835"/>
            <ac:spMk id="16" creationId="{102400DF-9DF6-1E8F-C73F-A0C1508606FF}"/>
          </ac:spMkLst>
        </pc:spChg>
        <pc:spChg chg="add mod">
          <ac:chgData name="Nagotu Dilip Kumar" userId="e960ee6c-1011-46fd-ab26-7447e3dfc484" providerId="ADAL" clId="{C537D0E1-F004-4867-A19F-CB629E995C3F}" dt="2026-07-13T08:55:57.394" v="5026"/>
          <ac:spMkLst>
            <pc:docMk/>
            <pc:sldMk cId="2623331845" sldId="2147481835"/>
            <ac:spMk id="17" creationId="{900827E4-1C73-CEC6-D2B0-57321A83F8F0}"/>
          </ac:spMkLst>
        </pc:spChg>
        <pc:spChg chg="add mod">
          <ac:chgData name="Nagotu Dilip Kumar" userId="e960ee6c-1011-46fd-ab26-7447e3dfc484" providerId="ADAL" clId="{C537D0E1-F004-4867-A19F-CB629E995C3F}" dt="2026-07-13T08:56:39.192" v="5030"/>
          <ac:spMkLst>
            <pc:docMk/>
            <pc:sldMk cId="2623331845" sldId="2147481835"/>
            <ac:spMk id="18" creationId="{64E55BAA-1043-3F8E-0038-83520C06ACF1}"/>
          </ac:spMkLst>
        </pc:spChg>
        <pc:spChg chg="add mod">
          <ac:chgData name="Nagotu Dilip Kumar" userId="e960ee6c-1011-46fd-ab26-7447e3dfc484" providerId="ADAL" clId="{C537D0E1-F004-4867-A19F-CB629E995C3F}" dt="2026-07-12T05:48:09.774" v="3096" actId="122"/>
          <ac:spMkLst>
            <pc:docMk/>
            <pc:sldMk cId="2623331845" sldId="2147481835"/>
            <ac:spMk id="19" creationId="{53B8CDBD-9108-CC52-DB38-6CFB504BC33D}"/>
          </ac:spMkLst>
        </pc:spChg>
        <pc:spChg chg="mod">
          <ac:chgData name="Nagotu Dilip Kumar" userId="e960ee6c-1011-46fd-ab26-7447e3dfc484" providerId="ADAL" clId="{C537D0E1-F004-4867-A19F-CB629E995C3F}" dt="2026-07-13T10:41:40.229" v="5799" actId="1036"/>
          <ac:spMkLst>
            <pc:docMk/>
            <pc:sldMk cId="2623331845" sldId="2147481835"/>
            <ac:spMk id="20" creationId="{BE29EFBE-48CE-6137-EF68-D39896D31102}"/>
          </ac:spMkLst>
        </pc:spChg>
        <pc:spChg chg="add mod">
          <ac:chgData name="Nagotu Dilip Kumar" userId="e960ee6c-1011-46fd-ab26-7447e3dfc484" providerId="ADAL" clId="{C537D0E1-F004-4867-A19F-CB629E995C3F}" dt="2026-07-12T05:48:09.774" v="3096" actId="122"/>
          <ac:spMkLst>
            <pc:docMk/>
            <pc:sldMk cId="2623331845" sldId="2147481835"/>
            <ac:spMk id="20" creationId="{DDBEB51E-35C8-488D-1601-7B71FBD6C50C}"/>
          </ac:spMkLst>
        </pc:spChg>
        <pc:spChg chg="mod">
          <ac:chgData name="Nagotu Dilip Kumar" userId="e960ee6c-1011-46fd-ab26-7447e3dfc484" providerId="ADAL" clId="{C537D0E1-F004-4867-A19F-CB629E995C3F}" dt="2026-07-13T10:41:40.229" v="5799" actId="1036"/>
          <ac:spMkLst>
            <pc:docMk/>
            <pc:sldMk cId="2623331845" sldId="2147481835"/>
            <ac:spMk id="21" creationId="{CACB29B2-115E-4D74-6E77-F9E11A2BCC51}"/>
          </ac:spMkLst>
        </pc:spChg>
        <pc:spChg chg="add mod">
          <ac:chgData name="Nagotu Dilip Kumar" userId="e960ee6c-1011-46fd-ab26-7447e3dfc484" providerId="ADAL" clId="{C537D0E1-F004-4867-A19F-CB629E995C3F}" dt="2026-07-13T08:54:53.189" v="5015"/>
          <ac:spMkLst>
            <pc:docMk/>
            <pc:sldMk cId="2623331845" sldId="2147481835"/>
            <ac:spMk id="22" creationId="{06DF86A0-C612-F06F-714D-EBE66894EB38}"/>
          </ac:spMkLst>
        </pc:spChg>
        <pc:spChg chg="add mod">
          <ac:chgData name="Nagotu Dilip Kumar" userId="e960ee6c-1011-46fd-ab26-7447e3dfc484" providerId="ADAL" clId="{C537D0E1-F004-4867-A19F-CB629E995C3F}" dt="2026-07-13T09:02:47.884" v="5042" actId="1076"/>
          <ac:spMkLst>
            <pc:docMk/>
            <pc:sldMk cId="2623331845" sldId="2147481835"/>
            <ac:spMk id="23" creationId="{DA4A17BA-4462-386C-1BC5-DCEE41F00E58}"/>
          </ac:spMkLst>
        </pc:spChg>
        <pc:spChg chg="add mod">
          <ac:chgData name="Nagotu Dilip Kumar" userId="e960ee6c-1011-46fd-ab26-7447e3dfc484" providerId="ADAL" clId="{C537D0E1-F004-4867-A19F-CB629E995C3F}" dt="2026-07-13T09:03:09.348" v="5049" actId="20577"/>
          <ac:spMkLst>
            <pc:docMk/>
            <pc:sldMk cId="2623331845" sldId="2147481835"/>
            <ac:spMk id="24" creationId="{EF5FC36F-7182-A0B9-7B16-EA89982C78B9}"/>
          </ac:spMkLst>
        </pc:spChg>
        <pc:spChg chg="add mod">
          <ac:chgData name="Nagotu Dilip Kumar" userId="e960ee6c-1011-46fd-ab26-7447e3dfc484" providerId="ADAL" clId="{C537D0E1-F004-4867-A19F-CB629E995C3F}" dt="2026-07-13T09:03:23.089" v="5051" actId="14100"/>
          <ac:spMkLst>
            <pc:docMk/>
            <pc:sldMk cId="2623331845" sldId="2147481835"/>
            <ac:spMk id="25" creationId="{CA3632BE-6DE9-9C4F-B1EC-6450C181DE74}"/>
          </ac:spMkLst>
        </pc:spChg>
        <pc:spChg chg="add mod">
          <ac:chgData name="Nagotu Dilip Kumar" userId="e960ee6c-1011-46fd-ab26-7447e3dfc484" providerId="ADAL" clId="{C537D0E1-F004-4867-A19F-CB629E995C3F}" dt="2026-07-13T09:03:03.219" v="5046" actId="14100"/>
          <ac:spMkLst>
            <pc:docMk/>
            <pc:sldMk cId="2623331845" sldId="2147481835"/>
            <ac:spMk id="26" creationId="{47AFFDD6-FAD8-2DDE-9421-6FA58C8C19D5}"/>
          </ac:spMkLst>
        </pc:spChg>
        <pc:spChg chg="add mod">
          <ac:chgData name="Nagotu Dilip Kumar" userId="e960ee6c-1011-46fd-ab26-7447e3dfc484" providerId="ADAL" clId="{C537D0E1-F004-4867-A19F-CB629E995C3F}" dt="2026-07-13T09:02:42.345" v="5040" actId="1076"/>
          <ac:spMkLst>
            <pc:docMk/>
            <pc:sldMk cId="2623331845" sldId="2147481835"/>
            <ac:spMk id="27" creationId="{26193C26-CBC4-63E2-DFE3-3CD35D8D020C}"/>
          </ac:spMkLst>
        </pc:spChg>
        <pc:spChg chg="add mod">
          <ac:chgData name="Nagotu Dilip Kumar" userId="e960ee6c-1011-46fd-ab26-7447e3dfc484" providerId="ADAL" clId="{C537D0E1-F004-4867-A19F-CB629E995C3F}" dt="2026-07-12T05:39:59.468" v="3031" actId="552"/>
          <ac:spMkLst>
            <pc:docMk/>
            <pc:sldMk cId="2623331845" sldId="2147481835"/>
            <ac:spMk id="28" creationId="{7EFEAE36-BF3E-6D8F-01B8-EF9E824D5EE3}"/>
          </ac:spMkLst>
        </pc:spChg>
        <pc:spChg chg="mod">
          <ac:chgData name="Nagotu Dilip Kumar" userId="e960ee6c-1011-46fd-ab26-7447e3dfc484" providerId="ADAL" clId="{C537D0E1-F004-4867-A19F-CB629E995C3F}" dt="2026-07-13T10:41:40.229" v="5799" actId="1036"/>
          <ac:spMkLst>
            <pc:docMk/>
            <pc:sldMk cId="2623331845" sldId="2147481835"/>
            <ac:spMk id="28" creationId="{A91E7DB7-73DC-0A48-DAB9-00A1FE86217F}"/>
          </ac:spMkLst>
        </pc:spChg>
        <pc:spChg chg="mod">
          <ac:chgData name="Nagotu Dilip Kumar" userId="e960ee6c-1011-46fd-ab26-7447e3dfc484" providerId="ADAL" clId="{C537D0E1-F004-4867-A19F-CB629E995C3F}" dt="2026-07-13T10:41:40.229" v="5799" actId="1036"/>
          <ac:spMkLst>
            <pc:docMk/>
            <pc:sldMk cId="2623331845" sldId="2147481835"/>
            <ac:spMk id="29" creationId="{43B7CDDA-14C3-FE71-8F97-4ABD741BC711}"/>
          </ac:spMkLst>
        </pc:spChg>
        <pc:spChg chg="add mod">
          <ac:chgData name="Nagotu Dilip Kumar" userId="e960ee6c-1011-46fd-ab26-7447e3dfc484" providerId="ADAL" clId="{C537D0E1-F004-4867-A19F-CB629E995C3F}" dt="2026-07-12T05:39:57.139" v="3030" actId="552"/>
          <ac:spMkLst>
            <pc:docMk/>
            <pc:sldMk cId="2623331845" sldId="2147481835"/>
            <ac:spMk id="29" creationId="{DABE2320-30A4-89D0-7964-B572FF7532FB}"/>
          </ac:spMkLst>
        </pc:spChg>
        <pc:spChg chg="mod">
          <ac:chgData name="Nagotu Dilip Kumar" userId="e960ee6c-1011-46fd-ab26-7447e3dfc484" providerId="ADAL" clId="{C537D0E1-F004-4867-A19F-CB629E995C3F}" dt="2026-07-13T10:41:40.229" v="5799" actId="1036"/>
          <ac:spMkLst>
            <pc:docMk/>
            <pc:sldMk cId="2623331845" sldId="2147481835"/>
            <ac:spMk id="30" creationId="{F651C565-73CB-987E-B55B-B1924AA18E0E}"/>
          </ac:spMkLst>
        </pc:spChg>
        <pc:spChg chg="mod">
          <ac:chgData name="Nagotu Dilip Kumar" userId="e960ee6c-1011-46fd-ab26-7447e3dfc484" providerId="ADAL" clId="{C537D0E1-F004-4867-A19F-CB629E995C3F}" dt="2026-07-13T10:41:40.229" v="5799" actId="1036"/>
          <ac:spMkLst>
            <pc:docMk/>
            <pc:sldMk cId="2623331845" sldId="2147481835"/>
            <ac:spMk id="36" creationId="{F4A1105D-86AE-38A4-987A-016935962E88}"/>
          </ac:spMkLst>
        </pc:spChg>
        <pc:grpChg chg="mod">
          <ac:chgData name="Nagotu Dilip Kumar" userId="e960ee6c-1011-46fd-ab26-7447e3dfc484" providerId="ADAL" clId="{C537D0E1-F004-4867-A19F-CB629E995C3F}" dt="2026-07-13T10:41:16.541" v="5788" actId="1076"/>
          <ac:grpSpMkLst>
            <pc:docMk/>
            <pc:sldMk cId="2623331845" sldId="2147481835"/>
            <ac:grpSpMk id="42" creationId="{7AF07018-8742-6799-504C-63DB5B6357D2}"/>
          </ac:grpSpMkLst>
        </pc:grpChg>
        <pc:grpChg chg="add mod">
          <ac:chgData name="Nagotu Dilip Kumar" userId="e960ee6c-1011-46fd-ab26-7447e3dfc484" providerId="ADAL" clId="{C537D0E1-F004-4867-A19F-CB629E995C3F}" dt="2026-07-12T17:19:07.334" v="4044" actId="1076"/>
          <ac:grpSpMkLst>
            <pc:docMk/>
            <pc:sldMk cId="2623331845" sldId="2147481835"/>
            <ac:grpSpMk id="43" creationId="{963886EB-0422-9C1E-FD76-C8DFA43CEBC9}"/>
          </ac:grpSpMkLst>
        </pc:grpChg>
        <pc:grpChg chg="mod">
          <ac:chgData name="Nagotu Dilip Kumar" userId="e960ee6c-1011-46fd-ab26-7447e3dfc484" providerId="ADAL" clId="{C537D0E1-F004-4867-A19F-CB629E995C3F}" dt="2026-07-13T10:41:16.541" v="5788" actId="1076"/>
          <ac:grpSpMkLst>
            <pc:docMk/>
            <pc:sldMk cId="2623331845" sldId="2147481835"/>
            <ac:grpSpMk id="60" creationId="{7DADED5D-2C16-A8D6-52F6-D293EBE9F4D4}"/>
          </ac:grpSpMkLst>
        </pc:grpChg>
        <pc:grpChg chg="del">
          <ac:chgData name="Nagotu Dilip Kumar" userId="e960ee6c-1011-46fd-ab26-7447e3dfc484" providerId="ADAL" clId="{C537D0E1-F004-4867-A19F-CB629E995C3F}" dt="2026-07-13T08:53:14.038" v="4946" actId="478"/>
          <ac:grpSpMkLst>
            <pc:docMk/>
            <pc:sldMk cId="2623331845" sldId="2147481835"/>
            <ac:grpSpMk id="61" creationId="{8B896B26-922D-FCDE-2FAA-602788225700}"/>
          </ac:grpSpMkLst>
        </pc:grpChg>
        <pc:grpChg chg="mod">
          <ac:chgData name="Nagotu Dilip Kumar" userId="e960ee6c-1011-46fd-ab26-7447e3dfc484" providerId="ADAL" clId="{C537D0E1-F004-4867-A19F-CB629E995C3F}" dt="2026-07-13T10:01:47.815" v="5710" actId="1036"/>
          <ac:grpSpMkLst>
            <pc:docMk/>
            <pc:sldMk cId="2623331845" sldId="2147481835"/>
            <ac:grpSpMk id="62" creationId="{92BC1F1C-A464-76B4-FE11-6DFB18BEF1B8}"/>
          </ac:grpSpMkLst>
        </pc:grpChg>
        <pc:grpChg chg="mod">
          <ac:chgData name="Nagotu Dilip Kumar" userId="e960ee6c-1011-46fd-ab26-7447e3dfc484" providerId="ADAL" clId="{C537D0E1-F004-4867-A19F-CB629E995C3F}" dt="2026-07-13T09:03:16.615" v="5050" actId="408"/>
          <ac:grpSpMkLst>
            <pc:docMk/>
            <pc:sldMk cId="2623331845" sldId="2147481835"/>
            <ac:grpSpMk id="63" creationId="{FF68B6D9-DF21-94E9-A752-A0A239126DC5}"/>
          </ac:grpSpMkLst>
        </pc:grpChg>
        <pc:grpChg chg="mod">
          <ac:chgData name="Nagotu Dilip Kumar" userId="e960ee6c-1011-46fd-ab26-7447e3dfc484" providerId="ADAL" clId="{C537D0E1-F004-4867-A19F-CB629E995C3F}" dt="2026-07-13T10:41:16.541" v="5788" actId="1076"/>
          <ac:grpSpMkLst>
            <pc:docMk/>
            <pc:sldMk cId="2623331845" sldId="2147481835"/>
            <ac:grpSpMk id="64" creationId="{F953A716-ACC1-9408-C8BF-4534DD6C0B5B}"/>
          </ac:grpSpMkLst>
        </pc:grpChg>
        <pc:grpChg chg="mod">
          <ac:chgData name="Nagotu Dilip Kumar" userId="e960ee6c-1011-46fd-ab26-7447e3dfc484" providerId="ADAL" clId="{C537D0E1-F004-4867-A19F-CB629E995C3F}" dt="2026-07-13T10:41:16.541" v="5788" actId="1076"/>
          <ac:grpSpMkLst>
            <pc:docMk/>
            <pc:sldMk cId="2623331845" sldId="2147481835"/>
            <ac:grpSpMk id="65" creationId="{AA9CD31B-A385-EF0C-5C75-731841C3E2F2}"/>
          </ac:grpSpMkLst>
        </pc:grpChg>
        <pc:grpChg chg="mod">
          <ac:chgData name="Nagotu Dilip Kumar" userId="e960ee6c-1011-46fd-ab26-7447e3dfc484" providerId="ADAL" clId="{C537D0E1-F004-4867-A19F-CB629E995C3F}" dt="2026-07-13T10:41:16.541" v="5788" actId="1076"/>
          <ac:grpSpMkLst>
            <pc:docMk/>
            <pc:sldMk cId="2623331845" sldId="2147481835"/>
            <ac:grpSpMk id="66" creationId="{7810C5C1-9444-A1C0-310C-0AE726ED0685}"/>
          </ac:grpSpMkLst>
        </pc:grpChg>
        <pc:picChg chg="mod">
          <ac:chgData name="Nagotu Dilip Kumar" userId="e960ee6c-1011-46fd-ab26-7447e3dfc484" providerId="ADAL" clId="{C537D0E1-F004-4867-A19F-CB629E995C3F}" dt="2026-07-13T10:41:30.071" v="5791" actId="1076"/>
          <ac:picMkLst>
            <pc:docMk/>
            <pc:sldMk cId="2623331845" sldId="2147481835"/>
            <ac:picMk id="5" creationId="{59E6000F-D54F-662A-8450-2C63EC374D35}"/>
          </ac:picMkLst>
        </pc:picChg>
        <pc:picChg chg="del">
          <ac:chgData name="Nagotu Dilip Kumar" userId="e960ee6c-1011-46fd-ab26-7447e3dfc484" providerId="ADAL" clId="{C537D0E1-F004-4867-A19F-CB629E995C3F}" dt="2026-07-13T08:49:46.680" v="4902" actId="478"/>
          <ac:picMkLst>
            <pc:docMk/>
            <pc:sldMk cId="2623331845" sldId="2147481835"/>
            <ac:picMk id="7" creationId="{435B8DB8-0B05-714E-46DD-EEBBDBA662F1}"/>
          </ac:picMkLst>
        </pc:picChg>
        <pc:picChg chg="mod">
          <ac:chgData name="Nagotu Dilip Kumar" userId="e960ee6c-1011-46fd-ab26-7447e3dfc484" providerId="ADAL" clId="{C537D0E1-F004-4867-A19F-CB629E995C3F}" dt="2026-07-13T10:41:30.071" v="5791" actId="1076"/>
          <ac:picMkLst>
            <pc:docMk/>
            <pc:sldMk cId="2623331845" sldId="2147481835"/>
            <ac:picMk id="9" creationId="{350B4FF5-3C4D-DC6E-0215-0CE3E3237B6C}"/>
          </ac:picMkLst>
        </pc:picChg>
        <pc:picChg chg="mod">
          <ac:chgData name="Nagotu Dilip Kumar" userId="e960ee6c-1011-46fd-ab26-7447e3dfc484" providerId="ADAL" clId="{C537D0E1-F004-4867-A19F-CB629E995C3F}" dt="2026-07-13T10:41:30.071" v="5791" actId="1076"/>
          <ac:picMkLst>
            <pc:docMk/>
            <pc:sldMk cId="2623331845" sldId="2147481835"/>
            <ac:picMk id="19" creationId="{A2636191-9C31-700E-8B7F-8940A54C395F}"/>
          </ac:picMkLst>
        </pc:picChg>
        <pc:picChg chg="mod">
          <ac:chgData name="Nagotu Dilip Kumar" userId="e960ee6c-1011-46fd-ab26-7447e3dfc484" providerId="ADAL" clId="{C537D0E1-F004-4867-A19F-CB629E995C3F}" dt="2026-07-13T10:41:30.071" v="5791" actId="1076"/>
          <ac:picMkLst>
            <pc:docMk/>
            <pc:sldMk cId="2623331845" sldId="2147481835"/>
            <ac:picMk id="38" creationId="{32ED3D6D-707D-6FD0-8CEA-2D1719493FD9}"/>
          </ac:picMkLst>
        </pc:picChg>
        <pc:picChg chg="del">
          <ac:chgData name="Nagotu Dilip Kumar" userId="e960ee6c-1011-46fd-ab26-7447e3dfc484" providerId="ADAL" clId="{C537D0E1-F004-4867-A19F-CB629E995C3F}" dt="2026-07-13T09:02:22.761" v="5032" actId="478"/>
          <ac:picMkLst>
            <pc:docMk/>
            <pc:sldMk cId="2623331845" sldId="2147481835"/>
            <ac:picMk id="38" creationId="{BB1B0944-7FD8-E880-8591-523924E52A66}"/>
          </ac:picMkLst>
        </pc:picChg>
        <pc:picChg chg="add del mod">
          <ac:chgData name="Nagotu Dilip Kumar" userId="e960ee6c-1011-46fd-ab26-7447e3dfc484" providerId="ADAL" clId="{C537D0E1-F004-4867-A19F-CB629E995C3F}" dt="2026-07-12T17:18:41.413" v="4037" actId="478"/>
          <ac:picMkLst>
            <pc:docMk/>
            <pc:sldMk cId="2623331845" sldId="2147481835"/>
            <ac:picMk id="39" creationId="{9C177574-5781-B7BE-1C65-90F3D30E7C4A}"/>
          </ac:picMkLst>
        </pc:picChg>
        <pc:picChg chg="mod">
          <ac:chgData name="Nagotu Dilip Kumar" userId="e960ee6c-1011-46fd-ab26-7447e3dfc484" providerId="ADAL" clId="{C537D0E1-F004-4867-A19F-CB629E995C3F}" dt="2026-07-13T10:41:30.071" v="5791" actId="1076"/>
          <ac:picMkLst>
            <pc:docMk/>
            <pc:sldMk cId="2623331845" sldId="2147481835"/>
            <ac:picMk id="39" creationId="{E73AD710-AA6F-9BB7-6A59-6AC6543B8605}"/>
          </ac:picMkLst>
        </pc:picChg>
        <pc:picChg chg="mod">
          <ac:chgData name="Nagotu Dilip Kumar" userId="e960ee6c-1011-46fd-ab26-7447e3dfc484" providerId="ADAL" clId="{C537D0E1-F004-4867-A19F-CB629E995C3F}" dt="2026-07-13T10:41:30.071" v="5791" actId="1076"/>
          <ac:picMkLst>
            <pc:docMk/>
            <pc:sldMk cId="2623331845" sldId="2147481835"/>
            <ac:picMk id="41" creationId="{A25A98D7-2BD3-1F0C-138E-E557D2DE7DA7}"/>
          </ac:picMkLst>
        </pc:picChg>
        <pc:picChg chg="add mod">
          <ac:chgData name="Nagotu Dilip Kumar" userId="e960ee6c-1011-46fd-ab26-7447e3dfc484" providerId="ADAL" clId="{C537D0E1-F004-4867-A19F-CB629E995C3F}" dt="2026-07-12T17:19:13.174" v="4046" actId="1582"/>
          <ac:picMkLst>
            <pc:docMk/>
            <pc:sldMk cId="2623331845" sldId="2147481835"/>
            <ac:picMk id="41" creationId="{FEE1A307-6FCA-41D4-44DD-EB7A7F952935}"/>
          </ac:picMkLst>
        </pc:picChg>
        <pc:picChg chg="add mod">
          <ac:chgData name="Nagotu Dilip Kumar" userId="e960ee6c-1011-46fd-ab26-7447e3dfc484" providerId="ADAL" clId="{C537D0E1-F004-4867-A19F-CB629E995C3F}" dt="2026-07-12T17:19:13.174" v="4046" actId="1582"/>
          <ac:picMkLst>
            <pc:docMk/>
            <pc:sldMk cId="2623331845" sldId="2147481835"/>
            <ac:picMk id="42" creationId="{8032DF57-FE6C-BD20-A187-ED45E047694C}"/>
          </ac:picMkLst>
        </pc:picChg>
        <pc:picChg chg="del">
          <ac:chgData name="Nagotu Dilip Kumar" userId="e960ee6c-1011-46fd-ab26-7447e3dfc484" providerId="ADAL" clId="{C537D0E1-F004-4867-A19F-CB629E995C3F}" dt="2026-07-13T09:02:24.297" v="5033" actId="478"/>
          <ac:picMkLst>
            <pc:docMk/>
            <pc:sldMk cId="2623331845" sldId="2147481835"/>
            <ac:picMk id="44" creationId="{32975E48-9BE8-B39B-37E8-BD0E6A282DE9}"/>
          </ac:picMkLst>
        </pc:picChg>
        <pc:picChg chg="add mod">
          <ac:chgData name="Nagotu Dilip Kumar" userId="e960ee6c-1011-46fd-ab26-7447e3dfc484" providerId="ADAL" clId="{C537D0E1-F004-4867-A19F-CB629E995C3F}" dt="2026-07-12T05:50:48.569" v="3113" actId="12789"/>
          <ac:picMkLst>
            <pc:docMk/>
            <pc:sldMk cId="2623331845" sldId="2147481835"/>
            <ac:picMk id="45" creationId="{A1F52AEC-7AA1-C977-4F45-E7834F76521B}"/>
          </ac:picMkLst>
        </pc:picChg>
        <pc:picChg chg="add del mod">
          <ac:chgData name="Nagotu Dilip Kumar" userId="e960ee6c-1011-46fd-ab26-7447e3dfc484" providerId="ADAL" clId="{C537D0E1-F004-4867-A19F-CB629E995C3F}" dt="2026-07-12T05:47:33.236" v="3091" actId="478"/>
          <ac:picMkLst>
            <pc:docMk/>
            <pc:sldMk cId="2623331845" sldId="2147481835"/>
            <ac:picMk id="46" creationId="{F13946A6-EC77-38B4-515C-A61ED015C9CC}"/>
          </ac:picMkLst>
        </pc:picChg>
        <pc:picChg chg="add mod">
          <ac:chgData name="Nagotu Dilip Kumar" userId="e960ee6c-1011-46fd-ab26-7447e3dfc484" providerId="ADAL" clId="{C537D0E1-F004-4867-A19F-CB629E995C3F}" dt="2026-07-12T05:50:48.569" v="3113" actId="12789"/>
          <ac:picMkLst>
            <pc:docMk/>
            <pc:sldMk cId="2623331845" sldId="2147481835"/>
            <ac:picMk id="48" creationId="{87D19333-A248-A3FD-CDEA-DB3A446B67BE}"/>
          </ac:picMkLst>
        </pc:picChg>
        <pc:picChg chg="del">
          <ac:chgData name="Nagotu Dilip Kumar" userId="e960ee6c-1011-46fd-ab26-7447e3dfc484" providerId="ADAL" clId="{C537D0E1-F004-4867-A19F-CB629E995C3F}" dt="2026-07-13T09:02:25.447" v="5034" actId="478"/>
          <ac:picMkLst>
            <pc:docMk/>
            <pc:sldMk cId="2623331845" sldId="2147481835"/>
            <ac:picMk id="49" creationId="{8B3CA259-82BA-F702-A708-55CE6E57036A}"/>
          </ac:picMkLst>
        </pc:picChg>
        <pc:picChg chg="add mod">
          <ac:chgData name="Nagotu Dilip Kumar" userId="e960ee6c-1011-46fd-ab26-7447e3dfc484" providerId="ADAL" clId="{C537D0E1-F004-4867-A19F-CB629E995C3F}" dt="2026-07-12T05:50:48.569" v="3113" actId="12789"/>
          <ac:picMkLst>
            <pc:docMk/>
            <pc:sldMk cId="2623331845" sldId="2147481835"/>
            <ac:picMk id="50" creationId="{AE972D8A-B157-0002-E4F3-8EE1D525D241}"/>
          </ac:picMkLst>
        </pc:picChg>
        <pc:picChg chg="add mod">
          <ac:chgData name="Nagotu Dilip Kumar" userId="e960ee6c-1011-46fd-ab26-7447e3dfc484" providerId="ADAL" clId="{C537D0E1-F004-4867-A19F-CB629E995C3F}" dt="2026-07-12T05:50:48.569" v="3113" actId="12789"/>
          <ac:picMkLst>
            <pc:docMk/>
            <pc:sldMk cId="2623331845" sldId="2147481835"/>
            <ac:picMk id="52" creationId="{A141BE85-3688-6F9B-29BE-8EC25099E12D}"/>
          </ac:picMkLst>
        </pc:picChg>
        <pc:picChg chg="add del mod">
          <ac:chgData name="Nagotu Dilip Kumar" userId="e960ee6c-1011-46fd-ab26-7447e3dfc484" providerId="ADAL" clId="{C537D0E1-F004-4867-A19F-CB629E995C3F}" dt="2026-07-13T09:02:29.488" v="5037" actId="478"/>
          <ac:picMkLst>
            <pc:docMk/>
            <pc:sldMk cId="2623331845" sldId="2147481835"/>
            <ac:picMk id="54" creationId="{03A7BD8F-DEB6-53CA-2F47-6F2AA441C708}"/>
          </ac:picMkLst>
        </pc:picChg>
        <pc:picChg chg="del mod">
          <ac:chgData name="Nagotu Dilip Kumar" userId="e960ee6c-1011-46fd-ab26-7447e3dfc484" providerId="ADAL" clId="{C537D0E1-F004-4867-A19F-CB629E995C3F}" dt="2026-07-13T09:02:26.770" v="5035" actId="478"/>
          <ac:picMkLst>
            <pc:docMk/>
            <pc:sldMk cId="2623331845" sldId="2147481835"/>
            <ac:picMk id="55" creationId="{D83917BF-418B-9738-8763-7FBEF56D53A6}"/>
          </ac:picMkLst>
        </pc:picChg>
        <pc:picChg chg="add mod">
          <ac:chgData name="Nagotu Dilip Kumar" userId="e960ee6c-1011-46fd-ab26-7447e3dfc484" providerId="ADAL" clId="{C537D0E1-F004-4867-A19F-CB629E995C3F}" dt="2026-07-12T05:50:48.569" v="3113" actId="12789"/>
          <ac:picMkLst>
            <pc:docMk/>
            <pc:sldMk cId="2623331845" sldId="2147481835"/>
            <ac:picMk id="56" creationId="{98021C12-B94B-BC28-88A0-495478B16265}"/>
          </ac:picMkLst>
        </pc:picChg>
        <pc:picChg chg="add mod">
          <ac:chgData name="Nagotu Dilip Kumar" userId="e960ee6c-1011-46fd-ab26-7447e3dfc484" providerId="ADAL" clId="{C537D0E1-F004-4867-A19F-CB629E995C3F}" dt="2026-07-12T17:19:16.701" v="4047" actId="1582"/>
          <ac:picMkLst>
            <pc:docMk/>
            <pc:sldMk cId="2623331845" sldId="2147481835"/>
            <ac:picMk id="58" creationId="{27CB0648-18B6-B9BA-E171-12E8CA646D99}"/>
          </ac:picMkLst>
        </pc:picChg>
        <pc:picChg chg="del mod">
          <ac:chgData name="Nagotu Dilip Kumar" userId="e960ee6c-1011-46fd-ab26-7447e3dfc484" providerId="ADAL" clId="{C537D0E1-F004-4867-A19F-CB629E995C3F}" dt="2026-07-13T09:02:28.051" v="5036" actId="478"/>
          <ac:picMkLst>
            <pc:docMk/>
            <pc:sldMk cId="2623331845" sldId="2147481835"/>
            <ac:picMk id="59" creationId="{F2341EFF-29E5-2165-1875-1DDD8D5674FE}"/>
          </ac:picMkLst>
        </pc:picChg>
        <pc:picChg chg="add mod">
          <ac:chgData name="Nagotu Dilip Kumar" userId="e960ee6c-1011-46fd-ab26-7447e3dfc484" providerId="ADAL" clId="{C537D0E1-F004-4867-A19F-CB629E995C3F}" dt="2026-07-13T10:41:16.541" v="5788" actId="1076"/>
          <ac:picMkLst>
            <pc:docMk/>
            <pc:sldMk cId="2623331845" sldId="2147481835"/>
            <ac:picMk id="71" creationId="{E2D11E78-6A91-34FA-1C1B-ED455008B99B}"/>
          </ac:picMkLst>
        </pc:picChg>
        <pc:picChg chg="add mod">
          <ac:chgData name="Nagotu Dilip Kumar" userId="e960ee6c-1011-46fd-ab26-7447e3dfc484" providerId="ADAL" clId="{C537D0E1-F004-4867-A19F-CB629E995C3F}" dt="2026-07-13T10:41:16.541" v="5788" actId="1076"/>
          <ac:picMkLst>
            <pc:docMk/>
            <pc:sldMk cId="2623331845" sldId="2147481835"/>
            <ac:picMk id="73" creationId="{E391C4F5-74A9-C0F0-8701-4CA4F85FB69D}"/>
          </ac:picMkLst>
        </pc:picChg>
        <pc:picChg chg="add mod">
          <ac:chgData name="Nagotu Dilip Kumar" userId="e960ee6c-1011-46fd-ab26-7447e3dfc484" providerId="ADAL" clId="{C537D0E1-F004-4867-A19F-CB629E995C3F}" dt="2026-07-13T10:41:16.541" v="5788" actId="1076"/>
          <ac:picMkLst>
            <pc:docMk/>
            <pc:sldMk cId="2623331845" sldId="2147481835"/>
            <ac:picMk id="75" creationId="{85B1ADC9-A133-7EEB-F82B-D993D5BE600D}"/>
          </ac:picMkLst>
        </pc:picChg>
        <pc:picChg chg="add mod">
          <ac:chgData name="Nagotu Dilip Kumar" userId="e960ee6c-1011-46fd-ab26-7447e3dfc484" providerId="ADAL" clId="{C537D0E1-F004-4867-A19F-CB629E995C3F}" dt="2026-07-13T10:41:16.541" v="5788" actId="1076"/>
          <ac:picMkLst>
            <pc:docMk/>
            <pc:sldMk cId="2623331845" sldId="2147481835"/>
            <ac:picMk id="77" creationId="{EAB79166-32C4-D381-4C16-BB20F764A975}"/>
          </ac:picMkLst>
        </pc:picChg>
        <pc:picChg chg="add mod">
          <ac:chgData name="Nagotu Dilip Kumar" userId="e960ee6c-1011-46fd-ab26-7447e3dfc484" providerId="ADAL" clId="{C537D0E1-F004-4867-A19F-CB629E995C3F}" dt="2026-07-13T10:41:16.541" v="5788" actId="1076"/>
          <ac:picMkLst>
            <pc:docMk/>
            <pc:sldMk cId="2623331845" sldId="2147481835"/>
            <ac:picMk id="79" creationId="{E96C4AD2-297E-D5C0-77AE-0598A7F3BEA0}"/>
          </ac:picMkLst>
        </pc:picChg>
        <pc:picChg chg="add mod">
          <ac:chgData name="Nagotu Dilip Kumar" userId="e960ee6c-1011-46fd-ab26-7447e3dfc484" providerId="ADAL" clId="{C537D0E1-F004-4867-A19F-CB629E995C3F}" dt="2026-07-13T10:01:47.815" v="5710" actId="1036"/>
          <ac:picMkLst>
            <pc:docMk/>
            <pc:sldMk cId="2623331845" sldId="2147481835"/>
            <ac:picMk id="80" creationId="{D0FAF3D8-FEC3-B192-66A5-B267C511758F}"/>
          </ac:picMkLst>
        </pc:picChg>
        <pc:cxnChg chg="add mod">
          <ac:chgData name="Nagotu Dilip Kumar" userId="e960ee6c-1011-46fd-ab26-7447e3dfc484" providerId="ADAL" clId="{C537D0E1-F004-4867-A19F-CB629E995C3F}" dt="2026-07-13T09:03:39.128" v="5066" actId="1076"/>
          <ac:cxnSpMkLst>
            <pc:docMk/>
            <pc:sldMk cId="2623331845" sldId="2147481835"/>
            <ac:cxnSpMk id="31" creationId="{0F4C518D-BDFA-DDCA-5B08-DC882907A348}"/>
          </ac:cxnSpMkLst>
        </pc:cxnChg>
        <pc:cxnChg chg="add mod">
          <ac:chgData name="Nagotu Dilip Kumar" userId="e960ee6c-1011-46fd-ab26-7447e3dfc484" providerId="ADAL" clId="{C537D0E1-F004-4867-A19F-CB629E995C3F}" dt="2026-07-13T09:34:24.611" v="5367" actId="12789"/>
          <ac:cxnSpMkLst>
            <pc:docMk/>
            <pc:sldMk cId="2623331845" sldId="2147481835"/>
            <ac:cxnSpMk id="32" creationId="{9452E21E-9678-3A60-F87D-96C95D564F08}"/>
          </ac:cxnSpMkLst>
        </pc:cxnChg>
        <pc:cxnChg chg="add mod">
          <ac:chgData name="Nagotu Dilip Kumar" userId="e960ee6c-1011-46fd-ab26-7447e3dfc484" providerId="ADAL" clId="{C537D0E1-F004-4867-A19F-CB629E995C3F}" dt="2026-07-13T09:34:24.611" v="5367" actId="12789"/>
          <ac:cxnSpMkLst>
            <pc:docMk/>
            <pc:sldMk cId="2623331845" sldId="2147481835"/>
            <ac:cxnSpMk id="33" creationId="{0E3A6D23-282F-2FE4-8032-CDA212C3F393}"/>
          </ac:cxnSpMkLst>
        </pc:cxnChg>
        <pc:cxnChg chg="add mod">
          <ac:chgData name="Nagotu Dilip Kumar" userId="e960ee6c-1011-46fd-ab26-7447e3dfc484" providerId="ADAL" clId="{C537D0E1-F004-4867-A19F-CB629E995C3F}" dt="2026-07-13T09:34:24.611" v="5367" actId="12789"/>
          <ac:cxnSpMkLst>
            <pc:docMk/>
            <pc:sldMk cId="2623331845" sldId="2147481835"/>
            <ac:cxnSpMk id="34" creationId="{479C2D6E-5901-0765-6920-2D11CB1FD810}"/>
          </ac:cxnSpMkLst>
        </pc:cxnChg>
        <pc:cxnChg chg="add mod">
          <ac:chgData name="Nagotu Dilip Kumar" userId="e960ee6c-1011-46fd-ab26-7447e3dfc484" providerId="ADAL" clId="{C537D0E1-F004-4867-A19F-CB629E995C3F}" dt="2026-07-13T09:34:24.611" v="5367" actId="12789"/>
          <ac:cxnSpMkLst>
            <pc:docMk/>
            <pc:sldMk cId="2623331845" sldId="2147481835"/>
            <ac:cxnSpMk id="35" creationId="{AF8B5070-9556-56C1-CD51-2984E83E975B}"/>
          </ac:cxnSpMkLst>
        </pc:cxnChg>
        <pc:cxnChg chg="add mod">
          <ac:chgData name="Nagotu Dilip Kumar" userId="e960ee6c-1011-46fd-ab26-7447e3dfc484" providerId="ADAL" clId="{C537D0E1-F004-4867-A19F-CB629E995C3F}" dt="2026-07-12T05:41:02.680" v="3057" actId="408"/>
          <ac:cxnSpMkLst>
            <pc:docMk/>
            <pc:sldMk cId="2623331845" sldId="2147481835"/>
            <ac:cxnSpMk id="36" creationId="{764845C6-903D-E869-BC7A-DAC3529FC692}"/>
          </ac:cxnSpMkLst>
        </pc:cxnChg>
        <pc:cxnChg chg="add del mod">
          <ac:chgData name="Nagotu Dilip Kumar" userId="e960ee6c-1011-46fd-ab26-7447e3dfc484" providerId="ADAL" clId="{C537D0E1-F004-4867-A19F-CB629E995C3F}" dt="2026-07-13T08:53:14.038" v="4946" actId="478"/>
          <ac:cxnSpMkLst>
            <pc:docMk/>
            <pc:sldMk cId="2623331845" sldId="2147481835"/>
            <ac:cxnSpMk id="37" creationId="{9EBB7058-5806-FA9F-F7C0-E3C574AC1632}"/>
          </ac:cxnSpMkLst>
        </pc:cxnChg>
      </pc:sldChg>
      <pc:sldChg chg="addSp delSp modSp new del mod modClrScheme chgLayout">
        <pc:chgData name="Nagotu Dilip Kumar" userId="e960ee6c-1011-46fd-ab26-7447e3dfc484" providerId="ADAL" clId="{C537D0E1-F004-4867-A19F-CB629E995C3F}" dt="2026-07-12T05:29:09.349" v="2844" actId="47"/>
        <pc:sldMkLst>
          <pc:docMk/>
          <pc:sldMk cId="2838768989" sldId="2147481835"/>
        </pc:sldMkLst>
      </pc:sldChg>
      <pc:sldChg chg="addSp delSp modSp add mod">
        <pc:chgData name="Nagotu Dilip Kumar" userId="e960ee6c-1011-46fd-ab26-7447e3dfc484" providerId="ADAL" clId="{C537D0E1-F004-4867-A19F-CB629E995C3F}" dt="2026-07-13T09:29:02.402" v="5335" actId="1036"/>
        <pc:sldMkLst>
          <pc:docMk/>
          <pc:sldMk cId="259591731" sldId="2147481836"/>
        </pc:sldMkLst>
        <pc:spChg chg="mod">
          <ac:chgData name="Nagotu Dilip Kumar" userId="e960ee6c-1011-46fd-ab26-7447e3dfc484" providerId="ADAL" clId="{C537D0E1-F004-4867-A19F-CB629E995C3F}" dt="2026-07-12T05:52:06.136" v="3118" actId="14100"/>
          <ac:spMkLst>
            <pc:docMk/>
            <pc:sldMk cId="259591731" sldId="2147481836"/>
            <ac:spMk id="2" creationId="{B5FCA7BF-5C58-D9F2-D48D-A05B2E602E94}"/>
          </ac:spMkLst>
        </pc:spChg>
        <pc:spChg chg="add mod">
          <ac:chgData name="Nagotu Dilip Kumar" userId="e960ee6c-1011-46fd-ab26-7447e3dfc484" providerId="ADAL" clId="{C537D0E1-F004-4867-A19F-CB629E995C3F}" dt="2026-07-12T16:23:39.270" v="3535" actId="14100"/>
          <ac:spMkLst>
            <pc:docMk/>
            <pc:sldMk cId="259591731" sldId="2147481836"/>
            <ac:spMk id="5" creationId="{3505931C-A9CF-AB39-D3F8-5BE897E82EFE}"/>
          </ac:spMkLst>
        </pc:spChg>
        <pc:spChg chg="del">
          <ac:chgData name="Nagotu Dilip Kumar" userId="e960ee6c-1011-46fd-ab26-7447e3dfc484" providerId="ADAL" clId="{C537D0E1-F004-4867-A19F-CB629E995C3F}" dt="2026-07-12T05:51:18.723" v="3115" actId="478"/>
          <ac:spMkLst>
            <pc:docMk/>
            <pc:sldMk cId="259591731" sldId="2147481836"/>
            <ac:spMk id="6" creationId="{4E54C2E2-4D71-7872-8CF8-EC9DF54C6262}"/>
          </ac:spMkLst>
        </pc:spChg>
        <pc:spChg chg="add mod">
          <ac:chgData name="Nagotu Dilip Kumar" userId="e960ee6c-1011-46fd-ab26-7447e3dfc484" providerId="ADAL" clId="{C537D0E1-F004-4867-A19F-CB629E995C3F}" dt="2026-07-12T16:23:49.384" v="3542" actId="1035"/>
          <ac:spMkLst>
            <pc:docMk/>
            <pc:sldMk cId="259591731" sldId="2147481836"/>
            <ac:spMk id="7" creationId="{11301654-BCE0-DDF2-9792-9B7EC80F78F3}"/>
          </ac:spMkLst>
        </pc:spChg>
        <pc:spChg chg="add mod">
          <ac:chgData name="Nagotu Dilip Kumar" userId="e960ee6c-1011-46fd-ab26-7447e3dfc484" providerId="ADAL" clId="{C537D0E1-F004-4867-A19F-CB629E995C3F}" dt="2026-07-12T16:23:57.947" v="3543" actId="1076"/>
          <ac:spMkLst>
            <pc:docMk/>
            <pc:sldMk cId="259591731" sldId="2147481836"/>
            <ac:spMk id="9" creationId="{8449620F-3FE8-9801-821B-280AA8DBF33D}"/>
          </ac:spMkLst>
        </pc:spChg>
        <pc:spChg chg="del">
          <ac:chgData name="Nagotu Dilip Kumar" userId="e960ee6c-1011-46fd-ab26-7447e3dfc484" providerId="ADAL" clId="{C537D0E1-F004-4867-A19F-CB629E995C3F}" dt="2026-07-12T05:51:18.723" v="3115" actId="478"/>
          <ac:spMkLst>
            <pc:docMk/>
            <pc:sldMk cId="259591731" sldId="2147481836"/>
            <ac:spMk id="11" creationId="{FD404F20-6848-8741-BC8C-9F92F8110722}"/>
          </ac:spMkLst>
        </pc:spChg>
        <pc:spChg chg="add mod">
          <ac:chgData name="Nagotu Dilip Kumar" userId="e960ee6c-1011-46fd-ab26-7447e3dfc484" providerId="ADAL" clId="{C537D0E1-F004-4867-A19F-CB629E995C3F}" dt="2026-07-12T16:24:01.657" v="3544" actId="14100"/>
          <ac:spMkLst>
            <pc:docMk/>
            <pc:sldMk cId="259591731" sldId="2147481836"/>
            <ac:spMk id="12" creationId="{B15967DF-BD81-9B22-71B9-1A02BEF5617A}"/>
          </ac:spMkLst>
        </pc:spChg>
        <pc:spChg chg="del">
          <ac:chgData name="Nagotu Dilip Kumar" userId="e960ee6c-1011-46fd-ab26-7447e3dfc484" providerId="ADAL" clId="{C537D0E1-F004-4867-A19F-CB629E995C3F}" dt="2026-07-12T05:51:18.723" v="3115" actId="478"/>
          <ac:spMkLst>
            <pc:docMk/>
            <pc:sldMk cId="259591731" sldId="2147481836"/>
            <ac:spMk id="15" creationId="{632CE5AA-EF1E-26F8-E4A1-FDA4621DD0CE}"/>
          </ac:spMkLst>
        </pc:spChg>
        <pc:spChg chg="add mod">
          <ac:chgData name="Nagotu Dilip Kumar" userId="e960ee6c-1011-46fd-ab26-7447e3dfc484" providerId="ADAL" clId="{C537D0E1-F004-4867-A19F-CB629E995C3F}" dt="2026-07-13T09:14:50.098" v="5206" actId="14100"/>
          <ac:spMkLst>
            <pc:docMk/>
            <pc:sldMk cId="259591731" sldId="2147481836"/>
            <ac:spMk id="16" creationId="{EE6CC4AF-40A3-8A25-8126-F20CDE9E6717}"/>
          </ac:spMkLst>
        </pc:spChg>
        <pc:spChg chg="del">
          <ac:chgData name="Nagotu Dilip Kumar" userId="e960ee6c-1011-46fd-ab26-7447e3dfc484" providerId="ADAL" clId="{C537D0E1-F004-4867-A19F-CB629E995C3F}" dt="2026-07-12T05:51:18.723" v="3115" actId="478"/>
          <ac:spMkLst>
            <pc:docMk/>
            <pc:sldMk cId="259591731" sldId="2147481836"/>
            <ac:spMk id="17" creationId="{AE17C551-D8EE-EE16-5D99-8C7EDA85ED5F}"/>
          </ac:spMkLst>
        </pc:spChg>
        <pc:spChg chg="del">
          <ac:chgData name="Nagotu Dilip Kumar" userId="e960ee6c-1011-46fd-ab26-7447e3dfc484" providerId="ADAL" clId="{C537D0E1-F004-4867-A19F-CB629E995C3F}" dt="2026-07-12T05:51:18.723" v="3115" actId="478"/>
          <ac:spMkLst>
            <pc:docMk/>
            <pc:sldMk cId="259591731" sldId="2147481836"/>
            <ac:spMk id="18" creationId="{BE9BC8F1-D9A7-A553-979A-64B155AB3850}"/>
          </ac:spMkLst>
        </pc:spChg>
        <pc:spChg chg="add mod">
          <ac:chgData name="Nagotu Dilip Kumar" userId="e960ee6c-1011-46fd-ab26-7447e3dfc484" providerId="ADAL" clId="{C537D0E1-F004-4867-A19F-CB629E995C3F}" dt="2026-07-13T09:20:54.494" v="5275"/>
          <ac:spMkLst>
            <pc:docMk/>
            <pc:sldMk cId="259591731" sldId="2147481836"/>
            <ac:spMk id="21" creationId="{DB43A14C-BF81-A1E4-2877-35510EAE0A9B}"/>
          </ac:spMkLst>
        </pc:spChg>
        <pc:spChg chg="del">
          <ac:chgData name="Nagotu Dilip Kumar" userId="e960ee6c-1011-46fd-ab26-7447e3dfc484" providerId="ADAL" clId="{C537D0E1-F004-4867-A19F-CB629E995C3F}" dt="2026-07-12T05:51:18.723" v="3115" actId="478"/>
          <ac:spMkLst>
            <pc:docMk/>
            <pc:sldMk cId="259591731" sldId="2147481836"/>
            <ac:spMk id="22" creationId="{90CB4A91-A598-ECFD-74D5-EF91594C096F}"/>
          </ac:spMkLst>
        </pc:spChg>
        <pc:spChg chg="del">
          <ac:chgData name="Nagotu Dilip Kumar" userId="e960ee6c-1011-46fd-ab26-7447e3dfc484" providerId="ADAL" clId="{C537D0E1-F004-4867-A19F-CB629E995C3F}" dt="2026-07-12T05:51:18.723" v="3115" actId="478"/>
          <ac:spMkLst>
            <pc:docMk/>
            <pc:sldMk cId="259591731" sldId="2147481836"/>
            <ac:spMk id="23" creationId="{475DA5BB-5A3B-295E-686A-68624D8F8137}"/>
          </ac:spMkLst>
        </pc:spChg>
        <pc:spChg chg="del">
          <ac:chgData name="Nagotu Dilip Kumar" userId="e960ee6c-1011-46fd-ab26-7447e3dfc484" providerId="ADAL" clId="{C537D0E1-F004-4867-A19F-CB629E995C3F}" dt="2026-07-12T05:51:18.723" v="3115" actId="478"/>
          <ac:spMkLst>
            <pc:docMk/>
            <pc:sldMk cId="259591731" sldId="2147481836"/>
            <ac:spMk id="24" creationId="{BEC1D70A-6AC6-841A-A1A3-95397DCCAF9F}"/>
          </ac:spMkLst>
        </pc:spChg>
        <pc:spChg chg="del">
          <ac:chgData name="Nagotu Dilip Kumar" userId="e960ee6c-1011-46fd-ab26-7447e3dfc484" providerId="ADAL" clId="{C537D0E1-F004-4867-A19F-CB629E995C3F}" dt="2026-07-12T05:51:18.723" v="3115" actId="478"/>
          <ac:spMkLst>
            <pc:docMk/>
            <pc:sldMk cId="259591731" sldId="2147481836"/>
            <ac:spMk id="25" creationId="{DED7A847-9853-09BB-6131-960F3FF94546}"/>
          </ac:spMkLst>
        </pc:spChg>
        <pc:spChg chg="del">
          <ac:chgData name="Nagotu Dilip Kumar" userId="e960ee6c-1011-46fd-ab26-7447e3dfc484" providerId="ADAL" clId="{C537D0E1-F004-4867-A19F-CB629E995C3F}" dt="2026-07-12T05:51:18.723" v="3115" actId="478"/>
          <ac:spMkLst>
            <pc:docMk/>
            <pc:sldMk cId="259591731" sldId="2147481836"/>
            <ac:spMk id="29" creationId="{28E104A9-9D64-076B-97E9-30AAED800E7F}"/>
          </ac:spMkLst>
        </pc:spChg>
        <pc:spChg chg="add mod">
          <ac:chgData name="Nagotu Dilip Kumar" userId="e960ee6c-1011-46fd-ab26-7447e3dfc484" providerId="ADAL" clId="{C537D0E1-F004-4867-A19F-CB629E995C3F}" dt="2026-07-12T16:24:01.657" v="3544" actId="14100"/>
          <ac:spMkLst>
            <pc:docMk/>
            <pc:sldMk cId="259591731" sldId="2147481836"/>
            <ac:spMk id="30" creationId="{22C52439-3336-38A6-AEF3-AE7070480B0B}"/>
          </ac:spMkLst>
        </pc:spChg>
        <pc:spChg chg="add mod">
          <ac:chgData name="Nagotu Dilip Kumar" userId="e960ee6c-1011-46fd-ab26-7447e3dfc484" providerId="ADAL" clId="{C537D0E1-F004-4867-A19F-CB629E995C3F}" dt="2026-07-13T09:04:12.356" v="5067"/>
          <ac:spMkLst>
            <pc:docMk/>
            <pc:sldMk cId="259591731" sldId="2147481836"/>
            <ac:spMk id="38" creationId="{275EE759-60AB-5E2E-2414-865C87E909D5}"/>
          </ac:spMkLst>
        </pc:spChg>
        <pc:spChg chg="add mod">
          <ac:chgData name="Nagotu Dilip Kumar" userId="e960ee6c-1011-46fd-ab26-7447e3dfc484" providerId="ADAL" clId="{C537D0E1-F004-4867-A19F-CB629E995C3F}" dt="2026-07-12T16:23:49.384" v="3542" actId="1035"/>
          <ac:spMkLst>
            <pc:docMk/>
            <pc:sldMk cId="259591731" sldId="2147481836"/>
            <ac:spMk id="40" creationId="{12839C16-294B-F8AF-0B36-BF5D1045781B}"/>
          </ac:spMkLst>
        </pc:spChg>
        <pc:spChg chg="add mod">
          <ac:chgData name="Nagotu Dilip Kumar" userId="e960ee6c-1011-46fd-ab26-7447e3dfc484" providerId="ADAL" clId="{C537D0E1-F004-4867-A19F-CB629E995C3F}" dt="2026-07-12T16:23:49.384" v="3542" actId="1035"/>
          <ac:spMkLst>
            <pc:docMk/>
            <pc:sldMk cId="259591731" sldId="2147481836"/>
            <ac:spMk id="46" creationId="{2B867906-E3D9-6440-9822-D8838413E9D9}"/>
          </ac:spMkLst>
        </pc:spChg>
        <pc:spChg chg="add mod">
          <ac:chgData name="Nagotu Dilip Kumar" userId="e960ee6c-1011-46fd-ab26-7447e3dfc484" providerId="ADAL" clId="{C537D0E1-F004-4867-A19F-CB629E995C3F}" dt="2026-07-13T09:14:57.314" v="5207"/>
          <ac:spMkLst>
            <pc:docMk/>
            <pc:sldMk cId="259591731" sldId="2147481836"/>
            <ac:spMk id="49" creationId="{0C2D01D7-19CE-4A9A-D2B9-7EF611C8DBC3}"/>
          </ac:spMkLst>
        </pc:spChg>
        <pc:spChg chg="add mod">
          <ac:chgData name="Nagotu Dilip Kumar" userId="e960ee6c-1011-46fd-ab26-7447e3dfc484" providerId="ADAL" clId="{C537D0E1-F004-4867-A19F-CB629E995C3F}" dt="2026-07-13T09:16:20.472" v="5232" actId="1038"/>
          <ac:spMkLst>
            <pc:docMk/>
            <pc:sldMk cId="259591731" sldId="2147481836"/>
            <ac:spMk id="51" creationId="{502980CF-599C-D951-B331-C85E3DBA9779}"/>
          </ac:spMkLst>
        </pc:spChg>
        <pc:spChg chg="add mod">
          <ac:chgData name="Nagotu Dilip Kumar" userId="e960ee6c-1011-46fd-ab26-7447e3dfc484" providerId="ADAL" clId="{C537D0E1-F004-4867-A19F-CB629E995C3F}" dt="2026-07-13T09:14:21.454" v="5195" actId="1076"/>
          <ac:spMkLst>
            <pc:docMk/>
            <pc:sldMk cId="259591731" sldId="2147481836"/>
            <ac:spMk id="55" creationId="{83CA200C-48A1-D5E7-C0E6-ADCE220654ED}"/>
          </ac:spMkLst>
        </pc:spChg>
        <pc:spChg chg="add mod">
          <ac:chgData name="Nagotu Dilip Kumar" userId="e960ee6c-1011-46fd-ab26-7447e3dfc484" providerId="ADAL" clId="{C537D0E1-F004-4867-A19F-CB629E995C3F}" dt="2026-07-13T09:14:25.968" v="5197" actId="14100"/>
          <ac:spMkLst>
            <pc:docMk/>
            <pc:sldMk cId="259591731" sldId="2147481836"/>
            <ac:spMk id="57" creationId="{A28D60DE-7E32-3761-5B3F-450E311A476C}"/>
          </ac:spMkLst>
        </pc:spChg>
        <pc:spChg chg="add mod">
          <ac:chgData name="Nagotu Dilip Kumar" userId="e960ee6c-1011-46fd-ab26-7447e3dfc484" providerId="ADAL" clId="{C537D0E1-F004-4867-A19F-CB629E995C3F}" dt="2026-07-13T09:14:32.857" v="5201" actId="14100"/>
          <ac:spMkLst>
            <pc:docMk/>
            <pc:sldMk cId="259591731" sldId="2147481836"/>
            <ac:spMk id="58" creationId="{759046C6-D02D-44CF-C483-2754453A28E8}"/>
          </ac:spMkLst>
        </pc:spChg>
        <pc:spChg chg="add mod">
          <ac:chgData name="Nagotu Dilip Kumar" userId="e960ee6c-1011-46fd-ab26-7447e3dfc484" providerId="ADAL" clId="{C537D0E1-F004-4867-A19F-CB629E995C3F}" dt="2026-07-13T09:14:36.199" v="5202" actId="1076"/>
          <ac:spMkLst>
            <pc:docMk/>
            <pc:sldMk cId="259591731" sldId="2147481836"/>
            <ac:spMk id="59" creationId="{3E79A30A-68E6-660D-5103-D14425258367}"/>
          </ac:spMkLst>
        </pc:spChg>
        <pc:spChg chg="add mod">
          <ac:chgData name="Nagotu Dilip Kumar" userId="e960ee6c-1011-46fd-ab26-7447e3dfc484" providerId="ADAL" clId="{C537D0E1-F004-4867-A19F-CB629E995C3F}" dt="2026-07-13T09:16:25.136" v="5233" actId="14100"/>
          <ac:spMkLst>
            <pc:docMk/>
            <pc:sldMk cId="259591731" sldId="2147481836"/>
            <ac:spMk id="60" creationId="{6EEFBFC5-A0C9-1341-3E6C-93BEFADDD31D}"/>
          </ac:spMkLst>
        </pc:spChg>
        <pc:spChg chg="add mod">
          <ac:chgData name="Nagotu Dilip Kumar" userId="e960ee6c-1011-46fd-ab26-7447e3dfc484" providerId="ADAL" clId="{C537D0E1-F004-4867-A19F-CB629E995C3F}" dt="2026-07-12T06:10:29.530" v="3399" actId="164"/>
          <ac:spMkLst>
            <pc:docMk/>
            <pc:sldMk cId="259591731" sldId="2147481836"/>
            <ac:spMk id="61" creationId="{291EA3CC-13B5-17BF-02F3-B04B8F867E68}"/>
          </ac:spMkLst>
        </pc:spChg>
        <pc:spChg chg="add mod">
          <ac:chgData name="Nagotu Dilip Kumar" userId="e960ee6c-1011-46fd-ab26-7447e3dfc484" providerId="ADAL" clId="{C537D0E1-F004-4867-A19F-CB629E995C3F}" dt="2026-07-12T06:10:29.530" v="3399" actId="164"/>
          <ac:spMkLst>
            <pc:docMk/>
            <pc:sldMk cId="259591731" sldId="2147481836"/>
            <ac:spMk id="62" creationId="{66409FB3-0D90-0D6F-148B-4F3312466D1B}"/>
          </ac:spMkLst>
        </pc:spChg>
        <pc:spChg chg="add mod">
          <ac:chgData name="Nagotu Dilip Kumar" userId="e960ee6c-1011-46fd-ab26-7447e3dfc484" providerId="ADAL" clId="{C537D0E1-F004-4867-A19F-CB629E995C3F}" dt="2026-07-12T06:10:29.530" v="3399" actId="164"/>
          <ac:spMkLst>
            <pc:docMk/>
            <pc:sldMk cId="259591731" sldId="2147481836"/>
            <ac:spMk id="63" creationId="{673D50FA-322F-7F62-FF1C-E6EA34239981}"/>
          </ac:spMkLst>
        </pc:spChg>
        <pc:spChg chg="add mod">
          <ac:chgData name="Nagotu Dilip Kumar" userId="e960ee6c-1011-46fd-ab26-7447e3dfc484" providerId="ADAL" clId="{C537D0E1-F004-4867-A19F-CB629E995C3F}" dt="2026-07-12T06:10:29.530" v="3399" actId="164"/>
          <ac:spMkLst>
            <pc:docMk/>
            <pc:sldMk cId="259591731" sldId="2147481836"/>
            <ac:spMk id="64" creationId="{7C2BFDB7-B5AC-1DE6-81DF-6F7564B050DB}"/>
          </ac:spMkLst>
        </pc:spChg>
        <pc:spChg chg="add mod">
          <ac:chgData name="Nagotu Dilip Kumar" userId="e960ee6c-1011-46fd-ab26-7447e3dfc484" providerId="ADAL" clId="{C537D0E1-F004-4867-A19F-CB629E995C3F}" dt="2026-07-12T06:10:29.530" v="3399" actId="164"/>
          <ac:spMkLst>
            <pc:docMk/>
            <pc:sldMk cId="259591731" sldId="2147481836"/>
            <ac:spMk id="65" creationId="{A5034F5F-BA32-BD0B-6DF4-ABFE4469E7A4}"/>
          </ac:spMkLst>
        </pc:spChg>
        <pc:spChg chg="add mod">
          <ac:chgData name="Nagotu Dilip Kumar" userId="e960ee6c-1011-46fd-ab26-7447e3dfc484" providerId="ADAL" clId="{C537D0E1-F004-4867-A19F-CB629E995C3F}" dt="2026-07-12T06:10:29.530" v="3399" actId="164"/>
          <ac:spMkLst>
            <pc:docMk/>
            <pc:sldMk cId="259591731" sldId="2147481836"/>
            <ac:spMk id="66" creationId="{F092ACB1-2A5F-683E-A03E-A0BBFD59A3CE}"/>
          </ac:spMkLst>
        </pc:spChg>
        <pc:spChg chg="add mod">
          <ac:chgData name="Nagotu Dilip Kumar" userId="e960ee6c-1011-46fd-ab26-7447e3dfc484" providerId="ADAL" clId="{C537D0E1-F004-4867-A19F-CB629E995C3F}" dt="2026-07-12T06:10:29.530" v="3399" actId="164"/>
          <ac:spMkLst>
            <pc:docMk/>
            <pc:sldMk cId="259591731" sldId="2147481836"/>
            <ac:spMk id="67" creationId="{884E4829-AD2E-21BA-743C-137A610DE74A}"/>
          </ac:spMkLst>
        </pc:spChg>
        <pc:spChg chg="add mod">
          <ac:chgData name="Nagotu Dilip Kumar" userId="e960ee6c-1011-46fd-ab26-7447e3dfc484" providerId="ADAL" clId="{C537D0E1-F004-4867-A19F-CB629E995C3F}" dt="2026-07-13T09:05:22.797" v="5071" actId="12"/>
          <ac:spMkLst>
            <pc:docMk/>
            <pc:sldMk cId="259591731" sldId="2147481836"/>
            <ac:spMk id="79" creationId="{8391646A-51D1-D0C4-5E9B-FAFB0F74B862}"/>
          </ac:spMkLst>
        </pc:spChg>
        <pc:spChg chg="add mod">
          <ac:chgData name="Nagotu Dilip Kumar" userId="e960ee6c-1011-46fd-ab26-7447e3dfc484" providerId="ADAL" clId="{C537D0E1-F004-4867-A19F-CB629E995C3F}" dt="2026-07-13T09:06:25.156" v="5087" actId="465"/>
          <ac:spMkLst>
            <pc:docMk/>
            <pc:sldMk cId="259591731" sldId="2147481836"/>
            <ac:spMk id="80" creationId="{B4FD0DD3-83CB-A75D-770A-E34F58885157}"/>
          </ac:spMkLst>
        </pc:spChg>
        <pc:spChg chg="add mod">
          <ac:chgData name="Nagotu Dilip Kumar" userId="e960ee6c-1011-46fd-ab26-7447e3dfc484" providerId="ADAL" clId="{C537D0E1-F004-4867-A19F-CB629E995C3F}" dt="2026-07-13T09:06:25.156" v="5087" actId="465"/>
          <ac:spMkLst>
            <pc:docMk/>
            <pc:sldMk cId="259591731" sldId="2147481836"/>
            <ac:spMk id="81" creationId="{FA04BA3E-38E1-06F8-4F3F-1AD9645BF6FA}"/>
          </ac:spMkLst>
        </pc:spChg>
        <pc:spChg chg="add mod">
          <ac:chgData name="Nagotu Dilip Kumar" userId="e960ee6c-1011-46fd-ab26-7447e3dfc484" providerId="ADAL" clId="{C537D0E1-F004-4867-A19F-CB629E995C3F}" dt="2026-07-13T09:06:19.162" v="5086" actId="12"/>
          <ac:spMkLst>
            <pc:docMk/>
            <pc:sldMk cId="259591731" sldId="2147481836"/>
            <ac:spMk id="82" creationId="{8FB44A41-BB29-5F89-55BB-F5A32CB48708}"/>
          </ac:spMkLst>
        </pc:spChg>
        <pc:spChg chg="add mod">
          <ac:chgData name="Nagotu Dilip Kumar" userId="e960ee6c-1011-46fd-ab26-7447e3dfc484" providerId="ADAL" clId="{C537D0E1-F004-4867-A19F-CB629E995C3F}" dt="2026-07-13T09:09:53.272" v="5133" actId="554"/>
          <ac:spMkLst>
            <pc:docMk/>
            <pc:sldMk cId="259591731" sldId="2147481836"/>
            <ac:spMk id="84" creationId="{6E42F298-4091-A3C4-2F68-D35B241CEDDC}"/>
          </ac:spMkLst>
        </pc:spChg>
        <pc:spChg chg="add mod">
          <ac:chgData name="Nagotu Dilip Kumar" userId="e960ee6c-1011-46fd-ab26-7447e3dfc484" providerId="ADAL" clId="{C537D0E1-F004-4867-A19F-CB629E995C3F}" dt="2026-07-13T09:09:53.272" v="5133" actId="554"/>
          <ac:spMkLst>
            <pc:docMk/>
            <pc:sldMk cId="259591731" sldId="2147481836"/>
            <ac:spMk id="85" creationId="{ACB5DDB3-9B72-4446-B733-44B4C3A198AB}"/>
          </ac:spMkLst>
        </pc:spChg>
        <pc:spChg chg="add mod">
          <ac:chgData name="Nagotu Dilip Kumar" userId="e960ee6c-1011-46fd-ab26-7447e3dfc484" providerId="ADAL" clId="{C537D0E1-F004-4867-A19F-CB629E995C3F}" dt="2026-07-13T09:09:53.272" v="5133" actId="554"/>
          <ac:spMkLst>
            <pc:docMk/>
            <pc:sldMk cId="259591731" sldId="2147481836"/>
            <ac:spMk id="86" creationId="{E939DF06-BA9B-3C17-EC69-C15B21FFF653}"/>
          </ac:spMkLst>
        </pc:spChg>
        <pc:spChg chg="add mod">
          <ac:chgData name="Nagotu Dilip Kumar" userId="e960ee6c-1011-46fd-ab26-7447e3dfc484" providerId="ADAL" clId="{C537D0E1-F004-4867-A19F-CB629E995C3F}" dt="2026-07-13T09:09:53.272" v="5133" actId="554"/>
          <ac:spMkLst>
            <pc:docMk/>
            <pc:sldMk cId="259591731" sldId="2147481836"/>
            <ac:spMk id="87" creationId="{B8F09C73-94B6-28F1-39A8-22BEF303EB38}"/>
          </ac:spMkLst>
        </pc:spChg>
        <pc:spChg chg="add mod">
          <ac:chgData name="Nagotu Dilip Kumar" userId="e960ee6c-1011-46fd-ab26-7447e3dfc484" providerId="ADAL" clId="{C537D0E1-F004-4867-A19F-CB629E995C3F}" dt="2026-07-13T09:09:53.272" v="5133" actId="554"/>
          <ac:spMkLst>
            <pc:docMk/>
            <pc:sldMk cId="259591731" sldId="2147481836"/>
            <ac:spMk id="88" creationId="{681B8093-7010-6A7F-2A03-D442BB74D6F8}"/>
          </ac:spMkLst>
        </pc:spChg>
        <pc:spChg chg="add mod">
          <ac:chgData name="Nagotu Dilip Kumar" userId="e960ee6c-1011-46fd-ab26-7447e3dfc484" providerId="ADAL" clId="{C537D0E1-F004-4867-A19F-CB629E995C3F}" dt="2026-07-13T09:09:53.272" v="5133" actId="554"/>
          <ac:spMkLst>
            <pc:docMk/>
            <pc:sldMk cId="259591731" sldId="2147481836"/>
            <ac:spMk id="89" creationId="{A3231A69-8865-0A06-2A69-340443B7DA61}"/>
          </ac:spMkLst>
        </pc:spChg>
        <pc:spChg chg="add mod">
          <ac:chgData name="Nagotu Dilip Kumar" userId="e960ee6c-1011-46fd-ab26-7447e3dfc484" providerId="ADAL" clId="{C537D0E1-F004-4867-A19F-CB629E995C3F}" dt="2026-07-13T09:09:38.371" v="5131"/>
          <ac:spMkLst>
            <pc:docMk/>
            <pc:sldMk cId="259591731" sldId="2147481836"/>
            <ac:spMk id="90" creationId="{F9C94018-F2D5-FBD2-4D50-2FC80FD98183}"/>
          </ac:spMkLst>
        </pc:spChg>
        <pc:spChg chg="add mod">
          <ac:chgData name="Nagotu Dilip Kumar" userId="e960ee6c-1011-46fd-ab26-7447e3dfc484" providerId="ADAL" clId="{C537D0E1-F004-4867-A19F-CB629E995C3F}" dt="2026-07-13T09:12:34.129" v="5174" actId="1036"/>
          <ac:spMkLst>
            <pc:docMk/>
            <pc:sldMk cId="259591731" sldId="2147481836"/>
            <ac:spMk id="102" creationId="{EB61C558-ED3F-C7E5-1DE5-B8334A46C4C6}"/>
          </ac:spMkLst>
        </pc:spChg>
        <pc:spChg chg="add mod">
          <ac:chgData name="Nagotu Dilip Kumar" userId="e960ee6c-1011-46fd-ab26-7447e3dfc484" providerId="ADAL" clId="{C537D0E1-F004-4867-A19F-CB629E995C3F}" dt="2026-07-13T09:12:34.129" v="5174" actId="1036"/>
          <ac:spMkLst>
            <pc:docMk/>
            <pc:sldMk cId="259591731" sldId="2147481836"/>
            <ac:spMk id="103" creationId="{199C2C35-2F7F-1EE7-735E-88F554A4EADE}"/>
          </ac:spMkLst>
        </pc:spChg>
        <pc:spChg chg="add mod">
          <ac:chgData name="Nagotu Dilip Kumar" userId="e960ee6c-1011-46fd-ab26-7447e3dfc484" providerId="ADAL" clId="{C537D0E1-F004-4867-A19F-CB629E995C3F}" dt="2026-07-13T09:12:34.129" v="5174" actId="1036"/>
          <ac:spMkLst>
            <pc:docMk/>
            <pc:sldMk cId="259591731" sldId="2147481836"/>
            <ac:spMk id="104" creationId="{09A8E779-D631-8FF6-46F0-266668F667E2}"/>
          </ac:spMkLst>
        </pc:spChg>
        <pc:spChg chg="add mod">
          <ac:chgData name="Nagotu Dilip Kumar" userId="e960ee6c-1011-46fd-ab26-7447e3dfc484" providerId="ADAL" clId="{C537D0E1-F004-4867-A19F-CB629E995C3F}" dt="2026-07-13T09:12:34.129" v="5174" actId="1036"/>
          <ac:spMkLst>
            <pc:docMk/>
            <pc:sldMk cId="259591731" sldId="2147481836"/>
            <ac:spMk id="105" creationId="{B760BF76-EBC0-CA53-CE65-18A87C835854}"/>
          </ac:spMkLst>
        </pc:spChg>
        <pc:spChg chg="add mod">
          <ac:chgData name="Nagotu Dilip Kumar" userId="e960ee6c-1011-46fd-ab26-7447e3dfc484" providerId="ADAL" clId="{C537D0E1-F004-4867-A19F-CB629E995C3F}" dt="2026-07-13T09:12:34.129" v="5174" actId="1036"/>
          <ac:spMkLst>
            <pc:docMk/>
            <pc:sldMk cId="259591731" sldId="2147481836"/>
            <ac:spMk id="106" creationId="{09FB4F95-BAA5-5F89-1FCF-34FE47336DE4}"/>
          </ac:spMkLst>
        </pc:spChg>
        <pc:spChg chg="add mod">
          <ac:chgData name="Nagotu Dilip Kumar" userId="e960ee6c-1011-46fd-ab26-7447e3dfc484" providerId="ADAL" clId="{C537D0E1-F004-4867-A19F-CB629E995C3F}" dt="2026-07-13T09:12:34.129" v="5174" actId="1036"/>
          <ac:spMkLst>
            <pc:docMk/>
            <pc:sldMk cId="259591731" sldId="2147481836"/>
            <ac:spMk id="107" creationId="{0AECDFAB-DCAA-D28D-5E18-F47B4EDC92FF}"/>
          </ac:spMkLst>
        </pc:spChg>
        <pc:spChg chg="add mod">
          <ac:chgData name="Nagotu Dilip Kumar" userId="e960ee6c-1011-46fd-ab26-7447e3dfc484" providerId="ADAL" clId="{C537D0E1-F004-4867-A19F-CB629E995C3F}" dt="2026-07-13T09:12:34.129" v="5174" actId="1036"/>
          <ac:spMkLst>
            <pc:docMk/>
            <pc:sldMk cId="259591731" sldId="2147481836"/>
            <ac:spMk id="108" creationId="{594901D6-E02A-2D4E-7AC5-7910A98CDDB3}"/>
          </ac:spMkLst>
        </pc:spChg>
        <pc:spChg chg="add mod">
          <ac:chgData name="Nagotu Dilip Kumar" userId="e960ee6c-1011-46fd-ab26-7447e3dfc484" providerId="ADAL" clId="{C537D0E1-F004-4867-A19F-CB629E995C3F}" dt="2026-07-13T09:28:56.414" v="5332" actId="1035"/>
          <ac:spMkLst>
            <pc:docMk/>
            <pc:sldMk cId="259591731" sldId="2147481836"/>
            <ac:spMk id="110" creationId="{01F16DAC-982A-8F64-E899-43D942C16B97}"/>
          </ac:spMkLst>
        </pc:spChg>
        <pc:spChg chg="add mod">
          <ac:chgData name="Nagotu Dilip Kumar" userId="e960ee6c-1011-46fd-ab26-7447e3dfc484" providerId="ADAL" clId="{C537D0E1-F004-4867-A19F-CB629E995C3F}" dt="2026-07-13T09:28:56.414" v="5332" actId="1035"/>
          <ac:spMkLst>
            <pc:docMk/>
            <pc:sldMk cId="259591731" sldId="2147481836"/>
            <ac:spMk id="111" creationId="{D3AE1539-3AB6-A87F-EADB-E1CCF6A3CCF7}"/>
          </ac:spMkLst>
        </pc:spChg>
        <pc:spChg chg="add mod">
          <ac:chgData name="Nagotu Dilip Kumar" userId="e960ee6c-1011-46fd-ab26-7447e3dfc484" providerId="ADAL" clId="{C537D0E1-F004-4867-A19F-CB629E995C3F}" dt="2026-07-13T09:28:56.414" v="5332" actId="1035"/>
          <ac:spMkLst>
            <pc:docMk/>
            <pc:sldMk cId="259591731" sldId="2147481836"/>
            <ac:spMk id="112" creationId="{943C60AD-BC98-1B87-667E-8ABC089CF702}"/>
          </ac:spMkLst>
        </pc:spChg>
        <pc:spChg chg="add mod">
          <ac:chgData name="Nagotu Dilip Kumar" userId="e960ee6c-1011-46fd-ab26-7447e3dfc484" providerId="ADAL" clId="{C537D0E1-F004-4867-A19F-CB629E995C3F}" dt="2026-07-13T09:28:56.414" v="5332" actId="1035"/>
          <ac:spMkLst>
            <pc:docMk/>
            <pc:sldMk cId="259591731" sldId="2147481836"/>
            <ac:spMk id="113" creationId="{98B588B3-A206-FB5F-CA0C-5E0158413917}"/>
          </ac:spMkLst>
        </pc:spChg>
        <pc:spChg chg="add mod">
          <ac:chgData name="Nagotu Dilip Kumar" userId="e960ee6c-1011-46fd-ab26-7447e3dfc484" providerId="ADAL" clId="{C537D0E1-F004-4867-A19F-CB629E995C3F}" dt="2026-07-13T09:28:56.414" v="5332" actId="1035"/>
          <ac:spMkLst>
            <pc:docMk/>
            <pc:sldMk cId="259591731" sldId="2147481836"/>
            <ac:spMk id="114" creationId="{4F53FAD5-912E-77E5-2614-006707DB2295}"/>
          </ac:spMkLst>
        </pc:spChg>
        <pc:spChg chg="add mod">
          <ac:chgData name="Nagotu Dilip Kumar" userId="e960ee6c-1011-46fd-ab26-7447e3dfc484" providerId="ADAL" clId="{C537D0E1-F004-4867-A19F-CB629E995C3F}" dt="2026-07-13T09:28:56.414" v="5332" actId="1035"/>
          <ac:spMkLst>
            <pc:docMk/>
            <pc:sldMk cId="259591731" sldId="2147481836"/>
            <ac:spMk id="115" creationId="{D90F3054-43AE-C2E4-9032-E35D3A590968}"/>
          </ac:spMkLst>
        </pc:spChg>
        <pc:spChg chg="add mod">
          <ac:chgData name="Nagotu Dilip Kumar" userId="e960ee6c-1011-46fd-ab26-7447e3dfc484" providerId="ADAL" clId="{C537D0E1-F004-4867-A19F-CB629E995C3F}" dt="2026-07-13T09:28:56.414" v="5332" actId="1035"/>
          <ac:spMkLst>
            <pc:docMk/>
            <pc:sldMk cId="259591731" sldId="2147481836"/>
            <ac:spMk id="116" creationId="{0129DD5C-54FE-BE2C-ED54-3B8426C4D50B}"/>
          </ac:spMkLst>
        </pc:spChg>
        <pc:spChg chg="add mod">
          <ac:chgData name="Nagotu Dilip Kumar" userId="e960ee6c-1011-46fd-ab26-7447e3dfc484" providerId="ADAL" clId="{C537D0E1-F004-4867-A19F-CB629E995C3F}" dt="2026-07-13T09:20:40.880" v="5274" actId="1038"/>
          <ac:spMkLst>
            <pc:docMk/>
            <pc:sldMk cId="259591731" sldId="2147481836"/>
            <ac:spMk id="124" creationId="{49164C2E-FFA6-3E7F-4E67-A1B5C0C11CF9}"/>
          </ac:spMkLst>
        </pc:spChg>
        <pc:spChg chg="add mod">
          <ac:chgData name="Nagotu Dilip Kumar" userId="e960ee6c-1011-46fd-ab26-7447e3dfc484" providerId="ADAL" clId="{C537D0E1-F004-4867-A19F-CB629E995C3F}" dt="2026-07-13T09:20:36.651" v="5268" actId="1076"/>
          <ac:spMkLst>
            <pc:docMk/>
            <pc:sldMk cId="259591731" sldId="2147481836"/>
            <ac:spMk id="125" creationId="{AC924A08-A4CA-4CF5-78AC-C3431D0684B1}"/>
          </ac:spMkLst>
        </pc:spChg>
        <pc:spChg chg="add mod">
          <ac:chgData name="Nagotu Dilip Kumar" userId="e960ee6c-1011-46fd-ab26-7447e3dfc484" providerId="ADAL" clId="{C537D0E1-F004-4867-A19F-CB629E995C3F}" dt="2026-07-13T09:20:28.909" v="5265" actId="1076"/>
          <ac:spMkLst>
            <pc:docMk/>
            <pc:sldMk cId="259591731" sldId="2147481836"/>
            <ac:spMk id="126" creationId="{CA9745B9-6988-FCA2-2E8A-2CE0B4A3331D}"/>
          </ac:spMkLst>
        </pc:spChg>
        <pc:spChg chg="add mod">
          <ac:chgData name="Nagotu Dilip Kumar" userId="e960ee6c-1011-46fd-ab26-7447e3dfc484" providerId="ADAL" clId="{C537D0E1-F004-4867-A19F-CB629E995C3F}" dt="2026-07-13T09:20:22.659" v="5263" actId="1076"/>
          <ac:spMkLst>
            <pc:docMk/>
            <pc:sldMk cId="259591731" sldId="2147481836"/>
            <ac:spMk id="127" creationId="{CF80D4CA-3C35-23F3-7FA6-91CDA334C787}"/>
          </ac:spMkLst>
        </pc:spChg>
        <pc:spChg chg="add mod">
          <ac:chgData name="Nagotu Dilip Kumar" userId="e960ee6c-1011-46fd-ab26-7447e3dfc484" providerId="ADAL" clId="{C537D0E1-F004-4867-A19F-CB629E995C3F}" dt="2026-07-13T09:19:50.079" v="5256" actId="1076"/>
          <ac:spMkLst>
            <pc:docMk/>
            <pc:sldMk cId="259591731" sldId="2147481836"/>
            <ac:spMk id="128" creationId="{68E3B400-A36C-A591-B121-C6016B1D7D9F}"/>
          </ac:spMkLst>
        </pc:spChg>
        <pc:spChg chg="add mod">
          <ac:chgData name="Nagotu Dilip Kumar" userId="e960ee6c-1011-46fd-ab26-7447e3dfc484" providerId="ADAL" clId="{C537D0E1-F004-4867-A19F-CB629E995C3F}" dt="2026-07-13T09:20:40.880" v="5274" actId="1038"/>
          <ac:spMkLst>
            <pc:docMk/>
            <pc:sldMk cId="259591731" sldId="2147481836"/>
            <ac:spMk id="130" creationId="{BFE611CF-0537-AD39-4726-1F7058A92A9E}"/>
          </ac:spMkLst>
        </pc:spChg>
        <pc:spChg chg="add mod">
          <ac:chgData name="Nagotu Dilip Kumar" userId="e960ee6c-1011-46fd-ab26-7447e3dfc484" providerId="ADAL" clId="{C537D0E1-F004-4867-A19F-CB629E995C3F}" dt="2026-07-13T09:20:36.651" v="5268" actId="1076"/>
          <ac:spMkLst>
            <pc:docMk/>
            <pc:sldMk cId="259591731" sldId="2147481836"/>
            <ac:spMk id="131" creationId="{5C101BA6-A5AE-21E0-7107-51533CD2D99F}"/>
          </ac:spMkLst>
        </pc:spChg>
        <pc:spChg chg="add mod">
          <ac:chgData name="Nagotu Dilip Kumar" userId="e960ee6c-1011-46fd-ab26-7447e3dfc484" providerId="ADAL" clId="{C537D0E1-F004-4867-A19F-CB629E995C3F}" dt="2026-07-13T09:20:31.480" v="5266" actId="14100"/>
          <ac:spMkLst>
            <pc:docMk/>
            <pc:sldMk cId="259591731" sldId="2147481836"/>
            <ac:spMk id="132" creationId="{1B795A77-9E2C-AAE3-6A79-9A9E4E43626C}"/>
          </ac:spMkLst>
        </pc:spChg>
        <pc:spChg chg="add mod">
          <ac:chgData name="Nagotu Dilip Kumar" userId="e960ee6c-1011-46fd-ab26-7447e3dfc484" providerId="ADAL" clId="{C537D0E1-F004-4867-A19F-CB629E995C3F}" dt="2026-07-13T09:20:22.659" v="5263" actId="1076"/>
          <ac:spMkLst>
            <pc:docMk/>
            <pc:sldMk cId="259591731" sldId="2147481836"/>
            <ac:spMk id="133" creationId="{14B58D64-8AB8-DE28-694A-5107BEF1070E}"/>
          </ac:spMkLst>
        </pc:spChg>
        <pc:spChg chg="add mod">
          <ac:chgData name="Nagotu Dilip Kumar" userId="e960ee6c-1011-46fd-ab26-7447e3dfc484" providerId="ADAL" clId="{C537D0E1-F004-4867-A19F-CB629E995C3F}" dt="2026-07-13T09:19:50.079" v="5256" actId="1076"/>
          <ac:spMkLst>
            <pc:docMk/>
            <pc:sldMk cId="259591731" sldId="2147481836"/>
            <ac:spMk id="134" creationId="{B95A2A05-70DD-4F4B-587C-2BE8F975AB46}"/>
          </ac:spMkLst>
        </pc:spChg>
        <pc:spChg chg="add mod">
          <ac:chgData name="Nagotu Dilip Kumar" userId="e960ee6c-1011-46fd-ab26-7447e3dfc484" providerId="ADAL" clId="{C537D0E1-F004-4867-A19F-CB629E995C3F}" dt="2026-07-13T09:22:23.375" v="5286" actId="1076"/>
          <ac:spMkLst>
            <pc:docMk/>
            <pc:sldMk cId="259591731" sldId="2147481836"/>
            <ac:spMk id="135" creationId="{E92A1356-FF71-39AE-2353-351042468C9B}"/>
          </ac:spMkLst>
        </pc:spChg>
        <pc:spChg chg="add del mod">
          <ac:chgData name="Nagotu Dilip Kumar" userId="e960ee6c-1011-46fd-ab26-7447e3dfc484" providerId="ADAL" clId="{C537D0E1-F004-4867-A19F-CB629E995C3F}" dt="2026-07-13T08:49:19.636" v="4890" actId="478"/>
          <ac:spMkLst>
            <pc:docMk/>
            <pc:sldMk cId="259591731" sldId="2147481836"/>
            <ac:spMk id="136" creationId="{7FB62D4C-4F03-17ED-1331-F43F8452574C}"/>
          </ac:spMkLst>
        </pc:spChg>
        <pc:spChg chg="add mod">
          <ac:chgData name="Nagotu Dilip Kumar" userId="e960ee6c-1011-46fd-ab26-7447e3dfc484" providerId="ADAL" clId="{C537D0E1-F004-4867-A19F-CB629E995C3F}" dt="2026-07-13T09:21:15.980" v="5278" actId="1076"/>
          <ac:spMkLst>
            <pc:docMk/>
            <pc:sldMk cId="259591731" sldId="2147481836"/>
            <ac:spMk id="137" creationId="{64EA2E4F-22D8-620D-8A94-DD4C63AD7A6C}"/>
          </ac:spMkLst>
        </pc:spChg>
        <pc:spChg chg="add mod">
          <ac:chgData name="Nagotu Dilip Kumar" userId="e960ee6c-1011-46fd-ab26-7447e3dfc484" providerId="ADAL" clId="{C537D0E1-F004-4867-A19F-CB629E995C3F}" dt="2026-07-12T17:11:04.861" v="3972" actId="207"/>
          <ac:spMkLst>
            <pc:docMk/>
            <pc:sldMk cId="259591731" sldId="2147481836"/>
            <ac:spMk id="138" creationId="{7307FD63-4D5A-820F-63B6-7BE50442D181}"/>
          </ac:spMkLst>
        </pc:spChg>
        <pc:spChg chg="add mod">
          <ac:chgData name="Nagotu Dilip Kumar" userId="e960ee6c-1011-46fd-ab26-7447e3dfc484" providerId="ADAL" clId="{C537D0E1-F004-4867-A19F-CB629E995C3F}" dt="2026-07-12T17:11:04.861" v="3972" actId="207"/>
          <ac:spMkLst>
            <pc:docMk/>
            <pc:sldMk cId="259591731" sldId="2147481836"/>
            <ac:spMk id="139" creationId="{DF86B957-8E11-7FA9-8B27-10625A74BF48}"/>
          </ac:spMkLst>
        </pc:spChg>
        <pc:spChg chg="add mod">
          <ac:chgData name="Nagotu Dilip Kumar" userId="e960ee6c-1011-46fd-ab26-7447e3dfc484" providerId="ADAL" clId="{C537D0E1-F004-4867-A19F-CB629E995C3F}" dt="2026-07-13T09:21:07.901" v="5276"/>
          <ac:spMkLst>
            <pc:docMk/>
            <pc:sldMk cId="259591731" sldId="2147481836"/>
            <ac:spMk id="140" creationId="{BCB533E3-2143-A9CD-1A5A-2995852B9333}"/>
          </ac:spMkLst>
        </pc:spChg>
        <pc:spChg chg="add mod">
          <ac:chgData name="Nagotu Dilip Kumar" userId="e960ee6c-1011-46fd-ab26-7447e3dfc484" providerId="ADAL" clId="{C537D0E1-F004-4867-A19F-CB629E995C3F}" dt="2026-07-13T09:21:30.788" v="5279"/>
          <ac:spMkLst>
            <pc:docMk/>
            <pc:sldMk cId="259591731" sldId="2147481836"/>
            <ac:spMk id="141" creationId="{94D64C3B-37BB-F6D8-6DE3-F29848FDEE59}"/>
          </ac:spMkLst>
        </pc:spChg>
        <pc:spChg chg="add del mod">
          <ac:chgData name="Nagotu Dilip Kumar" userId="e960ee6c-1011-46fd-ab26-7447e3dfc484" providerId="ADAL" clId="{C537D0E1-F004-4867-A19F-CB629E995C3F}" dt="2026-07-12T17:09:52.861" v="3957" actId="478"/>
          <ac:spMkLst>
            <pc:docMk/>
            <pc:sldMk cId="259591731" sldId="2147481836"/>
            <ac:spMk id="142" creationId="{4B0CA850-1617-A04D-0642-D9840513B23A}"/>
          </ac:spMkLst>
        </pc:spChg>
        <pc:spChg chg="add del mod">
          <ac:chgData name="Nagotu Dilip Kumar" userId="e960ee6c-1011-46fd-ab26-7447e3dfc484" providerId="ADAL" clId="{C537D0E1-F004-4867-A19F-CB629E995C3F}" dt="2026-07-12T17:09:52.861" v="3957" actId="478"/>
          <ac:spMkLst>
            <pc:docMk/>
            <pc:sldMk cId="259591731" sldId="2147481836"/>
            <ac:spMk id="143" creationId="{7D61FDD9-5453-C069-A773-B398FB49A278}"/>
          </ac:spMkLst>
        </pc:spChg>
        <pc:spChg chg="add del mod ord">
          <ac:chgData name="Nagotu Dilip Kumar" userId="e960ee6c-1011-46fd-ab26-7447e3dfc484" providerId="ADAL" clId="{C537D0E1-F004-4867-A19F-CB629E995C3F}" dt="2026-07-12T17:12:44.101" v="3998" actId="478"/>
          <ac:spMkLst>
            <pc:docMk/>
            <pc:sldMk cId="259591731" sldId="2147481836"/>
            <ac:spMk id="144" creationId="{F92EB9A8-2C5D-AC03-EB5E-8A20A075F5E7}"/>
          </ac:spMkLst>
        </pc:spChg>
        <pc:spChg chg="add mod">
          <ac:chgData name="Nagotu Dilip Kumar" userId="e960ee6c-1011-46fd-ab26-7447e3dfc484" providerId="ADAL" clId="{C537D0E1-F004-4867-A19F-CB629E995C3F}" dt="2026-07-12T17:13:00.886" v="4001"/>
          <ac:spMkLst>
            <pc:docMk/>
            <pc:sldMk cId="259591731" sldId="2147481836"/>
            <ac:spMk id="145" creationId="{FC396436-3128-D496-FA13-636ED5BA2FDC}"/>
          </ac:spMkLst>
        </pc:spChg>
        <pc:spChg chg="add mod">
          <ac:chgData name="Nagotu Dilip Kumar" userId="e960ee6c-1011-46fd-ab26-7447e3dfc484" providerId="ADAL" clId="{C537D0E1-F004-4867-A19F-CB629E995C3F}" dt="2026-07-12T17:13:00.886" v="4001"/>
          <ac:spMkLst>
            <pc:docMk/>
            <pc:sldMk cId="259591731" sldId="2147481836"/>
            <ac:spMk id="146" creationId="{7619B7EF-ED16-2AEC-8A98-C57F2C4F1B48}"/>
          </ac:spMkLst>
        </pc:spChg>
        <pc:spChg chg="add mod">
          <ac:chgData name="Nagotu Dilip Kumar" userId="e960ee6c-1011-46fd-ab26-7447e3dfc484" providerId="ADAL" clId="{C537D0E1-F004-4867-A19F-CB629E995C3F}" dt="2026-07-12T17:13:00.886" v="4001"/>
          <ac:spMkLst>
            <pc:docMk/>
            <pc:sldMk cId="259591731" sldId="2147481836"/>
            <ac:spMk id="147" creationId="{B24BFF6C-FA3E-4006-36B7-C6D81B5764BC}"/>
          </ac:spMkLst>
        </pc:spChg>
        <pc:spChg chg="add mod">
          <ac:chgData name="Nagotu Dilip Kumar" userId="e960ee6c-1011-46fd-ab26-7447e3dfc484" providerId="ADAL" clId="{C537D0E1-F004-4867-A19F-CB629E995C3F}" dt="2026-07-12T17:13:21.513" v="4005" actId="14100"/>
          <ac:spMkLst>
            <pc:docMk/>
            <pc:sldMk cId="259591731" sldId="2147481836"/>
            <ac:spMk id="148" creationId="{F9706AB8-37B7-3905-963D-1E7820E92CFF}"/>
          </ac:spMkLst>
        </pc:spChg>
        <pc:spChg chg="add mod">
          <ac:chgData name="Nagotu Dilip Kumar" userId="e960ee6c-1011-46fd-ab26-7447e3dfc484" providerId="ADAL" clId="{C537D0E1-F004-4867-A19F-CB629E995C3F}" dt="2026-07-12T17:13:00.886" v="4001"/>
          <ac:spMkLst>
            <pc:docMk/>
            <pc:sldMk cId="259591731" sldId="2147481836"/>
            <ac:spMk id="149" creationId="{2A7C254E-D090-86E4-E450-83AF0EAB5C3F}"/>
          </ac:spMkLst>
        </pc:spChg>
        <pc:grpChg chg="add mod">
          <ac:chgData name="Nagotu Dilip Kumar" userId="e960ee6c-1011-46fd-ab26-7447e3dfc484" providerId="ADAL" clId="{C537D0E1-F004-4867-A19F-CB629E995C3F}" dt="2026-07-12T06:10:32.657" v="3400" actId="14100"/>
          <ac:grpSpMkLst>
            <pc:docMk/>
            <pc:sldMk cId="259591731" sldId="2147481836"/>
            <ac:grpSpMk id="68" creationId="{1C27D449-150E-11E4-68E0-6BC2A08D81FE}"/>
          </ac:grpSpMkLst>
        </pc:grpChg>
        <pc:grpChg chg="add del mod">
          <ac:chgData name="Nagotu Dilip Kumar" userId="e960ee6c-1011-46fd-ab26-7447e3dfc484" providerId="ADAL" clId="{C537D0E1-F004-4867-A19F-CB629E995C3F}" dt="2026-07-12T16:24:09.463" v="3547" actId="165"/>
          <ac:grpSpMkLst>
            <pc:docMk/>
            <pc:sldMk cId="259591731" sldId="2147481836"/>
            <ac:grpSpMk id="91" creationId="{4E9B156E-03DE-E3E9-DDF1-2603A3149325}"/>
          </ac:grpSpMkLst>
        </pc:grpChg>
        <pc:picChg chg="add del mod">
          <ac:chgData name="Nagotu Dilip Kumar" userId="e960ee6c-1011-46fd-ab26-7447e3dfc484" providerId="ADAL" clId="{C537D0E1-F004-4867-A19F-CB629E995C3F}" dt="2026-07-13T09:09:47.147" v="5132" actId="478"/>
          <ac:picMkLst>
            <pc:docMk/>
            <pc:sldMk cId="259591731" sldId="2147481836"/>
            <ac:picMk id="8" creationId="{52D77355-0A5D-466C-141C-8116D8390227}"/>
          </ac:picMkLst>
        </pc:picChg>
        <pc:picChg chg="del">
          <ac:chgData name="Nagotu Dilip Kumar" userId="e960ee6c-1011-46fd-ab26-7447e3dfc484" providerId="ADAL" clId="{C537D0E1-F004-4867-A19F-CB629E995C3F}" dt="2026-07-13T08:49:43.686" v="4900" actId="478"/>
          <ac:picMkLst>
            <pc:docMk/>
            <pc:sldMk cId="259591731" sldId="2147481836"/>
            <ac:picMk id="11" creationId="{3C11C0B6-BB52-0837-E6B9-4454D4332B75}"/>
          </ac:picMkLst>
        </pc:picChg>
        <pc:picChg chg="del">
          <ac:chgData name="Nagotu Dilip Kumar" userId="e960ee6c-1011-46fd-ab26-7447e3dfc484" providerId="ADAL" clId="{C537D0E1-F004-4867-A19F-CB629E995C3F}" dt="2026-07-13T08:49:44.311" v="4901" actId="478"/>
          <ac:picMkLst>
            <pc:docMk/>
            <pc:sldMk cId="259591731" sldId="2147481836"/>
            <ac:picMk id="13" creationId="{989AA0F6-7AAC-E7FE-8B8D-3D77DE24B78F}"/>
          </ac:picMkLst>
        </pc:picChg>
        <pc:picChg chg="add del mod">
          <ac:chgData name="Nagotu Dilip Kumar" userId="e960ee6c-1011-46fd-ab26-7447e3dfc484" providerId="ADAL" clId="{C537D0E1-F004-4867-A19F-CB629E995C3F}" dt="2026-07-13T09:09:47.147" v="5132" actId="478"/>
          <ac:picMkLst>
            <pc:docMk/>
            <pc:sldMk cId="259591731" sldId="2147481836"/>
            <ac:picMk id="14" creationId="{37EBA062-EE74-B300-53FA-645ACF12E9A7}"/>
          </ac:picMkLst>
        </pc:picChg>
        <pc:picChg chg="add del mod">
          <ac:chgData name="Nagotu Dilip Kumar" userId="e960ee6c-1011-46fd-ab26-7447e3dfc484" providerId="ADAL" clId="{C537D0E1-F004-4867-A19F-CB629E995C3F}" dt="2026-07-13T09:21:38.900" v="5280" actId="478"/>
          <ac:picMkLst>
            <pc:docMk/>
            <pc:sldMk cId="259591731" sldId="2147481836"/>
            <ac:picMk id="15" creationId="{1EAFA78D-1C91-1787-058A-1B46763E087B}"/>
          </ac:picMkLst>
        </pc:picChg>
        <pc:picChg chg="add mod">
          <ac:chgData name="Nagotu Dilip Kumar" userId="e960ee6c-1011-46fd-ab26-7447e3dfc484" providerId="ADAL" clId="{C537D0E1-F004-4867-A19F-CB629E995C3F}" dt="2026-07-13T09:16:02.613" v="5211" actId="1076"/>
          <ac:picMkLst>
            <pc:docMk/>
            <pc:sldMk cId="259591731" sldId="2147481836"/>
            <ac:picMk id="18" creationId="{86620A7B-FE66-2BBD-DD78-27611C778E0E}"/>
          </ac:picMkLst>
        </pc:picChg>
        <pc:picChg chg="add mod">
          <ac:chgData name="Nagotu Dilip Kumar" userId="e960ee6c-1011-46fd-ab26-7447e3dfc484" providerId="ADAL" clId="{C537D0E1-F004-4867-A19F-CB629E995C3F}" dt="2026-07-13T09:22:34.313" v="5290" actId="2084"/>
          <ac:picMkLst>
            <pc:docMk/>
            <pc:sldMk cId="259591731" sldId="2147481836"/>
            <ac:picMk id="20" creationId="{38E38051-724F-DB24-0178-D5DA53CF1E13}"/>
          </ac:picMkLst>
        </pc:picChg>
        <pc:picChg chg="add mod">
          <ac:chgData name="Nagotu Dilip Kumar" userId="e960ee6c-1011-46fd-ab26-7447e3dfc484" providerId="ADAL" clId="{C537D0E1-F004-4867-A19F-CB629E995C3F}" dt="2026-07-13T09:22:55.802" v="5292" actId="1076"/>
          <ac:picMkLst>
            <pc:docMk/>
            <pc:sldMk cId="259591731" sldId="2147481836"/>
            <ac:picMk id="22" creationId="{68F76E10-3451-D5C1-4648-256AE03C8923}"/>
          </ac:picMkLst>
        </pc:picChg>
        <pc:picChg chg="add mod">
          <ac:chgData name="Nagotu Dilip Kumar" userId="e960ee6c-1011-46fd-ab26-7447e3dfc484" providerId="ADAL" clId="{C537D0E1-F004-4867-A19F-CB629E995C3F}" dt="2026-07-13T09:29:02.402" v="5335" actId="1036"/>
          <ac:picMkLst>
            <pc:docMk/>
            <pc:sldMk cId="259591731" sldId="2147481836"/>
            <ac:picMk id="24" creationId="{15A2D76B-2395-9770-7E74-04A0442794A2}"/>
          </ac:picMkLst>
        </pc:picChg>
        <pc:picChg chg="add mod">
          <ac:chgData name="Nagotu Dilip Kumar" userId="e960ee6c-1011-46fd-ab26-7447e3dfc484" providerId="ADAL" clId="{C537D0E1-F004-4867-A19F-CB629E995C3F}" dt="2026-07-13T09:29:02.402" v="5335" actId="1036"/>
          <ac:picMkLst>
            <pc:docMk/>
            <pc:sldMk cId="259591731" sldId="2147481836"/>
            <ac:picMk id="26" creationId="{430F9E7D-293E-BAEF-FC33-1831975CE310}"/>
          </ac:picMkLst>
        </pc:picChg>
        <pc:picChg chg="add mod">
          <ac:chgData name="Nagotu Dilip Kumar" userId="e960ee6c-1011-46fd-ab26-7447e3dfc484" providerId="ADAL" clId="{C537D0E1-F004-4867-A19F-CB629E995C3F}" dt="2026-07-13T09:29:02.402" v="5335" actId="1036"/>
          <ac:picMkLst>
            <pc:docMk/>
            <pc:sldMk cId="259591731" sldId="2147481836"/>
            <ac:picMk id="28" creationId="{7D22C19C-BAC9-3D3C-E498-4428512D5667}"/>
          </ac:picMkLst>
        </pc:picChg>
        <pc:picChg chg="add mod">
          <ac:chgData name="Nagotu Dilip Kumar" userId="e960ee6c-1011-46fd-ab26-7447e3dfc484" providerId="ADAL" clId="{C537D0E1-F004-4867-A19F-CB629E995C3F}" dt="2026-07-13T09:29:02.402" v="5335" actId="1036"/>
          <ac:picMkLst>
            <pc:docMk/>
            <pc:sldMk cId="259591731" sldId="2147481836"/>
            <ac:picMk id="31" creationId="{EA2813B3-A7D8-BFE9-7241-2F47D1D01B49}"/>
          </ac:picMkLst>
        </pc:picChg>
        <pc:picChg chg="add mod">
          <ac:chgData name="Nagotu Dilip Kumar" userId="e960ee6c-1011-46fd-ab26-7447e3dfc484" providerId="ADAL" clId="{C537D0E1-F004-4867-A19F-CB629E995C3F}" dt="2026-07-13T09:29:02.402" v="5335" actId="1036"/>
          <ac:picMkLst>
            <pc:docMk/>
            <pc:sldMk cId="259591731" sldId="2147481836"/>
            <ac:picMk id="32" creationId="{4C36E166-390E-BC54-D3D3-F38EEF8C21F1}"/>
          </ac:picMkLst>
        </pc:picChg>
        <pc:picChg chg="add mod">
          <ac:chgData name="Nagotu Dilip Kumar" userId="e960ee6c-1011-46fd-ab26-7447e3dfc484" providerId="ADAL" clId="{C537D0E1-F004-4867-A19F-CB629E995C3F}" dt="2026-07-13T09:29:02.402" v="5335" actId="1036"/>
          <ac:picMkLst>
            <pc:docMk/>
            <pc:sldMk cId="259591731" sldId="2147481836"/>
            <ac:picMk id="34" creationId="{75F3338B-4F63-3965-7535-AE7B4B15661C}"/>
          </ac:picMkLst>
        </pc:picChg>
        <pc:picChg chg="add mod">
          <ac:chgData name="Nagotu Dilip Kumar" userId="e960ee6c-1011-46fd-ab26-7447e3dfc484" providerId="ADAL" clId="{C537D0E1-F004-4867-A19F-CB629E995C3F}" dt="2026-07-13T09:29:02.402" v="5335" actId="1036"/>
          <ac:picMkLst>
            <pc:docMk/>
            <pc:sldMk cId="259591731" sldId="2147481836"/>
            <ac:picMk id="36" creationId="{23D88682-4253-91A2-51ED-526C659CCCE6}"/>
          </ac:picMkLst>
        </pc:picChg>
        <pc:picChg chg="add del mod">
          <ac:chgData name="Nagotu Dilip Kumar" userId="e960ee6c-1011-46fd-ab26-7447e3dfc484" providerId="ADAL" clId="{C537D0E1-F004-4867-A19F-CB629E995C3F}" dt="2026-07-13T09:06:49.349" v="5097" actId="478"/>
          <ac:picMkLst>
            <pc:docMk/>
            <pc:sldMk cId="259591731" sldId="2147481836"/>
            <ac:picMk id="151" creationId="{F35E349A-6398-BEDF-04E9-D4AADD743310}"/>
          </ac:picMkLst>
        </pc:picChg>
        <pc:picChg chg="add mod">
          <ac:chgData name="Nagotu Dilip Kumar" userId="e960ee6c-1011-46fd-ab26-7447e3dfc484" providerId="ADAL" clId="{C537D0E1-F004-4867-A19F-CB629E995C3F}" dt="2026-07-13T09:06:37.853" v="5093" actId="688"/>
          <ac:picMkLst>
            <pc:docMk/>
            <pc:sldMk cId="259591731" sldId="2147481836"/>
            <ac:picMk id="153" creationId="{EADD0478-E100-D4D5-803C-A68C6903299C}"/>
          </ac:picMkLst>
        </pc:picChg>
        <pc:picChg chg="add mod">
          <ac:chgData name="Nagotu Dilip Kumar" userId="e960ee6c-1011-46fd-ab26-7447e3dfc484" providerId="ADAL" clId="{C537D0E1-F004-4867-A19F-CB629E995C3F}" dt="2026-07-13T09:06:34.712" v="5091" actId="1076"/>
          <ac:picMkLst>
            <pc:docMk/>
            <pc:sldMk cId="259591731" sldId="2147481836"/>
            <ac:picMk id="155" creationId="{36CB311B-AB05-62E4-7D78-860ECEEF8ED8}"/>
          </ac:picMkLst>
        </pc:picChg>
        <pc:picChg chg="add mod">
          <ac:chgData name="Nagotu Dilip Kumar" userId="e960ee6c-1011-46fd-ab26-7447e3dfc484" providerId="ADAL" clId="{C537D0E1-F004-4867-A19F-CB629E995C3F}" dt="2026-07-13T09:06:32.919" v="5090" actId="1076"/>
          <ac:picMkLst>
            <pc:docMk/>
            <pc:sldMk cId="259591731" sldId="2147481836"/>
            <ac:picMk id="157" creationId="{A4E27DDB-6B74-BE6C-3CD2-5F5F56A3BF19}"/>
          </ac:picMkLst>
        </pc:picChg>
        <pc:picChg chg="add del mod">
          <ac:chgData name="Nagotu Dilip Kumar" userId="e960ee6c-1011-46fd-ab26-7447e3dfc484" providerId="ADAL" clId="{C537D0E1-F004-4867-A19F-CB629E995C3F}" dt="2026-07-13T09:09:54.858" v="5134" actId="478"/>
          <ac:picMkLst>
            <pc:docMk/>
            <pc:sldMk cId="259591731" sldId="2147481836"/>
            <ac:picMk id="159" creationId="{206495A8-F3CF-E1AF-7C37-DD57E20D0DDF}"/>
          </ac:picMkLst>
        </pc:picChg>
        <pc:picChg chg="add del mod modCrop">
          <ac:chgData name="Nagotu Dilip Kumar" userId="e960ee6c-1011-46fd-ab26-7447e3dfc484" providerId="ADAL" clId="{C537D0E1-F004-4867-A19F-CB629E995C3F}" dt="2026-07-13T08:47:10.974" v="4873" actId="478"/>
          <ac:picMkLst>
            <pc:docMk/>
            <pc:sldMk cId="259591731" sldId="2147481836"/>
            <ac:picMk id="160" creationId="{D7BF8391-F8D0-DC40-829F-56A831B0691E}"/>
          </ac:picMkLst>
        </pc:picChg>
        <pc:picChg chg="add del mod">
          <ac:chgData name="Nagotu Dilip Kumar" userId="e960ee6c-1011-46fd-ab26-7447e3dfc484" providerId="ADAL" clId="{C537D0E1-F004-4867-A19F-CB629E995C3F}" dt="2026-07-13T08:47:19.040" v="4874" actId="478"/>
          <ac:picMkLst>
            <pc:docMk/>
            <pc:sldMk cId="259591731" sldId="2147481836"/>
            <ac:picMk id="161" creationId="{6851D6D0-A969-AE87-A84B-BAB2ADDEC3E6}"/>
          </ac:picMkLst>
        </pc:picChg>
        <pc:picChg chg="add del mod">
          <ac:chgData name="Nagotu Dilip Kumar" userId="e960ee6c-1011-46fd-ab26-7447e3dfc484" providerId="ADAL" clId="{C537D0E1-F004-4867-A19F-CB629E995C3F}" dt="2026-07-13T09:09:47.147" v="5132" actId="478"/>
          <ac:picMkLst>
            <pc:docMk/>
            <pc:sldMk cId="259591731" sldId="2147481836"/>
            <ac:picMk id="163" creationId="{F9FCD0AD-3494-799A-9AA0-DC953B897A30}"/>
          </ac:picMkLst>
        </pc:picChg>
        <pc:picChg chg="add del mod">
          <ac:chgData name="Nagotu Dilip Kumar" userId="e960ee6c-1011-46fd-ab26-7447e3dfc484" providerId="ADAL" clId="{C537D0E1-F004-4867-A19F-CB629E995C3F}" dt="2026-07-13T09:09:47.147" v="5132" actId="478"/>
          <ac:picMkLst>
            <pc:docMk/>
            <pc:sldMk cId="259591731" sldId="2147481836"/>
            <ac:picMk id="165" creationId="{B7A6AB4A-BE1E-564D-2BE2-4EE539730A16}"/>
          </ac:picMkLst>
        </pc:picChg>
        <pc:picChg chg="add del mod">
          <ac:chgData name="Nagotu Dilip Kumar" userId="e960ee6c-1011-46fd-ab26-7447e3dfc484" providerId="ADAL" clId="{C537D0E1-F004-4867-A19F-CB629E995C3F}" dt="2026-07-13T09:09:47.147" v="5132" actId="478"/>
          <ac:picMkLst>
            <pc:docMk/>
            <pc:sldMk cId="259591731" sldId="2147481836"/>
            <ac:picMk id="167" creationId="{28613103-CB85-777A-0ADA-9F6547D80CD0}"/>
          </ac:picMkLst>
        </pc:picChg>
        <pc:picChg chg="add del mod">
          <ac:chgData name="Nagotu Dilip Kumar" userId="e960ee6c-1011-46fd-ab26-7447e3dfc484" providerId="ADAL" clId="{C537D0E1-F004-4867-A19F-CB629E995C3F}" dt="2026-07-13T09:09:47.147" v="5132" actId="478"/>
          <ac:picMkLst>
            <pc:docMk/>
            <pc:sldMk cId="259591731" sldId="2147481836"/>
            <ac:picMk id="169" creationId="{0C141DF8-87CB-1938-2AB1-B496536776DC}"/>
          </ac:picMkLst>
        </pc:picChg>
        <pc:picChg chg="add mod">
          <ac:chgData name="Nagotu Dilip Kumar" userId="e960ee6c-1011-46fd-ab26-7447e3dfc484" providerId="ADAL" clId="{C537D0E1-F004-4867-A19F-CB629E995C3F}" dt="2026-07-13T09:14:21.454" v="5195" actId="1076"/>
          <ac:picMkLst>
            <pc:docMk/>
            <pc:sldMk cId="259591731" sldId="2147481836"/>
            <ac:picMk id="171" creationId="{29AE5B12-1CD5-419F-8445-9030E75F0656}"/>
          </ac:picMkLst>
        </pc:picChg>
        <pc:picChg chg="add mod">
          <ac:chgData name="Nagotu Dilip Kumar" userId="e960ee6c-1011-46fd-ab26-7447e3dfc484" providerId="ADAL" clId="{C537D0E1-F004-4867-A19F-CB629E995C3F}" dt="2026-07-13T09:14:24.099" v="5196" actId="1076"/>
          <ac:picMkLst>
            <pc:docMk/>
            <pc:sldMk cId="259591731" sldId="2147481836"/>
            <ac:picMk id="173" creationId="{43B023DA-099F-ADAB-5F09-09CE2C801C5E}"/>
          </ac:picMkLst>
        </pc:picChg>
        <pc:picChg chg="add mod">
          <ac:chgData name="Nagotu Dilip Kumar" userId="e960ee6c-1011-46fd-ab26-7447e3dfc484" providerId="ADAL" clId="{C537D0E1-F004-4867-A19F-CB629E995C3F}" dt="2026-07-13T09:14:30.432" v="5200" actId="14100"/>
          <ac:picMkLst>
            <pc:docMk/>
            <pc:sldMk cId="259591731" sldId="2147481836"/>
            <ac:picMk id="175" creationId="{00DFF82D-08B2-A9AB-2F31-63CE71DD1D99}"/>
          </ac:picMkLst>
        </pc:picChg>
        <pc:picChg chg="add mod">
          <ac:chgData name="Nagotu Dilip Kumar" userId="e960ee6c-1011-46fd-ab26-7447e3dfc484" providerId="ADAL" clId="{C537D0E1-F004-4867-A19F-CB629E995C3F}" dt="2026-07-13T09:14:36.199" v="5202" actId="1076"/>
          <ac:picMkLst>
            <pc:docMk/>
            <pc:sldMk cId="259591731" sldId="2147481836"/>
            <ac:picMk id="177" creationId="{E4162EDE-9BCF-1423-DB83-FA3B6BBDEB31}"/>
          </ac:picMkLst>
        </pc:picChg>
        <pc:picChg chg="add mod">
          <ac:chgData name="Nagotu Dilip Kumar" userId="e960ee6c-1011-46fd-ab26-7447e3dfc484" providerId="ADAL" clId="{C537D0E1-F004-4867-A19F-CB629E995C3F}" dt="2026-07-13T09:14:18.394" v="5194" actId="1076"/>
          <ac:picMkLst>
            <pc:docMk/>
            <pc:sldMk cId="259591731" sldId="2147481836"/>
            <ac:picMk id="179" creationId="{65A3EE22-8C2B-73D3-43D7-CD3E2C372D7F}"/>
          </ac:picMkLst>
        </pc:picChg>
        <pc:cxnChg chg="add mod">
          <ac:chgData name="Nagotu Dilip Kumar" userId="e960ee6c-1011-46fd-ab26-7447e3dfc484" providerId="ADAL" clId="{C537D0E1-F004-4867-A19F-CB629E995C3F}" dt="2026-07-13T09:06:44.380" v="5095" actId="552"/>
          <ac:cxnSpMkLst>
            <pc:docMk/>
            <pc:sldMk cId="259591731" sldId="2147481836"/>
            <ac:cxnSpMk id="70" creationId="{8675B31B-0EE0-AF57-B3F7-B3614D395CCC}"/>
          </ac:cxnSpMkLst>
        </pc:cxnChg>
        <pc:cxnChg chg="add mod">
          <ac:chgData name="Nagotu Dilip Kumar" userId="e960ee6c-1011-46fd-ab26-7447e3dfc484" providerId="ADAL" clId="{C537D0E1-F004-4867-A19F-CB629E995C3F}" dt="2026-07-13T09:06:44.380" v="5095" actId="552"/>
          <ac:cxnSpMkLst>
            <pc:docMk/>
            <pc:sldMk cId="259591731" sldId="2147481836"/>
            <ac:cxnSpMk id="71" creationId="{C29182ED-C0DB-8D18-04B2-29128F8408E2}"/>
          </ac:cxnSpMkLst>
        </pc:cxnChg>
        <pc:cxnChg chg="add mod">
          <ac:chgData name="Nagotu Dilip Kumar" userId="e960ee6c-1011-46fd-ab26-7447e3dfc484" providerId="ADAL" clId="{C537D0E1-F004-4867-A19F-CB629E995C3F}" dt="2026-07-13T09:06:44.380" v="5095" actId="552"/>
          <ac:cxnSpMkLst>
            <pc:docMk/>
            <pc:sldMk cId="259591731" sldId="2147481836"/>
            <ac:cxnSpMk id="72" creationId="{96B002BF-0A18-E548-D0C7-5F5C33D3C31E}"/>
          </ac:cxnSpMkLst>
        </pc:cxnChg>
        <pc:cxnChg chg="add mod topLvl">
          <ac:chgData name="Nagotu Dilip Kumar" userId="e960ee6c-1011-46fd-ab26-7447e3dfc484" providerId="ADAL" clId="{C537D0E1-F004-4867-A19F-CB629E995C3F}" dt="2026-07-13T09:20:13.962" v="5260" actId="554"/>
          <ac:cxnSpMkLst>
            <pc:docMk/>
            <pc:sldMk cId="259591731" sldId="2147481836"/>
            <ac:cxnSpMk id="74" creationId="{A6A858F6-8987-21AC-3CE6-2F5B99D94640}"/>
          </ac:cxnSpMkLst>
        </pc:cxnChg>
        <pc:cxnChg chg="add mod topLvl">
          <ac:chgData name="Nagotu Dilip Kumar" userId="e960ee6c-1011-46fd-ab26-7447e3dfc484" providerId="ADAL" clId="{C537D0E1-F004-4867-A19F-CB629E995C3F}" dt="2026-07-13T09:20:15.624" v="5261" actId="408"/>
          <ac:cxnSpMkLst>
            <pc:docMk/>
            <pc:sldMk cId="259591731" sldId="2147481836"/>
            <ac:cxnSpMk id="75" creationId="{4F16A34E-DC38-3A9F-2231-F47523CC9B09}"/>
          </ac:cxnSpMkLst>
        </pc:cxnChg>
        <pc:cxnChg chg="add mod topLvl">
          <ac:chgData name="Nagotu Dilip Kumar" userId="e960ee6c-1011-46fd-ab26-7447e3dfc484" providerId="ADAL" clId="{C537D0E1-F004-4867-A19F-CB629E995C3F}" dt="2026-07-13T09:20:15.624" v="5261" actId="408"/>
          <ac:cxnSpMkLst>
            <pc:docMk/>
            <pc:sldMk cId="259591731" sldId="2147481836"/>
            <ac:cxnSpMk id="76" creationId="{E4537686-C7AB-3A09-C877-956F9689A689}"/>
          </ac:cxnSpMkLst>
        </pc:cxnChg>
        <pc:cxnChg chg="add mod topLvl">
          <ac:chgData name="Nagotu Dilip Kumar" userId="e960ee6c-1011-46fd-ab26-7447e3dfc484" providerId="ADAL" clId="{C537D0E1-F004-4867-A19F-CB629E995C3F}" dt="2026-07-13T09:20:13.962" v="5260" actId="554"/>
          <ac:cxnSpMkLst>
            <pc:docMk/>
            <pc:sldMk cId="259591731" sldId="2147481836"/>
            <ac:cxnSpMk id="77" creationId="{A2BBE882-6084-70D6-1A2C-90B6A436848D}"/>
          </ac:cxnSpMkLst>
        </pc:cxnChg>
        <pc:cxnChg chg="add mod">
          <ac:chgData name="Nagotu Dilip Kumar" userId="e960ee6c-1011-46fd-ab26-7447e3dfc484" providerId="ADAL" clId="{C537D0E1-F004-4867-A19F-CB629E995C3F}" dt="2026-07-13T09:12:49.381" v="5187" actId="1035"/>
          <ac:cxnSpMkLst>
            <pc:docMk/>
            <pc:sldMk cId="259591731" sldId="2147481836"/>
            <ac:cxnSpMk id="93" creationId="{AFE4D32D-2D7A-99B1-70D9-617053EEA1E2}"/>
          </ac:cxnSpMkLst>
        </pc:cxnChg>
        <pc:cxnChg chg="add mod">
          <ac:chgData name="Nagotu Dilip Kumar" userId="e960ee6c-1011-46fd-ab26-7447e3dfc484" providerId="ADAL" clId="{C537D0E1-F004-4867-A19F-CB629E995C3F}" dt="2026-07-13T09:12:49.381" v="5187" actId="1035"/>
          <ac:cxnSpMkLst>
            <pc:docMk/>
            <pc:sldMk cId="259591731" sldId="2147481836"/>
            <ac:cxnSpMk id="95" creationId="{26D0C897-6B1F-0947-D0AE-3EED8BDD0B1C}"/>
          </ac:cxnSpMkLst>
        </pc:cxnChg>
        <pc:cxnChg chg="add mod">
          <ac:chgData name="Nagotu Dilip Kumar" userId="e960ee6c-1011-46fd-ab26-7447e3dfc484" providerId="ADAL" clId="{C537D0E1-F004-4867-A19F-CB629E995C3F}" dt="2026-07-13T09:12:49.381" v="5187" actId="1035"/>
          <ac:cxnSpMkLst>
            <pc:docMk/>
            <pc:sldMk cId="259591731" sldId="2147481836"/>
            <ac:cxnSpMk id="96" creationId="{60D5E423-9A3B-66FF-92A9-0D749B1C4599}"/>
          </ac:cxnSpMkLst>
        </pc:cxnChg>
        <pc:cxnChg chg="add mod">
          <ac:chgData name="Nagotu Dilip Kumar" userId="e960ee6c-1011-46fd-ab26-7447e3dfc484" providerId="ADAL" clId="{C537D0E1-F004-4867-A19F-CB629E995C3F}" dt="2026-07-13T09:12:49.381" v="5187" actId="1035"/>
          <ac:cxnSpMkLst>
            <pc:docMk/>
            <pc:sldMk cId="259591731" sldId="2147481836"/>
            <ac:cxnSpMk id="97" creationId="{8E9785F8-E800-AEF1-90AF-4462F7AB476F}"/>
          </ac:cxnSpMkLst>
        </pc:cxnChg>
        <pc:cxnChg chg="add mod">
          <ac:chgData name="Nagotu Dilip Kumar" userId="e960ee6c-1011-46fd-ab26-7447e3dfc484" providerId="ADAL" clId="{C537D0E1-F004-4867-A19F-CB629E995C3F}" dt="2026-07-13T09:12:49.381" v="5187" actId="1035"/>
          <ac:cxnSpMkLst>
            <pc:docMk/>
            <pc:sldMk cId="259591731" sldId="2147481836"/>
            <ac:cxnSpMk id="98" creationId="{4FD1ADCF-3B60-58BB-FB94-9EAA2F76C3C5}"/>
          </ac:cxnSpMkLst>
        </pc:cxnChg>
        <pc:cxnChg chg="add mod">
          <ac:chgData name="Nagotu Dilip Kumar" userId="e960ee6c-1011-46fd-ab26-7447e3dfc484" providerId="ADAL" clId="{C537D0E1-F004-4867-A19F-CB629E995C3F}" dt="2026-07-13T09:12:49.381" v="5187" actId="1035"/>
          <ac:cxnSpMkLst>
            <pc:docMk/>
            <pc:sldMk cId="259591731" sldId="2147481836"/>
            <ac:cxnSpMk id="99" creationId="{FEF53145-204D-B24E-3336-4070610B2C99}"/>
          </ac:cxnSpMkLst>
        </pc:cxnChg>
        <pc:cxnChg chg="add mod">
          <ac:chgData name="Nagotu Dilip Kumar" userId="e960ee6c-1011-46fd-ab26-7447e3dfc484" providerId="ADAL" clId="{C537D0E1-F004-4867-A19F-CB629E995C3F}" dt="2026-07-13T09:12:49.381" v="5187" actId="1035"/>
          <ac:cxnSpMkLst>
            <pc:docMk/>
            <pc:sldMk cId="259591731" sldId="2147481836"/>
            <ac:cxnSpMk id="100" creationId="{20601010-C1AA-41BB-F51F-FC65B61089DC}"/>
          </ac:cxnSpMkLst>
        </pc:cxnChg>
        <pc:cxnChg chg="add mod">
          <ac:chgData name="Nagotu Dilip Kumar" userId="e960ee6c-1011-46fd-ab26-7447e3dfc484" providerId="ADAL" clId="{C537D0E1-F004-4867-A19F-CB629E995C3F}" dt="2026-07-12T16:52:04.319" v="3688" actId="14100"/>
          <ac:cxnSpMkLst>
            <pc:docMk/>
            <pc:sldMk cId="259591731" sldId="2147481836"/>
            <ac:cxnSpMk id="118" creationId="{81BF60C1-6EA8-0D32-11C0-62A33E9B2A89}"/>
          </ac:cxnSpMkLst>
        </pc:cxnChg>
        <pc:cxnChg chg="add mod">
          <ac:chgData name="Nagotu Dilip Kumar" userId="e960ee6c-1011-46fd-ab26-7447e3dfc484" providerId="ADAL" clId="{C537D0E1-F004-4867-A19F-CB629E995C3F}" dt="2026-07-12T16:52:09.843" v="3690" actId="1076"/>
          <ac:cxnSpMkLst>
            <pc:docMk/>
            <pc:sldMk cId="259591731" sldId="2147481836"/>
            <ac:cxnSpMk id="120" creationId="{978EAC57-B4D2-9B87-A64B-134666ED6D8F}"/>
          </ac:cxnSpMkLst>
        </pc:cxnChg>
        <pc:cxnChg chg="add del mod">
          <ac:chgData name="Nagotu Dilip Kumar" userId="e960ee6c-1011-46fd-ab26-7447e3dfc484" providerId="ADAL" clId="{C537D0E1-F004-4867-A19F-CB629E995C3F}" dt="2026-07-12T16:54:28.604" v="3699" actId="478"/>
          <ac:cxnSpMkLst>
            <pc:docMk/>
            <pc:sldMk cId="259591731" sldId="2147481836"/>
            <ac:cxnSpMk id="121" creationId="{C0294871-D089-14E3-4C16-7FA106B19F54}"/>
          </ac:cxnSpMkLst>
        </pc:cxnChg>
        <pc:cxnChg chg="add del mod">
          <ac:chgData name="Nagotu Dilip Kumar" userId="e960ee6c-1011-46fd-ab26-7447e3dfc484" providerId="ADAL" clId="{C537D0E1-F004-4867-A19F-CB629E995C3F}" dt="2026-07-12T16:54:27.300" v="3698" actId="478"/>
          <ac:cxnSpMkLst>
            <pc:docMk/>
            <pc:sldMk cId="259591731" sldId="2147481836"/>
            <ac:cxnSpMk id="122" creationId="{7A304907-9936-F323-4357-FE1284A98575}"/>
          </ac:cxnSpMkLst>
        </pc:cxnChg>
      </pc:sldChg>
      <pc:sldChg chg="delSp modSp add del mod ord">
        <pc:chgData name="Nagotu Dilip Kumar" userId="e960ee6c-1011-46fd-ab26-7447e3dfc484" providerId="ADAL" clId="{C537D0E1-F004-4867-A19F-CB629E995C3F}" dt="2026-07-12T05:29:08.505" v="2843" actId="47"/>
        <pc:sldMkLst>
          <pc:docMk/>
          <pc:sldMk cId="1359852313" sldId="2147481836"/>
        </pc:sldMkLst>
        <pc:picChg chg="del mod modCrop">
          <ac:chgData name="Nagotu Dilip Kumar" userId="e960ee6c-1011-46fd-ab26-7447e3dfc484" providerId="ADAL" clId="{C537D0E1-F004-4867-A19F-CB629E995C3F}" dt="2026-07-12T05:29:07.150" v="2842" actId="478"/>
          <ac:picMkLst>
            <pc:docMk/>
            <pc:sldMk cId="1359852313" sldId="2147481836"/>
            <ac:picMk id="5" creationId="{6A0ED0AB-CCB4-0436-9035-40BD14D588EE}"/>
          </ac:picMkLst>
        </pc:picChg>
      </pc:sldChg>
      <pc:sldChg chg="addSp delSp modSp new mod">
        <pc:chgData name="Nagotu Dilip Kumar" userId="e960ee6c-1011-46fd-ab26-7447e3dfc484" providerId="ADAL" clId="{C537D0E1-F004-4867-A19F-CB629E995C3F}" dt="2026-07-13T10:40:51.389" v="5787" actId="1035"/>
        <pc:sldMkLst>
          <pc:docMk/>
          <pc:sldMk cId="3281960500" sldId="2147481837"/>
        </pc:sldMkLst>
        <pc:spChg chg="mod">
          <ac:chgData name="Nagotu Dilip Kumar" userId="e960ee6c-1011-46fd-ab26-7447e3dfc484" providerId="ADAL" clId="{C537D0E1-F004-4867-A19F-CB629E995C3F}" dt="2026-07-12T17:37:54.957" v="4149" actId="20577"/>
          <ac:spMkLst>
            <pc:docMk/>
            <pc:sldMk cId="3281960500" sldId="2147481837"/>
            <ac:spMk id="2" creationId="{F8521190-433F-AA49-32E8-4351905AB7A3}"/>
          </ac:spMkLst>
        </pc:spChg>
        <pc:spChg chg="del">
          <ac:chgData name="Nagotu Dilip Kumar" userId="e960ee6c-1011-46fd-ab26-7447e3dfc484" providerId="ADAL" clId="{C537D0E1-F004-4867-A19F-CB629E995C3F}" dt="2026-07-13T09:46:13.008" v="5501" actId="478"/>
          <ac:spMkLst>
            <pc:docMk/>
            <pc:sldMk cId="3281960500" sldId="2147481837"/>
            <ac:spMk id="3" creationId="{25432C19-40E0-3415-B5FC-90472818CF97}"/>
          </ac:spMkLst>
        </pc:spChg>
        <pc:spChg chg="add mod">
          <ac:chgData name="Nagotu Dilip Kumar" userId="e960ee6c-1011-46fd-ab26-7447e3dfc484" providerId="ADAL" clId="{C537D0E1-F004-4867-A19F-CB629E995C3F}" dt="2026-07-12T17:47:16.503" v="4267" actId="14100"/>
          <ac:spMkLst>
            <pc:docMk/>
            <pc:sldMk cId="3281960500" sldId="2147481837"/>
            <ac:spMk id="5" creationId="{03DFD637-B4C0-E93E-7723-5D5C18226179}"/>
          </ac:spMkLst>
        </pc:spChg>
        <pc:spChg chg="add mod topLvl">
          <ac:chgData name="Nagotu Dilip Kumar" userId="e960ee6c-1011-46fd-ab26-7447e3dfc484" providerId="ADAL" clId="{C537D0E1-F004-4867-A19F-CB629E995C3F}" dt="2026-07-13T09:38:19.495" v="5401" actId="1036"/>
          <ac:spMkLst>
            <pc:docMk/>
            <pc:sldMk cId="3281960500" sldId="2147481837"/>
            <ac:spMk id="7" creationId="{DABAD9D0-BCA4-98FB-1CC4-F434E262A9CD}"/>
          </ac:spMkLst>
        </pc:spChg>
        <pc:spChg chg="add mod topLvl">
          <ac:chgData name="Nagotu Dilip Kumar" userId="e960ee6c-1011-46fd-ab26-7447e3dfc484" providerId="ADAL" clId="{C537D0E1-F004-4867-A19F-CB629E995C3F}" dt="2026-07-13T09:38:19.495" v="5401" actId="1036"/>
          <ac:spMkLst>
            <pc:docMk/>
            <pc:sldMk cId="3281960500" sldId="2147481837"/>
            <ac:spMk id="8" creationId="{F1446EEE-7170-0FF7-5292-C32719B65B24}"/>
          </ac:spMkLst>
        </pc:spChg>
        <pc:spChg chg="add mod topLvl">
          <ac:chgData name="Nagotu Dilip Kumar" userId="e960ee6c-1011-46fd-ab26-7447e3dfc484" providerId="ADAL" clId="{C537D0E1-F004-4867-A19F-CB629E995C3F}" dt="2026-07-13T09:38:19.495" v="5401" actId="1036"/>
          <ac:spMkLst>
            <pc:docMk/>
            <pc:sldMk cId="3281960500" sldId="2147481837"/>
            <ac:spMk id="9" creationId="{A3F4A38D-EE6A-7A24-9A7F-EB247576F19E}"/>
          </ac:spMkLst>
        </pc:spChg>
        <pc:spChg chg="add mod topLvl">
          <ac:chgData name="Nagotu Dilip Kumar" userId="e960ee6c-1011-46fd-ab26-7447e3dfc484" providerId="ADAL" clId="{C537D0E1-F004-4867-A19F-CB629E995C3F}" dt="2026-07-13T09:38:19.495" v="5401" actId="1036"/>
          <ac:spMkLst>
            <pc:docMk/>
            <pc:sldMk cId="3281960500" sldId="2147481837"/>
            <ac:spMk id="10" creationId="{439D9397-F69D-A5D2-53C2-CF0CD94699DD}"/>
          </ac:spMkLst>
        </pc:spChg>
        <pc:spChg chg="add mod topLvl">
          <ac:chgData name="Nagotu Dilip Kumar" userId="e960ee6c-1011-46fd-ab26-7447e3dfc484" providerId="ADAL" clId="{C537D0E1-F004-4867-A19F-CB629E995C3F}" dt="2026-07-13T09:38:19.495" v="5401" actId="1036"/>
          <ac:spMkLst>
            <pc:docMk/>
            <pc:sldMk cId="3281960500" sldId="2147481837"/>
            <ac:spMk id="11" creationId="{031D8BAF-F380-0ECF-44CA-4D32DEB76721}"/>
          </ac:spMkLst>
        </pc:spChg>
        <pc:spChg chg="add mod topLvl">
          <ac:chgData name="Nagotu Dilip Kumar" userId="e960ee6c-1011-46fd-ab26-7447e3dfc484" providerId="ADAL" clId="{C537D0E1-F004-4867-A19F-CB629E995C3F}" dt="2026-07-13T09:38:19.495" v="5401" actId="1036"/>
          <ac:spMkLst>
            <pc:docMk/>
            <pc:sldMk cId="3281960500" sldId="2147481837"/>
            <ac:spMk id="12" creationId="{19DE75EA-A01E-C0AA-D064-F08B7F39F991}"/>
          </ac:spMkLst>
        </pc:spChg>
        <pc:spChg chg="add del mod topLvl">
          <ac:chgData name="Nagotu Dilip Kumar" userId="e960ee6c-1011-46fd-ab26-7447e3dfc484" providerId="ADAL" clId="{C537D0E1-F004-4867-A19F-CB629E995C3F}" dt="2026-07-13T09:37:09.762" v="5383" actId="478"/>
          <ac:spMkLst>
            <pc:docMk/>
            <pc:sldMk cId="3281960500" sldId="2147481837"/>
            <ac:spMk id="13" creationId="{84D6F024-E80E-71AB-F489-C8ED2310E084}"/>
          </ac:spMkLst>
        </pc:spChg>
        <pc:spChg chg="add mod">
          <ac:chgData name="Nagotu Dilip Kumar" userId="e960ee6c-1011-46fd-ab26-7447e3dfc484" providerId="ADAL" clId="{C537D0E1-F004-4867-A19F-CB629E995C3F}" dt="2026-07-12T17:46:51.982" v="4264" actId="1076"/>
          <ac:spMkLst>
            <pc:docMk/>
            <pc:sldMk cId="3281960500" sldId="2147481837"/>
            <ac:spMk id="16" creationId="{4D4DE686-BE88-2264-F454-E7F9D2B0F4AD}"/>
          </ac:spMkLst>
        </pc:spChg>
        <pc:spChg chg="add mod">
          <ac:chgData name="Nagotu Dilip Kumar" userId="e960ee6c-1011-46fd-ab26-7447e3dfc484" providerId="ADAL" clId="{C537D0E1-F004-4867-A19F-CB629E995C3F}" dt="2026-07-12T18:26:43.740" v="4711" actId="1036"/>
          <ac:spMkLst>
            <pc:docMk/>
            <pc:sldMk cId="3281960500" sldId="2147481837"/>
            <ac:spMk id="17" creationId="{E606876A-5C8D-CFFE-6DDC-0847134B4607}"/>
          </ac:spMkLst>
        </pc:spChg>
        <pc:spChg chg="add mod">
          <ac:chgData name="Nagotu Dilip Kumar" userId="e960ee6c-1011-46fd-ab26-7447e3dfc484" providerId="ADAL" clId="{C537D0E1-F004-4867-A19F-CB629E995C3F}" dt="2026-07-12T18:26:58.945" v="4715" actId="14100"/>
          <ac:spMkLst>
            <pc:docMk/>
            <pc:sldMk cId="3281960500" sldId="2147481837"/>
            <ac:spMk id="18" creationId="{6B8505DB-545A-BAAE-DDB5-42BDF17B8AE7}"/>
          </ac:spMkLst>
        </pc:spChg>
        <pc:spChg chg="add mod topLvl">
          <ac:chgData name="Nagotu Dilip Kumar" userId="e960ee6c-1011-46fd-ab26-7447e3dfc484" providerId="ADAL" clId="{C537D0E1-F004-4867-A19F-CB629E995C3F}" dt="2026-07-12T18:26:50.284" v="4714" actId="1036"/>
          <ac:spMkLst>
            <pc:docMk/>
            <pc:sldMk cId="3281960500" sldId="2147481837"/>
            <ac:spMk id="19" creationId="{CFC0335F-3673-1F73-412C-81BDC4A90D88}"/>
          </ac:spMkLst>
        </pc:spChg>
        <pc:spChg chg="add mod topLvl">
          <ac:chgData name="Nagotu Dilip Kumar" userId="e960ee6c-1011-46fd-ab26-7447e3dfc484" providerId="ADAL" clId="{C537D0E1-F004-4867-A19F-CB629E995C3F}" dt="2026-07-12T18:26:50.284" v="4714" actId="1036"/>
          <ac:spMkLst>
            <pc:docMk/>
            <pc:sldMk cId="3281960500" sldId="2147481837"/>
            <ac:spMk id="20" creationId="{F85150C4-5C86-D98C-9804-F3DC049513FD}"/>
          </ac:spMkLst>
        </pc:spChg>
        <pc:spChg chg="add mod topLvl">
          <ac:chgData name="Nagotu Dilip Kumar" userId="e960ee6c-1011-46fd-ab26-7447e3dfc484" providerId="ADAL" clId="{C537D0E1-F004-4867-A19F-CB629E995C3F}" dt="2026-07-12T18:26:50.284" v="4714" actId="1036"/>
          <ac:spMkLst>
            <pc:docMk/>
            <pc:sldMk cId="3281960500" sldId="2147481837"/>
            <ac:spMk id="21" creationId="{B72DA92C-BDDD-30E0-7155-DD3613E70A19}"/>
          </ac:spMkLst>
        </pc:spChg>
        <pc:spChg chg="add mod topLvl">
          <ac:chgData name="Nagotu Dilip Kumar" userId="e960ee6c-1011-46fd-ab26-7447e3dfc484" providerId="ADAL" clId="{C537D0E1-F004-4867-A19F-CB629E995C3F}" dt="2026-07-12T18:26:50.284" v="4714" actId="1036"/>
          <ac:spMkLst>
            <pc:docMk/>
            <pc:sldMk cId="3281960500" sldId="2147481837"/>
            <ac:spMk id="22" creationId="{E144646D-D874-1561-2B2A-2105C9820C31}"/>
          </ac:spMkLst>
        </pc:spChg>
        <pc:spChg chg="add mod topLvl">
          <ac:chgData name="Nagotu Dilip Kumar" userId="e960ee6c-1011-46fd-ab26-7447e3dfc484" providerId="ADAL" clId="{C537D0E1-F004-4867-A19F-CB629E995C3F}" dt="2026-07-13T10:06:16.880" v="5754" actId="1036"/>
          <ac:spMkLst>
            <pc:docMk/>
            <pc:sldMk cId="3281960500" sldId="2147481837"/>
            <ac:spMk id="23" creationId="{2045F6BA-58C7-DB31-4283-3065AD4A7150}"/>
          </ac:spMkLst>
        </pc:spChg>
        <pc:spChg chg="add mod topLvl">
          <ac:chgData name="Nagotu Dilip Kumar" userId="e960ee6c-1011-46fd-ab26-7447e3dfc484" providerId="ADAL" clId="{C537D0E1-F004-4867-A19F-CB629E995C3F}" dt="2026-07-13T10:06:16.880" v="5754" actId="1036"/>
          <ac:spMkLst>
            <pc:docMk/>
            <pc:sldMk cId="3281960500" sldId="2147481837"/>
            <ac:spMk id="24" creationId="{14BA938A-671B-6445-0454-518D7F162A85}"/>
          </ac:spMkLst>
        </pc:spChg>
        <pc:spChg chg="add mod">
          <ac:chgData name="Nagotu Dilip Kumar" userId="e960ee6c-1011-46fd-ab26-7447e3dfc484" providerId="ADAL" clId="{C537D0E1-F004-4867-A19F-CB629E995C3F}" dt="2026-07-13T09:39:45.229" v="5432" actId="1076"/>
          <ac:spMkLst>
            <pc:docMk/>
            <pc:sldMk cId="3281960500" sldId="2147481837"/>
            <ac:spMk id="25" creationId="{4017C786-4656-63FC-A5AD-DE043B530E56}"/>
          </ac:spMkLst>
        </pc:spChg>
        <pc:spChg chg="add mod topLvl">
          <ac:chgData name="Nagotu Dilip Kumar" userId="e960ee6c-1011-46fd-ab26-7447e3dfc484" providerId="ADAL" clId="{C537D0E1-F004-4867-A19F-CB629E995C3F}" dt="2026-07-13T10:06:16.880" v="5754" actId="1036"/>
          <ac:spMkLst>
            <pc:docMk/>
            <pc:sldMk cId="3281960500" sldId="2147481837"/>
            <ac:spMk id="26" creationId="{0903EF80-3453-D880-52ED-4EE73E191438}"/>
          </ac:spMkLst>
        </pc:spChg>
        <pc:spChg chg="add mod">
          <ac:chgData name="Nagotu Dilip Kumar" userId="e960ee6c-1011-46fd-ab26-7447e3dfc484" providerId="ADAL" clId="{C537D0E1-F004-4867-A19F-CB629E995C3F}" dt="2026-07-12T17:51:32.510" v="4330"/>
          <ac:spMkLst>
            <pc:docMk/>
            <pc:sldMk cId="3281960500" sldId="2147481837"/>
            <ac:spMk id="26" creationId="{B2D71E7A-CCF7-C0CD-B750-9AC0E75915C5}"/>
          </ac:spMkLst>
        </pc:spChg>
        <pc:spChg chg="add mod">
          <ac:chgData name="Nagotu Dilip Kumar" userId="e960ee6c-1011-46fd-ab26-7447e3dfc484" providerId="ADAL" clId="{C537D0E1-F004-4867-A19F-CB629E995C3F}" dt="2026-07-12T18:26:50.284" v="4714" actId="1036"/>
          <ac:spMkLst>
            <pc:docMk/>
            <pc:sldMk cId="3281960500" sldId="2147481837"/>
            <ac:spMk id="27" creationId="{330274E1-85AA-161B-3D6E-C66238C963F1}"/>
          </ac:spMkLst>
        </pc:spChg>
        <pc:spChg chg="add mod">
          <ac:chgData name="Nagotu Dilip Kumar" userId="e960ee6c-1011-46fd-ab26-7447e3dfc484" providerId="ADAL" clId="{C537D0E1-F004-4867-A19F-CB629E995C3F}" dt="2026-07-13T09:42:54.810" v="5465"/>
          <ac:spMkLst>
            <pc:docMk/>
            <pc:sldMk cId="3281960500" sldId="2147481837"/>
            <ac:spMk id="28" creationId="{EB2A14ED-CE35-3B2E-3589-A7EC9255D6AA}"/>
          </ac:spMkLst>
        </pc:spChg>
        <pc:spChg chg="add mod">
          <ac:chgData name="Nagotu Dilip Kumar" userId="e960ee6c-1011-46fd-ab26-7447e3dfc484" providerId="ADAL" clId="{C537D0E1-F004-4867-A19F-CB629E995C3F}" dt="2026-07-13T09:42:22.476" v="5464"/>
          <ac:spMkLst>
            <pc:docMk/>
            <pc:sldMk cId="3281960500" sldId="2147481837"/>
            <ac:spMk id="29" creationId="{2742972C-3CE5-AC95-D023-E0CDF98B9A94}"/>
          </ac:spMkLst>
        </pc:spChg>
        <pc:spChg chg="add del mod">
          <ac:chgData name="Nagotu Dilip Kumar" userId="e960ee6c-1011-46fd-ab26-7447e3dfc484" providerId="ADAL" clId="{C537D0E1-F004-4867-A19F-CB629E995C3F}" dt="2026-07-12T17:55:02.184" v="4361" actId="478"/>
          <ac:spMkLst>
            <pc:docMk/>
            <pc:sldMk cId="3281960500" sldId="2147481837"/>
            <ac:spMk id="30" creationId="{C2877D8F-14D0-F125-3CF8-A494B784C046}"/>
          </ac:spMkLst>
        </pc:spChg>
        <pc:spChg chg="add mod topLvl">
          <ac:chgData name="Nagotu Dilip Kumar" userId="e960ee6c-1011-46fd-ab26-7447e3dfc484" providerId="ADAL" clId="{C537D0E1-F004-4867-A19F-CB629E995C3F}" dt="2026-07-13T10:06:16.880" v="5754" actId="1036"/>
          <ac:spMkLst>
            <pc:docMk/>
            <pc:sldMk cId="3281960500" sldId="2147481837"/>
            <ac:spMk id="30" creationId="{E0AE1E24-2DB7-BCB2-A7AD-B6EDD379CECD}"/>
          </ac:spMkLst>
        </pc:spChg>
        <pc:spChg chg="add mod">
          <ac:chgData name="Nagotu Dilip Kumar" userId="e960ee6c-1011-46fd-ab26-7447e3dfc484" providerId="ADAL" clId="{C537D0E1-F004-4867-A19F-CB629E995C3F}" dt="2026-07-13T09:43:33.664" v="5474"/>
          <ac:spMkLst>
            <pc:docMk/>
            <pc:sldMk cId="3281960500" sldId="2147481837"/>
            <ac:spMk id="31" creationId="{E306D409-B3E4-BF9C-9937-1BAC4159C24D}"/>
          </ac:spMkLst>
        </pc:spChg>
        <pc:spChg chg="add mod topLvl">
          <ac:chgData name="Nagotu Dilip Kumar" userId="e960ee6c-1011-46fd-ab26-7447e3dfc484" providerId="ADAL" clId="{C537D0E1-F004-4867-A19F-CB629E995C3F}" dt="2026-07-13T10:06:16.880" v="5754" actId="1036"/>
          <ac:spMkLst>
            <pc:docMk/>
            <pc:sldMk cId="3281960500" sldId="2147481837"/>
            <ac:spMk id="32" creationId="{C7BC5F89-0F31-4D5E-D200-374E175BAA8A}"/>
          </ac:spMkLst>
        </pc:spChg>
        <pc:spChg chg="add mod topLvl">
          <ac:chgData name="Nagotu Dilip Kumar" userId="e960ee6c-1011-46fd-ab26-7447e3dfc484" providerId="ADAL" clId="{C537D0E1-F004-4867-A19F-CB629E995C3F}" dt="2026-07-13T10:06:16.880" v="5754" actId="1036"/>
          <ac:spMkLst>
            <pc:docMk/>
            <pc:sldMk cId="3281960500" sldId="2147481837"/>
            <ac:spMk id="34" creationId="{6A0CF2C7-3D1E-4A31-15D6-3DE4E3569C3C}"/>
          </ac:spMkLst>
        </pc:spChg>
        <pc:spChg chg="add mod">
          <ac:chgData name="Nagotu Dilip Kumar" userId="e960ee6c-1011-46fd-ab26-7447e3dfc484" providerId="ADAL" clId="{C537D0E1-F004-4867-A19F-CB629E995C3F}" dt="2026-07-12T18:26:43.740" v="4711" actId="1036"/>
          <ac:spMkLst>
            <pc:docMk/>
            <pc:sldMk cId="3281960500" sldId="2147481837"/>
            <ac:spMk id="56" creationId="{F87D2B99-594B-C1FA-6C9E-550B8FB8756B}"/>
          </ac:spMkLst>
        </pc:spChg>
        <pc:spChg chg="add mod topLvl">
          <ac:chgData name="Nagotu Dilip Kumar" userId="e960ee6c-1011-46fd-ab26-7447e3dfc484" providerId="ADAL" clId="{C537D0E1-F004-4867-A19F-CB629E995C3F}" dt="2026-07-13T10:06:16.880" v="5754" actId="1036"/>
          <ac:spMkLst>
            <pc:docMk/>
            <pc:sldMk cId="3281960500" sldId="2147481837"/>
            <ac:spMk id="58" creationId="{C7EA633B-65C3-FFAA-BF90-0C9295B9EDD3}"/>
          </ac:spMkLst>
        </pc:spChg>
        <pc:spChg chg="add del mod">
          <ac:chgData name="Nagotu Dilip Kumar" userId="e960ee6c-1011-46fd-ab26-7447e3dfc484" providerId="ADAL" clId="{C537D0E1-F004-4867-A19F-CB629E995C3F}" dt="2026-07-13T08:44:48.274" v="4821" actId="478"/>
          <ac:spMkLst>
            <pc:docMk/>
            <pc:sldMk cId="3281960500" sldId="2147481837"/>
            <ac:spMk id="59" creationId="{7D98DA70-C493-15CD-566D-EE991C821769}"/>
          </ac:spMkLst>
        </pc:spChg>
        <pc:spChg chg="add del mod">
          <ac:chgData name="Nagotu Dilip Kumar" userId="e960ee6c-1011-46fd-ab26-7447e3dfc484" providerId="ADAL" clId="{C537D0E1-F004-4867-A19F-CB629E995C3F}" dt="2026-07-13T09:46:13.008" v="5501" actId="478"/>
          <ac:spMkLst>
            <pc:docMk/>
            <pc:sldMk cId="3281960500" sldId="2147481837"/>
            <ac:spMk id="60" creationId="{5BD30660-F005-7B92-EACB-B4AADB6B17AB}"/>
          </ac:spMkLst>
        </pc:spChg>
        <pc:spChg chg="add del mod">
          <ac:chgData name="Nagotu Dilip Kumar" userId="e960ee6c-1011-46fd-ab26-7447e3dfc484" providerId="ADAL" clId="{C537D0E1-F004-4867-A19F-CB629E995C3F}" dt="2026-07-13T09:46:13.008" v="5501" actId="478"/>
          <ac:spMkLst>
            <pc:docMk/>
            <pc:sldMk cId="3281960500" sldId="2147481837"/>
            <ac:spMk id="61" creationId="{32501BBF-D6F1-18B0-C2B1-A2ECC9323521}"/>
          </ac:spMkLst>
        </pc:spChg>
        <pc:spChg chg="add del mod">
          <ac:chgData name="Nagotu Dilip Kumar" userId="e960ee6c-1011-46fd-ab26-7447e3dfc484" providerId="ADAL" clId="{C537D0E1-F004-4867-A19F-CB629E995C3F}" dt="2026-07-13T09:46:13.008" v="5501" actId="478"/>
          <ac:spMkLst>
            <pc:docMk/>
            <pc:sldMk cId="3281960500" sldId="2147481837"/>
            <ac:spMk id="62" creationId="{DF8EBB73-0CC1-45C1-9F24-0F1A608097AA}"/>
          </ac:spMkLst>
        </pc:spChg>
        <pc:spChg chg="add del mod">
          <ac:chgData name="Nagotu Dilip Kumar" userId="e960ee6c-1011-46fd-ab26-7447e3dfc484" providerId="ADAL" clId="{C537D0E1-F004-4867-A19F-CB629E995C3F}" dt="2026-07-13T09:46:13.008" v="5501" actId="478"/>
          <ac:spMkLst>
            <pc:docMk/>
            <pc:sldMk cId="3281960500" sldId="2147481837"/>
            <ac:spMk id="63" creationId="{C014D73A-4583-9621-7BE7-EE31EF79DE03}"/>
          </ac:spMkLst>
        </pc:spChg>
        <pc:spChg chg="add del mod">
          <ac:chgData name="Nagotu Dilip Kumar" userId="e960ee6c-1011-46fd-ab26-7447e3dfc484" providerId="ADAL" clId="{C537D0E1-F004-4867-A19F-CB629E995C3F}" dt="2026-07-13T09:46:13.008" v="5501" actId="478"/>
          <ac:spMkLst>
            <pc:docMk/>
            <pc:sldMk cId="3281960500" sldId="2147481837"/>
            <ac:spMk id="64" creationId="{79249A7E-E7DE-FE28-5876-B255223C04B2}"/>
          </ac:spMkLst>
        </pc:spChg>
        <pc:spChg chg="add del mod">
          <ac:chgData name="Nagotu Dilip Kumar" userId="e960ee6c-1011-46fd-ab26-7447e3dfc484" providerId="ADAL" clId="{C537D0E1-F004-4867-A19F-CB629E995C3F}" dt="2026-07-13T09:46:13.008" v="5501" actId="478"/>
          <ac:spMkLst>
            <pc:docMk/>
            <pc:sldMk cId="3281960500" sldId="2147481837"/>
            <ac:spMk id="65" creationId="{15626C80-510D-8A18-0FD3-35276EA5EA7E}"/>
          </ac:spMkLst>
        </pc:spChg>
        <pc:spChg chg="add mod topLvl">
          <ac:chgData name="Nagotu Dilip Kumar" userId="e960ee6c-1011-46fd-ab26-7447e3dfc484" providerId="ADAL" clId="{C537D0E1-F004-4867-A19F-CB629E995C3F}" dt="2026-07-13T10:06:16.880" v="5754" actId="1036"/>
          <ac:spMkLst>
            <pc:docMk/>
            <pc:sldMk cId="3281960500" sldId="2147481837"/>
            <ac:spMk id="66" creationId="{8C00BE8E-9C4A-F8BE-601D-4408ED4248A4}"/>
          </ac:spMkLst>
        </pc:spChg>
        <pc:grpChg chg="add del mod">
          <ac:chgData name="Nagotu Dilip Kumar" userId="e960ee6c-1011-46fd-ab26-7447e3dfc484" providerId="ADAL" clId="{C537D0E1-F004-4867-A19F-CB629E995C3F}" dt="2026-07-12T17:41:45.062" v="4193" actId="165"/>
          <ac:grpSpMkLst>
            <pc:docMk/>
            <pc:sldMk cId="3281960500" sldId="2147481837"/>
            <ac:grpSpMk id="14" creationId="{9D5A1BB4-0997-2CBA-99EF-659BFF74B501}"/>
          </ac:grpSpMkLst>
        </pc:grpChg>
        <pc:grpChg chg="add del mod">
          <ac:chgData name="Nagotu Dilip Kumar" userId="e960ee6c-1011-46fd-ab26-7447e3dfc484" providerId="ADAL" clId="{C537D0E1-F004-4867-A19F-CB629E995C3F}" dt="2026-07-12T17:49:47.437" v="4290" actId="165"/>
          <ac:grpSpMkLst>
            <pc:docMk/>
            <pc:sldMk cId="3281960500" sldId="2147481837"/>
            <ac:grpSpMk id="23" creationId="{324BDE18-4D19-19BE-CB8D-8DA830E8DB8C}"/>
          </ac:grpSpMkLst>
        </pc:grpChg>
        <pc:grpChg chg="add del mod">
          <ac:chgData name="Nagotu Dilip Kumar" userId="e960ee6c-1011-46fd-ab26-7447e3dfc484" providerId="ADAL" clId="{C537D0E1-F004-4867-A19F-CB629E995C3F}" dt="2026-07-13T09:58:10.571" v="5547" actId="165"/>
          <ac:grpSpMkLst>
            <pc:docMk/>
            <pc:sldMk cId="3281960500" sldId="2147481837"/>
            <ac:grpSpMk id="35" creationId="{B923E9A9-922A-4AE6-E08B-137CAB5347B0}"/>
          </ac:grpSpMkLst>
        </pc:grpChg>
        <pc:grpChg chg="add del mod">
          <ac:chgData name="Nagotu Dilip Kumar" userId="e960ee6c-1011-46fd-ab26-7447e3dfc484" providerId="ADAL" clId="{C537D0E1-F004-4867-A19F-CB629E995C3F}" dt="2026-07-13T10:06:29.362" v="5758" actId="165"/>
          <ac:grpSpMkLst>
            <pc:docMk/>
            <pc:sldMk cId="3281960500" sldId="2147481837"/>
            <ac:grpSpMk id="88" creationId="{4935DBEE-7950-A64F-7CD1-7280427EBBAD}"/>
          </ac:grpSpMkLst>
        </pc:grpChg>
        <pc:picChg chg="del">
          <ac:chgData name="Nagotu Dilip Kumar" userId="e960ee6c-1011-46fd-ab26-7447e3dfc484" providerId="ADAL" clId="{C537D0E1-F004-4867-A19F-CB629E995C3F}" dt="2026-07-13T08:49:49.412" v="4903" actId="478"/>
          <ac:picMkLst>
            <pc:docMk/>
            <pc:sldMk cId="3281960500" sldId="2147481837"/>
            <ac:picMk id="6" creationId="{B79AEE32-D60F-C992-87C1-A17AA400587B}"/>
          </ac:picMkLst>
        </pc:picChg>
        <pc:picChg chg="add del mod">
          <ac:chgData name="Nagotu Dilip Kumar" userId="e960ee6c-1011-46fd-ab26-7447e3dfc484" providerId="ADAL" clId="{C537D0E1-F004-4867-A19F-CB629E995C3F}" dt="2026-07-13T10:06:19.439" v="5755" actId="478"/>
          <ac:picMkLst>
            <pc:docMk/>
            <pc:sldMk cId="3281960500" sldId="2147481837"/>
            <ac:picMk id="15" creationId="{AA61C85B-AD33-7298-7C34-41FEECD3DF23}"/>
          </ac:picMkLst>
        </pc:picChg>
        <pc:picChg chg="add mod modCrop">
          <ac:chgData name="Nagotu Dilip Kumar" userId="e960ee6c-1011-46fd-ab26-7447e3dfc484" providerId="ADAL" clId="{C537D0E1-F004-4867-A19F-CB629E995C3F}" dt="2026-07-12T17:56:33.266" v="4390" actId="732"/>
          <ac:picMkLst>
            <pc:docMk/>
            <pc:sldMk cId="3281960500" sldId="2147481837"/>
            <ac:picMk id="36" creationId="{4AC1D07C-61BF-25D2-10DA-8F9EA57B1338}"/>
          </ac:picMkLst>
        </pc:picChg>
        <pc:picChg chg="add del mod">
          <ac:chgData name="Nagotu Dilip Kumar" userId="e960ee6c-1011-46fd-ab26-7447e3dfc484" providerId="ADAL" clId="{C537D0E1-F004-4867-A19F-CB629E995C3F}" dt="2026-07-13T09:40:01.879" v="5445" actId="478"/>
          <ac:picMkLst>
            <pc:docMk/>
            <pc:sldMk cId="3281960500" sldId="2147481837"/>
            <ac:picMk id="44" creationId="{FE8094D7-D25E-1F82-B1AA-FC0342CEC335}"/>
          </ac:picMkLst>
        </pc:picChg>
        <pc:picChg chg="add del mod">
          <ac:chgData name="Nagotu Dilip Kumar" userId="e960ee6c-1011-46fd-ab26-7447e3dfc484" providerId="ADAL" clId="{C537D0E1-F004-4867-A19F-CB629E995C3F}" dt="2026-07-13T09:40:01.879" v="5445" actId="478"/>
          <ac:picMkLst>
            <pc:docMk/>
            <pc:sldMk cId="3281960500" sldId="2147481837"/>
            <ac:picMk id="46" creationId="{03D138AB-D43B-6FA8-12E5-DC18BC1897EE}"/>
          </ac:picMkLst>
        </pc:picChg>
        <pc:picChg chg="add del mod">
          <ac:chgData name="Nagotu Dilip Kumar" userId="e960ee6c-1011-46fd-ab26-7447e3dfc484" providerId="ADAL" clId="{C537D0E1-F004-4867-A19F-CB629E995C3F}" dt="2026-07-13T09:40:01.879" v="5445" actId="478"/>
          <ac:picMkLst>
            <pc:docMk/>
            <pc:sldMk cId="3281960500" sldId="2147481837"/>
            <ac:picMk id="48" creationId="{16613EB1-F6BF-B572-7EB9-7839EBF3378D}"/>
          </ac:picMkLst>
        </pc:picChg>
        <pc:picChg chg="add del mod">
          <ac:chgData name="Nagotu Dilip Kumar" userId="e960ee6c-1011-46fd-ab26-7447e3dfc484" providerId="ADAL" clId="{C537D0E1-F004-4867-A19F-CB629E995C3F}" dt="2026-07-13T09:40:01.879" v="5445" actId="478"/>
          <ac:picMkLst>
            <pc:docMk/>
            <pc:sldMk cId="3281960500" sldId="2147481837"/>
            <ac:picMk id="50" creationId="{854BD6C1-E0CD-97E6-FB6D-2C4B39A0E275}"/>
          </ac:picMkLst>
        </pc:picChg>
        <pc:picChg chg="add del mod">
          <ac:chgData name="Nagotu Dilip Kumar" userId="e960ee6c-1011-46fd-ab26-7447e3dfc484" providerId="ADAL" clId="{C537D0E1-F004-4867-A19F-CB629E995C3F}" dt="2026-07-13T09:39:42.382" v="5431" actId="478"/>
          <ac:picMkLst>
            <pc:docMk/>
            <pc:sldMk cId="3281960500" sldId="2147481837"/>
            <ac:picMk id="52" creationId="{A5B2A4A3-8B38-604C-72AC-D5F081087E08}"/>
          </ac:picMkLst>
        </pc:picChg>
        <pc:picChg chg="add del mod">
          <ac:chgData name="Nagotu Dilip Kumar" userId="e960ee6c-1011-46fd-ab26-7447e3dfc484" providerId="ADAL" clId="{C537D0E1-F004-4867-A19F-CB629E995C3F}" dt="2026-07-13T09:40:01.879" v="5445" actId="478"/>
          <ac:picMkLst>
            <pc:docMk/>
            <pc:sldMk cId="3281960500" sldId="2147481837"/>
            <ac:picMk id="54" creationId="{DA31CAE8-4C19-7109-D280-FC9C288643EF}"/>
          </ac:picMkLst>
        </pc:picChg>
        <pc:picChg chg="add mod">
          <ac:chgData name="Nagotu Dilip Kumar" userId="e960ee6c-1011-46fd-ab26-7447e3dfc484" providerId="ADAL" clId="{C537D0E1-F004-4867-A19F-CB629E995C3F}" dt="2026-07-13T10:02:31.623" v="5716" actId="1076"/>
          <ac:picMkLst>
            <pc:docMk/>
            <pc:sldMk cId="3281960500" sldId="2147481837"/>
            <ac:picMk id="55" creationId="{24176662-152A-A830-3965-847C7788ADF3}"/>
          </ac:picMkLst>
        </pc:picChg>
        <pc:picChg chg="add mod">
          <ac:chgData name="Nagotu Dilip Kumar" userId="e960ee6c-1011-46fd-ab26-7447e3dfc484" providerId="ADAL" clId="{C537D0E1-F004-4867-A19F-CB629E995C3F}" dt="2026-07-13T10:02:41.851" v="5718" actId="1076"/>
          <ac:picMkLst>
            <pc:docMk/>
            <pc:sldMk cId="3281960500" sldId="2147481837"/>
            <ac:picMk id="57" creationId="{5968CA16-EFA9-29B5-3A7F-39ED9C96097E}"/>
          </ac:picMkLst>
        </pc:picChg>
        <pc:picChg chg="add mod">
          <ac:chgData name="Nagotu Dilip Kumar" userId="e960ee6c-1011-46fd-ab26-7447e3dfc484" providerId="ADAL" clId="{C537D0E1-F004-4867-A19F-CB629E995C3F}" dt="2026-07-13T10:02:56.261" v="5722" actId="1076"/>
          <ac:picMkLst>
            <pc:docMk/>
            <pc:sldMk cId="3281960500" sldId="2147481837"/>
            <ac:picMk id="67" creationId="{E5F50338-5EF3-60A3-46A4-FE17C4FEECE3}"/>
          </ac:picMkLst>
        </pc:picChg>
        <pc:picChg chg="add mod">
          <ac:chgData name="Nagotu Dilip Kumar" userId="e960ee6c-1011-46fd-ab26-7447e3dfc484" providerId="ADAL" clId="{C537D0E1-F004-4867-A19F-CB629E995C3F}" dt="2026-07-12T18:22:19.860" v="4702" actId="1035"/>
          <ac:picMkLst>
            <pc:docMk/>
            <pc:sldMk cId="3281960500" sldId="2147481837"/>
            <ac:picMk id="76" creationId="{EA651A07-1A5E-A515-4FD0-52D717371DA6}"/>
          </ac:picMkLst>
        </pc:picChg>
        <pc:picChg chg="add del mod">
          <ac:chgData name="Nagotu Dilip Kumar" userId="e960ee6c-1011-46fd-ab26-7447e3dfc484" providerId="ADAL" clId="{C537D0E1-F004-4867-A19F-CB629E995C3F}" dt="2026-07-13T08:44:48.274" v="4821" actId="478"/>
          <ac:picMkLst>
            <pc:docMk/>
            <pc:sldMk cId="3281960500" sldId="2147481837"/>
            <ac:picMk id="77" creationId="{53425747-2BE7-E28E-8685-804B61DA4105}"/>
          </ac:picMkLst>
        </pc:picChg>
        <pc:picChg chg="add mod">
          <ac:chgData name="Nagotu Dilip Kumar" userId="e960ee6c-1011-46fd-ab26-7447e3dfc484" providerId="ADAL" clId="{C537D0E1-F004-4867-A19F-CB629E995C3F}" dt="2026-07-13T10:03:14.918" v="5727" actId="1076"/>
          <ac:picMkLst>
            <pc:docMk/>
            <pc:sldMk cId="3281960500" sldId="2147481837"/>
            <ac:picMk id="78" creationId="{A8E2C6A1-BAB3-C2F9-1885-6B104B51F99C}"/>
          </ac:picMkLst>
        </pc:picChg>
        <pc:picChg chg="add mod">
          <ac:chgData name="Nagotu Dilip Kumar" userId="e960ee6c-1011-46fd-ab26-7447e3dfc484" providerId="ADAL" clId="{C537D0E1-F004-4867-A19F-CB629E995C3F}" dt="2026-07-13T10:02:16.035" v="5712" actId="1076"/>
          <ac:picMkLst>
            <pc:docMk/>
            <pc:sldMk cId="3281960500" sldId="2147481837"/>
            <ac:picMk id="79" creationId="{FFC5B1E9-29CF-A9FE-1DE1-8411931CAC83}"/>
          </ac:picMkLst>
        </pc:picChg>
        <pc:picChg chg="add mod">
          <ac:chgData name="Nagotu Dilip Kumar" userId="e960ee6c-1011-46fd-ab26-7447e3dfc484" providerId="ADAL" clId="{C537D0E1-F004-4867-A19F-CB629E995C3F}" dt="2026-07-13T08:46:16.466" v="4861" actId="1076"/>
          <ac:picMkLst>
            <pc:docMk/>
            <pc:sldMk cId="3281960500" sldId="2147481837"/>
            <ac:picMk id="81" creationId="{2F8C8E1E-D22E-7FCA-7EE3-D722596C3397}"/>
          </ac:picMkLst>
        </pc:picChg>
        <pc:picChg chg="add mod">
          <ac:chgData name="Nagotu Dilip Kumar" userId="e960ee6c-1011-46fd-ab26-7447e3dfc484" providerId="ADAL" clId="{C537D0E1-F004-4867-A19F-CB629E995C3F}" dt="2026-07-13T10:03:50.667" v="5731" actId="1076"/>
          <ac:picMkLst>
            <pc:docMk/>
            <pc:sldMk cId="3281960500" sldId="2147481837"/>
            <ac:picMk id="82" creationId="{6E37CABA-26F6-CE12-1295-9F27D95D9FAD}"/>
          </ac:picMkLst>
        </pc:picChg>
        <pc:picChg chg="add del mod">
          <ac:chgData name="Nagotu Dilip Kumar" userId="e960ee6c-1011-46fd-ab26-7447e3dfc484" providerId="ADAL" clId="{C537D0E1-F004-4867-A19F-CB629E995C3F}" dt="2026-07-13T09:46:13.008" v="5501" actId="478"/>
          <ac:picMkLst>
            <pc:docMk/>
            <pc:sldMk cId="3281960500" sldId="2147481837"/>
            <ac:picMk id="83" creationId="{407EE3CC-B0E2-89C1-B503-B3664BF0C9CB}"/>
          </ac:picMkLst>
        </pc:picChg>
        <pc:picChg chg="add mod">
          <ac:chgData name="Nagotu Dilip Kumar" userId="e960ee6c-1011-46fd-ab26-7447e3dfc484" providerId="ADAL" clId="{C537D0E1-F004-4867-A19F-CB629E995C3F}" dt="2026-07-13T08:46:25.344" v="4866" actId="1076"/>
          <ac:picMkLst>
            <pc:docMk/>
            <pc:sldMk cId="3281960500" sldId="2147481837"/>
            <ac:picMk id="85" creationId="{ECD52F54-2AEC-0129-D398-37D970BE8215}"/>
          </ac:picMkLst>
        </pc:picChg>
        <pc:picChg chg="add mod">
          <ac:chgData name="Nagotu Dilip Kumar" userId="e960ee6c-1011-46fd-ab26-7447e3dfc484" providerId="ADAL" clId="{C537D0E1-F004-4867-A19F-CB629E995C3F}" dt="2026-07-13T10:06:08.906" v="5750" actId="1076"/>
          <ac:picMkLst>
            <pc:docMk/>
            <pc:sldMk cId="3281960500" sldId="2147481837"/>
            <ac:picMk id="86" creationId="{32FF3C91-07ED-0B69-8673-17B18BF79EFB}"/>
          </ac:picMkLst>
        </pc:picChg>
        <pc:picChg chg="add mod">
          <ac:chgData name="Nagotu Dilip Kumar" userId="e960ee6c-1011-46fd-ab26-7447e3dfc484" providerId="ADAL" clId="{C537D0E1-F004-4867-A19F-CB629E995C3F}" dt="2026-07-13T08:46:29.067" v="4868" actId="1076"/>
          <ac:picMkLst>
            <pc:docMk/>
            <pc:sldMk cId="3281960500" sldId="2147481837"/>
            <ac:picMk id="87" creationId="{87B5CDAA-E124-8136-4FEF-F113D9CD6F95}"/>
          </ac:picMkLst>
        </pc:picChg>
        <pc:picChg chg="add del mod">
          <ac:chgData name="Nagotu Dilip Kumar" userId="e960ee6c-1011-46fd-ab26-7447e3dfc484" providerId="ADAL" clId="{C537D0E1-F004-4867-A19F-CB629E995C3F}" dt="2026-07-13T09:46:13.008" v="5501" actId="478"/>
          <ac:picMkLst>
            <pc:docMk/>
            <pc:sldMk cId="3281960500" sldId="2147481837"/>
            <ac:picMk id="89" creationId="{84CF243F-05A4-BF31-7271-F992A64AAF50}"/>
          </ac:picMkLst>
        </pc:picChg>
        <pc:picChg chg="add mod">
          <ac:chgData name="Nagotu Dilip Kumar" userId="e960ee6c-1011-46fd-ab26-7447e3dfc484" providerId="ADAL" clId="{C537D0E1-F004-4867-A19F-CB629E995C3F}" dt="2026-07-13T10:20:28.345" v="5774" actId="1076"/>
          <ac:picMkLst>
            <pc:docMk/>
            <pc:sldMk cId="3281960500" sldId="2147481837"/>
            <ac:picMk id="90" creationId="{1E5DDFB6-7B31-08F8-3796-B13E77BA67E7}"/>
          </ac:picMkLst>
        </pc:picChg>
        <pc:picChg chg="add del mod">
          <ac:chgData name="Nagotu Dilip Kumar" userId="e960ee6c-1011-46fd-ab26-7447e3dfc484" providerId="ADAL" clId="{C537D0E1-F004-4867-A19F-CB629E995C3F}" dt="2026-07-13T09:46:13.008" v="5501" actId="478"/>
          <ac:picMkLst>
            <pc:docMk/>
            <pc:sldMk cId="3281960500" sldId="2147481837"/>
            <ac:picMk id="91" creationId="{7C929599-927F-BA09-7FA4-6030A707C4A3}"/>
          </ac:picMkLst>
        </pc:picChg>
        <pc:picChg chg="add mod">
          <ac:chgData name="Nagotu Dilip Kumar" userId="e960ee6c-1011-46fd-ab26-7447e3dfc484" providerId="ADAL" clId="{C537D0E1-F004-4867-A19F-CB629E995C3F}" dt="2026-07-13T10:20:26.781" v="5773" actId="1076"/>
          <ac:picMkLst>
            <pc:docMk/>
            <pc:sldMk cId="3281960500" sldId="2147481837"/>
            <ac:picMk id="92" creationId="{41A35228-0BF1-13B8-A6FE-762587B84B95}"/>
          </ac:picMkLst>
        </pc:picChg>
        <pc:picChg chg="add mod">
          <ac:chgData name="Nagotu Dilip Kumar" userId="e960ee6c-1011-46fd-ab26-7447e3dfc484" providerId="ADAL" clId="{C537D0E1-F004-4867-A19F-CB629E995C3F}" dt="2026-07-13T10:21:37.771" v="5778" actId="1076"/>
          <ac:picMkLst>
            <pc:docMk/>
            <pc:sldMk cId="3281960500" sldId="2147481837"/>
            <ac:picMk id="94" creationId="{B8259F5A-B9F7-C744-5359-01FA830C01DA}"/>
          </ac:picMkLst>
        </pc:picChg>
        <pc:picChg chg="add mod">
          <ac:chgData name="Nagotu Dilip Kumar" userId="e960ee6c-1011-46fd-ab26-7447e3dfc484" providerId="ADAL" clId="{C537D0E1-F004-4867-A19F-CB629E995C3F}" dt="2026-07-13T10:39:43.598" v="5782" actId="1076"/>
          <ac:picMkLst>
            <pc:docMk/>
            <pc:sldMk cId="3281960500" sldId="2147481837"/>
            <ac:picMk id="96" creationId="{36D089FB-05AB-0614-DD56-ED17025BBCAD}"/>
          </ac:picMkLst>
        </pc:picChg>
        <pc:picChg chg="add mod">
          <ac:chgData name="Nagotu Dilip Kumar" userId="e960ee6c-1011-46fd-ab26-7447e3dfc484" providerId="ADAL" clId="{C537D0E1-F004-4867-A19F-CB629E995C3F}" dt="2026-07-13T10:40:51.389" v="5787" actId="1035"/>
          <ac:picMkLst>
            <pc:docMk/>
            <pc:sldMk cId="3281960500" sldId="2147481837"/>
            <ac:picMk id="98" creationId="{8D743DCB-598D-2AF6-51D8-8EA58DA0510D}"/>
          </ac:picMkLst>
        </pc:picChg>
        <pc:picChg chg="add mod topLvl">
          <ac:chgData name="Nagotu Dilip Kumar" userId="e960ee6c-1011-46fd-ab26-7447e3dfc484" providerId="ADAL" clId="{C537D0E1-F004-4867-A19F-CB629E995C3F}" dt="2026-07-13T10:06:29.362" v="5758" actId="165"/>
          <ac:picMkLst>
            <pc:docMk/>
            <pc:sldMk cId="3281960500" sldId="2147481837"/>
            <ac:picMk id="1026" creationId="{7560501F-9AE3-961F-D36A-BA55220CC71D}"/>
          </ac:picMkLst>
        </pc:picChg>
        <pc:picChg chg="add mod topLvl">
          <ac:chgData name="Nagotu Dilip Kumar" userId="e960ee6c-1011-46fd-ab26-7447e3dfc484" providerId="ADAL" clId="{C537D0E1-F004-4867-A19F-CB629E995C3F}" dt="2026-07-13T10:06:29.362" v="5758" actId="165"/>
          <ac:picMkLst>
            <pc:docMk/>
            <pc:sldMk cId="3281960500" sldId="2147481837"/>
            <ac:picMk id="1028" creationId="{48E11257-03BC-A940-B61C-6D822AB46A36}"/>
          </ac:picMkLst>
        </pc:picChg>
        <pc:cxnChg chg="add mod">
          <ac:chgData name="Nagotu Dilip Kumar" userId="e960ee6c-1011-46fd-ab26-7447e3dfc484" providerId="ADAL" clId="{C537D0E1-F004-4867-A19F-CB629E995C3F}" dt="2026-07-12T17:55:59.871" v="4380" actId="1076"/>
          <ac:cxnSpMkLst>
            <pc:docMk/>
            <pc:sldMk cId="3281960500" sldId="2147481837"/>
            <ac:cxnSpMk id="33" creationId="{5727C224-41F8-9624-AC32-3E2F41A27EDC}"/>
          </ac:cxnSpMkLst>
        </pc:cxnChg>
        <pc:cxnChg chg="add mod">
          <ac:chgData name="Nagotu Dilip Kumar" userId="e960ee6c-1011-46fd-ab26-7447e3dfc484" providerId="ADAL" clId="{C537D0E1-F004-4867-A19F-CB629E995C3F}" dt="2026-07-13T09:40:15.822" v="5453" actId="1038"/>
          <ac:cxnSpMkLst>
            <pc:docMk/>
            <pc:sldMk cId="3281960500" sldId="2147481837"/>
            <ac:cxnSpMk id="38" creationId="{3646BE28-B0F1-9442-6E0A-A1724EB844CD}"/>
          </ac:cxnSpMkLst>
        </pc:cxnChg>
        <pc:cxnChg chg="add mod">
          <ac:chgData name="Nagotu Dilip Kumar" userId="e960ee6c-1011-46fd-ab26-7447e3dfc484" providerId="ADAL" clId="{C537D0E1-F004-4867-A19F-CB629E995C3F}" dt="2026-07-13T09:40:15.822" v="5453" actId="1038"/>
          <ac:cxnSpMkLst>
            <pc:docMk/>
            <pc:sldMk cId="3281960500" sldId="2147481837"/>
            <ac:cxnSpMk id="39" creationId="{20C8CCFC-E6CF-4793-93F3-F316EE11238B}"/>
          </ac:cxnSpMkLst>
        </pc:cxnChg>
        <pc:cxnChg chg="add mod">
          <ac:chgData name="Nagotu Dilip Kumar" userId="e960ee6c-1011-46fd-ab26-7447e3dfc484" providerId="ADAL" clId="{C537D0E1-F004-4867-A19F-CB629E995C3F}" dt="2026-07-13T09:40:15.822" v="5453" actId="1038"/>
          <ac:cxnSpMkLst>
            <pc:docMk/>
            <pc:sldMk cId="3281960500" sldId="2147481837"/>
            <ac:cxnSpMk id="40" creationId="{CB9872FF-B8CE-7375-3811-6614AABBDF2D}"/>
          </ac:cxnSpMkLst>
        </pc:cxnChg>
        <pc:cxnChg chg="add del mod">
          <ac:chgData name="Nagotu Dilip Kumar" userId="e960ee6c-1011-46fd-ab26-7447e3dfc484" providerId="ADAL" clId="{C537D0E1-F004-4867-A19F-CB629E995C3F}" dt="2026-07-13T09:39:56.300" v="5443" actId="478"/>
          <ac:cxnSpMkLst>
            <pc:docMk/>
            <pc:sldMk cId="3281960500" sldId="2147481837"/>
            <ac:cxnSpMk id="41" creationId="{42002F77-0E93-65B1-CB93-1AE2219530BF}"/>
          </ac:cxnSpMkLst>
        </pc:cxnChg>
        <pc:cxnChg chg="add mod">
          <ac:chgData name="Nagotu Dilip Kumar" userId="e960ee6c-1011-46fd-ab26-7447e3dfc484" providerId="ADAL" clId="{C537D0E1-F004-4867-A19F-CB629E995C3F}" dt="2026-07-13T09:40:15.822" v="5453" actId="1038"/>
          <ac:cxnSpMkLst>
            <pc:docMk/>
            <pc:sldMk cId="3281960500" sldId="2147481837"/>
            <ac:cxnSpMk id="42" creationId="{6579D07A-2206-0AE9-104E-8BD2C2704C07}"/>
          </ac:cxnSpMkLst>
        </pc:cxnChg>
        <pc:cxnChg chg="add mod">
          <ac:chgData name="Nagotu Dilip Kumar" userId="e960ee6c-1011-46fd-ab26-7447e3dfc484" providerId="ADAL" clId="{C537D0E1-F004-4867-A19F-CB629E995C3F}" dt="2026-07-13T10:00:53.427" v="5689" actId="1076"/>
          <ac:cxnSpMkLst>
            <pc:docMk/>
            <pc:sldMk cId="3281960500" sldId="2147481837"/>
            <ac:cxnSpMk id="43" creationId="{1E991DB4-BAFE-12C8-F6DB-B6E336544A0D}"/>
          </ac:cxnSpMkLst>
        </pc:cxnChg>
        <pc:cxnChg chg="add mod">
          <ac:chgData name="Nagotu Dilip Kumar" userId="e960ee6c-1011-46fd-ab26-7447e3dfc484" providerId="ADAL" clId="{C537D0E1-F004-4867-A19F-CB629E995C3F}" dt="2026-07-13T10:00:56.385" v="5691" actId="1076"/>
          <ac:cxnSpMkLst>
            <pc:docMk/>
            <pc:sldMk cId="3281960500" sldId="2147481837"/>
            <ac:cxnSpMk id="45" creationId="{10E6574D-FB0F-9301-D393-7512521A3618}"/>
          </ac:cxnSpMkLst>
        </pc:cxnChg>
        <pc:cxnChg chg="add mod">
          <ac:chgData name="Nagotu Dilip Kumar" userId="e960ee6c-1011-46fd-ab26-7447e3dfc484" providerId="ADAL" clId="{C537D0E1-F004-4867-A19F-CB629E995C3F}" dt="2026-07-13T10:00:58.860" v="5693" actId="1076"/>
          <ac:cxnSpMkLst>
            <pc:docMk/>
            <pc:sldMk cId="3281960500" sldId="2147481837"/>
            <ac:cxnSpMk id="47" creationId="{27CEFC9F-70B4-7F75-7670-D68B7407ED62}"/>
          </ac:cxnSpMkLst>
        </pc:cxnChg>
        <pc:cxnChg chg="add mod">
          <ac:chgData name="Nagotu Dilip Kumar" userId="e960ee6c-1011-46fd-ab26-7447e3dfc484" providerId="ADAL" clId="{C537D0E1-F004-4867-A19F-CB629E995C3F}" dt="2026-07-13T10:01:01.233" v="5695" actId="1076"/>
          <ac:cxnSpMkLst>
            <pc:docMk/>
            <pc:sldMk cId="3281960500" sldId="2147481837"/>
            <ac:cxnSpMk id="49" creationId="{70F60062-700E-B948-83DA-9BABF3489EC4}"/>
          </ac:cxnSpMkLst>
        </pc:cxnChg>
        <pc:cxnChg chg="add mod">
          <ac:chgData name="Nagotu Dilip Kumar" userId="e960ee6c-1011-46fd-ab26-7447e3dfc484" providerId="ADAL" clId="{C537D0E1-F004-4867-A19F-CB629E995C3F}" dt="2026-07-13T10:01:03.674" v="5697" actId="1076"/>
          <ac:cxnSpMkLst>
            <pc:docMk/>
            <pc:sldMk cId="3281960500" sldId="2147481837"/>
            <ac:cxnSpMk id="51" creationId="{2F6356EF-5883-C396-9DB5-D313A04E713F}"/>
          </ac:cxnSpMkLst>
        </pc:cxnChg>
        <pc:cxnChg chg="add mod">
          <ac:chgData name="Nagotu Dilip Kumar" userId="e960ee6c-1011-46fd-ab26-7447e3dfc484" providerId="ADAL" clId="{C537D0E1-F004-4867-A19F-CB629E995C3F}" dt="2026-07-13T10:01:06.514" v="5699" actId="1076"/>
          <ac:cxnSpMkLst>
            <pc:docMk/>
            <pc:sldMk cId="3281960500" sldId="2147481837"/>
            <ac:cxnSpMk id="53" creationId="{F3CB9392-63B0-21A0-4A8D-1B9AAA38E2D3}"/>
          </ac:cxnSpMkLst>
        </pc:cxnChg>
        <pc:cxnChg chg="add mod">
          <ac:chgData name="Nagotu Dilip Kumar" userId="e960ee6c-1011-46fd-ab26-7447e3dfc484" providerId="ADAL" clId="{C537D0E1-F004-4867-A19F-CB629E995C3F}" dt="2026-07-13T10:00:48.681" v="5687" actId="1038"/>
          <ac:cxnSpMkLst>
            <pc:docMk/>
            <pc:sldMk cId="3281960500" sldId="2147481837"/>
            <ac:cxnSpMk id="68" creationId="{7F2C8053-CB37-7435-150F-ED97973234A4}"/>
          </ac:cxnSpMkLst>
        </pc:cxnChg>
        <pc:cxnChg chg="add del mod">
          <ac:chgData name="Nagotu Dilip Kumar" userId="e960ee6c-1011-46fd-ab26-7447e3dfc484" providerId="ADAL" clId="{C537D0E1-F004-4867-A19F-CB629E995C3F}" dt="2026-07-13T08:44:49.442" v="4822" actId="478"/>
          <ac:cxnSpMkLst>
            <pc:docMk/>
            <pc:sldMk cId="3281960500" sldId="2147481837"/>
            <ac:cxnSpMk id="69" creationId="{5258DE72-C122-31A0-5DA7-91A1D3BEFC53}"/>
          </ac:cxnSpMkLst>
        </pc:cxnChg>
        <pc:cxnChg chg="add mod">
          <ac:chgData name="Nagotu Dilip Kumar" userId="e960ee6c-1011-46fd-ab26-7447e3dfc484" providerId="ADAL" clId="{C537D0E1-F004-4867-A19F-CB629E995C3F}" dt="2026-07-13T08:46:14.886" v="4860" actId="1076"/>
          <ac:cxnSpMkLst>
            <pc:docMk/>
            <pc:sldMk cId="3281960500" sldId="2147481837"/>
            <ac:cxnSpMk id="70" creationId="{99B2B501-030B-337F-69D8-B9D8E8F8CF9D}"/>
          </ac:cxnSpMkLst>
        </pc:cxnChg>
        <pc:cxnChg chg="add mod">
          <ac:chgData name="Nagotu Dilip Kumar" userId="e960ee6c-1011-46fd-ab26-7447e3dfc484" providerId="ADAL" clId="{C537D0E1-F004-4867-A19F-CB629E995C3F}" dt="2026-07-13T08:46:18.632" v="4862" actId="1076"/>
          <ac:cxnSpMkLst>
            <pc:docMk/>
            <pc:sldMk cId="3281960500" sldId="2147481837"/>
            <ac:cxnSpMk id="71" creationId="{D9BF007F-10E9-7FE0-FF05-06B30206BEE9}"/>
          </ac:cxnSpMkLst>
        </pc:cxnChg>
        <pc:cxnChg chg="add mod">
          <ac:chgData name="Nagotu Dilip Kumar" userId="e960ee6c-1011-46fd-ab26-7447e3dfc484" providerId="ADAL" clId="{C537D0E1-F004-4867-A19F-CB629E995C3F}" dt="2026-07-13T08:46:22.135" v="4864" actId="1076"/>
          <ac:cxnSpMkLst>
            <pc:docMk/>
            <pc:sldMk cId="3281960500" sldId="2147481837"/>
            <ac:cxnSpMk id="72" creationId="{1D6714E2-0774-BA36-270E-AB5902301D1C}"/>
          </ac:cxnSpMkLst>
        </pc:cxnChg>
        <pc:cxnChg chg="add mod">
          <ac:chgData name="Nagotu Dilip Kumar" userId="e960ee6c-1011-46fd-ab26-7447e3dfc484" providerId="ADAL" clId="{C537D0E1-F004-4867-A19F-CB629E995C3F}" dt="2026-07-13T08:46:24.010" v="4865" actId="1076"/>
          <ac:cxnSpMkLst>
            <pc:docMk/>
            <pc:sldMk cId="3281960500" sldId="2147481837"/>
            <ac:cxnSpMk id="73" creationId="{320EC433-80E6-B3D5-63DF-EBA1955EA4D2}"/>
          </ac:cxnSpMkLst>
        </pc:cxnChg>
        <pc:cxnChg chg="add mod">
          <ac:chgData name="Nagotu Dilip Kumar" userId="e960ee6c-1011-46fd-ab26-7447e3dfc484" providerId="ADAL" clId="{C537D0E1-F004-4867-A19F-CB629E995C3F}" dt="2026-07-13T08:46:27.241" v="4867" actId="1076"/>
          <ac:cxnSpMkLst>
            <pc:docMk/>
            <pc:sldMk cId="3281960500" sldId="2147481837"/>
            <ac:cxnSpMk id="74" creationId="{B64EF408-8E0F-84D2-8054-66D966F15465}"/>
          </ac:cxnSpMkLst>
        </pc:cxnChg>
        <pc:cxnChg chg="add mod">
          <ac:chgData name="Nagotu Dilip Kumar" userId="e960ee6c-1011-46fd-ab26-7447e3dfc484" providerId="ADAL" clId="{C537D0E1-F004-4867-A19F-CB629E995C3F}" dt="2026-07-13T08:46:34.755" v="4870" actId="1076"/>
          <ac:cxnSpMkLst>
            <pc:docMk/>
            <pc:sldMk cId="3281960500" sldId="2147481837"/>
            <ac:cxnSpMk id="75" creationId="{C4F4852A-D419-EE32-8040-93FF14BB8841}"/>
          </ac:cxnSpMkLst>
        </pc:cxnChg>
      </pc:sldChg>
      <pc:sldChg chg="addSp delSp modSp add mod">
        <pc:chgData name="Nagotu Dilip Kumar" userId="e960ee6c-1011-46fd-ab26-7447e3dfc484" providerId="ADAL" clId="{C537D0E1-F004-4867-A19F-CB629E995C3F}" dt="2026-07-13T10:02:49.147" v="5720" actId="21"/>
        <pc:sldMkLst>
          <pc:docMk/>
          <pc:sldMk cId="1700196350" sldId="2147481841"/>
        </pc:sldMkLst>
        <pc:picChg chg="add del mod">
          <ac:chgData name="Nagotu Dilip Kumar" userId="e960ee6c-1011-46fd-ab26-7447e3dfc484" providerId="ADAL" clId="{C537D0E1-F004-4867-A19F-CB629E995C3F}" dt="2026-07-13T10:02:49.147" v="5720" actId="21"/>
          <ac:picMkLst>
            <pc:docMk/>
            <pc:sldMk cId="1700196350" sldId="2147481841"/>
            <ac:picMk id="5" creationId="{E5F50338-5EF3-60A3-46A4-FE17C4FEECE3}"/>
          </ac:picMkLst>
        </pc:picChg>
      </pc:sldChg>
      <pc:sldChg chg="add">
        <pc:chgData name="Nagotu Dilip Kumar" userId="e960ee6c-1011-46fd-ab26-7447e3dfc484" providerId="ADAL" clId="{C537D0E1-F004-4867-A19F-CB629E995C3F}" dt="2026-07-13T08:51:49.403" v="4937"/>
        <pc:sldMkLst>
          <pc:docMk/>
          <pc:sldMk cId="1031067195" sldId="2147481842"/>
        </pc:sldMkLst>
      </pc:sldChg>
      <pc:sldChg chg="add">
        <pc:chgData name="Nagotu Dilip Kumar" userId="e960ee6c-1011-46fd-ab26-7447e3dfc484" providerId="ADAL" clId="{C537D0E1-F004-4867-A19F-CB629E995C3F}" dt="2026-07-13T08:51:49.403" v="4937"/>
        <pc:sldMkLst>
          <pc:docMk/>
          <pc:sldMk cId="4138652255" sldId="2147481843"/>
        </pc:sldMkLst>
      </pc:sldChg>
      <pc:sldChg chg="modSp mod">
        <pc:chgData name="Nagotu Dilip Kumar" userId="e960ee6c-1011-46fd-ab26-7447e3dfc484" providerId="ADAL" clId="{C537D0E1-F004-4867-A19F-CB629E995C3F}" dt="2026-07-13T10:07:12.023" v="5759" actId="14100"/>
        <pc:sldMkLst>
          <pc:docMk/>
          <pc:sldMk cId="3767215323" sldId="2147481844"/>
        </pc:sldMkLst>
        <pc:spChg chg="mod">
          <ac:chgData name="Nagotu Dilip Kumar" userId="e960ee6c-1011-46fd-ab26-7447e3dfc484" providerId="ADAL" clId="{C537D0E1-F004-4867-A19F-CB629E995C3F}" dt="2026-07-13T10:07:12.023" v="5759" actId="14100"/>
          <ac:spMkLst>
            <pc:docMk/>
            <pc:sldMk cId="3767215323" sldId="2147481844"/>
            <ac:spMk id="2" creationId="{BBE3C712-38E0-9F65-5D23-B72BDF69E356}"/>
          </ac:spMkLst>
        </pc:spChg>
      </pc:sldChg>
      <pc:sldMasterChg chg="modSldLayout">
        <pc:chgData name="Nagotu Dilip Kumar" userId="e960ee6c-1011-46fd-ab26-7447e3dfc484" providerId="ADAL" clId="{C537D0E1-F004-4867-A19F-CB629E995C3F}" dt="2026-07-01T10:22:23.617" v="1663" actId="167"/>
        <pc:sldMasterMkLst>
          <pc:docMk/>
          <pc:sldMasterMk cId="2912767171" sldId="2147483660"/>
        </pc:sldMasterMkLst>
        <pc:sldLayoutChg chg="addSp modSp mod">
          <pc:chgData name="Nagotu Dilip Kumar" userId="e960ee6c-1011-46fd-ab26-7447e3dfc484" providerId="ADAL" clId="{C537D0E1-F004-4867-A19F-CB629E995C3F}" dt="2026-07-01T10:22:23.617" v="1663" actId="167"/>
          <pc:sldLayoutMkLst>
            <pc:docMk/>
            <pc:sldMasterMk cId="2912767171" sldId="2147483660"/>
            <pc:sldLayoutMk cId="414535277" sldId="2147483670"/>
          </pc:sldLayoutMkLst>
          <pc:picChg chg="add mod ord">
            <ac:chgData name="Nagotu Dilip Kumar" userId="e960ee6c-1011-46fd-ab26-7447e3dfc484" providerId="ADAL" clId="{C537D0E1-F004-4867-A19F-CB629E995C3F}" dt="2026-07-01T10:22:23.617" v="1663" actId="167"/>
            <ac:picMkLst>
              <pc:docMk/>
              <pc:sldMasterMk cId="2912767171" sldId="2147483660"/>
              <pc:sldLayoutMk cId="414535277" sldId="2147483670"/>
              <ac:picMk id="5" creationId="{915BA9E9-80E2-6F21-A8AC-18B2BE212FA5}"/>
            </ac:picMkLst>
          </pc:picChg>
        </pc:sldLayoutChg>
      </pc:sldMasterChg>
      <pc:sldMasterChg chg="modSldLayout">
        <pc:chgData name="Nagotu Dilip Kumar" userId="e960ee6c-1011-46fd-ab26-7447e3dfc484" providerId="ADAL" clId="{C537D0E1-F004-4867-A19F-CB629E995C3F}" dt="2026-07-01T11:53:25.509" v="1850" actId="167"/>
        <pc:sldMasterMkLst>
          <pc:docMk/>
          <pc:sldMasterMk cId="2460954070" sldId="2147483704"/>
        </pc:sldMasterMkLst>
        <pc:sldLayoutChg chg="addSp delSp modSp mod">
          <pc:chgData name="Nagotu Dilip Kumar" userId="e960ee6c-1011-46fd-ab26-7447e3dfc484" providerId="ADAL" clId="{C537D0E1-F004-4867-A19F-CB629E995C3F}" dt="2026-06-29T10:35:42.642" v="147" actId="1076"/>
          <pc:sldLayoutMkLst>
            <pc:docMk/>
            <pc:sldMasterMk cId="2460954070" sldId="2147483704"/>
            <pc:sldLayoutMk cId="949138452" sldId="2147483707"/>
          </pc:sldLayoutMkLst>
          <pc:picChg chg="add mod ord">
            <ac:chgData name="Nagotu Dilip Kumar" userId="e960ee6c-1011-46fd-ab26-7447e3dfc484" providerId="ADAL" clId="{C537D0E1-F004-4867-A19F-CB629E995C3F}" dt="2026-06-29T10:35:42.642" v="147" actId="1076"/>
            <ac:picMkLst>
              <pc:docMk/>
              <pc:sldMasterMk cId="2460954070" sldId="2147483704"/>
              <pc:sldLayoutMk cId="949138452" sldId="2147483707"/>
              <ac:picMk id="12" creationId="{5345D0AA-4993-E0B4-38A4-7EF2AAC68EAA}"/>
            </ac:picMkLst>
          </pc:picChg>
        </pc:sldLayoutChg>
        <pc:sldLayoutChg chg="addSp modSp mod">
          <pc:chgData name="Nagotu Dilip Kumar" userId="e960ee6c-1011-46fd-ab26-7447e3dfc484" providerId="ADAL" clId="{C537D0E1-F004-4867-A19F-CB629E995C3F}" dt="2026-07-01T11:53:25.509" v="1850" actId="167"/>
          <pc:sldLayoutMkLst>
            <pc:docMk/>
            <pc:sldMasterMk cId="2460954070" sldId="2147483704"/>
            <pc:sldLayoutMk cId="2413618761" sldId="2147483710"/>
          </pc:sldLayoutMkLst>
          <pc:picChg chg="add mod ord">
            <ac:chgData name="Nagotu Dilip Kumar" userId="e960ee6c-1011-46fd-ab26-7447e3dfc484" providerId="ADAL" clId="{C537D0E1-F004-4867-A19F-CB629E995C3F}" dt="2026-07-01T11:53:25.509" v="1850" actId="167"/>
            <ac:picMkLst>
              <pc:docMk/>
              <pc:sldMasterMk cId="2460954070" sldId="2147483704"/>
              <pc:sldLayoutMk cId="2413618761" sldId="2147483710"/>
              <ac:picMk id="2" creationId="{7D0557C8-347B-F720-614C-A494B4FD009C}"/>
            </ac:picMkLst>
          </pc:picChg>
        </pc:sldLayoutChg>
        <pc:sldLayoutChg chg="addSp modSp mod">
          <pc:chgData name="Nagotu Dilip Kumar" userId="e960ee6c-1011-46fd-ab26-7447e3dfc484" providerId="ADAL" clId="{C537D0E1-F004-4867-A19F-CB629E995C3F}" dt="2026-06-29T11:38:01.069" v="371" actId="167"/>
          <pc:sldLayoutMkLst>
            <pc:docMk/>
            <pc:sldMasterMk cId="2460954070" sldId="2147483704"/>
            <pc:sldLayoutMk cId="4260237080" sldId="2147483711"/>
          </pc:sldLayoutMkLst>
          <pc:picChg chg="add mod ord">
            <ac:chgData name="Nagotu Dilip Kumar" userId="e960ee6c-1011-46fd-ab26-7447e3dfc484" providerId="ADAL" clId="{C537D0E1-F004-4867-A19F-CB629E995C3F}" dt="2026-06-29T11:38:01.069" v="371" actId="167"/>
            <ac:picMkLst>
              <pc:docMk/>
              <pc:sldMasterMk cId="2460954070" sldId="2147483704"/>
              <pc:sldLayoutMk cId="4260237080" sldId="2147483711"/>
              <ac:picMk id="4" creationId="{D10E0EC3-40EF-2176-A5EB-67D0FB141275}"/>
            </ac:picMkLst>
          </pc:picChg>
        </pc:sldLayoutChg>
        <pc:sldLayoutChg chg="addSp modSp mod">
          <pc:chgData name="Nagotu Dilip Kumar" userId="e960ee6c-1011-46fd-ab26-7447e3dfc484" providerId="ADAL" clId="{C537D0E1-F004-4867-A19F-CB629E995C3F}" dt="2026-07-01T10:29:07.863" v="1746" actId="167"/>
          <pc:sldLayoutMkLst>
            <pc:docMk/>
            <pc:sldMasterMk cId="2460954070" sldId="2147483704"/>
            <pc:sldLayoutMk cId="949138452" sldId="2147483760"/>
          </pc:sldLayoutMkLst>
          <pc:picChg chg="add mod ord">
            <ac:chgData name="Nagotu Dilip Kumar" userId="e960ee6c-1011-46fd-ab26-7447e3dfc484" providerId="ADAL" clId="{C537D0E1-F004-4867-A19F-CB629E995C3F}" dt="2026-07-01T10:29:07.863" v="1746" actId="167"/>
            <ac:picMkLst>
              <pc:docMk/>
              <pc:sldMasterMk cId="2460954070" sldId="2147483704"/>
              <pc:sldLayoutMk cId="949138452" sldId="2147483760"/>
              <ac:picMk id="4" creationId="{42FF1338-D93E-89AA-E58B-1EAEA4AEDC45}"/>
            </ac:picMkLst>
          </pc:picChg>
        </pc:sldLayoutChg>
        <pc:sldLayoutChg chg="addSp delSp mod">
          <pc:chgData name="Nagotu Dilip Kumar" userId="e960ee6c-1011-46fd-ab26-7447e3dfc484" providerId="ADAL" clId="{C537D0E1-F004-4867-A19F-CB629E995C3F}" dt="2026-06-29T12:13:01.801" v="842" actId="478"/>
          <pc:sldLayoutMkLst>
            <pc:docMk/>
            <pc:sldMasterMk cId="2460954070" sldId="2147483704"/>
            <pc:sldLayoutMk cId="549332080" sldId="2147484380"/>
          </pc:sldLayoutMkLst>
          <pc:picChg chg="add del">
            <ac:chgData name="Nagotu Dilip Kumar" userId="e960ee6c-1011-46fd-ab26-7447e3dfc484" providerId="ADAL" clId="{C537D0E1-F004-4867-A19F-CB629E995C3F}" dt="2026-06-29T12:12:59.665" v="841" actId="478"/>
            <ac:picMkLst>
              <pc:docMk/>
              <pc:sldMasterMk cId="2460954070" sldId="2147483704"/>
              <pc:sldLayoutMk cId="549332080" sldId="2147484380"/>
              <ac:picMk id="4" creationId="{D10E0EC3-40EF-2176-A5EB-67D0FB141275}"/>
            </ac:picMkLst>
          </pc:picChg>
        </pc:sldLayoutChg>
      </pc:sldMasterChg>
      <pc:sldMasterChg chg="modSldLayout">
        <pc:chgData name="Nagotu Dilip Kumar" userId="e960ee6c-1011-46fd-ab26-7447e3dfc484" providerId="ADAL" clId="{C537D0E1-F004-4867-A19F-CB629E995C3F}" dt="2026-07-01T11:57:31.288" v="1944"/>
        <pc:sldMasterMkLst>
          <pc:docMk/>
          <pc:sldMasterMk cId="3191752573" sldId="2147483804"/>
        </pc:sldMasterMkLst>
        <pc:sldLayoutChg chg="addSp modSp">
          <pc:chgData name="Nagotu Dilip Kumar" userId="e960ee6c-1011-46fd-ab26-7447e3dfc484" providerId="ADAL" clId="{C537D0E1-F004-4867-A19F-CB629E995C3F}" dt="2026-07-01T11:57:31.288" v="1944"/>
          <pc:sldLayoutMkLst>
            <pc:docMk/>
            <pc:sldMasterMk cId="3191752573" sldId="2147483804"/>
            <pc:sldLayoutMk cId="3295785455" sldId="2147484346"/>
          </pc:sldLayoutMkLst>
          <pc:picChg chg="add mod">
            <ac:chgData name="Nagotu Dilip Kumar" userId="e960ee6c-1011-46fd-ab26-7447e3dfc484" providerId="ADAL" clId="{C537D0E1-F004-4867-A19F-CB629E995C3F}" dt="2026-07-01T11:57:31.288" v="1944"/>
            <ac:picMkLst>
              <pc:docMk/>
              <pc:sldMasterMk cId="3191752573" sldId="2147483804"/>
              <pc:sldLayoutMk cId="3295785455" sldId="2147484346"/>
              <ac:picMk id="2" creationId="{837265AA-5BBC-2862-EA88-8F70D4B0B9C5}"/>
            </ac:picMkLst>
          </pc:picChg>
        </pc:sldLayoutChg>
      </pc:sldMasterChg>
      <pc:sldMasterChg chg="modSldLayout">
        <pc:chgData name="Nagotu Dilip Kumar" userId="e960ee6c-1011-46fd-ab26-7447e3dfc484" providerId="ADAL" clId="{C537D0E1-F004-4867-A19F-CB629E995C3F}" dt="2026-07-01T11:57:21.549" v="1943" actId="167"/>
        <pc:sldMasterMkLst>
          <pc:docMk/>
          <pc:sldMasterMk cId="3379824098" sldId="2147483816"/>
        </pc:sldMasterMkLst>
        <pc:sldLayoutChg chg="addSp modSp mod">
          <pc:chgData name="Nagotu Dilip Kumar" userId="e960ee6c-1011-46fd-ab26-7447e3dfc484" providerId="ADAL" clId="{C537D0E1-F004-4867-A19F-CB629E995C3F}" dt="2026-07-01T11:57:21.549" v="1943" actId="167"/>
          <pc:sldLayoutMkLst>
            <pc:docMk/>
            <pc:sldMasterMk cId="3379824098" sldId="2147483816"/>
            <pc:sldLayoutMk cId="629489151" sldId="2147483829"/>
          </pc:sldLayoutMkLst>
          <pc:picChg chg="add mod ord">
            <ac:chgData name="Nagotu Dilip Kumar" userId="e960ee6c-1011-46fd-ab26-7447e3dfc484" providerId="ADAL" clId="{C537D0E1-F004-4867-A19F-CB629E995C3F}" dt="2026-07-01T11:57:21.549" v="1943" actId="167"/>
            <ac:picMkLst>
              <pc:docMk/>
              <pc:sldMasterMk cId="3379824098" sldId="2147483816"/>
              <pc:sldLayoutMk cId="629489151" sldId="2147483829"/>
              <ac:picMk id="2" creationId="{27F47F17-A795-25D3-0ED9-40E7CEE5C9F8}"/>
            </ac:picMkLst>
          </pc:picChg>
        </pc:sldLayoutChg>
      </pc:sldMasterChg>
      <pc:sldMasterChg chg="modSldLayout">
        <pc:chgData name="Nagotu Dilip Kumar" userId="e960ee6c-1011-46fd-ab26-7447e3dfc484" providerId="ADAL" clId="{C537D0E1-F004-4867-A19F-CB629E995C3F}" dt="2026-07-01T10:28:33.377" v="1742" actId="167"/>
        <pc:sldMasterMkLst>
          <pc:docMk/>
          <pc:sldMasterMk cId="337595878" sldId="2147484351"/>
        </pc:sldMasterMkLst>
        <pc:sldLayoutChg chg="addSp modSp mod">
          <pc:chgData name="Nagotu Dilip Kumar" userId="e960ee6c-1011-46fd-ab26-7447e3dfc484" providerId="ADAL" clId="{C537D0E1-F004-4867-A19F-CB629E995C3F}" dt="2026-07-01T10:28:33.377" v="1742" actId="167"/>
          <pc:sldLayoutMkLst>
            <pc:docMk/>
            <pc:sldMasterMk cId="337595878" sldId="2147484351"/>
            <pc:sldLayoutMk cId="575023940" sldId="2147484360"/>
          </pc:sldLayoutMkLst>
          <pc:picChg chg="add mod ord">
            <ac:chgData name="Nagotu Dilip Kumar" userId="e960ee6c-1011-46fd-ab26-7447e3dfc484" providerId="ADAL" clId="{C537D0E1-F004-4867-A19F-CB629E995C3F}" dt="2026-07-01T10:28:33.377" v="1742" actId="167"/>
            <ac:picMkLst>
              <pc:docMk/>
              <pc:sldMasterMk cId="337595878" sldId="2147484351"/>
              <pc:sldLayoutMk cId="575023940" sldId="2147484360"/>
              <ac:picMk id="4" creationId="{C9C5035C-4754-CF66-A9E2-C9E05D51C657}"/>
            </ac:picMkLst>
          </pc:picChg>
        </pc:sldLayoutChg>
      </pc:sldMasterChg>
      <pc:sldMasterChg chg="modSldLayout">
        <pc:chgData name="Nagotu Dilip Kumar" userId="e960ee6c-1011-46fd-ab26-7447e3dfc484" providerId="ADAL" clId="{C537D0E1-F004-4867-A19F-CB629E995C3F}" dt="2026-07-07T09:03:51.123" v="2011"/>
        <pc:sldMasterMkLst>
          <pc:docMk/>
          <pc:sldMasterMk cId="1141844420" sldId="2147484370"/>
        </pc:sldMasterMkLst>
        <pc:sldLayoutChg chg="addSp delSp modSp mod setBg">
          <pc:chgData name="Nagotu Dilip Kumar" userId="e960ee6c-1011-46fd-ab26-7447e3dfc484" providerId="ADAL" clId="{C537D0E1-F004-4867-A19F-CB629E995C3F}" dt="2026-07-07T09:03:51.123" v="2011"/>
          <pc:sldLayoutMkLst>
            <pc:docMk/>
            <pc:sldMasterMk cId="1141844420" sldId="2147484370"/>
            <pc:sldLayoutMk cId="1064926354" sldId="2147483720"/>
          </pc:sldLayoutMkLst>
          <pc:picChg chg="add mod ord">
            <ac:chgData name="Nagotu Dilip Kumar" userId="e960ee6c-1011-46fd-ab26-7447e3dfc484" providerId="ADAL" clId="{C537D0E1-F004-4867-A19F-CB629E995C3F}" dt="2026-07-07T09:03:39.895" v="2009" actId="167"/>
            <ac:picMkLst>
              <pc:docMk/>
              <pc:sldMasterMk cId="1141844420" sldId="2147484370"/>
              <pc:sldLayoutMk cId="1064926354" sldId="2147483720"/>
              <ac:picMk id="3" creationId="{7B26D698-EC5E-4379-18DF-F39BA016695E}"/>
            </ac:picMkLst>
          </pc:picChg>
          <pc:picChg chg="add mod">
            <ac:chgData name="Nagotu Dilip Kumar" userId="e960ee6c-1011-46fd-ab26-7447e3dfc484" providerId="ADAL" clId="{C537D0E1-F004-4867-A19F-CB629E995C3F}" dt="2026-07-07T09:03:51.123" v="2011"/>
            <ac:picMkLst>
              <pc:docMk/>
              <pc:sldMasterMk cId="1141844420" sldId="2147484370"/>
              <pc:sldLayoutMk cId="1064926354" sldId="2147483720"/>
              <ac:picMk id="5" creationId="{73F88B3A-86D0-395B-05CB-269D6502A4A7}"/>
            </ac:picMkLst>
          </pc:picChg>
        </pc:sldLayoutChg>
        <pc:sldLayoutChg chg="addSp modSp mod">
          <pc:chgData name="Nagotu Dilip Kumar" userId="e960ee6c-1011-46fd-ab26-7447e3dfc484" providerId="ADAL" clId="{C537D0E1-F004-4867-A19F-CB629E995C3F}" dt="2026-07-01T10:21:54.872" v="1661" actId="167"/>
          <pc:sldLayoutMkLst>
            <pc:docMk/>
            <pc:sldMasterMk cId="1141844420" sldId="2147484370"/>
            <pc:sldLayoutMk cId="2608075528" sldId="2147483722"/>
          </pc:sldLayoutMkLst>
          <pc:picChg chg="add mod ord">
            <ac:chgData name="Nagotu Dilip Kumar" userId="e960ee6c-1011-46fd-ab26-7447e3dfc484" providerId="ADAL" clId="{C537D0E1-F004-4867-A19F-CB629E995C3F}" dt="2026-07-01T10:21:54.872" v="1661" actId="167"/>
            <ac:picMkLst>
              <pc:docMk/>
              <pc:sldMasterMk cId="1141844420" sldId="2147484370"/>
              <pc:sldLayoutMk cId="2608075528" sldId="2147483722"/>
              <ac:picMk id="4" creationId="{43031A1E-6ED6-EAFB-5E11-2509F4ABACD3}"/>
            </ac:picMkLst>
          </pc:picChg>
        </pc:sldLayoutChg>
        <pc:sldLayoutChg chg="addSp modSp mod">
          <pc:chgData name="Nagotu Dilip Kumar" userId="e960ee6c-1011-46fd-ab26-7447e3dfc484" providerId="ADAL" clId="{C537D0E1-F004-4867-A19F-CB629E995C3F}" dt="2026-06-29T12:08:33.276" v="792" actId="167"/>
          <pc:sldLayoutMkLst>
            <pc:docMk/>
            <pc:sldMasterMk cId="1141844420" sldId="2147484370"/>
            <pc:sldLayoutMk cId="3708584830" sldId="2147483727"/>
          </pc:sldLayoutMkLst>
          <pc:picChg chg="add mod ord">
            <ac:chgData name="Nagotu Dilip Kumar" userId="e960ee6c-1011-46fd-ab26-7447e3dfc484" providerId="ADAL" clId="{C537D0E1-F004-4867-A19F-CB629E995C3F}" dt="2026-06-29T12:08:33.276" v="792" actId="167"/>
            <ac:picMkLst>
              <pc:docMk/>
              <pc:sldMasterMk cId="1141844420" sldId="2147484370"/>
              <pc:sldLayoutMk cId="3708584830" sldId="2147483727"/>
              <ac:picMk id="4" creationId="{10E7F441-80FA-3503-CFF1-2B16719E0FCB}"/>
            </ac:picMkLst>
          </pc:picChg>
        </pc:sldLayoutChg>
      </pc:sldMasterChg>
    </pc:docChg>
  </pc:docChgLst>
  <pc:docChgLst>
    <pc:chgData name="Srikant Kalaga" userId="S::srikant.k@syrencloud.com::961c47af-c9bb-4225-b2a0-952af4799497" providerId="AD" clId="Web-{1C559D3C-F84A-42D4-8D9F-F3ED10844399}"/>
    <pc:docChg chg="addSld delSld modSld sldOrd modMainMaster addSection delSection modSection">
      <pc:chgData name="Srikant Kalaga" userId="S::srikant.k@syrencloud.com::961c47af-c9bb-4225-b2a0-952af4799497" providerId="AD" clId="Web-{1C559D3C-F84A-42D4-8D9F-F3ED10844399}" dt="2026-07-06T10:14:02.199" v="236" actId="20577"/>
      <pc:docMkLst>
        <pc:docMk/>
      </pc:docMkLst>
      <pc:sldChg chg="ord">
        <pc:chgData name="Srikant Kalaga" userId="S::srikant.k@syrencloud.com::961c47af-c9bb-4225-b2a0-952af4799497" providerId="AD" clId="Web-{1C559D3C-F84A-42D4-8D9F-F3ED10844399}" dt="2026-07-06T10:12:25.886" v="165"/>
        <pc:sldMkLst>
          <pc:docMk/>
          <pc:sldMk cId="6189717" sldId="2076137766"/>
        </pc:sldMkLst>
      </pc:sldChg>
      <pc:sldChg chg="ord">
        <pc:chgData name="Srikant Kalaga" userId="S::srikant.k@syrencloud.com::961c47af-c9bb-4225-b2a0-952af4799497" providerId="AD" clId="Web-{1C559D3C-F84A-42D4-8D9F-F3ED10844399}" dt="2026-07-06T09:59:36.376" v="58"/>
        <pc:sldMkLst>
          <pc:docMk/>
          <pc:sldMk cId="4221204706" sldId="2076137769"/>
        </pc:sldMkLst>
      </pc:sldChg>
      <pc:sldChg chg="ord">
        <pc:chgData name="Srikant Kalaga" userId="S::srikant.k@syrencloud.com::961c47af-c9bb-4225-b2a0-952af4799497" providerId="AD" clId="Web-{1C559D3C-F84A-42D4-8D9F-F3ED10844399}" dt="2026-07-06T09:59:36.376" v="57"/>
        <pc:sldMkLst>
          <pc:docMk/>
          <pc:sldMk cId="3981440326" sldId="2076137770"/>
        </pc:sldMkLst>
      </pc:sldChg>
      <pc:sldChg chg="mod ord modShow">
        <pc:chgData name="Srikant Kalaga" userId="S::srikant.k@syrencloud.com::961c47af-c9bb-4225-b2a0-952af4799497" providerId="AD" clId="Web-{1C559D3C-F84A-42D4-8D9F-F3ED10844399}" dt="2026-07-06T09:52:20.152" v="19"/>
        <pc:sldMkLst>
          <pc:docMk/>
          <pc:sldMk cId="2997420400" sldId="2076137774"/>
        </pc:sldMkLst>
      </pc:sldChg>
      <pc:sldChg chg="ord">
        <pc:chgData name="Srikant Kalaga" userId="S::srikant.k@syrencloud.com::961c47af-c9bb-4225-b2a0-952af4799497" providerId="AD" clId="Web-{1C559D3C-F84A-42D4-8D9F-F3ED10844399}" dt="2026-07-06T09:56:09.967" v="44"/>
        <pc:sldMkLst>
          <pc:docMk/>
          <pc:sldMk cId="2685246618" sldId="2147474883"/>
        </pc:sldMkLst>
      </pc:sldChg>
      <pc:sldChg chg="ord">
        <pc:chgData name="Srikant Kalaga" userId="S::srikant.k@syrencloud.com::961c47af-c9bb-4225-b2a0-952af4799497" providerId="AD" clId="Web-{1C559D3C-F84A-42D4-8D9F-F3ED10844399}" dt="2026-07-06T09:55:12.872" v="38"/>
        <pc:sldMkLst>
          <pc:docMk/>
          <pc:sldMk cId="3216750113" sldId="2147474885"/>
        </pc:sldMkLst>
      </pc:sldChg>
      <pc:sldChg chg="ord">
        <pc:chgData name="Srikant Kalaga" userId="S::srikant.k@syrencloud.com::961c47af-c9bb-4225-b2a0-952af4799497" providerId="AD" clId="Web-{1C559D3C-F84A-42D4-8D9F-F3ED10844399}" dt="2026-07-06T09:53:34.684" v="20"/>
        <pc:sldMkLst>
          <pc:docMk/>
          <pc:sldMk cId="2877813512" sldId="2147474886"/>
        </pc:sldMkLst>
      </pc:sldChg>
      <pc:sldChg chg="mod ord modShow">
        <pc:chgData name="Srikant Kalaga" userId="S::srikant.k@syrencloud.com::961c47af-c9bb-4225-b2a0-952af4799497" providerId="AD" clId="Web-{1C559D3C-F84A-42D4-8D9F-F3ED10844399}" dt="2026-07-06T09:52:20.152" v="18"/>
        <pc:sldMkLst>
          <pc:docMk/>
          <pc:sldMk cId="3377972757" sldId="2147474889"/>
        </pc:sldMkLst>
      </pc:sldChg>
      <pc:sldChg chg="mod ord modShow">
        <pc:chgData name="Srikant Kalaga" userId="S::srikant.k@syrencloud.com::961c47af-c9bb-4225-b2a0-952af4799497" providerId="AD" clId="Web-{1C559D3C-F84A-42D4-8D9F-F3ED10844399}" dt="2026-07-06T09:52:20.152" v="17"/>
        <pc:sldMkLst>
          <pc:docMk/>
          <pc:sldMk cId="2584111903" sldId="2147474891"/>
        </pc:sldMkLst>
      </pc:sldChg>
      <pc:sldChg chg="ord">
        <pc:chgData name="Srikant Kalaga" userId="S::srikant.k@syrencloud.com::961c47af-c9bb-4225-b2a0-952af4799497" providerId="AD" clId="Web-{1C559D3C-F84A-42D4-8D9F-F3ED10844399}" dt="2026-07-06T09:55:12.888" v="39"/>
        <pc:sldMkLst>
          <pc:docMk/>
          <pc:sldMk cId="790199280" sldId="2147481775"/>
        </pc:sldMkLst>
      </pc:sldChg>
      <pc:sldChg chg="modSp">
        <pc:chgData name="Srikant Kalaga" userId="S::srikant.k@syrencloud.com::961c47af-c9bb-4225-b2a0-952af4799497" providerId="AD" clId="Web-{1C559D3C-F84A-42D4-8D9F-F3ED10844399}" dt="2026-07-06T10:10:43.619" v="98" actId="20577"/>
        <pc:sldMkLst>
          <pc:docMk/>
          <pc:sldMk cId="123677467" sldId="2147481803"/>
        </pc:sldMkLst>
        <pc:spChg chg="mod">
          <ac:chgData name="Srikant Kalaga" userId="S::srikant.k@syrencloud.com::961c47af-c9bb-4225-b2a0-952af4799497" providerId="AD" clId="Web-{1C559D3C-F84A-42D4-8D9F-F3ED10844399}" dt="2026-07-06T10:10:43.619" v="98" actId="20577"/>
          <ac:spMkLst>
            <pc:docMk/>
            <pc:sldMk cId="123677467" sldId="2147481803"/>
            <ac:spMk id="2" creationId="{6347BFE4-D4E7-ECEC-2A29-50849500268A}"/>
          </ac:spMkLst>
        </pc:spChg>
      </pc:sldChg>
      <pc:sldChg chg="mod ord modShow">
        <pc:chgData name="Srikant Kalaga" userId="S::srikant.k@syrencloud.com::961c47af-c9bb-4225-b2a0-952af4799497" providerId="AD" clId="Web-{1C559D3C-F84A-42D4-8D9F-F3ED10844399}" dt="2026-07-06T09:56:55.624" v="47"/>
        <pc:sldMkLst>
          <pc:docMk/>
          <pc:sldMk cId="1927602274" sldId="2147481805"/>
        </pc:sldMkLst>
      </pc:sldChg>
      <pc:sldChg chg="mod ord modShow">
        <pc:chgData name="Srikant Kalaga" userId="S::srikant.k@syrencloud.com::961c47af-c9bb-4225-b2a0-952af4799497" providerId="AD" clId="Web-{1C559D3C-F84A-42D4-8D9F-F3ED10844399}" dt="2026-07-06T09:56:47.983" v="46"/>
        <pc:sldMkLst>
          <pc:docMk/>
          <pc:sldMk cId="1614789178" sldId="2147481806"/>
        </pc:sldMkLst>
      </pc:sldChg>
      <pc:sldChg chg="mod ord modShow">
        <pc:chgData name="Srikant Kalaga" userId="S::srikant.k@syrencloud.com::961c47af-c9bb-4225-b2a0-952af4799497" providerId="AD" clId="Web-{1C559D3C-F84A-42D4-8D9F-F3ED10844399}" dt="2026-07-06T09:57:04.358" v="49"/>
        <pc:sldMkLst>
          <pc:docMk/>
          <pc:sldMk cId="905749200" sldId="2147481807"/>
        </pc:sldMkLst>
      </pc:sldChg>
      <pc:sldChg chg="add ord">
        <pc:chgData name="Srikant Kalaga" userId="S::srikant.k@syrencloud.com::961c47af-c9bb-4225-b2a0-952af4799497" providerId="AD" clId="Web-{1C559D3C-F84A-42D4-8D9F-F3ED10844399}" dt="2026-07-06T09:51:35.276" v="4"/>
        <pc:sldMkLst>
          <pc:docMk/>
          <pc:sldMk cId="2751744931" sldId="2147481808"/>
        </pc:sldMkLst>
      </pc:sldChg>
      <pc:sldChg chg="add mod modShow">
        <pc:chgData name="Srikant Kalaga" userId="S::srikant.k@syrencloud.com::961c47af-c9bb-4225-b2a0-952af4799497" providerId="AD" clId="Web-{1C559D3C-F84A-42D4-8D9F-F3ED10844399}" dt="2026-07-06T09:56:41.874" v="45"/>
        <pc:sldMkLst>
          <pc:docMk/>
          <pc:sldMk cId="3909640683" sldId="2147481809"/>
        </pc:sldMkLst>
      </pc:sldChg>
      <pc:sldChg chg="add">
        <pc:chgData name="Srikant Kalaga" userId="S::srikant.k@syrencloud.com::961c47af-c9bb-4225-b2a0-952af4799497" providerId="AD" clId="Web-{1C559D3C-F84A-42D4-8D9F-F3ED10844399}" dt="2026-07-06T09:51:01.901" v="2"/>
        <pc:sldMkLst>
          <pc:docMk/>
          <pc:sldMk cId="2408097752" sldId="2147481810"/>
        </pc:sldMkLst>
      </pc:sldChg>
      <pc:sldChg chg="modSp add replId">
        <pc:chgData name="Srikant Kalaga" userId="S::srikant.k@syrencloud.com::961c47af-c9bb-4225-b2a0-952af4799497" providerId="AD" clId="Web-{1C559D3C-F84A-42D4-8D9F-F3ED10844399}" dt="2026-07-06T10:12:34.542" v="169" actId="14100"/>
        <pc:sldMkLst>
          <pc:docMk/>
          <pc:sldMk cId="3561570222" sldId="2147481813"/>
        </pc:sldMkLst>
        <pc:spChg chg="mod">
          <ac:chgData name="Srikant Kalaga" userId="S::srikant.k@syrencloud.com::961c47af-c9bb-4225-b2a0-952af4799497" providerId="AD" clId="Web-{1C559D3C-F84A-42D4-8D9F-F3ED10844399}" dt="2026-07-06T10:12:34.542" v="169" actId="14100"/>
          <ac:spMkLst>
            <pc:docMk/>
            <pc:sldMk cId="3561570222" sldId="2147481813"/>
            <ac:spMk id="2" creationId="{B4B96B2F-B961-B844-C23C-EDB23243CDD6}"/>
          </ac:spMkLst>
        </pc:spChg>
      </pc:sldChg>
      <pc:sldChg chg="modSp add replId">
        <pc:chgData name="Srikant Kalaga" userId="S::srikant.k@syrencloud.com::961c47af-c9bb-4225-b2a0-952af4799497" providerId="AD" clId="Web-{1C559D3C-F84A-42D4-8D9F-F3ED10844399}" dt="2026-07-06T10:13:20.386" v="214" actId="14100"/>
        <pc:sldMkLst>
          <pc:docMk/>
          <pc:sldMk cId="2276370040" sldId="2147481814"/>
        </pc:sldMkLst>
        <pc:spChg chg="mod">
          <ac:chgData name="Srikant Kalaga" userId="S::srikant.k@syrencloud.com::961c47af-c9bb-4225-b2a0-952af4799497" providerId="AD" clId="Web-{1C559D3C-F84A-42D4-8D9F-F3ED10844399}" dt="2026-07-06T10:13:20.386" v="214" actId="14100"/>
          <ac:spMkLst>
            <pc:docMk/>
            <pc:sldMk cId="2276370040" sldId="2147481814"/>
            <ac:spMk id="2" creationId="{54599FD3-F17A-7943-C718-BD188C5AFD6C}"/>
          </ac:spMkLst>
        </pc:spChg>
      </pc:sldChg>
      <pc:sldChg chg="modSp add replId">
        <pc:chgData name="Srikant Kalaga" userId="S::srikant.k@syrencloud.com::961c47af-c9bb-4225-b2a0-952af4799497" providerId="AD" clId="Web-{1C559D3C-F84A-42D4-8D9F-F3ED10844399}" dt="2026-07-06T10:14:02.199" v="236" actId="20577"/>
        <pc:sldMkLst>
          <pc:docMk/>
          <pc:sldMk cId="3082186354" sldId="2147481815"/>
        </pc:sldMkLst>
        <pc:spChg chg="mod">
          <ac:chgData name="Srikant Kalaga" userId="S::srikant.k@syrencloud.com::961c47af-c9bb-4225-b2a0-952af4799497" providerId="AD" clId="Web-{1C559D3C-F84A-42D4-8D9F-F3ED10844399}" dt="2026-07-06T10:14:02.199" v="236" actId="20577"/>
          <ac:spMkLst>
            <pc:docMk/>
            <pc:sldMk cId="3082186354" sldId="2147481815"/>
            <ac:spMk id="2" creationId="{7ED42208-E64C-DCB2-B145-085C7F52889E}"/>
          </ac:spMkLst>
        </pc:spChg>
      </pc:sldChg>
      <pc:sldMasterChg chg="addSldLayout">
        <pc:chgData name="Srikant Kalaga" userId="S::srikant.k@syrencloud.com::961c47af-c9bb-4225-b2a0-952af4799497" providerId="AD" clId="Web-{1C559D3C-F84A-42D4-8D9F-F3ED10844399}" dt="2026-07-06T09:50:27.057" v="0"/>
        <pc:sldMasterMkLst>
          <pc:docMk/>
          <pc:sldMasterMk cId="2460954070" sldId="2147483704"/>
        </pc:sldMasterMkLst>
        <pc:sldLayoutChg chg="add">
          <pc:chgData name="Srikant Kalaga" userId="S::srikant.k@syrencloud.com::961c47af-c9bb-4225-b2a0-952af4799497" providerId="AD" clId="Web-{1C559D3C-F84A-42D4-8D9F-F3ED10844399}" dt="2026-07-06T09:50:27.057" v="0"/>
          <pc:sldLayoutMkLst>
            <pc:docMk/>
            <pc:sldMasterMk cId="2460954070" sldId="2147483704"/>
            <pc:sldLayoutMk cId="1407904362" sldId="2147483721"/>
          </pc:sldLayoutMkLst>
        </pc:sldLayoutChg>
        <pc:sldLayoutChg chg="add">
          <pc:chgData name="Srikant Kalaga" userId="S::srikant.k@syrencloud.com::961c47af-c9bb-4225-b2a0-952af4799497" providerId="AD" clId="Web-{1C559D3C-F84A-42D4-8D9F-F3ED10844399}" dt="2026-07-06T09:50:27.057" v="0"/>
          <pc:sldLayoutMkLst>
            <pc:docMk/>
            <pc:sldMasterMk cId="2460954070" sldId="2147483704"/>
            <pc:sldLayoutMk cId="638023949" sldId="2147483748"/>
          </pc:sldLayoutMkLst>
        </pc:sldLayoutChg>
        <pc:sldLayoutChg chg="add">
          <pc:chgData name="Srikant Kalaga" userId="S::srikant.k@syrencloud.com::961c47af-c9bb-4225-b2a0-952af4799497" providerId="AD" clId="Web-{1C559D3C-F84A-42D4-8D9F-F3ED10844399}" dt="2026-07-06T09:50:27.057" v="0"/>
          <pc:sldLayoutMkLst>
            <pc:docMk/>
            <pc:sldMasterMk cId="2460954070" sldId="2147483704"/>
            <pc:sldLayoutMk cId="2385387890" sldId="2147484386"/>
          </pc:sldLayoutMkLst>
        </pc:sldLayoutChg>
        <pc:sldLayoutChg chg="add">
          <pc:chgData name="Srikant Kalaga" userId="S::srikant.k@syrencloud.com::961c47af-c9bb-4225-b2a0-952af4799497" providerId="AD" clId="Web-{1C559D3C-F84A-42D4-8D9F-F3ED10844399}" dt="2026-07-06T09:50:27.057" v="0"/>
          <pc:sldLayoutMkLst>
            <pc:docMk/>
            <pc:sldMasterMk cId="2460954070" sldId="2147483704"/>
            <pc:sldLayoutMk cId="2413618761" sldId="2147484387"/>
          </pc:sldLayoutMkLst>
        </pc:sldLayoutChg>
        <pc:sldLayoutChg chg="add">
          <pc:chgData name="Srikant Kalaga" userId="S::srikant.k@syrencloud.com::961c47af-c9bb-4225-b2a0-952af4799497" providerId="AD" clId="Web-{1C559D3C-F84A-42D4-8D9F-F3ED10844399}" dt="2026-07-06T09:50:27.057" v="0"/>
          <pc:sldLayoutMkLst>
            <pc:docMk/>
            <pc:sldMasterMk cId="2460954070" sldId="2147483704"/>
            <pc:sldLayoutMk cId="949138452" sldId="2147484388"/>
          </pc:sldLayoutMkLst>
        </pc:sldLayoutChg>
      </pc:sldMasterChg>
      <pc:sldMasterChg chg="addSldLayout modSldLayout">
        <pc:chgData name="Srikant Kalaga" userId="S::srikant.k@syrencloud.com::961c47af-c9bb-4225-b2a0-952af4799497" providerId="AD" clId="Web-{1C559D3C-F84A-42D4-8D9F-F3ED10844399}" dt="2026-07-06T09:50:45.057" v="1"/>
        <pc:sldMasterMkLst>
          <pc:docMk/>
          <pc:sldMasterMk cId="1141844420" sldId="2147484370"/>
        </pc:sldMasterMkLst>
        <pc:sldLayoutChg chg="add">
          <pc:chgData name="Srikant Kalaga" userId="S::srikant.k@syrencloud.com::961c47af-c9bb-4225-b2a0-952af4799497" providerId="AD" clId="Web-{1C559D3C-F84A-42D4-8D9F-F3ED10844399}" dt="2026-07-06T09:50:45.057" v="1"/>
          <pc:sldLayoutMkLst>
            <pc:docMk/>
            <pc:sldMasterMk cId="1141844420" sldId="2147484370"/>
            <pc:sldLayoutMk cId="2849482901" sldId="2147483729"/>
          </pc:sldLayoutMkLst>
        </pc:sldLayoutChg>
        <pc:sldLayoutChg chg="replId">
          <pc:chgData name="Srikant Kalaga" userId="S::srikant.k@syrencloud.com::961c47af-c9bb-4225-b2a0-952af4799497" providerId="AD" clId="Web-{1C559D3C-F84A-42D4-8D9F-F3ED10844399}" dt="2026-07-06T09:50:27.057" v="0"/>
          <pc:sldLayoutMkLst>
            <pc:docMk/>
            <pc:sldMasterMk cId="1141844420" sldId="2147484370"/>
            <pc:sldLayoutMk cId="1959399565" sldId="2147484390"/>
          </pc:sldLayoutMkLst>
        </pc:sldLayoutChg>
        <pc:sldLayoutChg chg="replId">
          <pc:chgData name="Srikant Kalaga" userId="S::srikant.k@syrencloud.com::961c47af-c9bb-4225-b2a0-952af4799497" providerId="AD" clId="Web-{1C559D3C-F84A-42D4-8D9F-F3ED10844399}" dt="2026-07-06T09:50:45.057" v="1"/>
          <pc:sldLayoutMkLst>
            <pc:docMk/>
            <pc:sldMasterMk cId="1141844420" sldId="2147484370"/>
            <pc:sldLayoutMk cId="2597177090" sldId="2147484391"/>
          </pc:sldLayoutMkLst>
        </pc:sldLayoutChg>
        <pc:sldLayoutChg chg="add">
          <pc:chgData name="Srikant Kalaga" userId="S::srikant.k@syrencloud.com::961c47af-c9bb-4225-b2a0-952af4799497" providerId="AD" clId="Web-{1C559D3C-F84A-42D4-8D9F-F3ED10844399}" dt="2026-07-06T09:50:45.057" v="1"/>
          <pc:sldLayoutMkLst>
            <pc:docMk/>
            <pc:sldMasterMk cId="1141844420" sldId="2147484370"/>
            <pc:sldLayoutMk cId="3144762223" sldId="2147484392"/>
          </pc:sldLayoutMkLst>
        </pc:sldLayoutChg>
      </pc:sldMasterChg>
    </pc:docChg>
  </pc:docChgLst>
  <pc:docChgLst>
    <pc:chgData name="Srikant Kalaga" userId="S::srikant.k@syrencloud.com::961c47af-c9bb-4225-b2a0-952af4799497" providerId="AD" clId="Web-{C4E9AD8B-C170-4F81-CABD-93EE989CA317}"/>
    <pc:docChg chg="addSld modSld modSection">
      <pc:chgData name="Srikant Kalaga" userId="S::srikant.k@syrencloud.com::961c47af-c9bb-4225-b2a0-952af4799497" providerId="AD" clId="Web-{C4E9AD8B-C170-4F81-CABD-93EE989CA317}" dt="2026-07-01T09:31:09.983" v="25" actId="1076"/>
      <pc:docMkLst>
        <pc:docMk/>
      </pc:docMkLst>
    </pc:docChg>
  </pc:docChgLst>
  <pc:docChgLst>
    <pc:chgData name="Srikant Kalaga" userId="S::srikant.k@syrencloud.com::961c47af-c9bb-4225-b2a0-952af4799497" providerId="AD" clId="Web-{A664210E-CAA5-E08F-CCB8-F64E73F3AD74}"/>
    <pc:docChg chg="modSld">
      <pc:chgData name="Srikant Kalaga" userId="S::srikant.k@syrencloud.com::961c47af-c9bb-4225-b2a0-952af4799497" providerId="AD" clId="Web-{A664210E-CAA5-E08F-CCB8-F64E73F3AD74}" dt="2026-07-02T12:27:16.797" v="2" actId="1076"/>
      <pc:docMkLst>
        <pc:docMk/>
      </pc:docMkLst>
      <pc:sldChg chg="modSp">
        <pc:chgData name="Srikant Kalaga" userId="S::srikant.k@syrencloud.com::961c47af-c9bb-4225-b2a0-952af4799497" providerId="AD" clId="Web-{A664210E-CAA5-E08F-CCB8-F64E73F3AD74}" dt="2026-07-02T12:26:47.312" v="0" actId="14100"/>
        <pc:sldMkLst>
          <pc:docMk/>
          <pc:sldMk cId="1927602274" sldId="2147481805"/>
        </pc:sldMkLst>
        <pc:picChg chg="mod">
          <ac:chgData name="Srikant Kalaga" userId="S::srikant.k@syrencloud.com::961c47af-c9bb-4225-b2a0-952af4799497" providerId="AD" clId="Web-{A664210E-CAA5-E08F-CCB8-F64E73F3AD74}" dt="2026-07-02T12:26:47.312" v="0" actId="14100"/>
          <ac:picMkLst>
            <pc:docMk/>
            <pc:sldMk cId="1927602274" sldId="2147481805"/>
            <ac:picMk id="5" creationId="{6A65FF8C-B8FE-6630-88C7-1E20D28A95B7}"/>
          </ac:picMkLst>
        </pc:picChg>
      </pc:sldChg>
      <pc:sldChg chg="modSp">
        <pc:chgData name="Srikant Kalaga" userId="S::srikant.k@syrencloud.com::961c47af-c9bb-4225-b2a0-952af4799497" providerId="AD" clId="Web-{A664210E-CAA5-E08F-CCB8-F64E73F3AD74}" dt="2026-07-02T12:27:16.797" v="2" actId="1076"/>
        <pc:sldMkLst>
          <pc:docMk/>
          <pc:sldMk cId="905749200" sldId="2147481807"/>
        </pc:sldMkLst>
        <pc:spChg chg="mod">
          <ac:chgData name="Srikant Kalaga" userId="S::srikant.k@syrencloud.com::961c47af-c9bb-4225-b2a0-952af4799497" providerId="AD" clId="Web-{A664210E-CAA5-E08F-CCB8-F64E73F3AD74}" dt="2026-07-02T12:27:16.797" v="2" actId="1076"/>
          <ac:spMkLst>
            <pc:docMk/>
            <pc:sldMk cId="905749200" sldId="2147481807"/>
            <ac:spMk id="6" creationId="{9690DCBA-F473-F9FD-FC31-89C5FB261B91}"/>
          </ac:spMkLst>
        </pc:spChg>
      </pc:sldChg>
    </pc:docChg>
  </pc:docChgLst>
  <pc:docChgLst>
    <pc:chgData name="Srikant Kalaga" userId="S::srikant.k@syrencloud.com::961c47af-c9bb-4225-b2a0-952af4799497" providerId="AD" clId="Web-{AFD5675C-97CB-FBFE-8041-638400D531B1}"/>
    <pc:docChg chg="addSld delSld modSld sldOrd addMainMaster modMainMaster">
      <pc:chgData name="Srikant Kalaga" userId="S::srikant.k@syrencloud.com::961c47af-c9bb-4225-b2a0-952af4799497" providerId="AD" clId="Web-{AFD5675C-97CB-FBFE-8041-638400D531B1}" dt="2026-06-29T16:39:43.898" v="513"/>
      <pc:docMkLst>
        <pc:docMk/>
      </pc:docMkLst>
      <pc:sldChg chg="delSp modSp">
        <pc:chgData name="Srikant Kalaga" userId="S::srikant.k@syrencloud.com::961c47af-c9bb-4225-b2a0-952af4799497" providerId="AD" clId="Web-{AFD5675C-97CB-FBFE-8041-638400D531B1}" dt="2026-06-29T16:10:52.117" v="213"/>
        <pc:sldMkLst>
          <pc:docMk/>
          <pc:sldMk cId="3348813402" sldId="2076137763"/>
        </pc:sldMkLst>
        <pc:spChg chg="mod">
          <ac:chgData name="Srikant Kalaga" userId="S::srikant.k@syrencloud.com::961c47af-c9bb-4225-b2a0-952af4799497" providerId="AD" clId="Web-{AFD5675C-97CB-FBFE-8041-638400D531B1}" dt="2026-06-29T16:10:42.695" v="211" actId="20577"/>
          <ac:spMkLst>
            <pc:docMk/>
            <pc:sldMk cId="3348813402" sldId="2076137763"/>
            <ac:spMk id="8" creationId="{C40EE419-AB26-3A2D-FF6D-12837EA61365}"/>
          </ac:spMkLst>
        </pc:spChg>
      </pc:sldChg>
      <pc:sldChg chg="delSp modSp">
        <pc:chgData name="Srikant Kalaga" userId="S::srikant.k@syrencloud.com::961c47af-c9bb-4225-b2a0-952af4799497" providerId="AD" clId="Web-{AFD5675C-97CB-FBFE-8041-638400D531B1}" dt="2026-06-29T16:10:56.195" v="215"/>
        <pc:sldMkLst>
          <pc:docMk/>
          <pc:sldMk cId="3882010242" sldId="2076137764"/>
        </pc:sldMkLst>
      </pc:sldChg>
      <pc:sldChg chg="delSp modSp">
        <pc:chgData name="Srikant Kalaga" userId="S::srikant.k@syrencloud.com::961c47af-c9bb-4225-b2a0-952af4799497" providerId="AD" clId="Web-{AFD5675C-97CB-FBFE-8041-638400D531B1}" dt="2026-06-29T16:11:07.477" v="221" actId="20577"/>
        <pc:sldMkLst>
          <pc:docMk/>
          <pc:sldMk cId="54263797" sldId="2076137765"/>
        </pc:sldMkLst>
        <pc:spChg chg="mod">
          <ac:chgData name="Srikant Kalaga" userId="S::srikant.k@syrencloud.com::961c47af-c9bb-4225-b2a0-952af4799497" providerId="AD" clId="Web-{AFD5675C-97CB-FBFE-8041-638400D531B1}" dt="2026-06-29T16:11:07.477" v="221" actId="20577"/>
          <ac:spMkLst>
            <pc:docMk/>
            <pc:sldMk cId="54263797" sldId="2076137765"/>
            <ac:spMk id="2" creationId="{EE89335B-AF71-D332-C152-DA4B4214B708}"/>
          </ac:spMkLst>
        </pc:spChg>
      </pc:sldChg>
      <pc:sldChg chg="modSp ord">
        <pc:chgData name="Srikant Kalaga" userId="S::srikant.k@syrencloud.com::961c47af-c9bb-4225-b2a0-952af4799497" providerId="AD" clId="Web-{AFD5675C-97CB-FBFE-8041-638400D531B1}" dt="2026-06-29T16:29:02.730" v="338"/>
        <pc:sldMkLst>
          <pc:docMk/>
          <pc:sldMk cId="6189717" sldId="2076137766"/>
        </pc:sldMkLst>
        <pc:spChg chg="mod">
          <ac:chgData name="Srikant Kalaga" userId="S::srikant.k@syrencloud.com::961c47af-c9bb-4225-b2a0-952af4799497" providerId="AD" clId="Web-{AFD5675C-97CB-FBFE-8041-638400D531B1}" dt="2026-06-29T16:26:10.129" v="311" actId="1076"/>
          <ac:spMkLst>
            <pc:docMk/>
            <pc:sldMk cId="6189717" sldId="2076137766"/>
            <ac:spMk id="40" creationId="{85FB13C4-B002-4E3A-D2B7-A9E311D0BAA4}"/>
          </ac:spMkLst>
        </pc:spChg>
      </pc:sldChg>
      <pc:sldChg chg="addSp delSp modSp ord">
        <pc:chgData name="Srikant Kalaga" userId="S::srikant.k@syrencloud.com::961c47af-c9bb-4225-b2a0-952af4799497" providerId="AD" clId="Web-{AFD5675C-97CB-FBFE-8041-638400D531B1}" dt="2026-06-29T16:30:01.170" v="353"/>
        <pc:sldMkLst>
          <pc:docMk/>
          <pc:sldMk cId="4221204706" sldId="2076137769"/>
        </pc:sldMkLst>
      </pc:sldChg>
      <pc:sldChg chg="addSp delSp modSp ord">
        <pc:chgData name="Srikant Kalaga" userId="S::srikant.k@syrencloud.com::961c47af-c9bb-4225-b2a0-952af4799497" providerId="AD" clId="Web-{AFD5675C-97CB-FBFE-8041-638400D531B1}" dt="2026-06-29T16:30:04.545" v="354"/>
        <pc:sldMkLst>
          <pc:docMk/>
          <pc:sldMk cId="3981440326" sldId="2076137770"/>
        </pc:sldMkLst>
      </pc:sldChg>
      <pc:sldChg chg="ord">
        <pc:chgData name="Srikant Kalaga" userId="S::srikant.k@syrencloud.com::961c47af-c9bb-4225-b2a0-952af4799497" providerId="AD" clId="Web-{AFD5675C-97CB-FBFE-8041-638400D531B1}" dt="2026-06-29T16:34:16.134" v="421"/>
        <pc:sldMkLst>
          <pc:docMk/>
          <pc:sldMk cId="3574877604" sldId="2076137771"/>
        </pc:sldMkLst>
      </pc:sldChg>
      <pc:sldChg chg="delSp ord">
        <pc:chgData name="Srikant Kalaga" userId="S::srikant.k@syrencloud.com::961c47af-c9bb-4225-b2a0-952af4799497" providerId="AD" clId="Web-{AFD5675C-97CB-FBFE-8041-638400D531B1}" dt="2026-06-29T16:30:32.577" v="369"/>
        <pc:sldMkLst>
          <pc:docMk/>
          <pc:sldMk cId="1642220967" sldId="2076137772"/>
        </pc:sldMkLst>
      </pc:sldChg>
      <pc:sldChg chg="ord">
        <pc:chgData name="Srikant Kalaga" userId="S::srikant.k@syrencloud.com::961c47af-c9bb-4225-b2a0-952af4799497" providerId="AD" clId="Web-{AFD5675C-97CB-FBFE-8041-638400D531B1}" dt="2026-06-29T16:33:00.240" v="414"/>
        <pc:sldMkLst>
          <pc:docMk/>
          <pc:sldMk cId="2997420400" sldId="2076137774"/>
        </pc:sldMkLst>
      </pc:sldChg>
      <pc:sldChg chg="mod ord modShow">
        <pc:chgData name="Srikant Kalaga" userId="S::srikant.k@syrencloud.com::961c47af-c9bb-4225-b2a0-952af4799497" providerId="AD" clId="Web-{AFD5675C-97CB-FBFE-8041-638400D531B1}" dt="2026-06-29T16:39:12.959" v="501"/>
        <pc:sldMkLst>
          <pc:docMk/>
          <pc:sldMk cId="2467562094" sldId="2076137775"/>
        </pc:sldMkLst>
      </pc:sldChg>
      <pc:sldChg chg="mod ord modShow">
        <pc:chgData name="Srikant Kalaga" userId="S::srikant.k@syrencloud.com::961c47af-c9bb-4225-b2a0-952af4799497" providerId="AD" clId="Web-{AFD5675C-97CB-FBFE-8041-638400D531B1}" dt="2026-06-29T16:39:12.959" v="500"/>
        <pc:sldMkLst>
          <pc:docMk/>
          <pc:sldMk cId="2709716531" sldId="2076137776"/>
        </pc:sldMkLst>
      </pc:sldChg>
      <pc:sldChg chg="mod ord modShow">
        <pc:chgData name="Srikant Kalaga" userId="S::srikant.k@syrencloud.com::961c47af-c9bb-4225-b2a0-952af4799497" providerId="AD" clId="Web-{AFD5675C-97CB-FBFE-8041-638400D531B1}" dt="2026-06-29T16:39:12.959" v="499"/>
        <pc:sldMkLst>
          <pc:docMk/>
          <pc:sldMk cId="2152366833" sldId="2076137777"/>
        </pc:sldMkLst>
      </pc:sldChg>
      <pc:sldChg chg="ord">
        <pc:chgData name="Srikant Kalaga" userId="S::srikant.k@syrencloud.com::961c47af-c9bb-4225-b2a0-952af4799497" providerId="AD" clId="Web-{AFD5675C-97CB-FBFE-8041-638400D531B1}" dt="2026-06-29T16:32:39.599" v="401"/>
        <pc:sldMkLst>
          <pc:docMk/>
          <pc:sldMk cId="67895314" sldId="2147474868"/>
        </pc:sldMkLst>
      </pc:sldChg>
      <pc:sldChg chg="ord">
        <pc:chgData name="Srikant Kalaga" userId="S::srikant.k@syrencloud.com::961c47af-c9bb-4225-b2a0-952af4799497" providerId="AD" clId="Web-{AFD5675C-97CB-FBFE-8041-638400D531B1}" dt="2026-06-29T16:37:12.376" v="484"/>
        <pc:sldMkLst>
          <pc:docMk/>
          <pc:sldMk cId="553572738" sldId="2147474869"/>
        </pc:sldMkLst>
      </pc:sldChg>
      <pc:sldChg chg="ord">
        <pc:chgData name="Srikant Kalaga" userId="S::srikant.k@syrencloud.com::961c47af-c9bb-4225-b2a0-952af4799497" providerId="AD" clId="Web-{AFD5675C-97CB-FBFE-8041-638400D531B1}" dt="2026-06-29T16:37:12.376" v="483"/>
        <pc:sldMkLst>
          <pc:docMk/>
          <pc:sldMk cId="1305668230" sldId="2147474870"/>
        </pc:sldMkLst>
      </pc:sldChg>
      <pc:sldChg chg="delSp modSp ord">
        <pc:chgData name="Srikant Kalaga" userId="S::srikant.k@syrencloud.com::961c47af-c9bb-4225-b2a0-952af4799497" providerId="AD" clId="Web-{AFD5675C-97CB-FBFE-8041-638400D531B1}" dt="2026-06-29T16:37:12.376" v="482"/>
        <pc:sldMkLst>
          <pc:docMk/>
          <pc:sldMk cId="1014566364" sldId="2147474871"/>
        </pc:sldMkLst>
        <pc:spChg chg="mod">
          <ac:chgData name="Srikant Kalaga" userId="S::srikant.k@syrencloud.com::961c47af-c9bb-4225-b2a0-952af4799497" providerId="AD" clId="Web-{AFD5675C-97CB-FBFE-8041-638400D531B1}" dt="2026-06-29T16:14:49.580" v="301" actId="1076"/>
          <ac:spMkLst>
            <pc:docMk/>
            <pc:sldMk cId="1014566364" sldId="2147474871"/>
            <ac:spMk id="9" creationId="{1D96AEE3-F21E-B812-C28C-33D107420E4E}"/>
          </ac:spMkLst>
        </pc:spChg>
        <pc:grpChg chg="mod">
          <ac:chgData name="Srikant Kalaga" userId="S::srikant.k@syrencloud.com::961c47af-c9bb-4225-b2a0-952af4799497" providerId="AD" clId="Web-{AFD5675C-97CB-FBFE-8041-638400D531B1}" dt="2026-06-29T16:14:49.658" v="302" actId="1076"/>
          <ac:grpSpMkLst>
            <pc:docMk/>
            <pc:sldMk cId="1014566364" sldId="2147474871"/>
            <ac:grpSpMk id="17" creationId="{F3100EFF-3B63-4AB9-35AB-956065E176F5}"/>
          </ac:grpSpMkLst>
        </pc:grpChg>
        <pc:picChg chg="mod">
          <ac:chgData name="Srikant Kalaga" userId="S::srikant.k@syrencloud.com::961c47af-c9bb-4225-b2a0-952af4799497" providerId="AD" clId="Web-{AFD5675C-97CB-FBFE-8041-638400D531B1}" dt="2026-06-29T16:14:49.690" v="303" actId="1076"/>
          <ac:picMkLst>
            <pc:docMk/>
            <pc:sldMk cId="1014566364" sldId="2147474871"/>
            <ac:picMk id="25" creationId="{823A3784-C5F7-EBC2-851C-B7F8D6658A59}"/>
          </ac:picMkLst>
        </pc:picChg>
        <pc:picChg chg="mod">
          <ac:chgData name="Srikant Kalaga" userId="S::srikant.k@syrencloud.com::961c47af-c9bb-4225-b2a0-952af4799497" providerId="AD" clId="Web-{AFD5675C-97CB-FBFE-8041-638400D531B1}" dt="2026-06-29T16:14:49.705" v="304" actId="1076"/>
          <ac:picMkLst>
            <pc:docMk/>
            <pc:sldMk cId="1014566364" sldId="2147474871"/>
            <ac:picMk id="27" creationId="{33F75728-5E18-F792-3D0B-22ACF204A754}"/>
          </ac:picMkLst>
        </pc:picChg>
        <pc:picChg chg="mod">
          <ac:chgData name="Srikant Kalaga" userId="S::srikant.k@syrencloud.com::961c47af-c9bb-4225-b2a0-952af4799497" providerId="AD" clId="Web-{AFD5675C-97CB-FBFE-8041-638400D531B1}" dt="2026-06-29T16:14:49.721" v="305" actId="1076"/>
          <ac:picMkLst>
            <pc:docMk/>
            <pc:sldMk cId="1014566364" sldId="2147474871"/>
            <ac:picMk id="29" creationId="{6D28BE67-2FEE-503A-9E40-77EAEABCB178}"/>
          </ac:picMkLst>
        </pc:picChg>
        <pc:picChg chg="mod">
          <ac:chgData name="Srikant Kalaga" userId="S::srikant.k@syrencloud.com::961c47af-c9bb-4225-b2a0-952af4799497" providerId="AD" clId="Web-{AFD5675C-97CB-FBFE-8041-638400D531B1}" dt="2026-06-29T16:14:49.736" v="306" actId="1076"/>
          <ac:picMkLst>
            <pc:docMk/>
            <pc:sldMk cId="1014566364" sldId="2147474871"/>
            <ac:picMk id="31" creationId="{3FCAC013-08B1-80F2-7C19-433C7EF8A3CD}"/>
          </ac:picMkLst>
        </pc:picChg>
        <pc:picChg chg="mod">
          <ac:chgData name="Srikant Kalaga" userId="S::srikant.k@syrencloud.com::961c47af-c9bb-4225-b2a0-952af4799497" providerId="AD" clId="Web-{AFD5675C-97CB-FBFE-8041-638400D531B1}" dt="2026-06-29T16:14:49.752" v="307" actId="1076"/>
          <ac:picMkLst>
            <pc:docMk/>
            <pc:sldMk cId="1014566364" sldId="2147474871"/>
            <ac:picMk id="33" creationId="{BC8EC285-047A-18E1-5A00-B265F48ADFBA}"/>
          </ac:picMkLst>
        </pc:picChg>
        <pc:picChg chg="mod">
          <ac:chgData name="Srikant Kalaga" userId="S::srikant.k@syrencloud.com::961c47af-c9bb-4225-b2a0-952af4799497" providerId="AD" clId="Web-{AFD5675C-97CB-FBFE-8041-638400D531B1}" dt="2026-06-29T16:14:49.783" v="308" actId="1076"/>
          <ac:picMkLst>
            <pc:docMk/>
            <pc:sldMk cId="1014566364" sldId="2147474871"/>
            <ac:picMk id="35" creationId="{671D57A8-F687-33A9-379D-F8041CEEB605}"/>
          </ac:picMkLst>
        </pc:picChg>
        <pc:picChg chg="mod">
          <ac:chgData name="Srikant Kalaga" userId="S::srikant.k@syrencloud.com::961c47af-c9bb-4225-b2a0-952af4799497" providerId="AD" clId="Web-{AFD5675C-97CB-FBFE-8041-638400D531B1}" dt="2026-06-29T16:14:49.799" v="309" actId="1076"/>
          <ac:picMkLst>
            <pc:docMk/>
            <pc:sldMk cId="1014566364" sldId="2147474871"/>
            <ac:picMk id="37" creationId="{8552EF34-A1CD-A90D-0F0D-F0E9E838A254}"/>
          </ac:picMkLst>
        </pc:picChg>
        <pc:picChg chg="mod">
          <ac:chgData name="Srikant Kalaga" userId="S::srikant.k@syrencloud.com::961c47af-c9bb-4225-b2a0-952af4799497" providerId="AD" clId="Web-{AFD5675C-97CB-FBFE-8041-638400D531B1}" dt="2026-06-29T16:14:49.815" v="310" actId="1076"/>
          <ac:picMkLst>
            <pc:docMk/>
            <pc:sldMk cId="1014566364" sldId="2147474871"/>
            <ac:picMk id="39" creationId="{FF0327D8-DD2D-291E-E861-052553A3EEDE}"/>
          </ac:picMkLst>
        </pc:picChg>
      </pc:sldChg>
      <pc:sldChg chg="delSp modSp">
        <pc:chgData name="Srikant Kalaga" userId="S::srikant.k@syrencloud.com::961c47af-c9bb-4225-b2a0-952af4799497" providerId="AD" clId="Web-{AFD5675C-97CB-FBFE-8041-638400D531B1}" dt="2026-06-29T16:10:32.944" v="208" actId="20577"/>
        <pc:sldMkLst>
          <pc:docMk/>
          <pc:sldMk cId="3002218494" sldId="2147474877"/>
        </pc:sldMkLst>
        <pc:spChg chg="mod">
          <ac:chgData name="Srikant Kalaga" userId="S::srikant.k@syrencloud.com::961c47af-c9bb-4225-b2a0-952af4799497" providerId="AD" clId="Web-{AFD5675C-97CB-FBFE-8041-638400D531B1}" dt="2026-06-29T16:10:32.944" v="208" actId="20577"/>
          <ac:spMkLst>
            <pc:docMk/>
            <pc:sldMk cId="3002218494" sldId="2147474877"/>
            <ac:spMk id="5" creationId="{C2D779C2-F15E-F5D7-419D-BCC46F9463AF}"/>
          </ac:spMkLst>
        </pc:spChg>
      </pc:sldChg>
      <pc:sldChg chg="addSp delSp modSp ord">
        <pc:chgData name="Srikant Kalaga" userId="S::srikant.k@syrencloud.com::961c47af-c9bb-4225-b2a0-952af4799497" providerId="AD" clId="Web-{AFD5675C-97CB-FBFE-8041-638400D531B1}" dt="2026-06-29T16:29:32.700" v="341"/>
        <pc:sldMkLst>
          <pc:docMk/>
          <pc:sldMk cId="1636211531" sldId="2147474879"/>
        </pc:sldMkLst>
        <pc:spChg chg="mod">
          <ac:chgData name="Srikant Kalaga" userId="S::srikant.k@syrencloud.com::961c47af-c9bb-4225-b2a0-952af4799497" providerId="AD" clId="Web-{AFD5675C-97CB-FBFE-8041-638400D531B1}" dt="2026-06-29T16:12:52.966" v="256" actId="20577"/>
          <ac:spMkLst>
            <pc:docMk/>
            <pc:sldMk cId="1636211531" sldId="2147474879"/>
            <ac:spMk id="2" creationId="{4A3D47B9-9300-2DA7-9C15-1D5E7E9989B7}"/>
          </ac:spMkLst>
        </pc:spChg>
      </pc:sldChg>
      <pc:sldChg chg="ord">
        <pc:chgData name="Srikant Kalaga" userId="S::srikant.k@syrencloud.com::961c47af-c9bb-4225-b2a0-952af4799497" providerId="AD" clId="Web-{AFD5675C-97CB-FBFE-8041-638400D531B1}" dt="2026-06-29T16:33:04.459" v="415"/>
        <pc:sldMkLst>
          <pc:docMk/>
          <pc:sldMk cId="3377972757" sldId="2147474889"/>
        </pc:sldMkLst>
      </pc:sldChg>
      <pc:sldChg chg="ord">
        <pc:chgData name="Srikant Kalaga" userId="S::srikant.k@syrencloud.com::961c47af-c9bb-4225-b2a0-952af4799497" providerId="AD" clId="Web-{AFD5675C-97CB-FBFE-8041-638400D531B1}" dt="2026-06-29T16:33:06.240" v="416"/>
        <pc:sldMkLst>
          <pc:docMk/>
          <pc:sldMk cId="2584111903" sldId="2147474891"/>
        </pc:sldMkLst>
      </pc:sldChg>
      <pc:sldChg chg="addSp delSp modSp add ord">
        <pc:chgData name="Srikant Kalaga" userId="S::srikant.k@syrencloud.com::961c47af-c9bb-4225-b2a0-952af4799497" providerId="AD" clId="Web-{AFD5675C-97CB-FBFE-8041-638400D531B1}" dt="2026-06-29T16:36:05.904" v="462" actId="1076"/>
        <pc:sldMkLst>
          <pc:docMk/>
          <pc:sldMk cId="790199280" sldId="2147481775"/>
        </pc:sldMkLst>
        <pc:spChg chg="add del">
          <ac:chgData name="Srikant Kalaga" userId="S::srikant.k@syrencloud.com::961c47af-c9bb-4225-b2a0-952af4799497" providerId="AD" clId="Web-{AFD5675C-97CB-FBFE-8041-638400D531B1}" dt="2026-06-29T16:08:43.236" v="157"/>
          <ac:spMkLst>
            <pc:docMk/>
            <pc:sldMk cId="790199280" sldId="2147481775"/>
            <ac:spMk id="7" creationId="{2C3EBFD8-8290-8F6F-7643-F99A39CDDFA5}"/>
          </ac:spMkLst>
        </pc:spChg>
        <pc:spChg chg="add del">
          <ac:chgData name="Srikant Kalaga" userId="S::srikant.k@syrencloud.com::961c47af-c9bb-4225-b2a0-952af4799497" providerId="AD" clId="Web-{AFD5675C-97CB-FBFE-8041-638400D531B1}" dt="2026-06-29T16:08:43.236" v="160"/>
          <ac:spMkLst>
            <pc:docMk/>
            <pc:sldMk cId="790199280" sldId="2147481775"/>
            <ac:spMk id="8" creationId="{1D78D040-C818-8CBA-6E3E-5022BEC24BB2}"/>
          </ac:spMkLst>
        </pc:spChg>
        <pc:spChg chg="add mod">
          <ac:chgData name="Srikant Kalaga" userId="S::srikant.k@syrencloud.com::961c47af-c9bb-4225-b2a0-952af4799497" providerId="AD" clId="Web-{AFD5675C-97CB-FBFE-8041-638400D531B1}" dt="2026-06-29T16:08:23.548" v="146" actId="1076"/>
          <ac:spMkLst>
            <pc:docMk/>
            <pc:sldMk cId="790199280" sldId="2147481775"/>
            <ac:spMk id="96" creationId="{21BFEA66-1F07-84C7-A348-369681172193}"/>
          </ac:spMkLst>
        </pc:spChg>
        <pc:spChg chg="add mod">
          <ac:chgData name="Srikant Kalaga" userId="S::srikant.k@syrencloud.com::961c47af-c9bb-4225-b2a0-952af4799497" providerId="AD" clId="Web-{AFD5675C-97CB-FBFE-8041-638400D531B1}" dt="2026-06-29T16:08:17.548" v="141" actId="1076"/>
          <ac:spMkLst>
            <pc:docMk/>
            <pc:sldMk cId="790199280" sldId="2147481775"/>
            <ac:spMk id="99" creationId="{DD5DC86E-282B-CF75-FB56-D747D6F7D5D5}"/>
          </ac:spMkLst>
        </pc:spChg>
        <pc:spChg chg="add mod">
          <ac:chgData name="Srikant Kalaga" userId="S::srikant.k@syrencloud.com::961c47af-c9bb-4225-b2a0-952af4799497" providerId="AD" clId="Web-{AFD5675C-97CB-FBFE-8041-638400D531B1}" dt="2026-06-29T16:08:10.844" v="136" actId="1076"/>
          <ac:spMkLst>
            <pc:docMk/>
            <pc:sldMk cId="790199280" sldId="2147481775"/>
            <ac:spMk id="101" creationId="{423C4721-C949-3909-5425-C9BDB353959E}"/>
          </ac:spMkLst>
        </pc:spChg>
        <pc:spChg chg="add mod">
          <ac:chgData name="Srikant Kalaga" userId="S::srikant.k@syrencloud.com::961c47af-c9bb-4225-b2a0-952af4799497" providerId="AD" clId="Web-{AFD5675C-97CB-FBFE-8041-638400D531B1}" dt="2026-06-29T16:07:52.140" v="130" actId="1076"/>
          <ac:spMkLst>
            <pc:docMk/>
            <pc:sldMk cId="790199280" sldId="2147481775"/>
            <ac:spMk id="103" creationId="{25C83453-106A-C1B3-09C5-2371F9CC9FEF}"/>
          </ac:spMkLst>
        </pc:spChg>
        <pc:spChg chg="add mod">
          <ac:chgData name="Srikant Kalaga" userId="S::srikant.k@syrencloud.com::961c47af-c9bb-4225-b2a0-952af4799497" providerId="AD" clId="Web-{AFD5675C-97CB-FBFE-8041-638400D531B1}" dt="2026-06-29T16:08:23.610" v="148" actId="1076"/>
          <ac:spMkLst>
            <pc:docMk/>
            <pc:sldMk cId="790199280" sldId="2147481775"/>
            <ac:spMk id="114" creationId="{3280A3C3-DA34-DFBA-AC29-708C4235CBEC}"/>
          </ac:spMkLst>
        </pc:spChg>
        <pc:spChg chg="add mod">
          <ac:chgData name="Srikant Kalaga" userId="S::srikant.k@syrencloud.com::961c47af-c9bb-4225-b2a0-952af4799497" providerId="AD" clId="Web-{AFD5675C-97CB-FBFE-8041-638400D531B1}" dt="2026-06-29T16:08:17.610" v="143" actId="1076"/>
          <ac:spMkLst>
            <pc:docMk/>
            <pc:sldMk cId="790199280" sldId="2147481775"/>
            <ac:spMk id="120" creationId="{B6BD6CDF-6671-7908-B2CB-8ABB1C24C8CA}"/>
          </ac:spMkLst>
        </pc:spChg>
        <pc:spChg chg="add mod">
          <ac:chgData name="Srikant Kalaga" userId="S::srikant.k@syrencloud.com::961c47af-c9bb-4225-b2a0-952af4799497" providerId="AD" clId="Web-{AFD5675C-97CB-FBFE-8041-638400D531B1}" dt="2026-06-29T16:08:10.907" v="138" actId="1076"/>
          <ac:spMkLst>
            <pc:docMk/>
            <pc:sldMk cId="790199280" sldId="2147481775"/>
            <ac:spMk id="128" creationId="{428148EE-52EF-E362-7B46-3EA958352E42}"/>
          </ac:spMkLst>
        </pc:spChg>
        <pc:spChg chg="add mod">
          <ac:chgData name="Srikant Kalaga" userId="S::srikant.k@syrencloud.com::961c47af-c9bb-4225-b2a0-952af4799497" providerId="AD" clId="Web-{AFD5675C-97CB-FBFE-8041-638400D531B1}" dt="2026-06-29T16:07:52.218" v="132" actId="1076"/>
          <ac:spMkLst>
            <pc:docMk/>
            <pc:sldMk cId="790199280" sldId="2147481775"/>
            <ac:spMk id="135" creationId="{C9B1370B-5BB6-F298-AD71-BE9DCFA49374}"/>
          </ac:spMkLst>
        </pc:spChg>
        <pc:spChg chg="add mod">
          <ac:chgData name="Srikant Kalaga" userId="S::srikant.k@syrencloud.com::961c47af-c9bb-4225-b2a0-952af4799497" providerId="AD" clId="Web-{AFD5675C-97CB-FBFE-8041-638400D531B1}" dt="2026-06-29T16:09:08.972" v="174" actId="1076"/>
          <ac:spMkLst>
            <pc:docMk/>
            <pc:sldMk cId="790199280" sldId="2147481775"/>
            <ac:spMk id="168" creationId="{64603A9D-03AC-EBF1-F68C-4717ACEEAC08}"/>
          </ac:spMkLst>
        </pc:spChg>
        <pc:spChg chg="add mod">
          <ac:chgData name="Srikant Kalaga" userId="S::srikant.k@syrencloud.com::961c47af-c9bb-4225-b2a0-952af4799497" providerId="AD" clId="Web-{AFD5675C-97CB-FBFE-8041-638400D531B1}" dt="2026-06-29T16:36:00.873" v="447" actId="1076"/>
          <ac:spMkLst>
            <pc:docMk/>
            <pc:sldMk cId="790199280" sldId="2147481775"/>
            <ac:spMk id="184" creationId="{6A47E9C7-EECD-50B4-F1B4-2D5281D2E341}"/>
          </ac:spMkLst>
        </pc:spChg>
        <pc:spChg chg="add mod">
          <ac:chgData name="Srikant Kalaga" userId="S::srikant.k@syrencloud.com::961c47af-c9bb-4225-b2a0-952af4799497" providerId="AD" clId="Web-{AFD5675C-97CB-FBFE-8041-638400D531B1}" dt="2026-06-29T16:36:05.326" v="448" actId="1076"/>
          <ac:spMkLst>
            <pc:docMk/>
            <pc:sldMk cId="790199280" sldId="2147481775"/>
            <ac:spMk id="186" creationId="{5CB7F45C-30FB-7B80-8669-2991363A4588}"/>
          </ac:spMkLst>
        </pc:spChg>
        <pc:spChg chg="add mod">
          <ac:chgData name="Srikant Kalaga" userId="S::srikant.k@syrencloud.com::961c47af-c9bb-4225-b2a0-952af4799497" providerId="AD" clId="Web-{AFD5675C-97CB-FBFE-8041-638400D531B1}" dt="2026-06-29T16:36:05.357" v="449" actId="1076"/>
          <ac:spMkLst>
            <pc:docMk/>
            <pc:sldMk cId="790199280" sldId="2147481775"/>
            <ac:spMk id="188" creationId="{0A916A29-8631-A80C-64A9-1B24168A0696}"/>
          </ac:spMkLst>
        </pc:spChg>
        <pc:spChg chg="add mod">
          <ac:chgData name="Srikant Kalaga" userId="S::srikant.k@syrencloud.com::961c47af-c9bb-4225-b2a0-952af4799497" providerId="AD" clId="Web-{AFD5675C-97CB-FBFE-8041-638400D531B1}" dt="2026-06-29T16:36:05.404" v="450" actId="1076"/>
          <ac:spMkLst>
            <pc:docMk/>
            <pc:sldMk cId="790199280" sldId="2147481775"/>
            <ac:spMk id="190" creationId="{4C0CA8F5-E3E0-94A7-9181-24174C78F41F}"/>
          </ac:spMkLst>
        </pc:spChg>
        <pc:spChg chg="add mod">
          <ac:chgData name="Srikant Kalaga" userId="S::srikant.k@syrencloud.com::961c47af-c9bb-4225-b2a0-952af4799497" providerId="AD" clId="Web-{AFD5675C-97CB-FBFE-8041-638400D531B1}" dt="2026-06-29T16:36:05.451" v="451" actId="1076"/>
          <ac:spMkLst>
            <pc:docMk/>
            <pc:sldMk cId="790199280" sldId="2147481775"/>
            <ac:spMk id="192" creationId="{8CF7883B-73BC-F10A-C9A6-D5E09E48F1A4}"/>
          </ac:spMkLst>
        </pc:spChg>
        <pc:spChg chg="add mod">
          <ac:chgData name="Srikant Kalaga" userId="S::srikant.k@syrencloud.com::961c47af-c9bb-4225-b2a0-952af4799497" providerId="AD" clId="Web-{AFD5675C-97CB-FBFE-8041-638400D531B1}" dt="2026-06-29T16:36:05.498" v="452" actId="1076"/>
          <ac:spMkLst>
            <pc:docMk/>
            <pc:sldMk cId="790199280" sldId="2147481775"/>
            <ac:spMk id="194" creationId="{BFAEF599-FE09-838F-6965-64420F0DE2AB}"/>
          </ac:spMkLst>
        </pc:spChg>
        <pc:spChg chg="add mod">
          <ac:chgData name="Srikant Kalaga" userId="S::srikant.k@syrencloud.com::961c47af-c9bb-4225-b2a0-952af4799497" providerId="AD" clId="Web-{AFD5675C-97CB-FBFE-8041-638400D531B1}" dt="2026-06-29T16:36:05.529" v="453" actId="1076"/>
          <ac:spMkLst>
            <pc:docMk/>
            <pc:sldMk cId="790199280" sldId="2147481775"/>
            <ac:spMk id="196" creationId="{77EF7D36-BF75-87F1-B7AB-7FFD1D3A7114}"/>
          </ac:spMkLst>
        </pc:spChg>
        <pc:spChg chg="add mod">
          <ac:chgData name="Srikant Kalaga" userId="S::srikant.k@syrencloud.com::961c47af-c9bb-4225-b2a0-952af4799497" providerId="AD" clId="Web-{AFD5675C-97CB-FBFE-8041-638400D531B1}" dt="2026-06-29T16:36:05.576" v="454" actId="1076"/>
          <ac:spMkLst>
            <pc:docMk/>
            <pc:sldMk cId="790199280" sldId="2147481775"/>
            <ac:spMk id="198" creationId="{7D861718-3EFD-30FC-F1BB-E00795FC48A5}"/>
          </ac:spMkLst>
        </pc:spChg>
        <pc:spChg chg="add mod">
          <ac:chgData name="Srikant Kalaga" userId="S::srikant.k@syrencloud.com::961c47af-c9bb-4225-b2a0-952af4799497" providerId="AD" clId="Web-{AFD5675C-97CB-FBFE-8041-638400D531B1}" dt="2026-06-29T16:36:05.623" v="455" actId="1076"/>
          <ac:spMkLst>
            <pc:docMk/>
            <pc:sldMk cId="790199280" sldId="2147481775"/>
            <ac:spMk id="210" creationId="{470B2344-4322-EB83-3A8E-8FA2A643416A}"/>
          </ac:spMkLst>
        </pc:spChg>
        <pc:spChg chg="add mod">
          <ac:chgData name="Srikant Kalaga" userId="S::srikant.k@syrencloud.com::961c47af-c9bb-4225-b2a0-952af4799497" providerId="AD" clId="Web-{AFD5675C-97CB-FBFE-8041-638400D531B1}" dt="2026-06-29T16:36:05.670" v="456" actId="1076"/>
          <ac:spMkLst>
            <pc:docMk/>
            <pc:sldMk cId="790199280" sldId="2147481775"/>
            <ac:spMk id="212" creationId="{C4E3B57B-F268-CF70-1BC4-B5A6600A0A35}"/>
          </ac:spMkLst>
        </pc:spChg>
        <pc:spChg chg="add mod">
          <ac:chgData name="Srikant Kalaga" userId="S::srikant.k@syrencloud.com::961c47af-c9bb-4225-b2a0-952af4799497" providerId="AD" clId="Web-{AFD5675C-97CB-FBFE-8041-638400D531B1}" dt="2026-06-29T16:36:05.857" v="461" actId="1076"/>
          <ac:spMkLst>
            <pc:docMk/>
            <pc:sldMk cId="790199280" sldId="2147481775"/>
            <ac:spMk id="228" creationId="{3CFF6768-1659-2631-DCEF-4C2969070239}"/>
          </ac:spMkLst>
        </pc:spChg>
        <pc:spChg chg="add mod">
          <ac:chgData name="Srikant Kalaga" userId="S::srikant.k@syrencloud.com::961c47af-c9bb-4225-b2a0-952af4799497" providerId="AD" clId="Web-{AFD5675C-97CB-FBFE-8041-638400D531B1}" dt="2026-06-29T16:36:05.904" v="462" actId="1076"/>
          <ac:spMkLst>
            <pc:docMk/>
            <pc:sldMk cId="790199280" sldId="2147481775"/>
            <ac:spMk id="232" creationId="{421479C1-B56C-5B49-4149-1C5C1BDB131B}"/>
          </ac:spMkLst>
        </pc:spChg>
        <pc:grpChg chg="mod">
          <ac:chgData name="Srikant Kalaga" userId="S::srikant.k@syrencloud.com::961c47af-c9bb-4225-b2a0-952af4799497" providerId="AD" clId="Web-{AFD5675C-97CB-FBFE-8041-638400D531B1}" dt="2026-06-29T16:07:59" v="135" actId="1076"/>
          <ac:grpSpMkLst>
            <pc:docMk/>
            <pc:sldMk cId="790199280" sldId="2147481775"/>
            <ac:grpSpMk id="219" creationId="{F3C5908F-5438-1089-C54A-019570F0B941}"/>
          </ac:grpSpMkLst>
        </pc:grpChg>
        <pc:picChg chg="add mod">
          <ac:chgData name="Srikant Kalaga" userId="S::srikant.k@syrencloud.com::961c47af-c9bb-4225-b2a0-952af4799497" providerId="AD" clId="Web-{AFD5675C-97CB-FBFE-8041-638400D531B1}" dt="2026-06-29T16:08:23.579" v="147" actId="1076"/>
          <ac:picMkLst>
            <pc:docMk/>
            <pc:sldMk cId="790199280" sldId="2147481775"/>
            <ac:picMk id="105" creationId="{8AEB3D88-5B56-FE44-4D34-C94B6CCFD0CA}"/>
          </ac:picMkLst>
        </pc:picChg>
        <pc:picChg chg="add mod">
          <ac:chgData name="Srikant Kalaga" userId="S::srikant.k@syrencloud.com::961c47af-c9bb-4225-b2a0-952af4799497" providerId="AD" clId="Web-{AFD5675C-97CB-FBFE-8041-638400D531B1}" dt="2026-06-29T16:08:17.579" v="142" actId="1076"/>
          <ac:picMkLst>
            <pc:docMk/>
            <pc:sldMk cId="790199280" sldId="2147481775"/>
            <ac:picMk id="107" creationId="{1A7E1BC8-C81F-F729-DEF4-AC91668588EC}"/>
          </ac:picMkLst>
        </pc:picChg>
        <pc:picChg chg="add mod">
          <ac:chgData name="Srikant Kalaga" userId="S::srikant.k@syrencloud.com::961c47af-c9bb-4225-b2a0-952af4799497" providerId="AD" clId="Web-{AFD5675C-97CB-FBFE-8041-638400D531B1}" dt="2026-06-29T16:08:10.876" v="137" actId="1076"/>
          <ac:picMkLst>
            <pc:docMk/>
            <pc:sldMk cId="790199280" sldId="2147481775"/>
            <ac:picMk id="109" creationId="{15E1EC47-BD78-8B35-6DA5-96F2C6E18A03}"/>
          </ac:picMkLst>
        </pc:picChg>
        <pc:picChg chg="add mod">
          <ac:chgData name="Srikant Kalaga" userId="S::srikant.k@syrencloud.com::961c47af-c9bb-4225-b2a0-952af4799497" providerId="AD" clId="Web-{AFD5675C-97CB-FBFE-8041-638400D531B1}" dt="2026-06-29T16:07:52.172" v="131" actId="1076"/>
          <ac:picMkLst>
            <pc:docMk/>
            <pc:sldMk cId="790199280" sldId="2147481775"/>
            <ac:picMk id="111" creationId="{66D3D556-325B-D352-C360-D7561D0EB95B}"/>
          </ac:picMkLst>
        </pc:picChg>
        <pc:picChg chg="add mod">
          <ac:chgData name="Srikant Kalaga" userId="S::srikant.k@syrencloud.com::961c47af-c9bb-4225-b2a0-952af4799497" providerId="AD" clId="Web-{AFD5675C-97CB-FBFE-8041-638400D531B1}" dt="2026-06-29T16:08:23.689" v="150" actId="1076"/>
          <ac:picMkLst>
            <pc:docMk/>
            <pc:sldMk cId="790199280" sldId="2147481775"/>
            <ac:picMk id="147" creationId="{CD53199E-8785-85B3-9663-F40551171BE8}"/>
          </ac:picMkLst>
        </pc:picChg>
        <pc:picChg chg="add mod">
          <ac:chgData name="Srikant Kalaga" userId="S::srikant.k@syrencloud.com::961c47af-c9bb-4225-b2a0-952af4799497" providerId="AD" clId="Web-{AFD5675C-97CB-FBFE-8041-638400D531B1}" dt="2026-06-29T16:08:10.969" v="140" actId="1076"/>
          <ac:picMkLst>
            <pc:docMk/>
            <pc:sldMk cId="790199280" sldId="2147481775"/>
            <ac:picMk id="149" creationId="{DA4D2897-B736-BEB5-C516-15C24E8A4561}"/>
          </ac:picMkLst>
        </pc:picChg>
        <pc:picChg chg="add mod">
          <ac:chgData name="Srikant Kalaga" userId="S::srikant.k@syrencloud.com::961c47af-c9bb-4225-b2a0-952af4799497" providerId="AD" clId="Web-{AFD5675C-97CB-FBFE-8041-638400D531B1}" dt="2026-06-29T16:07:52.297" v="134" actId="1076"/>
          <ac:picMkLst>
            <pc:docMk/>
            <pc:sldMk cId="790199280" sldId="2147481775"/>
            <ac:picMk id="155" creationId="{CB58DCD2-A295-408E-D614-1725C891ACD6}"/>
          </ac:picMkLst>
        </pc:picChg>
        <pc:picChg chg="add mod">
          <ac:chgData name="Srikant Kalaga" userId="S::srikant.k@syrencloud.com::961c47af-c9bb-4225-b2a0-952af4799497" providerId="AD" clId="Web-{AFD5675C-97CB-FBFE-8041-638400D531B1}" dt="2026-06-29T16:08:17.673" v="145" actId="1076"/>
          <ac:picMkLst>
            <pc:docMk/>
            <pc:sldMk cId="790199280" sldId="2147481775"/>
            <ac:picMk id="157" creationId="{ECA113A7-9C0E-6D1D-5BF2-7567D43A9CC2}"/>
          </ac:picMkLst>
        </pc:picChg>
        <pc:picChg chg="add mod">
          <ac:chgData name="Srikant Kalaga" userId="S::srikant.k@syrencloud.com::961c47af-c9bb-4225-b2a0-952af4799497" providerId="AD" clId="Web-{AFD5675C-97CB-FBFE-8041-638400D531B1}" dt="2026-06-29T16:36:05.701" v="457" actId="1076"/>
          <ac:picMkLst>
            <pc:docMk/>
            <pc:sldMk cId="790199280" sldId="2147481775"/>
            <ac:picMk id="217" creationId="{BCDD1888-EB82-2D98-0A16-5F57910F0286}"/>
          </ac:picMkLst>
        </pc:picChg>
        <pc:picChg chg="add mod">
          <ac:chgData name="Srikant Kalaga" userId="S::srikant.k@syrencloud.com::961c47af-c9bb-4225-b2a0-952af4799497" providerId="AD" clId="Web-{AFD5675C-97CB-FBFE-8041-638400D531B1}" dt="2026-06-29T16:36:05.748" v="458" actId="1076"/>
          <ac:picMkLst>
            <pc:docMk/>
            <pc:sldMk cId="790199280" sldId="2147481775"/>
            <ac:picMk id="220" creationId="{5B3B48C9-EA33-9C1F-C2D3-F9D4C6093F3D}"/>
          </ac:picMkLst>
        </pc:picChg>
        <pc:picChg chg="add mod">
          <ac:chgData name="Srikant Kalaga" userId="S::srikant.k@syrencloud.com::961c47af-c9bb-4225-b2a0-952af4799497" providerId="AD" clId="Web-{AFD5675C-97CB-FBFE-8041-638400D531B1}" dt="2026-06-29T16:36:05.779" v="459" actId="1076"/>
          <ac:picMkLst>
            <pc:docMk/>
            <pc:sldMk cId="790199280" sldId="2147481775"/>
            <ac:picMk id="224" creationId="{F347E99A-B173-22CB-56FA-388CEFBDB959}"/>
          </ac:picMkLst>
        </pc:picChg>
        <pc:picChg chg="add mod">
          <ac:chgData name="Srikant Kalaga" userId="S::srikant.k@syrencloud.com::961c47af-c9bb-4225-b2a0-952af4799497" providerId="AD" clId="Web-{AFD5675C-97CB-FBFE-8041-638400D531B1}" dt="2026-06-29T16:36:05.826" v="460" actId="1076"/>
          <ac:picMkLst>
            <pc:docMk/>
            <pc:sldMk cId="790199280" sldId="2147481775"/>
            <ac:picMk id="226" creationId="{3CFA5AA5-A25C-9FEF-6C1E-F26F804675CF}"/>
          </ac:picMkLst>
        </pc:picChg>
        <pc:cxnChg chg="mod">
          <ac:chgData name="Srikant Kalaga" userId="S::srikant.k@syrencloud.com::961c47af-c9bb-4225-b2a0-952af4799497" providerId="AD" clId="Web-{AFD5675C-97CB-FBFE-8041-638400D531B1}" dt="2026-06-29T16:07:44.999" v="129" actId="1076"/>
          <ac:cxnSpMkLst>
            <pc:docMk/>
            <pc:sldMk cId="790199280" sldId="2147481775"/>
            <ac:cxnSpMk id="64" creationId="{681CDC5D-75AD-7605-700A-BF0C28CC7255}"/>
          </ac:cxnSpMkLst>
        </pc:cxnChg>
        <pc:cxnChg chg="add mod">
          <ac:chgData name="Srikant Kalaga" userId="S::srikant.k@syrencloud.com::961c47af-c9bb-4225-b2a0-952af4799497" providerId="AD" clId="Web-{AFD5675C-97CB-FBFE-8041-638400D531B1}" dt="2026-06-29T16:08:23.657" v="149" actId="1076"/>
          <ac:cxnSpMkLst>
            <pc:docMk/>
            <pc:sldMk cId="790199280" sldId="2147481775"/>
            <ac:cxnSpMk id="116" creationId="{AEAA7B90-E1C1-8928-2A01-0E06BF4404A0}"/>
          </ac:cxnSpMkLst>
        </pc:cxnChg>
        <pc:cxnChg chg="add mod">
          <ac:chgData name="Srikant Kalaga" userId="S::srikant.k@syrencloud.com::961c47af-c9bb-4225-b2a0-952af4799497" providerId="AD" clId="Web-{AFD5675C-97CB-FBFE-8041-638400D531B1}" dt="2026-06-29T16:08:17.641" v="144" actId="1076"/>
          <ac:cxnSpMkLst>
            <pc:docMk/>
            <pc:sldMk cId="790199280" sldId="2147481775"/>
            <ac:cxnSpMk id="123" creationId="{9F31FBFD-A5D5-3420-1EBD-AB5EB9F2E76C}"/>
          </ac:cxnSpMkLst>
        </pc:cxnChg>
        <pc:cxnChg chg="add mod">
          <ac:chgData name="Srikant Kalaga" userId="S::srikant.k@syrencloud.com::961c47af-c9bb-4225-b2a0-952af4799497" providerId="AD" clId="Web-{AFD5675C-97CB-FBFE-8041-638400D531B1}" dt="2026-06-29T16:08:10.938" v="139" actId="1076"/>
          <ac:cxnSpMkLst>
            <pc:docMk/>
            <pc:sldMk cId="790199280" sldId="2147481775"/>
            <ac:cxnSpMk id="130" creationId="{4502C41E-222A-8801-DDB6-FD30C54244BA}"/>
          </ac:cxnSpMkLst>
        </pc:cxnChg>
        <pc:cxnChg chg="add mod">
          <ac:chgData name="Srikant Kalaga" userId="S::srikant.k@syrencloud.com::961c47af-c9bb-4225-b2a0-952af4799497" providerId="AD" clId="Web-{AFD5675C-97CB-FBFE-8041-638400D531B1}" dt="2026-06-29T16:07:52.250" v="133" actId="1076"/>
          <ac:cxnSpMkLst>
            <pc:docMk/>
            <pc:sldMk cId="790199280" sldId="2147481775"/>
            <ac:cxnSpMk id="141" creationId="{0DB04A9C-88F4-6EBE-76A0-A8AE1AB8E109}"/>
          </ac:cxnSpMkLst>
        </pc:cxnChg>
      </pc:sldChg>
      <pc:sldChg chg="modSp add ord replId">
        <pc:chgData name="Srikant Kalaga" userId="S::srikant.k@syrencloud.com::961c47af-c9bb-4225-b2a0-952af4799497" providerId="AD" clId="Web-{AFD5675C-97CB-FBFE-8041-638400D531B1}" dt="2026-06-29T16:39:31.210" v="510" actId="1076"/>
        <pc:sldMkLst>
          <pc:docMk/>
          <pc:sldMk cId="2117641374" sldId="2147481785"/>
        </pc:sldMkLst>
        <pc:spChg chg="mod">
          <ac:chgData name="Srikant Kalaga" userId="S::srikant.k@syrencloud.com::961c47af-c9bb-4225-b2a0-952af4799497" providerId="AD" clId="Web-{AFD5675C-97CB-FBFE-8041-638400D531B1}" dt="2026-06-29T16:39:31.210" v="510" actId="1076"/>
          <ac:spMkLst>
            <pc:docMk/>
            <pc:sldMk cId="2117641374" sldId="2147481785"/>
            <ac:spMk id="2" creationId="{B2C7E958-C883-D485-22C5-F45832A62BF4}"/>
          </ac:spMkLst>
        </pc:spChg>
      </pc:sldChg>
      <pc:sldMasterChg chg="add addSldLayout">
        <pc:chgData name="Srikant Kalaga" userId="S::srikant.k@syrencloud.com::961c47af-c9bb-4225-b2a0-952af4799497" providerId="AD" clId="Web-{AFD5675C-97CB-FBFE-8041-638400D531B1}" dt="2026-06-29T16:31:27.345" v="385"/>
        <pc:sldMasterMkLst>
          <pc:docMk/>
          <pc:sldMasterMk cId="2912767171" sldId="2147483660"/>
        </pc:sldMasterMkLst>
        <pc:sldLayoutChg chg="add">
          <pc:chgData name="Srikant Kalaga" userId="S::srikant.k@syrencloud.com::961c47af-c9bb-4225-b2a0-952af4799497" providerId="AD" clId="Web-{AFD5675C-97CB-FBFE-8041-638400D531B1}" dt="2026-06-29T16:31:27.345" v="385"/>
          <pc:sldLayoutMkLst>
            <pc:docMk/>
            <pc:sldMasterMk cId="2912767171" sldId="2147483660"/>
            <pc:sldLayoutMk cId="3443908142" sldId="2147483661"/>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1848923315" sldId="2147483662"/>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2392435538" sldId="2147483663"/>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3685829576" sldId="2147483664"/>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1120919414" sldId="2147483665"/>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25482949" sldId="2147483666"/>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2890517447" sldId="2147483667"/>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1742390776" sldId="2147483668"/>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3233785792" sldId="2147483669"/>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414535277" sldId="2147483670"/>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418042215" sldId="2147483671"/>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1080163551" sldId="2147483672"/>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1873144182" sldId="2147483673"/>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1254525430" sldId="2147483677"/>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2718122964" sldId="2147483678"/>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3976593255" sldId="2147483679"/>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1620627767" sldId="2147483680"/>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783570334" sldId="2147483681"/>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783666842" sldId="2147483683"/>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2943284167" sldId="2147483684"/>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860967624" sldId="2147483685"/>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3732288814" sldId="2147483686"/>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3078743132" sldId="2147483687"/>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1991530269" sldId="2147483688"/>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23668559" sldId="2147483689"/>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1642080394" sldId="2147483690"/>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2948798309" sldId="2147483691"/>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236322878" sldId="2147483692"/>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314100304" sldId="2147483693"/>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453805662" sldId="2147483694"/>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3669315339" sldId="2147483695"/>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501429485" sldId="2147483696"/>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2038481990" sldId="2147483697"/>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3557828761" sldId="2147483698"/>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140137716" sldId="2147484309"/>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1653169663" sldId="2147484340"/>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683181053" sldId="2147484341"/>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1498540237" sldId="2147484342"/>
          </pc:sldLayoutMkLst>
        </pc:sldLayoutChg>
        <pc:sldLayoutChg chg="add">
          <pc:chgData name="Srikant Kalaga" userId="S::srikant.k@syrencloud.com::961c47af-c9bb-4225-b2a0-952af4799497" providerId="AD" clId="Web-{AFD5675C-97CB-FBFE-8041-638400D531B1}" dt="2026-06-29T16:31:27.345" v="385"/>
          <pc:sldLayoutMkLst>
            <pc:docMk/>
            <pc:sldMasterMk cId="2912767171" sldId="2147483660"/>
            <pc:sldLayoutMk cId="2754597419" sldId="2147484343"/>
          </pc:sldLayoutMkLst>
        </pc:sldLayoutChg>
      </pc:sldMasterChg>
      <pc:sldMasterChg chg="addSldLayout modSldLayout">
        <pc:chgData name="Srikant Kalaga" userId="S::srikant.k@syrencloud.com::961c47af-c9bb-4225-b2a0-952af4799497" providerId="AD" clId="Web-{AFD5675C-97CB-FBFE-8041-638400D531B1}" dt="2026-06-29T16:31:27.345" v="385"/>
        <pc:sldMasterMkLst>
          <pc:docMk/>
          <pc:sldMasterMk cId="2460954070" sldId="2147483704"/>
        </pc:sldMasterMkLst>
        <pc:sldLayoutChg chg="add">
          <pc:chgData name="Srikant Kalaga" userId="S::srikant.k@syrencloud.com::961c47af-c9bb-4225-b2a0-952af4799497" providerId="AD" clId="Web-{AFD5675C-97CB-FBFE-8041-638400D531B1}" dt="2026-06-29T16:05:46.229" v="11"/>
          <pc:sldLayoutMkLst>
            <pc:docMk/>
            <pc:sldMasterMk cId="2460954070" sldId="2147483704"/>
            <pc:sldLayoutMk cId="2385387890" sldId="2147483759"/>
          </pc:sldLayoutMkLst>
        </pc:sldLayoutChg>
        <pc:sldLayoutChg chg="add">
          <pc:chgData name="Srikant Kalaga" userId="S::srikant.k@syrencloud.com::961c47af-c9bb-4225-b2a0-952af4799497" providerId="AD" clId="Web-{AFD5675C-97CB-FBFE-8041-638400D531B1}" dt="2026-06-29T16:05:46.229" v="11"/>
          <pc:sldLayoutMkLst>
            <pc:docMk/>
            <pc:sldMasterMk cId="2460954070" sldId="2147483704"/>
            <pc:sldLayoutMk cId="949138452" sldId="2147483760"/>
          </pc:sldLayoutMkLst>
        </pc:sldLayoutChg>
        <pc:sldLayoutChg chg="replId">
          <pc:chgData name="Srikant Kalaga" userId="S::srikant.k@syrencloud.com::961c47af-c9bb-4225-b2a0-952af4799497" providerId="AD" clId="Web-{AFD5675C-97CB-FBFE-8041-638400D531B1}" dt="2026-06-29T16:31:27.345" v="385"/>
          <pc:sldLayoutMkLst>
            <pc:docMk/>
            <pc:sldMasterMk cId="2460954070" sldId="2147483704"/>
            <pc:sldLayoutMk cId="2540149044" sldId="2147484344"/>
          </pc:sldLayoutMkLst>
        </pc:sldLayoutChg>
        <pc:sldLayoutChg chg="replId">
          <pc:chgData name="Srikant Kalaga" userId="S::srikant.k@syrencloud.com::961c47af-c9bb-4225-b2a0-952af4799497" providerId="AD" clId="Web-{AFD5675C-97CB-FBFE-8041-638400D531B1}" dt="2026-06-29T16:31:27.345" v="385"/>
          <pc:sldLayoutMkLst>
            <pc:docMk/>
            <pc:sldMasterMk cId="2460954070" sldId="2147483704"/>
            <pc:sldLayoutMk cId="2591524520" sldId="2147484345"/>
          </pc:sldLayoutMkLst>
        </pc:sldLayoutChg>
      </pc:sldMasterChg>
      <pc:sldMasterChg chg="add addSldLayout">
        <pc:chgData name="Srikant Kalaga" userId="S::srikant.k@syrencloud.com::961c47af-c9bb-4225-b2a0-952af4799497" providerId="AD" clId="Web-{AFD5675C-97CB-FBFE-8041-638400D531B1}" dt="2026-06-29T16:28:12.946" v="312"/>
        <pc:sldMasterMkLst>
          <pc:docMk/>
          <pc:sldMasterMk cId="3191752573" sldId="2147483804"/>
        </pc:sldMasterMkLst>
        <pc:sldLayoutChg chg="add">
          <pc:chgData name="Srikant Kalaga" userId="S::srikant.k@syrencloud.com::961c47af-c9bb-4225-b2a0-952af4799497" providerId="AD" clId="Web-{AFD5675C-97CB-FBFE-8041-638400D531B1}" dt="2026-06-29T16:28:12.946" v="312"/>
          <pc:sldLayoutMkLst>
            <pc:docMk/>
            <pc:sldMasterMk cId="3191752573" sldId="2147483804"/>
            <pc:sldLayoutMk cId="162705572" sldId="2147483805"/>
          </pc:sldLayoutMkLst>
        </pc:sldLayoutChg>
        <pc:sldLayoutChg chg="add">
          <pc:chgData name="Srikant Kalaga" userId="S::srikant.k@syrencloud.com::961c47af-c9bb-4225-b2a0-952af4799497" providerId="AD" clId="Web-{AFD5675C-97CB-FBFE-8041-638400D531B1}" dt="2026-06-29T16:28:12.946" v="312"/>
          <pc:sldLayoutMkLst>
            <pc:docMk/>
            <pc:sldMasterMk cId="3191752573" sldId="2147483804"/>
            <pc:sldLayoutMk cId="2961239816" sldId="2147483806"/>
          </pc:sldLayoutMkLst>
        </pc:sldLayoutChg>
        <pc:sldLayoutChg chg="add">
          <pc:chgData name="Srikant Kalaga" userId="S::srikant.k@syrencloud.com::961c47af-c9bb-4225-b2a0-952af4799497" providerId="AD" clId="Web-{AFD5675C-97CB-FBFE-8041-638400D531B1}" dt="2026-06-29T16:28:12.946" v="312"/>
          <pc:sldLayoutMkLst>
            <pc:docMk/>
            <pc:sldMasterMk cId="3191752573" sldId="2147483804"/>
            <pc:sldLayoutMk cId="1193478382" sldId="2147483807"/>
          </pc:sldLayoutMkLst>
        </pc:sldLayoutChg>
        <pc:sldLayoutChg chg="add">
          <pc:chgData name="Srikant Kalaga" userId="S::srikant.k@syrencloud.com::961c47af-c9bb-4225-b2a0-952af4799497" providerId="AD" clId="Web-{AFD5675C-97CB-FBFE-8041-638400D531B1}" dt="2026-06-29T16:28:12.946" v="312"/>
          <pc:sldLayoutMkLst>
            <pc:docMk/>
            <pc:sldMasterMk cId="3191752573" sldId="2147483804"/>
            <pc:sldLayoutMk cId="3348096452" sldId="2147483808"/>
          </pc:sldLayoutMkLst>
        </pc:sldLayoutChg>
        <pc:sldLayoutChg chg="add">
          <pc:chgData name="Srikant Kalaga" userId="S::srikant.k@syrencloud.com::961c47af-c9bb-4225-b2a0-952af4799497" providerId="AD" clId="Web-{AFD5675C-97CB-FBFE-8041-638400D531B1}" dt="2026-06-29T16:28:12.946" v="312"/>
          <pc:sldLayoutMkLst>
            <pc:docMk/>
            <pc:sldMasterMk cId="3191752573" sldId="2147483804"/>
            <pc:sldLayoutMk cId="4218206018" sldId="2147483809"/>
          </pc:sldLayoutMkLst>
        </pc:sldLayoutChg>
        <pc:sldLayoutChg chg="add">
          <pc:chgData name="Srikant Kalaga" userId="S::srikant.k@syrencloud.com::961c47af-c9bb-4225-b2a0-952af4799497" providerId="AD" clId="Web-{AFD5675C-97CB-FBFE-8041-638400D531B1}" dt="2026-06-29T16:28:12.946" v="312"/>
          <pc:sldLayoutMkLst>
            <pc:docMk/>
            <pc:sldMasterMk cId="3191752573" sldId="2147483804"/>
            <pc:sldLayoutMk cId="1143575942" sldId="2147483810"/>
          </pc:sldLayoutMkLst>
        </pc:sldLayoutChg>
        <pc:sldLayoutChg chg="add">
          <pc:chgData name="Srikant Kalaga" userId="S::srikant.k@syrencloud.com::961c47af-c9bb-4225-b2a0-952af4799497" providerId="AD" clId="Web-{AFD5675C-97CB-FBFE-8041-638400D531B1}" dt="2026-06-29T16:28:12.946" v="312"/>
          <pc:sldLayoutMkLst>
            <pc:docMk/>
            <pc:sldMasterMk cId="3191752573" sldId="2147483804"/>
            <pc:sldLayoutMk cId="3440228473" sldId="2147483811"/>
          </pc:sldLayoutMkLst>
        </pc:sldLayoutChg>
        <pc:sldLayoutChg chg="add">
          <pc:chgData name="Srikant Kalaga" userId="S::srikant.k@syrencloud.com::961c47af-c9bb-4225-b2a0-952af4799497" providerId="AD" clId="Web-{AFD5675C-97CB-FBFE-8041-638400D531B1}" dt="2026-06-29T16:28:12.946" v="312"/>
          <pc:sldLayoutMkLst>
            <pc:docMk/>
            <pc:sldMasterMk cId="3191752573" sldId="2147483804"/>
            <pc:sldLayoutMk cId="579196618" sldId="2147483812"/>
          </pc:sldLayoutMkLst>
        </pc:sldLayoutChg>
        <pc:sldLayoutChg chg="add">
          <pc:chgData name="Srikant Kalaga" userId="S::srikant.k@syrencloud.com::961c47af-c9bb-4225-b2a0-952af4799497" providerId="AD" clId="Web-{AFD5675C-97CB-FBFE-8041-638400D531B1}" dt="2026-06-29T16:28:12.946" v="312"/>
          <pc:sldLayoutMkLst>
            <pc:docMk/>
            <pc:sldMasterMk cId="3191752573" sldId="2147483804"/>
            <pc:sldLayoutMk cId="2727904929" sldId="2147483813"/>
          </pc:sldLayoutMkLst>
        </pc:sldLayoutChg>
        <pc:sldLayoutChg chg="add">
          <pc:chgData name="Srikant Kalaga" userId="S::srikant.k@syrencloud.com::961c47af-c9bb-4225-b2a0-952af4799497" providerId="AD" clId="Web-{AFD5675C-97CB-FBFE-8041-638400D531B1}" dt="2026-06-29T16:28:12.946" v="312"/>
          <pc:sldLayoutMkLst>
            <pc:docMk/>
            <pc:sldMasterMk cId="3191752573" sldId="2147483804"/>
            <pc:sldLayoutMk cId="2020320317" sldId="2147483814"/>
          </pc:sldLayoutMkLst>
        </pc:sldLayoutChg>
        <pc:sldLayoutChg chg="add">
          <pc:chgData name="Srikant Kalaga" userId="S::srikant.k@syrencloud.com::961c47af-c9bb-4225-b2a0-952af4799497" providerId="AD" clId="Web-{AFD5675C-97CB-FBFE-8041-638400D531B1}" dt="2026-06-29T16:28:12.946" v="312"/>
          <pc:sldLayoutMkLst>
            <pc:docMk/>
            <pc:sldMasterMk cId="3191752573" sldId="2147483804"/>
            <pc:sldLayoutMk cId="3296114120" sldId="2147483815"/>
          </pc:sldLayoutMkLst>
        </pc:sldLayoutChg>
        <pc:sldLayoutChg chg="add">
          <pc:chgData name="Srikant Kalaga" userId="S::srikant.k@syrencloud.com::961c47af-c9bb-4225-b2a0-952af4799497" providerId="AD" clId="Web-{AFD5675C-97CB-FBFE-8041-638400D531B1}" dt="2026-06-29T16:28:12.946" v="312"/>
          <pc:sldLayoutMkLst>
            <pc:docMk/>
            <pc:sldMasterMk cId="3191752573" sldId="2147483804"/>
            <pc:sldLayoutMk cId="1851619049" sldId="2147483818"/>
          </pc:sldLayoutMkLst>
        </pc:sldLayoutChg>
        <pc:sldLayoutChg chg="add">
          <pc:chgData name="Srikant Kalaga" userId="S::srikant.k@syrencloud.com::961c47af-c9bb-4225-b2a0-952af4799497" providerId="AD" clId="Web-{AFD5675C-97CB-FBFE-8041-638400D531B1}" dt="2026-06-29T16:28:12.946" v="312"/>
          <pc:sldLayoutMkLst>
            <pc:docMk/>
            <pc:sldMasterMk cId="3191752573" sldId="2147483804"/>
            <pc:sldLayoutMk cId="2292369329" sldId="2147483848"/>
          </pc:sldLayoutMkLst>
        </pc:sldLayoutChg>
        <pc:sldLayoutChg chg="add">
          <pc:chgData name="Srikant Kalaga" userId="S::srikant.k@syrencloud.com::961c47af-c9bb-4225-b2a0-952af4799497" providerId="AD" clId="Web-{AFD5675C-97CB-FBFE-8041-638400D531B1}" dt="2026-06-29T16:28:12.946" v="312"/>
          <pc:sldLayoutMkLst>
            <pc:docMk/>
            <pc:sldMasterMk cId="3191752573" sldId="2147483804"/>
            <pc:sldLayoutMk cId="1543349962" sldId="2147484347"/>
          </pc:sldLayoutMkLst>
        </pc:sldLayoutChg>
        <pc:sldLayoutChg chg="add">
          <pc:chgData name="Srikant Kalaga" userId="S::srikant.k@syrencloud.com::961c47af-c9bb-4225-b2a0-952af4799497" providerId="AD" clId="Web-{AFD5675C-97CB-FBFE-8041-638400D531B1}" dt="2026-06-29T16:28:12.946" v="312"/>
          <pc:sldLayoutMkLst>
            <pc:docMk/>
            <pc:sldMasterMk cId="3191752573" sldId="2147483804"/>
            <pc:sldLayoutMk cId="2124998665" sldId="2147484348"/>
          </pc:sldLayoutMkLst>
        </pc:sldLayoutChg>
        <pc:sldLayoutChg chg="add">
          <pc:chgData name="Srikant Kalaga" userId="S::srikant.k@syrencloud.com::961c47af-c9bb-4225-b2a0-952af4799497" providerId="AD" clId="Web-{AFD5675C-97CB-FBFE-8041-638400D531B1}" dt="2026-06-29T16:28:12.946" v="312"/>
          <pc:sldLayoutMkLst>
            <pc:docMk/>
            <pc:sldMasterMk cId="3191752573" sldId="2147483804"/>
            <pc:sldLayoutMk cId="1632181467" sldId="2147484349"/>
          </pc:sldLayoutMkLst>
        </pc:sldLayoutChg>
      </pc:sldMasterChg>
    </pc:docChg>
  </pc:docChgLst>
  <pc:docChgLst>
    <pc:chgData name="Srikant Kalaga" userId="S::srikant.k@syrencloud.com::961c47af-c9bb-4225-b2a0-952af4799497" providerId="AD" clId="Web-{8E25B904-0FC4-6D76-6232-8083910B7FA1}"/>
    <pc:docChg chg="modSld">
      <pc:chgData name="Srikant Kalaga" userId="S::srikant.k@syrencloud.com::961c47af-c9bb-4225-b2a0-952af4799497" providerId="AD" clId="Web-{8E25B904-0FC4-6D76-6232-8083910B7FA1}" dt="2026-07-08T07:21:46.895" v="26" actId="20577"/>
      <pc:docMkLst>
        <pc:docMk/>
      </pc:docMkLst>
      <pc:sldChg chg="modSp">
        <pc:chgData name="Srikant Kalaga" userId="S::srikant.k@syrencloud.com::961c47af-c9bb-4225-b2a0-952af4799497" providerId="AD" clId="Web-{8E25B904-0FC4-6D76-6232-8083910B7FA1}" dt="2026-07-08T07:21:35.207" v="25" actId="20577"/>
        <pc:sldMkLst>
          <pc:docMk/>
          <pc:sldMk cId="1011382387" sldId="2147481818"/>
        </pc:sldMkLst>
        <pc:spChg chg="mod">
          <ac:chgData name="Srikant Kalaga" userId="S::srikant.k@syrencloud.com::961c47af-c9bb-4225-b2a0-952af4799497" providerId="AD" clId="Web-{8E25B904-0FC4-6D76-6232-8083910B7FA1}" dt="2026-07-08T07:20:54.363" v="8" actId="20577"/>
          <ac:spMkLst>
            <pc:docMk/>
            <pc:sldMk cId="1011382387" sldId="2147481818"/>
            <ac:spMk id="26" creationId="{DF715E7A-5699-7F59-66A5-DA0E101BA4FB}"/>
          </ac:spMkLst>
        </pc:spChg>
        <pc:spChg chg="mod">
          <ac:chgData name="Srikant Kalaga" userId="S::srikant.k@syrencloud.com::961c47af-c9bb-4225-b2a0-952af4799497" providerId="AD" clId="Web-{8E25B904-0FC4-6D76-6232-8083910B7FA1}" dt="2026-07-08T07:21:06.644" v="11" actId="20577"/>
          <ac:spMkLst>
            <pc:docMk/>
            <pc:sldMk cId="1011382387" sldId="2147481818"/>
            <ac:spMk id="35" creationId="{91898596-D98B-3185-6B33-0FCB38BFBB80}"/>
          </ac:spMkLst>
        </pc:spChg>
        <pc:spChg chg="mod">
          <ac:chgData name="Srikant Kalaga" userId="S::srikant.k@syrencloud.com::961c47af-c9bb-4225-b2a0-952af4799497" providerId="AD" clId="Web-{8E25B904-0FC4-6D76-6232-8083910B7FA1}" dt="2026-07-08T07:21:11.550" v="13" actId="20577"/>
          <ac:spMkLst>
            <pc:docMk/>
            <pc:sldMk cId="1011382387" sldId="2147481818"/>
            <ac:spMk id="37" creationId="{79CDBA6F-285B-6798-32AC-3A2128F5665D}"/>
          </ac:spMkLst>
        </pc:spChg>
        <pc:spChg chg="mod">
          <ac:chgData name="Srikant Kalaga" userId="S::srikant.k@syrencloud.com::961c47af-c9bb-4225-b2a0-952af4799497" providerId="AD" clId="Web-{8E25B904-0FC4-6D76-6232-8083910B7FA1}" dt="2026-07-08T07:21:16.144" v="15" actId="20577"/>
          <ac:spMkLst>
            <pc:docMk/>
            <pc:sldMk cId="1011382387" sldId="2147481818"/>
            <ac:spMk id="38" creationId="{C2DDDE99-CF62-54D1-7F95-87C50016C8D7}"/>
          </ac:spMkLst>
        </pc:spChg>
        <pc:spChg chg="mod">
          <ac:chgData name="Srikant Kalaga" userId="S::srikant.k@syrencloud.com::961c47af-c9bb-4225-b2a0-952af4799497" providerId="AD" clId="Web-{8E25B904-0FC4-6D76-6232-8083910B7FA1}" dt="2026-07-08T07:21:21.785" v="17" actId="20577"/>
          <ac:spMkLst>
            <pc:docMk/>
            <pc:sldMk cId="1011382387" sldId="2147481818"/>
            <ac:spMk id="41" creationId="{5A2D061F-011B-1546-33C5-EB1B4BCD6699}"/>
          </ac:spMkLst>
        </pc:spChg>
        <pc:spChg chg="mod">
          <ac:chgData name="Srikant Kalaga" userId="S::srikant.k@syrencloud.com::961c47af-c9bb-4225-b2a0-952af4799497" providerId="AD" clId="Web-{8E25B904-0FC4-6D76-6232-8083910B7FA1}" dt="2026-07-08T07:21:35.207" v="25" actId="20577"/>
          <ac:spMkLst>
            <pc:docMk/>
            <pc:sldMk cId="1011382387" sldId="2147481818"/>
            <ac:spMk id="45" creationId="{A2179DE8-7573-92CE-848E-7BD54798CB22}"/>
          </ac:spMkLst>
        </pc:spChg>
        <pc:spChg chg="mod">
          <ac:chgData name="Srikant Kalaga" userId="S::srikant.k@syrencloud.com::961c47af-c9bb-4225-b2a0-952af4799497" providerId="AD" clId="Web-{8E25B904-0FC4-6D76-6232-8083910B7FA1}" dt="2026-07-08T07:21:26.769" v="19" actId="20577"/>
          <ac:spMkLst>
            <pc:docMk/>
            <pc:sldMk cId="1011382387" sldId="2147481818"/>
            <ac:spMk id="56" creationId="{247A099E-6B24-363B-2D2F-DEB36C693E1A}"/>
          </ac:spMkLst>
        </pc:spChg>
      </pc:sldChg>
      <pc:sldChg chg="modSp">
        <pc:chgData name="Srikant Kalaga" userId="S::srikant.k@syrencloud.com::961c47af-c9bb-4225-b2a0-952af4799497" providerId="AD" clId="Web-{8E25B904-0FC4-6D76-6232-8083910B7FA1}" dt="2026-07-08T07:20:15.800" v="5" actId="20577"/>
        <pc:sldMkLst>
          <pc:docMk/>
          <pc:sldMk cId="2399661326" sldId="2147481825"/>
        </pc:sldMkLst>
        <pc:spChg chg="mod">
          <ac:chgData name="Srikant Kalaga" userId="S::srikant.k@syrencloud.com::961c47af-c9bb-4225-b2a0-952af4799497" providerId="AD" clId="Web-{8E25B904-0FC4-6D76-6232-8083910B7FA1}" dt="2026-07-08T07:20:15.800" v="5" actId="20577"/>
          <ac:spMkLst>
            <pc:docMk/>
            <pc:sldMk cId="2399661326" sldId="2147481825"/>
            <ac:spMk id="93" creationId="{8EAA20CE-983C-82DF-B0E2-0D70C33526CA}"/>
          </ac:spMkLst>
        </pc:spChg>
      </pc:sldChg>
      <pc:sldChg chg="modSp">
        <pc:chgData name="Srikant Kalaga" userId="S::srikant.k@syrencloud.com::961c47af-c9bb-4225-b2a0-952af4799497" providerId="AD" clId="Web-{8E25B904-0FC4-6D76-6232-8083910B7FA1}" dt="2026-07-08T07:21:46.895" v="26" actId="20577"/>
        <pc:sldMkLst>
          <pc:docMk/>
          <pc:sldMk cId="2897892704" sldId="2147481831"/>
        </pc:sldMkLst>
      </pc:sldChg>
    </pc:docChg>
  </pc:docChgLst>
  <pc:docChgLst>
    <pc:chgData name="Srikant Kalaga" userId="S::srikant.k@syrencloud.com::961c47af-c9bb-4225-b2a0-952af4799497" providerId="AD" clId="Web-{D900C3C8-8A1A-98C9-902F-4E9803954481}"/>
    <pc:docChg chg="delSld modSld">
      <pc:chgData name="Srikant Kalaga" userId="S::srikant.k@syrencloud.com::961c47af-c9bb-4225-b2a0-952af4799497" providerId="AD" clId="Web-{D900C3C8-8A1A-98C9-902F-4E9803954481}" dt="2026-07-13T00:02:03.618" v="28" actId="1076"/>
      <pc:docMkLst>
        <pc:docMk/>
      </pc:docMkLst>
      <pc:sldChg chg="delSp modSp">
        <pc:chgData name="Srikant Kalaga" userId="S::srikant.k@syrencloud.com::961c47af-c9bb-4225-b2a0-952af4799497" providerId="AD" clId="Web-{D900C3C8-8A1A-98C9-902F-4E9803954481}" dt="2026-07-12T23:59:23.721" v="3" actId="20577"/>
        <pc:sldMkLst>
          <pc:docMk/>
          <pc:sldMk cId="2751744931" sldId="2147481808"/>
        </pc:sldMkLst>
        <pc:spChg chg="mod">
          <ac:chgData name="Srikant Kalaga" userId="S::srikant.k@syrencloud.com::961c47af-c9bb-4225-b2a0-952af4799497" providerId="AD" clId="Web-{D900C3C8-8A1A-98C9-902F-4E9803954481}" dt="2026-07-12T23:59:23.721" v="3" actId="20577"/>
          <ac:spMkLst>
            <pc:docMk/>
            <pc:sldMk cId="2751744931" sldId="2147481808"/>
            <ac:spMk id="2" creationId="{D9DC9138-62FB-CCF1-2DC5-BEE106824EF4}"/>
          </ac:spMkLst>
        </pc:spChg>
        <pc:spChg chg="mod">
          <ac:chgData name="Srikant Kalaga" userId="S::srikant.k@syrencloud.com::961c47af-c9bb-4225-b2a0-952af4799497" providerId="AD" clId="Web-{D900C3C8-8A1A-98C9-902F-4E9803954481}" dt="2026-07-12T23:59:15.627" v="2" actId="1076"/>
          <ac:spMkLst>
            <pc:docMk/>
            <pc:sldMk cId="2751744931" sldId="2147481808"/>
            <ac:spMk id="91" creationId="{BABB77F2-CBB7-64B6-909C-033EC84C422B}"/>
          </ac:spMkLst>
        </pc:spChg>
        <pc:picChg chg="del">
          <ac:chgData name="Srikant Kalaga" userId="S::srikant.k@syrencloud.com::961c47af-c9bb-4225-b2a0-952af4799497" providerId="AD" clId="Web-{D900C3C8-8A1A-98C9-902F-4E9803954481}" dt="2026-07-12T23:59:08.065" v="1"/>
          <ac:picMkLst>
            <pc:docMk/>
            <pc:sldMk cId="2751744931" sldId="2147481808"/>
            <ac:picMk id="51" creationId="{0C0812AD-59E6-E48E-085C-89FD5A5CE688}"/>
          </ac:picMkLst>
        </pc:picChg>
      </pc:sldChg>
      <pc:sldChg chg="del">
        <pc:chgData name="Srikant Kalaga" userId="S::srikant.k@syrencloud.com::961c47af-c9bb-4225-b2a0-952af4799497" providerId="AD" clId="Web-{D900C3C8-8A1A-98C9-902F-4E9803954481}" dt="2026-07-12T23:58:21.813" v="0"/>
        <pc:sldMkLst>
          <pc:docMk/>
          <pc:sldMk cId="1070065017" sldId="2147481817"/>
        </pc:sldMkLst>
      </pc:sldChg>
      <pc:sldChg chg="addSp modSp">
        <pc:chgData name="Srikant Kalaga" userId="S::srikant.k@syrencloud.com::961c47af-c9bb-4225-b2a0-952af4799497" providerId="AD" clId="Web-{D900C3C8-8A1A-98C9-902F-4E9803954481}" dt="2026-07-13T00:01:42.961" v="26" actId="14100"/>
        <pc:sldMkLst>
          <pc:docMk/>
          <pc:sldMk cId="2976658370" sldId="2147481824"/>
        </pc:sldMkLst>
        <pc:spChg chg="add mod">
          <ac:chgData name="Srikant Kalaga" userId="S::srikant.k@syrencloud.com::961c47af-c9bb-4225-b2a0-952af4799497" providerId="AD" clId="Web-{D900C3C8-8A1A-98C9-902F-4E9803954481}" dt="2026-07-13T00:01:18.132" v="23" actId="1076"/>
          <ac:spMkLst>
            <pc:docMk/>
            <pc:sldMk cId="2976658370" sldId="2147481824"/>
            <ac:spMk id="6" creationId="{1F394F47-E2C8-48C5-F0F1-A1AEBFB102ED}"/>
          </ac:spMkLst>
        </pc:spChg>
        <pc:spChg chg="mod">
          <ac:chgData name="Srikant Kalaga" userId="S::srikant.k@syrencloud.com::961c47af-c9bb-4225-b2a0-952af4799497" providerId="AD" clId="Web-{D900C3C8-8A1A-98C9-902F-4E9803954481}" dt="2026-07-13T00:00:36.146" v="17" actId="1076"/>
          <ac:spMkLst>
            <pc:docMk/>
            <pc:sldMk cId="2976658370" sldId="2147481824"/>
            <ac:spMk id="43" creationId="{6E592FE1-0EC2-1BE8-7873-A835C6DD4B07}"/>
          </ac:spMkLst>
        </pc:spChg>
        <pc:spChg chg="mod">
          <ac:chgData name="Srikant Kalaga" userId="S::srikant.k@syrencloud.com::961c47af-c9bb-4225-b2a0-952af4799497" providerId="AD" clId="Web-{D900C3C8-8A1A-98C9-902F-4E9803954481}" dt="2026-07-13T00:00:09.098" v="4" actId="1076"/>
          <ac:spMkLst>
            <pc:docMk/>
            <pc:sldMk cId="2976658370" sldId="2147481824"/>
            <ac:spMk id="45" creationId="{094AD343-6107-2CB6-BCAF-C10926CC4C63}"/>
          </ac:spMkLst>
        </pc:spChg>
        <pc:spChg chg="mod">
          <ac:chgData name="Srikant Kalaga" userId="S::srikant.k@syrencloud.com::961c47af-c9bb-4225-b2a0-952af4799497" providerId="AD" clId="Web-{D900C3C8-8A1A-98C9-902F-4E9803954481}" dt="2026-07-13T00:00:31.083" v="8" actId="1076"/>
          <ac:spMkLst>
            <pc:docMk/>
            <pc:sldMk cId="2976658370" sldId="2147481824"/>
            <ac:spMk id="47" creationId="{A33BAB6D-DEDC-525A-078E-4B563537CD9D}"/>
          </ac:spMkLst>
        </pc:spChg>
        <pc:spChg chg="mod">
          <ac:chgData name="Srikant Kalaga" userId="S::srikant.k@syrencloud.com::961c47af-c9bb-4225-b2a0-952af4799497" providerId="AD" clId="Web-{D900C3C8-8A1A-98C9-902F-4E9803954481}" dt="2026-07-13T00:00:31.130" v="10" actId="1076"/>
          <ac:spMkLst>
            <pc:docMk/>
            <pc:sldMk cId="2976658370" sldId="2147481824"/>
            <ac:spMk id="49" creationId="{13702A77-2167-593A-F5D7-16FFEF3C1496}"/>
          </ac:spMkLst>
        </pc:spChg>
        <pc:spChg chg="mod">
          <ac:chgData name="Srikant Kalaga" userId="S::srikant.k@syrencloud.com::961c47af-c9bb-4225-b2a0-952af4799497" providerId="AD" clId="Web-{D900C3C8-8A1A-98C9-902F-4E9803954481}" dt="2026-07-13T00:00:31.224" v="12" actId="1076"/>
          <ac:spMkLst>
            <pc:docMk/>
            <pc:sldMk cId="2976658370" sldId="2147481824"/>
            <ac:spMk id="52" creationId="{4DA518F2-17CD-E9B0-395E-F43F9B7E1BCC}"/>
          </ac:spMkLst>
        </pc:spChg>
        <pc:spChg chg="mod">
          <ac:chgData name="Srikant Kalaga" userId="S::srikant.k@syrencloud.com::961c47af-c9bb-4225-b2a0-952af4799497" providerId="AD" clId="Web-{D900C3C8-8A1A-98C9-902F-4E9803954481}" dt="2026-07-13T00:00:31.271" v="14" actId="1076"/>
          <ac:spMkLst>
            <pc:docMk/>
            <pc:sldMk cId="2976658370" sldId="2147481824"/>
            <ac:spMk id="56" creationId="{77965B14-DFEA-64E0-8EA5-5925E67CC5CA}"/>
          </ac:spMkLst>
        </pc:spChg>
        <pc:spChg chg="mod">
          <ac:chgData name="Srikant Kalaga" userId="S::srikant.k@syrencloud.com::961c47af-c9bb-4225-b2a0-952af4799497" providerId="AD" clId="Web-{D900C3C8-8A1A-98C9-902F-4E9803954481}" dt="2026-07-13T00:00:31.333" v="16" actId="1076"/>
          <ac:spMkLst>
            <pc:docMk/>
            <pc:sldMk cId="2976658370" sldId="2147481824"/>
            <ac:spMk id="58" creationId="{92F90A4B-758E-CE74-76F6-305FDD5013E1}"/>
          </ac:spMkLst>
        </pc:spChg>
        <pc:picChg chg="add mod">
          <ac:chgData name="Srikant Kalaga" userId="S::srikant.k@syrencloud.com::961c47af-c9bb-4225-b2a0-952af4799497" providerId="AD" clId="Web-{D900C3C8-8A1A-98C9-902F-4E9803954481}" dt="2026-07-13T00:01:42.961" v="26" actId="14100"/>
          <ac:picMkLst>
            <pc:docMk/>
            <pc:sldMk cId="2976658370" sldId="2147481824"/>
            <ac:picMk id="7" creationId="{98931E00-9BA2-57C5-5A66-7885877E634B}"/>
          </ac:picMkLst>
        </pc:picChg>
        <pc:picChg chg="mod">
          <ac:chgData name="Srikant Kalaga" userId="S::srikant.k@syrencloud.com::961c47af-c9bb-4225-b2a0-952af4799497" providerId="AD" clId="Web-{D900C3C8-8A1A-98C9-902F-4E9803954481}" dt="2026-07-13T00:00:12.630" v="5" actId="1076"/>
          <ac:picMkLst>
            <pc:docMk/>
            <pc:sldMk cId="2976658370" sldId="2147481824"/>
            <ac:picMk id="44" creationId="{8EE7A53B-F734-8518-75B5-427E13CE2CB0}"/>
          </ac:picMkLst>
        </pc:picChg>
        <pc:picChg chg="mod">
          <ac:chgData name="Srikant Kalaga" userId="S::srikant.k@syrencloud.com::961c47af-c9bb-4225-b2a0-952af4799497" providerId="AD" clId="Web-{D900C3C8-8A1A-98C9-902F-4E9803954481}" dt="2026-07-13T00:00:31.052" v="7" actId="1076"/>
          <ac:picMkLst>
            <pc:docMk/>
            <pc:sldMk cId="2976658370" sldId="2147481824"/>
            <ac:picMk id="46" creationId="{0E77F5AC-49E3-9A2C-5F1B-2701FCB0B6A6}"/>
          </ac:picMkLst>
        </pc:picChg>
        <pc:picChg chg="mod">
          <ac:chgData name="Srikant Kalaga" userId="S::srikant.k@syrencloud.com::961c47af-c9bb-4225-b2a0-952af4799497" providerId="AD" clId="Web-{D900C3C8-8A1A-98C9-902F-4E9803954481}" dt="2026-07-13T00:00:31.099" v="9" actId="1076"/>
          <ac:picMkLst>
            <pc:docMk/>
            <pc:sldMk cId="2976658370" sldId="2147481824"/>
            <ac:picMk id="48" creationId="{56191464-990D-E35F-5537-F399D444A77A}"/>
          </ac:picMkLst>
        </pc:picChg>
        <pc:picChg chg="mod">
          <ac:chgData name="Srikant Kalaga" userId="S::srikant.k@syrencloud.com::961c47af-c9bb-4225-b2a0-952af4799497" providerId="AD" clId="Web-{D900C3C8-8A1A-98C9-902F-4E9803954481}" dt="2026-07-13T00:00:31.162" v="11" actId="1076"/>
          <ac:picMkLst>
            <pc:docMk/>
            <pc:sldMk cId="2976658370" sldId="2147481824"/>
            <ac:picMk id="51" creationId="{16BA212C-C7B3-08C2-E791-8FBEE4BACD48}"/>
          </ac:picMkLst>
        </pc:picChg>
        <pc:picChg chg="mod">
          <ac:chgData name="Srikant Kalaga" userId="S::srikant.k@syrencloud.com::961c47af-c9bb-4225-b2a0-952af4799497" providerId="AD" clId="Web-{D900C3C8-8A1A-98C9-902F-4E9803954481}" dt="2026-07-13T00:00:31.255" v="13" actId="1076"/>
          <ac:picMkLst>
            <pc:docMk/>
            <pc:sldMk cId="2976658370" sldId="2147481824"/>
            <ac:picMk id="54" creationId="{8A8985D2-E331-E27D-914B-246DEC65B20B}"/>
          </ac:picMkLst>
        </pc:picChg>
        <pc:picChg chg="mod">
          <ac:chgData name="Srikant Kalaga" userId="S::srikant.k@syrencloud.com::961c47af-c9bb-4225-b2a0-952af4799497" providerId="AD" clId="Web-{D900C3C8-8A1A-98C9-902F-4E9803954481}" dt="2026-07-13T00:00:31.302" v="15" actId="1076"/>
          <ac:picMkLst>
            <pc:docMk/>
            <pc:sldMk cId="2976658370" sldId="2147481824"/>
            <ac:picMk id="57" creationId="{0F31E083-3F15-8A30-0E3C-5CB61DDE1FD8}"/>
          </ac:picMkLst>
        </pc:picChg>
      </pc:sldChg>
      <pc:sldChg chg="delSp modSp">
        <pc:chgData name="Srikant Kalaga" userId="S::srikant.k@syrencloud.com::961c47af-c9bb-4225-b2a0-952af4799497" providerId="AD" clId="Web-{D900C3C8-8A1A-98C9-902F-4E9803954481}" dt="2026-07-13T00:02:03.618" v="28" actId="1076"/>
        <pc:sldMkLst>
          <pc:docMk/>
          <pc:sldMk cId="2897892704" sldId="2147481831"/>
        </pc:sldMkLst>
        <pc:spChg chg="del">
          <ac:chgData name="Srikant Kalaga" userId="S::srikant.k@syrencloud.com::961c47af-c9bb-4225-b2a0-952af4799497" providerId="AD" clId="Web-{D900C3C8-8A1A-98C9-902F-4E9803954481}" dt="2026-07-13T00:00:53.241" v="18"/>
          <ac:spMkLst>
            <pc:docMk/>
            <pc:sldMk cId="2897892704" sldId="2147481831"/>
            <ac:spMk id="41" creationId="{1F394F47-E2C8-48C5-F0F1-A1AEBFB102ED}"/>
          </ac:spMkLst>
        </pc:spChg>
        <pc:spChg chg="mod">
          <ac:chgData name="Srikant Kalaga" userId="S::srikant.k@syrencloud.com::961c47af-c9bb-4225-b2a0-952af4799497" providerId="AD" clId="Web-{D900C3C8-8A1A-98C9-902F-4E9803954481}" dt="2026-07-13T00:02:03.587" v="27" actId="1076"/>
          <ac:spMkLst>
            <pc:docMk/>
            <pc:sldMk cId="2897892704" sldId="2147481831"/>
            <ac:spMk id="50" creationId="{5CC6D2EE-53FA-6319-589F-7AF953647339}"/>
          </ac:spMkLst>
        </pc:spChg>
        <pc:spChg chg="mod">
          <ac:chgData name="Srikant Kalaga" userId="S::srikant.k@syrencloud.com::961c47af-c9bb-4225-b2a0-952af4799497" providerId="AD" clId="Web-{D900C3C8-8A1A-98C9-902F-4E9803954481}" dt="2026-07-13T00:02:03.618" v="28" actId="1076"/>
          <ac:spMkLst>
            <pc:docMk/>
            <pc:sldMk cId="2897892704" sldId="2147481831"/>
            <ac:spMk id="51" creationId="{2C31040E-2DA6-FD2F-7F88-CE373662E873}"/>
          </ac:spMkLst>
        </pc:spChg>
      </pc:sldChg>
    </pc:docChg>
  </pc:docChgLst>
  <pc:docChgLst>
    <pc:chgData name="Devanand Chintoju" userId="S::devanand.c@syrencloud.com::d8309b23-9736-40f9-b7cb-b8d53c5a2ef2" providerId="AD" clId="Web-{D1FDD0E8-8E90-75D8-C7B6-A86F8DAA865F}"/>
    <pc:docChg chg="modSld sldOrd">
      <pc:chgData name="Devanand Chintoju" userId="S::devanand.c@syrencloud.com::d8309b23-9736-40f9-b7cb-b8d53c5a2ef2" providerId="AD" clId="Web-{D1FDD0E8-8E90-75D8-C7B6-A86F8DAA865F}" dt="2026-07-13T07:05:51.982" v="37" actId="20577"/>
      <pc:docMkLst>
        <pc:docMk/>
      </pc:docMkLst>
      <pc:sldChg chg="modSp">
        <pc:chgData name="Devanand Chintoju" userId="S::devanand.c@syrencloud.com::d8309b23-9736-40f9-b7cb-b8d53c5a2ef2" providerId="AD" clId="Web-{D1FDD0E8-8E90-75D8-C7B6-A86F8DAA865F}" dt="2026-07-13T07:05:51.982" v="37" actId="20577"/>
        <pc:sldMkLst>
          <pc:docMk/>
          <pc:sldMk cId="2408097752" sldId="2147481810"/>
        </pc:sldMkLst>
        <pc:spChg chg="mod">
          <ac:chgData name="Devanand Chintoju" userId="S::devanand.c@syrencloud.com::d8309b23-9736-40f9-b7cb-b8d53c5a2ef2" providerId="AD" clId="Web-{D1FDD0E8-8E90-75D8-C7B6-A86F8DAA865F}" dt="2026-07-13T07:05:51.982" v="37" actId="20577"/>
          <ac:spMkLst>
            <pc:docMk/>
            <pc:sldMk cId="2408097752" sldId="2147481810"/>
            <ac:spMk id="21" creationId="{A30CB4F2-F8E4-D4E3-0C14-E6D3DBEAF5D1}"/>
          </ac:spMkLst>
        </pc:spChg>
      </pc:sldChg>
      <pc:sldChg chg="modSp ord">
        <pc:chgData name="Devanand Chintoju" userId="S::devanand.c@syrencloud.com::d8309b23-9736-40f9-b7cb-b8d53c5a2ef2" providerId="AD" clId="Web-{D1FDD0E8-8E90-75D8-C7B6-A86F8DAA865F}" dt="2026-07-13T07:05:19.716" v="36"/>
        <pc:sldMkLst>
          <pc:docMk/>
          <pc:sldMk cId="3996616115" sldId="2147481834"/>
        </pc:sldMkLst>
        <pc:spChg chg="mod">
          <ac:chgData name="Devanand Chintoju" userId="S::devanand.c@syrencloud.com::d8309b23-9736-40f9-b7cb-b8d53c5a2ef2" providerId="AD" clId="Web-{D1FDD0E8-8E90-75D8-C7B6-A86F8DAA865F}" dt="2026-07-13T06:23:50.182" v="25" actId="20577"/>
          <ac:spMkLst>
            <pc:docMk/>
            <pc:sldMk cId="3996616115" sldId="2147481834"/>
            <ac:spMk id="52" creationId="{1DDA33C5-CA2B-E085-2104-2351885C8FCC}"/>
          </ac:spMkLst>
        </pc:spChg>
        <pc:spChg chg="mod">
          <ac:chgData name="Devanand Chintoju" userId="S::devanand.c@syrencloud.com::d8309b23-9736-40f9-b7cb-b8d53c5a2ef2" providerId="AD" clId="Web-{D1FDD0E8-8E90-75D8-C7B6-A86F8DAA865F}" dt="2026-07-13T06:23:32.025" v="1" actId="20577"/>
          <ac:spMkLst>
            <pc:docMk/>
            <pc:sldMk cId="3996616115" sldId="2147481834"/>
            <ac:spMk id="58" creationId="{8B4B8E62-3BF3-811E-2A3F-B3838A04309F}"/>
          </ac:spMkLst>
        </pc:spChg>
        <pc:spChg chg="mod">
          <ac:chgData name="Devanand Chintoju" userId="S::devanand.c@syrencloud.com::d8309b23-9736-40f9-b7cb-b8d53c5a2ef2" providerId="AD" clId="Web-{D1FDD0E8-8E90-75D8-C7B6-A86F8DAA865F}" dt="2026-07-13T06:24:12.729" v="31" actId="20577"/>
          <ac:spMkLst>
            <pc:docMk/>
            <pc:sldMk cId="3996616115" sldId="2147481834"/>
            <ac:spMk id="65" creationId="{3C037A8D-1F61-87EF-4EDF-6ED8D6C55F0C}"/>
          </ac:spMkLst>
        </pc:spChg>
        <pc:spChg chg="mod">
          <ac:chgData name="Devanand Chintoju" userId="S::devanand.c@syrencloud.com::d8309b23-9736-40f9-b7cb-b8d53c5a2ef2" providerId="AD" clId="Web-{D1FDD0E8-8E90-75D8-C7B6-A86F8DAA865F}" dt="2026-07-13T06:24:30.636" v="34" actId="20577"/>
          <ac:spMkLst>
            <pc:docMk/>
            <pc:sldMk cId="3996616115" sldId="2147481834"/>
            <ac:spMk id="66" creationId="{1CA82AAC-069C-948B-1B50-61A35FFDB471}"/>
          </ac:spMkLst>
        </pc:spChg>
      </pc:sldChg>
    </pc:docChg>
  </pc:docChgLst>
  <pc:docChgLst>
    <pc:chgData name="Srikant Kalaga" userId="S::srikant.k@syrencloud.com::961c47af-c9bb-4225-b2a0-952af4799497" providerId="AD" clId="Web-{3231757F-8C76-6016-16D5-711E4D75E651}"/>
    <pc:docChg chg="modSld sldOrd">
      <pc:chgData name="Srikant Kalaga" userId="S::srikant.k@syrencloud.com::961c47af-c9bb-4225-b2a0-952af4799497" providerId="AD" clId="Web-{3231757F-8C76-6016-16D5-711E4D75E651}" dt="2026-07-13T00:06:10.829" v="31" actId="20577"/>
      <pc:docMkLst>
        <pc:docMk/>
      </pc:docMkLst>
      <pc:sldChg chg="mod ord modShow">
        <pc:chgData name="Srikant Kalaga" userId="S::srikant.k@syrencloud.com::961c47af-c9bb-4225-b2a0-952af4799497" providerId="AD" clId="Web-{3231757F-8C76-6016-16D5-711E4D75E651}" dt="2026-07-13T00:05:09.781" v="4"/>
        <pc:sldMkLst>
          <pc:docMk/>
          <pc:sldMk cId="1561129444" sldId="2147481819"/>
        </pc:sldMkLst>
      </pc:sldChg>
      <pc:sldChg chg="mod ord modShow">
        <pc:chgData name="Srikant Kalaga" userId="S::srikant.k@syrencloud.com::961c47af-c9bb-4225-b2a0-952af4799497" providerId="AD" clId="Web-{3231757F-8C76-6016-16D5-711E4D75E651}" dt="2026-07-13T00:05:10.140" v="5"/>
        <pc:sldMkLst>
          <pc:docMk/>
          <pc:sldMk cId="525997240" sldId="2147481820"/>
        </pc:sldMkLst>
      </pc:sldChg>
      <pc:sldChg chg="modSp">
        <pc:chgData name="Srikant Kalaga" userId="S::srikant.k@syrencloud.com::961c47af-c9bb-4225-b2a0-952af4799497" providerId="AD" clId="Web-{3231757F-8C76-6016-16D5-711E4D75E651}" dt="2026-07-13T00:06:10.829" v="31" actId="20577"/>
        <pc:sldMkLst>
          <pc:docMk/>
          <pc:sldMk cId="2399661326" sldId="2147481825"/>
        </pc:sldMkLst>
        <pc:spChg chg="mod">
          <ac:chgData name="Srikant Kalaga" userId="S::srikant.k@syrencloud.com::961c47af-c9bb-4225-b2a0-952af4799497" providerId="AD" clId="Web-{3231757F-8C76-6016-16D5-711E4D75E651}" dt="2026-07-13T00:06:10.829" v="31" actId="20577"/>
          <ac:spMkLst>
            <pc:docMk/>
            <pc:sldMk cId="2399661326" sldId="2147481825"/>
            <ac:spMk id="93" creationId="{8EAA20CE-983C-82DF-B0E2-0D70C33526CA}"/>
          </ac:spMkLst>
        </pc:spChg>
      </pc:sldChg>
      <pc:sldChg chg="modSp">
        <pc:chgData name="Srikant Kalaga" userId="S::srikant.k@syrencloud.com::961c47af-c9bb-4225-b2a0-952af4799497" providerId="AD" clId="Web-{3231757F-8C76-6016-16D5-711E4D75E651}" dt="2026-07-13T00:03:11.341" v="1" actId="20577"/>
        <pc:sldMkLst>
          <pc:docMk/>
          <pc:sldMk cId="3281960500" sldId="2147481837"/>
        </pc:sldMkLst>
        <pc:spChg chg="mod">
          <ac:chgData name="Srikant Kalaga" userId="S::srikant.k@syrencloud.com::961c47af-c9bb-4225-b2a0-952af4799497" providerId="AD" clId="Web-{3231757F-8C76-6016-16D5-711E4D75E651}" dt="2026-07-13T00:03:11.341" v="1" actId="20577"/>
          <ac:spMkLst>
            <pc:docMk/>
            <pc:sldMk cId="3281960500" sldId="2147481837"/>
            <ac:spMk id="27" creationId="{330274E1-85AA-161B-3D6E-C66238C963F1}"/>
          </ac:spMkLst>
        </pc:spChg>
      </pc:sldChg>
    </pc:docChg>
  </pc:docChgLst>
  <pc:docChgLst>
    <pc:chgData name="Venu Gopal Kakarla" userId="b31148d8-e7e9-4840-84b4-e644f96376f3" providerId="ADAL" clId="{734DAE48-A290-5D93-B08C-371D9F2AB47B}"/>
    <pc:docChg chg="custSel addSld modSld">
      <pc:chgData name="Venu Gopal Kakarla" userId="b31148d8-e7e9-4840-84b4-e644f96376f3" providerId="ADAL" clId="{734DAE48-A290-5D93-B08C-371D9F2AB47B}" dt="2026-06-29T23:38:16.398" v="6" actId="27636"/>
      <pc:docMkLst>
        <pc:docMk/>
      </pc:docMkLst>
      <pc:sldChg chg="modSp add mod setBg">
        <pc:chgData name="Venu Gopal Kakarla" userId="b31148d8-e7e9-4840-84b4-e644f96376f3" providerId="ADAL" clId="{734DAE48-A290-5D93-B08C-371D9F2AB47B}" dt="2026-06-29T23:38:16.342" v="1" actId="27636"/>
        <pc:sldMkLst>
          <pc:docMk/>
          <pc:sldMk cId="0" sldId="257"/>
        </pc:sldMkLst>
      </pc:sldChg>
      <pc:sldChg chg="modSp add mod setBg">
        <pc:chgData name="Venu Gopal Kakarla" userId="b31148d8-e7e9-4840-84b4-e644f96376f3" providerId="ADAL" clId="{734DAE48-A290-5D93-B08C-371D9F2AB47B}" dt="2026-06-29T23:38:16.398" v="6" actId="27636"/>
        <pc:sldMkLst>
          <pc:docMk/>
          <pc:sldMk cId="0" sldId="2147481787"/>
        </pc:sldMkLst>
      </pc:sldChg>
    </pc:docChg>
  </pc:docChgLst>
  <pc:docChgLst>
    <pc:chgData name="Srikant Kalaga" userId="S::srikant.k@syrencloud.com::961c47af-c9bb-4225-b2a0-952af4799497" providerId="AD" clId="Web-{240A148B-15AF-5FA6-618E-BC17B7236757}"/>
    <pc:docChg chg="delSld modSld">
      <pc:chgData name="Srikant Kalaga" userId="S::srikant.k@syrencloud.com::961c47af-c9bb-4225-b2a0-952af4799497" providerId="AD" clId="Web-{240A148B-15AF-5FA6-618E-BC17B7236757}" dt="2026-07-09T06:17:50.934" v="5"/>
      <pc:docMkLst>
        <pc:docMk/>
      </pc:docMkLst>
      <pc:sldChg chg="modSp">
        <pc:chgData name="Srikant Kalaga" userId="S::srikant.k@syrencloud.com::961c47af-c9bb-4225-b2a0-952af4799497" providerId="AD" clId="Web-{240A148B-15AF-5FA6-618E-BC17B7236757}" dt="2026-07-09T06:16:38.868" v="3"/>
        <pc:sldMkLst>
          <pc:docMk/>
          <pc:sldMk cId="3996616115" sldId="2147481834"/>
        </pc:sldMkLst>
        <pc:graphicFrameChg chg="modGraphic">
          <ac:chgData name="Srikant Kalaga" userId="S::srikant.k@syrencloud.com::961c47af-c9bb-4225-b2a0-952af4799497" providerId="AD" clId="Web-{240A148B-15AF-5FA6-618E-BC17B7236757}" dt="2026-07-09T06:16:36.790" v="1"/>
          <ac:graphicFrameMkLst>
            <pc:docMk/>
            <pc:sldMk cId="3996616115" sldId="2147481834"/>
            <ac:graphicFrameMk id="143" creationId="{1D0E189B-583A-DC49-FA12-5AD0CB28A4EF}"/>
          </ac:graphicFrameMkLst>
        </pc:graphicFrameChg>
        <pc:graphicFrameChg chg="modGraphic">
          <ac:chgData name="Srikant Kalaga" userId="S::srikant.k@syrencloud.com::961c47af-c9bb-4225-b2a0-952af4799497" providerId="AD" clId="Web-{240A148B-15AF-5FA6-618E-BC17B7236757}" dt="2026-07-09T06:16:38.868" v="3"/>
          <ac:graphicFrameMkLst>
            <pc:docMk/>
            <pc:sldMk cId="3996616115" sldId="2147481834"/>
            <ac:graphicFrameMk id="144" creationId="{5EA10140-CD65-AB27-40F6-28428DDF1173}"/>
          </ac:graphicFrameMkLst>
        </pc:graphicFrameChg>
      </pc:sldChg>
    </pc:docChg>
  </pc:docChgLst>
  <pc:docChgLst>
    <pc:chgData name="Srikant Kalaga" userId="S::srikant.k@syrencloud.com::961c47af-c9bb-4225-b2a0-952af4799497" providerId="AD" clId="Web-{6980EC76-3DDC-F0C1-DB2A-CDD755217ED8}"/>
    <pc:docChg chg="delSld modSld sldOrd addSection modSection">
      <pc:chgData name="Srikant Kalaga" userId="S::srikant.k@syrencloud.com::961c47af-c9bb-4225-b2a0-952af4799497" providerId="AD" clId="Web-{6980EC76-3DDC-F0C1-DB2A-CDD755217ED8}" dt="2026-06-30T07:30:52.714" v="30"/>
      <pc:docMkLst>
        <pc:docMk/>
      </pc:docMkLst>
      <pc:sldChg chg="modSp">
        <pc:chgData name="Srikant Kalaga" userId="S::srikant.k@syrencloud.com::961c47af-c9bb-4225-b2a0-952af4799497" providerId="AD" clId="Web-{6980EC76-3DDC-F0C1-DB2A-CDD755217ED8}" dt="2026-06-30T07:14:46.985" v="2" actId="20577"/>
        <pc:sldMkLst>
          <pc:docMk/>
          <pc:sldMk cId="2997420400" sldId="2076137774"/>
        </pc:sldMkLst>
        <pc:spChg chg="mod">
          <ac:chgData name="Srikant Kalaga" userId="S::srikant.k@syrencloud.com::961c47af-c9bb-4225-b2a0-952af4799497" providerId="AD" clId="Web-{6980EC76-3DDC-F0C1-DB2A-CDD755217ED8}" dt="2026-06-30T07:14:46.985" v="2" actId="20577"/>
          <ac:spMkLst>
            <pc:docMk/>
            <pc:sldMk cId="2997420400" sldId="2076137774"/>
            <ac:spMk id="2" creationId="{51B50F5C-7FB3-4C03-7B4B-36876841594B}"/>
          </ac:spMkLst>
        </pc:spChg>
      </pc:sldChg>
      <pc:sldChg chg="modSp">
        <pc:chgData name="Srikant Kalaga" userId="S::srikant.k@syrencloud.com::961c47af-c9bb-4225-b2a0-952af4799497" providerId="AD" clId="Web-{6980EC76-3DDC-F0C1-DB2A-CDD755217ED8}" dt="2026-06-30T07:14:52.563" v="4" actId="20577"/>
        <pc:sldMkLst>
          <pc:docMk/>
          <pc:sldMk cId="3377972757" sldId="2147474889"/>
        </pc:sldMkLst>
        <pc:spChg chg="mod">
          <ac:chgData name="Srikant Kalaga" userId="S::srikant.k@syrencloud.com::961c47af-c9bb-4225-b2a0-952af4799497" providerId="AD" clId="Web-{6980EC76-3DDC-F0C1-DB2A-CDD755217ED8}" dt="2026-06-30T07:14:52.563" v="4" actId="20577"/>
          <ac:spMkLst>
            <pc:docMk/>
            <pc:sldMk cId="3377972757" sldId="2147474889"/>
            <ac:spMk id="2" creationId="{3731CF47-B04F-C61B-7342-397E62654EF6}"/>
          </ac:spMkLst>
        </pc:spChg>
      </pc:sldChg>
      <pc:sldChg chg="modSp">
        <pc:chgData name="Srikant Kalaga" userId="S::srikant.k@syrencloud.com::961c47af-c9bb-4225-b2a0-952af4799497" providerId="AD" clId="Web-{6980EC76-3DDC-F0C1-DB2A-CDD755217ED8}" dt="2026-06-30T07:14:56.344" v="6" actId="20577"/>
        <pc:sldMkLst>
          <pc:docMk/>
          <pc:sldMk cId="2584111903" sldId="2147474891"/>
        </pc:sldMkLst>
        <pc:spChg chg="mod">
          <ac:chgData name="Srikant Kalaga" userId="S::srikant.k@syrencloud.com::961c47af-c9bb-4225-b2a0-952af4799497" providerId="AD" clId="Web-{6980EC76-3DDC-F0C1-DB2A-CDD755217ED8}" dt="2026-06-30T07:14:56.344" v="6" actId="20577"/>
          <ac:spMkLst>
            <pc:docMk/>
            <pc:sldMk cId="2584111903" sldId="2147474891"/>
            <ac:spMk id="2" creationId="{A005CD98-54F8-6A27-A840-6ED67987C8FD}"/>
          </ac:spMkLst>
        </pc:spChg>
      </pc:sldChg>
      <pc:sldChg chg="ord">
        <pc:chgData name="Srikant Kalaga" userId="S::srikant.k@syrencloud.com::961c47af-c9bb-4225-b2a0-952af4799497" providerId="AD" clId="Web-{6980EC76-3DDC-F0C1-DB2A-CDD755217ED8}" dt="2026-06-30T07:15:41.141" v="7"/>
        <pc:sldMkLst>
          <pc:docMk/>
          <pc:sldMk cId="1287577181" sldId="2147481790"/>
        </pc:sldMkLst>
      </pc:sldChg>
      <pc:sldChg chg="ord">
        <pc:chgData name="Srikant Kalaga" userId="S::srikant.k@syrencloud.com::961c47af-c9bb-4225-b2a0-952af4799497" providerId="AD" clId="Web-{6980EC76-3DDC-F0C1-DB2A-CDD755217ED8}" dt="2026-06-30T07:15:41.141" v="9"/>
        <pc:sldMkLst>
          <pc:docMk/>
          <pc:sldMk cId="3153137025" sldId="2147481793"/>
        </pc:sldMkLst>
      </pc:sldChg>
      <pc:sldChg chg="ord">
        <pc:chgData name="Srikant Kalaga" userId="S::srikant.k@syrencloud.com::961c47af-c9bb-4225-b2a0-952af4799497" providerId="AD" clId="Web-{6980EC76-3DDC-F0C1-DB2A-CDD755217ED8}" dt="2026-06-30T07:15:41.141" v="8"/>
        <pc:sldMkLst>
          <pc:docMk/>
          <pc:sldMk cId="757167522" sldId="2147481794"/>
        </pc:sldMkLst>
      </pc:sldChg>
    </pc:docChg>
  </pc:docChgLst>
  <pc:docChgLst>
    <pc:chgData name="Srikant Kalaga" userId="S::srikant.k@syrencloud.com::961c47af-c9bb-4225-b2a0-952af4799497" providerId="AD" clId="Web-{6AA9AB55-4C36-4A95-628D-DBB7506EA100}"/>
    <pc:docChg chg="modSld">
      <pc:chgData name="Srikant Kalaga" userId="S::srikant.k@syrencloud.com::961c47af-c9bb-4225-b2a0-952af4799497" providerId="AD" clId="Web-{6AA9AB55-4C36-4A95-628D-DBB7506EA100}" dt="2026-07-13T08:44:15.573" v="27"/>
      <pc:docMkLst>
        <pc:docMk/>
      </pc:docMkLst>
      <pc:sldChg chg="mod modShow">
        <pc:chgData name="Srikant Kalaga" userId="S::srikant.k@syrencloud.com::961c47af-c9bb-4225-b2a0-952af4799497" providerId="AD" clId="Web-{6AA9AB55-4C36-4A95-628D-DBB7506EA100}" dt="2026-07-13T08:44:06.447" v="8"/>
        <pc:sldMkLst>
          <pc:docMk/>
          <pc:sldMk cId="2640688575" sldId="2076137767"/>
        </pc:sldMkLst>
      </pc:sldChg>
      <pc:sldChg chg="mod modShow">
        <pc:chgData name="Srikant Kalaga" userId="S::srikant.k@syrencloud.com::961c47af-c9bb-4225-b2a0-952af4799497" providerId="AD" clId="Web-{6AA9AB55-4C36-4A95-628D-DBB7506EA100}" dt="2026-07-13T08:44:03.885" v="2"/>
        <pc:sldMkLst>
          <pc:docMk/>
          <pc:sldMk cId="3880626240" sldId="2147481798"/>
        </pc:sldMkLst>
      </pc:sldChg>
      <pc:sldChg chg="mod modShow">
        <pc:chgData name="Srikant Kalaga" userId="S::srikant.k@syrencloud.com::961c47af-c9bb-4225-b2a0-952af4799497" providerId="AD" clId="Web-{6AA9AB55-4C36-4A95-628D-DBB7506EA100}" dt="2026-07-13T08:44:03.447" v="1"/>
        <pc:sldMkLst>
          <pc:docMk/>
          <pc:sldMk cId="123677467" sldId="2147481803"/>
        </pc:sldMkLst>
      </pc:sldChg>
      <pc:sldChg chg="mod modShow">
        <pc:chgData name="Srikant Kalaga" userId="S::srikant.k@syrencloud.com::961c47af-c9bb-4225-b2a0-952af4799497" providerId="AD" clId="Web-{6AA9AB55-4C36-4A95-628D-DBB7506EA100}" dt="2026-07-13T08:44:08.760" v="13"/>
        <pc:sldMkLst>
          <pc:docMk/>
          <pc:sldMk cId="566397521" sldId="2147481804"/>
        </pc:sldMkLst>
      </pc:sldChg>
      <pc:sldChg chg="mod modShow">
        <pc:chgData name="Srikant Kalaga" userId="S::srikant.k@syrencloud.com::961c47af-c9bb-4225-b2a0-952af4799497" providerId="AD" clId="Web-{6AA9AB55-4C36-4A95-628D-DBB7506EA100}" dt="2026-07-13T08:44:08.276" v="12"/>
        <pc:sldMkLst>
          <pc:docMk/>
          <pc:sldMk cId="2751744931" sldId="2147481808"/>
        </pc:sldMkLst>
      </pc:sldChg>
      <pc:sldChg chg="mod modShow">
        <pc:chgData name="Srikant Kalaga" userId="S::srikant.k@syrencloud.com::961c47af-c9bb-4225-b2a0-952af4799497" providerId="AD" clId="Web-{6AA9AB55-4C36-4A95-628D-DBB7506EA100}" dt="2026-07-13T08:44:09.260" v="14"/>
        <pc:sldMkLst>
          <pc:docMk/>
          <pc:sldMk cId="2408097752" sldId="2147481810"/>
        </pc:sldMkLst>
      </pc:sldChg>
      <pc:sldChg chg="mod modShow">
        <pc:chgData name="Srikant Kalaga" userId="S::srikant.k@syrencloud.com::961c47af-c9bb-4225-b2a0-952af4799497" providerId="AD" clId="Web-{6AA9AB55-4C36-4A95-628D-DBB7506EA100}" dt="2026-07-13T08:44:02.994" v="0"/>
        <pc:sldMkLst>
          <pc:docMk/>
          <pc:sldMk cId="4238695353" sldId="2147481816"/>
        </pc:sldMkLst>
      </pc:sldChg>
      <pc:sldChg chg="mod modShow">
        <pc:chgData name="Srikant Kalaga" userId="S::srikant.k@syrencloud.com::961c47af-c9bb-4225-b2a0-952af4799497" providerId="AD" clId="Web-{6AA9AB55-4C36-4A95-628D-DBB7506EA100}" dt="2026-07-13T08:44:05.119" v="5"/>
        <pc:sldMkLst>
          <pc:docMk/>
          <pc:sldMk cId="1011382387" sldId="2147481818"/>
        </pc:sldMkLst>
      </pc:sldChg>
      <pc:sldChg chg="mod modShow">
        <pc:chgData name="Srikant Kalaga" userId="S::srikant.k@syrencloud.com::961c47af-c9bb-4225-b2a0-952af4799497" providerId="AD" clId="Web-{6AA9AB55-4C36-4A95-628D-DBB7506EA100}" dt="2026-07-13T08:44:13.010" v="21"/>
        <pc:sldMkLst>
          <pc:docMk/>
          <pc:sldMk cId="1561129444" sldId="2147481819"/>
        </pc:sldMkLst>
      </pc:sldChg>
      <pc:sldChg chg="mod modShow">
        <pc:chgData name="Srikant Kalaga" userId="S::srikant.k@syrencloud.com::961c47af-c9bb-4225-b2a0-952af4799497" providerId="AD" clId="Web-{6AA9AB55-4C36-4A95-628D-DBB7506EA100}" dt="2026-07-13T08:44:13.401" v="22"/>
        <pc:sldMkLst>
          <pc:docMk/>
          <pc:sldMk cId="525997240" sldId="2147481820"/>
        </pc:sldMkLst>
      </pc:sldChg>
      <pc:sldChg chg="mod modShow">
        <pc:chgData name="Srikant Kalaga" userId="S::srikant.k@syrencloud.com::961c47af-c9bb-4225-b2a0-952af4799497" providerId="AD" clId="Web-{6AA9AB55-4C36-4A95-628D-DBB7506EA100}" dt="2026-07-13T08:44:14.073" v="24"/>
        <pc:sldMkLst>
          <pc:docMk/>
          <pc:sldMk cId="3323764323" sldId="2147481821"/>
        </pc:sldMkLst>
      </pc:sldChg>
      <pc:sldChg chg="mod modShow">
        <pc:chgData name="Srikant Kalaga" userId="S::srikant.k@syrencloud.com::961c47af-c9bb-4225-b2a0-952af4799497" providerId="AD" clId="Web-{6AA9AB55-4C36-4A95-628D-DBB7506EA100}" dt="2026-07-13T08:44:14.948" v="26"/>
        <pc:sldMkLst>
          <pc:docMk/>
          <pc:sldMk cId="1557888020" sldId="2147481822"/>
        </pc:sldMkLst>
      </pc:sldChg>
      <pc:sldChg chg="mod modShow">
        <pc:chgData name="Srikant Kalaga" userId="S::srikant.k@syrencloud.com::961c47af-c9bb-4225-b2a0-952af4799497" providerId="AD" clId="Web-{6AA9AB55-4C36-4A95-628D-DBB7506EA100}" dt="2026-07-13T08:44:06.057" v="7"/>
        <pc:sldMkLst>
          <pc:docMk/>
          <pc:sldMk cId="2976658370" sldId="2147481824"/>
        </pc:sldMkLst>
      </pc:sldChg>
      <pc:sldChg chg="mod modShow">
        <pc:chgData name="Srikant Kalaga" userId="S::srikant.k@syrencloud.com::961c47af-c9bb-4225-b2a0-952af4799497" providerId="AD" clId="Web-{6AA9AB55-4C36-4A95-628D-DBB7506EA100}" dt="2026-07-13T08:44:04.588" v="4"/>
        <pc:sldMkLst>
          <pc:docMk/>
          <pc:sldMk cId="2399661326" sldId="2147481825"/>
        </pc:sldMkLst>
      </pc:sldChg>
      <pc:sldChg chg="mod modShow">
        <pc:chgData name="Srikant Kalaga" userId="S::srikant.k@syrencloud.com::961c47af-c9bb-4225-b2a0-952af4799497" providerId="AD" clId="Web-{6AA9AB55-4C36-4A95-628D-DBB7506EA100}" dt="2026-07-13T08:44:07.713" v="11"/>
        <pc:sldMkLst>
          <pc:docMk/>
          <pc:sldMk cId="3381492664" sldId="2147481828"/>
        </pc:sldMkLst>
      </pc:sldChg>
      <pc:sldChg chg="mod modShow">
        <pc:chgData name="Srikant Kalaga" userId="S::srikant.k@syrencloud.com::961c47af-c9bb-4225-b2a0-952af4799497" providerId="AD" clId="Web-{6AA9AB55-4C36-4A95-628D-DBB7506EA100}" dt="2026-07-13T08:44:05.651" v="6"/>
        <pc:sldMkLst>
          <pc:docMk/>
          <pc:sldMk cId="3979034339" sldId="2147481829"/>
        </pc:sldMkLst>
      </pc:sldChg>
      <pc:sldChg chg="mod modShow">
        <pc:chgData name="Srikant Kalaga" userId="S::srikant.k@syrencloud.com::961c47af-c9bb-4225-b2a0-952af4799497" providerId="AD" clId="Web-{6AA9AB55-4C36-4A95-628D-DBB7506EA100}" dt="2026-07-13T08:44:07.291" v="10"/>
        <pc:sldMkLst>
          <pc:docMk/>
          <pc:sldMk cId="818875059" sldId="2147481830"/>
        </pc:sldMkLst>
      </pc:sldChg>
      <pc:sldChg chg="mod modShow">
        <pc:chgData name="Srikant Kalaga" userId="S::srikant.k@syrencloud.com::961c47af-c9bb-4225-b2a0-952af4799497" providerId="AD" clId="Web-{6AA9AB55-4C36-4A95-628D-DBB7506EA100}" dt="2026-07-13T08:44:06.854" v="9"/>
        <pc:sldMkLst>
          <pc:docMk/>
          <pc:sldMk cId="2897892704" sldId="2147481831"/>
        </pc:sldMkLst>
      </pc:sldChg>
      <pc:sldChg chg="mod modShow">
        <pc:chgData name="Srikant Kalaga" userId="S::srikant.k@syrencloud.com::961c47af-c9bb-4225-b2a0-952af4799497" providerId="AD" clId="Web-{6AA9AB55-4C36-4A95-628D-DBB7506EA100}" dt="2026-07-13T08:44:14.541" v="25"/>
        <pc:sldMkLst>
          <pc:docMk/>
          <pc:sldMk cId="3997856793" sldId="2147481832"/>
        </pc:sldMkLst>
      </pc:sldChg>
      <pc:sldChg chg="mod modShow">
        <pc:chgData name="Srikant Kalaga" userId="S::srikant.k@syrencloud.com::961c47af-c9bb-4225-b2a0-952af4799497" providerId="AD" clId="Web-{6AA9AB55-4C36-4A95-628D-DBB7506EA100}" dt="2026-07-13T08:44:09.744" v="15"/>
        <pc:sldMkLst>
          <pc:docMk/>
          <pc:sldMk cId="3996616115" sldId="2147481834"/>
        </pc:sldMkLst>
      </pc:sldChg>
      <pc:sldChg chg="mod modShow">
        <pc:chgData name="Srikant Kalaga" userId="S::srikant.k@syrencloud.com::961c47af-c9bb-4225-b2a0-952af4799497" providerId="AD" clId="Web-{6AA9AB55-4C36-4A95-628D-DBB7506EA100}" dt="2026-07-13T08:44:10.369" v="16"/>
        <pc:sldMkLst>
          <pc:docMk/>
          <pc:sldMk cId="2623331845" sldId="2147481835"/>
        </pc:sldMkLst>
      </pc:sldChg>
      <pc:sldChg chg="mod modShow">
        <pc:chgData name="Srikant Kalaga" userId="S::srikant.k@syrencloud.com::961c47af-c9bb-4225-b2a0-952af4799497" providerId="AD" clId="Web-{6AA9AB55-4C36-4A95-628D-DBB7506EA100}" dt="2026-07-13T08:44:11.213" v="17"/>
        <pc:sldMkLst>
          <pc:docMk/>
          <pc:sldMk cId="259591731" sldId="2147481836"/>
        </pc:sldMkLst>
      </pc:sldChg>
      <pc:sldChg chg="mod modShow">
        <pc:chgData name="Srikant Kalaga" userId="S::srikant.k@syrencloud.com::961c47af-c9bb-4225-b2a0-952af4799497" providerId="AD" clId="Web-{6AA9AB55-4C36-4A95-628D-DBB7506EA100}" dt="2026-07-13T08:44:15.573" v="27"/>
        <pc:sldMkLst>
          <pc:docMk/>
          <pc:sldMk cId="3281960500" sldId="2147481837"/>
        </pc:sldMkLst>
      </pc:sldChg>
      <pc:sldChg chg="mod modShow">
        <pc:chgData name="Srikant Kalaga" userId="S::srikant.k@syrencloud.com::961c47af-c9bb-4225-b2a0-952af4799497" providerId="AD" clId="Web-{6AA9AB55-4C36-4A95-628D-DBB7506EA100}" dt="2026-07-13T08:44:11.604" v="18"/>
        <pc:sldMkLst>
          <pc:docMk/>
          <pc:sldMk cId="480491037" sldId="2147481838"/>
        </pc:sldMkLst>
      </pc:sldChg>
      <pc:sldChg chg="mod modShow">
        <pc:chgData name="Srikant Kalaga" userId="S::srikant.k@syrencloud.com::961c47af-c9bb-4225-b2a0-952af4799497" providerId="AD" clId="Web-{6AA9AB55-4C36-4A95-628D-DBB7506EA100}" dt="2026-07-13T08:44:12.166" v="19"/>
        <pc:sldMkLst>
          <pc:docMk/>
          <pc:sldMk cId="2879658209" sldId="2147481839"/>
        </pc:sldMkLst>
      </pc:sldChg>
      <pc:sldChg chg="mod modShow">
        <pc:chgData name="Srikant Kalaga" userId="S::srikant.k@syrencloud.com::961c47af-c9bb-4225-b2a0-952af4799497" providerId="AD" clId="Web-{6AA9AB55-4C36-4A95-628D-DBB7506EA100}" dt="2026-07-13T08:44:12.604" v="20"/>
        <pc:sldMkLst>
          <pc:docMk/>
          <pc:sldMk cId="3459248943" sldId="2147481840"/>
        </pc:sldMkLst>
      </pc:sldChg>
    </pc:docChg>
  </pc:docChgLst>
  <pc:docChgLst>
    <pc:chgData name="Avantika Ashish Joglekar" userId="S::avantika.j@syrencloud.com::f014a2bf-5918-46cd-9336-37d5792e0937" providerId="AD" clId="Web-{DE6457F5-72AE-922E-BBC9-ECC7B872A81A}"/>
    <pc:docChg chg="modSld">
      <pc:chgData name="Avantika Ashish Joglekar" userId="S::avantika.j@syrencloud.com::f014a2bf-5918-46cd-9336-37d5792e0937" providerId="AD" clId="Web-{DE6457F5-72AE-922E-BBC9-ECC7B872A81A}" dt="2026-07-13T08:01:22.851" v="1" actId="1076"/>
      <pc:docMkLst>
        <pc:docMk/>
      </pc:docMkLst>
      <pc:sldChg chg="modSp">
        <pc:chgData name="Avantika Ashish Joglekar" userId="S::avantika.j@syrencloud.com::f014a2bf-5918-46cd-9336-37d5792e0937" providerId="AD" clId="Web-{DE6457F5-72AE-922E-BBC9-ECC7B872A81A}" dt="2026-07-13T06:46:21.044" v="0" actId="1076"/>
        <pc:sldMkLst>
          <pc:docMk/>
          <pc:sldMk cId="259591731" sldId="2147481836"/>
        </pc:sldMkLst>
        <pc:picChg chg="mod">
          <ac:chgData name="Avantika Ashish Joglekar" userId="S::avantika.j@syrencloud.com::f014a2bf-5918-46cd-9336-37d5792e0937" providerId="AD" clId="Web-{DE6457F5-72AE-922E-BBC9-ECC7B872A81A}" dt="2026-07-13T06:46:21.044" v="0" actId="1076"/>
          <ac:picMkLst>
            <pc:docMk/>
            <pc:sldMk cId="259591731" sldId="2147481836"/>
            <ac:picMk id="13" creationId="{989AA0F6-7AAC-E7FE-8B8D-3D77DE24B78F}"/>
          </ac:picMkLst>
        </pc:picChg>
      </pc:sldChg>
      <pc:sldChg chg="modSp">
        <pc:chgData name="Avantika Ashish Joglekar" userId="S::avantika.j@syrencloud.com::f014a2bf-5918-46cd-9336-37d5792e0937" providerId="AD" clId="Web-{DE6457F5-72AE-922E-BBC9-ECC7B872A81A}" dt="2026-07-13T08:01:22.851" v="1" actId="1076"/>
        <pc:sldMkLst>
          <pc:docMk/>
          <pc:sldMk cId="480491037" sldId="2147481838"/>
        </pc:sldMkLst>
        <pc:spChg chg="mod">
          <ac:chgData name="Avantika Ashish Joglekar" userId="S::avantika.j@syrencloud.com::f014a2bf-5918-46cd-9336-37d5792e0937" providerId="AD" clId="Web-{DE6457F5-72AE-922E-BBC9-ECC7B872A81A}" dt="2026-07-13T08:01:22.851" v="1" actId="1076"/>
          <ac:spMkLst>
            <pc:docMk/>
            <pc:sldMk cId="480491037" sldId="2147481838"/>
            <ac:spMk id="15" creationId="{711A1659-259E-BCB7-28C2-3A28997809E4}"/>
          </ac:spMkLst>
        </pc:spChg>
      </pc:sldChg>
    </pc:docChg>
  </pc:docChgLst>
  <pc:docChgLst>
    <pc:chgData name="Venu Gopal Kakarla" userId="S::venugopal.k@syrencloud.com::b31148d8-e7e9-4840-84b4-e644f96376f3" providerId="AD" clId="Web-{A4500D1D-F423-B58D-58FA-DD2C7F8DB90F}"/>
    <pc:docChg chg="modSld">
      <pc:chgData name="Venu Gopal Kakarla" userId="S::venugopal.k@syrencloud.com::b31148d8-e7e9-4840-84b4-e644f96376f3" providerId="AD" clId="Web-{A4500D1D-F423-B58D-58FA-DD2C7F8DB90F}" dt="2026-06-29T23:41:31.469" v="17" actId="20577"/>
      <pc:docMkLst>
        <pc:docMk/>
      </pc:docMkLst>
      <pc:sldChg chg="modSp">
        <pc:chgData name="Venu Gopal Kakarla" userId="S::venugopal.k@syrencloud.com::b31148d8-e7e9-4840-84b4-e644f96376f3" providerId="AD" clId="Web-{A4500D1D-F423-B58D-58FA-DD2C7F8DB90F}" dt="2026-06-29T23:41:13.094" v="3" actId="20577"/>
        <pc:sldMkLst>
          <pc:docMk/>
          <pc:sldMk cId="0" sldId="257"/>
        </pc:sldMkLst>
      </pc:sldChg>
      <pc:sldChg chg="modSp">
        <pc:chgData name="Venu Gopal Kakarla" userId="S::venugopal.k@syrencloud.com::b31148d8-e7e9-4840-84b4-e644f96376f3" providerId="AD" clId="Web-{A4500D1D-F423-B58D-58FA-DD2C7F8DB90F}" dt="2026-06-29T23:40:40.109" v="1" actId="20577"/>
        <pc:sldMkLst>
          <pc:docMk/>
          <pc:sldMk cId="0" sldId="2147481787"/>
        </pc:sldMkLst>
      </pc:sldChg>
    </pc:docChg>
  </pc:docChgLst>
  <pc:docChgLst>
    <pc:chgData name="Srikant Kalaga" userId="S::srikant.k@syrencloud.com::961c47af-c9bb-4225-b2a0-952af4799497" providerId="AD" clId="Web-{3EC4CED1-E001-67FF-AE8A-0B7C8C5E443D}"/>
    <pc:docChg chg="addSld modSld modMainMaster modSection">
      <pc:chgData name="Srikant Kalaga" userId="S::srikant.k@syrencloud.com::961c47af-c9bb-4225-b2a0-952af4799497" providerId="AD" clId="Web-{3EC4CED1-E001-67FF-AE8A-0B7C8C5E443D}" dt="2026-07-01T09:41:29.665" v="23"/>
      <pc:docMkLst>
        <pc:docMk/>
      </pc:docMkLst>
      <pc:sldChg chg="mod modShow">
        <pc:chgData name="Srikant Kalaga" userId="S::srikant.k@syrencloud.com::961c47af-c9bb-4225-b2a0-952af4799497" providerId="AD" clId="Web-{3EC4CED1-E001-67FF-AE8A-0B7C8C5E443D}" dt="2026-07-01T09:41:28.508" v="21"/>
        <pc:sldMkLst>
          <pc:docMk/>
          <pc:sldMk cId="0" sldId="257"/>
        </pc:sldMkLst>
      </pc:sldChg>
      <pc:sldChg chg="mod modShow">
        <pc:chgData name="Srikant Kalaga" userId="S::srikant.k@syrencloud.com::961c47af-c9bb-4225-b2a0-952af4799497" providerId="AD" clId="Web-{3EC4CED1-E001-67FF-AE8A-0B7C8C5E443D}" dt="2026-07-01T09:39:55.974" v="11"/>
        <pc:sldMkLst>
          <pc:docMk/>
          <pc:sldMk cId="3348813402" sldId="2076137763"/>
        </pc:sldMkLst>
      </pc:sldChg>
      <pc:sldChg chg="mod modShow">
        <pc:chgData name="Srikant Kalaga" userId="S::srikant.k@syrencloud.com::961c47af-c9bb-4225-b2a0-952af4799497" providerId="AD" clId="Web-{3EC4CED1-E001-67FF-AE8A-0B7C8C5E443D}" dt="2026-07-01T09:40:01.365" v="12"/>
        <pc:sldMkLst>
          <pc:docMk/>
          <pc:sldMk cId="54263797" sldId="2076137765"/>
        </pc:sldMkLst>
      </pc:sldChg>
      <pc:sldChg chg="mod modShow">
        <pc:chgData name="Srikant Kalaga" userId="S::srikant.k@syrencloud.com::961c47af-c9bb-4225-b2a0-952af4799497" providerId="AD" clId="Web-{3EC4CED1-E001-67FF-AE8A-0B7C8C5E443D}" dt="2026-07-01T09:40:17.506" v="13"/>
        <pc:sldMkLst>
          <pc:docMk/>
          <pc:sldMk cId="1642220967" sldId="2076137772"/>
        </pc:sldMkLst>
      </pc:sldChg>
      <pc:sldChg chg="mod modShow">
        <pc:chgData name="Srikant Kalaga" userId="S::srikant.k@syrencloud.com::961c47af-c9bb-4225-b2a0-952af4799497" providerId="AD" clId="Web-{3EC4CED1-E001-67FF-AE8A-0B7C8C5E443D}" dt="2026-07-01T09:40:26.334" v="15"/>
        <pc:sldMkLst>
          <pc:docMk/>
          <pc:sldMk cId="67895314" sldId="2147474868"/>
        </pc:sldMkLst>
      </pc:sldChg>
      <pc:sldChg chg="mod modShow">
        <pc:chgData name="Srikant Kalaga" userId="S::srikant.k@syrencloud.com::961c47af-c9bb-4225-b2a0-952af4799497" providerId="AD" clId="Web-{3EC4CED1-E001-67FF-AE8A-0B7C8C5E443D}" dt="2026-07-01T09:41:05.601" v="16"/>
        <pc:sldMkLst>
          <pc:docMk/>
          <pc:sldMk cId="1305668230" sldId="2147474870"/>
        </pc:sldMkLst>
      </pc:sldChg>
      <pc:sldChg chg="mod modShow">
        <pc:chgData name="Srikant Kalaga" userId="S::srikant.k@syrencloud.com::961c47af-c9bb-4225-b2a0-952af4799497" providerId="AD" clId="Web-{3EC4CED1-E001-67FF-AE8A-0B7C8C5E443D}" dt="2026-07-01T09:41:06.086" v="17"/>
        <pc:sldMkLst>
          <pc:docMk/>
          <pc:sldMk cId="1014566364" sldId="2147474871"/>
        </pc:sldMkLst>
      </pc:sldChg>
      <pc:sldChg chg="mod modShow">
        <pc:chgData name="Srikant Kalaga" userId="S::srikant.k@syrencloud.com::961c47af-c9bb-4225-b2a0-952af4799497" providerId="AD" clId="Web-{3EC4CED1-E001-67FF-AE8A-0B7C8C5E443D}" dt="2026-07-01T09:39:55.380" v="10"/>
        <pc:sldMkLst>
          <pc:docMk/>
          <pc:sldMk cId="3002218494" sldId="2147474877"/>
        </pc:sldMkLst>
      </pc:sldChg>
      <pc:sldChg chg="mod modShow">
        <pc:chgData name="Srikant Kalaga" userId="S::srikant.k@syrencloud.com::961c47af-c9bb-4225-b2a0-952af4799497" providerId="AD" clId="Web-{3EC4CED1-E001-67FF-AE8A-0B7C8C5E443D}" dt="2026-07-01T09:41:27.899" v="20"/>
        <pc:sldMkLst>
          <pc:docMk/>
          <pc:sldMk cId="0" sldId="2147481787"/>
        </pc:sldMkLst>
      </pc:sldChg>
      <pc:sldChg chg="mod modShow">
        <pc:chgData name="Srikant Kalaga" userId="S::srikant.k@syrencloud.com::961c47af-c9bb-4225-b2a0-952af4799497" providerId="AD" clId="Web-{3EC4CED1-E001-67FF-AE8A-0B7C8C5E443D}" dt="2026-07-01T09:41:29.665" v="23"/>
        <pc:sldMkLst>
          <pc:docMk/>
          <pc:sldMk cId="1378753998" sldId="2147481789"/>
        </pc:sldMkLst>
      </pc:sldChg>
      <pc:sldChg chg="mod modShow">
        <pc:chgData name="Srikant Kalaga" userId="S::srikant.k@syrencloud.com::961c47af-c9bb-4225-b2a0-952af4799497" providerId="AD" clId="Web-{3EC4CED1-E001-67FF-AE8A-0B7C8C5E443D}" dt="2026-07-01T09:41:27.274" v="19"/>
        <pc:sldMkLst>
          <pc:docMk/>
          <pc:sldMk cId="1287577181" sldId="2147481790"/>
        </pc:sldMkLst>
      </pc:sldChg>
      <pc:sldChg chg="mod modShow">
        <pc:chgData name="Srikant Kalaga" userId="S::srikant.k@syrencloud.com::961c47af-c9bb-4225-b2a0-952af4799497" providerId="AD" clId="Web-{3EC4CED1-E001-67FF-AE8A-0B7C8C5E443D}" dt="2026-07-01T09:39:54.786" v="9"/>
        <pc:sldMkLst>
          <pc:docMk/>
          <pc:sldMk cId="730580893" sldId="2147481792"/>
        </pc:sldMkLst>
      </pc:sldChg>
      <pc:sldChg chg="mod modShow">
        <pc:chgData name="Srikant Kalaga" userId="S::srikant.k@syrencloud.com::961c47af-c9bb-4225-b2a0-952af4799497" providerId="AD" clId="Web-{3EC4CED1-E001-67FF-AE8A-0B7C8C5E443D}" dt="2026-07-01T09:41:29.243" v="22"/>
        <pc:sldMkLst>
          <pc:docMk/>
          <pc:sldMk cId="3153137025" sldId="2147481793"/>
        </pc:sldMkLst>
      </pc:sldChg>
      <pc:sldChg chg="mod modShow">
        <pc:chgData name="Srikant Kalaga" userId="S::srikant.k@syrencloud.com::961c47af-c9bb-4225-b2a0-952af4799497" providerId="AD" clId="Web-{3EC4CED1-E001-67FF-AE8A-0B7C8C5E443D}" dt="2026-07-01T09:41:26.993" v="18"/>
        <pc:sldMkLst>
          <pc:docMk/>
          <pc:sldMk cId="757167522" sldId="2147481794"/>
        </pc:sldMkLst>
      </pc:sldChg>
      <pc:sldChg chg="modSp add">
        <pc:chgData name="Srikant Kalaga" userId="S::srikant.k@syrencloud.com::961c47af-c9bb-4225-b2a0-952af4799497" providerId="AD" clId="Web-{3EC4CED1-E001-67FF-AE8A-0B7C8C5E443D}" dt="2026-07-01T09:39:42.317" v="8" actId="20577"/>
        <pc:sldMkLst>
          <pc:docMk/>
          <pc:sldMk cId="3880626240" sldId="2147481798"/>
        </pc:sldMkLst>
        <pc:spChg chg="mod">
          <ac:chgData name="Srikant Kalaga" userId="S::srikant.k@syrencloud.com::961c47af-c9bb-4225-b2a0-952af4799497" providerId="AD" clId="Web-{3EC4CED1-E001-67FF-AE8A-0B7C8C5E443D}" dt="2026-07-01T09:39:42.317" v="8" actId="20577"/>
          <ac:spMkLst>
            <pc:docMk/>
            <pc:sldMk cId="3880626240" sldId="2147481798"/>
            <ac:spMk id="101" creationId="{2F4F5274-8F66-5304-E528-40E474205A3C}"/>
          </ac:spMkLst>
        </pc:spChg>
      </pc:sldChg>
      <pc:sldMasterChg chg="modSldLayout">
        <pc:chgData name="Srikant Kalaga" userId="S::srikant.k@syrencloud.com::961c47af-c9bb-4225-b2a0-952af4799497" providerId="AD" clId="Web-{3EC4CED1-E001-67FF-AE8A-0B7C8C5E443D}" dt="2026-07-01T09:39:24.301" v="0"/>
        <pc:sldMasterMkLst>
          <pc:docMk/>
          <pc:sldMasterMk cId="2460954070" sldId="2147483704"/>
        </pc:sldMasterMkLst>
        <pc:sldLayoutChg chg="replId">
          <pc:chgData name="Srikant Kalaga" userId="S::srikant.k@syrencloud.com::961c47af-c9bb-4225-b2a0-952af4799497" providerId="AD" clId="Web-{3EC4CED1-E001-67FF-AE8A-0B7C8C5E443D}" dt="2026-07-01T09:39:24.301" v="0"/>
          <pc:sldLayoutMkLst>
            <pc:docMk/>
            <pc:sldMasterMk cId="2460954070" sldId="2147483704"/>
            <pc:sldLayoutMk cId="1484470864" sldId="2147484369"/>
          </pc:sldLayoutMkLst>
        </pc:sldLayoutChg>
        <pc:sldLayoutChg chg="replId">
          <pc:chgData name="Srikant Kalaga" userId="S::srikant.k@syrencloud.com::961c47af-c9bb-4225-b2a0-952af4799497" providerId="AD" clId="Web-{3EC4CED1-E001-67FF-AE8A-0B7C8C5E443D}" dt="2026-07-01T09:39:24.301" v="0"/>
          <pc:sldLayoutMkLst>
            <pc:docMk/>
            <pc:sldMasterMk cId="2460954070" sldId="2147483704"/>
            <pc:sldLayoutMk cId="549332080" sldId="2147484380"/>
          </pc:sldLayoutMkLst>
        </pc:sldLayoutChg>
      </pc:sldMasterChg>
      <pc:sldMasterChg chg="replId addSldLayout modSldLayout">
        <pc:chgData name="Srikant Kalaga" userId="S::srikant.k@syrencloud.com::961c47af-c9bb-4225-b2a0-952af4799497" providerId="AD" clId="Web-{3EC4CED1-E001-67FF-AE8A-0B7C8C5E443D}" dt="2026-07-01T09:39:24.301" v="0"/>
        <pc:sldMasterMkLst>
          <pc:docMk/>
          <pc:sldMasterMk cId="1141844420" sldId="2147484370"/>
        </pc:sldMasterMkLst>
        <pc:sldLayoutChg chg="add">
          <pc:chgData name="Srikant Kalaga" userId="S::srikant.k@syrencloud.com::961c47af-c9bb-4225-b2a0-952af4799497" providerId="AD" clId="Web-{3EC4CED1-E001-67FF-AE8A-0B7C8C5E443D}" dt="2026-07-01T09:39:24.301" v="0"/>
          <pc:sldLayoutMkLst>
            <pc:docMk/>
            <pc:sldMasterMk cId="1141844420" sldId="2147484370"/>
            <pc:sldLayoutMk cId="1223102465" sldId="2147483715"/>
          </pc:sldLayoutMkLst>
        </pc:sldLayoutChg>
        <pc:sldLayoutChg chg="add">
          <pc:chgData name="Srikant Kalaga" userId="S::srikant.k@syrencloud.com::961c47af-c9bb-4225-b2a0-952af4799497" providerId="AD" clId="Web-{3EC4CED1-E001-67FF-AE8A-0B7C8C5E443D}" dt="2026-07-01T09:39:24.301" v="0"/>
          <pc:sldLayoutMkLst>
            <pc:docMk/>
            <pc:sldMasterMk cId="1141844420" sldId="2147484370"/>
            <pc:sldLayoutMk cId="1064926354" sldId="2147483720"/>
          </pc:sldLayoutMkLst>
        </pc:sldLayoutChg>
        <pc:sldLayoutChg chg="add">
          <pc:chgData name="Srikant Kalaga" userId="S::srikant.k@syrencloud.com::961c47af-c9bb-4225-b2a0-952af4799497" providerId="AD" clId="Web-{3EC4CED1-E001-67FF-AE8A-0B7C8C5E443D}" dt="2026-07-01T09:39:24.301" v="0"/>
          <pc:sldLayoutMkLst>
            <pc:docMk/>
            <pc:sldMasterMk cId="1141844420" sldId="2147484370"/>
            <pc:sldLayoutMk cId="2608075528" sldId="2147483722"/>
          </pc:sldLayoutMkLst>
        </pc:sldLayoutChg>
        <pc:sldLayoutChg chg="add">
          <pc:chgData name="Srikant Kalaga" userId="S::srikant.k@syrencloud.com::961c47af-c9bb-4225-b2a0-952af4799497" providerId="AD" clId="Web-{3EC4CED1-E001-67FF-AE8A-0B7C8C5E443D}" dt="2026-07-01T09:39:24.301" v="0"/>
          <pc:sldLayoutMkLst>
            <pc:docMk/>
            <pc:sldMasterMk cId="1141844420" sldId="2147484370"/>
            <pc:sldLayoutMk cId="3442027283" sldId="2147483726"/>
          </pc:sldLayoutMkLst>
        </pc:sldLayoutChg>
        <pc:sldLayoutChg chg="add">
          <pc:chgData name="Srikant Kalaga" userId="S::srikant.k@syrencloud.com::961c47af-c9bb-4225-b2a0-952af4799497" providerId="AD" clId="Web-{3EC4CED1-E001-67FF-AE8A-0B7C8C5E443D}" dt="2026-07-01T09:39:24.301" v="0"/>
          <pc:sldLayoutMkLst>
            <pc:docMk/>
            <pc:sldMasterMk cId="1141844420" sldId="2147484370"/>
            <pc:sldLayoutMk cId="2853985785" sldId="2147483728"/>
          </pc:sldLayoutMkLst>
        </pc:sldLayoutChg>
        <pc:sldLayoutChg chg="add">
          <pc:chgData name="Srikant Kalaga" userId="S::srikant.k@syrencloud.com::961c47af-c9bb-4225-b2a0-952af4799497" providerId="AD" clId="Web-{3EC4CED1-E001-67FF-AE8A-0B7C8C5E443D}" dt="2026-07-01T09:39:24.301" v="0"/>
          <pc:sldLayoutMkLst>
            <pc:docMk/>
            <pc:sldMasterMk cId="1141844420" sldId="2147484370"/>
            <pc:sldLayoutMk cId="3144762223" sldId="2147483730"/>
          </pc:sldLayoutMkLst>
        </pc:sldLayoutChg>
        <pc:sldLayoutChg chg="add">
          <pc:chgData name="Srikant Kalaga" userId="S::srikant.k@syrencloud.com::961c47af-c9bb-4225-b2a0-952af4799497" providerId="AD" clId="Web-{3EC4CED1-E001-67FF-AE8A-0B7C8C5E443D}" dt="2026-07-01T09:39:24.301" v="0"/>
          <pc:sldLayoutMkLst>
            <pc:docMk/>
            <pc:sldMasterMk cId="1141844420" sldId="2147484370"/>
            <pc:sldLayoutMk cId="1583753956" sldId="2147483731"/>
          </pc:sldLayoutMkLst>
        </pc:sldLayoutChg>
        <pc:sldLayoutChg chg="add">
          <pc:chgData name="Srikant Kalaga" userId="S::srikant.k@syrencloud.com::961c47af-c9bb-4225-b2a0-952af4799497" providerId="AD" clId="Web-{3EC4CED1-E001-67FF-AE8A-0B7C8C5E443D}" dt="2026-07-01T09:39:24.301" v="0"/>
          <pc:sldLayoutMkLst>
            <pc:docMk/>
            <pc:sldMasterMk cId="1141844420" sldId="2147484370"/>
            <pc:sldLayoutMk cId="3599490746" sldId="2147483732"/>
          </pc:sldLayoutMkLst>
        </pc:sldLayoutChg>
        <pc:sldLayoutChg chg="add">
          <pc:chgData name="Srikant Kalaga" userId="S::srikant.k@syrencloud.com::961c47af-c9bb-4225-b2a0-952af4799497" providerId="AD" clId="Web-{3EC4CED1-E001-67FF-AE8A-0B7C8C5E443D}" dt="2026-07-01T09:39:24.301" v="0"/>
          <pc:sldLayoutMkLst>
            <pc:docMk/>
            <pc:sldMasterMk cId="1141844420" sldId="2147484370"/>
            <pc:sldLayoutMk cId="1249269985" sldId="2147483733"/>
          </pc:sldLayoutMkLst>
        </pc:sldLayoutChg>
        <pc:sldLayoutChg chg="add">
          <pc:chgData name="Srikant Kalaga" userId="S::srikant.k@syrencloud.com::961c47af-c9bb-4225-b2a0-952af4799497" providerId="AD" clId="Web-{3EC4CED1-E001-67FF-AE8A-0B7C8C5E443D}" dt="2026-07-01T09:39:24.301" v="0"/>
          <pc:sldLayoutMkLst>
            <pc:docMk/>
            <pc:sldMasterMk cId="1141844420" sldId="2147484370"/>
            <pc:sldLayoutMk cId="1933227099" sldId="2147483734"/>
          </pc:sldLayoutMkLst>
        </pc:sldLayoutChg>
        <pc:sldLayoutChg chg="add">
          <pc:chgData name="Srikant Kalaga" userId="S::srikant.k@syrencloud.com::961c47af-c9bb-4225-b2a0-952af4799497" providerId="AD" clId="Web-{3EC4CED1-E001-67FF-AE8A-0B7C8C5E443D}" dt="2026-07-01T09:39:24.301" v="0"/>
          <pc:sldLayoutMkLst>
            <pc:docMk/>
            <pc:sldMasterMk cId="1141844420" sldId="2147484370"/>
            <pc:sldLayoutMk cId="2762615512" sldId="2147483739"/>
          </pc:sldLayoutMkLst>
        </pc:sldLayoutChg>
        <pc:sldLayoutChg chg="add">
          <pc:chgData name="Srikant Kalaga" userId="S::srikant.k@syrencloud.com::961c47af-c9bb-4225-b2a0-952af4799497" providerId="AD" clId="Web-{3EC4CED1-E001-67FF-AE8A-0B7C8C5E443D}" dt="2026-07-01T09:39:24.301" v="0"/>
          <pc:sldLayoutMkLst>
            <pc:docMk/>
            <pc:sldMasterMk cId="1141844420" sldId="2147484370"/>
            <pc:sldLayoutMk cId="4239027968" sldId="2147483742"/>
          </pc:sldLayoutMkLst>
        </pc:sldLayoutChg>
        <pc:sldLayoutChg chg="add">
          <pc:chgData name="Srikant Kalaga" userId="S::srikant.k@syrencloud.com::961c47af-c9bb-4225-b2a0-952af4799497" providerId="AD" clId="Web-{3EC4CED1-E001-67FF-AE8A-0B7C8C5E443D}" dt="2026-07-01T09:39:24.301" v="0"/>
          <pc:sldLayoutMkLst>
            <pc:docMk/>
            <pc:sldMasterMk cId="1141844420" sldId="2147484370"/>
            <pc:sldLayoutMk cId="227418122" sldId="2147483743"/>
          </pc:sldLayoutMkLst>
        </pc:sldLayoutChg>
        <pc:sldLayoutChg chg="add">
          <pc:chgData name="Srikant Kalaga" userId="S::srikant.k@syrencloud.com::961c47af-c9bb-4225-b2a0-952af4799497" providerId="AD" clId="Web-{3EC4CED1-E001-67FF-AE8A-0B7C8C5E443D}" dt="2026-07-01T09:39:24.301" v="0"/>
          <pc:sldLayoutMkLst>
            <pc:docMk/>
            <pc:sldMasterMk cId="1141844420" sldId="2147484370"/>
            <pc:sldLayoutMk cId="953369925" sldId="2147483744"/>
          </pc:sldLayoutMkLst>
        </pc:sldLayoutChg>
        <pc:sldLayoutChg chg="add">
          <pc:chgData name="Srikant Kalaga" userId="S::srikant.k@syrencloud.com::961c47af-c9bb-4225-b2a0-952af4799497" providerId="AD" clId="Web-{3EC4CED1-E001-67FF-AE8A-0B7C8C5E443D}" dt="2026-07-01T09:39:24.301" v="0"/>
          <pc:sldLayoutMkLst>
            <pc:docMk/>
            <pc:sldMasterMk cId="1141844420" sldId="2147484370"/>
            <pc:sldLayoutMk cId="1817470423" sldId="2147483745"/>
          </pc:sldLayoutMkLst>
        </pc:sldLayoutChg>
        <pc:sldLayoutChg chg="add">
          <pc:chgData name="Srikant Kalaga" userId="S::srikant.k@syrencloud.com::961c47af-c9bb-4225-b2a0-952af4799497" providerId="AD" clId="Web-{3EC4CED1-E001-67FF-AE8A-0B7C8C5E443D}" dt="2026-07-01T09:39:24.301" v="0"/>
          <pc:sldLayoutMkLst>
            <pc:docMk/>
            <pc:sldMasterMk cId="1141844420" sldId="2147484370"/>
            <pc:sldLayoutMk cId="30761474" sldId="2147483746"/>
          </pc:sldLayoutMkLst>
        </pc:sldLayoutChg>
        <pc:sldLayoutChg chg="replId">
          <pc:chgData name="Srikant Kalaga" userId="S::srikant.k@syrencloud.com::961c47af-c9bb-4225-b2a0-952af4799497" providerId="AD" clId="Web-{3EC4CED1-E001-67FF-AE8A-0B7C8C5E443D}" dt="2026-07-01T09:39:24.301" v="0"/>
          <pc:sldLayoutMkLst>
            <pc:docMk/>
            <pc:sldMasterMk cId="1141844420" sldId="2147484370"/>
            <pc:sldLayoutMk cId="2458929687" sldId="2147484371"/>
          </pc:sldLayoutMkLst>
        </pc:sldLayoutChg>
        <pc:sldLayoutChg chg="replId">
          <pc:chgData name="Srikant Kalaga" userId="S::srikant.k@syrencloud.com::961c47af-c9bb-4225-b2a0-952af4799497" providerId="AD" clId="Web-{3EC4CED1-E001-67FF-AE8A-0B7C8C5E443D}" dt="2026-07-01T09:39:24.301" v="0"/>
          <pc:sldLayoutMkLst>
            <pc:docMk/>
            <pc:sldMasterMk cId="1141844420" sldId="2147484370"/>
            <pc:sldLayoutMk cId="4126719177" sldId="2147484372"/>
          </pc:sldLayoutMkLst>
        </pc:sldLayoutChg>
        <pc:sldLayoutChg chg="replId">
          <pc:chgData name="Srikant Kalaga" userId="S::srikant.k@syrencloud.com::961c47af-c9bb-4225-b2a0-952af4799497" providerId="AD" clId="Web-{3EC4CED1-E001-67FF-AE8A-0B7C8C5E443D}" dt="2026-07-01T09:39:24.301" v="0"/>
          <pc:sldLayoutMkLst>
            <pc:docMk/>
            <pc:sldMasterMk cId="1141844420" sldId="2147484370"/>
            <pc:sldLayoutMk cId="1710552875" sldId="2147484373"/>
          </pc:sldLayoutMkLst>
        </pc:sldLayoutChg>
        <pc:sldLayoutChg chg="replId">
          <pc:chgData name="Srikant Kalaga" userId="S::srikant.k@syrencloud.com::961c47af-c9bb-4225-b2a0-952af4799497" providerId="AD" clId="Web-{3EC4CED1-E001-67FF-AE8A-0B7C8C5E443D}" dt="2026-07-01T09:39:24.301" v="0"/>
          <pc:sldLayoutMkLst>
            <pc:docMk/>
            <pc:sldMasterMk cId="1141844420" sldId="2147484370"/>
            <pc:sldLayoutMk cId="1040988550" sldId="2147484374"/>
          </pc:sldLayoutMkLst>
        </pc:sldLayoutChg>
        <pc:sldLayoutChg chg="replId">
          <pc:chgData name="Srikant Kalaga" userId="S::srikant.k@syrencloud.com::961c47af-c9bb-4225-b2a0-952af4799497" providerId="AD" clId="Web-{3EC4CED1-E001-67FF-AE8A-0B7C8C5E443D}" dt="2026-07-01T09:39:24.301" v="0"/>
          <pc:sldLayoutMkLst>
            <pc:docMk/>
            <pc:sldMasterMk cId="1141844420" sldId="2147484370"/>
            <pc:sldLayoutMk cId="3719740028" sldId="2147484375"/>
          </pc:sldLayoutMkLst>
        </pc:sldLayoutChg>
        <pc:sldLayoutChg chg="replId">
          <pc:chgData name="Srikant Kalaga" userId="S::srikant.k@syrencloud.com::961c47af-c9bb-4225-b2a0-952af4799497" providerId="AD" clId="Web-{3EC4CED1-E001-67FF-AE8A-0B7C8C5E443D}" dt="2026-07-01T09:39:24.301" v="0"/>
          <pc:sldLayoutMkLst>
            <pc:docMk/>
            <pc:sldMasterMk cId="1141844420" sldId="2147484370"/>
            <pc:sldLayoutMk cId="3493265538" sldId="2147484376"/>
          </pc:sldLayoutMkLst>
        </pc:sldLayoutChg>
        <pc:sldLayoutChg chg="replId">
          <pc:chgData name="Srikant Kalaga" userId="S::srikant.k@syrencloud.com::961c47af-c9bb-4225-b2a0-952af4799497" providerId="AD" clId="Web-{3EC4CED1-E001-67FF-AE8A-0B7C8C5E443D}" dt="2026-07-01T09:39:24.301" v="0"/>
          <pc:sldLayoutMkLst>
            <pc:docMk/>
            <pc:sldMasterMk cId="1141844420" sldId="2147484370"/>
            <pc:sldLayoutMk cId="2406619005" sldId="2147484377"/>
          </pc:sldLayoutMkLst>
        </pc:sldLayoutChg>
        <pc:sldLayoutChg chg="replId">
          <pc:chgData name="Srikant Kalaga" userId="S::srikant.k@syrencloud.com::961c47af-c9bb-4225-b2a0-952af4799497" providerId="AD" clId="Web-{3EC4CED1-E001-67FF-AE8A-0B7C8C5E443D}" dt="2026-07-01T09:39:24.301" v="0"/>
          <pc:sldLayoutMkLst>
            <pc:docMk/>
            <pc:sldMasterMk cId="1141844420" sldId="2147484370"/>
            <pc:sldLayoutMk cId="2059846112" sldId="2147484378"/>
          </pc:sldLayoutMkLst>
        </pc:sldLayoutChg>
        <pc:sldLayoutChg chg="replId">
          <pc:chgData name="Srikant Kalaga" userId="S::srikant.k@syrencloud.com::961c47af-c9bb-4225-b2a0-952af4799497" providerId="AD" clId="Web-{3EC4CED1-E001-67FF-AE8A-0B7C8C5E443D}" dt="2026-07-01T09:39:24.301" v="0"/>
          <pc:sldLayoutMkLst>
            <pc:docMk/>
            <pc:sldMasterMk cId="1141844420" sldId="2147484370"/>
            <pc:sldLayoutMk cId="736341449" sldId="2147484379"/>
          </pc:sldLayoutMkLst>
        </pc:sldLayoutChg>
        <pc:sldLayoutChg chg="add">
          <pc:chgData name="Srikant Kalaga" userId="S::srikant.k@syrencloud.com::961c47af-c9bb-4225-b2a0-952af4799497" providerId="AD" clId="Web-{3EC4CED1-E001-67FF-AE8A-0B7C8C5E443D}" dt="2026-07-01T09:39:24.301" v="0"/>
          <pc:sldLayoutMkLst>
            <pc:docMk/>
            <pc:sldMasterMk cId="1141844420" sldId="2147484370"/>
            <pc:sldLayoutMk cId="2597177090" sldId="2147484391"/>
          </pc:sldLayoutMkLst>
        </pc:sldLayoutChg>
      </pc:sldMasterChg>
    </pc:docChg>
  </pc:docChgLst>
  <pc:docChgLst>
    <pc:chgData name="Vasim Mohammed" userId="2b9d3a5a-e9a8-4cc9-a3ee-126717dfb735" providerId="ADAL" clId="{63621AE3-99E7-44D2-BACB-559A971BDEF1}"/>
    <pc:docChg chg="undo redo custSel addSld modSld sldOrd delMainMaster modMainMaster">
      <pc:chgData name="Vasim Mohammed" userId="2b9d3a5a-e9a8-4cc9-a3ee-126717dfb735" providerId="ADAL" clId="{63621AE3-99E7-44D2-BACB-559A971BDEF1}" dt="2026-07-10T13:58:07.305" v="139" actId="1076"/>
      <pc:docMkLst>
        <pc:docMk/>
      </pc:docMkLst>
      <pc:sldChg chg="ord">
        <pc:chgData name="Vasim Mohammed" userId="2b9d3a5a-e9a8-4cc9-a3ee-126717dfb735" providerId="ADAL" clId="{63621AE3-99E7-44D2-BACB-559A971BDEF1}" dt="2026-07-06T12:32:47.695" v="35"/>
        <pc:sldMkLst>
          <pc:docMk/>
          <pc:sldMk cId="1636211531" sldId="2147474879"/>
        </pc:sldMkLst>
      </pc:sldChg>
      <pc:sldChg chg="delSp modSp mod">
        <pc:chgData name="Vasim Mohammed" userId="2b9d3a5a-e9a8-4cc9-a3ee-126717dfb735" providerId="ADAL" clId="{63621AE3-99E7-44D2-BACB-559A971BDEF1}" dt="2026-07-10T13:58:07.305" v="139" actId="1076"/>
        <pc:sldMkLst>
          <pc:docMk/>
          <pc:sldMk cId="3216750113" sldId="2147474885"/>
        </pc:sldMkLst>
      </pc:sldChg>
      <pc:sldChg chg="modSp mod">
        <pc:chgData name="Vasim Mohammed" userId="2b9d3a5a-e9a8-4cc9-a3ee-126717dfb735" providerId="ADAL" clId="{63621AE3-99E7-44D2-BACB-559A971BDEF1}" dt="2026-07-06T12:26:08.311" v="33" actId="20577"/>
        <pc:sldMkLst>
          <pc:docMk/>
          <pc:sldMk cId="2751744931" sldId="2147481808"/>
        </pc:sldMkLst>
        <pc:spChg chg="mod">
          <ac:chgData name="Vasim Mohammed" userId="2b9d3a5a-e9a8-4cc9-a3ee-126717dfb735" providerId="ADAL" clId="{63621AE3-99E7-44D2-BACB-559A971BDEF1}" dt="2026-07-06T12:26:08.311" v="33" actId="20577"/>
          <ac:spMkLst>
            <pc:docMk/>
            <pc:sldMk cId="2751744931" sldId="2147481808"/>
            <ac:spMk id="2" creationId="{D9DC9138-62FB-CCF1-2DC5-BEE106824EF4}"/>
          </ac:spMkLst>
        </pc:spChg>
      </pc:sldChg>
      <pc:sldChg chg="ord">
        <pc:chgData name="Vasim Mohammed" userId="2b9d3a5a-e9a8-4cc9-a3ee-126717dfb735" providerId="ADAL" clId="{63621AE3-99E7-44D2-BACB-559A971BDEF1}" dt="2026-07-06T12:35:13.624" v="67"/>
        <pc:sldMkLst>
          <pc:docMk/>
          <pc:sldMk cId="2408097752" sldId="2147481810"/>
        </pc:sldMkLst>
      </pc:sldChg>
      <pc:sldChg chg="modSp add mod">
        <pc:chgData name="Vasim Mohammed" userId="2b9d3a5a-e9a8-4cc9-a3ee-126717dfb735" providerId="ADAL" clId="{63621AE3-99E7-44D2-BACB-559A971BDEF1}" dt="2026-07-06T12:39:25.066" v="134" actId="20577"/>
        <pc:sldMkLst>
          <pc:docMk/>
          <pc:sldMk cId="1011382387" sldId="2147481818"/>
        </pc:sldMkLst>
        <pc:spChg chg="mod">
          <ac:chgData name="Vasim Mohammed" userId="2b9d3a5a-e9a8-4cc9-a3ee-126717dfb735" providerId="ADAL" clId="{63621AE3-99E7-44D2-BACB-559A971BDEF1}" dt="2026-07-06T12:36:39.834" v="75" actId="20577"/>
          <ac:spMkLst>
            <pc:docMk/>
            <pc:sldMk cId="1011382387" sldId="2147481818"/>
            <ac:spMk id="6" creationId="{FB8FC2C6-5041-B35C-F241-853E10D6AA8D}"/>
          </ac:spMkLst>
        </pc:spChg>
        <pc:spChg chg="mod">
          <ac:chgData name="Vasim Mohammed" userId="2b9d3a5a-e9a8-4cc9-a3ee-126717dfb735" providerId="ADAL" clId="{63621AE3-99E7-44D2-BACB-559A971BDEF1}" dt="2026-07-06T12:38:12.324" v="104" actId="20577"/>
          <ac:spMkLst>
            <pc:docMk/>
            <pc:sldMk cId="1011382387" sldId="2147481818"/>
            <ac:spMk id="8" creationId="{E843E3C6-6451-F653-FDC8-40D96A479925}"/>
          </ac:spMkLst>
        </pc:spChg>
        <pc:spChg chg="mod">
          <ac:chgData name="Vasim Mohammed" userId="2b9d3a5a-e9a8-4cc9-a3ee-126717dfb735" providerId="ADAL" clId="{63621AE3-99E7-44D2-BACB-559A971BDEF1}" dt="2026-07-06T12:39:25.066" v="134" actId="20577"/>
          <ac:spMkLst>
            <pc:docMk/>
            <pc:sldMk cId="1011382387" sldId="2147481818"/>
            <ac:spMk id="9" creationId="{C941721E-E321-1932-8525-F5F382421722}"/>
          </ac:spMkLst>
        </pc:spChg>
        <pc:spChg chg="mod">
          <ac:chgData name="Vasim Mohammed" userId="2b9d3a5a-e9a8-4cc9-a3ee-126717dfb735" providerId="ADAL" clId="{63621AE3-99E7-44D2-BACB-559A971BDEF1}" dt="2026-07-06T12:39:12.085" v="118" actId="20577"/>
          <ac:spMkLst>
            <pc:docMk/>
            <pc:sldMk cId="1011382387" sldId="2147481818"/>
            <ac:spMk id="10" creationId="{B972E486-0E84-DFEA-C38B-B3A755E2A7F0}"/>
          </ac:spMkLst>
        </pc:spChg>
      </pc:sldChg>
      <pc:sldChg chg="add">
        <pc:chgData name="Vasim Mohammed" userId="2b9d3a5a-e9a8-4cc9-a3ee-126717dfb735" providerId="ADAL" clId="{63621AE3-99E7-44D2-BACB-559A971BDEF1}" dt="2026-07-06T12:41:34.905" v="135"/>
        <pc:sldMkLst>
          <pc:docMk/>
          <pc:sldMk cId="1561129444" sldId="2147481819"/>
        </pc:sldMkLst>
      </pc:sldChg>
      <pc:sldChg chg="add">
        <pc:chgData name="Vasim Mohammed" userId="2b9d3a5a-e9a8-4cc9-a3ee-126717dfb735" providerId="ADAL" clId="{63621AE3-99E7-44D2-BACB-559A971BDEF1}" dt="2026-07-06T12:41:34.905" v="135"/>
        <pc:sldMkLst>
          <pc:docMk/>
          <pc:sldMk cId="525997240" sldId="2147481820"/>
        </pc:sldMkLst>
      </pc:sldChg>
      <pc:sldChg chg="delSp modSp add mod">
        <pc:chgData name="Vasim Mohammed" userId="2b9d3a5a-e9a8-4cc9-a3ee-126717dfb735" providerId="ADAL" clId="{63621AE3-99E7-44D2-BACB-559A971BDEF1}" dt="2026-07-10T13:57:54.772" v="137" actId="1076"/>
        <pc:sldMkLst>
          <pc:docMk/>
          <pc:sldMk cId="3323764323" sldId="2147481821"/>
        </pc:sldMkLst>
      </pc:sldChg>
      <pc:sldMasterChg chg="delSldLayout modSldLayout sldLayoutOrd">
        <pc:chgData name="Vasim Mohammed" userId="2b9d3a5a-e9a8-4cc9-a3ee-126717dfb735" providerId="ADAL" clId="{63621AE3-99E7-44D2-BACB-559A971BDEF1}" dt="2026-07-06T12:21:17.708" v="2"/>
        <pc:sldMasterMkLst>
          <pc:docMk/>
          <pc:sldMasterMk cId="2460954070" sldId="2147483704"/>
        </pc:sldMasterMkLst>
      </pc:sldMasterChg>
    </pc:docChg>
  </pc:docChgLst>
  <pc:docChgLst>
    <pc:chgData name="Srikant Kalaga" userId="S::srikant.k@syrencloud.com::961c47af-c9bb-4225-b2a0-952af4799497" providerId="AD" clId="Web-{F1AF6EC7-C3BC-ADE2-6A41-524F4FFB1FE6}"/>
    <pc:docChg chg="addSld modSld sldOrd addMainMaster">
      <pc:chgData name="Srikant Kalaga" userId="S::srikant.k@syrencloud.com::961c47af-c9bb-4225-b2a0-952af4799497" providerId="AD" clId="Web-{F1AF6EC7-C3BC-ADE2-6A41-524F4FFB1FE6}" dt="2026-07-06T15:26:36.122" v="54"/>
      <pc:docMkLst>
        <pc:docMk/>
      </pc:docMkLst>
      <pc:sldChg chg="modSp ord">
        <pc:chgData name="Srikant Kalaga" userId="S::srikant.k@syrencloud.com::961c47af-c9bb-4225-b2a0-952af4799497" providerId="AD" clId="Web-{F1AF6EC7-C3BC-ADE2-6A41-524F4FFB1FE6}" dt="2026-07-06T15:26:27.247" v="53" actId="20577"/>
        <pc:sldMkLst>
          <pc:docMk/>
          <pc:sldMk cId="3216750113" sldId="2147474885"/>
        </pc:sldMkLst>
      </pc:sldChg>
      <pc:sldChg chg="modSp">
        <pc:chgData name="Srikant Kalaga" userId="S::srikant.k@syrencloud.com::961c47af-c9bb-4225-b2a0-952af4799497" providerId="AD" clId="Web-{F1AF6EC7-C3BC-ADE2-6A41-524F4FFB1FE6}" dt="2026-07-06T15:18:42.508" v="6" actId="20577"/>
        <pc:sldMkLst>
          <pc:docMk/>
          <pc:sldMk cId="2751744931" sldId="2147481808"/>
        </pc:sldMkLst>
        <pc:spChg chg="mod">
          <ac:chgData name="Srikant Kalaga" userId="S::srikant.k@syrencloud.com::961c47af-c9bb-4225-b2a0-952af4799497" providerId="AD" clId="Web-{F1AF6EC7-C3BC-ADE2-6A41-524F4FFB1FE6}" dt="2026-07-06T15:18:42.508" v="6" actId="20577"/>
          <ac:spMkLst>
            <pc:docMk/>
            <pc:sldMk cId="2751744931" sldId="2147481808"/>
            <ac:spMk id="2" creationId="{D9DC9138-62FB-CCF1-2DC5-BEE106824EF4}"/>
          </ac:spMkLst>
        </pc:spChg>
      </pc:sldChg>
      <pc:sldChg chg="ord">
        <pc:chgData name="Srikant Kalaga" userId="S::srikant.k@syrencloud.com::961c47af-c9bb-4225-b2a0-952af4799497" providerId="AD" clId="Web-{F1AF6EC7-C3BC-ADE2-6A41-524F4FFB1FE6}" dt="2026-07-06T15:26:36.122" v="54"/>
        <pc:sldMkLst>
          <pc:docMk/>
          <pc:sldMk cId="3323764323" sldId="2147481821"/>
        </pc:sldMkLst>
      </pc:sldChg>
      <pc:sldChg chg="addSp delSp modSp add replId">
        <pc:chgData name="Srikant Kalaga" userId="S::srikant.k@syrencloud.com::961c47af-c9bb-4225-b2a0-952af4799497" providerId="AD" clId="Web-{F1AF6EC7-C3BC-ADE2-6A41-524F4FFB1FE6}" dt="2026-07-06T15:24:50.152" v="47" actId="20577"/>
        <pc:sldMkLst>
          <pc:docMk/>
          <pc:sldMk cId="2976658370" sldId="2147481824"/>
        </pc:sldMkLst>
        <pc:spChg chg="mod">
          <ac:chgData name="Srikant Kalaga" userId="S::srikant.k@syrencloud.com::961c47af-c9bb-4225-b2a0-952af4799497" providerId="AD" clId="Web-{F1AF6EC7-C3BC-ADE2-6A41-524F4FFB1FE6}" dt="2026-07-06T15:21:49.494" v="21" actId="20577"/>
          <ac:spMkLst>
            <pc:docMk/>
            <pc:sldMk cId="2976658370" sldId="2147481824"/>
            <ac:spMk id="5" creationId="{B4687BFD-1EE4-30AE-D329-EB40D113FCCF}"/>
          </ac:spMkLst>
        </pc:spChg>
        <pc:spChg chg="mod">
          <ac:chgData name="Srikant Kalaga" userId="S::srikant.k@syrencloud.com::961c47af-c9bb-4225-b2a0-952af4799497" providerId="AD" clId="Web-{F1AF6EC7-C3BC-ADE2-6A41-524F4FFB1FE6}" dt="2026-07-06T15:22:50.620" v="33" actId="20577"/>
          <ac:spMkLst>
            <pc:docMk/>
            <pc:sldMk cId="2976658370" sldId="2147481824"/>
            <ac:spMk id="9" creationId="{E31FA61D-8A6E-6774-7325-6454047E924B}"/>
          </ac:spMkLst>
        </pc:spChg>
        <pc:spChg chg="mod">
          <ac:chgData name="Srikant Kalaga" userId="S::srikant.k@syrencloud.com::961c47af-c9bb-4225-b2a0-952af4799497" providerId="AD" clId="Web-{F1AF6EC7-C3BC-ADE2-6A41-524F4FFB1FE6}" dt="2026-07-06T15:23:33.948" v="38"/>
          <ac:spMkLst>
            <pc:docMk/>
            <pc:sldMk cId="2976658370" sldId="2147481824"/>
            <ac:spMk id="15" creationId="{921C5EA4-C054-7BBD-2C9A-85171B5CAC9F}"/>
          </ac:spMkLst>
        </pc:spChg>
        <pc:spChg chg="mod">
          <ac:chgData name="Srikant Kalaga" userId="S::srikant.k@syrencloud.com::961c47af-c9bb-4225-b2a0-952af4799497" providerId="AD" clId="Web-{F1AF6EC7-C3BC-ADE2-6A41-524F4FFB1FE6}" dt="2026-07-06T15:24:50.152" v="47" actId="20577"/>
          <ac:spMkLst>
            <pc:docMk/>
            <pc:sldMk cId="2976658370" sldId="2147481824"/>
            <ac:spMk id="454" creationId="{B63699FD-572D-1789-CD26-840BA6E578EC}"/>
          </ac:spMkLst>
        </pc:spChg>
        <pc:spChg chg="mod">
          <ac:chgData name="Srikant Kalaga" userId="S::srikant.k@syrencloud.com::961c47af-c9bb-4225-b2a0-952af4799497" providerId="AD" clId="Web-{F1AF6EC7-C3BC-ADE2-6A41-524F4FFB1FE6}" dt="2026-07-06T15:23:21.464" v="36" actId="20577"/>
          <ac:spMkLst>
            <pc:docMk/>
            <pc:sldMk cId="2976658370" sldId="2147481824"/>
            <ac:spMk id="481" creationId="{3E38B26A-E517-2221-A0D3-F2B668BD96D4}"/>
          </ac:spMkLst>
        </pc:spChg>
        <pc:spChg chg="mod">
          <ac:chgData name="Srikant Kalaga" userId="S::srikant.k@syrencloud.com::961c47af-c9bb-4225-b2a0-952af4799497" providerId="AD" clId="Web-{F1AF6EC7-C3BC-ADE2-6A41-524F4FFB1FE6}" dt="2026-07-06T15:24:46.340" v="46" actId="20577"/>
          <ac:spMkLst>
            <pc:docMk/>
            <pc:sldMk cId="2976658370" sldId="2147481824"/>
            <ac:spMk id="498" creationId="{5E118011-A41B-F94C-19A9-6F1005DDF5A3}"/>
          </ac:spMkLst>
        </pc:spChg>
        <pc:spChg chg="mod">
          <ac:chgData name="Srikant Kalaga" userId="S::srikant.k@syrencloud.com::961c47af-c9bb-4225-b2a0-952af4799497" providerId="AD" clId="Web-{F1AF6EC7-C3BC-ADE2-6A41-524F4FFB1FE6}" dt="2026-07-06T15:23:43.370" v="39"/>
          <ac:spMkLst>
            <pc:docMk/>
            <pc:sldMk cId="2976658370" sldId="2147481824"/>
            <ac:spMk id="503" creationId="{4813FD82-ABBA-A740-CB6C-A8E12B22E93C}"/>
          </ac:spMkLst>
        </pc:spChg>
        <pc:grpChg chg="add del">
          <ac:chgData name="Srikant Kalaga" userId="S::srikant.k@syrencloud.com::961c47af-c9bb-4225-b2a0-952af4799497" providerId="AD" clId="Web-{F1AF6EC7-C3BC-ADE2-6A41-524F4FFB1FE6}" dt="2026-07-06T15:23:49.292" v="41"/>
          <ac:grpSpMkLst>
            <pc:docMk/>
            <pc:sldMk cId="2976658370" sldId="2147481824"/>
            <ac:grpSpMk id="18" creationId="{926B49A6-887B-2F16-8BE5-97090DFDD33C}"/>
          </ac:grpSpMkLst>
        </pc:grpChg>
      </pc:sldChg>
    </pc:docChg>
  </pc:docChgLst>
  <pc:docChgLst>
    <pc:chgData name="Srikant Kalaga" userId="961c47af-c9bb-4225-b2a0-952af4799497" providerId="ADAL" clId="{D6148BFB-762D-4554-9CEC-E58224A3C632}"/>
    <pc:docChg chg="undo custSel modSld">
      <pc:chgData name="Srikant Kalaga" userId="961c47af-c9bb-4225-b2a0-952af4799497" providerId="ADAL" clId="{D6148BFB-762D-4554-9CEC-E58224A3C632}" dt="2026-07-13T14:13:08.086" v="117" actId="1076"/>
      <pc:docMkLst>
        <pc:docMk/>
      </pc:docMkLst>
      <pc:sldChg chg="mod modShow">
        <pc:chgData name="Srikant Kalaga" userId="961c47af-c9bb-4225-b2a0-952af4799497" providerId="ADAL" clId="{D6148BFB-762D-4554-9CEC-E58224A3C632}" dt="2026-07-13T11:38:18.735" v="105" actId="729"/>
        <pc:sldMkLst>
          <pc:docMk/>
          <pc:sldMk cId="0" sldId="257"/>
        </pc:sldMkLst>
      </pc:sldChg>
      <pc:sldChg chg="mod modShow">
        <pc:chgData name="Srikant Kalaga" userId="961c47af-c9bb-4225-b2a0-952af4799497" providerId="ADAL" clId="{D6148BFB-762D-4554-9CEC-E58224A3C632}" dt="2026-07-13T11:38:18.735" v="105" actId="729"/>
        <pc:sldMkLst>
          <pc:docMk/>
          <pc:sldMk cId="3348813402" sldId="2076137763"/>
        </pc:sldMkLst>
      </pc:sldChg>
      <pc:sldChg chg="mod modShow">
        <pc:chgData name="Srikant Kalaga" userId="961c47af-c9bb-4225-b2a0-952af4799497" providerId="ADAL" clId="{D6148BFB-762D-4554-9CEC-E58224A3C632}" dt="2026-07-13T11:38:18.735" v="105" actId="729"/>
        <pc:sldMkLst>
          <pc:docMk/>
          <pc:sldMk cId="3882010242" sldId="2076137764"/>
        </pc:sldMkLst>
      </pc:sldChg>
      <pc:sldChg chg="mod modShow">
        <pc:chgData name="Srikant Kalaga" userId="961c47af-c9bb-4225-b2a0-952af4799497" providerId="ADAL" clId="{D6148BFB-762D-4554-9CEC-E58224A3C632}" dt="2026-07-13T11:38:18.735" v="105" actId="729"/>
        <pc:sldMkLst>
          <pc:docMk/>
          <pc:sldMk cId="54263797" sldId="2076137765"/>
        </pc:sldMkLst>
      </pc:sldChg>
      <pc:sldChg chg="mod modShow">
        <pc:chgData name="Srikant Kalaga" userId="961c47af-c9bb-4225-b2a0-952af4799497" providerId="ADAL" clId="{D6148BFB-762D-4554-9CEC-E58224A3C632}" dt="2026-07-13T08:47:09.170" v="42" actId="34476"/>
        <pc:sldMkLst>
          <pc:docMk/>
          <pc:sldMk cId="2640688575" sldId="2076137767"/>
        </pc:sldMkLst>
      </pc:sldChg>
      <pc:sldChg chg="mod modShow">
        <pc:chgData name="Srikant Kalaga" userId="961c47af-c9bb-4225-b2a0-952af4799497" providerId="ADAL" clId="{D6148BFB-762D-4554-9CEC-E58224A3C632}" dt="2026-07-13T11:38:18.735" v="105" actId="729"/>
        <pc:sldMkLst>
          <pc:docMk/>
          <pc:sldMk cId="4221204706" sldId="2076137769"/>
        </pc:sldMkLst>
      </pc:sldChg>
      <pc:sldChg chg="mod modShow">
        <pc:chgData name="Srikant Kalaga" userId="961c47af-c9bb-4225-b2a0-952af4799497" providerId="ADAL" clId="{D6148BFB-762D-4554-9CEC-E58224A3C632}" dt="2026-07-13T11:38:18.735" v="105" actId="729"/>
        <pc:sldMkLst>
          <pc:docMk/>
          <pc:sldMk cId="3981440326" sldId="2076137770"/>
        </pc:sldMkLst>
      </pc:sldChg>
      <pc:sldChg chg="mod modShow">
        <pc:chgData name="Srikant Kalaga" userId="961c47af-c9bb-4225-b2a0-952af4799497" providerId="ADAL" clId="{D6148BFB-762D-4554-9CEC-E58224A3C632}" dt="2026-07-13T11:38:18.735" v="105" actId="729"/>
        <pc:sldMkLst>
          <pc:docMk/>
          <pc:sldMk cId="3574877604" sldId="2076137771"/>
        </pc:sldMkLst>
      </pc:sldChg>
      <pc:sldChg chg="mod modShow">
        <pc:chgData name="Srikant Kalaga" userId="961c47af-c9bb-4225-b2a0-952af4799497" providerId="ADAL" clId="{D6148BFB-762D-4554-9CEC-E58224A3C632}" dt="2026-07-13T11:38:18.735" v="105" actId="729"/>
        <pc:sldMkLst>
          <pc:docMk/>
          <pc:sldMk cId="1642220967" sldId="2076137772"/>
        </pc:sldMkLst>
      </pc:sldChg>
      <pc:sldChg chg="mod modShow">
        <pc:chgData name="Srikant Kalaga" userId="961c47af-c9bb-4225-b2a0-952af4799497" providerId="ADAL" clId="{D6148BFB-762D-4554-9CEC-E58224A3C632}" dt="2026-07-13T11:38:18.735" v="105" actId="729"/>
        <pc:sldMkLst>
          <pc:docMk/>
          <pc:sldMk cId="2997420400" sldId="2076137774"/>
        </pc:sldMkLst>
      </pc:sldChg>
      <pc:sldChg chg="mod modShow">
        <pc:chgData name="Srikant Kalaga" userId="961c47af-c9bb-4225-b2a0-952af4799497" providerId="ADAL" clId="{D6148BFB-762D-4554-9CEC-E58224A3C632}" dt="2026-07-13T11:38:18.735" v="105" actId="729"/>
        <pc:sldMkLst>
          <pc:docMk/>
          <pc:sldMk cId="2467562094" sldId="2076137775"/>
        </pc:sldMkLst>
      </pc:sldChg>
      <pc:sldChg chg="mod modShow">
        <pc:chgData name="Srikant Kalaga" userId="961c47af-c9bb-4225-b2a0-952af4799497" providerId="ADAL" clId="{D6148BFB-762D-4554-9CEC-E58224A3C632}" dt="2026-07-13T11:38:18.735" v="105" actId="729"/>
        <pc:sldMkLst>
          <pc:docMk/>
          <pc:sldMk cId="2709716531" sldId="2076137776"/>
        </pc:sldMkLst>
      </pc:sldChg>
      <pc:sldChg chg="mod modShow">
        <pc:chgData name="Srikant Kalaga" userId="961c47af-c9bb-4225-b2a0-952af4799497" providerId="ADAL" clId="{D6148BFB-762D-4554-9CEC-E58224A3C632}" dt="2026-07-13T11:38:18.735" v="105" actId="729"/>
        <pc:sldMkLst>
          <pc:docMk/>
          <pc:sldMk cId="2152366833" sldId="2076137777"/>
        </pc:sldMkLst>
      </pc:sldChg>
      <pc:sldChg chg="mod modShow">
        <pc:chgData name="Srikant Kalaga" userId="961c47af-c9bb-4225-b2a0-952af4799497" providerId="ADAL" clId="{D6148BFB-762D-4554-9CEC-E58224A3C632}" dt="2026-07-13T11:38:18.735" v="105" actId="729"/>
        <pc:sldMkLst>
          <pc:docMk/>
          <pc:sldMk cId="67895314" sldId="2147474868"/>
        </pc:sldMkLst>
      </pc:sldChg>
      <pc:sldChg chg="mod modShow">
        <pc:chgData name="Srikant Kalaga" userId="961c47af-c9bb-4225-b2a0-952af4799497" providerId="ADAL" clId="{D6148BFB-762D-4554-9CEC-E58224A3C632}" dt="2026-07-13T11:38:18.735" v="105" actId="729"/>
        <pc:sldMkLst>
          <pc:docMk/>
          <pc:sldMk cId="553572738" sldId="2147474869"/>
        </pc:sldMkLst>
      </pc:sldChg>
      <pc:sldChg chg="mod modShow">
        <pc:chgData name="Srikant Kalaga" userId="961c47af-c9bb-4225-b2a0-952af4799497" providerId="ADAL" clId="{D6148BFB-762D-4554-9CEC-E58224A3C632}" dt="2026-07-13T11:38:18.735" v="105" actId="729"/>
        <pc:sldMkLst>
          <pc:docMk/>
          <pc:sldMk cId="1305668230" sldId="2147474870"/>
        </pc:sldMkLst>
      </pc:sldChg>
      <pc:sldChg chg="mod modShow">
        <pc:chgData name="Srikant Kalaga" userId="961c47af-c9bb-4225-b2a0-952af4799497" providerId="ADAL" clId="{D6148BFB-762D-4554-9CEC-E58224A3C632}" dt="2026-07-13T11:38:18.735" v="105" actId="729"/>
        <pc:sldMkLst>
          <pc:docMk/>
          <pc:sldMk cId="1014566364" sldId="2147474871"/>
        </pc:sldMkLst>
      </pc:sldChg>
      <pc:sldChg chg="mod modShow">
        <pc:chgData name="Srikant Kalaga" userId="961c47af-c9bb-4225-b2a0-952af4799497" providerId="ADAL" clId="{D6148BFB-762D-4554-9CEC-E58224A3C632}" dt="2026-07-13T11:38:18.735" v="105" actId="729"/>
        <pc:sldMkLst>
          <pc:docMk/>
          <pc:sldMk cId="3002218494" sldId="2147474877"/>
        </pc:sldMkLst>
      </pc:sldChg>
      <pc:sldChg chg="mod modShow">
        <pc:chgData name="Srikant Kalaga" userId="961c47af-c9bb-4225-b2a0-952af4799497" providerId="ADAL" clId="{D6148BFB-762D-4554-9CEC-E58224A3C632}" dt="2026-07-13T11:38:18.735" v="105" actId="729"/>
        <pc:sldMkLst>
          <pc:docMk/>
          <pc:sldMk cId="2685246618" sldId="2147474883"/>
        </pc:sldMkLst>
      </pc:sldChg>
      <pc:sldChg chg="modSp mod modShow">
        <pc:chgData name="Srikant Kalaga" userId="961c47af-c9bb-4225-b2a0-952af4799497" providerId="ADAL" clId="{D6148BFB-762D-4554-9CEC-E58224A3C632}" dt="2026-07-13T11:44:32.068" v="109" actId="729"/>
        <pc:sldMkLst>
          <pc:docMk/>
          <pc:sldMk cId="3216750113" sldId="2147474885"/>
        </pc:sldMkLst>
      </pc:sldChg>
      <pc:sldChg chg="modSp mod modShow">
        <pc:chgData name="Srikant Kalaga" userId="961c47af-c9bb-4225-b2a0-952af4799497" providerId="ADAL" clId="{D6148BFB-762D-4554-9CEC-E58224A3C632}" dt="2026-07-13T11:38:18.735" v="105" actId="729"/>
        <pc:sldMkLst>
          <pc:docMk/>
          <pc:sldMk cId="2877813512" sldId="2147474886"/>
        </pc:sldMkLst>
        <pc:spChg chg="mod">
          <ac:chgData name="Srikant Kalaga" userId="961c47af-c9bb-4225-b2a0-952af4799497" providerId="ADAL" clId="{D6148BFB-762D-4554-9CEC-E58224A3C632}" dt="2026-06-30T15:17:09.363" v="11" actId="20577"/>
          <ac:spMkLst>
            <pc:docMk/>
            <pc:sldMk cId="2877813512" sldId="2147474886"/>
            <ac:spMk id="2" creationId="{A26D8EDC-7C71-26FE-1DE2-054B569FB184}"/>
          </ac:spMkLst>
        </pc:spChg>
      </pc:sldChg>
      <pc:sldChg chg="mod modShow">
        <pc:chgData name="Srikant Kalaga" userId="961c47af-c9bb-4225-b2a0-952af4799497" providerId="ADAL" clId="{D6148BFB-762D-4554-9CEC-E58224A3C632}" dt="2026-07-13T11:38:18.735" v="105" actId="729"/>
        <pc:sldMkLst>
          <pc:docMk/>
          <pc:sldMk cId="3377972757" sldId="2147474889"/>
        </pc:sldMkLst>
      </pc:sldChg>
      <pc:sldChg chg="mod modShow">
        <pc:chgData name="Srikant Kalaga" userId="961c47af-c9bb-4225-b2a0-952af4799497" providerId="ADAL" clId="{D6148BFB-762D-4554-9CEC-E58224A3C632}" dt="2026-07-13T11:38:18.735" v="105" actId="729"/>
        <pc:sldMkLst>
          <pc:docMk/>
          <pc:sldMk cId="2584111903" sldId="2147474891"/>
        </pc:sldMkLst>
      </pc:sldChg>
      <pc:sldChg chg="mod modShow">
        <pc:chgData name="Srikant Kalaga" userId="961c47af-c9bb-4225-b2a0-952af4799497" providerId="ADAL" clId="{D6148BFB-762D-4554-9CEC-E58224A3C632}" dt="2026-07-13T11:38:18.735" v="105" actId="729"/>
        <pc:sldMkLst>
          <pc:docMk/>
          <pc:sldMk cId="1051771287" sldId="2147481731"/>
        </pc:sldMkLst>
      </pc:sldChg>
      <pc:sldChg chg="mod modShow">
        <pc:chgData name="Srikant Kalaga" userId="961c47af-c9bb-4225-b2a0-952af4799497" providerId="ADAL" clId="{D6148BFB-762D-4554-9CEC-E58224A3C632}" dt="2026-07-13T11:38:18.735" v="105" actId="729"/>
        <pc:sldMkLst>
          <pc:docMk/>
          <pc:sldMk cId="790199280" sldId="2147481775"/>
        </pc:sldMkLst>
      </pc:sldChg>
      <pc:sldChg chg="mod modShow">
        <pc:chgData name="Srikant Kalaga" userId="961c47af-c9bb-4225-b2a0-952af4799497" providerId="ADAL" clId="{D6148BFB-762D-4554-9CEC-E58224A3C632}" dt="2026-07-13T11:38:18.735" v="105" actId="729"/>
        <pc:sldMkLst>
          <pc:docMk/>
          <pc:sldMk cId="2117641374" sldId="2147481785"/>
        </pc:sldMkLst>
      </pc:sldChg>
      <pc:sldChg chg="mod modShow">
        <pc:chgData name="Srikant Kalaga" userId="961c47af-c9bb-4225-b2a0-952af4799497" providerId="ADAL" clId="{D6148BFB-762D-4554-9CEC-E58224A3C632}" dt="2026-07-13T11:38:18.735" v="105" actId="729"/>
        <pc:sldMkLst>
          <pc:docMk/>
          <pc:sldMk cId="0" sldId="2147481787"/>
        </pc:sldMkLst>
      </pc:sldChg>
      <pc:sldChg chg="delSp mod modShow">
        <pc:chgData name="Srikant Kalaga" userId="961c47af-c9bb-4225-b2a0-952af4799497" providerId="ADAL" clId="{D6148BFB-762D-4554-9CEC-E58224A3C632}" dt="2026-07-13T11:38:18.735" v="105" actId="729"/>
        <pc:sldMkLst>
          <pc:docMk/>
          <pc:sldMk cId="1378753998" sldId="2147481789"/>
        </pc:sldMkLst>
      </pc:sldChg>
      <pc:sldChg chg="delSp modSp mod modShow">
        <pc:chgData name="Srikant Kalaga" userId="961c47af-c9bb-4225-b2a0-952af4799497" providerId="ADAL" clId="{D6148BFB-762D-4554-9CEC-E58224A3C632}" dt="2026-07-13T11:38:18.735" v="105" actId="729"/>
        <pc:sldMkLst>
          <pc:docMk/>
          <pc:sldMk cId="1287577181" sldId="2147481790"/>
        </pc:sldMkLst>
        <pc:spChg chg="mod">
          <ac:chgData name="Srikant Kalaga" userId="961c47af-c9bb-4225-b2a0-952af4799497" providerId="ADAL" clId="{D6148BFB-762D-4554-9CEC-E58224A3C632}" dt="2026-06-30T15:18:06.834" v="27" actId="20577"/>
          <ac:spMkLst>
            <pc:docMk/>
            <pc:sldMk cId="1287577181" sldId="2147481790"/>
            <ac:spMk id="11" creationId="{171E32AF-29DF-EB34-61B7-31B55CD9CBE7}"/>
          </ac:spMkLst>
        </pc:spChg>
        <pc:picChg chg="mod">
          <ac:chgData name="Srikant Kalaga" userId="961c47af-c9bb-4225-b2a0-952af4799497" providerId="ADAL" clId="{D6148BFB-762D-4554-9CEC-E58224A3C632}" dt="2026-06-30T15:18:23.316" v="32" actId="1076"/>
          <ac:picMkLst>
            <pc:docMk/>
            <pc:sldMk cId="1287577181" sldId="2147481790"/>
            <ac:picMk id="40" creationId="{1FA65AAC-9D31-56B1-43FB-B63E86402424}"/>
          </ac:picMkLst>
        </pc:picChg>
      </pc:sldChg>
      <pc:sldChg chg="mod modShow">
        <pc:chgData name="Srikant Kalaga" userId="961c47af-c9bb-4225-b2a0-952af4799497" providerId="ADAL" clId="{D6148BFB-762D-4554-9CEC-E58224A3C632}" dt="2026-07-13T11:38:18.735" v="105" actId="729"/>
        <pc:sldMkLst>
          <pc:docMk/>
          <pc:sldMk cId="2008410391" sldId="2147481791"/>
        </pc:sldMkLst>
      </pc:sldChg>
      <pc:sldChg chg="modSp mod modAnim modShow">
        <pc:chgData name="Srikant Kalaga" userId="961c47af-c9bb-4225-b2a0-952af4799497" providerId="ADAL" clId="{D6148BFB-762D-4554-9CEC-E58224A3C632}" dt="2026-07-13T11:38:18.735" v="105" actId="729"/>
        <pc:sldMkLst>
          <pc:docMk/>
          <pc:sldMk cId="730580893" sldId="2147481792"/>
        </pc:sldMkLst>
        <pc:spChg chg="mod">
          <ac:chgData name="Srikant Kalaga" userId="961c47af-c9bb-4225-b2a0-952af4799497" providerId="ADAL" clId="{D6148BFB-762D-4554-9CEC-E58224A3C632}" dt="2026-06-30T15:24:22.926" v="40" actId="20577"/>
          <ac:spMkLst>
            <pc:docMk/>
            <pc:sldMk cId="730580893" sldId="2147481792"/>
            <ac:spMk id="2" creationId="{56597EDC-D777-DA99-F047-59FAFE3B61E0}"/>
          </ac:spMkLst>
        </pc:spChg>
      </pc:sldChg>
      <pc:sldChg chg="mod modShow">
        <pc:chgData name="Srikant Kalaga" userId="961c47af-c9bb-4225-b2a0-952af4799497" providerId="ADAL" clId="{D6148BFB-762D-4554-9CEC-E58224A3C632}" dt="2026-07-13T11:38:18.735" v="105" actId="729"/>
        <pc:sldMkLst>
          <pc:docMk/>
          <pc:sldMk cId="3153137025" sldId="2147481793"/>
        </pc:sldMkLst>
      </pc:sldChg>
      <pc:sldChg chg="mod modShow">
        <pc:chgData name="Srikant Kalaga" userId="961c47af-c9bb-4225-b2a0-952af4799497" providerId="ADAL" clId="{D6148BFB-762D-4554-9CEC-E58224A3C632}" dt="2026-07-13T11:38:18.735" v="105" actId="729"/>
        <pc:sldMkLst>
          <pc:docMk/>
          <pc:sldMk cId="757167522" sldId="2147481794"/>
        </pc:sldMkLst>
      </pc:sldChg>
      <pc:sldChg chg="mod modShow">
        <pc:chgData name="Srikant Kalaga" userId="961c47af-c9bb-4225-b2a0-952af4799497" providerId="ADAL" clId="{D6148BFB-762D-4554-9CEC-E58224A3C632}" dt="2026-07-13T08:47:09.170" v="42" actId="34476"/>
        <pc:sldMkLst>
          <pc:docMk/>
          <pc:sldMk cId="3880626240" sldId="2147481798"/>
        </pc:sldMkLst>
      </pc:sldChg>
      <pc:sldChg chg="modSp mod modShow">
        <pc:chgData name="Srikant Kalaga" userId="961c47af-c9bb-4225-b2a0-952af4799497" providerId="ADAL" clId="{D6148BFB-762D-4554-9CEC-E58224A3C632}" dt="2026-07-13T11:42:05.926" v="106" actId="1076"/>
        <pc:sldMkLst>
          <pc:docMk/>
          <pc:sldMk cId="123677467" sldId="2147481803"/>
        </pc:sldMkLst>
        <pc:spChg chg="mod">
          <ac:chgData name="Srikant Kalaga" userId="961c47af-c9bb-4225-b2a0-952af4799497" providerId="ADAL" clId="{D6148BFB-762D-4554-9CEC-E58224A3C632}" dt="2026-07-13T11:42:05.926" v="106" actId="1076"/>
          <ac:spMkLst>
            <pc:docMk/>
            <pc:sldMk cId="123677467" sldId="2147481803"/>
            <ac:spMk id="2" creationId="{6347BFE4-D4E7-ECEC-2A29-50849500268A}"/>
          </ac:spMkLst>
        </pc:spChg>
      </pc:sldChg>
      <pc:sldChg chg="mod modShow">
        <pc:chgData name="Srikant Kalaga" userId="961c47af-c9bb-4225-b2a0-952af4799497" providerId="ADAL" clId="{D6148BFB-762D-4554-9CEC-E58224A3C632}" dt="2026-07-13T08:47:09.170" v="42" actId="34476"/>
        <pc:sldMkLst>
          <pc:docMk/>
          <pc:sldMk cId="566397521" sldId="2147481804"/>
        </pc:sldMkLst>
      </pc:sldChg>
      <pc:sldChg chg="mod modShow">
        <pc:chgData name="Srikant Kalaga" userId="961c47af-c9bb-4225-b2a0-952af4799497" providerId="ADAL" clId="{D6148BFB-762D-4554-9CEC-E58224A3C632}" dt="2026-07-13T11:38:18.735" v="105" actId="729"/>
        <pc:sldMkLst>
          <pc:docMk/>
          <pc:sldMk cId="1927602274" sldId="2147481805"/>
        </pc:sldMkLst>
      </pc:sldChg>
      <pc:sldChg chg="mod modShow">
        <pc:chgData name="Srikant Kalaga" userId="961c47af-c9bb-4225-b2a0-952af4799497" providerId="ADAL" clId="{D6148BFB-762D-4554-9CEC-E58224A3C632}" dt="2026-07-13T11:38:18.735" v="105" actId="729"/>
        <pc:sldMkLst>
          <pc:docMk/>
          <pc:sldMk cId="1614789178" sldId="2147481806"/>
        </pc:sldMkLst>
      </pc:sldChg>
      <pc:sldChg chg="mod modShow">
        <pc:chgData name="Srikant Kalaga" userId="961c47af-c9bb-4225-b2a0-952af4799497" providerId="ADAL" clId="{D6148BFB-762D-4554-9CEC-E58224A3C632}" dt="2026-07-13T11:38:18.735" v="105" actId="729"/>
        <pc:sldMkLst>
          <pc:docMk/>
          <pc:sldMk cId="905749200" sldId="2147481807"/>
        </pc:sldMkLst>
      </pc:sldChg>
      <pc:sldChg chg="mod modShow">
        <pc:chgData name="Srikant Kalaga" userId="961c47af-c9bb-4225-b2a0-952af4799497" providerId="ADAL" clId="{D6148BFB-762D-4554-9CEC-E58224A3C632}" dt="2026-07-13T08:47:09.170" v="42" actId="34476"/>
        <pc:sldMkLst>
          <pc:docMk/>
          <pc:sldMk cId="2751744931" sldId="2147481808"/>
        </pc:sldMkLst>
      </pc:sldChg>
      <pc:sldChg chg="mod modShow">
        <pc:chgData name="Srikant Kalaga" userId="961c47af-c9bb-4225-b2a0-952af4799497" providerId="ADAL" clId="{D6148BFB-762D-4554-9CEC-E58224A3C632}" dt="2026-07-13T11:38:18.735" v="105" actId="729"/>
        <pc:sldMkLst>
          <pc:docMk/>
          <pc:sldMk cId="3909640683" sldId="2147481809"/>
        </pc:sldMkLst>
      </pc:sldChg>
      <pc:sldChg chg="delSp modSp mod modShow">
        <pc:chgData name="Srikant Kalaga" userId="961c47af-c9bb-4225-b2a0-952af4799497" providerId="ADAL" clId="{D6148BFB-762D-4554-9CEC-E58224A3C632}" dt="2026-07-13T14:13:08.086" v="117" actId="1076"/>
        <pc:sldMkLst>
          <pc:docMk/>
          <pc:sldMk cId="2408097752" sldId="2147481810"/>
        </pc:sldMkLst>
        <pc:spChg chg="mod">
          <ac:chgData name="Srikant Kalaga" userId="961c47af-c9bb-4225-b2a0-952af4799497" providerId="ADAL" clId="{D6148BFB-762D-4554-9CEC-E58224A3C632}" dt="2026-07-13T14:13:08.086" v="117" actId="1076"/>
          <ac:spMkLst>
            <pc:docMk/>
            <pc:sldMk cId="2408097752" sldId="2147481810"/>
            <ac:spMk id="5" creationId="{40DFF124-1474-BD51-069E-9CE6CB2178E5}"/>
          </ac:spMkLst>
        </pc:spChg>
        <pc:spChg chg="mod">
          <ac:chgData name="Srikant Kalaga" userId="961c47af-c9bb-4225-b2a0-952af4799497" providerId="ADAL" clId="{D6148BFB-762D-4554-9CEC-E58224A3C632}" dt="2026-07-13T14:12:59.538" v="116" actId="1076"/>
          <ac:spMkLst>
            <pc:docMk/>
            <pc:sldMk cId="2408097752" sldId="2147481810"/>
            <ac:spMk id="8" creationId="{3BE8DC47-AA63-860B-4EF8-7B21E129D929}"/>
          </ac:spMkLst>
        </pc:spChg>
        <pc:spChg chg="mod">
          <ac:chgData name="Srikant Kalaga" userId="961c47af-c9bb-4225-b2a0-952af4799497" providerId="ADAL" clId="{D6148BFB-762D-4554-9CEC-E58224A3C632}" dt="2026-07-13T14:12:55.651" v="114" actId="1076"/>
          <ac:spMkLst>
            <pc:docMk/>
            <pc:sldMk cId="2408097752" sldId="2147481810"/>
            <ac:spMk id="102" creationId="{92341661-86A7-D403-81C0-0AA89BF1E10A}"/>
          </ac:spMkLst>
        </pc:spChg>
        <pc:spChg chg="del">
          <ac:chgData name="Srikant Kalaga" userId="961c47af-c9bb-4225-b2a0-952af4799497" providerId="ADAL" clId="{D6148BFB-762D-4554-9CEC-E58224A3C632}" dt="2026-07-13T14:12:47.437" v="113" actId="478"/>
          <ac:spMkLst>
            <pc:docMk/>
            <pc:sldMk cId="2408097752" sldId="2147481810"/>
            <ac:spMk id="110" creationId="{00000000-0000-0000-0000-000000000000}"/>
          </ac:spMkLst>
        </pc:spChg>
        <pc:picChg chg="del">
          <ac:chgData name="Srikant Kalaga" userId="961c47af-c9bb-4225-b2a0-952af4799497" providerId="ADAL" clId="{D6148BFB-762D-4554-9CEC-E58224A3C632}" dt="2026-07-13T14:12:45.166" v="112" actId="478"/>
          <ac:picMkLst>
            <pc:docMk/>
            <pc:sldMk cId="2408097752" sldId="2147481810"/>
            <ac:picMk id="111" creationId="{00000000-0000-0000-0000-000000000000}"/>
          </ac:picMkLst>
        </pc:picChg>
      </pc:sldChg>
      <pc:sldChg chg="mod modShow">
        <pc:chgData name="Srikant Kalaga" userId="961c47af-c9bb-4225-b2a0-952af4799497" providerId="ADAL" clId="{D6148BFB-762D-4554-9CEC-E58224A3C632}" dt="2026-07-13T11:38:18.735" v="105" actId="729"/>
        <pc:sldMkLst>
          <pc:docMk/>
          <pc:sldMk cId="2609134388" sldId="2147481812"/>
        </pc:sldMkLst>
      </pc:sldChg>
      <pc:sldChg chg="mod modShow">
        <pc:chgData name="Srikant Kalaga" userId="961c47af-c9bb-4225-b2a0-952af4799497" providerId="ADAL" clId="{D6148BFB-762D-4554-9CEC-E58224A3C632}" dt="2026-07-13T11:38:18.735" v="105" actId="729"/>
        <pc:sldMkLst>
          <pc:docMk/>
          <pc:sldMk cId="3561570222" sldId="2147481813"/>
        </pc:sldMkLst>
      </pc:sldChg>
      <pc:sldChg chg="mod modShow">
        <pc:chgData name="Srikant Kalaga" userId="961c47af-c9bb-4225-b2a0-952af4799497" providerId="ADAL" clId="{D6148BFB-762D-4554-9CEC-E58224A3C632}" dt="2026-07-13T11:38:18.735" v="105" actId="729"/>
        <pc:sldMkLst>
          <pc:docMk/>
          <pc:sldMk cId="2276370040" sldId="2147481814"/>
        </pc:sldMkLst>
      </pc:sldChg>
      <pc:sldChg chg="mod modShow">
        <pc:chgData name="Srikant Kalaga" userId="961c47af-c9bb-4225-b2a0-952af4799497" providerId="ADAL" clId="{D6148BFB-762D-4554-9CEC-E58224A3C632}" dt="2026-07-13T11:38:18.735" v="105" actId="729"/>
        <pc:sldMkLst>
          <pc:docMk/>
          <pc:sldMk cId="3082186354" sldId="2147481815"/>
        </pc:sldMkLst>
      </pc:sldChg>
      <pc:sldChg chg="mod modShow">
        <pc:chgData name="Srikant Kalaga" userId="961c47af-c9bb-4225-b2a0-952af4799497" providerId="ADAL" clId="{D6148BFB-762D-4554-9CEC-E58224A3C632}" dt="2026-07-13T11:38:18.735" v="105" actId="729"/>
        <pc:sldMkLst>
          <pc:docMk/>
          <pc:sldMk cId="4238695353" sldId="2147481816"/>
        </pc:sldMkLst>
      </pc:sldChg>
      <pc:sldChg chg="mod modShow">
        <pc:chgData name="Srikant Kalaga" userId="961c47af-c9bb-4225-b2a0-952af4799497" providerId="ADAL" clId="{D6148BFB-762D-4554-9CEC-E58224A3C632}" dt="2026-07-13T08:47:09.170" v="42" actId="34476"/>
        <pc:sldMkLst>
          <pc:docMk/>
          <pc:sldMk cId="1011382387" sldId="2147481818"/>
        </pc:sldMkLst>
      </pc:sldChg>
      <pc:sldChg chg="mod modShow">
        <pc:chgData name="Srikant Kalaga" userId="961c47af-c9bb-4225-b2a0-952af4799497" providerId="ADAL" clId="{D6148BFB-762D-4554-9CEC-E58224A3C632}" dt="2026-07-13T11:38:18.735" v="105" actId="729"/>
        <pc:sldMkLst>
          <pc:docMk/>
          <pc:sldMk cId="1561129444" sldId="2147481819"/>
        </pc:sldMkLst>
      </pc:sldChg>
      <pc:sldChg chg="mod modShow">
        <pc:chgData name="Srikant Kalaga" userId="961c47af-c9bb-4225-b2a0-952af4799497" providerId="ADAL" clId="{D6148BFB-762D-4554-9CEC-E58224A3C632}" dt="2026-07-13T11:38:18.735" v="105" actId="729"/>
        <pc:sldMkLst>
          <pc:docMk/>
          <pc:sldMk cId="525997240" sldId="2147481820"/>
        </pc:sldMkLst>
      </pc:sldChg>
      <pc:sldChg chg="mod modShow">
        <pc:chgData name="Srikant Kalaga" userId="961c47af-c9bb-4225-b2a0-952af4799497" providerId="ADAL" clId="{D6148BFB-762D-4554-9CEC-E58224A3C632}" dt="2026-07-13T08:47:09.170" v="42" actId="34476"/>
        <pc:sldMkLst>
          <pc:docMk/>
          <pc:sldMk cId="3323764323" sldId="2147481821"/>
        </pc:sldMkLst>
      </pc:sldChg>
      <pc:sldChg chg="mod modShow">
        <pc:chgData name="Srikant Kalaga" userId="961c47af-c9bb-4225-b2a0-952af4799497" providerId="ADAL" clId="{D6148BFB-762D-4554-9CEC-E58224A3C632}" dt="2026-07-13T11:38:18.735" v="105" actId="729"/>
        <pc:sldMkLst>
          <pc:docMk/>
          <pc:sldMk cId="1557888020" sldId="2147481822"/>
        </pc:sldMkLst>
      </pc:sldChg>
      <pc:sldChg chg="modSp mod modShow">
        <pc:chgData name="Srikant Kalaga" userId="961c47af-c9bb-4225-b2a0-952af4799497" providerId="ADAL" clId="{D6148BFB-762D-4554-9CEC-E58224A3C632}" dt="2026-07-13T11:43:05.615" v="108" actId="208"/>
        <pc:sldMkLst>
          <pc:docMk/>
          <pc:sldMk cId="2976658370" sldId="2147481824"/>
        </pc:sldMkLst>
        <pc:spChg chg="mod">
          <ac:chgData name="Srikant Kalaga" userId="961c47af-c9bb-4225-b2a0-952af4799497" providerId="ADAL" clId="{D6148BFB-762D-4554-9CEC-E58224A3C632}" dt="2026-07-13T08:48:11.455" v="104" actId="313"/>
          <ac:spMkLst>
            <pc:docMk/>
            <pc:sldMk cId="2976658370" sldId="2147481824"/>
            <ac:spMk id="47" creationId="{A33BAB6D-DEDC-525A-078E-4B563537CD9D}"/>
          </ac:spMkLst>
        </pc:spChg>
        <pc:spChg chg="mod">
          <ac:chgData name="Srikant Kalaga" userId="961c47af-c9bb-4225-b2a0-952af4799497" providerId="ADAL" clId="{D6148BFB-762D-4554-9CEC-E58224A3C632}" dt="2026-07-13T11:43:00.845" v="107" actId="208"/>
          <ac:spMkLst>
            <pc:docMk/>
            <pc:sldMk cId="2976658370" sldId="2147481824"/>
            <ac:spMk id="501" creationId="{0FA79160-E609-38C0-CA82-3C7FBFFC1171}"/>
          </ac:spMkLst>
        </pc:spChg>
        <pc:spChg chg="mod">
          <ac:chgData name="Srikant Kalaga" userId="961c47af-c9bb-4225-b2a0-952af4799497" providerId="ADAL" clId="{D6148BFB-762D-4554-9CEC-E58224A3C632}" dt="2026-07-13T11:43:05.615" v="108" actId="208"/>
          <ac:spMkLst>
            <pc:docMk/>
            <pc:sldMk cId="2976658370" sldId="2147481824"/>
            <ac:spMk id="503" creationId="{4813FD82-ABBA-A740-CB6C-A8E12B22E93C}"/>
          </ac:spMkLst>
        </pc:spChg>
      </pc:sldChg>
      <pc:sldChg chg="mod modShow">
        <pc:chgData name="Srikant Kalaga" userId="961c47af-c9bb-4225-b2a0-952af4799497" providerId="ADAL" clId="{D6148BFB-762D-4554-9CEC-E58224A3C632}" dt="2026-07-13T08:47:09.170" v="42" actId="34476"/>
        <pc:sldMkLst>
          <pc:docMk/>
          <pc:sldMk cId="2399661326" sldId="2147481825"/>
        </pc:sldMkLst>
      </pc:sldChg>
      <pc:sldChg chg="mod modShow">
        <pc:chgData name="Srikant Kalaga" userId="961c47af-c9bb-4225-b2a0-952af4799497" providerId="ADAL" clId="{D6148BFB-762D-4554-9CEC-E58224A3C632}" dt="2026-07-13T11:38:18.735" v="105" actId="729"/>
        <pc:sldMkLst>
          <pc:docMk/>
          <pc:sldMk cId="298930293" sldId="2147481827"/>
        </pc:sldMkLst>
      </pc:sldChg>
      <pc:sldChg chg="mod modShow">
        <pc:chgData name="Srikant Kalaga" userId="961c47af-c9bb-4225-b2a0-952af4799497" providerId="ADAL" clId="{D6148BFB-762D-4554-9CEC-E58224A3C632}" dt="2026-07-13T08:47:09.170" v="42" actId="34476"/>
        <pc:sldMkLst>
          <pc:docMk/>
          <pc:sldMk cId="3381492664" sldId="2147481828"/>
        </pc:sldMkLst>
      </pc:sldChg>
      <pc:sldChg chg="mod modShow">
        <pc:chgData name="Srikant Kalaga" userId="961c47af-c9bb-4225-b2a0-952af4799497" providerId="ADAL" clId="{D6148BFB-762D-4554-9CEC-E58224A3C632}" dt="2026-07-13T08:47:09.170" v="42" actId="34476"/>
        <pc:sldMkLst>
          <pc:docMk/>
          <pc:sldMk cId="3979034339" sldId="2147481829"/>
        </pc:sldMkLst>
      </pc:sldChg>
      <pc:sldChg chg="mod modShow">
        <pc:chgData name="Srikant Kalaga" userId="961c47af-c9bb-4225-b2a0-952af4799497" providerId="ADAL" clId="{D6148BFB-762D-4554-9CEC-E58224A3C632}" dt="2026-07-13T08:47:09.170" v="42" actId="34476"/>
        <pc:sldMkLst>
          <pc:docMk/>
          <pc:sldMk cId="818875059" sldId="2147481830"/>
        </pc:sldMkLst>
      </pc:sldChg>
      <pc:sldChg chg="mod modShow">
        <pc:chgData name="Srikant Kalaga" userId="961c47af-c9bb-4225-b2a0-952af4799497" providerId="ADAL" clId="{D6148BFB-762D-4554-9CEC-E58224A3C632}" dt="2026-07-13T08:47:09.170" v="42" actId="34476"/>
        <pc:sldMkLst>
          <pc:docMk/>
          <pc:sldMk cId="2897892704" sldId="2147481831"/>
        </pc:sldMkLst>
      </pc:sldChg>
      <pc:sldChg chg="mod modShow">
        <pc:chgData name="Srikant Kalaga" userId="961c47af-c9bb-4225-b2a0-952af4799497" providerId="ADAL" clId="{D6148BFB-762D-4554-9CEC-E58224A3C632}" dt="2026-07-13T08:47:09.170" v="42" actId="34476"/>
        <pc:sldMkLst>
          <pc:docMk/>
          <pc:sldMk cId="3997856793" sldId="2147481832"/>
        </pc:sldMkLst>
      </pc:sldChg>
      <pc:sldChg chg="mod modShow">
        <pc:chgData name="Srikant Kalaga" userId="961c47af-c9bb-4225-b2a0-952af4799497" providerId="ADAL" clId="{D6148BFB-762D-4554-9CEC-E58224A3C632}" dt="2026-07-13T08:47:09.170" v="42" actId="34476"/>
        <pc:sldMkLst>
          <pc:docMk/>
          <pc:sldMk cId="3996616115" sldId="2147481834"/>
        </pc:sldMkLst>
      </pc:sldChg>
      <pc:sldChg chg="mod modShow">
        <pc:chgData name="Srikant Kalaga" userId="961c47af-c9bb-4225-b2a0-952af4799497" providerId="ADAL" clId="{D6148BFB-762D-4554-9CEC-E58224A3C632}" dt="2026-07-13T08:47:09.170" v="42" actId="34476"/>
        <pc:sldMkLst>
          <pc:docMk/>
          <pc:sldMk cId="2623331845" sldId="2147481835"/>
        </pc:sldMkLst>
      </pc:sldChg>
      <pc:sldChg chg="mod modShow">
        <pc:chgData name="Srikant Kalaga" userId="961c47af-c9bb-4225-b2a0-952af4799497" providerId="ADAL" clId="{D6148BFB-762D-4554-9CEC-E58224A3C632}" dt="2026-07-13T08:47:09.170" v="42" actId="34476"/>
        <pc:sldMkLst>
          <pc:docMk/>
          <pc:sldMk cId="259591731" sldId="2147481836"/>
        </pc:sldMkLst>
      </pc:sldChg>
      <pc:sldChg chg="mod modShow">
        <pc:chgData name="Srikant Kalaga" userId="961c47af-c9bb-4225-b2a0-952af4799497" providerId="ADAL" clId="{D6148BFB-762D-4554-9CEC-E58224A3C632}" dt="2026-07-13T08:47:09.170" v="42" actId="34476"/>
        <pc:sldMkLst>
          <pc:docMk/>
          <pc:sldMk cId="3281960500" sldId="2147481837"/>
        </pc:sldMkLst>
      </pc:sldChg>
      <pc:sldChg chg="modSp mod modShow">
        <pc:chgData name="Srikant Kalaga" userId="961c47af-c9bb-4225-b2a0-952af4799497" providerId="ADAL" clId="{D6148BFB-762D-4554-9CEC-E58224A3C632}" dt="2026-07-13T11:44:42.093" v="110" actId="1076"/>
        <pc:sldMkLst>
          <pc:docMk/>
          <pc:sldMk cId="480491037" sldId="2147481838"/>
        </pc:sldMkLst>
        <pc:spChg chg="mod">
          <ac:chgData name="Srikant Kalaga" userId="961c47af-c9bb-4225-b2a0-952af4799497" providerId="ADAL" clId="{D6148BFB-762D-4554-9CEC-E58224A3C632}" dt="2026-07-13T11:44:42.093" v="110" actId="1076"/>
          <ac:spMkLst>
            <pc:docMk/>
            <pc:sldMk cId="480491037" sldId="2147481838"/>
            <ac:spMk id="2" creationId="{86F379CD-C47E-92E0-DB32-6B7977E7987B}"/>
          </ac:spMkLst>
        </pc:spChg>
      </pc:sldChg>
      <pc:sldChg chg="mod modShow">
        <pc:chgData name="Srikant Kalaga" userId="961c47af-c9bb-4225-b2a0-952af4799497" providerId="ADAL" clId="{D6148BFB-762D-4554-9CEC-E58224A3C632}" dt="2026-07-13T08:47:09.170" v="42" actId="34476"/>
        <pc:sldMkLst>
          <pc:docMk/>
          <pc:sldMk cId="2879658209" sldId="2147481839"/>
        </pc:sldMkLst>
      </pc:sldChg>
      <pc:sldChg chg="mod modShow">
        <pc:chgData name="Srikant Kalaga" userId="961c47af-c9bb-4225-b2a0-952af4799497" providerId="ADAL" clId="{D6148BFB-762D-4554-9CEC-E58224A3C632}" dt="2026-07-13T08:47:09.170" v="42" actId="34476"/>
        <pc:sldMkLst>
          <pc:docMk/>
          <pc:sldMk cId="3459248943" sldId="2147481840"/>
        </pc:sldMkLst>
      </pc:sldChg>
      <pc:sldChg chg="modSp mod">
        <pc:chgData name="Srikant Kalaga" userId="961c47af-c9bb-4225-b2a0-952af4799497" providerId="ADAL" clId="{D6148BFB-762D-4554-9CEC-E58224A3C632}" dt="2026-07-13T11:44:50.771" v="111" actId="1076"/>
        <pc:sldMkLst>
          <pc:docMk/>
          <pc:sldMk cId="1700196350" sldId="2147481841"/>
        </pc:sldMkLst>
        <pc:spChg chg="mod">
          <ac:chgData name="Srikant Kalaga" userId="961c47af-c9bb-4225-b2a0-952af4799497" providerId="ADAL" clId="{D6148BFB-762D-4554-9CEC-E58224A3C632}" dt="2026-07-13T11:44:50.771" v="111" actId="1076"/>
          <ac:spMkLst>
            <pc:docMk/>
            <pc:sldMk cId="1700196350" sldId="2147481841"/>
            <ac:spMk id="2" creationId="{1777F522-D95C-A041-60A4-9FE66FF80C61}"/>
          </ac:spMkLst>
        </pc:spChg>
      </pc:sldChg>
    </pc:docChg>
  </pc:docChgLst>
  <pc:docChgLst>
    <pc:chgData name="D Joseph Raju" userId="b9a24e6f-3e46-401d-8356-9626aaf9862d" providerId="ADAL" clId="{5961F228-3E03-56FF-A844-6577694440E4}"/>
    <pc:docChg chg="custSel modSld">
      <pc:chgData name="D Joseph Raju" userId="b9a24e6f-3e46-401d-8356-9626aaf9862d" providerId="ADAL" clId="{5961F228-3E03-56FF-A844-6577694440E4}" dt="2026-07-10T15:41:31.227" v="8" actId="21"/>
      <pc:docMkLst>
        <pc:docMk/>
      </pc:docMkLst>
      <pc:sldChg chg="addSp delSp modSp mod">
        <pc:chgData name="D Joseph Raju" userId="b9a24e6f-3e46-401d-8356-9626aaf9862d" providerId="ADAL" clId="{5961F228-3E03-56FF-A844-6577694440E4}" dt="2026-07-10T15:39:25.696" v="6" actId="21"/>
        <pc:sldMkLst>
          <pc:docMk/>
          <pc:sldMk cId="3880626240" sldId="2147481798"/>
        </pc:sldMkLst>
      </pc:sldChg>
      <pc:sldChg chg="addSp delSp modSp mod">
        <pc:chgData name="D Joseph Raju" userId="b9a24e6f-3e46-401d-8356-9626aaf9862d" providerId="ADAL" clId="{5961F228-3E03-56FF-A844-6577694440E4}" dt="2026-07-10T15:39:20.617" v="4" actId="21"/>
        <pc:sldMkLst>
          <pc:docMk/>
          <pc:sldMk cId="123677467" sldId="2147481803"/>
        </pc:sldMkLst>
      </pc:sldChg>
      <pc:sldChg chg="modSp mod">
        <pc:chgData name="D Joseph Raju" userId="b9a24e6f-3e46-401d-8356-9626aaf9862d" providerId="ADAL" clId="{5961F228-3E03-56FF-A844-6577694440E4}" dt="2026-07-10T14:29:41.034" v="0" actId="555"/>
        <pc:sldMkLst>
          <pc:docMk/>
          <pc:sldMk cId="566397521" sldId="2147481804"/>
        </pc:sldMkLst>
        <pc:spChg chg="mod">
          <ac:chgData name="D Joseph Raju" userId="b9a24e6f-3e46-401d-8356-9626aaf9862d" providerId="ADAL" clId="{5961F228-3E03-56FF-A844-6577694440E4}" dt="2026-07-10T14:29:41.034" v="0" actId="555"/>
          <ac:spMkLst>
            <pc:docMk/>
            <pc:sldMk cId="566397521" sldId="2147481804"/>
            <ac:spMk id="4" creationId="{B86D690C-0DF1-D38E-7811-4F326CB62E97}"/>
          </ac:spMkLst>
        </pc:spChg>
      </pc:sldChg>
      <pc:sldChg chg="addSp delSp modSp mod">
        <pc:chgData name="D Joseph Raju" userId="b9a24e6f-3e46-401d-8356-9626aaf9862d" providerId="ADAL" clId="{5961F228-3E03-56FF-A844-6577694440E4}" dt="2026-07-10T15:41:31.227" v="8" actId="21"/>
        <pc:sldMkLst>
          <pc:docMk/>
          <pc:sldMk cId="3997856793" sldId="2147481832"/>
        </pc:sldMkLst>
      </pc:sldChg>
    </pc:docChg>
  </pc:docChgLst>
  <pc:docChgLst>
    <pc:chgData name="Devanand Chintoju" userId="S::devanand.c@syrencloud.com::d8309b23-9736-40f9-b7cb-b8d53c5a2ef2" providerId="AD" clId="Web-{65CE09C9-DA36-CB08-E3FA-6057279578E1}"/>
    <pc:docChg chg="addSld modSld modSection">
      <pc:chgData name="Devanand Chintoju" userId="S::devanand.c@syrencloud.com::d8309b23-9736-40f9-b7cb-b8d53c5a2ef2" providerId="AD" clId="Web-{65CE09C9-DA36-CB08-E3FA-6057279578E1}" dt="2026-06-30T12:06:58.514" v="578" actId="20577"/>
      <pc:docMkLst>
        <pc:docMk/>
      </pc:docMkLst>
      <pc:sldChg chg="addSp delSp modSp">
        <pc:chgData name="Devanand Chintoju" userId="S::devanand.c@syrencloud.com::d8309b23-9736-40f9-b7cb-b8d53c5a2ef2" providerId="AD" clId="Web-{65CE09C9-DA36-CB08-E3FA-6057279578E1}" dt="2026-06-30T12:02:04.370" v="570" actId="20577"/>
        <pc:sldMkLst>
          <pc:docMk/>
          <pc:sldMk cId="6189717" sldId="2076137766"/>
        </pc:sldMkLst>
        <pc:spChg chg="add del mod">
          <ac:chgData name="Devanand Chintoju" userId="S::devanand.c@syrencloud.com::d8309b23-9736-40f9-b7cb-b8d53c5a2ef2" providerId="AD" clId="Web-{65CE09C9-DA36-CB08-E3FA-6057279578E1}" dt="2026-06-30T12:02:04.370" v="570" actId="20577"/>
          <ac:spMkLst>
            <pc:docMk/>
            <pc:sldMk cId="6189717" sldId="2076137766"/>
            <ac:spMk id="64" creationId="{28DFE0D3-3C06-2338-15FD-0B32BA315DD4}"/>
          </ac:spMkLst>
        </pc:spChg>
        <pc:grpChg chg="mod">
          <ac:chgData name="Devanand Chintoju" userId="S::devanand.c@syrencloud.com::d8309b23-9736-40f9-b7cb-b8d53c5a2ef2" providerId="AD" clId="Web-{65CE09C9-DA36-CB08-E3FA-6057279578E1}" dt="2026-06-30T12:01:50.885" v="560" actId="1076"/>
          <ac:grpSpMkLst>
            <pc:docMk/>
            <pc:sldMk cId="6189717" sldId="2076137766"/>
            <ac:grpSpMk id="85" creationId="{587F4DFC-E15A-8939-A18D-62B4B6B78F83}"/>
          </ac:grpSpMkLst>
        </pc:grpChg>
      </pc:sldChg>
      <pc:sldChg chg="modSp">
        <pc:chgData name="Devanand Chintoju" userId="S::devanand.c@syrencloud.com::d8309b23-9736-40f9-b7cb-b8d53c5a2ef2" providerId="AD" clId="Web-{65CE09C9-DA36-CB08-E3FA-6057279578E1}" dt="2026-06-30T06:49:51.127" v="1" actId="20577"/>
        <pc:sldMkLst>
          <pc:docMk/>
          <pc:sldMk cId="1642220967" sldId="2076137772"/>
        </pc:sldMkLst>
        <pc:spChg chg="mod">
          <ac:chgData name="Devanand Chintoju" userId="S::devanand.c@syrencloud.com::d8309b23-9736-40f9-b7cb-b8d53c5a2ef2" providerId="AD" clId="Web-{65CE09C9-DA36-CB08-E3FA-6057279578E1}" dt="2026-06-30T06:49:51.127" v="1" actId="20577"/>
          <ac:spMkLst>
            <pc:docMk/>
            <pc:sldMk cId="1642220967" sldId="2076137772"/>
            <ac:spMk id="2" creationId="{8AFA4066-09E0-52E0-A118-7C3569E663C0}"/>
          </ac:spMkLst>
        </pc:spChg>
      </pc:sldChg>
      <pc:sldChg chg="modSp">
        <pc:chgData name="Devanand Chintoju" userId="S::devanand.c@syrencloud.com::d8309b23-9736-40f9-b7cb-b8d53c5a2ef2" providerId="AD" clId="Web-{65CE09C9-DA36-CB08-E3FA-6057279578E1}" dt="2026-06-30T12:06:58.514" v="578" actId="20577"/>
        <pc:sldMkLst>
          <pc:docMk/>
          <pc:sldMk cId="1636211531" sldId="2147474879"/>
        </pc:sldMkLst>
        <pc:spChg chg="mod">
          <ac:chgData name="Devanand Chintoju" userId="S::devanand.c@syrencloud.com::d8309b23-9736-40f9-b7cb-b8d53c5a2ef2" providerId="AD" clId="Web-{65CE09C9-DA36-CB08-E3FA-6057279578E1}" dt="2026-06-30T12:06:29.920" v="577" actId="20577"/>
          <ac:spMkLst>
            <pc:docMk/>
            <pc:sldMk cId="1636211531" sldId="2147474879"/>
            <ac:spMk id="9" creationId="{F8485356-CDB7-B1CF-93CF-76FC645BFB7F}"/>
          </ac:spMkLst>
        </pc:spChg>
        <pc:spChg chg="mod">
          <ac:chgData name="Devanand Chintoju" userId="S::devanand.c@syrencloud.com::d8309b23-9736-40f9-b7cb-b8d53c5a2ef2" providerId="AD" clId="Web-{65CE09C9-DA36-CB08-E3FA-6057279578E1}" dt="2026-06-30T12:06:58.514" v="578" actId="20577"/>
          <ac:spMkLst>
            <pc:docMk/>
            <pc:sldMk cId="1636211531" sldId="2147474879"/>
            <ac:spMk id="43" creationId="{79DC98FB-11A7-E82B-5027-EA20FD6EB0F2}"/>
          </ac:spMkLst>
        </pc:spChg>
      </pc:sldChg>
      <pc:sldChg chg="modSp">
        <pc:chgData name="Devanand Chintoju" userId="S::devanand.c@syrencloud.com::d8309b23-9736-40f9-b7cb-b8d53c5a2ef2" providerId="AD" clId="Web-{65CE09C9-DA36-CB08-E3FA-6057279578E1}" dt="2026-06-30T12:00:59.072" v="559" actId="20577"/>
        <pc:sldMkLst>
          <pc:docMk/>
          <pc:sldMk cId="790199280" sldId="2147481775"/>
        </pc:sldMkLst>
        <pc:spChg chg="mod">
          <ac:chgData name="Devanand Chintoju" userId="S::devanand.c@syrencloud.com::d8309b23-9736-40f9-b7cb-b8d53c5a2ef2" providerId="AD" clId="Web-{65CE09C9-DA36-CB08-E3FA-6057279578E1}" dt="2026-06-30T11:53:59.974" v="314" actId="20577"/>
          <ac:spMkLst>
            <pc:docMk/>
            <pc:sldMk cId="790199280" sldId="2147481775"/>
            <ac:spMk id="87" creationId="{A8F722EA-D98B-BBCA-325C-AA896760A925}"/>
          </ac:spMkLst>
        </pc:spChg>
        <pc:spChg chg="mod">
          <ac:chgData name="Devanand Chintoju" userId="S::devanand.c@syrencloud.com::d8309b23-9736-40f9-b7cb-b8d53c5a2ef2" providerId="AD" clId="Web-{65CE09C9-DA36-CB08-E3FA-6057279578E1}" dt="2026-06-30T11:55:21.943" v="434" actId="20577"/>
          <ac:spMkLst>
            <pc:docMk/>
            <pc:sldMk cId="790199280" sldId="2147481775"/>
            <ac:spMk id="126" creationId="{D52F0FE4-5464-C974-9417-E635E2E7BBE5}"/>
          </ac:spMkLst>
        </pc:spChg>
        <pc:spChg chg="mod">
          <ac:chgData name="Devanand Chintoju" userId="S::devanand.c@syrencloud.com::d8309b23-9736-40f9-b7cb-b8d53c5a2ef2" providerId="AD" clId="Web-{65CE09C9-DA36-CB08-E3FA-6057279578E1}" dt="2026-06-30T12:00:32.025" v="500" actId="20577"/>
          <ac:spMkLst>
            <pc:docMk/>
            <pc:sldMk cId="790199280" sldId="2147481775"/>
            <ac:spMk id="127" creationId="{22F5D94C-9C45-BCB2-28B9-C34048E603A1}"/>
          </ac:spMkLst>
        </pc:spChg>
        <pc:spChg chg="mod">
          <ac:chgData name="Devanand Chintoju" userId="S::devanand.c@syrencloud.com::d8309b23-9736-40f9-b7cb-b8d53c5a2ef2" providerId="AD" clId="Web-{65CE09C9-DA36-CB08-E3FA-6057279578E1}" dt="2026-06-30T11:54:54.474" v="374" actId="20577"/>
          <ac:spMkLst>
            <pc:docMk/>
            <pc:sldMk cId="790199280" sldId="2147481775"/>
            <ac:spMk id="138" creationId="{35D92200-C87A-84BC-6D5A-947A4BB50F0C}"/>
          </ac:spMkLst>
        </pc:spChg>
        <pc:spChg chg="mod">
          <ac:chgData name="Devanand Chintoju" userId="S::devanand.c@syrencloud.com::d8309b23-9736-40f9-b7cb-b8d53c5a2ef2" providerId="AD" clId="Web-{65CE09C9-DA36-CB08-E3FA-6057279578E1}" dt="2026-06-30T11:55:46.569" v="478" actId="20577"/>
          <ac:spMkLst>
            <pc:docMk/>
            <pc:sldMk cId="790199280" sldId="2147481775"/>
            <ac:spMk id="139" creationId="{A5BEB094-7591-8393-3727-3D69953F3781}"/>
          </ac:spMkLst>
        </pc:spChg>
        <pc:spChg chg="mod">
          <ac:chgData name="Devanand Chintoju" userId="S::devanand.c@syrencloud.com::d8309b23-9736-40f9-b7cb-b8d53c5a2ef2" providerId="AD" clId="Web-{65CE09C9-DA36-CB08-E3FA-6057279578E1}" dt="2026-06-30T12:00:46.838" v="532" actId="20577"/>
          <ac:spMkLst>
            <pc:docMk/>
            <pc:sldMk cId="790199280" sldId="2147481775"/>
            <ac:spMk id="140" creationId="{38834FD4-C507-C3EF-B0FD-E2B82B965121}"/>
          </ac:spMkLst>
        </pc:spChg>
        <pc:spChg chg="mod">
          <ac:chgData name="Devanand Chintoju" userId="S::devanand.c@syrencloud.com::d8309b23-9736-40f9-b7cb-b8d53c5a2ef2" providerId="AD" clId="Web-{65CE09C9-DA36-CB08-E3FA-6057279578E1}" dt="2026-06-30T11:54:31.302" v="358" actId="20577"/>
          <ac:spMkLst>
            <pc:docMk/>
            <pc:sldMk cId="790199280" sldId="2147481775"/>
            <ac:spMk id="150" creationId="{90312ECA-DB3D-A0AB-904D-EC9F02820E9B}"/>
          </ac:spMkLst>
        </pc:spChg>
        <pc:spChg chg="mod">
          <ac:chgData name="Devanand Chintoju" userId="S::devanand.c@syrencloud.com::d8309b23-9736-40f9-b7cb-b8d53c5a2ef2" providerId="AD" clId="Web-{65CE09C9-DA36-CB08-E3FA-6057279578E1}" dt="2026-06-30T12:00:59.072" v="559" actId="20577"/>
          <ac:spMkLst>
            <pc:docMk/>
            <pc:sldMk cId="790199280" sldId="2147481775"/>
            <ac:spMk id="152" creationId="{297B2B31-A38E-DFDC-C8FB-1DAEAFC1C912}"/>
          </ac:spMkLst>
        </pc:spChg>
      </pc:sldChg>
    </pc:docChg>
  </pc:docChgLst>
  <pc:docChgLst>
    <pc:chgData name="Devanand Chintoju" userId="S::devanand.c@syrencloud.com::d8309b23-9736-40f9-b7cb-b8d53c5a2ef2" providerId="AD" clId="Web-{E51E2CD9-F0A1-38B1-DD97-6EE6A745BF91}"/>
    <pc:docChg chg="modSld">
      <pc:chgData name="Devanand Chintoju" userId="S::devanand.c@syrencloud.com::d8309b23-9736-40f9-b7cb-b8d53c5a2ef2" providerId="AD" clId="Web-{E51E2CD9-F0A1-38B1-DD97-6EE6A745BF91}" dt="2026-07-13T12:11:27.868" v="8" actId="20577"/>
      <pc:docMkLst>
        <pc:docMk/>
      </pc:docMkLst>
      <pc:sldChg chg="modSp">
        <pc:chgData name="Devanand Chintoju" userId="S::devanand.c@syrencloud.com::d8309b23-9736-40f9-b7cb-b8d53c5a2ef2" providerId="AD" clId="Web-{E51E2CD9-F0A1-38B1-DD97-6EE6A745BF91}" dt="2026-07-13T12:11:27.868" v="8" actId="20577"/>
        <pc:sldMkLst>
          <pc:docMk/>
          <pc:sldMk cId="3767215323" sldId="2147481844"/>
        </pc:sldMkLst>
        <pc:spChg chg="mod">
          <ac:chgData name="Devanand Chintoju" userId="S::devanand.c@syrencloud.com::d8309b23-9736-40f9-b7cb-b8d53c5a2ef2" providerId="AD" clId="Web-{E51E2CD9-F0A1-38B1-DD97-6EE6A745BF91}" dt="2026-07-13T12:11:27.868" v="8" actId="20577"/>
          <ac:spMkLst>
            <pc:docMk/>
            <pc:sldMk cId="3767215323" sldId="2147481844"/>
            <ac:spMk id="2" creationId="{BBE3C712-38E0-9F65-5D23-B72BDF69E356}"/>
          </ac:spMkLst>
        </pc:spChg>
      </pc:sldChg>
    </pc:docChg>
  </pc:docChgLst>
  <pc:docChgLst>
    <pc:chgData name="Kannepamula Mahesh Babu" userId="391c5b16-0897-4eca-a028-a97f935a3bd2" providerId="ADAL" clId="{9E3353FE-7EFD-4D1F-85AC-2D3001641A94}"/>
    <pc:docChg chg="undo redo custSel addSld delSld modSld sldOrd delMainMaster modMainMaster">
      <pc:chgData name="Kannepamula Mahesh Babu" userId="391c5b16-0897-4eca-a028-a97f935a3bd2" providerId="ADAL" clId="{9E3353FE-7EFD-4D1F-85AC-2D3001641A94}" dt="2026-07-13T10:35:35.190" v="10533" actId="12788"/>
      <pc:docMkLst>
        <pc:docMk/>
      </pc:docMkLst>
      <pc:sldChg chg="addSp delSp modSp mod modClrScheme chgLayout">
        <pc:chgData name="Kannepamula Mahesh Babu" userId="391c5b16-0897-4eca-a028-a97f935a3bd2" providerId="ADAL" clId="{9E3353FE-7EFD-4D1F-85AC-2D3001641A94}" dt="2026-06-30T07:16:32.231" v="6734"/>
        <pc:sldMkLst>
          <pc:docMk/>
          <pc:sldMk cId="0" sldId="257"/>
        </pc:sldMkLst>
        <pc:spChg chg="mod">
          <ac:chgData name="Kannepamula Mahesh Babu" userId="391c5b16-0897-4eca-a028-a97f935a3bd2" providerId="ADAL" clId="{9E3353FE-7EFD-4D1F-85AC-2D3001641A94}" dt="2026-06-30T06:53:16.657" v="6573" actId="1076"/>
          <ac:spMkLst>
            <pc:docMk/>
            <pc:sldMk cId="0" sldId="257"/>
            <ac:spMk id="6" creationId="{00000000-0000-0000-0000-000000000000}"/>
          </ac:spMkLst>
        </pc:spChg>
        <pc:spChg chg="mod">
          <ac:chgData name="Kannepamula Mahesh Babu" userId="391c5b16-0897-4eca-a028-a97f935a3bd2" providerId="ADAL" clId="{9E3353FE-7EFD-4D1F-85AC-2D3001641A94}" dt="2026-06-30T06:52:41.513" v="6566" actId="14100"/>
          <ac:spMkLst>
            <pc:docMk/>
            <pc:sldMk cId="0" sldId="257"/>
            <ac:spMk id="14" creationId="{00000000-0000-0000-0000-000000000000}"/>
          </ac:spMkLst>
        </pc:spChg>
        <pc:spChg chg="mod">
          <ac:chgData name="Kannepamula Mahesh Babu" userId="391c5b16-0897-4eca-a028-a97f935a3bd2" providerId="ADAL" clId="{9E3353FE-7EFD-4D1F-85AC-2D3001641A94}" dt="2026-06-30T07:03:22.625" v="6717" actId="207"/>
          <ac:spMkLst>
            <pc:docMk/>
            <pc:sldMk cId="0" sldId="257"/>
            <ac:spMk id="18" creationId="{00000000-0000-0000-0000-000000000000}"/>
          </ac:spMkLst>
        </pc:spChg>
        <pc:spChg chg="mod">
          <ac:chgData name="Kannepamula Mahesh Babu" userId="391c5b16-0897-4eca-a028-a97f935a3bd2" providerId="ADAL" clId="{9E3353FE-7EFD-4D1F-85AC-2D3001641A94}" dt="2026-06-30T07:03:25.713" v="6718" actId="207"/>
          <ac:spMkLst>
            <pc:docMk/>
            <pc:sldMk cId="0" sldId="257"/>
            <ac:spMk id="19" creationId="{00000000-0000-0000-0000-000000000000}"/>
          </ac:spMkLst>
        </pc:spChg>
        <pc:spChg chg="mod">
          <ac:chgData name="Kannepamula Mahesh Babu" userId="391c5b16-0897-4eca-a028-a97f935a3bd2" providerId="ADAL" clId="{9E3353FE-7EFD-4D1F-85AC-2D3001641A94}" dt="2026-06-30T06:46:33.224" v="6531" actId="207"/>
          <ac:spMkLst>
            <pc:docMk/>
            <pc:sldMk cId="0" sldId="257"/>
            <ac:spMk id="20" creationId="{00000000-0000-0000-0000-000000000000}"/>
          </ac:spMkLst>
        </pc:spChg>
        <pc:spChg chg="mod">
          <ac:chgData name="Kannepamula Mahesh Babu" userId="391c5b16-0897-4eca-a028-a97f935a3bd2" providerId="ADAL" clId="{9E3353FE-7EFD-4D1F-85AC-2D3001641A94}" dt="2026-06-30T07:03:22.625" v="6717" actId="207"/>
          <ac:spMkLst>
            <pc:docMk/>
            <pc:sldMk cId="0" sldId="257"/>
            <ac:spMk id="24" creationId="{00000000-0000-0000-0000-000000000000}"/>
          </ac:spMkLst>
        </pc:spChg>
        <pc:spChg chg="mod">
          <ac:chgData name="Kannepamula Mahesh Babu" userId="391c5b16-0897-4eca-a028-a97f935a3bd2" providerId="ADAL" clId="{9E3353FE-7EFD-4D1F-85AC-2D3001641A94}" dt="2026-06-30T07:03:25.713" v="6718" actId="207"/>
          <ac:spMkLst>
            <pc:docMk/>
            <pc:sldMk cId="0" sldId="257"/>
            <ac:spMk id="25" creationId="{00000000-0000-0000-0000-000000000000}"/>
          </ac:spMkLst>
        </pc:spChg>
        <pc:spChg chg="mod">
          <ac:chgData name="Kannepamula Mahesh Babu" userId="391c5b16-0897-4eca-a028-a97f935a3bd2" providerId="ADAL" clId="{9E3353FE-7EFD-4D1F-85AC-2D3001641A94}" dt="2026-06-30T06:46:33.224" v="6531" actId="207"/>
          <ac:spMkLst>
            <pc:docMk/>
            <pc:sldMk cId="0" sldId="257"/>
            <ac:spMk id="26" creationId="{00000000-0000-0000-0000-000000000000}"/>
          </ac:spMkLst>
        </pc:spChg>
        <pc:spChg chg="mod">
          <ac:chgData name="Kannepamula Mahesh Babu" userId="391c5b16-0897-4eca-a028-a97f935a3bd2" providerId="ADAL" clId="{9E3353FE-7EFD-4D1F-85AC-2D3001641A94}" dt="2026-06-30T07:03:22.625" v="6717" actId="207"/>
          <ac:spMkLst>
            <pc:docMk/>
            <pc:sldMk cId="0" sldId="257"/>
            <ac:spMk id="30" creationId="{00000000-0000-0000-0000-000000000000}"/>
          </ac:spMkLst>
        </pc:spChg>
        <pc:spChg chg="mod">
          <ac:chgData name="Kannepamula Mahesh Babu" userId="391c5b16-0897-4eca-a028-a97f935a3bd2" providerId="ADAL" clId="{9E3353FE-7EFD-4D1F-85AC-2D3001641A94}" dt="2026-06-30T07:03:25.713" v="6718" actId="207"/>
          <ac:spMkLst>
            <pc:docMk/>
            <pc:sldMk cId="0" sldId="257"/>
            <ac:spMk id="31" creationId="{00000000-0000-0000-0000-000000000000}"/>
          </ac:spMkLst>
        </pc:spChg>
        <pc:spChg chg="mod">
          <ac:chgData name="Kannepamula Mahesh Babu" userId="391c5b16-0897-4eca-a028-a97f935a3bd2" providerId="ADAL" clId="{9E3353FE-7EFD-4D1F-85AC-2D3001641A94}" dt="2026-06-30T07:00:36.939" v="6674" actId="1076"/>
          <ac:spMkLst>
            <pc:docMk/>
            <pc:sldMk cId="0" sldId="257"/>
            <ac:spMk id="32" creationId="{00000000-0000-0000-0000-000000000000}"/>
          </ac:spMkLst>
        </pc:spChg>
        <pc:spChg chg="mod">
          <ac:chgData name="Kannepamula Mahesh Babu" userId="391c5b16-0897-4eca-a028-a97f935a3bd2" providerId="ADAL" clId="{9E3353FE-7EFD-4D1F-85AC-2D3001641A94}" dt="2026-06-30T07:03:22.625" v="6717" actId="207"/>
          <ac:spMkLst>
            <pc:docMk/>
            <pc:sldMk cId="0" sldId="257"/>
            <ac:spMk id="36" creationId="{00000000-0000-0000-0000-000000000000}"/>
          </ac:spMkLst>
        </pc:spChg>
        <pc:spChg chg="mod">
          <ac:chgData name="Kannepamula Mahesh Babu" userId="391c5b16-0897-4eca-a028-a97f935a3bd2" providerId="ADAL" clId="{9E3353FE-7EFD-4D1F-85AC-2D3001641A94}" dt="2026-06-30T07:03:25.713" v="6718" actId="207"/>
          <ac:spMkLst>
            <pc:docMk/>
            <pc:sldMk cId="0" sldId="257"/>
            <ac:spMk id="37" creationId="{00000000-0000-0000-0000-000000000000}"/>
          </ac:spMkLst>
        </pc:spChg>
        <pc:spChg chg="mod">
          <ac:chgData name="Kannepamula Mahesh Babu" userId="391c5b16-0897-4eca-a028-a97f935a3bd2" providerId="ADAL" clId="{9E3353FE-7EFD-4D1F-85AC-2D3001641A94}" dt="2026-06-30T06:48:50.401" v="6555" actId="1076"/>
          <ac:spMkLst>
            <pc:docMk/>
            <pc:sldMk cId="0" sldId="257"/>
            <ac:spMk id="38" creationId="{00000000-0000-0000-0000-000000000000}"/>
          </ac:spMkLst>
        </pc:spChg>
        <pc:spChg chg="mod">
          <ac:chgData name="Kannepamula Mahesh Babu" userId="391c5b16-0897-4eca-a028-a97f935a3bd2" providerId="ADAL" clId="{9E3353FE-7EFD-4D1F-85AC-2D3001641A94}" dt="2026-06-30T06:48:50.401" v="6555" actId="1076"/>
          <ac:spMkLst>
            <pc:docMk/>
            <pc:sldMk cId="0" sldId="257"/>
            <ac:spMk id="39" creationId="{00000000-0000-0000-0000-000000000000}"/>
          </ac:spMkLst>
        </pc:spChg>
        <pc:spChg chg="add mod ord">
          <ac:chgData name="Kannepamula Mahesh Babu" userId="391c5b16-0897-4eca-a028-a97f935a3bd2" providerId="ADAL" clId="{9E3353FE-7EFD-4D1F-85AC-2D3001641A94}" dt="2026-06-30T06:53:19.922" v="6575" actId="1076"/>
          <ac:spMkLst>
            <pc:docMk/>
            <pc:sldMk cId="0" sldId="257"/>
            <ac:spMk id="43" creationId="{9B69436B-D725-52D7-3A20-7FE0B48B7E12}"/>
          </ac:spMkLst>
        </pc:spChg>
        <pc:spChg chg="add mod">
          <ac:chgData name="Kannepamula Mahesh Babu" userId="391c5b16-0897-4eca-a028-a97f935a3bd2" providerId="ADAL" clId="{9E3353FE-7EFD-4D1F-85AC-2D3001641A94}" dt="2026-06-30T06:45:38.132" v="6518"/>
          <ac:spMkLst>
            <pc:docMk/>
            <pc:sldMk cId="0" sldId="257"/>
            <ac:spMk id="46" creationId="{DCC7F036-AB88-9F29-A324-5CC25A1B05C7}"/>
          </ac:spMkLst>
        </pc:spChg>
        <pc:spChg chg="add mod">
          <ac:chgData name="Kannepamula Mahesh Babu" userId="391c5b16-0897-4eca-a028-a97f935a3bd2" providerId="ADAL" clId="{9E3353FE-7EFD-4D1F-85AC-2D3001641A94}" dt="2026-06-30T06:52:44.457" v="6567" actId="1076"/>
          <ac:spMkLst>
            <pc:docMk/>
            <pc:sldMk cId="0" sldId="257"/>
            <ac:spMk id="47" creationId="{30A2A3B2-F178-B531-841F-56301C37AA65}"/>
          </ac:spMkLst>
        </pc:spChg>
        <pc:spChg chg="add mod">
          <ac:chgData name="Kannepamula Mahesh Babu" userId="391c5b16-0897-4eca-a028-a97f935a3bd2" providerId="ADAL" clId="{9E3353FE-7EFD-4D1F-85AC-2D3001641A94}" dt="2026-06-30T06:52:53.083" v="6570" actId="552"/>
          <ac:spMkLst>
            <pc:docMk/>
            <pc:sldMk cId="0" sldId="257"/>
            <ac:spMk id="48" creationId="{1E36AD2D-A251-42E2-6A62-47C532BBE855}"/>
          </ac:spMkLst>
        </pc:spChg>
        <pc:spChg chg="add mod">
          <ac:chgData name="Kannepamula Mahesh Babu" userId="391c5b16-0897-4eca-a028-a97f935a3bd2" providerId="ADAL" clId="{9E3353FE-7EFD-4D1F-85AC-2D3001641A94}" dt="2026-06-30T06:52:49.437" v="6568" actId="552"/>
          <ac:spMkLst>
            <pc:docMk/>
            <pc:sldMk cId="0" sldId="257"/>
            <ac:spMk id="50" creationId="{4D990D13-717B-53E9-F3D7-D7C003F113A1}"/>
          </ac:spMkLst>
        </pc:spChg>
        <pc:spChg chg="add mod">
          <ac:chgData name="Kannepamula Mahesh Babu" userId="391c5b16-0897-4eca-a028-a97f935a3bd2" providerId="ADAL" clId="{9E3353FE-7EFD-4D1F-85AC-2D3001641A94}" dt="2026-06-30T06:52:56.149" v="6571" actId="552"/>
          <ac:spMkLst>
            <pc:docMk/>
            <pc:sldMk cId="0" sldId="257"/>
            <ac:spMk id="51" creationId="{1CD60CB0-EE30-2413-BC6D-A25B7C69BE1D}"/>
          </ac:spMkLst>
        </pc:spChg>
        <pc:spChg chg="add mod">
          <ac:chgData name="Kannepamula Mahesh Babu" userId="391c5b16-0897-4eca-a028-a97f935a3bd2" providerId="ADAL" clId="{9E3353FE-7EFD-4D1F-85AC-2D3001641A94}" dt="2026-06-30T07:16:32.231" v="6734"/>
          <ac:spMkLst>
            <pc:docMk/>
            <pc:sldMk cId="0" sldId="257"/>
            <ac:spMk id="52" creationId="{228329C6-48F4-A697-6A67-3685A67D1562}"/>
          </ac:spMkLst>
        </pc:spChg>
        <pc:spChg chg="add mod">
          <ac:chgData name="Kannepamula Mahesh Babu" userId="391c5b16-0897-4eca-a028-a97f935a3bd2" providerId="ADAL" clId="{9E3353FE-7EFD-4D1F-85AC-2D3001641A94}" dt="2026-06-30T06:49:30.409" v="6562" actId="122"/>
          <ac:spMkLst>
            <pc:docMk/>
            <pc:sldMk cId="0" sldId="257"/>
            <ac:spMk id="53" creationId="{6621FA15-E53A-5FAC-788A-0156A0C9DD01}"/>
          </ac:spMkLst>
        </pc:spChg>
      </pc:sldChg>
      <pc:sldChg chg="addSp delSp modSp new mod chgLayout">
        <pc:chgData name="Kannepamula Mahesh Babu" userId="391c5b16-0897-4eca-a028-a97f935a3bd2" providerId="ADAL" clId="{9E3353FE-7EFD-4D1F-85AC-2D3001641A94}" dt="2026-06-29T13:05:16.667" v="5832" actId="1038"/>
        <pc:sldMkLst>
          <pc:docMk/>
          <pc:sldMk cId="3348813402" sldId="2076137763"/>
        </pc:sldMkLst>
        <pc:spChg chg="mod ord">
          <ac:chgData name="Kannepamula Mahesh Babu" userId="391c5b16-0897-4eca-a028-a97f935a3bd2" providerId="ADAL" clId="{9E3353FE-7EFD-4D1F-85AC-2D3001641A94}" dt="2026-06-29T11:24:15.038" v="4698" actId="700"/>
          <ac:spMkLst>
            <pc:docMk/>
            <pc:sldMk cId="3348813402" sldId="2076137763"/>
            <ac:spMk id="4" creationId="{E33E692A-5939-9C2B-F8E7-3346C0A84B78}"/>
          </ac:spMkLst>
        </pc:spChg>
        <pc:spChg chg="mod ord">
          <ac:chgData name="Kannepamula Mahesh Babu" userId="391c5b16-0897-4eca-a028-a97f935a3bd2" providerId="ADAL" clId="{9E3353FE-7EFD-4D1F-85AC-2D3001641A94}" dt="2026-06-29T11:24:15.038" v="4698" actId="700"/>
          <ac:spMkLst>
            <pc:docMk/>
            <pc:sldMk cId="3348813402" sldId="2076137763"/>
            <ac:spMk id="5" creationId="{F5ED487A-8754-9419-BD37-5C5A6DE75F10}"/>
          </ac:spMkLst>
        </pc:spChg>
        <pc:spChg chg="add mod ord">
          <ac:chgData name="Kannepamula Mahesh Babu" userId="391c5b16-0897-4eca-a028-a97f935a3bd2" providerId="ADAL" clId="{9E3353FE-7EFD-4D1F-85AC-2D3001641A94}" dt="2026-06-29T11:24:15.038" v="4698" actId="700"/>
          <ac:spMkLst>
            <pc:docMk/>
            <pc:sldMk cId="3348813402" sldId="2076137763"/>
            <ac:spMk id="8" creationId="{C40EE419-AB26-3A2D-FF6D-12837EA61365}"/>
          </ac:spMkLst>
        </pc:spChg>
        <pc:spChg chg="add mod">
          <ac:chgData name="Kannepamula Mahesh Babu" userId="391c5b16-0897-4eca-a028-a97f935a3bd2" providerId="ADAL" clId="{9E3353FE-7EFD-4D1F-85AC-2D3001641A94}" dt="2026-06-29T13:05:16.667" v="5832" actId="1038"/>
          <ac:spMkLst>
            <pc:docMk/>
            <pc:sldMk cId="3348813402" sldId="2076137763"/>
            <ac:spMk id="10" creationId="{286D9D7D-0517-E8FA-87DF-557CFE73BD92}"/>
          </ac:spMkLst>
        </pc:spChg>
        <pc:spChg chg="add mod">
          <ac:chgData name="Kannepamula Mahesh Babu" userId="391c5b16-0897-4eca-a028-a97f935a3bd2" providerId="ADAL" clId="{9E3353FE-7EFD-4D1F-85AC-2D3001641A94}" dt="2026-06-29T13:02:36.643" v="5790" actId="948"/>
          <ac:spMkLst>
            <pc:docMk/>
            <pc:sldMk cId="3348813402" sldId="2076137763"/>
            <ac:spMk id="11" creationId="{DAE3A7C7-FF6A-CD87-7693-C04D2007713F}"/>
          </ac:spMkLst>
        </pc:spChg>
        <pc:spChg chg="add mod">
          <ac:chgData name="Kannepamula Mahesh Babu" userId="391c5b16-0897-4eca-a028-a97f935a3bd2" providerId="ADAL" clId="{9E3353FE-7EFD-4D1F-85AC-2D3001641A94}" dt="2026-06-29T13:02:38.556" v="5792"/>
          <ac:spMkLst>
            <pc:docMk/>
            <pc:sldMk cId="3348813402" sldId="2076137763"/>
            <ac:spMk id="15" creationId="{8ADF2357-56E0-534C-DE28-9791C74E9189}"/>
          </ac:spMkLst>
        </pc:spChg>
        <pc:spChg chg="add mod">
          <ac:chgData name="Kannepamula Mahesh Babu" userId="391c5b16-0897-4eca-a028-a97f935a3bd2" providerId="ADAL" clId="{9E3353FE-7EFD-4D1F-85AC-2D3001641A94}" dt="2026-06-29T13:02:40.054" v="5794"/>
          <ac:spMkLst>
            <pc:docMk/>
            <pc:sldMk cId="3348813402" sldId="2076137763"/>
            <ac:spMk id="16" creationId="{B9B0BF40-FDF0-AECF-130F-A7BD555372DB}"/>
          </ac:spMkLst>
        </pc:spChg>
        <pc:spChg chg="add mod">
          <ac:chgData name="Kannepamula Mahesh Babu" userId="391c5b16-0897-4eca-a028-a97f935a3bd2" providerId="ADAL" clId="{9E3353FE-7EFD-4D1F-85AC-2D3001641A94}" dt="2026-06-29T13:02:41.632" v="5796"/>
          <ac:spMkLst>
            <pc:docMk/>
            <pc:sldMk cId="3348813402" sldId="2076137763"/>
            <ac:spMk id="17" creationId="{42C159E4-8653-35E1-8153-73114991C44C}"/>
          </ac:spMkLst>
        </pc:spChg>
        <pc:spChg chg="add mod">
          <ac:chgData name="Kannepamula Mahesh Babu" userId="391c5b16-0897-4eca-a028-a97f935a3bd2" providerId="ADAL" clId="{9E3353FE-7EFD-4D1F-85AC-2D3001641A94}" dt="2026-06-29T13:04:50.596" v="5824" actId="948"/>
          <ac:spMkLst>
            <pc:docMk/>
            <pc:sldMk cId="3348813402" sldId="2076137763"/>
            <ac:spMk id="19" creationId="{0515D4AC-80A6-4A11-AC13-C6D969A544BE}"/>
          </ac:spMkLst>
        </pc:spChg>
        <pc:spChg chg="add mod">
          <ac:chgData name="Kannepamula Mahesh Babu" userId="391c5b16-0897-4eca-a028-a97f935a3bd2" providerId="ADAL" clId="{9E3353FE-7EFD-4D1F-85AC-2D3001641A94}" dt="2026-06-29T13:04:50.596" v="5824" actId="948"/>
          <ac:spMkLst>
            <pc:docMk/>
            <pc:sldMk cId="3348813402" sldId="2076137763"/>
            <ac:spMk id="20" creationId="{E92AF479-5ED7-1C9B-26C3-5205AD84CD7C}"/>
          </ac:spMkLst>
        </pc:spChg>
        <pc:spChg chg="add mod">
          <ac:chgData name="Kannepamula Mahesh Babu" userId="391c5b16-0897-4eca-a028-a97f935a3bd2" providerId="ADAL" clId="{9E3353FE-7EFD-4D1F-85AC-2D3001641A94}" dt="2026-06-29T13:04:50.596" v="5824" actId="948"/>
          <ac:spMkLst>
            <pc:docMk/>
            <pc:sldMk cId="3348813402" sldId="2076137763"/>
            <ac:spMk id="21" creationId="{3AD28BEC-3ED9-6596-1E47-349523B18945}"/>
          </ac:spMkLst>
        </pc:spChg>
        <pc:spChg chg="add mod">
          <ac:chgData name="Kannepamula Mahesh Babu" userId="391c5b16-0897-4eca-a028-a97f935a3bd2" providerId="ADAL" clId="{9E3353FE-7EFD-4D1F-85AC-2D3001641A94}" dt="2026-06-29T13:04:50.596" v="5824" actId="948"/>
          <ac:spMkLst>
            <pc:docMk/>
            <pc:sldMk cId="3348813402" sldId="2076137763"/>
            <ac:spMk id="22" creationId="{6AFAD6A4-5C1F-51B9-9CDD-1AE0B7AF8685}"/>
          </ac:spMkLst>
        </pc:spChg>
        <pc:spChg chg="add mod topLvl">
          <ac:chgData name="Kannepamula Mahesh Babu" userId="391c5b16-0897-4eca-a028-a97f935a3bd2" providerId="ADAL" clId="{9E3353FE-7EFD-4D1F-85AC-2D3001641A94}" dt="2026-06-29T12:55:15.555" v="5764" actId="1076"/>
          <ac:spMkLst>
            <pc:docMk/>
            <pc:sldMk cId="3348813402" sldId="2076137763"/>
            <ac:spMk id="28" creationId="{D9950C8A-197A-A287-1E29-5CBD9AF2EE5B}"/>
          </ac:spMkLst>
        </pc:spChg>
        <pc:spChg chg="add mod topLvl">
          <ac:chgData name="Kannepamula Mahesh Babu" userId="391c5b16-0897-4eca-a028-a97f935a3bd2" providerId="ADAL" clId="{9E3353FE-7EFD-4D1F-85AC-2D3001641A94}" dt="2026-06-29T12:55:15.555" v="5764" actId="1076"/>
          <ac:spMkLst>
            <pc:docMk/>
            <pc:sldMk cId="3348813402" sldId="2076137763"/>
            <ac:spMk id="29" creationId="{6EA348D2-16BC-7F6A-49FB-3911DF63A2D8}"/>
          </ac:spMkLst>
        </pc:spChg>
        <pc:spChg chg="mod topLvl">
          <ac:chgData name="Kannepamula Mahesh Babu" userId="391c5b16-0897-4eca-a028-a97f935a3bd2" providerId="ADAL" clId="{9E3353FE-7EFD-4D1F-85AC-2D3001641A94}" dt="2026-06-29T12:55:07.591" v="5763" actId="1076"/>
          <ac:spMkLst>
            <pc:docMk/>
            <pc:sldMk cId="3348813402" sldId="2076137763"/>
            <ac:spMk id="32" creationId="{10DAA8B7-6CED-305F-2B99-52C3BE0CEE4C}"/>
          </ac:spMkLst>
        </pc:spChg>
        <pc:spChg chg="mod topLvl">
          <ac:chgData name="Kannepamula Mahesh Babu" userId="391c5b16-0897-4eca-a028-a97f935a3bd2" providerId="ADAL" clId="{9E3353FE-7EFD-4D1F-85AC-2D3001641A94}" dt="2026-06-29T12:55:07.591" v="5763" actId="1076"/>
          <ac:spMkLst>
            <pc:docMk/>
            <pc:sldMk cId="3348813402" sldId="2076137763"/>
            <ac:spMk id="33" creationId="{80F22BF3-EC6E-96CC-22A5-D2373FF4BB96}"/>
          </ac:spMkLst>
        </pc:spChg>
        <pc:spChg chg="mod topLvl">
          <ac:chgData name="Kannepamula Mahesh Babu" userId="391c5b16-0897-4eca-a028-a97f935a3bd2" providerId="ADAL" clId="{9E3353FE-7EFD-4D1F-85AC-2D3001641A94}" dt="2026-06-29T12:55:01.592" v="5762" actId="1076"/>
          <ac:spMkLst>
            <pc:docMk/>
            <pc:sldMk cId="3348813402" sldId="2076137763"/>
            <ac:spMk id="35" creationId="{4CF10119-B7CC-CAE2-AA00-1F2CA1A44FE6}"/>
          </ac:spMkLst>
        </pc:spChg>
        <pc:spChg chg="mod topLvl">
          <ac:chgData name="Kannepamula Mahesh Babu" userId="391c5b16-0897-4eca-a028-a97f935a3bd2" providerId="ADAL" clId="{9E3353FE-7EFD-4D1F-85AC-2D3001641A94}" dt="2026-06-29T12:55:01.592" v="5762" actId="1076"/>
          <ac:spMkLst>
            <pc:docMk/>
            <pc:sldMk cId="3348813402" sldId="2076137763"/>
            <ac:spMk id="36" creationId="{CACD8C97-F950-D1F0-7759-F04C6501D48A}"/>
          </ac:spMkLst>
        </pc:spChg>
        <pc:picChg chg="add mod">
          <ac:chgData name="Kannepamula Mahesh Babu" userId="391c5b16-0897-4eca-a028-a97f935a3bd2" providerId="ADAL" clId="{9E3353FE-7EFD-4D1F-85AC-2D3001641A94}" dt="2026-06-29T05:10:45.476" v="1257" actId="207"/>
          <ac:picMkLst>
            <pc:docMk/>
            <pc:sldMk cId="3348813402" sldId="2076137763"/>
            <ac:picMk id="38" creationId="{CF7B9CCB-C028-C2B3-FB64-57E337870683}"/>
          </ac:picMkLst>
        </pc:picChg>
        <pc:picChg chg="add mod">
          <ac:chgData name="Kannepamula Mahesh Babu" userId="391c5b16-0897-4eca-a028-a97f935a3bd2" providerId="ADAL" clId="{9E3353FE-7EFD-4D1F-85AC-2D3001641A94}" dt="2026-06-29T05:10:45.476" v="1257" actId="207"/>
          <ac:picMkLst>
            <pc:docMk/>
            <pc:sldMk cId="3348813402" sldId="2076137763"/>
            <ac:picMk id="40" creationId="{BA5810EC-AB0E-0615-6D0E-C18C41BB2673}"/>
          </ac:picMkLst>
        </pc:picChg>
        <pc:picChg chg="add mod">
          <ac:chgData name="Kannepamula Mahesh Babu" userId="391c5b16-0897-4eca-a028-a97f935a3bd2" providerId="ADAL" clId="{9E3353FE-7EFD-4D1F-85AC-2D3001641A94}" dt="2026-06-29T05:10:45.476" v="1257" actId="207"/>
          <ac:picMkLst>
            <pc:docMk/>
            <pc:sldMk cId="3348813402" sldId="2076137763"/>
            <ac:picMk id="42" creationId="{72DD9C38-33E2-E4AA-7AF1-ED9F2E61AA7F}"/>
          </ac:picMkLst>
        </pc:picChg>
        <pc:picChg chg="add mod">
          <ac:chgData name="Kannepamula Mahesh Babu" userId="391c5b16-0897-4eca-a028-a97f935a3bd2" providerId="ADAL" clId="{9E3353FE-7EFD-4D1F-85AC-2D3001641A94}" dt="2026-06-29T05:10:45.476" v="1257" actId="207"/>
          <ac:picMkLst>
            <pc:docMk/>
            <pc:sldMk cId="3348813402" sldId="2076137763"/>
            <ac:picMk id="44" creationId="{80BAE3CE-CD8A-79D6-37CE-0B20A73946CA}"/>
          </ac:picMkLst>
        </pc:picChg>
        <pc:cxnChg chg="add mod">
          <ac:chgData name="Kannepamula Mahesh Babu" userId="391c5b16-0897-4eca-a028-a97f935a3bd2" providerId="ADAL" clId="{9E3353FE-7EFD-4D1F-85AC-2D3001641A94}" dt="2026-06-29T13:04:42.141" v="5823" actId="12789"/>
          <ac:cxnSpMkLst>
            <pc:docMk/>
            <pc:sldMk cId="3348813402" sldId="2076137763"/>
            <ac:cxnSpMk id="24" creationId="{3392D3DE-576C-6E49-DDE9-FF7ED67DF112}"/>
          </ac:cxnSpMkLst>
        </pc:cxnChg>
        <pc:cxnChg chg="add mod">
          <ac:chgData name="Kannepamula Mahesh Babu" userId="391c5b16-0897-4eca-a028-a97f935a3bd2" providerId="ADAL" clId="{9E3353FE-7EFD-4D1F-85AC-2D3001641A94}" dt="2026-06-29T13:04:42.141" v="5823" actId="12789"/>
          <ac:cxnSpMkLst>
            <pc:docMk/>
            <pc:sldMk cId="3348813402" sldId="2076137763"/>
            <ac:cxnSpMk id="25" creationId="{7DEFC6AE-F4D5-4FE1-CFDD-E01BB53538A8}"/>
          </ac:cxnSpMkLst>
        </pc:cxnChg>
        <pc:cxnChg chg="add mod">
          <ac:chgData name="Kannepamula Mahesh Babu" userId="391c5b16-0897-4eca-a028-a97f935a3bd2" providerId="ADAL" clId="{9E3353FE-7EFD-4D1F-85AC-2D3001641A94}" dt="2026-06-29T13:04:42.141" v="5823" actId="12789"/>
          <ac:cxnSpMkLst>
            <pc:docMk/>
            <pc:sldMk cId="3348813402" sldId="2076137763"/>
            <ac:cxnSpMk id="26" creationId="{043564CC-179A-A6FF-EDA1-AAC1F9368933}"/>
          </ac:cxnSpMkLst>
        </pc:cxnChg>
        <pc:cxnChg chg="add mod">
          <ac:chgData name="Kannepamula Mahesh Babu" userId="391c5b16-0897-4eca-a028-a97f935a3bd2" providerId="ADAL" clId="{9E3353FE-7EFD-4D1F-85AC-2D3001641A94}" dt="2026-06-29T13:04:42.141" v="5823" actId="12789"/>
          <ac:cxnSpMkLst>
            <pc:docMk/>
            <pc:sldMk cId="3348813402" sldId="2076137763"/>
            <ac:cxnSpMk id="27" creationId="{8A1E4780-2EFF-ED73-F653-8A715A98BDC9}"/>
          </ac:cxnSpMkLst>
        </pc:cxnChg>
      </pc:sldChg>
      <pc:sldChg chg="addSp delSp modSp new mod">
        <pc:chgData name="Kannepamula Mahesh Babu" userId="391c5b16-0897-4eca-a028-a97f935a3bd2" providerId="ADAL" clId="{9E3353FE-7EFD-4D1F-85AC-2D3001641A94}" dt="2026-06-29T13:05:08.264" v="5828" actId="108"/>
        <pc:sldMkLst>
          <pc:docMk/>
          <pc:sldMk cId="3882010242" sldId="2076137764"/>
        </pc:sldMkLst>
        <pc:spChg chg="mod">
          <ac:chgData name="Kannepamula Mahesh Babu" userId="391c5b16-0897-4eca-a028-a97f935a3bd2" providerId="ADAL" clId="{9E3353FE-7EFD-4D1F-85AC-2D3001641A94}" dt="2026-06-29T04:23:50.021" v="823" actId="20577"/>
          <ac:spMkLst>
            <pc:docMk/>
            <pc:sldMk cId="3882010242" sldId="2076137764"/>
            <ac:spMk id="2" creationId="{91DFA755-CF94-CFDE-D41E-45C9F6FEA9BF}"/>
          </ac:spMkLst>
        </pc:spChg>
        <pc:spChg chg="add mod">
          <ac:chgData name="Kannepamula Mahesh Babu" userId="391c5b16-0897-4eca-a028-a97f935a3bd2" providerId="ADAL" clId="{9E3353FE-7EFD-4D1F-85AC-2D3001641A94}" dt="2026-06-29T13:05:08.264" v="5828" actId="108"/>
          <ac:spMkLst>
            <pc:docMk/>
            <pc:sldMk cId="3882010242" sldId="2076137764"/>
            <ac:spMk id="6" creationId="{1DCF7B37-B164-8DD4-4F58-78021522AA09}"/>
          </ac:spMkLst>
        </pc:spChg>
        <pc:spChg chg="add mod topLvl">
          <ac:chgData name="Kannepamula Mahesh Babu" userId="391c5b16-0897-4eca-a028-a97f935a3bd2" providerId="ADAL" clId="{9E3353FE-7EFD-4D1F-85AC-2D3001641A94}" dt="2026-06-29T08:58:59.268" v="3451" actId="1076"/>
          <ac:spMkLst>
            <pc:docMk/>
            <pc:sldMk cId="3882010242" sldId="2076137764"/>
            <ac:spMk id="9" creationId="{76F4E0EE-DC77-8898-021A-171C21F9F48A}"/>
          </ac:spMkLst>
        </pc:spChg>
        <pc:spChg chg="add mod topLvl">
          <ac:chgData name="Kannepamula Mahesh Babu" userId="391c5b16-0897-4eca-a028-a97f935a3bd2" providerId="ADAL" clId="{9E3353FE-7EFD-4D1F-85AC-2D3001641A94}" dt="2026-06-29T08:58:59.268" v="3451" actId="1076"/>
          <ac:spMkLst>
            <pc:docMk/>
            <pc:sldMk cId="3882010242" sldId="2076137764"/>
            <ac:spMk id="10" creationId="{3D724E3F-AE2E-34BB-FC9E-48BF903F5E48}"/>
          </ac:spMkLst>
        </pc:spChg>
        <pc:spChg chg="add mod topLvl">
          <ac:chgData name="Kannepamula Mahesh Babu" userId="391c5b16-0897-4eca-a028-a97f935a3bd2" providerId="ADAL" clId="{9E3353FE-7EFD-4D1F-85AC-2D3001641A94}" dt="2026-06-29T04:51:43.980" v="964" actId="14100"/>
          <ac:spMkLst>
            <pc:docMk/>
            <pc:sldMk cId="3882010242" sldId="2076137764"/>
            <ac:spMk id="11" creationId="{E033AC18-85CF-2C25-B311-BAC09835CF39}"/>
          </ac:spMkLst>
        </pc:spChg>
        <pc:spChg chg="add mod topLvl">
          <ac:chgData name="Kannepamula Mahesh Babu" userId="391c5b16-0897-4eca-a028-a97f935a3bd2" providerId="ADAL" clId="{9E3353FE-7EFD-4D1F-85AC-2D3001641A94}" dt="2026-06-29T04:51:43.980" v="964" actId="14100"/>
          <ac:spMkLst>
            <pc:docMk/>
            <pc:sldMk cId="3882010242" sldId="2076137764"/>
            <ac:spMk id="12" creationId="{75EEFDB6-83D7-1179-2C7D-64246F4A2B6C}"/>
          </ac:spMkLst>
        </pc:spChg>
        <pc:spChg chg="add mod topLvl">
          <ac:chgData name="Kannepamula Mahesh Babu" userId="391c5b16-0897-4eca-a028-a97f935a3bd2" providerId="ADAL" clId="{9E3353FE-7EFD-4D1F-85AC-2D3001641A94}" dt="2026-06-29T04:52:22.009" v="974" actId="554"/>
          <ac:spMkLst>
            <pc:docMk/>
            <pc:sldMk cId="3882010242" sldId="2076137764"/>
            <ac:spMk id="13" creationId="{10301D4D-D85E-6398-5A8F-2118603D9FA8}"/>
          </ac:spMkLst>
        </pc:spChg>
        <pc:spChg chg="add mod topLvl">
          <ac:chgData name="Kannepamula Mahesh Babu" userId="391c5b16-0897-4eca-a028-a97f935a3bd2" providerId="ADAL" clId="{9E3353FE-7EFD-4D1F-85AC-2D3001641A94}" dt="2026-06-29T04:52:22.009" v="974" actId="554"/>
          <ac:spMkLst>
            <pc:docMk/>
            <pc:sldMk cId="3882010242" sldId="2076137764"/>
            <ac:spMk id="14" creationId="{446B5BA0-7F1D-EC11-37D9-655EF3E4EF44}"/>
          </ac:spMkLst>
        </pc:spChg>
        <pc:spChg chg="add mod topLvl">
          <ac:chgData name="Kannepamula Mahesh Babu" userId="391c5b16-0897-4eca-a028-a97f935a3bd2" providerId="ADAL" clId="{9E3353FE-7EFD-4D1F-85AC-2D3001641A94}" dt="2026-06-29T04:52:22.009" v="974" actId="554"/>
          <ac:spMkLst>
            <pc:docMk/>
            <pc:sldMk cId="3882010242" sldId="2076137764"/>
            <ac:spMk id="15" creationId="{685070D7-0EF0-3614-DB07-A023C12F2101}"/>
          </ac:spMkLst>
        </pc:spChg>
        <pc:spChg chg="add mod topLvl">
          <ac:chgData name="Kannepamula Mahesh Babu" userId="391c5b16-0897-4eca-a028-a97f935a3bd2" providerId="ADAL" clId="{9E3353FE-7EFD-4D1F-85AC-2D3001641A94}" dt="2026-06-29T04:52:22.009" v="974" actId="554"/>
          <ac:spMkLst>
            <pc:docMk/>
            <pc:sldMk cId="3882010242" sldId="2076137764"/>
            <ac:spMk id="16" creationId="{8AE9CA4A-4701-A61E-5A54-A8E8DF7CA41E}"/>
          </ac:spMkLst>
        </pc:spChg>
        <pc:spChg chg="add mod">
          <ac:chgData name="Kannepamula Mahesh Babu" userId="391c5b16-0897-4eca-a028-a97f935a3bd2" providerId="ADAL" clId="{9E3353FE-7EFD-4D1F-85AC-2D3001641A94}" dt="2026-06-29T05:10:34.895" v="1256" actId="207"/>
          <ac:spMkLst>
            <pc:docMk/>
            <pc:sldMk cId="3882010242" sldId="2076137764"/>
            <ac:spMk id="19" creationId="{74C5B41B-81BD-86AE-82D4-2E7B965CA24F}"/>
          </ac:spMkLst>
        </pc:spChg>
        <pc:picChg chg="add mod">
          <ac:chgData name="Kannepamula Mahesh Babu" userId="391c5b16-0897-4eca-a028-a97f935a3bd2" providerId="ADAL" clId="{9E3353FE-7EFD-4D1F-85AC-2D3001641A94}" dt="2026-06-29T10:29:58.864" v="4076" actId="12789"/>
          <ac:picMkLst>
            <pc:docMk/>
            <pc:sldMk cId="3882010242" sldId="2076137764"/>
            <ac:picMk id="8" creationId="{8FFCA2E3-6171-D53D-3B09-84E0B12D8A9F}"/>
          </ac:picMkLst>
        </pc:picChg>
        <pc:picChg chg="add mod">
          <ac:chgData name="Kannepamula Mahesh Babu" userId="391c5b16-0897-4eca-a028-a97f935a3bd2" providerId="ADAL" clId="{9E3353FE-7EFD-4D1F-85AC-2D3001641A94}" dt="2026-06-29T10:29:58.864" v="4076" actId="12789"/>
          <ac:picMkLst>
            <pc:docMk/>
            <pc:sldMk cId="3882010242" sldId="2076137764"/>
            <ac:picMk id="18" creationId="{BD4EEE92-B7CD-563B-B1D0-A34E91CF686C}"/>
          </ac:picMkLst>
        </pc:picChg>
        <pc:picChg chg="add mod">
          <ac:chgData name="Kannepamula Mahesh Babu" userId="391c5b16-0897-4eca-a028-a97f935a3bd2" providerId="ADAL" clId="{9E3353FE-7EFD-4D1F-85AC-2D3001641A94}" dt="2026-06-29T10:29:58.864" v="4076" actId="12789"/>
          <ac:picMkLst>
            <pc:docMk/>
            <pc:sldMk cId="3882010242" sldId="2076137764"/>
            <ac:picMk id="21" creationId="{FA565733-A96D-A280-4F64-37682C573DDB}"/>
          </ac:picMkLst>
        </pc:picChg>
        <pc:picChg chg="add mod">
          <ac:chgData name="Kannepamula Mahesh Babu" userId="391c5b16-0897-4eca-a028-a97f935a3bd2" providerId="ADAL" clId="{9E3353FE-7EFD-4D1F-85AC-2D3001641A94}" dt="2026-06-29T10:29:58.864" v="4076" actId="12789"/>
          <ac:picMkLst>
            <pc:docMk/>
            <pc:sldMk cId="3882010242" sldId="2076137764"/>
            <ac:picMk id="23" creationId="{BF9580AF-77D4-8347-23E7-D080378131A8}"/>
          </ac:picMkLst>
        </pc:picChg>
        <pc:picChg chg="add mod">
          <ac:chgData name="Kannepamula Mahesh Babu" userId="391c5b16-0897-4eca-a028-a97f935a3bd2" providerId="ADAL" clId="{9E3353FE-7EFD-4D1F-85AC-2D3001641A94}" dt="2026-06-29T10:32:49.225" v="4089" actId="12789"/>
          <ac:picMkLst>
            <pc:docMk/>
            <pc:sldMk cId="3882010242" sldId="2076137764"/>
            <ac:picMk id="25" creationId="{238CD56D-7EB7-36B5-397E-CDC417A6A724}"/>
          </ac:picMkLst>
        </pc:picChg>
        <pc:picChg chg="add mod">
          <ac:chgData name="Kannepamula Mahesh Babu" userId="391c5b16-0897-4eca-a028-a97f935a3bd2" providerId="ADAL" clId="{9E3353FE-7EFD-4D1F-85AC-2D3001641A94}" dt="2026-06-29T10:32:49.225" v="4089" actId="12789"/>
          <ac:picMkLst>
            <pc:docMk/>
            <pc:sldMk cId="3882010242" sldId="2076137764"/>
            <ac:picMk id="26" creationId="{303B205C-274A-B0A0-CCA9-4BD7F9D205F5}"/>
          </ac:picMkLst>
        </pc:picChg>
        <pc:picChg chg="add mod">
          <ac:chgData name="Kannepamula Mahesh Babu" userId="391c5b16-0897-4eca-a028-a97f935a3bd2" providerId="ADAL" clId="{9E3353FE-7EFD-4D1F-85AC-2D3001641A94}" dt="2026-06-29T10:32:49.225" v="4089" actId="12789"/>
          <ac:picMkLst>
            <pc:docMk/>
            <pc:sldMk cId="3882010242" sldId="2076137764"/>
            <ac:picMk id="27" creationId="{D711131F-C198-BAD6-F998-27074F7FD60F}"/>
          </ac:picMkLst>
        </pc:picChg>
        <pc:picChg chg="add mod">
          <ac:chgData name="Kannepamula Mahesh Babu" userId="391c5b16-0897-4eca-a028-a97f935a3bd2" providerId="ADAL" clId="{9E3353FE-7EFD-4D1F-85AC-2D3001641A94}" dt="2026-06-29T10:32:49.225" v="4089" actId="12789"/>
          <ac:picMkLst>
            <pc:docMk/>
            <pc:sldMk cId="3882010242" sldId="2076137764"/>
            <ac:picMk id="29" creationId="{26EF3442-046C-BFD0-6799-E993B3F8BDE2}"/>
          </ac:picMkLst>
        </pc:picChg>
      </pc:sldChg>
      <pc:sldChg chg="addSp modSp new mod">
        <pc:chgData name="Kannepamula Mahesh Babu" userId="391c5b16-0897-4eca-a028-a97f935a3bd2" providerId="ADAL" clId="{9E3353FE-7EFD-4D1F-85AC-2D3001641A94}" dt="2026-06-29T13:05:26.909" v="5838" actId="1037"/>
        <pc:sldMkLst>
          <pc:docMk/>
          <pc:sldMk cId="54263797" sldId="2076137765"/>
        </pc:sldMkLst>
        <pc:spChg chg="mod">
          <ac:chgData name="Kannepamula Mahesh Babu" userId="391c5b16-0897-4eca-a028-a97f935a3bd2" providerId="ADAL" clId="{9E3353FE-7EFD-4D1F-85AC-2D3001641A94}" dt="2026-06-29T04:54:21.967" v="989" actId="20577"/>
          <ac:spMkLst>
            <pc:docMk/>
            <pc:sldMk cId="54263797" sldId="2076137765"/>
            <ac:spMk id="2" creationId="{EE89335B-AF71-D332-C152-DA4B4214B708}"/>
          </ac:spMkLst>
        </pc:spChg>
        <pc:spChg chg="add mod">
          <ac:chgData name="Kannepamula Mahesh Babu" userId="391c5b16-0897-4eca-a028-a97f935a3bd2" providerId="ADAL" clId="{9E3353FE-7EFD-4D1F-85AC-2D3001641A94}" dt="2026-06-29T13:05:26.909" v="5838" actId="1037"/>
          <ac:spMkLst>
            <pc:docMk/>
            <pc:sldMk cId="54263797" sldId="2076137765"/>
            <ac:spMk id="6" creationId="{474D61C8-4F89-DD2D-5E53-727D5ACC35F4}"/>
          </ac:spMkLst>
        </pc:spChg>
        <pc:spChg chg="add mod">
          <ac:chgData name="Kannepamula Mahesh Babu" userId="391c5b16-0897-4eca-a028-a97f935a3bd2" providerId="ADAL" clId="{9E3353FE-7EFD-4D1F-85AC-2D3001641A94}" dt="2026-06-29T05:05:14.296" v="1181" actId="12"/>
          <ac:spMkLst>
            <pc:docMk/>
            <pc:sldMk cId="54263797" sldId="2076137765"/>
            <ac:spMk id="7" creationId="{A2FD170E-9768-16C8-4465-A265EFC0DED3}"/>
          </ac:spMkLst>
        </pc:spChg>
        <pc:spChg chg="add mod">
          <ac:chgData name="Kannepamula Mahesh Babu" userId="391c5b16-0897-4eca-a028-a97f935a3bd2" providerId="ADAL" clId="{9E3353FE-7EFD-4D1F-85AC-2D3001641A94}" dt="2026-06-29T05:05:13.619" v="1180" actId="108"/>
          <ac:spMkLst>
            <pc:docMk/>
            <pc:sldMk cId="54263797" sldId="2076137765"/>
            <ac:spMk id="8" creationId="{C20CA76F-3B54-E508-37EC-A86684939A26}"/>
          </ac:spMkLst>
        </pc:spChg>
        <pc:spChg chg="add mod">
          <ac:chgData name="Kannepamula Mahesh Babu" userId="391c5b16-0897-4eca-a028-a97f935a3bd2" providerId="ADAL" clId="{9E3353FE-7EFD-4D1F-85AC-2D3001641A94}" dt="2026-06-29T05:05:13.458" v="1179" actId="108"/>
          <ac:spMkLst>
            <pc:docMk/>
            <pc:sldMk cId="54263797" sldId="2076137765"/>
            <ac:spMk id="9" creationId="{FD7A0426-F7A5-A10F-25FF-29FDAD52211E}"/>
          </ac:spMkLst>
        </pc:spChg>
        <pc:spChg chg="add mod">
          <ac:chgData name="Kannepamula Mahesh Babu" userId="391c5b16-0897-4eca-a028-a97f935a3bd2" providerId="ADAL" clId="{9E3353FE-7EFD-4D1F-85AC-2D3001641A94}" dt="2026-06-29T05:00:54.492" v="1084" actId="164"/>
          <ac:spMkLst>
            <pc:docMk/>
            <pc:sldMk cId="54263797" sldId="2076137765"/>
            <ac:spMk id="10" creationId="{B7A313DF-3D32-A4DC-A561-9396E2709DE3}"/>
          </ac:spMkLst>
        </pc:spChg>
        <pc:spChg chg="add mod">
          <ac:chgData name="Kannepamula Mahesh Babu" userId="391c5b16-0897-4eca-a028-a97f935a3bd2" providerId="ADAL" clId="{9E3353FE-7EFD-4D1F-85AC-2D3001641A94}" dt="2026-06-29T05:00:54.492" v="1084" actId="164"/>
          <ac:spMkLst>
            <pc:docMk/>
            <pc:sldMk cId="54263797" sldId="2076137765"/>
            <ac:spMk id="11" creationId="{87FF6E68-7583-9D6F-2FCB-3E60F9CD15AC}"/>
          </ac:spMkLst>
        </pc:spChg>
        <pc:spChg chg="add mod">
          <ac:chgData name="Kannepamula Mahesh Babu" userId="391c5b16-0897-4eca-a028-a97f935a3bd2" providerId="ADAL" clId="{9E3353FE-7EFD-4D1F-85AC-2D3001641A94}" dt="2026-06-29T05:00:54.492" v="1084" actId="164"/>
          <ac:spMkLst>
            <pc:docMk/>
            <pc:sldMk cId="54263797" sldId="2076137765"/>
            <ac:spMk id="12" creationId="{9CFE38BE-64D0-ACAE-7F3C-DB2A27C9EED4}"/>
          </ac:spMkLst>
        </pc:spChg>
        <pc:spChg chg="add mod">
          <ac:chgData name="Kannepamula Mahesh Babu" userId="391c5b16-0897-4eca-a028-a97f935a3bd2" providerId="ADAL" clId="{9E3353FE-7EFD-4D1F-85AC-2D3001641A94}" dt="2026-06-29T05:10:00.483" v="1250" actId="1076"/>
          <ac:spMkLst>
            <pc:docMk/>
            <pc:sldMk cId="54263797" sldId="2076137765"/>
            <ac:spMk id="19" creationId="{BA7ACE9C-3D64-E23D-7D86-1C69D122960A}"/>
          </ac:spMkLst>
        </pc:spChg>
        <pc:spChg chg="add mod">
          <ac:chgData name="Kannepamula Mahesh Babu" userId="391c5b16-0897-4eca-a028-a97f935a3bd2" providerId="ADAL" clId="{9E3353FE-7EFD-4D1F-85AC-2D3001641A94}" dt="2026-06-29T05:10:00.483" v="1250" actId="1076"/>
          <ac:spMkLst>
            <pc:docMk/>
            <pc:sldMk cId="54263797" sldId="2076137765"/>
            <ac:spMk id="20" creationId="{C93A6C63-6346-FA76-2EF0-79B9FFCA4702}"/>
          </ac:spMkLst>
        </pc:spChg>
        <pc:spChg chg="add mod">
          <ac:chgData name="Kannepamula Mahesh Babu" userId="391c5b16-0897-4eca-a028-a97f935a3bd2" providerId="ADAL" clId="{9E3353FE-7EFD-4D1F-85AC-2D3001641A94}" dt="2026-06-29T05:10:00.483" v="1250" actId="1076"/>
          <ac:spMkLst>
            <pc:docMk/>
            <pc:sldMk cId="54263797" sldId="2076137765"/>
            <ac:spMk id="21" creationId="{BCA1D69A-C16A-D8F6-B494-B56C5E8FBCD0}"/>
          </ac:spMkLst>
        </pc:spChg>
        <pc:spChg chg="add mod">
          <ac:chgData name="Kannepamula Mahesh Babu" userId="391c5b16-0897-4eca-a028-a97f935a3bd2" providerId="ADAL" clId="{9E3353FE-7EFD-4D1F-85AC-2D3001641A94}" dt="2026-06-29T06:09:04.840" v="1938" actId="120"/>
          <ac:spMkLst>
            <pc:docMk/>
            <pc:sldMk cId="54263797" sldId="2076137765"/>
            <ac:spMk id="25" creationId="{E220B33A-74EF-EB39-1D0F-2C8D30F99E76}"/>
          </ac:spMkLst>
        </pc:spChg>
        <pc:spChg chg="add mod">
          <ac:chgData name="Kannepamula Mahesh Babu" userId="391c5b16-0897-4eca-a028-a97f935a3bd2" providerId="ADAL" clId="{9E3353FE-7EFD-4D1F-85AC-2D3001641A94}" dt="2026-06-29T06:09:04.840" v="1938" actId="120"/>
          <ac:spMkLst>
            <pc:docMk/>
            <pc:sldMk cId="54263797" sldId="2076137765"/>
            <ac:spMk id="26" creationId="{9E40C801-BA21-0919-C02E-C0E20D28004F}"/>
          </ac:spMkLst>
        </pc:spChg>
        <pc:spChg chg="add mod">
          <ac:chgData name="Kannepamula Mahesh Babu" userId="391c5b16-0897-4eca-a028-a97f935a3bd2" providerId="ADAL" clId="{9E3353FE-7EFD-4D1F-85AC-2D3001641A94}" dt="2026-06-29T06:09:04.840" v="1938" actId="120"/>
          <ac:spMkLst>
            <pc:docMk/>
            <pc:sldMk cId="54263797" sldId="2076137765"/>
            <ac:spMk id="27" creationId="{3C60342A-167D-622E-DFF1-632393342921}"/>
          </ac:spMkLst>
        </pc:spChg>
        <pc:spChg chg="add mod">
          <ac:chgData name="Kannepamula Mahesh Babu" userId="391c5b16-0897-4eca-a028-a97f935a3bd2" providerId="ADAL" clId="{9E3353FE-7EFD-4D1F-85AC-2D3001641A94}" dt="2026-06-29T05:10:00.483" v="1250" actId="1076"/>
          <ac:spMkLst>
            <pc:docMk/>
            <pc:sldMk cId="54263797" sldId="2076137765"/>
            <ac:spMk id="28" creationId="{EA7A3000-10C4-DA5E-35FC-F2269D37FA82}"/>
          </ac:spMkLst>
        </pc:spChg>
        <pc:spChg chg="add mod">
          <ac:chgData name="Kannepamula Mahesh Babu" userId="391c5b16-0897-4eca-a028-a97f935a3bd2" providerId="ADAL" clId="{9E3353FE-7EFD-4D1F-85AC-2D3001641A94}" dt="2026-06-29T05:10:15.385" v="1252" actId="164"/>
          <ac:spMkLst>
            <pc:docMk/>
            <pc:sldMk cId="54263797" sldId="2076137765"/>
            <ac:spMk id="32" creationId="{84E192F5-A0F7-F76F-9BE1-2FF51A242A16}"/>
          </ac:spMkLst>
        </pc:spChg>
        <pc:spChg chg="add mod">
          <ac:chgData name="Kannepamula Mahesh Babu" userId="391c5b16-0897-4eca-a028-a97f935a3bd2" providerId="ADAL" clId="{9E3353FE-7EFD-4D1F-85AC-2D3001641A94}" dt="2026-06-29T05:10:15.385" v="1252" actId="164"/>
          <ac:spMkLst>
            <pc:docMk/>
            <pc:sldMk cId="54263797" sldId="2076137765"/>
            <ac:spMk id="33" creationId="{CACD4CF6-2369-A66F-6C3C-E4BB45349B75}"/>
          </ac:spMkLst>
        </pc:spChg>
        <pc:spChg chg="add mod">
          <ac:chgData name="Kannepamula Mahesh Babu" userId="391c5b16-0897-4eca-a028-a97f935a3bd2" providerId="ADAL" clId="{9E3353FE-7EFD-4D1F-85AC-2D3001641A94}" dt="2026-06-29T05:10:15.385" v="1252" actId="164"/>
          <ac:spMkLst>
            <pc:docMk/>
            <pc:sldMk cId="54263797" sldId="2076137765"/>
            <ac:spMk id="34" creationId="{A1FB1DA5-56C1-34A1-D784-9B34AAC4B7D1}"/>
          </ac:spMkLst>
        </pc:spChg>
        <pc:spChg chg="add mod">
          <ac:chgData name="Kannepamula Mahesh Babu" userId="391c5b16-0897-4eca-a028-a97f935a3bd2" providerId="ADAL" clId="{9E3353FE-7EFD-4D1F-85AC-2D3001641A94}" dt="2026-06-29T05:10:15.385" v="1252" actId="164"/>
          <ac:spMkLst>
            <pc:docMk/>
            <pc:sldMk cId="54263797" sldId="2076137765"/>
            <ac:spMk id="35" creationId="{F0318ED2-40D5-1534-EF37-F71A78B68846}"/>
          </ac:spMkLst>
        </pc:spChg>
        <pc:spChg chg="add mod">
          <ac:chgData name="Kannepamula Mahesh Babu" userId="391c5b16-0897-4eca-a028-a97f935a3bd2" providerId="ADAL" clId="{9E3353FE-7EFD-4D1F-85AC-2D3001641A94}" dt="2026-06-29T05:10:15.385" v="1252" actId="164"/>
          <ac:spMkLst>
            <pc:docMk/>
            <pc:sldMk cId="54263797" sldId="2076137765"/>
            <ac:spMk id="36" creationId="{B091294A-5592-2204-6B30-F5FD2CB485AD}"/>
          </ac:spMkLst>
        </pc:spChg>
        <pc:spChg chg="add mod">
          <ac:chgData name="Kannepamula Mahesh Babu" userId="391c5b16-0897-4eca-a028-a97f935a3bd2" providerId="ADAL" clId="{9E3353FE-7EFD-4D1F-85AC-2D3001641A94}" dt="2026-06-29T05:10:15.385" v="1252" actId="164"/>
          <ac:spMkLst>
            <pc:docMk/>
            <pc:sldMk cId="54263797" sldId="2076137765"/>
            <ac:spMk id="37" creationId="{B522B287-A57B-E29F-BD60-1008CEEF4B74}"/>
          </ac:spMkLst>
        </pc:spChg>
        <pc:spChg chg="add mod">
          <ac:chgData name="Kannepamula Mahesh Babu" userId="391c5b16-0897-4eca-a028-a97f935a3bd2" providerId="ADAL" clId="{9E3353FE-7EFD-4D1F-85AC-2D3001641A94}" dt="2026-06-29T05:10:15.385" v="1252" actId="164"/>
          <ac:spMkLst>
            <pc:docMk/>
            <pc:sldMk cId="54263797" sldId="2076137765"/>
            <ac:spMk id="38" creationId="{D73AE558-6439-1EC6-4261-F7B12965418F}"/>
          </ac:spMkLst>
        </pc:spChg>
        <pc:grpChg chg="add mod">
          <ac:chgData name="Kannepamula Mahesh Babu" userId="391c5b16-0897-4eca-a028-a97f935a3bd2" providerId="ADAL" clId="{9E3353FE-7EFD-4D1F-85AC-2D3001641A94}" dt="2026-06-29T05:10:18.090" v="1253" actId="1076"/>
          <ac:grpSpMkLst>
            <pc:docMk/>
            <pc:sldMk cId="54263797" sldId="2076137765"/>
            <ac:grpSpMk id="39" creationId="{C6FBC678-E28A-85BE-1521-B1E202BA55A0}"/>
          </ac:grpSpMkLst>
        </pc:grpChg>
        <pc:cxnChg chg="add mod">
          <ac:chgData name="Kannepamula Mahesh Babu" userId="391c5b16-0897-4eca-a028-a97f935a3bd2" providerId="ADAL" clId="{9E3353FE-7EFD-4D1F-85AC-2D3001641A94}" dt="2026-06-29T06:03:26.888" v="1862" actId="108"/>
          <ac:cxnSpMkLst>
            <pc:docMk/>
            <pc:sldMk cId="54263797" sldId="2076137765"/>
            <ac:cxnSpMk id="14" creationId="{3E8E66EE-D2D8-FD4B-850B-050E546A0025}"/>
          </ac:cxnSpMkLst>
        </pc:cxnChg>
        <pc:cxnChg chg="add mod">
          <ac:chgData name="Kannepamula Mahesh Babu" userId="391c5b16-0897-4eca-a028-a97f935a3bd2" providerId="ADAL" clId="{9E3353FE-7EFD-4D1F-85AC-2D3001641A94}" dt="2026-06-29T06:03:26.888" v="1862" actId="108"/>
          <ac:cxnSpMkLst>
            <pc:docMk/>
            <pc:sldMk cId="54263797" sldId="2076137765"/>
            <ac:cxnSpMk id="15" creationId="{C165755E-448A-C2F3-72E7-0BD240884BC0}"/>
          </ac:cxnSpMkLst>
        </pc:cxnChg>
        <pc:cxnChg chg="add mod">
          <ac:chgData name="Kannepamula Mahesh Babu" userId="391c5b16-0897-4eca-a028-a97f935a3bd2" providerId="ADAL" clId="{9E3353FE-7EFD-4D1F-85AC-2D3001641A94}" dt="2026-06-29T05:10:00.483" v="1250" actId="1076"/>
          <ac:cxnSpMkLst>
            <pc:docMk/>
            <pc:sldMk cId="54263797" sldId="2076137765"/>
            <ac:cxnSpMk id="29" creationId="{18A08BEA-C395-0E28-DCFD-9E4AD46723D0}"/>
          </ac:cxnSpMkLst>
        </pc:cxnChg>
        <pc:cxnChg chg="add mod">
          <ac:chgData name="Kannepamula Mahesh Babu" userId="391c5b16-0897-4eca-a028-a97f935a3bd2" providerId="ADAL" clId="{9E3353FE-7EFD-4D1F-85AC-2D3001641A94}" dt="2026-06-29T05:10:00.483" v="1250" actId="1076"/>
          <ac:cxnSpMkLst>
            <pc:docMk/>
            <pc:sldMk cId="54263797" sldId="2076137765"/>
            <ac:cxnSpMk id="31" creationId="{84A46358-A061-9134-5DFB-59823CC6827C}"/>
          </ac:cxnSpMkLst>
        </pc:cxnChg>
      </pc:sldChg>
      <pc:sldChg chg="addSp delSp modSp new mod setBg">
        <pc:chgData name="Kannepamula Mahesh Babu" userId="391c5b16-0897-4eca-a028-a97f935a3bd2" providerId="ADAL" clId="{9E3353FE-7EFD-4D1F-85AC-2D3001641A94}" dt="2026-06-29T11:37:23.732" v="4778" actId="554"/>
        <pc:sldMkLst>
          <pc:docMk/>
          <pc:sldMk cId="6189717" sldId="2076137766"/>
        </pc:sldMkLst>
        <pc:spChg chg="mod">
          <ac:chgData name="Kannepamula Mahesh Babu" userId="391c5b16-0897-4eca-a028-a97f935a3bd2" providerId="ADAL" clId="{9E3353FE-7EFD-4D1F-85AC-2D3001641A94}" dt="2026-06-29T10:45:05.770" v="4229" actId="207"/>
          <ac:spMkLst>
            <pc:docMk/>
            <pc:sldMk cId="6189717" sldId="2076137766"/>
            <ac:spMk id="2" creationId="{43408F94-47E9-EB0E-4235-FDDF63B3F668}"/>
          </ac:spMkLst>
        </pc:spChg>
        <pc:spChg chg="mod">
          <ac:chgData name="Kannepamula Mahesh Babu" userId="391c5b16-0897-4eca-a028-a97f935a3bd2" providerId="ADAL" clId="{9E3353FE-7EFD-4D1F-85AC-2D3001641A94}" dt="2026-06-29T11:36:22.260" v="4766" actId="208"/>
          <ac:spMkLst>
            <pc:docMk/>
            <pc:sldMk cId="6189717" sldId="2076137766"/>
            <ac:spMk id="6" creationId="{44221266-B653-A63C-CC3D-31B96A6BA433}"/>
          </ac:spMkLst>
        </pc:spChg>
        <pc:spChg chg="mod">
          <ac:chgData name="Kannepamula Mahesh Babu" userId="391c5b16-0897-4eca-a028-a97f935a3bd2" providerId="ADAL" clId="{9E3353FE-7EFD-4D1F-85AC-2D3001641A94}" dt="2026-06-29T05:19:31.381" v="1360" actId="14100"/>
          <ac:spMkLst>
            <pc:docMk/>
            <pc:sldMk cId="6189717" sldId="2076137766"/>
            <ac:spMk id="7" creationId="{B882FEF6-45DB-3F01-BB8F-AD8F3EE87531}"/>
          </ac:spMkLst>
        </pc:spChg>
        <pc:spChg chg="mod">
          <ac:chgData name="Kannepamula Mahesh Babu" userId="391c5b16-0897-4eca-a028-a97f935a3bd2" providerId="ADAL" clId="{9E3353FE-7EFD-4D1F-85AC-2D3001641A94}" dt="2026-06-29T11:36:02.924" v="4765" actId="1076"/>
          <ac:spMkLst>
            <pc:docMk/>
            <pc:sldMk cId="6189717" sldId="2076137766"/>
            <ac:spMk id="8" creationId="{6D7ACA84-655E-34CD-4C8A-EC8834C31C83}"/>
          </ac:spMkLst>
        </pc:spChg>
        <pc:spChg chg="mod">
          <ac:chgData name="Kannepamula Mahesh Babu" userId="391c5b16-0897-4eca-a028-a97f935a3bd2" providerId="ADAL" clId="{9E3353FE-7EFD-4D1F-85AC-2D3001641A94}" dt="2026-06-29T06:01:45.670" v="1848" actId="12788"/>
          <ac:spMkLst>
            <pc:docMk/>
            <pc:sldMk cId="6189717" sldId="2076137766"/>
            <ac:spMk id="9" creationId="{D822808F-E1B5-7D04-F87C-92AF1823B565}"/>
          </ac:spMkLst>
        </pc:spChg>
        <pc:spChg chg="add mod topLvl">
          <ac:chgData name="Kannepamula Mahesh Babu" userId="391c5b16-0897-4eca-a028-a97f935a3bd2" providerId="ADAL" clId="{9E3353FE-7EFD-4D1F-85AC-2D3001641A94}" dt="2026-06-29T06:01:48.959" v="1849" actId="12788"/>
          <ac:spMkLst>
            <pc:docMk/>
            <pc:sldMk cId="6189717" sldId="2076137766"/>
            <ac:spMk id="10" creationId="{3AB6A453-EB0E-0430-2E02-4E04A0F82CE9}"/>
          </ac:spMkLst>
        </pc:spChg>
        <pc:spChg chg="mod">
          <ac:chgData name="Kannepamula Mahesh Babu" userId="391c5b16-0897-4eca-a028-a97f935a3bd2" providerId="ADAL" clId="{9E3353FE-7EFD-4D1F-85AC-2D3001641A94}" dt="2026-06-29T06:01:51.786" v="1850" actId="12788"/>
          <ac:spMkLst>
            <pc:docMk/>
            <pc:sldMk cId="6189717" sldId="2076137766"/>
            <ac:spMk id="11" creationId="{4C194BF0-DDF1-C6DE-43FD-17C28D194B88}"/>
          </ac:spMkLst>
        </pc:spChg>
        <pc:spChg chg="mod">
          <ac:chgData name="Kannepamula Mahesh Babu" userId="391c5b16-0897-4eca-a028-a97f935a3bd2" providerId="ADAL" clId="{9E3353FE-7EFD-4D1F-85AC-2D3001641A94}" dt="2026-06-29T10:45:09.860" v="4230" actId="207"/>
          <ac:spMkLst>
            <pc:docMk/>
            <pc:sldMk cId="6189717" sldId="2076137766"/>
            <ac:spMk id="12" creationId="{60219A8F-5915-67B1-1342-A622CD6C806F}"/>
          </ac:spMkLst>
        </pc:spChg>
        <pc:spChg chg="mod">
          <ac:chgData name="Kannepamula Mahesh Babu" userId="391c5b16-0897-4eca-a028-a97f935a3bd2" providerId="ADAL" clId="{9E3353FE-7EFD-4D1F-85AC-2D3001641A94}" dt="2026-06-29T10:45:09.860" v="4230" actId="207"/>
          <ac:spMkLst>
            <pc:docMk/>
            <pc:sldMk cId="6189717" sldId="2076137766"/>
            <ac:spMk id="13" creationId="{DBC02823-CB77-3BC3-B1DA-6665E5EE9C68}"/>
          </ac:spMkLst>
        </pc:spChg>
        <pc:spChg chg="mod">
          <ac:chgData name="Kannepamula Mahesh Babu" userId="391c5b16-0897-4eca-a028-a97f935a3bd2" providerId="ADAL" clId="{9E3353FE-7EFD-4D1F-85AC-2D3001641A94}" dt="2026-06-29T10:45:09.860" v="4230" actId="207"/>
          <ac:spMkLst>
            <pc:docMk/>
            <pc:sldMk cId="6189717" sldId="2076137766"/>
            <ac:spMk id="14" creationId="{681DB466-B936-2328-D1E1-E07DB7B8164C}"/>
          </ac:spMkLst>
        </pc:spChg>
        <pc:spChg chg="mod">
          <ac:chgData name="Kannepamula Mahesh Babu" userId="391c5b16-0897-4eca-a028-a97f935a3bd2" providerId="ADAL" clId="{9E3353FE-7EFD-4D1F-85AC-2D3001641A94}" dt="2026-06-29T10:45:09.860" v="4230" actId="207"/>
          <ac:spMkLst>
            <pc:docMk/>
            <pc:sldMk cId="6189717" sldId="2076137766"/>
            <ac:spMk id="15" creationId="{8E7500A7-D248-378F-407F-F968A2BDC2BD}"/>
          </ac:spMkLst>
        </pc:spChg>
        <pc:spChg chg="mod">
          <ac:chgData name="Kannepamula Mahesh Babu" userId="391c5b16-0897-4eca-a028-a97f935a3bd2" providerId="ADAL" clId="{9E3353FE-7EFD-4D1F-85AC-2D3001641A94}" dt="2026-06-29T10:45:09.860" v="4230" actId="207"/>
          <ac:spMkLst>
            <pc:docMk/>
            <pc:sldMk cId="6189717" sldId="2076137766"/>
            <ac:spMk id="16" creationId="{CD145346-E9CA-4C81-DCED-584A4018F7E8}"/>
          </ac:spMkLst>
        </pc:spChg>
        <pc:spChg chg="mod">
          <ac:chgData name="Kannepamula Mahesh Babu" userId="391c5b16-0897-4eca-a028-a97f935a3bd2" providerId="ADAL" clId="{9E3353FE-7EFD-4D1F-85AC-2D3001641A94}" dt="2026-06-29T10:45:13.046" v="4231" actId="207"/>
          <ac:spMkLst>
            <pc:docMk/>
            <pc:sldMk cId="6189717" sldId="2076137766"/>
            <ac:spMk id="17" creationId="{42C05E8E-DAC4-9365-0BA4-146A893C7DF3}"/>
          </ac:spMkLst>
        </pc:spChg>
        <pc:spChg chg="mod">
          <ac:chgData name="Kannepamula Mahesh Babu" userId="391c5b16-0897-4eca-a028-a97f935a3bd2" providerId="ADAL" clId="{9E3353FE-7EFD-4D1F-85AC-2D3001641A94}" dt="2026-06-29T11:36:56.956" v="4776" actId="12788"/>
          <ac:spMkLst>
            <pc:docMk/>
            <pc:sldMk cId="6189717" sldId="2076137766"/>
            <ac:spMk id="18" creationId="{A868DA55-6DC3-EE17-CD4B-03161C6E5E6E}"/>
          </ac:spMkLst>
        </pc:spChg>
        <pc:spChg chg="add mod topLvl">
          <ac:chgData name="Kannepamula Mahesh Babu" userId="391c5b16-0897-4eca-a028-a97f935a3bd2" providerId="ADAL" clId="{9E3353FE-7EFD-4D1F-85AC-2D3001641A94}" dt="2026-06-29T11:36:49.046" v="4775" actId="12788"/>
          <ac:spMkLst>
            <pc:docMk/>
            <pc:sldMk cId="6189717" sldId="2076137766"/>
            <ac:spMk id="19" creationId="{F00EA86D-CFE6-62F4-4035-BEF842963FE8}"/>
          </ac:spMkLst>
        </pc:spChg>
        <pc:spChg chg="mod">
          <ac:chgData name="Kannepamula Mahesh Babu" userId="391c5b16-0897-4eca-a028-a97f935a3bd2" providerId="ADAL" clId="{9E3353FE-7EFD-4D1F-85AC-2D3001641A94}" dt="2026-06-29T11:36:43.965" v="4774" actId="688"/>
          <ac:spMkLst>
            <pc:docMk/>
            <pc:sldMk cId="6189717" sldId="2076137766"/>
            <ac:spMk id="20" creationId="{717F4DF0-6607-5DC3-407C-9D83B1B961B1}"/>
          </ac:spMkLst>
        </pc:spChg>
        <pc:spChg chg="mod">
          <ac:chgData name="Kannepamula Mahesh Babu" userId="391c5b16-0897-4eca-a028-a97f935a3bd2" providerId="ADAL" clId="{9E3353FE-7EFD-4D1F-85AC-2D3001641A94}" dt="2026-06-29T11:37:02.694" v="4777" actId="12788"/>
          <ac:spMkLst>
            <pc:docMk/>
            <pc:sldMk cId="6189717" sldId="2076137766"/>
            <ac:spMk id="21" creationId="{25EB830A-AF08-3883-8B9F-299CD7891583}"/>
          </ac:spMkLst>
        </pc:spChg>
        <pc:spChg chg="mod">
          <ac:chgData name="Kannepamula Mahesh Babu" userId="391c5b16-0897-4eca-a028-a97f935a3bd2" providerId="ADAL" clId="{9E3353FE-7EFD-4D1F-85AC-2D3001641A94}" dt="2026-06-29T10:46:04.009" v="4240" actId="14100"/>
          <ac:spMkLst>
            <pc:docMk/>
            <pc:sldMk cId="6189717" sldId="2076137766"/>
            <ac:spMk id="27" creationId="{452D1494-ED4E-7F74-BE91-84581B5CDFC8}"/>
          </ac:spMkLst>
        </pc:spChg>
        <pc:spChg chg="add mod topLvl">
          <ac:chgData name="Kannepamula Mahesh Babu" userId="391c5b16-0897-4eca-a028-a97f935a3bd2" providerId="ADAL" clId="{9E3353FE-7EFD-4D1F-85AC-2D3001641A94}" dt="2026-06-29T11:36:56.956" v="4776" actId="12788"/>
          <ac:spMkLst>
            <pc:docMk/>
            <pc:sldMk cId="6189717" sldId="2076137766"/>
            <ac:spMk id="28" creationId="{DB4BE65E-3585-99C8-6F38-CEF1596A450D}"/>
          </ac:spMkLst>
        </pc:spChg>
        <pc:spChg chg="add mod topLvl">
          <ac:chgData name="Kannepamula Mahesh Babu" userId="391c5b16-0897-4eca-a028-a97f935a3bd2" providerId="ADAL" clId="{9E3353FE-7EFD-4D1F-85AC-2D3001641A94}" dt="2026-06-29T11:36:49.046" v="4775" actId="12788"/>
          <ac:spMkLst>
            <pc:docMk/>
            <pc:sldMk cId="6189717" sldId="2076137766"/>
            <ac:spMk id="29" creationId="{A184D86F-0F3F-AD39-2DFE-AFE623043B35}"/>
          </ac:spMkLst>
        </pc:spChg>
        <pc:spChg chg="mod">
          <ac:chgData name="Kannepamula Mahesh Babu" userId="391c5b16-0897-4eca-a028-a97f935a3bd2" providerId="ADAL" clId="{9E3353FE-7EFD-4D1F-85AC-2D3001641A94}" dt="2026-06-29T10:46:14.770" v="4244" actId="1076"/>
          <ac:spMkLst>
            <pc:docMk/>
            <pc:sldMk cId="6189717" sldId="2076137766"/>
            <ac:spMk id="30" creationId="{A97189C0-FA3F-BD83-55DF-A6138A458FE5}"/>
          </ac:spMkLst>
        </pc:spChg>
        <pc:spChg chg="mod">
          <ac:chgData name="Kannepamula Mahesh Babu" userId="391c5b16-0897-4eca-a028-a97f935a3bd2" providerId="ADAL" clId="{9E3353FE-7EFD-4D1F-85AC-2D3001641A94}" dt="2026-06-29T11:37:02.694" v="4777" actId="12788"/>
          <ac:spMkLst>
            <pc:docMk/>
            <pc:sldMk cId="6189717" sldId="2076137766"/>
            <ac:spMk id="31" creationId="{AC665C4B-FFCC-D582-D072-1F3C235D8E4E}"/>
          </ac:spMkLst>
        </pc:spChg>
        <pc:spChg chg="add mod">
          <ac:chgData name="Kannepamula Mahesh Babu" userId="391c5b16-0897-4eca-a028-a97f935a3bd2" providerId="ADAL" clId="{9E3353FE-7EFD-4D1F-85AC-2D3001641A94}" dt="2026-06-29T10:45:31.429" v="4235" actId="207"/>
          <ac:spMkLst>
            <pc:docMk/>
            <pc:sldMk cId="6189717" sldId="2076137766"/>
            <ac:spMk id="34" creationId="{7A0D8703-9142-75FE-EEF8-F312CD8A579C}"/>
          </ac:spMkLst>
        </pc:spChg>
        <pc:spChg chg="mod">
          <ac:chgData name="Kannepamula Mahesh Babu" userId="391c5b16-0897-4eca-a028-a97f935a3bd2" providerId="ADAL" clId="{9E3353FE-7EFD-4D1F-85AC-2D3001641A94}" dt="2026-06-29T06:10:02.904" v="1946" actId="14100"/>
          <ac:spMkLst>
            <pc:docMk/>
            <pc:sldMk cId="6189717" sldId="2076137766"/>
            <ac:spMk id="37" creationId="{72F965CE-5DEF-A3A2-D78B-83255FE15EAA}"/>
          </ac:spMkLst>
        </pc:spChg>
        <pc:spChg chg="mod topLvl">
          <ac:chgData name="Kannepamula Mahesh Babu" userId="391c5b16-0897-4eca-a028-a97f935a3bd2" providerId="ADAL" clId="{9E3353FE-7EFD-4D1F-85AC-2D3001641A94}" dt="2026-06-29T06:03:59.955" v="1866" actId="207"/>
          <ac:spMkLst>
            <pc:docMk/>
            <pc:sldMk cId="6189717" sldId="2076137766"/>
            <ac:spMk id="38" creationId="{0E059E77-79C3-F1AC-560A-B7050B3C747B}"/>
          </ac:spMkLst>
        </pc:spChg>
        <pc:spChg chg="add mod">
          <ac:chgData name="Kannepamula Mahesh Babu" userId="391c5b16-0897-4eca-a028-a97f935a3bd2" providerId="ADAL" clId="{9E3353FE-7EFD-4D1F-85AC-2D3001641A94}" dt="2026-06-29T10:45:29.014" v="4234" actId="207"/>
          <ac:spMkLst>
            <pc:docMk/>
            <pc:sldMk cId="6189717" sldId="2076137766"/>
            <ac:spMk id="39" creationId="{59AF7B43-6919-EB5E-071B-161A678C2F3D}"/>
          </ac:spMkLst>
        </pc:spChg>
        <pc:spChg chg="add mod topLvl">
          <ac:chgData name="Kannepamula Mahesh Babu" userId="391c5b16-0897-4eca-a028-a97f935a3bd2" providerId="ADAL" clId="{9E3353FE-7EFD-4D1F-85AC-2D3001641A94}" dt="2026-06-29T06:03:59.955" v="1866" actId="207"/>
          <ac:spMkLst>
            <pc:docMk/>
            <pc:sldMk cId="6189717" sldId="2076137766"/>
            <ac:spMk id="40" creationId="{85FB13C4-B002-4E3A-D2B7-A9E311D0BAA4}"/>
          </ac:spMkLst>
        </pc:spChg>
        <pc:spChg chg="mod topLvl">
          <ac:chgData name="Kannepamula Mahesh Babu" userId="391c5b16-0897-4eca-a028-a97f935a3bd2" providerId="ADAL" clId="{9E3353FE-7EFD-4D1F-85AC-2D3001641A94}" dt="2026-06-29T06:03:59.955" v="1866" actId="207"/>
          <ac:spMkLst>
            <pc:docMk/>
            <pc:sldMk cId="6189717" sldId="2076137766"/>
            <ac:spMk id="42" creationId="{E54D3055-3BD5-DC4D-9DA1-83A049BAF726}"/>
          </ac:spMkLst>
        </pc:spChg>
        <pc:spChg chg="mod topLvl">
          <ac:chgData name="Kannepamula Mahesh Babu" userId="391c5b16-0897-4eca-a028-a97f935a3bd2" providerId="ADAL" clId="{9E3353FE-7EFD-4D1F-85AC-2D3001641A94}" dt="2026-06-29T06:03:59.955" v="1866" actId="207"/>
          <ac:spMkLst>
            <pc:docMk/>
            <pc:sldMk cId="6189717" sldId="2076137766"/>
            <ac:spMk id="44" creationId="{3161FCD3-EA2E-B38F-B740-92A66B138B6C}"/>
          </ac:spMkLst>
        </pc:spChg>
        <pc:spChg chg="mod topLvl">
          <ac:chgData name="Kannepamula Mahesh Babu" userId="391c5b16-0897-4eca-a028-a97f935a3bd2" providerId="ADAL" clId="{9E3353FE-7EFD-4D1F-85AC-2D3001641A94}" dt="2026-06-29T06:03:59.955" v="1866" actId="207"/>
          <ac:spMkLst>
            <pc:docMk/>
            <pc:sldMk cId="6189717" sldId="2076137766"/>
            <ac:spMk id="46" creationId="{69CFB0EE-88CD-9EC4-62B7-CFD0567944B3}"/>
          </ac:spMkLst>
        </pc:spChg>
        <pc:spChg chg="add mod topLvl">
          <ac:chgData name="Kannepamula Mahesh Babu" userId="391c5b16-0897-4eca-a028-a97f935a3bd2" providerId="ADAL" clId="{9E3353FE-7EFD-4D1F-85AC-2D3001641A94}" dt="2026-06-29T06:03:59.955" v="1866" actId="207"/>
          <ac:spMkLst>
            <pc:docMk/>
            <pc:sldMk cId="6189717" sldId="2076137766"/>
            <ac:spMk id="48" creationId="{C98E8968-1988-1798-0BBA-221EC796FFCA}"/>
          </ac:spMkLst>
        </pc:spChg>
        <pc:spChg chg="mod topLvl">
          <ac:chgData name="Kannepamula Mahesh Babu" userId="391c5b16-0897-4eca-a028-a97f935a3bd2" providerId="ADAL" clId="{9E3353FE-7EFD-4D1F-85AC-2D3001641A94}" dt="2026-06-29T11:37:23.732" v="4778" actId="554"/>
          <ac:spMkLst>
            <pc:docMk/>
            <pc:sldMk cId="6189717" sldId="2076137766"/>
            <ac:spMk id="50" creationId="{24421AB3-0F53-2428-F529-4B7C3AB8C57A}"/>
          </ac:spMkLst>
        </pc:spChg>
        <pc:spChg chg="mod topLvl">
          <ac:chgData name="Kannepamula Mahesh Babu" userId="391c5b16-0897-4eca-a028-a97f935a3bd2" providerId="ADAL" clId="{9E3353FE-7EFD-4D1F-85AC-2D3001641A94}" dt="2026-06-29T11:37:23.732" v="4778" actId="554"/>
          <ac:spMkLst>
            <pc:docMk/>
            <pc:sldMk cId="6189717" sldId="2076137766"/>
            <ac:spMk id="52" creationId="{3B5F4E5B-8038-EC82-EE73-4FABC198B271}"/>
          </ac:spMkLst>
        </pc:spChg>
        <pc:spChg chg="add mod topLvl">
          <ac:chgData name="Kannepamula Mahesh Babu" userId="391c5b16-0897-4eca-a028-a97f935a3bd2" providerId="ADAL" clId="{9E3353FE-7EFD-4D1F-85AC-2D3001641A94}" dt="2026-06-29T05:28:08.680" v="1436" actId="164"/>
          <ac:spMkLst>
            <pc:docMk/>
            <pc:sldMk cId="6189717" sldId="2076137766"/>
            <ac:spMk id="54" creationId="{AE9A456A-0A95-1337-B4E4-D85FEA1E9A37}"/>
          </ac:spMkLst>
        </pc:spChg>
        <pc:spChg chg="mod topLvl">
          <ac:chgData name="Kannepamula Mahesh Babu" userId="391c5b16-0897-4eca-a028-a97f935a3bd2" providerId="ADAL" clId="{9E3353FE-7EFD-4D1F-85AC-2D3001641A94}" dt="2026-06-29T05:28:08.680" v="1436" actId="164"/>
          <ac:spMkLst>
            <pc:docMk/>
            <pc:sldMk cId="6189717" sldId="2076137766"/>
            <ac:spMk id="56" creationId="{6CBBB936-AD8E-2BE2-CCCF-53051158E05F}"/>
          </ac:spMkLst>
        </pc:spChg>
        <pc:spChg chg="mod topLvl">
          <ac:chgData name="Kannepamula Mahesh Babu" userId="391c5b16-0897-4eca-a028-a97f935a3bd2" providerId="ADAL" clId="{9E3353FE-7EFD-4D1F-85AC-2D3001641A94}" dt="2026-06-29T06:03:59.955" v="1866" actId="207"/>
          <ac:spMkLst>
            <pc:docMk/>
            <pc:sldMk cId="6189717" sldId="2076137766"/>
            <ac:spMk id="58" creationId="{6D26B250-EF35-597E-638F-3843A3036569}"/>
          </ac:spMkLst>
        </pc:spChg>
        <pc:spChg chg="mod topLvl">
          <ac:chgData name="Kannepamula Mahesh Babu" userId="391c5b16-0897-4eca-a028-a97f935a3bd2" providerId="ADAL" clId="{9E3353FE-7EFD-4D1F-85AC-2D3001641A94}" dt="2026-06-29T05:28:04.690" v="1435" actId="164"/>
          <ac:spMkLst>
            <pc:docMk/>
            <pc:sldMk cId="6189717" sldId="2076137766"/>
            <ac:spMk id="60" creationId="{A96653B3-6D0B-3AEF-B202-80DAF86E06E0}"/>
          </ac:spMkLst>
        </pc:spChg>
        <pc:spChg chg="mod">
          <ac:chgData name="Kannepamula Mahesh Babu" userId="391c5b16-0897-4eca-a028-a97f935a3bd2" providerId="ADAL" clId="{9E3353FE-7EFD-4D1F-85AC-2D3001641A94}" dt="2026-06-29T06:03:59.955" v="1866" actId="207"/>
          <ac:spMkLst>
            <pc:docMk/>
            <pc:sldMk cId="6189717" sldId="2076137766"/>
            <ac:spMk id="62" creationId="{D0CC8C17-2BED-668D-F0BA-FC1BE3987424}"/>
          </ac:spMkLst>
        </pc:spChg>
        <pc:spChg chg="mod topLvl">
          <ac:chgData name="Kannepamula Mahesh Babu" userId="391c5b16-0897-4eca-a028-a97f935a3bd2" providerId="ADAL" clId="{9E3353FE-7EFD-4D1F-85AC-2D3001641A94}" dt="2026-06-29T06:03:59.955" v="1866" actId="207"/>
          <ac:spMkLst>
            <pc:docMk/>
            <pc:sldMk cId="6189717" sldId="2076137766"/>
            <ac:spMk id="64" creationId="{28DFE0D3-3C06-2338-15FD-0B32BA315DD4}"/>
          </ac:spMkLst>
        </pc:spChg>
        <pc:spChg chg="add mod topLvl">
          <ac:chgData name="Kannepamula Mahesh Babu" userId="391c5b16-0897-4eca-a028-a97f935a3bd2" providerId="ADAL" clId="{9E3353FE-7EFD-4D1F-85AC-2D3001641A94}" dt="2026-06-29T11:37:23.732" v="4778" actId="554"/>
          <ac:spMkLst>
            <pc:docMk/>
            <pc:sldMk cId="6189717" sldId="2076137766"/>
            <ac:spMk id="66" creationId="{8028A0DE-3D48-49B3-A430-D8CC1908FA67}"/>
          </ac:spMkLst>
        </pc:spChg>
        <pc:spChg chg="mod topLvl">
          <ac:chgData name="Kannepamula Mahesh Babu" userId="391c5b16-0897-4eca-a028-a97f935a3bd2" providerId="ADAL" clId="{9E3353FE-7EFD-4D1F-85AC-2D3001641A94}" dt="2026-06-29T11:37:23.732" v="4778" actId="554"/>
          <ac:spMkLst>
            <pc:docMk/>
            <pc:sldMk cId="6189717" sldId="2076137766"/>
            <ac:spMk id="68" creationId="{8333CCAE-98A3-0FA4-D234-241B6E494575}"/>
          </ac:spMkLst>
        </pc:spChg>
        <pc:spChg chg="mod topLvl">
          <ac:chgData name="Kannepamula Mahesh Babu" userId="391c5b16-0897-4eca-a028-a97f935a3bd2" providerId="ADAL" clId="{9E3353FE-7EFD-4D1F-85AC-2D3001641A94}" dt="2026-06-29T11:37:23.732" v="4778" actId="554"/>
          <ac:spMkLst>
            <pc:docMk/>
            <pc:sldMk cId="6189717" sldId="2076137766"/>
            <ac:spMk id="70" creationId="{4FFB0D39-A68B-A7C7-6373-21C22B08846C}"/>
          </ac:spMkLst>
        </pc:spChg>
        <pc:spChg chg="add mod">
          <ac:chgData name="Kannepamula Mahesh Babu" userId="391c5b16-0897-4eca-a028-a97f935a3bd2" providerId="ADAL" clId="{9E3353FE-7EFD-4D1F-85AC-2D3001641A94}" dt="2026-06-29T06:03:59.955" v="1866" actId="207"/>
          <ac:spMkLst>
            <pc:docMk/>
            <pc:sldMk cId="6189717" sldId="2076137766"/>
            <ac:spMk id="81" creationId="{03EF4788-36D1-C3C0-27BC-710EA3071859}"/>
          </ac:spMkLst>
        </pc:spChg>
        <pc:spChg chg="add mod">
          <ac:chgData name="Kannepamula Mahesh Babu" userId="391c5b16-0897-4eca-a028-a97f935a3bd2" providerId="ADAL" clId="{9E3353FE-7EFD-4D1F-85AC-2D3001641A94}" dt="2026-06-29T05:27:58.577" v="1434" actId="164"/>
          <ac:spMkLst>
            <pc:docMk/>
            <pc:sldMk cId="6189717" sldId="2076137766"/>
            <ac:spMk id="82" creationId="{4947282F-5910-C357-AD30-C8539FEB8429}"/>
          </ac:spMkLst>
        </pc:spChg>
        <pc:spChg chg="add mod">
          <ac:chgData name="Kannepamula Mahesh Babu" userId="391c5b16-0897-4eca-a028-a97f935a3bd2" providerId="ADAL" clId="{9E3353FE-7EFD-4D1F-85AC-2D3001641A94}" dt="2026-06-29T05:27:58.577" v="1434" actId="164"/>
          <ac:spMkLst>
            <pc:docMk/>
            <pc:sldMk cId="6189717" sldId="2076137766"/>
            <ac:spMk id="83" creationId="{CCB8F618-B2D2-615A-5AD6-100B2751034B}"/>
          </ac:spMkLst>
        </pc:spChg>
        <pc:grpChg chg="add mod">
          <ac:chgData name="Kannepamula Mahesh Babu" userId="391c5b16-0897-4eca-a028-a97f935a3bd2" providerId="ADAL" clId="{9E3353FE-7EFD-4D1F-85AC-2D3001641A94}" dt="2026-06-29T05:28:39.666" v="1441" actId="164"/>
          <ac:grpSpMkLst>
            <pc:docMk/>
            <pc:sldMk cId="6189717" sldId="2076137766"/>
            <ac:grpSpMk id="84" creationId="{D4E66089-FF5D-89C7-AEA3-266969E097B2}"/>
          </ac:grpSpMkLst>
        </pc:grpChg>
        <pc:grpChg chg="add mod">
          <ac:chgData name="Kannepamula Mahesh Babu" userId="391c5b16-0897-4eca-a028-a97f935a3bd2" providerId="ADAL" clId="{9E3353FE-7EFD-4D1F-85AC-2D3001641A94}" dt="2026-06-29T05:28:39.666" v="1441" actId="164"/>
          <ac:grpSpMkLst>
            <pc:docMk/>
            <pc:sldMk cId="6189717" sldId="2076137766"/>
            <ac:grpSpMk id="85" creationId="{587F4DFC-E15A-8939-A18D-62B4B6B78F83}"/>
          </ac:grpSpMkLst>
        </pc:grpChg>
        <pc:grpChg chg="add mod">
          <ac:chgData name="Kannepamula Mahesh Babu" userId="391c5b16-0897-4eca-a028-a97f935a3bd2" providerId="ADAL" clId="{9E3353FE-7EFD-4D1F-85AC-2D3001641A94}" dt="2026-06-29T05:28:39.666" v="1441" actId="164"/>
          <ac:grpSpMkLst>
            <pc:docMk/>
            <pc:sldMk cId="6189717" sldId="2076137766"/>
            <ac:grpSpMk id="86" creationId="{27E5A3F0-8948-B61E-1123-BF75A6AEDC23}"/>
          </ac:grpSpMkLst>
        </pc:grpChg>
        <pc:grpChg chg="add mod">
          <ac:chgData name="Kannepamula Mahesh Babu" userId="391c5b16-0897-4eca-a028-a97f935a3bd2" providerId="ADAL" clId="{9E3353FE-7EFD-4D1F-85AC-2D3001641A94}" dt="2026-06-29T05:28:39.666" v="1441" actId="164"/>
          <ac:grpSpMkLst>
            <pc:docMk/>
            <pc:sldMk cId="6189717" sldId="2076137766"/>
            <ac:grpSpMk id="87" creationId="{73427FBD-C0B8-0B14-05E7-3769941A70E8}"/>
          </ac:grpSpMkLst>
        </pc:grpChg>
        <pc:grpChg chg="add mod">
          <ac:chgData name="Kannepamula Mahesh Babu" userId="391c5b16-0897-4eca-a028-a97f935a3bd2" providerId="ADAL" clId="{9E3353FE-7EFD-4D1F-85AC-2D3001641A94}" dt="2026-06-29T05:28:39.666" v="1441" actId="164"/>
          <ac:grpSpMkLst>
            <pc:docMk/>
            <pc:sldMk cId="6189717" sldId="2076137766"/>
            <ac:grpSpMk id="88" creationId="{1A7D53C9-4946-7076-AD42-090AD5EFE117}"/>
          </ac:grpSpMkLst>
        </pc:grpChg>
        <pc:picChg chg="mod">
          <ac:chgData name="Kannepamula Mahesh Babu" userId="391c5b16-0897-4eca-a028-a97f935a3bd2" providerId="ADAL" clId="{9E3353FE-7EFD-4D1F-85AC-2D3001641A94}" dt="2026-06-29T11:36:33.262" v="4769" actId="207"/>
          <ac:picMkLst>
            <pc:docMk/>
            <pc:sldMk cId="6189717" sldId="2076137766"/>
            <ac:picMk id="22" creationId="{65DD1BEF-09EF-B777-759F-9C684959A496}"/>
          </ac:picMkLst>
        </pc:picChg>
        <pc:picChg chg="mod">
          <ac:chgData name="Kannepamula Mahesh Babu" userId="391c5b16-0897-4eca-a028-a97f935a3bd2" providerId="ADAL" clId="{9E3353FE-7EFD-4D1F-85AC-2D3001641A94}" dt="2026-06-29T11:36:56.956" v="4776" actId="12788"/>
          <ac:picMkLst>
            <pc:docMk/>
            <pc:sldMk cId="6189717" sldId="2076137766"/>
            <ac:picMk id="23" creationId="{03B77201-E27B-209D-4CD4-37CB5D690A1C}"/>
          </ac:picMkLst>
        </pc:picChg>
        <pc:picChg chg="mod">
          <ac:chgData name="Kannepamula Mahesh Babu" userId="391c5b16-0897-4eca-a028-a97f935a3bd2" providerId="ADAL" clId="{9E3353FE-7EFD-4D1F-85AC-2D3001641A94}" dt="2026-06-29T11:36:49.046" v="4775" actId="12788"/>
          <ac:picMkLst>
            <pc:docMk/>
            <pc:sldMk cId="6189717" sldId="2076137766"/>
            <ac:picMk id="24" creationId="{11BB62BA-18EF-B006-8F2B-05E9837B60AB}"/>
          </ac:picMkLst>
        </pc:picChg>
        <pc:picChg chg="mod">
          <ac:chgData name="Kannepamula Mahesh Babu" userId="391c5b16-0897-4eca-a028-a97f935a3bd2" providerId="ADAL" clId="{9E3353FE-7EFD-4D1F-85AC-2D3001641A94}" dt="2026-06-29T11:36:38.993" v="4772" actId="207"/>
          <ac:picMkLst>
            <pc:docMk/>
            <pc:sldMk cId="6189717" sldId="2076137766"/>
            <ac:picMk id="25" creationId="{4D60966A-E56A-E356-D597-018878EE43B4}"/>
          </ac:picMkLst>
        </pc:picChg>
        <pc:picChg chg="mod">
          <ac:chgData name="Kannepamula Mahesh Babu" userId="391c5b16-0897-4eca-a028-a97f935a3bd2" providerId="ADAL" clId="{9E3353FE-7EFD-4D1F-85AC-2D3001641A94}" dt="2026-06-29T11:37:02.694" v="4777" actId="12788"/>
          <ac:picMkLst>
            <pc:docMk/>
            <pc:sldMk cId="6189717" sldId="2076137766"/>
            <ac:picMk id="26" creationId="{2017E7C0-D0AF-61C9-A1F7-2DEE905575B5}"/>
          </ac:picMkLst>
        </pc:picChg>
        <pc:picChg chg="add mod">
          <ac:chgData name="Kannepamula Mahesh Babu" userId="391c5b16-0897-4eca-a028-a97f935a3bd2" providerId="ADAL" clId="{9E3353FE-7EFD-4D1F-85AC-2D3001641A94}" dt="2026-06-29T11:34:51.515" v="4764" actId="12788"/>
          <ac:picMkLst>
            <pc:docMk/>
            <pc:sldMk cId="6189717" sldId="2076137766"/>
            <ac:picMk id="59" creationId="{E736F73F-673E-6464-8D10-1EFDC3623AF1}"/>
          </ac:picMkLst>
        </pc:picChg>
        <pc:picChg chg="add mod">
          <ac:chgData name="Kannepamula Mahesh Babu" userId="391c5b16-0897-4eca-a028-a97f935a3bd2" providerId="ADAL" clId="{9E3353FE-7EFD-4D1F-85AC-2D3001641A94}" dt="2026-06-29T11:34:48.493" v="4763" actId="12788"/>
          <ac:picMkLst>
            <pc:docMk/>
            <pc:sldMk cId="6189717" sldId="2076137766"/>
            <ac:picMk id="63" creationId="{C3EF7C87-648B-7A78-0B0E-CFF730B56F4E}"/>
          </ac:picMkLst>
        </pc:picChg>
        <pc:picChg chg="add mod">
          <ac:chgData name="Kannepamula Mahesh Babu" userId="391c5b16-0897-4eca-a028-a97f935a3bd2" providerId="ADAL" clId="{9E3353FE-7EFD-4D1F-85AC-2D3001641A94}" dt="2026-06-29T11:34:45.670" v="4762" actId="12788"/>
          <ac:picMkLst>
            <pc:docMk/>
            <pc:sldMk cId="6189717" sldId="2076137766"/>
            <ac:picMk id="72" creationId="{93E8C227-C6D1-9A09-AF3B-DFEC59C0A6E5}"/>
          </ac:picMkLst>
        </pc:picChg>
        <pc:picChg chg="add mod">
          <ac:chgData name="Kannepamula Mahesh Babu" userId="391c5b16-0897-4eca-a028-a97f935a3bd2" providerId="ADAL" clId="{9E3353FE-7EFD-4D1F-85AC-2D3001641A94}" dt="2026-06-29T11:34:42.830" v="4761" actId="12788"/>
          <ac:picMkLst>
            <pc:docMk/>
            <pc:sldMk cId="6189717" sldId="2076137766"/>
            <ac:picMk id="74" creationId="{61CC88B2-2070-FE6E-8B92-5AAF51BD8357}"/>
          </ac:picMkLst>
        </pc:picChg>
        <pc:picChg chg="add mod">
          <ac:chgData name="Kannepamula Mahesh Babu" userId="391c5b16-0897-4eca-a028-a97f935a3bd2" providerId="ADAL" clId="{9E3353FE-7EFD-4D1F-85AC-2D3001641A94}" dt="2026-06-29T11:34:39.922" v="4760" actId="12788"/>
          <ac:picMkLst>
            <pc:docMk/>
            <pc:sldMk cId="6189717" sldId="2076137766"/>
            <ac:picMk id="76" creationId="{F8DB211B-683B-1A62-7CFE-CD718F50E090}"/>
          </ac:picMkLst>
        </pc:picChg>
        <pc:cxnChg chg="mod">
          <ac:chgData name="Kannepamula Mahesh Babu" userId="391c5b16-0897-4eca-a028-a97f935a3bd2" providerId="ADAL" clId="{9E3353FE-7EFD-4D1F-85AC-2D3001641A94}" dt="2026-06-29T10:45:17.939" v="4232" actId="208"/>
          <ac:cxnSpMkLst>
            <pc:docMk/>
            <pc:sldMk cId="6189717" sldId="2076137766"/>
            <ac:cxnSpMk id="32" creationId="{C7E60B1B-0380-31B9-4F37-5DCCA04E40DF}"/>
          </ac:cxnSpMkLst>
        </pc:cxnChg>
        <pc:cxnChg chg="mod">
          <ac:chgData name="Kannepamula Mahesh Babu" userId="391c5b16-0897-4eca-a028-a97f935a3bd2" providerId="ADAL" clId="{9E3353FE-7EFD-4D1F-85AC-2D3001641A94}" dt="2026-06-29T10:45:17.939" v="4232" actId="208"/>
          <ac:cxnSpMkLst>
            <pc:docMk/>
            <pc:sldMk cId="6189717" sldId="2076137766"/>
            <ac:cxnSpMk id="35" creationId="{DBA49DDF-6BE0-6A45-A093-402794885EC0}"/>
          </ac:cxnSpMkLst>
        </pc:cxnChg>
        <pc:cxnChg chg="mod">
          <ac:chgData name="Kannepamula Mahesh Babu" userId="391c5b16-0897-4eca-a028-a97f935a3bd2" providerId="ADAL" clId="{9E3353FE-7EFD-4D1F-85AC-2D3001641A94}" dt="2026-06-29T10:45:17.939" v="4232" actId="208"/>
          <ac:cxnSpMkLst>
            <pc:docMk/>
            <pc:sldMk cId="6189717" sldId="2076137766"/>
            <ac:cxnSpMk id="36" creationId="{2CD868BD-6E2D-1424-7718-9363A37E75E1}"/>
          </ac:cxnSpMkLst>
        </pc:cxnChg>
        <pc:cxnChg chg="add mod">
          <ac:chgData name="Kannepamula Mahesh Babu" userId="391c5b16-0897-4eca-a028-a97f935a3bd2" providerId="ADAL" clId="{9E3353FE-7EFD-4D1F-85AC-2D3001641A94}" dt="2026-06-29T10:45:17.939" v="4232" actId="208"/>
          <ac:cxnSpMkLst>
            <pc:docMk/>
            <pc:sldMk cId="6189717" sldId="2076137766"/>
            <ac:cxnSpMk id="77" creationId="{0153CC4C-9279-0A0F-A4E8-778A8567CA55}"/>
          </ac:cxnSpMkLst>
        </pc:cxnChg>
        <pc:cxnChg chg="add mod">
          <ac:chgData name="Kannepamula Mahesh Babu" userId="391c5b16-0897-4eca-a028-a97f935a3bd2" providerId="ADAL" clId="{9E3353FE-7EFD-4D1F-85AC-2D3001641A94}" dt="2026-06-29T10:45:17.939" v="4232" actId="208"/>
          <ac:cxnSpMkLst>
            <pc:docMk/>
            <pc:sldMk cId="6189717" sldId="2076137766"/>
            <ac:cxnSpMk id="78" creationId="{317CB3B4-20D1-04F7-CF8F-8BC9CC3867DE}"/>
          </ac:cxnSpMkLst>
        </pc:cxnChg>
      </pc:sldChg>
      <pc:sldChg chg="addSp delSp modSp mod modClrScheme chgLayout">
        <pc:chgData name="Kannepamula Mahesh Babu" userId="391c5b16-0897-4eca-a028-a97f935a3bd2" providerId="ADAL" clId="{9E3353FE-7EFD-4D1F-85AC-2D3001641A94}" dt="2026-07-10T15:32:59.899" v="9062" actId="12788"/>
        <pc:sldMkLst>
          <pc:docMk/>
          <pc:sldMk cId="2640688575" sldId="2076137767"/>
        </pc:sldMkLst>
        <pc:spChg chg="mod ord">
          <ac:chgData name="Kannepamula Mahesh Babu" userId="391c5b16-0897-4eca-a028-a97f935a3bd2" providerId="ADAL" clId="{9E3353FE-7EFD-4D1F-85AC-2D3001641A94}" dt="2026-07-10T14:34:17.212" v="8574" actId="113"/>
          <ac:spMkLst>
            <pc:docMk/>
            <pc:sldMk cId="2640688575" sldId="2076137767"/>
            <ac:spMk id="2" creationId="{AC0D0FBC-336A-FAA2-BBB8-829F6310FE70}"/>
          </ac:spMkLst>
        </pc:spChg>
        <pc:spChg chg="mod ord">
          <ac:chgData name="Kannepamula Mahesh Babu" userId="391c5b16-0897-4eca-a028-a97f935a3bd2" providerId="ADAL" clId="{9E3353FE-7EFD-4D1F-85AC-2D3001641A94}" dt="2026-07-10T14:34:08.103" v="8572" actId="6264"/>
          <ac:spMkLst>
            <pc:docMk/>
            <pc:sldMk cId="2640688575" sldId="2076137767"/>
            <ac:spMk id="3" creationId="{95C14383-52D7-50BE-E25D-64D694F0B1F5}"/>
          </ac:spMkLst>
        </pc:spChg>
        <pc:spChg chg="mod ord">
          <ac:chgData name="Kannepamula Mahesh Babu" userId="391c5b16-0897-4eca-a028-a97f935a3bd2" providerId="ADAL" clId="{9E3353FE-7EFD-4D1F-85AC-2D3001641A94}" dt="2026-07-10T14:34:08.103" v="8572" actId="6264"/>
          <ac:spMkLst>
            <pc:docMk/>
            <pc:sldMk cId="2640688575" sldId="2076137767"/>
            <ac:spMk id="4" creationId="{5E6CF0A3-963C-783C-8C74-4A07C0B5FB30}"/>
          </ac:spMkLst>
        </pc:spChg>
        <pc:spChg chg="mod">
          <ac:chgData name="Kannepamula Mahesh Babu" userId="391c5b16-0897-4eca-a028-a97f935a3bd2" providerId="ADAL" clId="{9E3353FE-7EFD-4D1F-85AC-2D3001641A94}" dt="2026-07-10T14:34:31.026" v="8578" actId="1076"/>
          <ac:spMkLst>
            <pc:docMk/>
            <pc:sldMk cId="2640688575" sldId="2076137767"/>
            <ac:spMk id="6" creationId="{F1FA2FCA-8368-93B5-FFCA-017C5346201F}"/>
          </ac:spMkLst>
        </pc:spChg>
        <pc:spChg chg="mod">
          <ac:chgData name="Kannepamula Mahesh Babu" userId="391c5b16-0897-4eca-a028-a97f935a3bd2" providerId="ADAL" clId="{9E3353FE-7EFD-4D1F-85AC-2D3001641A94}" dt="2026-07-10T14:34:30.714" v="8577" actId="1076"/>
          <ac:spMkLst>
            <pc:docMk/>
            <pc:sldMk cId="2640688575" sldId="2076137767"/>
            <ac:spMk id="8" creationId="{FBEDAB8B-5942-6E73-2AD6-7E12938B0507}"/>
          </ac:spMkLst>
        </pc:spChg>
        <pc:spChg chg="mod">
          <ac:chgData name="Kannepamula Mahesh Babu" userId="391c5b16-0897-4eca-a028-a97f935a3bd2" providerId="ADAL" clId="{9E3353FE-7EFD-4D1F-85AC-2D3001641A94}" dt="2026-07-10T15:32:55.494" v="9061" actId="552"/>
          <ac:spMkLst>
            <pc:docMk/>
            <pc:sldMk cId="2640688575" sldId="2076137767"/>
            <ac:spMk id="16" creationId="{425FC7BF-C3FF-30F7-25E0-9FED79CE89D7}"/>
          </ac:spMkLst>
        </pc:spChg>
        <pc:spChg chg="mod">
          <ac:chgData name="Kannepamula Mahesh Babu" userId="391c5b16-0897-4eca-a028-a97f935a3bd2" providerId="ADAL" clId="{9E3353FE-7EFD-4D1F-85AC-2D3001641A94}" dt="2026-07-10T15:32:55.494" v="9061" actId="552"/>
          <ac:spMkLst>
            <pc:docMk/>
            <pc:sldMk cId="2640688575" sldId="2076137767"/>
            <ac:spMk id="17" creationId="{C2B539B3-3630-6B89-E146-D82061CADF10}"/>
          </ac:spMkLst>
        </pc:spChg>
        <pc:spChg chg="mod">
          <ac:chgData name="Kannepamula Mahesh Babu" userId="391c5b16-0897-4eca-a028-a97f935a3bd2" providerId="ADAL" clId="{9E3353FE-7EFD-4D1F-85AC-2D3001641A94}" dt="2026-07-10T15:32:55.494" v="9061" actId="552"/>
          <ac:spMkLst>
            <pc:docMk/>
            <pc:sldMk cId="2640688575" sldId="2076137767"/>
            <ac:spMk id="18" creationId="{861A530C-C5E7-C89E-BE11-5C0F48F4FC6B}"/>
          </ac:spMkLst>
        </pc:spChg>
        <pc:spChg chg="mod">
          <ac:chgData name="Kannepamula Mahesh Babu" userId="391c5b16-0897-4eca-a028-a97f935a3bd2" providerId="ADAL" clId="{9E3353FE-7EFD-4D1F-85AC-2D3001641A94}" dt="2026-07-10T15:32:55.494" v="9061" actId="552"/>
          <ac:spMkLst>
            <pc:docMk/>
            <pc:sldMk cId="2640688575" sldId="2076137767"/>
            <ac:spMk id="19" creationId="{1A6FD3F3-C7AD-CBF5-28E1-5DCA59339084}"/>
          </ac:spMkLst>
        </pc:spChg>
        <pc:spChg chg="mod">
          <ac:chgData name="Kannepamula Mahesh Babu" userId="391c5b16-0897-4eca-a028-a97f935a3bd2" providerId="ADAL" clId="{9E3353FE-7EFD-4D1F-85AC-2D3001641A94}" dt="2026-07-10T15:32:55.494" v="9061" actId="552"/>
          <ac:spMkLst>
            <pc:docMk/>
            <pc:sldMk cId="2640688575" sldId="2076137767"/>
            <ac:spMk id="20" creationId="{62045135-39E2-B5D8-329D-9FCB0AC629A8}"/>
          </ac:spMkLst>
        </pc:spChg>
        <pc:spChg chg="mod">
          <ac:chgData name="Kannepamula Mahesh Babu" userId="391c5b16-0897-4eca-a028-a97f935a3bd2" providerId="ADAL" clId="{9E3353FE-7EFD-4D1F-85AC-2D3001641A94}" dt="2026-07-10T15:32:59.899" v="9062" actId="12788"/>
          <ac:spMkLst>
            <pc:docMk/>
            <pc:sldMk cId="2640688575" sldId="2076137767"/>
            <ac:spMk id="46" creationId="{89753100-950A-6E90-B3A1-7BF8F2BDA3DB}"/>
          </ac:spMkLst>
        </pc:spChg>
        <pc:spChg chg="mod">
          <ac:chgData name="Kannepamula Mahesh Babu" userId="391c5b16-0897-4eca-a028-a97f935a3bd2" providerId="ADAL" clId="{9E3353FE-7EFD-4D1F-85AC-2D3001641A94}" dt="2026-07-10T15:32:59.899" v="9062" actId="12788"/>
          <ac:spMkLst>
            <pc:docMk/>
            <pc:sldMk cId="2640688575" sldId="2076137767"/>
            <ac:spMk id="47" creationId="{052969B4-678D-CD91-610E-AC9242EEBC43}"/>
          </ac:spMkLst>
        </pc:spChg>
        <pc:spChg chg="mod">
          <ac:chgData name="Kannepamula Mahesh Babu" userId="391c5b16-0897-4eca-a028-a97f935a3bd2" providerId="ADAL" clId="{9E3353FE-7EFD-4D1F-85AC-2D3001641A94}" dt="2026-07-10T15:32:59.899" v="9062" actId="12788"/>
          <ac:spMkLst>
            <pc:docMk/>
            <pc:sldMk cId="2640688575" sldId="2076137767"/>
            <ac:spMk id="48" creationId="{02C40B33-1805-EEBF-BF74-8D4A0F15C510}"/>
          </ac:spMkLst>
        </pc:spChg>
        <pc:spChg chg="mod">
          <ac:chgData name="Kannepamula Mahesh Babu" userId="391c5b16-0897-4eca-a028-a97f935a3bd2" providerId="ADAL" clId="{9E3353FE-7EFD-4D1F-85AC-2D3001641A94}" dt="2026-07-10T15:32:59.899" v="9062" actId="12788"/>
          <ac:spMkLst>
            <pc:docMk/>
            <pc:sldMk cId="2640688575" sldId="2076137767"/>
            <ac:spMk id="49" creationId="{E57B67AD-A64E-AB12-709E-120765403DB8}"/>
          </ac:spMkLst>
        </pc:spChg>
        <pc:spChg chg="mod">
          <ac:chgData name="Kannepamula Mahesh Babu" userId="391c5b16-0897-4eca-a028-a97f935a3bd2" providerId="ADAL" clId="{9E3353FE-7EFD-4D1F-85AC-2D3001641A94}" dt="2026-07-10T15:32:59.899" v="9062" actId="12788"/>
          <ac:spMkLst>
            <pc:docMk/>
            <pc:sldMk cId="2640688575" sldId="2076137767"/>
            <ac:spMk id="50" creationId="{CF74CCA9-01A0-DF2D-0750-2F4CFF301D56}"/>
          </ac:spMkLst>
        </pc:spChg>
        <pc:picChg chg="mod">
          <ac:chgData name="Kannepamula Mahesh Babu" userId="391c5b16-0897-4eca-a028-a97f935a3bd2" providerId="ADAL" clId="{9E3353FE-7EFD-4D1F-85AC-2D3001641A94}" dt="2026-07-10T15:32:59.899" v="9062" actId="12788"/>
          <ac:picMkLst>
            <pc:docMk/>
            <pc:sldMk cId="2640688575" sldId="2076137767"/>
            <ac:picMk id="56" creationId="{30274562-095E-1B50-AD91-FA1AF54CC0EC}"/>
          </ac:picMkLst>
        </pc:picChg>
        <pc:picChg chg="mod">
          <ac:chgData name="Kannepamula Mahesh Babu" userId="391c5b16-0897-4eca-a028-a97f935a3bd2" providerId="ADAL" clId="{9E3353FE-7EFD-4D1F-85AC-2D3001641A94}" dt="2026-07-10T15:32:59.899" v="9062" actId="12788"/>
          <ac:picMkLst>
            <pc:docMk/>
            <pc:sldMk cId="2640688575" sldId="2076137767"/>
            <ac:picMk id="57" creationId="{EE0A8A1E-C793-DF7F-82FA-74A708A79409}"/>
          </ac:picMkLst>
        </pc:picChg>
        <pc:picChg chg="mod">
          <ac:chgData name="Kannepamula Mahesh Babu" userId="391c5b16-0897-4eca-a028-a97f935a3bd2" providerId="ADAL" clId="{9E3353FE-7EFD-4D1F-85AC-2D3001641A94}" dt="2026-07-10T15:32:59.899" v="9062" actId="12788"/>
          <ac:picMkLst>
            <pc:docMk/>
            <pc:sldMk cId="2640688575" sldId="2076137767"/>
            <ac:picMk id="58" creationId="{5DD23A86-D386-B613-5CBB-93C12DACB1D2}"/>
          </ac:picMkLst>
        </pc:picChg>
        <pc:picChg chg="mod">
          <ac:chgData name="Kannepamula Mahesh Babu" userId="391c5b16-0897-4eca-a028-a97f935a3bd2" providerId="ADAL" clId="{9E3353FE-7EFD-4D1F-85AC-2D3001641A94}" dt="2026-07-10T15:32:59.899" v="9062" actId="12788"/>
          <ac:picMkLst>
            <pc:docMk/>
            <pc:sldMk cId="2640688575" sldId="2076137767"/>
            <ac:picMk id="59" creationId="{393A3643-14AF-1F85-90AB-6614518FCFDD}"/>
          </ac:picMkLst>
        </pc:picChg>
        <pc:picChg chg="mod">
          <ac:chgData name="Kannepamula Mahesh Babu" userId="391c5b16-0897-4eca-a028-a97f935a3bd2" providerId="ADAL" clId="{9E3353FE-7EFD-4D1F-85AC-2D3001641A94}" dt="2026-07-10T15:32:59.899" v="9062" actId="12788"/>
          <ac:picMkLst>
            <pc:docMk/>
            <pc:sldMk cId="2640688575" sldId="2076137767"/>
            <ac:picMk id="60" creationId="{DC968BA6-F969-EE4E-3A67-B67EF40FFCA3}"/>
          </ac:picMkLst>
        </pc:picChg>
      </pc:sldChg>
      <pc:sldChg chg="addSp delSp modSp new mod">
        <pc:chgData name="Kannepamula Mahesh Babu" userId="391c5b16-0897-4eca-a028-a97f935a3bd2" providerId="ADAL" clId="{9E3353FE-7EFD-4D1F-85AC-2D3001641A94}" dt="2026-06-29T11:39:02.819" v="4805"/>
        <pc:sldMkLst>
          <pc:docMk/>
          <pc:sldMk cId="4221204706" sldId="2076137769"/>
        </pc:sldMkLst>
        <pc:spChg chg="mod">
          <ac:chgData name="Kannepamula Mahesh Babu" userId="391c5b16-0897-4eca-a028-a97f935a3bd2" providerId="ADAL" clId="{9E3353FE-7EFD-4D1F-85AC-2D3001641A94}" dt="2026-06-29T06:31:58.753" v="2015" actId="20577"/>
          <ac:spMkLst>
            <pc:docMk/>
            <pc:sldMk cId="4221204706" sldId="2076137769"/>
            <ac:spMk id="2" creationId="{4E7F04BB-4FE3-7AC9-1A31-9CC7DA723999}"/>
          </ac:spMkLst>
        </pc:spChg>
        <pc:spChg chg="add mod">
          <ac:chgData name="Kannepamula Mahesh Babu" userId="391c5b16-0897-4eca-a028-a97f935a3bd2" providerId="ADAL" clId="{9E3353FE-7EFD-4D1F-85AC-2D3001641A94}" dt="2026-06-29T06:33:44.683" v="2026"/>
          <ac:spMkLst>
            <pc:docMk/>
            <pc:sldMk cId="4221204706" sldId="2076137769"/>
            <ac:spMk id="6" creationId="{B0B55B44-DDB3-D277-3874-57DBA2392336}"/>
          </ac:spMkLst>
        </pc:spChg>
        <pc:spChg chg="add mod ord topLvl">
          <ac:chgData name="Kannepamula Mahesh Babu" userId="391c5b16-0897-4eca-a028-a97f935a3bd2" providerId="ADAL" clId="{9E3353FE-7EFD-4D1F-85AC-2D3001641A94}" dt="2026-06-29T06:59:27.331" v="2331" actId="12788"/>
          <ac:spMkLst>
            <pc:docMk/>
            <pc:sldMk cId="4221204706" sldId="2076137769"/>
            <ac:spMk id="8" creationId="{8E689D79-C0D9-A96C-D77E-2B8B43102C12}"/>
          </ac:spMkLst>
        </pc:spChg>
        <pc:spChg chg="add mod ord topLvl">
          <ac:chgData name="Kannepamula Mahesh Babu" userId="391c5b16-0897-4eca-a028-a97f935a3bd2" providerId="ADAL" clId="{9E3353FE-7EFD-4D1F-85AC-2D3001641A94}" dt="2026-06-29T06:59:15.930" v="2328" actId="12788"/>
          <ac:spMkLst>
            <pc:docMk/>
            <pc:sldMk cId="4221204706" sldId="2076137769"/>
            <ac:spMk id="9" creationId="{1CE80BDF-F0D8-D720-9A93-70042D3EE8EE}"/>
          </ac:spMkLst>
        </pc:spChg>
        <pc:spChg chg="add mod ord topLvl">
          <ac:chgData name="Kannepamula Mahesh Babu" userId="391c5b16-0897-4eca-a028-a97f935a3bd2" providerId="ADAL" clId="{9E3353FE-7EFD-4D1F-85AC-2D3001641A94}" dt="2026-06-29T06:59:20.173" v="2329" actId="12788"/>
          <ac:spMkLst>
            <pc:docMk/>
            <pc:sldMk cId="4221204706" sldId="2076137769"/>
            <ac:spMk id="10" creationId="{22661D1A-0F06-1E6E-854E-CB3F294CA1FB}"/>
          </ac:spMkLst>
        </pc:spChg>
        <pc:spChg chg="add mod topLvl">
          <ac:chgData name="Kannepamula Mahesh Babu" userId="391c5b16-0897-4eca-a028-a97f935a3bd2" providerId="ADAL" clId="{9E3353FE-7EFD-4D1F-85AC-2D3001641A94}" dt="2026-06-29T06:59:23.482" v="2330" actId="12788"/>
          <ac:spMkLst>
            <pc:docMk/>
            <pc:sldMk cId="4221204706" sldId="2076137769"/>
            <ac:spMk id="11" creationId="{5F6AA195-BA1E-78A5-5B71-4F01080ED7D5}"/>
          </ac:spMkLst>
        </pc:spChg>
        <pc:spChg chg="add mod topLvl">
          <ac:chgData name="Kannepamula Mahesh Babu" userId="391c5b16-0897-4eca-a028-a97f935a3bd2" providerId="ADAL" clId="{9E3353FE-7EFD-4D1F-85AC-2D3001641A94}" dt="2026-06-29T06:58:16.858" v="2307" actId="165"/>
          <ac:spMkLst>
            <pc:docMk/>
            <pc:sldMk cId="4221204706" sldId="2076137769"/>
            <ac:spMk id="14" creationId="{14B3171C-2EE3-3286-92CE-D688BECF58D2}"/>
          </ac:spMkLst>
        </pc:spChg>
        <pc:spChg chg="add mod topLvl">
          <ac:chgData name="Kannepamula Mahesh Babu" userId="391c5b16-0897-4eca-a028-a97f935a3bd2" providerId="ADAL" clId="{9E3353FE-7EFD-4D1F-85AC-2D3001641A94}" dt="2026-06-29T06:58:16.858" v="2307" actId="165"/>
          <ac:spMkLst>
            <pc:docMk/>
            <pc:sldMk cId="4221204706" sldId="2076137769"/>
            <ac:spMk id="16" creationId="{F4BB9C5B-C71C-ED5B-675D-8806A4CED592}"/>
          </ac:spMkLst>
        </pc:spChg>
        <pc:spChg chg="add mod topLvl">
          <ac:chgData name="Kannepamula Mahesh Babu" userId="391c5b16-0897-4eca-a028-a97f935a3bd2" providerId="ADAL" clId="{9E3353FE-7EFD-4D1F-85AC-2D3001641A94}" dt="2026-06-29T10:58:03.523" v="4402" actId="313"/>
          <ac:spMkLst>
            <pc:docMk/>
            <pc:sldMk cId="4221204706" sldId="2076137769"/>
            <ac:spMk id="18" creationId="{C3DFF4FC-D040-F7EE-5236-D2590F949888}"/>
          </ac:spMkLst>
        </pc:spChg>
        <pc:spChg chg="add mod topLvl">
          <ac:chgData name="Kannepamula Mahesh Babu" userId="391c5b16-0897-4eca-a028-a97f935a3bd2" providerId="ADAL" clId="{9E3353FE-7EFD-4D1F-85AC-2D3001641A94}" dt="2026-06-29T06:58:16.858" v="2307" actId="165"/>
          <ac:spMkLst>
            <pc:docMk/>
            <pc:sldMk cId="4221204706" sldId="2076137769"/>
            <ac:spMk id="19" creationId="{F76FA983-2F65-AAB9-1CE1-41B2CBA6F4FD}"/>
          </ac:spMkLst>
        </pc:spChg>
        <pc:spChg chg="add mod ord">
          <ac:chgData name="Kannepamula Mahesh Babu" userId="391c5b16-0897-4eca-a028-a97f935a3bd2" providerId="ADAL" clId="{9E3353FE-7EFD-4D1F-85AC-2D3001641A94}" dt="2026-06-29T06:54:18.059" v="2278" actId="12789"/>
          <ac:spMkLst>
            <pc:docMk/>
            <pc:sldMk cId="4221204706" sldId="2076137769"/>
            <ac:spMk id="20" creationId="{066E3D7C-20DA-13A3-66FF-05406D5DAFB9}"/>
          </ac:spMkLst>
        </pc:spChg>
        <pc:spChg chg="add mod">
          <ac:chgData name="Kannepamula Mahesh Babu" userId="391c5b16-0897-4eca-a028-a97f935a3bd2" providerId="ADAL" clId="{9E3353FE-7EFD-4D1F-85AC-2D3001641A94}" dt="2026-06-29T11:38:56.116" v="4799" actId="12"/>
          <ac:spMkLst>
            <pc:docMk/>
            <pc:sldMk cId="4221204706" sldId="2076137769"/>
            <ac:spMk id="22" creationId="{98139A1C-6D81-C786-07EE-AF7A409BFC0F}"/>
          </ac:spMkLst>
        </pc:spChg>
        <pc:spChg chg="add mod">
          <ac:chgData name="Kannepamula Mahesh Babu" userId="391c5b16-0897-4eca-a028-a97f935a3bd2" providerId="ADAL" clId="{9E3353FE-7EFD-4D1F-85AC-2D3001641A94}" dt="2026-06-29T11:38:57.512" v="4801"/>
          <ac:spMkLst>
            <pc:docMk/>
            <pc:sldMk cId="4221204706" sldId="2076137769"/>
            <ac:spMk id="24" creationId="{22C3AE78-FC6A-0A0B-7F67-98D1865398F5}"/>
          </ac:spMkLst>
        </pc:spChg>
        <pc:spChg chg="add mod">
          <ac:chgData name="Kannepamula Mahesh Babu" userId="391c5b16-0897-4eca-a028-a97f935a3bd2" providerId="ADAL" clId="{9E3353FE-7EFD-4D1F-85AC-2D3001641A94}" dt="2026-06-29T11:39:02.819" v="4805"/>
          <ac:spMkLst>
            <pc:docMk/>
            <pc:sldMk cId="4221204706" sldId="2076137769"/>
            <ac:spMk id="25" creationId="{CE59E47F-C729-E3FB-6372-70296D0BE71D}"/>
          </ac:spMkLst>
        </pc:spChg>
        <pc:spChg chg="add mod">
          <ac:chgData name="Kannepamula Mahesh Babu" userId="391c5b16-0897-4eca-a028-a97f935a3bd2" providerId="ADAL" clId="{9E3353FE-7EFD-4D1F-85AC-2D3001641A94}" dt="2026-06-29T10:19:45.584" v="4037"/>
          <ac:spMkLst>
            <pc:docMk/>
            <pc:sldMk cId="4221204706" sldId="2076137769"/>
            <ac:spMk id="46" creationId="{B945BACF-2E3F-DE65-70E2-B77D3B17E0D2}"/>
          </ac:spMkLst>
        </pc:spChg>
        <pc:spChg chg="add mod">
          <ac:chgData name="Kannepamula Mahesh Babu" userId="391c5b16-0897-4eca-a028-a97f935a3bd2" providerId="ADAL" clId="{9E3353FE-7EFD-4D1F-85AC-2D3001641A94}" dt="2026-06-29T10:19:45.584" v="4037"/>
          <ac:spMkLst>
            <pc:docMk/>
            <pc:sldMk cId="4221204706" sldId="2076137769"/>
            <ac:spMk id="47" creationId="{A9FBE6C4-631F-7BF7-5CA4-C9CE06D8D370}"/>
          </ac:spMkLst>
        </pc:spChg>
        <pc:picChg chg="add mod">
          <ac:chgData name="Kannepamula Mahesh Babu" userId="391c5b16-0897-4eca-a028-a97f935a3bd2" providerId="ADAL" clId="{9E3353FE-7EFD-4D1F-85AC-2D3001641A94}" dt="2026-06-29T06:54:07.181" v="2275" actId="1076"/>
          <ac:picMkLst>
            <pc:docMk/>
            <pc:sldMk cId="4221204706" sldId="2076137769"/>
            <ac:picMk id="28" creationId="{7E4572B2-D3A4-6A17-7EB3-6E216E2E5B48}"/>
          </ac:picMkLst>
        </pc:picChg>
        <pc:picChg chg="add mod">
          <ac:chgData name="Kannepamula Mahesh Babu" userId="391c5b16-0897-4eca-a028-a97f935a3bd2" providerId="ADAL" clId="{9E3353FE-7EFD-4D1F-85AC-2D3001641A94}" dt="2026-06-29T06:54:07.181" v="2275" actId="1076"/>
          <ac:picMkLst>
            <pc:docMk/>
            <pc:sldMk cId="4221204706" sldId="2076137769"/>
            <ac:picMk id="30" creationId="{B18CC465-8782-9A9C-4BED-E69489C2F69A}"/>
          </ac:picMkLst>
        </pc:picChg>
        <pc:picChg chg="add mod">
          <ac:chgData name="Kannepamula Mahesh Babu" userId="391c5b16-0897-4eca-a028-a97f935a3bd2" providerId="ADAL" clId="{9E3353FE-7EFD-4D1F-85AC-2D3001641A94}" dt="2026-06-29T07:01:25.797" v="2359" actId="12789"/>
          <ac:picMkLst>
            <pc:docMk/>
            <pc:sldMk cId="4221204706" sldId="2076137769"/>
            <ac:picMk id="40" creationId="{906B5327-D1FD-5DA7-B2E3-DBED38C85FED}"/>
          </ac:picMkLst>
        </pc:picChg>
        <pc:picChg chg="add del mod">
          <ac:chgData name="Kannepamula Mahesh Babu" userId="391c5b16-0897-4eca-a028-a97f935a3bd2" providerId="ADAL" clId="{9E3353FE-7EFD-4D1F-85AC-2D3001641A94}" dt="2026-06-29T09:29:26.355" v="3779" actId="21"/>
          <ac:picMkLst>
            <pc:docMk/>
            <pc:sldMk cId="4221204706" sldId="2076137769"/>
            <ac:picMk id="41" creationId="{1DA96047-843F-07D2-A96C-22FD6BA36A53}"/>
          </ac:picMkLst>
        </pc:picChg>
        <pc:picChg chg="add mod">
          <ac:chgData name="Kannepamula Mahesh Babu" userId="391c5b16-0897-4eca-a028-a97f935a3bd2" providerId="ADAL" clId="{9E3353FE-7EFD-4D1F-85AC-2D3001641A94}" dt="2026-06-29T07:01:25.797" v="2359" actId="12789"/>
          <ac:picMkLst>
            <pc:docMk/>
            <pc:sldMk cId="4221204706" sldId="2076137769"/>
            <ac:picMk id="42" creationId="{1721301D-A8DE-39D8-4716-AE78A531A599}"/>
          </ac:picMkLst>
        </pc:picChg>
        <pc:picChg chg="add mod">
          <ac:chgData name="Kannepamula Mahesh Babu" userId="391c5b16-0897-4eca-a028-a97f935a3bd2" providerId="ADAL" clId="{9E3353FE-7EFD-4D1F-85AC-2D3001641A94}" dt="2026-06-29T07:01:25.797" v="2359" actId="12789"/>
          <ac:picMkLst>
            <pc:docMk/>
            <pc:sldMk cId="4221204706" sldId="2076137769"/>
            <ac:picMk id="44" creationId="{6CBCA2FB-088B-A25C-2FDA-961B6CC89462}"/>
          </ac:picMkLst>
        </pc:picChg>
        <pc:picChg chg="add mod">
          <ac:chgData name="Kannepamula Mahesh Babu" userId="391c5b16-0897-4eca-a028-a97f935a3bd2" providerId="ADAL" clId="{9E3353FE-7EFD-4D1F-85AC-2D3001641A94}" dt="2026-06-29T10:19:45.584" v="4037"/>
          <ac:picMkLst>
            <pc:docMk/>
            <pc:sldMk cId="4221204706" sldId="2076137769"/>
            <ac:picMk id="48" creationId="{0FFFD764-0A43-6E54-CBF4-053BA61C84AE}"/>
          </ac:picMkLst>
        </pc:picChg>
        <pc:cxnChg chg="add mod">
          <ac:chgData name="Kannepamula Mahesh Babu" userId="391c5b16-0897-4eca-a028-a97f935a3bd2" providerId="ADAL" clId="{9E3353FE-7EFD-4D1F-85AC-2D3001641A94}" dt="2026-06-29T06:54:10.427" v="2276" actId="164"/>
          <ac:cxnSpMkLst>
            <pc:docMk/>
            <pc:sldMk cId="4221204706" sldId="2076137769"/>
            <ac:cxnSpMk id="33" creationId="{8069DC8F-CDD3-BB99-A83C-4AD8CB1711FB}"/>
          </ac:cxnSpMkLst>
        </pc:cxnChg>
        <pc:cxnChg chg="add mod">
          <ac:chgData name="Kannepamula Mahesh Babu" userId="391c5b16-0897-4eca-a028-a97f935a3bd2" providerId="ADAL" clId="{9E3353FE-7EFD-4D1F-85AC-2D3001641A94}" dt="2026-06-29T06:54:10.427" v="2276" actId="164"/>
          <ac:cxnSpMkLst>
            <pc:docMk/>
            <pc:sldMk cId="4221204706" sldId="2076137769"/>
            <ac:cxnSpMk id="35" creationId="{4D6CDDA8-32FF-B75A-DCE6-68B2C4115B30}"/>
          </ac:cxnSpMkLst>
        </pc:cxnChg>
      </pc:sldChg>
      <pc:sldChg chg="addSp delSp modSp new mod modClrScheme chgLayout">
        <pc:chgData name="Kannepamula Mahesh Babu" userId="391c5b16-0897-4eca-a028-a97f935a3bd2" providerId="ADAL" clId="{9E3353FE-7EFD-4D1F-85AC-2D3001641A94}" dt="2026-06-29T12:42:01.974" v="5647" actId="207"/>
        <pc:sldMkLst>
          <pc:docMk/>
          <pc:sldMk cId="3981440326" sldId="2076137770"/>
        </pc:sldMkLst>
        <pc:spChg chg="mod ord">
          <ac:chgData name="Kannepamula Mahesh Babu" userId="391c5b16-0897-4eca-a028-a97f935a3bd2" providerId="ADAL" clId="{9E3353FE-7EFD-4D1F-85AC-2D3001641A94}" dt="2026-06-29T12:24:12.555" v="5454" actId="1076"/>
          <ac:spMkLst>
            <pc:docMk/>
            <pc:sldMk cId="3981440326" sldId="2076137770"/>
            <ac:spMk id="2" creationId="{E1F6A3A9-062E-20FB-590F-F9AA76259A9D}"/>
          </ac:spMkLst>
        </pc:spChg>
        <pc:spChg chg="mod ord">
          <ac:chgData name="Kannepamula Mahesh Babu" userId="391c5b16-0897-4eca-a028-a97f935a3bd2" providerId="ADAL" clId="{9E3353FE-7EFD-4D1F-85AC-2D3001641A94}" dt="2026-06-29T11:23:34.439" v="4697" actId="700"/>
          <ac:spMkLst>
            <pc:docMk/>
            <pc:sldMk cId="3981440326" sldId="2076137770"/>
            <ac:spMk id="3" creationId="{B44CE6FF-D670-D36A-9E98-0F707CAC9C44}"/>
          </ac:spMkLst>
        </pc:spChg>
        <pc:spChg chg="mod ord">
          <ac:chgData name="Kannepamula Mahesh Babu" userId="391c5b16-0897-4eca-a028-a97f935a3bd2" providerId="ADAL" clId="{9E3353FE-7EFD-4D1F-85AC-2D3001641A94}" dt="2026-06-29T11:23:34.439" v="4697" actId="700"/>
          <ac:spMkLst>
            <pc:docMk/>
            <pc:sldMk cId="3981440326" sldId="2076137770"/>
            <ac:spMk id="4" creationId="{016C0C0E-111D-2003-8E81-22575B19D679}"/>
          </ac:spMkLst>
        </pc:spChg>
        <pc:spChg chg="add mod topLvl">
          <ac:chgData name="Kannepamula Mahesh Babu" userId="391c5b16-0897-4eca-a028-a97f935a3bd2" providerId="ADAL" clId="{9E3353FE-7EFD-4D1F-85AC-2D3001641A94}" dt="2026-06-29T12:26:46.980" v="5489" actId="1076"/>
          <ac:spMkLst>
            <pc:docMk/>
            <pc:sldMk cId="3981440326" sldId="2076137770"/>
            <ac:spMk id="6" creationId="{3DFE8A41-1933-337A-BF8A-755432913409}"/>
          </ac:spMkLst>
        </pc:spChg>
        <pc:spChg chg="add mod topLvl">
          <ac:chgData name="Kannepamula Mahesh Babu" userId="391c5b16-0897-4eca-a028-a97f935a3bd2" providerId="ADAL" clId="{9E3353FE-7EFD-4D1F-85AC-2D3001641A94}" dt="2026-06-29T12:26:46.980" v="5489" actId="1076"/>
          <ac:spMkLst>
            <pc:docMk/>
            <pc:sldMk cId="3981440326" sldId="2076137770"/>
            <ac:spMk id="7" creationId="{2998120A-C0D1-BF26-7FC9-CB354AE0E604}"/>
          </ac:spMkLst>
        </pc:spChg>
        <pc:spChg chg="add mod topLvl">
          <ac:chgData name="Kannepamula Mahesh Babu" userId="391c5b16-0897-4eca-a028-a97f935a3bd2" providerId="ADAL" clId="{9E3353FE-7EFD-4D1F-85AC-2D3001641A94}" dt="2026-06-29T12:26:46.980" v="5489" actId="1076"/>
          <ac:spMkLst>
            <pc:docMk/>
            <pc:sldMk cId="3981440326" sldId="2076137770"/>
            <ac:spMk id="8" creationId="{BC587974-BFF4-E398-432D-CD4FD5AA7491}"/>
          </ac:spMkLst>
        </pc:spChg>
        <pc:spChg chg="add mod topLvl">
          <ac:chgData name="Kannepamula Mahesh Babu" userId="391c5b16-0897-4eca-a028-a97f935a3bd2" providerId="ADAL" clId="{9E3353FE-7EFD-4D1F-85AC-2D3001641A94}" dt="2026-06-29T12:26:46.980" v="5489" actId="1076"/>
          <ac:spMkLst>
            <pc:docMk/>
            <pc:sldMk cId="3981440326" sldId="2076137770"/>
            <ac:spMk id="9" creationId="{83FBF3F7-89A3-2237-D7C1-3AA79043683E}"/>
          </ac:spMkLst>
        </pc:spChg>
        <pc:spChg chg="add mod topLvl">
          <ac:chgData name="Kannepamula Mahesh Babu" userId="391c5b16-0897-4eca-a028-a97f935a3bd2" providerId="ADAL" clId="{9E3353FE-7EFD-4D1F-85AC-2D3001641A94}" dt="2026-06-29T12:26:46.980" v="5489" actId="1076"/>
          <ac:spMkLst>
            <pc:docMk/>
            <pc:sldMk cId="3981440326" sldId="2076137770"/>
            <ac:spMk id="10" creationId="{EACFE25C-C6D4-87B9-1F49-7A33D147DFA9}"/>
          </ac:spMkLst>
        </pc:spChg>
        <pc:spChg chg="add mod topLvl">
          <ac:chgData name="Kannepamula Mahesh Babu" userId="391c5b16-0897-4eca-a028-a97f935a3bd2" providerId="ADAL" clId="{9E3353FE-7EFD-4D1F-85AC-2D3001641A94}" dt="2026-06-29T12:26:46.980" v="5489" actId="1076"/>
          <ac:spMkLst>
            <pc:docMk/>
            <pc:sldMk cId="3981440326" sldId="2076137770"/>
            <ac:spMk id="11" creationId="{0577CBFA-8036-BEC4-925C-2FEC6FB8CEFC}"/>
          </ac:spMkLst>
        </pc:spChg>
        <pc:spChg chg="add mod topLvl">
          <ac:chgData name="Kannepamula Mahesh Babu" userId="391c5b16-0897-4eca-a028-a97f935a3bd2" providerId="ADAL" clId="{9E3353FE-7EFD-4D1F-85AC-2D3001641A94}" dt="2026-06-29T12:26:46.980" v="5489" actId="1076"/>
          <ac:spMkLst>
            <pc:docMk/>
            <pc:sldMk cId="3981440326" sldId="2076137770"/>
            <ac:spMk id="12" creationId="{F226BF5C-0A79-EFDC-24EB-8AA4E744A6FD}"/>
          </ac:spMkLst>
        </pc:spChg>
        <pc:spChg chg="add mod topLvl">
          <ac:chgData name="Kannepamula Mahesh Babu" userId="391c5b16-0897-4eca-a028-a97f935a3bd2" providerId="ADAL" clId="{9E3353FE-7EFD-4D1F-85AC-2D3001641A94}" dt="2026-06-29T12:26:46.980" v="5489" actId="1076"/>
          <ac:spMkLst>
            <pc:docMk/>
            <pc:sldMk cId="3981440326" sldId="2076137770"/>
            <ac:spMk id="13" creationId="{17A201A1-5356-D9D6-3B6D-FEC8DE770D40}"/>
          </ac:spMkLst>
        </pc:spChg>
        <pc:spChg chg="add mod topLvl">
          <ac:chgData name="Kannepamula Mahesh Babu" userId="391c5b16-0897-4eca-a028-a97f935a3bd2" providerId="ADAL" clId="{9E3353FE-7EFD-4D1F-85AC-2D3001641A94}" dt="2026-06-29T12:26:46.980" v="5489" actId="1076"/>
          <ac:spMkLst>
            <pc:docMk/>
            <pc:sldMk cId="3981440326" sldId="2076137770"/>
            <ac:spMk id="14" creationId="{75E0B58E-467D-1A41-FDEC-3E8257D8DA38}"/>
          </ac:spMkLst>
        </pc:spChg>
        <pc:spChg chg="add mod">
          <ac:chgData name="Kannepamula Mahesh Babu" userId="391c5b16-0897-4eca-a028-a97f935a3bd2" providerId="ADAL" clId="{9E3353FE-7EFD-4D1F-85AC-2D3001641A94}" dt="2026-06-29T11:43:08.652" v="4898" actId="207"/>
          <ac:spMkLst>
            <pc:docMk/>
            <pc:sldMk cId="3981440326" sldId="2076137770"/>
            <ac:spMk id="26" creationId="{A92FD058-F26C-589F-CD7E-9ABCAC3570BC}"/>
          </ac:spMkLst>
        </pc:spChg>
        <pc:spChg chg="add mod">
          <ac:chgData name="Kannepamula Mahesh Babu" userId="391c5b16-0897-4eca-a028-a97f935a3bd2" providerId="ADAL" clId="{9E3353FE-7EFD-4D1F-85AC-2D3001641A94}" dt="2026-06-29T08:00:10.391" v="2890" actId="14100"/>
          <ac:spMkLst>
            <pc:docMk/>
            <pc:sldMk cId="3981440326" sldId="2076137770"/>
            <ac:spMk id="27" creationId="{BEFD8600-6F2A-B8F5-0FEF-60F7ABC4C3E5}"/>
          </ac:spMkLst>
        </pc:spChg>
        <pc:spChg chg="add mod">
          <ac:chgData name="Kannepamula Mahesh Babu" userId="391c5b16-0897-4eca-a028-a97f935a3bd2" providerId="ADAL" clId="{9E3353FE-7EFD-4D1F-85AC-2D3001641A94}" dt="2026-06-29T07:58:50.271" v="2878" actId="1076"/>
          <ac:spMkLst>
            <pc:docMk/>
            <pc:sldMk cId="3981440326" sldId="2076137770"/>
            <ac:spMk id="28" creationId="{B1AF8E08-1B53-06C9-7FCA-A48BA9042668}"/>
          </ac:spMkLst>
        </pc:spChg>
        <pc:spChg chg="add mod">
          <ac:chgData name="Kannepamula Mahesh Babu" userId="391c5b16-0897-4eca-a028-a97f935a3bd2" providerId="ADAL" clId="{9E3353FE-7EFD-4D1F-85AC-2D3001641A94}" dt="2026-06-29T07:58:50.271" v="2878" actId="1076"/>
          <ac:spMkLst>
            <pc:docMk/>
            <pc:sldMk cId="3981440326" sldId="2076137770"/>
            <ac:spMk id="29" creationId="{8481396C-4AB7-5E0F-B427-8805B91852A7}"/>
          </ac:spMkLst>
        </pc:spChg>
        <pc:spChg chg="add mod">
          <ac:chgData name="Kannepamula Mahesh Babu" userId="391c5b16-0897-4eca-a028-a97f935a3bd2" providerId="ADAL" clId="{9E3353FE-7EFD-4D1F-85AC-2D3001641A94}" dt="2026-06-29T07:58:50.271" v="2878" actId="1076"/>
          <ac:spMkLst>
            <pc:docMk/>
            <pc:sldMk cId="3981440326" sldId="2076137770"/>
            <ac:spMk id="30" creationId="{4893F198-ACDB-BD37-8C59-7750FAB849F8}"/>
          </ac:spMkLst>
        </pc:spChg>
        <pc:spChg chg="add mod">
          <ac:chgData name="Kannepamula Mahesh Babu" userId="391c5b16-0897-4eca-a028-a97f935a3bd2" providerId="ADAL" clId="{9E3353FE-7EFD-4D1F-85AC-2D3001641A94}" dt="2026-06-29T07:58:50.271" v="2878" actId="1076"/>
          <ac:spMkLst>
            <pc:docMk/>
            <pc:sldMk cId="3981440326" sldId="2076137770"/>
            <ac:spMk id="31" creationId="{4A2DF0BF-0279-3876-11D6-109A5FE78EE3}"/>
          </ac:spMkLst>
        </pc:spChg>
        <pc:spChg chg="add mod">
          <ac:chgData name="Kannepamula Mahesh Babu" userId="391c5b16-0897-4eca-a028-a97f935a3bd2" providerId="ADAL" clId="{9E3353FE-7EFD-4D1F-85AC-2D3001641A94}" dt="2026-06-29T07:58:50.271" v="2878" actId="1076"/>
          <ac:spMkLst>
            <pc:docMk/>
            <pc:sldMk cId="3981440326" sldId="2076137770"/>
            <ac:spMk id="32" creationId="{64502996-16D3-BD19-6EED-EC67D2A95EB9}"/>
          </ac:spMkLst>
        </pc:spChg>
        <pc:spChg chg="add mod">
          <ac:chgData name="Kannepamula Mahesh Babu" userId="391c5b16-0897-4eca-a028-a97f935a3bd2" providerId="ADAL" clId="{9E3353FE-7EFD-4D1F-85AC-2D3001641A94}" dt="2026-06-29T08:00:04.553" v="2889" actId="12789"/>
          <ac:spMkLst>
            <pc:docMk/>
            <pc:sldMk cId="3981440326" sldId="2076137770"/>
            <ac:spMk id="44" creationId="{3DB5ABFF-4AA6-A6F1-8960-97DA4CEA1FE3}"/>
          </ac:spMkLst>
        </pc:spChg>
        <pc:spChg chg="add mod">
          <ac:chgData name="Kannepamula Mahesh Babu" userId="391c5b16-0897-4eca-a028-a97f935a3bd2" providerId="ADAL" clId="{9E3353FE-7EFD-4D1F-85AC-2D3001641A94}" dt="2026-06-29T10:19:47.836" v="4038"/>
          <ac:spMkLst>
            <pc:docMk/>
            <pc:sldMk cId="3981440326" sldId="2076137770"/>
            <ac:spMk id="77" creationId="{D5E64A96-6270-024A-1511-63245DA834BA}"/>
          </ac:spMkLst>
        </pc:spChg>
        <pc:spChg chg="add mod">
          <ac:chgData name="Kannepamula Mahesh Babu" userId="391c5b16-0897-4eca-a028-a97f935a3bd2" providerId="ADAL" clId="{9E3353FE-7EFD-4D1F-85AC-2D3001641A94}" dt="2026-06-29T10:19:47.836" v="4038"/>
          <ac:spMkLst>
            <pc:docMk/>
            <pc:sldMk cId="3981440326" sldId="2076137770"/>
            <ac:spMk id="78" creationId="{EF510D98-616B-F412-A02C-F2EC1341260D}"/>
          </ac:spMkLst>
        </pc:spChg>
        <pc:spChg chg="add mod ord">
          <ac:chgData name="Kannepamula Mahesh Babu" userId="391c5b16-0897-4eca-a028-a97f935a3bd2" providerId="ADAL" clId="{9E3353FE-7EFD-4D1F-85AC-2D3001641A94}" dt="2026-06-29T12:26:25.774" v="5484" actId="12789"/>
          <ac:spMkLst>
            <pc:docMk/>
            <pc:sldMk cId="3981440326" sldId="2076137770"/>
            <ac:spMk id="80" creationId="{D5F7211D-E0C1-BFA7-EBCF-301BA8ED976C}"/>
          </ac:spMkLst>
        </pc:spChg>
        <pc:spChg chg="add mod ord">
          <ac:chgData name="Kannepamula Mahesh Babu" userId="391c5b16-0897-4eca-a028-a97f935a3bd2" providerId="ADAL" clId="{9E3353FE-7EFD-4D1F-85AC-2D3001641A94}" dt="2026-06-29T12:26:30.058" v="5485" actId="12789"/>
          <ac:spMkLst>
            <pc:docMk/>
            <pc:sldMk cId="3981440326" sldId="2076137770"/>
            <ac:spMk id="81" creationId="{45170C6B-BAAB-43E9-CC53-36B7EC8949E9}"/>
          </ac:spMkLst>
        </pc:spChg>
        <pc:spChg chg="add mod ord">
          <ac:chgData name="Kannepamula Mahesh Babu" userId="391c5b16-0897-4eca-a028-a97f935a3bd2" providerId="ADAL" clId="{9E3353FE-7EFD-4D1F-85AC-2D3001641A94}" dt="2026-06-29T12:26:34.958" v="5486" actId="12789"/>
          <ac:spMkLst>
            <pc:docMk/>
            <pc:sldMk cId="3981440326" sldId="2076137770"/>
            <ac:spMk id="82" creationId="{A057103E-17B0-CE37-C750-103DD3BFAE52}"/>
          </ac:spMkLst>
        </pc:spChg>
        <pc:spChg chg="add mod ord">
          <ac:chgData name="Kannepamula Mahesh Babu" userId="391c5b16-0897-4eca-a028-a97f935a3bd2" providerId="ADAL" clId="{9E3353FE-7EFD-4D1F-85AC-2D3001641A94}" dt="2026-06-29T12:41:52.309" v="5644"/>
          <ac:spMkLst>
            <pc:docMk/>
            <pc:sldMk cId="3981440326" sldId="2076137770"/>
            <ac:spMk id="83" creationId="{A7A1C1B2-C3D2-B333-8B55-39C8BF963156}"/>
          </ac:spMkLst>
        </pc:spChg>
        <pc:spChg chg="add mod ord">
          <ac:chgData name="Kannepamula Mahesh Babu" userId="391c5b16-0897-4eca-a028-a97f935a3bd2" providerId="ADAL" clId="{9E3353FE-7EFD-4D1F-85AC-2D3001641A94}" dt="2026-06-29T12:41:52.309" v="5644"/>
          <ac:spMkLst>
            <pc:docMk/>
            <pc:sldMk cId="3981440326" sldId="2076137770"/>
            <ac:spMk id="84" creationId="{2AAA65F5-66C6-3459-9482-66C37793EF84}"/>
          </ac:spMkLst>
        </pc:spChg>
        <pc:spChg chg="add mod ord">
          <ac:chgData name="Kannepamula Mahesh Babu" userId="391c5b16-0897-4eca-a028-a97f935a3bd2" providerId="ADAL" clId="{9E3353FE-7EFD-4D1F-85AC-2D3001641A94}" dt="2026-06-29T12:41:52.309" v="5644"/>
          <ac:spMkLst>
            <pc:docMk/>
            <pc:sldMk cId="3981440326" sldId="2076137770"/>
            <ac:spMk id="85" creationId="{9DFC47CC-FA67-6488-5E52-AD4CDA73BCA2}"/>
          </ac:spMkLst>
        </pc:spChg>
        <pc:spChg chg="add mod ord">
          <ac:chgData name="Kannepamula Mahesh Babu" userId="391c5b16-0897-4eca-a028-a97f935a3bd2" providerId="ADAL" clId="{9E3353FE-7EFD-4D1F-85AC-2D3001641A94}" dt="2026-06-29T12:41:55.872" v="5646"/>
          <ac:spMkLst>
            <pc:docMk/>
            <pc:sldMk cId="3981440326" sldId="2076137770"/>
            <ac:spMk id="86" creationId="{EA29BD16-2B06-0124-7F34-4365AC70BA67}"/>
          </ac:spMkLst>
        </pc:spChg>
        <pc:spChg chg="add mod ord">
          <ac:chgData name="Kannepamula Mahesh Babu" userId="391c5b16-0897-4eca-a028-a97f935a3bd2" providerId="ADAL" clId="{9E3353FE-7EFD-4D1F-85AC-2D3001641A94}" dt="2026-06-29T12:41:55.872" v="5646"/>
          <ac:spMkLst>
            <pc:docMk/>
            <pc:sldMk cId="3981440326" sldId="2076137770"/>
            <ac:spMk id="87" creationId="{96D61C96-E4CB-6068-D64D-8D593EF978A0}"/>
          </ac:spMkLst>
        </pc:spChg>
        <pc:spChg chg="add mod ord">
          <ac:chgData name="Kannepamula Mahesh Babu" userId="391c5b16-0897-4eca-a028-a97f935a3bd2" providerId="ADAL" clId="{9E3353FE-7EFD-4D1F-85AC-2D3001641A94}" dt="2026-06-29T12:41:55.872" v="5646"/>
          <ac:spMkLst>
            <pc:docMk/>
            <pc:sldMk cId="3981440326" sldId="2076137770"/>
            <ac:spMk id="88" creationId="{61457C18-FDD4-43D2-1548-6FE57852979A}"/>
          </ac:spMkLst>
        </pc:spChg>
        <pc:picChg chg="add mod">
          <ac:chgData name="Kannepamula Mahesh Babu" userId="391c5b16-0897-4eca-a028-a97f935a3bd2" providerId="ADAL" clId="{9E3353FE-7EFD-4D1F-85AC-2D3001641A94}" dt="2026-06-29T12:26:25.774" v="5484" actId="12789"/>
          <ac:picMkLst>
            <pc:docMk/>
            <pc:sldMk cId="3981440326" sldId="2076137770"/>
            <ac:picMk id="47" creationId="{5C0A5625-CFA6-01D6-518C-32359A7EDEBE}"/>
          </ac:picMkLst>
        </pc:picChg>
        <pc:picChg chg="add mod">
          <ac:chgData name="Kannepamula Mahesh Babu" userId="391c5b16-0897-4eca-a028-a97f935a3bd2" providerId="ADAL" clId="{9E3353FE-7EFD-4D1F-85AC-2D3001641A94}" dt="2026-06-29T12:26:34.958" v="5486" actId="12789"/>
          <ac:picMkLst>
            <pc:docMk/>
            <pc:sldMk cId="3981440326" sldId="2076137770"/>
            <ac:picMk id="49" creationId="{E9286398-1572-8BD0-5B4D-62269F62C25A}"/>
          </ac:picMkLst>
        </pc:picChg>
        <pc:picChg chg="add mod">
          <ac:chgData name="Kannepamula Mahesh Babu" userId="391c5b16-0897-4eca-a028-a97f935a3bd2" providerId="ADAL" clId="{9E3353FE-7EFD-4D1F-85AC-2D3001641A94}" dt="2026-06-29T12:42:01.974" v="5647" actId="207"/>
          <ac:picMkLst>
            <pc:docMk/>
            <pc:sldMk cId="3981440326" sldId="2076137770"/>
            <ac:picMk id="51" creationId="{7DA90C89-A727-9399-32B6-89CE98FF40CC}"/>
          </ac:picMkLst>
        </pc:picChg>
        <pc:picChg chg="add mod">
          <ac:chgData name="Kannepamula Mahesh Babu" userId="391c5b16-0897-4eca-a028-a97f935a3bd2" providerId="ADAL" clId="{9E3353FE-7EFD-4D1F-85AC-2D3001641A94}" dt="2026-06-29T12:26:30.058" v="5485" actId="12789"/>
          <ac:picMkLst>
            <pc:docMk/>
            <pc:sldMk cId="3981440326" sldId="2076137770"/>
            <ac:picMk id="55" creationId="{31D2FCCB-AB86-5C2D-92F4-B0F80C3A59B9}"/>
          </ac:picMkLst>
        </pc:picChg>
        <pc:picChg chg="add mod">
          <ac:chgData name="Kannepamula Mahesh Babu" userId="391c5b16-0897-4eca-a028-a97f935a3bd2" providerId="ADAL" clId="{9E3353FE-7EFD-4D1F-85AC-2D3001641A94}" dt="2026-06-29T12:42:01.974" v="5647" actId="207"/>
          <ac:picMkLst>
            <pc:docMk/>
            <pc:sldMk cId="3981440326" sldId="2076137770"/>
            <ac:picMk id="57" creationId="{0DF9812D-19EA-06E7-611C-09792D03CB59}"/>
          </ac:picMkLst>
        </pc:picChg>
        <pc:picChg chg="add mod">
          <ac:chgData name="Kannepamula Mahesh Babu" userId="391c5b16-0897-4eca-a028-a97f935a3bd2" providerId="ADAL" clId="{9E3353FE-7EFD-4D1F-85AC-2D3001641A94}" dt="2026-06-29T12:42:01.974" v="5647" actId="207"/>
          <ac:picMkLst>
            <pc:docMk/>
            <pc:sldMk cId="3981440326" sldId="2076137770"/>
            <ac:picMk id="59" creationId="{0BDA0618-1A75-FD54-12FF-C86138D8DD57}"/>
          </ac:picMkLst>
        </pc:picChg>
        <pc:picChg chg="add mod">
          <ac:chgData name="Kannepamula Mahesh Babu" userId="391c5b16-0897-4eca-a028-a97f935a3bd2" providerId="ADAL" clId="{9E3353FE-7EFD-4D1F-85AC-2D3001641A94}" dt="2026-06-29T12:42:01.974" v="5647" actId="207"/>
          <ac:picMkLst>
            <pc:docMk/>
            <pc:sldMk cId="3981440326" sldId="2076137770"/>
            <ac:picMk id="61" creationId="{F3C28929-5F51-823D-0BF3-BA2D53BA3572}"/>
          </ac:picMkLst>
        </pc:picChg>
        <pc:picChg chg="add mod">
          <ac:chgData name="Kannepamula Mahesh Babu" userId="391c5b16-0897-4eca-a028-a97f935a3bd2" providerId="ADAL" clId="{9E3353FE-7EFD-4D1F-85AC-2D3001641A94}" dt="2026-06-29T12:42:01.974" v="5647" actId="207"/>
          <ac:picMkLst>
            <pc:docMk/>
            <pc:sldMk cId="3981440326" sldId="2076137770"/>
            <ac:picMk id="63" creationId="{A12A1531-9E66-191B-1679-00AF84FCE7A2}"/>
          </ac:picMkLst>
        </pc:picChg>
        <pc:picChg chg="add mod">
          <ac:chgData name="Kannepamula Mahesh Babu" userId="391c5b16-0897-4eca-a028-a97f935a3bd2" providerId="ADAL" clId="{9E3353FE-7EFD-4D1F-85AC-2D3001641A94}" dt="2026-06-29T12:42:01.974" v="5647" actId="207"/>
          <ac:picMkLst>
            <pc:docMk/>
            <pc:sldMk cId="3981440326" sldId="2076137770"/>
            <ac:picMk id="65" creationId="{74A3A11E-BC36-7772-B7FB-0E7C62B358B4}"/>
          </ac:picMkLst>
        </pc:picChg>
        <pc:picChg chg="add mod">
          <ac:chgData name="Kannepamula Mahesh Babu" userId="391c5b16-0897-4eca-a028-a97f935a3bd2" providerId="ADAL" clId="{9E3353FE-7EFD-4D1F-85AC-2D3001641A94}" dt="2026-06-29T10:05:35.352" v="3933" actId="14100"/>
          <ac:picMkLst>
            <pc:docMk/>
            <pc:sldMk cId="3981440326" sldId="2076137770"/>
            <ac:picMk id="66" creationId="{5E56F28F-B972-A717-19A0-F151A4518CA5}"/>
          </ac:picMkLst>
        </pc:picChg>
        <pc:picChg chg="add mod">
          <ac:chgData name="Kannepamula Mahesh Babu" userId="391c5b16-0897-4eca-a028-a97f935a3bd2" providerId="ADAL" clId="{9E3353FE-7EFD-4D1F-85AC-2D3001641A94}" dt="2026-06-29T10:05:35.352" v="3933" actId="14100"/>
          <ac:picMkLst>
            <pc:docMk/>
            <pc:sldMk cId="3981440326" sldId="2076137770"/>
            <ac:picMk id="68" creationId="{D2DC758B-09EA-E64E-2309-2C40158B7A4F}"/>
          </ac:picMkLst>
        </pc:picChg>
        <pc:picChg chg="add mod">
          <ac:chgData name="Kannepamula Mahesh Babu" userId="391c5b16-0897-4eca-a028-a97f935a3bd2" providerId="ADAL" clId="{9E3353FE-7EFD-4D1F-85AC-2D3001641A94}" dt="2026-06-29T10:05:35.352" v="3933" actId="14100"/>
          <ac:picMkLst>
            <pc:docMk/>
            <pc:sldMk cId="3981440326" sldId="2076137770"/>
            <ac:picMk id="70" creationId="{9BB6F047-AF6B-6989-1212-8E84F4C2A7C6}"/>
          </ac:picMkLst>
        </pc:picChg>
        <pc:picChg chg="add mod">
          <ac:chgData name="Kannepamula Mahesh Babu" userId="391c5b16-0897-4eca-a028-a97f935a3bd2" providerId="ADAL" clId="{9E3353FE-7EFD-4D1F-85AC-2D3001641A94}" dt="2026-06-29T10:05:35.352" v="3933" actId="14100"/>
          <ac:picMkLst>
            <pc:docMk/>
            <pc:sldMk cId="3981440326" sldId="2076137770"/>
            <ac:picMk id="72" creationId="{2A9B14E2-6096-3C16-7FF1-DC3999FA8A19}"/>
          </ac:picMkLst>
        </pc:picChg>
        <pc:picChg chg="add mod">
          <ac:chgData name="Kannepamula Mahesh Babu" userId="391c5b16-0897-4eca-a028-a97f935a3bd2" providerId="ADAL" clId="{9E3353FE-7EFD-4D1F-85AC-2D3001641A94}" dt="2026-06-29T10:05:35.352" v="3933" actId="14100"/>
          <ac:picMkLst>
            <pc:docMk/>
            <pc:sldMk cId="3981440326" sldId="2076137770"/>
            <ac:picMk id="74" creationId="{4E4266AB-4A5D-C1C2-AC90-BA141B8ABB8E}"/>
          </ac:picMkLst>
        </pc:picChg>
        <pc:picChg chg="add mod">
          <ac:chgData name="Kannepamula Mahesh Babu" userId="391c5b16-0897-4eca-a028-a97f935a3bd2" providerId="ADAL" clId="{9E3353FE-7EFD-4D1F-85AC-2D3001641A94}" dt="2026-06-29T10:05:35.352" v="3933" actId="14100"/>
          <ac:picMkLst>
            <pc:docMk/>
            <pc:sldMk cId="3981440326" sldId="2076137770"/>
            <ac:picMk id="76" creationId="{75D2FF66-DF35-43BB-0C83-AD256DBFFE57}"/>
          </ac:picMkLst>
        </pc:picChg>
        <pc:picChg chg="add mod">
          <ac:chgData name="Kannepamula Mahesh Babu" userId="391c5b16-0897-4eca-a028-a97f935a3bd2" providerId="ADAL" clId="{9E3353FE-7EFD-4D1F-85AC-2D3001641A94}" dt="2026-06-29T10:19:47.836" v="4038"/>
          <ac:picMkLst>
            <pc:docMk/>
            <pc:sldMk cId="3981440326" sldId="2076137770"/>
            <ac:picMk id="79" creationId="{4FC4758D-D5A6-7BED-A0F4-C410367D0A45}"/>
          </ac:picMkLst>
        </pc:picChg>
        <pc:cxnChg chg="mod topLvl">
          <ac:chgData name="Kannepamula Mahesh Babu" userId="391c5b16-0897-4eca-a028-a97f935a3bd2" providerId="ADAL" clId="{9E3353FE-7EFD-4D1F-85AC-2D3001641A94}" dt="2026-06-29T07:58:50.271" v="2878" actId="1076"/>
          <ac:cxnSpMkLst>
            <pc:docMk/>
            <pc:sldMk cId="3981440326" sldId="2076137770"/>
            <ac:cxnSpMk id="35" creationId="{C44C65E4-C022-AC43-AB0E-A5C5699ABE81}"/>
          </ac:cxnSpMkLst>
        </pc:cxnChg>
        <pc:cxnChg chg="add mod">
          <ac:chgData name="Kannepamula Mahesh Babu" userId="391c5b16-0897-4eca-a028-a97f935a3bd2" providerId="ADAL" clId="{9E3353FE-7EFD-4D1F-85AC-2D3001641A94}" dt="2026-06-29T07:58:50.271" v="2878" actId="1076"/>
          <ac:cxnSpMkLst>
            <pc:docMk/>
            <pc:sldMk cId="3981440326" sldId="2076137770"/>
            <ac:cxnSpMk id="37" creationId="{F440BC53-CE98-F52A-CF16-831FA482A422}"/>
          </ac:cxnSpMkLst>
        </pc:cxnChg>
        <pc:cxnChg chg="add mod">
          <ac:chgData name="Kannepamula Mahesh Babu" userId="391c5b16-0897-4eca-a028-a97f935a3bd2" providerId="ADAL" clId="{9E3353FE-7EFD-4D1F-85AC-2D3001641A94}" dt="2026-06-29T07:58:50.271" v="2878" actId="1076"/>
          <ac:cxnSpMkLst>
            <pc:docMk/>
            <pc:sldMk cId="3981440326" sldId="2076137770"/>
            <ac:cxnSpMk id="38" creationId="{4C30DD10-00F7-0AD2-2075-FC2A7E608D1D}"/>
          </ac:cxnSpMkLst>
        </pc:cxnChg>
        <pc:cxnChg chg="add mod">
          <ac:chgData name="Kannepamula Mahesh Babu" userId="391c5b16-0897-4eca-a028-a97f935a3bd2" providerId="ADAL" clId="{9E3353FE-7EFD-4D1F-85AC-2D3001641A94}" dt="2026-06-29T07:28:25.749" v="2612" actId="408"/>
          <ac:cxnSpMkLst>
            <pc:docMk/>
            <pc:sldMk cId="3981440326" sldId="2076137770"/>
            <ac:cxnSpMk id="39" creationId="{101F8A28-E22E-5B4F-569B-299958BB14CC}"/>
          </ac:cxnSpMkLst>
        </pc:cxnChg>
        <pc:cxnChg chg="add mod">
          <ac:chgData name="Kannepamula Mahesh Babu" userId="391c5b16-0897-4eca-a028-a97f935a3bd2" providerId="ADAL" clId="{9E3353FE-7EFD-4D1F-85AC-2D3001641A94}" dt="2026-06-29T07:58:50.271" v="2878" actId="1076"/>
          <ac:cxnSpMkLst>
            <pc:docMk/>
            <pc:sldMk cId="3981440326" sldId="2076137770"/>
            <ac:cxnSpMk id="40" creationId="{D12E0045-F66F-37EF-037F-581AAF42A17B}"/>
          </ac:cxnSpMkLst>
        </pc:cxnChg>
      </pc:sldChg>
      <pc:sldChg chg="addSp delSp modSp new mod">
        <pc:chgData name="Kannepamula Mahesh Babu" userId="391c5b16-0897-4eca-a028-a97f935a3bd2" providerId="ADAL" clId="{9E3353FE-7EFD-4D1F-85AC-2D3001641A94}" dt="2026-06-29T13:08:13.111" v="5862"/>
        <pc:sldMkLst>
          <pc:docMk/>
          <pc:sldMk cId="3574877604" sldId="2076137771"/>
        </pc:sldMkLst>
        <pc:spChg chg="mod">
          <ac:chgData name="Kannepamula Mahesh Babu" userId="391c5b16-0897-4eca-a028-a97f935a3bd2" providerId="ADAL" clId="{9E3353FE-7EFD-4D1F-85AC-2D3001641A94}" dt="2026-06-29T07:31:30.842" v="2624" actId="20577"/>
          <ac:spMkLst>
            <pc:docMk/>
            <pc:sldMk cId="3574877604" sldId="2076137771"/>
            <ac:spMk id="2" creationId="{7EBA8907-0DDF-1F53-BED9-BD63BA211E0A}"/>
          </ac:spMkLst>
        </pc:spChg>
        <pc:spChg chg="add mod">
          <ac:chgData name="Kannepamula Mahesh Babu" userId="391c5b16-0897-4eca-a028-a97f935a3bd2" providerId="ADAL" clId="{9E3353FE-7EFD-4D1F-85AC-2D3001641A94}" dt="2026-06-29T13:08:13.111" v="5862"/>
          <ac:spMkLst>
            <pc:docMk/>
            <pc:sldMk cId="3574877604" sldId="2076137771"/>
            <ac:spMk id="6" creationId="{D5F8ED62-3030-8BAE-2D12-16D009EDFBD0}"/>
          </ac:spMkLst>
        </pc:spChg>
        <pc:spChg chg="add mod">
          <ac:chgData name="Kannepamula Mahesh Babu" userId="391c5b16-0897-4eca-a028-a97f935a3bd2" providerId="ADAL" clId="{9E3353FE-7EFD-4D1F-85AC-2D3001641A94}" dt="2026-06-29T12:27:57.582" v="5502" actId="3064"/>
          <ac:spMkLst>
            <pc:docMk/>
            <pc:sldMk cId="3574877604" sldId="2076137771"/>
            <ac:spMk id="15" creationId="{2482D6FB-AB28-2388-5571-214965455439}"/>
          </ac:spMkLst>
        </pc:spChg>
        <pc:spChg chg="add mod">
          <ac:chgData name="Kannepamula Mahesh Babu" userId="391c5b16-0897-4eca-a028-a97f935a3bd2" providerId="ADAL" clId="{9E3353FE-7EFD-4D1F-85AC-2D3001641A94}" dt="2026-06-29T12:27:57.582" v="5502" actId="3064"/>
          <ac:spMkLst>
            <pc:docMk/>
            <pc:sldMk cId="3574877604" sldId="2076137771"/>
            <ac:spMk id="16" creationId="{2D0835C8-8AD3-F5A1-F224-1338EBDB4A1B}"/>
          </ac:spMkLst>
        </pc:spChg>
        <pc:spChg chg="add mod">
          <ac:chgData name="Kannepamula Mahesh Babu" userId="391c5b16-0897-4eca-a028-a97f935a3bd2" providerId="ADAL" clId="{9E3353FE-7EFD-4D1F-85AC-2D3001641A94}" dt="2026-06-29T12:27:57.582" v="5502" actId="3064"/>
          <ac:spMkLst>
            <pc:docMk/>
            <pc:sldMk cId="3574877604" sldId="2076137771"/>
            <ac:spMk id="17" creationId="{08F9B8E8-DCFA-37DB-9EB8-9D627FF6193C}"/>
          </ac:spMkLst>
        </pc:spChg>
        <pc:spChg chg="add mod">
          <ac:chgData name="Kannepamula Mahesh Babu" userId="391c5b16-0897-4eca-a028-a97f935a3bd2" providerId="ADAL" clId="{9E3353FE-7EFD-4D1F-85AC-2D3001641A94}" dt="2026-06-29T12:27:57.582" v="5502" actId="3064"/>
          <ac:spMkLst>
            <pc:docMk/>
            <pc:sldMk cId="3574877604" sldId="2076137771"/>
            <ac:spMk id="18" creationId="{53719CF6-8307-66C4-1504-22134A88C087}"/>
          </ac:spMkLst>
        </pc:spChg>
        <pc:spChg chg="add mod">
          <ac:chgData name="Kannepamula Mahesh Babu" userId="391c5b16-0897-4eca-a028-a97f935a3bd2" providerId="ADAL" clId="{9E3353FE-7EFD-4D1F-85AC-2D3001641A94}" dt="2026-06-29T12:27:57.582" v="5502" actId="3064"/>
          <ac:spMkLst>
            <pc:docMk/>
            <pc:sldMk cId="3574877604" sldId="2076137771"/>
            <ac:spMk id="19" creationId="{00A60B07-91F8-FD7C-AA9F-22AE8A85B349}"/>
          </ac:spMkLst>
        </pc:spChg>
        <pc:spChg chg="add mod">
          <ac:chgData name="Kannepamula Mahesh Babu" userId="391c5b16-0897-4eca-a028-a97f935a3bd2" providerId="ADAL" clId="{9E3353FE-7EFD-4D1F-85AC-2D3001641A94}" dt="2026-06-29T12:27:57.582" v="5502" actId="3064"/>
          <ac:spMkLst>
            <pc:docMk/>
            <pc:sldMk cId="3574877604" sldId="2076137771"/>
            <ac:spMk id="20" creationId="{18BECEF9-A801-CCBA-1C56-21BCE2E8E191}"/>
          </ac:spMkLst>
        </pc:spChg>
        <pc:spChg chg="add mod">
          <ac:chgData name="Kannepamula Mahesh Babu" userId="391c5b16-0897-4eca-a028-a97f935a3bd2" providerId="ADAL" clId="{9E3353FE-7EFD-4D1F-85AC-2D3001641A94}" dt="2026-06-29T12:27:57.582" v="5502" actId="3064"/>
          <ac:spMkLst>
            <pc:docMk/>
            <pc:sldMk cId="3574877604" sldId="2076137771"/>
            <ac:spMk id="21" creationId="{ACD3DD30-9AF8-58BB-03DC-B266E59DCFFC}"/>
          </ac:spMkLst>
        </pc:spChg>
        <pc:spChg chg="add mod">
          <ac:chgData name="Kannepamula Mahesh Babu" userId="391c5b16-0897-4eca-a028-a97f935a3bd2" providerId="ADAL" clId="{9E3353FE-7EFD-4D1F-85AC-2D3001641A94}" dt="2026-06-29T12:27:57.582" v="5502" actId="3064"/>
          <ac:spMkLst>
            <pc:docMk/>
            <pc:sldMk cId="3574877604" sldId="2076137771"/>
            <ac:spMk id="22" creationId="{5615D495-ED39-E57C-8674-684F9F67049C}"/>
          </ac:spMkLst>
        </pc:spChg>
        <pc:spChg chg="add mod">
          <ac:chgData name="Kannepamula Mahesh Babu" userId="391c5b16-0897-4eca-a028-a97f935a3bd2" providerId="ADAL" clId="{9E3353FE-7EFD-4D1F-85AC-2D3001641A94}" dt="2026-06-29T12:27:57.582" v="5502" actId="3064"/>
          <ac:spMkLst>
            <pc:docMk/>
            <pc:sldMk cId="3574877604" sldId="2076137771"/>
            <ac:spMk id="23" creationId="{8E6C8A43-2999-05C4-4D7D-0A77FB7EC52A}"/>
          </ac:spMkLst>
        </pc:spChg>
        <pc:spChg chg="add mod">
          <ac:chgData name="Kannepamula Mahesh Babu" userId="391c5b16-0897-4eca-a028-a97f935a3bd2" providerId="ADAL" clId="{9E3353FE-7EFD-4D1F-85AC-2D3001641A94}" dt="2026-06-29T12:30:07.910" v="5523" actId="1076"/>
          <ac:spMkLst>
            <pc:docMk/>
            <pc:sldMk cId="3574877604" sldId="2076137771"/>
            <ac:spMk id="25" creationId="{8A652704-C3E0-4C46-9C69-49A94077DC71}"/>
          </ac:spMkLst>
        </pc:spChg>
        <pc:spChg chg="add mod ord">
          <ac:chgData name="Kannepamula Mahesh Babu" userId="391c5b16-0897-4eca-a028-a97f935a3bd2" providerId="ADAL" clId="{9E3353FE-7EFD-4D1F-85AC-2D3001641A94}" dt="2026-06-29T12:56:30.850" v="5771" actId="12789"/>
          <ac:spMkLst>
            <pc:docMk/>
            <pc:sldMk cId="3574877604" sldId="2076137771"/>
            <ac:spMk id="45" creationId="{F07F7767-6102-235F-2B67-CEE2E0A4CE0F}"/>
          </ac:spMkLst>
        </pc:spChg>
        <pc:spChg chg="add mod ord">
          <ac:chgData name="Kannepamula Mahesh Babu" userId="391c5b16-0897-4eca-a028-a97f935a3bd2" providerId="ADAL" clId="{9E3353FE-7EFD-4D1F-85AC-2D3001641A94}" dt="2026-06-29T12:42:15.758" v="5651"/>
          <ac:spMkLst>
            <pc:docMk/>
            <pc:sldMk cId="3574877604" sldId="2076137771"/>
            <ac:spMk id="46" creationId="{626D1507-B0E8-260E-6132-1A9F1C38C976}"/>
          </ac:spMkLst>
        </pc:spChg>
        <pc:spChg chg="add mod ord">
          <ac:chgData name="Kannepamula Mahesh Babu" userId="391c5b16-0897-4eca-a028-a97f935a3bd2" providerId="ADAL" clId="{9E3353FE-7EFD-4D1F-85AC-2D3001641A94}" dt="2026-06-29T12:42:15.758" v="5651"/>
          <ac:spMkLst>
            <pc:docMk/>
            <pc:sldMk cId="3574877604" sldId="2076137771"/>
            <ac:spMk id="47" creationId="{BA600DAD-DA0D-C6E9-07D1-31CD68A3B81F}"/>
          </ac:spMkLst>
        </pc:spChg>
        <pc:spChg chg="add mod ord">
          <ac:chgData name="Kannepamula Mahesh Babu" userId="391c5b16-0897-4eca-a028-a97f935a3bd2" providerId="ADAL" clId="{9E3353FE-7EFD-4D1F-85AC-2D3001641A94}" dt="2026-06-29T12:56:30.850" v="5771" actId="12789"/>
          <ac:spMkLst>
            <pc:docMk/>
            <pc:sldMk cId="3574877604" sldId="2076137771"/>
            <ac:spMk id="48" creationId="{4204603D-52F0-5B57-8B69-82174C4C1E51}"/>
          </ac:spMkLst>
        </pc:spChg>
        <pc:spChg chg="add mod ord">
          <ac:chgData name="Kannepamula Mahesh Babu" userId="391c5b16-0897-4eca-a028-a97f935a3bd2" providerId="ADAL" clId="{9E3353FE-7EFD-4D1F-85AC-2D3001641A94}" dt="2026-06-29T12:42:15.758" v="5651"/>
          <ac:spMkLst>
            <pc:docMk/>
            <pc:sldMk cId="3574877604" sldId="2076137771"/>
            <ac:spMk id="49" creationId="{53857BE3-9197-61D8-8B09-E96373CE389F}"/>
          </ac:spMkLst>
        </pc:spChg>
        <pc:spChg chg="add mod ord">
          <ac:chgData name="Kannepamula Mahesh Babu" userId="391c5b16-0897-4eca-a028-a97f935a3bd2" providerId="ADAL" clId="{9E3353FE-7EFD-4D1F-85AC-2D3001641A94}" dt="2026-06-29T12:42:15.758" v="5651"/>
          <ac:spMkLst>
            <pc:docMk/>
            <pc:sldMk cId="3574877604" sldId="2076137771"/>
            <ac:spMk id="50" creationId="{807D7CC1-5A00-A058-7B7E-998377E6DF96}"/>
          </ac:spMkLst>
        </pc:spChg>
        <pc:spChg chg="add mod ord">
          <ac:chgData name="Kannepamula Mahesh Babu" userId="391c5b16-0897-4eca-a028-a97f935a3bd2" providerId="ADAL" clId="{9E3353FE-7EFD-4D1F-85AC-2D3001641A94}" dt="2026-06-29T12:56:30.850" v="5771" actId="12789"/>
          <ac:spMkLst>
            <pc:docMk/>
            <pc:sldMk cId="3574877604" sldId="2076137771"/>
            <ac:spMk id="51" creationId="{B8868BBC-F281-D86F-9BE1-B69A4D8C20F8}"/>
          </ac:spMkLst>
        </pc:spChg>
        <pc:spChg chg="add mod ord">
          <ac:chgData name="Kannepamula Mahesh Babu" userId="391c5b16-0897-4eca-a028-a97f935a3bd2" providerId="ADAL" clId="{9E3353FE-7EFD-4D1F-85AC-2D3001641A94}" dt="2026-06-29T12:42:15.758" v="5651"/>
          <ac:spMkLst>
            <pc:docMk/>
            <pc:sldMk cId="3574877604" sldId="2076137771"/>
            <ac:spMk id="52" creationId="{7AD7C00E-1289-9EEC-371D-843F143FE668}"/>
          </ac:spMkLst>
        </pc:spChg>
        <pc:spChg chg="add mod ord">
          <ac:chgData name="Kannepamula Mahesh Babu" userId="391c5b16-0897-4eca-a028-a97f935a3bd2" providerId="ADAL" clId="{9E3353FE-7EFD-4D1F-85AC-2D3001641A94}" dt="2026-06-29T12:42:15.758" v="5651"/>
          <ac:spMkLst>
            <pc:docMk/>
            <pc:sldMk cId="3574877604" sldId="2076137771"/>
            <ac:spMk id="53" creationId="{46A62DB5-FA56-BFDA-A5DD-7F4861109E7D}"/>
          </ac:spMkLst>
        </pc:spChg>
        <pc:grpChg chg="add mod">
          <ac:chgData name="Kannepamula Mahesh Babu" userId="391c5b16-0897-4eca-a028-a97f935a3bd2" providerId="ADAL" clId="{9E3353FE-7EFD-4D1F-85AC-2D3001641A94}" dt="2026-06-29T07:32:44.273" v="2640" actId="14100"/>
          <ac:grpSpMkLst>
            <pc:docMk/>
            <pc:sldMk cId="3574877604" sldId="2076137771"/>
            <ac:grpSpMk id="24" creationId="{5E0ACCEC-9E09-68A0-2686-934F180FA01B}"/>
          </ac:grpSpMkLst>
        </pc:grpChg>
        <pc:picChg chg="add mod">
          <ac:chgData name="Kannepamula Mahesh Babu" userId="391c5b16-0897-4eca-a028-a97f935a3bd2" providerId="ADAL" clId="{9E3353FE-7EFD-4D1F-85AC-2D3001641A94}" dt="2026-06-29T12:56:30.850" v="5771" actId="12789"/>
          <ac:picMkLst>
            <pc:docMk/>
            <pc:sldMk cId="3574877604" sldId="2076137771"/>
            <ac:picMk id="27" creationId="{337836C4-5BEA-3530-5FAC-C696F4780A8A}"/>
          </ac:picMkLst>
        </pc:picChg>
        <pc:picChg chg="add mod">
          <ac:chgData name="Kannepamula Mahesh Babu" userId="391c5b16-0897-4eca-a028-a97f935a3bd2" providerId="ADAL" clId="{9E3353FE-7EFD-4D1F-85AC-2D3001641A94}" dt="2026-06-29T12:56:30.850" v="5771" actId="12789"/>
          <ac:picMkLst>
            <pc:docMk/>
            <pc:sldMk cId="3574877604" sldId="2076137771"/>
            <ac:picMk id="29" creationId="{3D48C999-A7D4-80C0-817D-0C2FC9F35CF2}"/>
          </ac:picMkLst>
        </pc:picChg>
        <pc:picChg chg="add mod">
          <ac:chgData name="Kannepamula Mahesh Babu" userId="391c5b16-0897-4eca-a028-a97f935a3bd2" providerId="ADAL" clId="{9E3353FE-7EFD-4D1F-85AC-2D3001641A94}" dt="2026-06-29T12:56:30.850" v="5771" actId="12789"/>
          <ac:picMkLst>
            <pc:docMk/>
            <pc:sldMk cId="3574877604" sldId="2076137771"/>
            <ac:picMk id="31" creationId="{4ACC6D46-1ECA-45BD-494D-0B5AC42C06BD}"/>
          </ac:picMkLst>
        </pc:picChg>
        <pc:picChg chg="add mod">
          <ac:chgData name="Kannepamula Mahesh Babu" userId="391c5b16-0897-4eca-a028-a97f935a3bd2" providerId="ADAL" clId="{9E3353FE-7EFD-4D1F-85AC-2D3001641A94}" dt="2026-06-29T12:42:25.097" v="5652" actId="207"/>
          <ac:picMkLst>
            <pc:docMk/>
            <pc:sldMk cId="3574877604" sldId="2076137771"/>
            <ac:picMk id="33" creationId="{473C266A-5844-BCFD-53BF-6577221091A5}"/>
          </ac:picMkLst>
        </pc:picChg>
        <pc:picChg chg="add mod">
          <ac:chgData name="Kannepamula Mahesh Babu" userId="391c5b16-0897-4eca-a028-a97f935a3bd2" providerId="ADAL" clId="{9E3353FE-7EFD-4D1F-85AC-2D3001641A94}" dt="2026-06-29T12:42:25.097" v="5652" actId="207"/>
          <ac:picMkLst>
            <pc:docMk/>
            <pc:sldMk cId="3574877604" sldId="2076137771"/>
            <ac:picMk id="35" creationId="{8B2C9E97-6601-43F0-28D4-902ED944BDFD}"/>
          </ac:picMkLst>
        </pc:picChg>
        <pc:picChg chg="add mod">
          <ac:chgData name="Kannepamula Mahesh Babu" userId="391c5b16-0897-4eca-a028-a97f935a3bd2" providerId="ADAL" clId="{9E3353FE-7EFD-4D1F-85AC-2D3001641A94}" dt="2026-06-29T12:42:25.097" v="5652" actId="207"/>
          <ac:picMkLst>
            <pc:docMk/>
            <pc:sldMk cId="3574877604" sldId="2076137771"/>
            <ac:picMk id="37" creationId="{E32B2A5A-BF24-B868-FAF4-14F8CA09AC54}"/>
          </ac:picMkLst>
        </pc:picChg>
        <pc:picChg chg="add mod">
          <ac:chgData name="Kannepamula Mahesh Babu" userId="391c5b16-0897-4eca-a028-a97f935a3bd2" providerId="ADAL" clId="{9E3353FE-7EFD-4D1F-85AC-2D3001641A94}" dt="2026-06-29T12:42:25.097" v="5652" actId="207"/>
          <ac:picMkLst>
            <pc:docMk/>
            <pc:sldMk cId="3574877604" sldId="2076137771"/>
            <ac:picMk id="39" creationId="{A3127C9C-E46B-222F-D43C-9634779A6BB0}"/>
          </ac:picMkLst>
        </pc:picChg>
        <pc:picChg chg="add mod">
          <ac:chgData name="Kannepamula Mahesh Babu" userId="391c5b16-0897-4eca-a028-a97f935a3bd2" providerId="ADAL" clId="{9E3353FE-7EFD-4D1F-85AC-2D3001641A94}" dt="2026-06-29T12:42:25.097" v="5652" actId="207"/>
          <ac:picMkLst>
            <pc:docMk/>
            <pc:sldMk cId="3574877604" sldId="2076137771"/>
            <ac:picMk id="41" creationId="{BDB3AED3-EEDA-C066-83C7-26FFD0E96856}"/>
          </ac:picMkLst>
        </pc:picChg>
        <pc:picChg chg="add mod">
          <ac:chgData name="Kannepamula Mahesh Babu" userId="391c5b16-0897-4eca-a028-a97f935a3bd2" providerId="ADAL" clId="{9E3353FE-7EFD-4D1F-85AC-2D3001641A94}" dt="2026-06-29T12:42:25.097" v="5652" actId="207"/>
          <ac:picMkLst>
            <pc:docMk/>
            <pc:sldMk cId="3574877604" sldId="2076137771"/>
            <ac:picMk id="43" creationId="{1912B574-CF74-C05A-1D42-B2E808317C68}"/>
          </ac:picMkLst>
        </pc:picChg>
      </pc:sldChg>
      <pc:sldChg chg="addSp delSp modSp new mod">
        <pc:chgData name="Kannepamula Mahesh Babu" userId="391c5b16-0897-4eca-a028-a97f935a3bd2" providerId="ADAL" clId="{9E3353FE-7EFD-4D1F-85AC-2D3001641A94}" dt="2026-06-29T13:09:31.016" v="5868" actId="1076"/>
        <pc:sldMkLst>
          <pc:docMk/>
          <pc:sldMk cId="1642220967" sldId="2076137772"/>
        </pc:sldMkLst>
        <pc:spChg chg="mod">
          <ac:chgData name="Kannepamula Mahesh Babu" userId="391c5b16-0897-4eca-a028-a97f935a3bd2" providerId="ADAL" clId="{9E3353FE-7EFD-4D1F-85AC-2D3001641A94}" dt="2026-06-29T09:40:00.175" v="3809" actId="207"/>
          <ac:spMkLst>
            <pc:docMk/>
            <pc:sldMk cId="1642220967" sldId="2076137772"/>
            <ac:spMk id="2" creationId="{8AFA4066-09E0-52E0-A118-7C3569E663C0}"/>
          </ac:spMkLst>
        </pc:spChg>
        <pc:spChg chg="add mod">
          <ac:chgData name="Kannepamula Mahesh Babu" userId="391c5b16-0897-4eca-a028-a97f935a3bd2" providerId="ADAL" clId="{9E3353FE-7EFD-4D1F-85AC-2D3001641A94}" dt="2026-06-29T07:47:02.903" v="2695" actId="14100"/>
          <ac:spMkLst>
            <pc:docMk/>
            <pc:sldMk cId="1642220967" sldId="2076137772"/>
            <ac:spMk id="5" creationId="{F49267EE-955D-1262-E343-ED88F18EDF7E}"/>
          </ac:spMkLst>
        </pc:spChg>
        <pc:spChg chg="add mod">
          <ac:chgData name="Kannepamula Mahesh Babu" userId="391c5b16-0897-4eca-a028-a97f935a3bd2" providerId="ADAL" clId="{9E3353FE-7EFD-4D1F-85AC-2D3001641A94}" dt="2026-06-29T11:39:52.915" v="4848" actId="404"/>
          <ac:spMkLst>
            <pc:docMk/>
            <pc:sldMk cId="1642220967" sldId="2076137772"/>
            <ac:spMk id="6" creationId="{E1064A8F-620A-C56D-7D0C-92415646456B}"/>
          </ac:spMkLst>
        </pc:spChg>
        <pc:spChg chg="add mod">
          <ac:chgData name="Kannepamula Mahesh Babu" userId="391c5b16-0897-4eca-a028-a97f935a3bd2" providerId="ADAL" clId="{9E3353FE-7EFD-4D1F-85AC-2D3001641A94}" dt="2026-06-29T11:39:54.312" v="4850"/>
          <ac:spMkLst>
            <pc:docMk/>
            <pc:sldMk cId="1642220967" sldId="2076137772"/>
            <ac:spMk id="14" creationId="{AE0B0EFD-8EC9-6656-6D8B-48B0FBE51566}"/>
          </ac:spMkLst>
        </pc:spChg>
        <pc:spChg chg="add mod">
          <ac:chgData name="Kannepamula Mahesh Babu" userId="391c5b16-0897-4eca-a028-a97f935a3bd2" providerId="ADAL" clId="{9E3353FE-7EFD-4D1F-85AC-2D3001641A94}" dt="2026-06-29T11:39:55.572" v="4852"/>
          <ac:spMkLst>
            <pc:docMk/>
            <pc:sldMk cId="1642220967" sldId="2076137772"/>
            <ac:spMk id="15" creationId="{D88824E2-A6AA-C917-4952-0982232DA0DC}"/>
          </ac:spMkLst>
        </pc:spChg>
        <pc:spChg chg="add mod">
          <ac:chgData name="Kannepamula Mahesh Babu" userId="391c5b16-0897-4eca-a028-a97f935a3bd2" providerId="ADAL" clId="{9E3353FE-7EFD-4D1F-85AC-2D3001641A94}" dt="2026-06-29T11:40:00.722" v="4857"/>
          <ac:spMkLst>
            <pc:docMk/>
            <pc:sldMk cId="1642220967" sldId="2076137772"/>
            <ac:spMk id="16" creationId="{79093A38-7F13-76A1-FF1D-C3549773FA2B}"/>
          </ac:spMkLst>
        </pc:spChg>
        <pc:spChg chg="add mod">
          <ac:chgData name="Kannepamula Mahesh Babu" userId="391c5b16-0897-4eca-a028-a97f935a3bd2" providerId="ADAL" clId="{9E3353FE-7EFD-4D1F-85AC-2D3001641A94}" dt="2026-06-29T11:40:02.536" v="4859"/>
          <ac:spMkLst>
            <pc:docMk/>
            <pc:sldMk cId="1642220967" sldId="2076137772"/>
            <ac:spMk id="17" creationId="{F30EBA8D-7D0D-912B-B5BE-8160F7837AF9}"/>
          </ac:spMkLst>
        </pc:spChg>
        <pc:spChg chg="add mod">
          <ac:chgData name="Kannepamula Mahesh Babu" userId="391c5b16-0897-4eca-a028-a97f935a3bd2" providerId="ADAL" clId="{9E3353FE-7EFD-4D1F-85AC-2D3001641A94}" dt="2026-06-29T11:40:04.560" v="4861"/>
          <ac:spMkLst>
            <pc:docMk/>
            <pc:sldMk cId="1642220967" sldId="2076137772"/>
            <ac:spMk id="18" creationId="{1EEE8171-3D3F-592C-E462-F6CFFC2CA5DC}"/>
          </ac:spMkLst>
        </pc:spChg>
        <pc:spChg chg="add mod">
          <ac:chgData name="Kannepamula Mahesh Babu" userId="391c5b16-0897-4eca-a028-a97f935a3bd2" providerId="ADAL" clId="{9E3353FE-7EFD-4D1F-85AC-2D3001641A94}" dt="2026-06-29T11:40:06.426" v="4863"/>
          <ac:spMkLst>
            <pc:docMk/>
            <pc:sldMk cId="1642220967" sldId="2076137772"/>
            <ac:spMk id="19" creationId="{2AB5AAED-F854-F987-02D9-C6153E7779D6}"/>
          </ac:spMkLst>
        </pc:spChg>
        <pc:spChg chg="add mod">
          <ac:chgData name="Kannepamula Mahesh Babu" userId="391c5b16-0897-4eca-a028-a97f935a3bd2" providerId="ADAL" clId="{9E3353FE-7EFD-4D1F-85AC-2D3001641A94}" dt="2026-06-29T07:57:27.009" v="2862" actId="164"/>
          <ac:spMkLst>
            <pc:docMk/>
            <pc:sldMk cId="1642220967" sldId="2076137772"/>
            <ac:spMk id="20" creationId="{BC40975C-574E-92FC-B112-581DB90A5F91}"/>
          </ac:spMkLst>
        </pc:spChg>
        <pc:spChg chg="add mod">
          <ac:chgData name="Kannepamula Mahesh Babu" userId="391c5b16-0897-4eca-a028-a97f935a3bd2" providerId="ADAL" clId="{9E3353FE-7EFD-4D1F-85AC-2D3001641A94}" dt="2026-06-29T12:42:49.452" v="5655" actId="242"/>
          <ac:spMkLst>
            <pc:docMk/>
            <pc:sldMk cId="1642220967" sldId="2076137772"/>
            <ac:spMk id="23" creationId="{B8DFF5B5-113F-881D-61B8-3222B1ED3D25}"/>
          </ac:spMkLst>
        </pc:spChg>
        <pc:spChg chg="add mod">
          <ac:chgData name="Kannepamula Mahesh Babu" userId="391c5b16-0897-4eca-a028-a97f935a3bd2" providerId="ADAL" clId="{9E3353FE-7EFD-4D1F-85AC-2D3001641A94}" dt="2026-06-29T13:09:31.016" v="5868" actId="1076"/>
          <ac:spMkLst>
            <pc:docMk/>
            <pc:sldMk cId="1642220967" sldId="2076137772"/>
            <ac:spMk id="24" creationId="{8CD77976-7868-EAA7-59B6-EA6EE14596A3}"/>
          </ac:spMkLst>
        </pc:spChg>
        <pc:spChg chg="add mod ord">
          <ac:chgData name="Kannepamula Mahesh Babu" userId="391c5b16-0897-4eca-a028-a97f935a3bd2" providerId="ADAL" clId="{9E3353FE-7EFD-4D1F-85AC-2D3001641A94}" dt="2026-06-29T13:09:24.461" v="5867" actId="1076"/>
          <ac:spMkLst>
            <pc:docMk/>
            <pc:sldMk cId="1642220967" sldId="2076137772"/>
            <ac:spMk id="25" creationId="{B777667C-3A5A-2005-9EDA-2033616E46AE}"/>
          </ac:spMkLst>
        </pc:spChg>
        <pc:spChg chg="add mod">
          <ac:chgData name="Kannepamula Mahesh Babu" userId="391c5b16-0897-4eca-a028-a97f935a3bd2" providerId="ADAL" clId="{9E3353FE-7EFD-4D1F-85AC-2D3001641A94}" dt="2026-06-29T13:09:31.016" v="5868" actId="1076"/>
          <ac:spMkLst>
            <pc:docMk/>
            <pc:sldMk cId="1642220967" sldId="2076137772"/>
            <ac:spMk id="26" creationId="{1C556CD6-F811-1284-6F50-9370576867F5}"/>
          </ac:spMkLst>
        </pc:spChg>
        <pc:spChg chg="add mod">
          <ac:chgData name="Kannepamula Mahesh Babu" userId="391c5b16-0897-4eca-a028-a97f935a3bd2" providerId="ADAL" clId="{9E3353FE-7EFD-4D1F-85AC-2D3001641A94}" dt="2026-06-29T13:09:31.016" v="5868" actId="1076"/>
          <ac:spMkLst>
            <pc:docMk/>
            <pc:sldMk cId="1642220967" sldId="2076137772"/>
            <ac:spMk id="27" creationId="{9B7265D0-7311-2F88-3437-F08EE6515D77}"/>
          </ac:spMkLst>
        </pc:spChg>
        <pc:spChg chg="add mod">
          <ac:chgData name="Kannepamula Mahesh Babu" userId="391c5b16-0897-4eca-a028-a97f935a3bd2" providerId="ADAL" clId="{9E3353FE-7EFD-4D1F-85AC-2D3001641A94}" dt="2026-06-29T10:19:55.134" v="4039"/>
          <ac:spMkLst>
            <pc:docMk/>
            <pc:sldMk cId="1642220967" sldId="2076137772"/>
            <ac:spMk id="31" creationId="{834F26B8-E09C-987D-848E-EE7B37E6D6CC}"/>
          </ac:spMkLst>
        </pc:spChg>
        <pc:spChg chg="add mod">
          <ac:chgData name="Kannepamula Mahesh Babu" userId="391c5b16-0897-4eca-a028-a97f935a3bd2" providerId="ADAL" clId="{9E3353FE-7EFD-4D1F-85AC-2D3001641A94}" dt="2026-06-29T10:19:55.134" v="4039"/>
          <ac:spMkLst>
            <pc:docMk/>
            <pc:sldMk cId="1642220967" sldId="2076137772"/>
            <ac:spMk id="32" creationId="{4706EE0C-109D-39D0-E2B4-58D45563D12D}"/>
          </ac:spMkLst>
        </pc:spChg>
        <pc:grpChg chg="add mod">
          <ac:chgData name="Kannepamula Mahesh Babu" userId="391c5b16-0897-4eca-a028-a97f935a3bd2" providerId="ADAL" clId="{9E3353FE-7EFD-4D1F-85AC-2D3001641A94}" dt="2026-06-29T07:57:30.311" v="2863" actId="14100"/>
          <ac:grpSpMkLst>
            <pc:docMk/>
            <pc:sldMk cId="1642220967" sldId="2076137772"/>
            <ac:grpSpMk id="21" creationId="{50C36734-3823-323C-3C31-3C411D120B9B}"/>
          </ac:grpSpMkLst>
        </pc:grpChg>
        <pc:grpChg chg="add mod">
          <ac:chgData name="Kannepamula Mahesh Babu" userId="391c5b16-0897-4eca-a028-a97f935a3bd2" providerId="ADAL" clId="{9E3353FE-7EFD-4D1F-85AC-2D3001641A94}" dt="2026-06-29T13:09:31.016" v="5868" actId="1076"/>
          <ac:grpSpMkLst>
            <pc:docMk/>
            <pc:sldMk cId="1642220967" sldId="2076137772"/>
            <ac:grpSpMk id="39" creationId="{16D7070F-C765-BFEA-6905-CFECD23F5801}"/>
          </ac:grpSpMkLst>
        </pc:grpChg>
        <pc:picChg chg="add mod">
          <ac:chgData name="Kannepamula Mahesh Babu" userId="391c5b16-0897-4eca-a028-a97f935a3bd2" providerId="ADAL" clId="{9E3353FE-7EFD-4D1F-85AC-2D3001641A94}" dt="2026-06-29T10:19:55.134" v="4039"/>
          <ac:picMkLst>
            <pc:docMk/>
            <pc:sldMk cId="1642220967" sldId="2076137772"/>
            <ac:picMk id="33" creationId="{4F9D3F11-E5E0-6F0B-F7E0-56C55CAB214B}"/>
          </ac:picMkLst>
        </pc:picChg>
        <pc:cxnChg chg="add mod">
          <ac:chgData name="Kannepamula Mahesh Babu" userId="391c5b16-0897-4eca-a028-a97f935a3bd2" providerId="ADAL" clId="{9E3353FE-7EFD-4D1F-85AC-2D3001641A94}" dt="2026-06-29T13:09:11.534" v="5863" actId="164"/>
          <ac:cxnSpMkLst>
            <pc:docMk/>
            <pc:sldMk cId="1642220967" sldId="2076137772"/>
            <ac:cxnSpMk id="28" creationId="{BFCACC64-F13A-8A60-C7DB-9ABE91B8AF93}"/>
          </ac:cxnSpMkLst>
        </pc:cxnChg>
        <pc:cxnChg chg="add mod">
          <ac:chgData name="Kannepamula Mahesh Babu" userId="391c5b16-0897-4eca-a028-a97f935a3bd2" providerId="ADAL" clId="{9E3353FE-7EFD-4D1F-85AC-2D3001641A94}" dt="2026-06-29T13:09:11.534" v="5863" actId="164"/>
          <ac:cxnSpMkLst>
            <pc:docMk/>
            <pc:sldMk cId="1642220967" sldId="2076137772"/>
            <ac:cxnSpMk id="30" creationId="{03BC873A-7A47-2E2E-7CDE-1A57E1E2D7A3}"/>
          </ac:cxnSpMkLst>
        </pc:cxnChg>
      </pc:sldChg>
      <pc:sldChg chg="addSp delSp modSp new mod">
        <pc:chgData name="Kannepamula Mahesh Babu" userId="391c5b16-0897-4eca-a028-a97f935a3bd2" providerId="ADAL" clId="{9E3353FE-7EFD-4D1F-85AC-2D3001641A94}" dt="2026-06-29T13:26:24.002" v="5984" actId="554"/>
        <pc:sldMkLst>
          <pc:docMk/>
          <pc:sldMk cId="2997420400" sldId="2076137774"/>
        </pc:sldMkLst>
        <pc:spChg chg="mod">
          <ac:chgData name="Kannepamula Mahesh Babu" userId="391c5b16-0897-4eca-a028-a97f935a3bd2" providerId="ADAL" clId="{9E3353FE-7EFD-4D1F-85AC-2D3001641A94}" dt="2026-06-29T08:24:03.402" v="3047"/>
          <ac:spMkLst>
            <pc:docMk/>
            <pc:sldMk cId="2997420400" sldId="2076137774"/>
            <ac:spMk id="2" creationId="{51B50F5C-7FB3-4C03-7B4B-36876841594B}"/>
          </ac:spMkLst>
        </pc:spChg>
        <pc:spChg chg="add mod">
          <ac:chgData name="Kannepamula Mahesh Babu" userId="391c5b16-0897-4eca-a028-a97f935a3bd2" providerId="ADAL" clId="{9E3353FE-7EFD-4D1F-85AC-2D3001641A94}" dt="2026-06-29T11:41:08.349" v="4868" actId="207"/>
          <ac:spMkLst>
            <pc:docMk/>
            <pc:sldMk cId="2997420400" sldId="2076137774"/>
            <ac:spMk id="6" creationId="{05FE3B0E-5DD3-CB63-1C98-233DBCDBB179}"/>
          </ac:spMkLst>
        </pc:spChg>
        <pc:spChg chg="add mod topLvl">
          <ac:chgData name="Kannepamula Mahesh Babu" userId="391c5b16-0897-4eca-a028-a97f935a3bd2" providerId="ADAL" clId="{9E3353FE-7EFD-4D1F-85AC-2D3001641A94}" dt="2026-06-29T12:19:15.299" v="5379" actId="20577"/>
          <ac:spMkLst>
            <pc:docMk/>
            <pc:sldMk cId="2997420400" sldId="2076137774"/>
            <ac:spMk id="7" creationId="{CE5883E7-4D37-04F1-FA99-0384CE9C75AE}"/>
          </ac:spMkLst>
        </pc:spChg>
        <pc:spChg chg="add mod topLvl">
          <ac:chgData name="Kannepamula Mahesh Babu" userId="391c5b16-0897-4eca-a028-a97f935a3bd2" providerId="ADAL" clId="{9E3353FE-7EFD-4D1F-85AC-2D3001641A94}" dt="2026-06-29T12:19:16.977" v="5380" actId="20577"/>
          <ac:spMkLst>
            <pc:docMk/>
            <pc:sldMk cId="2997420400" sldId="2076137774"/>
            <ac:spMk id="8" creationId="{7E20D44E-CB73-A2E9-E831-367C709FD42A}"/>
          </ac:spMkLst>
        </pc:spChg>
        <pc:spChg chg="add mod topLvl">
          <ac:chgData name="Kannepamula Mahesh Babu" userId="391c5b16-0897-4eca-a028-a97f935a3bd2" providerId="ADAL" clId="{9E3353FE-7EFD-4D1F-85AC-2D3001641A94}" dt="2026-06-29T12:19:19.246" v="5381" actId="20577"/>
          <ac:spMkLst>
            <pc:docMk/>
            <pc:sldMk cId="2997420400" sldId="2076137774"/>
            <ac:spMk id="9" creationId="{206C8C1F-BB3E-DC0B-1995-41D87268D753}"/>
          </ac:spMkLst>
        </pc:spChg>
        <pc:spChg chg="mod topLvl">
          <ac:chgData name="Kannepamula Mahesh Babu" userId="391c5b16-0897-4eca-a028-a97f935a3bd2" providerId="ADAL" clId="{9E3353FE-7EFD-4D1F-85AC-2D3001641A94}" dt="2026-06-29T12:19:23.978" v="5382" actId="20577"/>
          <ac:spMkLst>
            <pc:docMk/>
            <pc:sldMk cId="2997420400" sldId="2076137774"/>
            <ac:spMk id="12" creationId="{21ECEA29-C86D-4D1A-4178-CAACDC169D2B}"/>
          </ac:spMkLst>
        </pc:spChg>
        <pc:spChg chg="mod topLvl">
          <ac:chgData name="Kannepamula Mahesh Babu" userId="391c5b16-0897-4eca-a028-a97f935a3bd2" providerId="ADAL" clId="{9E3353FE-7EFD-4D1F-85AC-2D3001641A94}" dt="2026-06-29T12:19:25.668" v="5383" actId="20577"/>
          <ac:spMkLst>
            <pc:docMk/>
            <pc:sldMk cId="2997420400" sldId="2076137774"/>
            <ac:spMk id="13" creationId="{96AF99A2-71C8-BB32-C8CC-32CC8D563AA9}"/>
          </ac:spMkLst>
        </pc:spChg>
        <pc:spChg chg="add mod">
          <ac:chgData name="Kannepamula Mahesh Babu" userId="391c5b16-0897-4eca-a028-a97f935a3bd2" providerId="ADAL" clId="{9E3353FE-7EFD-4D1F-85AC-2D3001641A94}" dt="2026-06-29T08:54:01.484" v="3375" actId="122"/>
          <ac:spMkLst>
            <pc:docMk/>
            <pc:sldMk cId="2997420400" sldId="2076137774"/>
            <ac:spMk id="16" creationId="{CF484258-AE57-EE78-9AF9-2CB262AEDBF6}"/>
          </ac:spMkLst>
        </pc:spChg>
        <pc:spChg chg="add mod">
          <ac:chgData name="Kannepamula Mahesh Babu" userId="391c5b16-0897-4eca-a028-a97f935a3bd2" providerId="ADAL" clId="{9E3353FE-7EFD-4D1F-85AC-2D3001641A94}" dt="2026-06-29T13:07:39.817" v="5855" actId="1076"/>
          <ac:spMkLst>
            <pc:docMk/>
            <pc:sldMk cId="2997420400" sldId="2076137774"/>
            <ac:spMk id="18" creationId="{686D4D8F-68ED-E2B4-1367-4B09E233143D}"/>
          </ac:spMkLst>
        </pc:spChg>
        <pc:spChg chg="add mod">
          <ac:chgData name="Kannepamula Mahesh Babu" userId="391c5b16-0897-4eca-a028-a97f935a3bd2" providerId="ADAL" clId="{9E3353FE-7EFD-4D1F-85AC-2D3001641A94}" dt="2026-06-29T13:07:39.817" v="5855" actId="1076"/>
          <ac:spMkLst>
            <pc:docMk/>
            <pc:sldMk cId="2997420400" sldId="2076137774"/>
            <ac:spMk id="19" creationId="{81D85850-A105-AE5A-88E7-61C18427BC0E}"/>
          </ac:spMkLst>
        </pc:spChg>
        <pc:spChg chg="add mod">
          <ac:chgData name="Kannepamula Mahesh Babu" userId="391c5b16-0897-4eca-a028-a97f935a3bd2" providerId="ADAL" clId="{9E3353FE-7EFD-4D1F-85AC-2D3001641A94}" dt="2026-06-29T13:07:39.817" v="5855" actId="1076"/>
          <ac:spMkLst>
            <pc:docMk/>
            <pc:sldMk cId="2997420400" sldId="2076137774"/>
            <ac:spMk id="20" creationId="{88A4BCC5-A000-1AEE-3F19-8335FE8837D0}"/>
          </ac:spMkLst>
        </pc:spChg>
        <pc:spChg chg="add mod">
          <ac:chgData name="Kannepamula Mahesh Babu" userId="391c5b16-0897-4eca-a028-a97f935a3bd2" providerId="ADAL" clId="{9E3353FE-7EFD-4D1F-85AC-2D3001641A94}" dt="2026-06-29T13:07:43.939" v="5856" actId="1076"/>
          <ac:spMkLst>
            <pc:docMk/>
            <pc:sldMk cId="2997420400" sldId="2076137774"/>
            <ac:spMk id="21" creationId="{CE20E095-5EDB-035F-6FA1-061872087D47}"/>
          </ac:spMkLst>
        </pc:spChg>
        <pc:spChg chg="add mod">
          <ac:chgData name="Kannepamula Mahesh Babu" userId="391c5b16-0897-4eca-a028-a97f935a3bd2" providerId="ADAL" clId="{9E3353FE-7EFD-4D1F-85AC-2D3001641A94}" dt="2026-06-29T13:07:43.939" v="5856" actId="1076"/>
          <ac:spMkLst>
            <pc:docMk/>
            <pc:sldMk cId="2997420400" sldId="2076137774"/>
            <ac:spMk id="22" creationId="{D9B3322D-F7FA-74F5-0256-D4EDA1313533}"/>
          </ac:spMkLst>
        </pc:spChg>
        <pc:picChg chg="add mod">
          <ac:chgData name="Kannepamula Mahesh Babu" userId="391c5b16-0897-4eca-a028-a97f935a3bd2" providerId="ADAL" clId="{9E3353FE-7EFD-4D1F-85AC-2D3001641A94}" dt="2026-06-29T13:26:24.002" v="5984" actId="554"/>
          <ac:picMkLst>
            <pc:docMk/>
            <pc:sldMk cId="2997420400" sldId="2076137774"/>
            <ac:picMk id="11" creationId="{0597B0FC-095F-F494-035C-42B43B7637FC}"/>
          </ac:picMkLst>
        </pc:picChg>
        <pc:picChg chg="add mod">
          <ac:chgData name="Kannepamula Mahesh Babu" userId="391c5b16-0897-4eca-a028-a97f935a3bd2" providerId="ADAL" clId="{9E3353FE-7EFD-4D1F-85AC-2D3001641A94}" dt="2026-06-29T13:26:24.002" v="5984" actId="554"/>
          <ac:picMkLst>
            <pc:docMk/>
            <pc:sldMk cId="2997420400" sldId="2076137774"/>
            <ac:picMk id="15" creationId="{51A48599-7921-5669-BB0A-ED72F8CA3EEB}"/>
          </ac:picMkLst>
        </pc:picChg>
        <pc:picChg chg="add mod">
          <ac:chgData name="Kannepamula Mahesh Babu" userId="391c5b16-0897-4eca-a028-a97f935a3bd2" providerId="ADAL" clId="{9E3353FE-7EFD-4D1F-85AC-2D3001641A94}" dt="2026-06-29T13:26:15.900" v="5983" actId="12789"/>
          <ac:picMkLst>
            <pc:docMk/>
            <pc:sldMk cId="2997420400" sldId="2076137774"/>
            <ac:picMk id="17" creationId="{7E8B1D6A-35A1-7B53-46E1-609F3A87E5FE}"/>
          </ac:picMkLst>
        </pc:picChg>
        <pc:picChg chg="add mod">
          <ac:chgData name="Kannepamula Mahesh Babu" userId="391c5b16-0897-4eca-a028-a97f935a3bd2" providerId="ADAL" clId="{9E3353FE-7EFD-4D1F-85AC-2D3001641A94}" dt="2026-06-29T13:26:24.002" v="5984" actId="554"/>
          <ac:picMkLst>
            <pc:docMk/>
            <pc:sldMk cId="2997420400" sldId="2076137774"/>
            <ac:picMk id="23" creationId="{609D33A2-FB34-9DB1-F4CE-07D0FBF9B912}"/>
          </ac:picMkLst>
        </pc:picChg>
        <pc:picChg chg="add mod">
          <ac:chgData name="Kannepamula Mahesh Babu" userId="391c5b16-0897-4eca-a028-a97f935a3bd2" providerId="ADAL" clId="{9E3353FE-7EFD-4D1F-85AC-2D3001641A94}" dt="2026-06-29T13:26:15.900" v="5983" actId="12789"/>
          <ac:picMkLst>
            <pc:docMk/>
            <pc:sldMk cId="2997420400" sldId="2076137774"/>
            <ac:picMk id="25" creationId="{95F96DD5-BFF3-AE63-6CE0-2E60623F905E}"/>
          </ac:picMkLst>
        </pc:picChg>
        <pc:cxnChg chg="add mod">
          <ac:chgData name="Kannepamula Mahesh Babu" userId="391c5b16-0897-4eca-a028-a97f935a3bd2" providerId="ADAL" clId="{9E3353FE-7EFD-4D1F-85AC-2D3001641A94}" dt="2026-06-29T08:54:29.034" v="3382" actId="1076"/>
          <ac:cxnSpMkLst>
            <pc:docMk/>
            <pc:sldMk cId="2997420400" sldId="2076137774"/>
            <ac:cxnSpMk id="28" creationId="{D72F8549-DE05-577A-3FCD-D97D014371F3}"/>
          </ac:cxnSpMkLst>
        </pc:cxnChg>
      </pc:sldChg>
      <pc:sldChg chg="addSp delSp modSp new mod">
        <pc:chgData name="Kannepamula Mahesh Babu" userId="391c5b16-0897-4eca-a028-a97f935a3bd2" providerId="ADAL" clId="{9E3353FE-7EFD-4D1F-85AC-2D3001641A94}" dt="2026-06-29T13:44:35.727" v="6224" actId="3064"/>
        <pc:sldMkLst>
          <pc:docMk/>
          <pc:sldMk cId="2467562094" sldId="2076137775"/>
        </pc:sldMkLst>
        <pc:spChg chg="mod">
          <ac:chgData name="Kannepamula Mahesh Babu" userId="391c5b16-0897-4eca-a028-a97f935a3bd2" providerId="ADAL" clId="{9E3353FE-7EFD-4D1F-85AC-2D3001641A94}" dt="2026-06-29T09:37:17.991" v="3797" actId="207"/>
          <ac:spMkLst>
            <pc:docMk/>
            <pc:sldMk cId="2467562094" sldId="2076137775"/>
            <ac:spMk id="2" creationId="{3CA2A961-9A23-5E9B-1B65-B29FFEC0CBA1}"/>
          </ac:spMkLst>
        </pc:spChg>
        <pc:spChg chg="mod">
          <ac:chgData name="Kannepamula Mahesh Babu" userId="391c5b16-0897-4eca-a028-a97f935a3bd2" providerId="ADAL" clId="{9E3353FE-7EFD-4D1F-85AC-2D3001641A94}" dt="2026-06-29T13:36:16.200" v="6106" actId="14100"/>
          <ac:spMkLst>
            <pc:docMk/>
            <pc:sldMk cId="2467562094" sldId="2076137775"/>
            <ac:spMk id="3" creationId="{621602F3-34C8-48EA-713A-B10BF5E4BE9D}"/>
          </ac:spMkLst>
        </pc:spChg>
        <pc:spChg chg="add mod">
          <ac:chgData name="Kannepamula Mahesh Babu" userId="391c5b16-0897-4eca-a028-a97f935a3bd2" providerId="ADAL" clId="{9E3353FE-7EFD-4D1F-85AC-2D3001641A94}" dt="2026-06-29T08:55:50.452" v="3391"/>
          <ac:spMkLst>
            <pc:docMk/>
            <pc:sldMk cId="2467562094" sldId="2076137775"/>
            <ac:spMk id="5" creationId="{9E332B9D-844C-FD7C-D44C-0BF0FBF0CB4E}"/>
          </ac:spMkLst>
        </pc:spChg>
        <pc:spChg chg="add mod">
          <ac:chgData name="Kannepamula Mahesh Babu" userId="391c5b16-0897-4eca-a028-a97f935a3bd2" providerId="ADAL" clId="{9E3353FE-7EFD-4D1F-85AC-2D3001641A94}" dt="2026-06-29T11:44:44.931" v="4901" actId="207"/>
          <ac:spMkLst>
            <pc:docMk/>
            <pc:sldMk cId="2467562094" sldId="2076137775"/>
            <ac:spMk id="6" creationId="{985A8C32-4648-B746-3E3E-6738AC08E2D0}"/>
          </ac:spMkLst>
        </pc:spChg>
        <pc:spChg chg="add mod">
          <ac:chgData name="Kannepamula Mahesh Babu" userId="391c5b16-0897-4eca-a028-a97f935a3bd2" providerId="ADAL" clId="{9E3353FE-7EFD-4D1F-85AC-2D3001641A94}" dt="2026-06-29T11:44:44.931" v="4901" actId="207"/>
          <ac:spMkLst>
            <pc:docMk/>
            <pc:sldMk cId="2467562094" sldId="2076137775"/>
            <ac:spMk id="7" creationId="{8793C4EC-732C-E54A-30BF-CEA5FCAF9555}"/>
          </ac:spMkLst>
        </pc:spChg>
        <pc:spChg chg="add mod">
          <ac:chgData name="Kannepamula Mahesh Babu" userId="391c5b16-0897-4eca-a028-a97f935a3bd2" providerId="ADAL" clId="{9E3353FE-7EFD-4D1F-85AC-2D3001641A94}" dt="2026-06-29T11:41:32.802" v="4873" actId="207"/>
          <ac:spMkLst>
            <pc:docMk/>
            <pc:sldMk cId="2467562094" sldId="2076137775"/>
            <ac:spMk id="8" creationId="{B77D1FFA-78DB-AE20-D467-04949666D9AF}"/>
          </ac:spMkLst>
        </pc:spChg>
        <pc:spChg chg="add mod">
          <ac:chgData name="Kannepamula Mahesh Babu" userId="391c5b16-0897-4eca-a028-a97f935a3bd2" providerId="ADAL" clId="{9E3353FE-7EFD-4D1F-85AC-2D3001641A94}" dt="2026-06-29T11:41:32.802" v="4873" actId="207"/>
          <ac:spMkLst>
            <pc:docMk/>
            <pc:sldMk cId="2467562094" sldId="2076137775"/>
            <ac:spMk id="9" creationId="{83058E3D-FA23-2517-3FF3-0CE66F531FD0}"/>
          </ac:spMkLst>
        </pc:spChg>
        <pc:spChg chg="add mod">
          <ac:chgData name="Kannepamula Mahesh Babu" userId="391c5b16-0897-4eca-a028-a97f935a3bd2" providerId="ADAL" clId="{9E3353FE-7EFD-4D1F-85AC-2D3001641A94}" dt="2026-06-29T11:41:32.802" v="4873" actId="207"/>
          <ac:spMkLst>
            <pc:docMk/>
            <pc:sldMk cId="2467562094" sldId="2076137775"/>
            <ac:spMk id="10" creationId="{6D68E2B5-FF0A-36C1-5C83-5B7CB456E87D}"/>
          </ac:spMkLst>
        </pc:spChg>
        <pc:spChg chg="add mod">
          <ac:chgData name="Kannepamula Mahesh Babu" userId="391c5b16-0897-4eca-a028-a97f935a3bd2" providerId="ADAL" clId="{9E3353FE-7EFD-4D1F-85AC-2D3001641A94}" dt="2026-06-29T13:34:44.326" v="6080" actId="1076"/>
          <ac:spMkLst>
            <pc:docMk/>
            <pc:sldMk cId="2467562094" sldId="2076137775"/>
            <ac:spMk id="11" creationId="{C7470DCA-4056-491B-5EA1-40353AD432D8}"/>
          </ac:spMkLst>
        </pc:spChg>
        <pc:spChg chg="add mod">
          <ac:chgData name="Kannepamula Mahesh Babu" userId="391c5b16-0897-4eca-a028-a97f935a3bd2" providerId="ADAL" clId="{9E3353FE-7EFD-4D1F-85AC-2D3001641A94}" dt="2026-06-29T13:33:12.451" v="6055" actId="3064"/>
          <ac:spMkLst>
            <pc:docMk/>
            <pc:sldMk cId="2467562094" sldId="2076137775"/>
            <ac:spMk id="12" creationId="{EAE1E09A-45D5-E445-F470-DB24A8B3A8D8}"/>
          </ac:spMkLst>
        </pc:spChg>
        <pc:spChg chg="add mod">
          <ac:chgData name="Kannepamula Mahesh Babu" userId="391c5b16-0897-4eca-a028-a97f935a3bd2" providerId="ADAL" clId="{9E3353FE-7EFD-4D1F-85AC-2D3001641A94}" dt="2026-06-29T13:33:12.451" v="6055" actId="3064"/>
          <ac:spMkLst>
            <pc:docMk/>
            <pc:sldMk cId="2467562094" sldId="2076137775"/>
            <ac:spMk id="13" creationId="{3E330EEA-C0F6-6CF5-5CDF-974B77739806}"/>
          </ac:spMkLst>
        </pc:spChg>
        <pc:spChg chg="add mod">
          <ac:chgData name="Kannepamula Mahesh Babu" userId="391c5b16-0897-4eca-a028-a97f935a3bd2" providerId="ADAL" clId="{9E3353FE-7EFD-4D1F-85AC-2D3001641A94}" dt="2026-06-29T13:44:35.727" v="6224" actId="3064"/>
          <ac:spMkLst>
            <pc:docMk/>
            <pc:sldMk cId="2467562094" sldId="2076137775"/>
            <ac:spMk id="14" creationId="{5AFA5231-F61C-8836-0F61-67E4D64044DB}"/>
          </ac:spMkLst>
        </pc:spChg>
        <pc:spChg chg="add mod">
          <ac:chgData name="Kannepamula Mahesh Babu" userId="391c5b16-0897-4eca-a028-a97f935a3bd2" providerId="ADAL" clId="{9E3353FE-7EFD-4D1F-85AC-2D3001641A94}" dt="2026-06-29T13:35:55.149" v="6096" actId="1076"/>
          <ac:spMkLst>
            <pc:docMk/>
            <pc:sldMk cId="2467562094" sldId="2076137775"/>
            <ac:spMk id="15" creationId="{E1D6247A-9E94-AFD1-9C6E-07F50CFBCB38}"/>
          </ac:spMkLst>
        </pc:spChg>
        <pc:spChg chg="add mod">
          <ac:chgData name="Kannepamula Mahesh Babu" userId="391c5b16-0897-4eca-a028-a97f935a3bd2" providerId="ADAL" clId="{9E3353FE-7EFD-4D1F-85AC-2D3001641A94}" dt="2026-06-29T13:35:55.149" v="6096" actId="1076"/>
          <ac:spMkLst>
            <pc:docMk/>
            <pc:sldMk cId="2467562094" sldId="2076137775"/>
            <ac:spMk id="16" creationId="{8A77C5F6-FCA6-EAAB-DABC-996257D60E65}"/>
          </ac:spMkLst>
        </pc:spChg>
        <pc:spChg chg="add mod">
          <ac:chgData name="Kannepamula Mahesh Babu" userId="391c5b16-0897-4eca-a028-a97f935a3bd2" providerId="ADAL" clId="{9E3353FE-7EFD-4D1F-85AC-2D3001641A94}" dt="2026-06-29T13:35:28.593" v="6089" actId="164"/>
          <ac:spMkLst>
            <pc:docMk/>
            <pc:sldMk cId="2467562094" sldId="2076137775"/>
            <ac:spMk id="24" creationId="{60D853FC-FB63-0BB5-34FD-B4CEFC9A50DD}"/>
          </ac:spMkLst>
        </pc:spChg>
        <pc:spChg chg="add mod ord">
          <ac:chgData name="Kannepamula Mahesh Babu" userId="391c5b16-0897-4eca-a028-a97f935a3bd2" providerId="ADAL" clId="{9E3353FE-7EFD-4D1F-85AC-2D3001641A94}" dt="2026-06-29T13:35:28.593" v="6089" actId="164"/>
          <ac:spMkLst>
            <pc:docMk/>
            <pc:sldMk cId="2467562094" sldId="2076137775"/>
            <ac:spMk id="27" creationId="{ADA88813-D13F-BBC8-5CF7-B6C694096D9F}"/>
          </ac:spMkLst>
        </pc:spChg>
        <pc:spChg chg="mod topLvl">
          <ac:chgData name="Kannepamula Mahesh Babu" userId="391c5b16-0897-4eca-a028-a97f935a3bd2" providerId="ADAL" clId="{9E3353FE-7EFD-4D1F-85AC-2D3001641A94}" dt="2026-06-29T13:36:41.593" v="6114" actId="165"/>
          <ac:spMkLst>
            <pc:docMk/>
            <pc:sldMk cId="2467562094" sldId="2076137775"/>
            <ac:spMk id="35" creationId="{46F2FB94-83C2-E9FD-7783-F3DAC83E4E49}"/>
          </ac:spMkLst>
        </pc:spChg>
        <pc:spChg chg="mod topLvl">
          <ac:chgData name="Kannepamula Mahesh Babu" userId="391c5b16-0897-4eca-a028-a97f935a3bd2" providerId="ADAL" clId="{9E3353FE-7EFD-4D1F-85AC-2D3001641A94}" dt="2026-06-29T13:37:17.321" v="6126" actId="12789"/>
          <ac:spMkLst>
            <pc:docMk/>
            <pc:sldMk cId="2467562094" sldId="2076137775"/>
            <ac:spMk id="36" creationId="{18CE23D1-FB30-1A13-F041-524C221A83AE}"/>
          </ac:spMkLst>
        </pc:spChg>
        <pc:spChg chg="mod topLvl">
          <ac:chgData name="Kannepamula Mahesh Babu" userId="391c5b16-0897-4eca-a028-a97f935a3bd2" providerId="ADAL" clId="{9E3353FE-7EFD-4D1F-85AC-2D3001641A94}" dt="2026-06-29T13:36:41.593" v="6114" actId="165"/>
          <ac:spMkLst>
            <pc:docMk/>
            <pc:sldMk cId="2467562094" sldId="2076137775"/>
            <ac:spMk id="39" creationId="{ED17CE4E-971D-3406-DF86-4C3CB169A955}"/>
          </ac:spMkLst>
        </pc:spChg>
        <pc:spChg chg="mod topLvl">
          <ac:chgData name="Kannepamula Mahesh Babu" userId="391c5b16-0897-4eca-a028-a97f935a3bd2" providerId="ADAL" clId="{9E3353FE-7EFD-4D1F-85AC-2D3001641A94}" dt="2026-06-29T13:37:10.068" v="6124" actId="12789"/>
          <ac:spMkLst>
            <pc:docMk/>
            <pc:sldMk cId="2467562094" sldId="2076137775"/>
            <ac:spMk id="40" creationId="{5B87D483-3037-3107-FCDE-A70C2D7ED615}"/>
          </ac:spMkLst>
        </pc:spChg>
        <pc:spChg chg="mod topLvl">
          <ac:chgData name="Kannepamula Mahesh Babu" userId="391c5b16-0897-4eca-a028-a97f935a3bd2" providerId="ADAL" clId="{9E3353FE-7EFD-4D1F-85AC-2D3001641A94}" dt="2026-06-29T13:36:41.593" v="6114" actId="165"/>
          <ac:spMkLst>
            <pc:docMk/>
            <pc:sldMk cId="2467562094" sldId="2076137775"/>
            <ac:spMk id="42" creationId="{D422386D-F5C3-FB2D-E1F2-25E126ABDDF7}"/>
          </ac:spMkLst>
        </pc:spChg>
        <pc:spChg chg="mod topLvl">
          <ac:chgData name="Kannepamula Mahesh Babu" userId="391c5b16-0897-4eca-a028-a97f935a3bd2" providerId="ADAL" clId="{9E3353FE-7EFD-4D1F-85AC-2D3001641A94}" dt="2026-06-29T13:36:50.432" v="6116" actId="12789"/>
          <ac:spMkLst>
            <pc:docMk/>
            <pc:sldMk cId="2467562094" sldId="2076137775"/>
            <ac:spMk id="43" creationId="{D89EFF70-F76C-D4C8-5091-FA6DBD27B76D}"/>
          </ac:spMkLst>
        </pc:spChg>
        <pc:spChg chg="mod topLvl">
          <ac:chgData name="Kannepamula Mahesh Babu" userId="391c5b16-0897-4eca-a028-a97f935a3bd2" providerId="ADAL" clId="{9E3353FE-7EFD-4D1F-85AC-2D3001641A94}" dt="2026-06-29T13:36:41.593" v="6114" actId="165"/>
          <ac:spMkLst>
            <pc:docMk/>
            <pc:sldMk cId="2467562094" sldId="2076137775"/>
            <ac:spMk id="46" creationId="{E311A347-98F9-D397-3836-5C8C7F55B3F0}"/>
          </ac:spMkLst>
        </pc:spChg>
        <pc:spChg chg="mod topLvl">
          <ac:chgData name="Kannepamula Mahesh Babu" userId="391c5b16-0897-4eca-a028-a97f935a3bd2" providerId="ADAL" clId="{9E3353FE-7EFD-4D1F-85AC-2D3001641A94}" dt="2026-06-29T13:36:59.375" v="6120" actId="12789"/>
          <ac:spMkLst>
            <pc:docMk/>
            <pc:sldMk cId="2467562094" sldId="2076137775"/>
            <ac:spMk id="47" creationId="{CD553C33-CDD4-DCE4-CB1D-A85E262E37D6}"/>
          </ac:spMkLst>
        </pc:spChg>
        <pc:spChg chg="mod topLvl">
          <ac:chgData name="Kannepamula Mahesh Babu" userId="391c5b16-0897-4eca-a028-a97f935a3bd2" providerId="ADAL" clId="{9E3353FE-7EFD-4D1F-85AC-2D3001641A94}" dt="2026-06-29T13:36:41.593" v="6114" actId="165"/>
          <ac:spMkLst>
            <pc:docMk/>
            <pc:sldMk cId="2467562094" sldId="2076137775"/>
            <ac:spMk id="49" creationId="{8FB71C5A-8E30-4223-6B27-06D6CE6446B1}"/>
          </ac:spMkLst>
        </pc:spChg>
        <pc:spChg chg="mod topLvl">
          <ac:chgData name="Kannepamula Mahesh Babu" userId="391c5b16-0897-4eca-a028-a97f935a3bd2" providerId="ADAL" clId="{9E3353FE-7EFD-4D1F-85AC-2D3001641A94}" dt="2026-06-29T13:37:04.718" v="6122" actId="12789"/>
          <ac:spMkLst>
            <pc:docMk/>
            <pc:sldMk cId="2467562094" sldId="2076137775"/>
            <ac:spMk id="50" creationId="{7C8BC77E-8AA2-FA9F-868E-745E455243F2}"/>
          </ac:spMkLst>
        </pc:spChg>
        <pc:grpChg chg="add mod">
          <ac:chgData name="Kannepamula Mahesh Babu" userId="391c5b16-0897-4eca-a028-a97f935a3bd2" providerId="ADAL" clId="{9E3353FE-7EFD-4D1F-85AC-2D3001641A94}" dt="2026-06-29T13:35:28.593" v="6089" actId="164"/>
          <ac:grpSpMkLst>
            <pc:docMk/>
            <pc:sldMk cId="2467562094" sldId="2076137775"/>
            <ac:grpSpMk id="29" creationId="{F0098266-6552-9CB7-73BA-D7A88CDE3626}"/>
          </ac:grpSpMkLst>
        </pc:grpChg>
        <pc:picChg chg="add mod">
          <ac:chgData name="Kannepamula Mahesh Babu" userId="391c5b16-0897-4eca-a028-a97f935a3bd2" providerId="ADAL" clId="{9E3353FE-7EFD-4D1F-85AC-2D3001641A94}" dt="2026-06-29T13:35:28.593" v="6089" actId="164"/>
          <ac:picMkLst>
            <pc:docMk/>
            <pc:sldMk cId="2467562094" sldId="2076137775"/>
            <ac:picMk id="25" creationId="{EE253F5D-8E19-BF32-FF8F-10D78F3D04FB}"/>
          </ac:picMkLst>
        </pc:picChg>
        <pc:picChg chg="add mod">
          <ac:chgData name="Kannepamula Mahesh Babu" userId="391c5b16-0897-4eca-a028-a97f935a3bd2" providerId="ADAL" clId="{9E3353FE-7EFD-4D1F-85AC-2D3001641A94}" dt="2026-06-29T13:37:17.321" v="6126" actId="12789"/>
          <ac:picMkLst>
            <pc:docMk/>
            <pc:sldMk cId="2467562094" sldId="2076137775"/>
            <ac:picMk id="51" creationId="{8AB00C69-EB93-E742-9B0F-52FC2790CBD9}"/>
          </ac:picMkLst>
        </pc:picChg>
        <pc:picChg chg="add mod">
          <ac:chgData name="Kannepamula Mahesh Babu" userId="391c5b16-0897-4eca-a028-a97f935a3bd2" providerId="ADAL" clId="{9E3353FE-7EFD-4D1F-85AC-2D3001641A94}" dt="2026-06-29T13:37:10.068" v="6124" actId="12789"/>
          <ac:picMkLst>
            <pc:docMk/>
            <pc:sldMk cId="2467562094" sldId="2076137775"/>
            <ac:picMk id="52" creationId="{C465C5ED-EDBA-C47E-8B7B-572909B4132E}"/>
          </ac:picMkLst>
        </pc:picChg>
        <pc:picChg chg="add mod">
          <ac:chgData name="Kannepamula Mahesh Babu" userId="391c5b16-0897-4eca-a028-a97f935a3bd2" providerId="ADAL" clId="{9E3353FE-7EFD-4D1F-85AC-2D3001641A94}" dt="2026-06-29T13:36:50.432" v="6116" actId="12789"/>
          <ac:picMkLst>
            <pc:docMk/>
            <pc:sldMk cId="2467562094" sldId="2076137775"/>
            <ac:picMk id="55" creationId="{ACF501F6-DD4C-1FD0-37C0-1A93990E385D}"/>
          </ac:picMkLst>
        </pc:picChg>
        <pc:picChg chg="add mod">
          <ac:chgData name="Kannepamula Mahesh Babu" userId="391c5b16-0897-4eca-a028-a97f935a3bd2" providerId="ADAL" clId="{9E3353FE-7EFD-4D1F-85AC-2D3001641A94}" dt="2026-06-29T13:36:59.375" v="6120" actId="12789"/>
          <ac:picMkLst>
            <pc:docMk/>
            <pc:sldMk cId="2467562094" sldId="2076137775"/>
            <ac:picMk id="56" creationId="{6AD903EC-C006-9656-84B5-2B8ED9AFC533}"/>
          </ac:picMkLst>
        </pc:picChg>
        <pc:picChg chg="add mod">
          <ac:chgData name="Kannepamula Mahesh Babu" userId="391c5b16-0897-4eca-a028-a97f935a3bd2" providerId="ADAL" clId="{9E3353FE-7EFD-4D1F-85AC-2D3001641A94}" dt="2026-06-29T13:37:04.718" v="6122" actId="12789"/>
          <ac:picMkLst>
            <pc:docMk/>
            <pc:sldMk cId="2467562094" sldId="2076137775"/>
            <ac:picMk id="57" creationId="{C7B23780-A28B-B0D2-A889-A9E69DAFB74B}"/>
          </ac:picMkLst>
        </pc:picChg>
      </pc:sldChg>
      <pc:sldChg chg="addSp delSp modSp new mod">
        <pc:chgData name="Kannepamula Mahesh Babu" userId="391c5b16-0897-4eca-a028-a97f935a3bd2" providerId="ADAL" clId="{9E3353FE-7EFD-4D1F-85AC-2D3001641A94}" dt="2026-06-29T13:45:37.707" v="6234" actId="12789"/>
        <pc:sldMkLst>
          <pc:docMk/>
          <pc:sldMk cId="2709716531" sldId="2076137776"/>
        </pc:sldMkLst>
        <pc:spChg chg="mod">
          <ac:chgData name="Kannepamula Mahesh Babu" userId="391c5b16-0897-4eca-a028-a97f935a3bd2" providerId="ADAL" clId="{9E3353FE-7EFD-4D1F-85AC-2D3001641A94}" dt="2026-06-29T13:41:30.102" v="6198" actId="1076"/>
          <ac:spMkLst>
            <pc:docMk/>
            <pc:sldMk cId="2709716531" sldId="2076137776"/>
            <ac:spMk id="2" creationId="{9C1B0CB2-C63C-1BA8-5264-9DBBE70EC73E}"/>
          </ac:spMkLst>
        </pc:spChg>
        <pc:spChg chg="mod">
          <ac:chgData name="Kannepamula Mahesh Babu" userId="391c5b16-0897-4eca-a028-a97f935a3bd2" providerId="ADAL" clId="{9E3353FE-7EFD-4D1F-85AC-2D3001641A94}" dt="2026-06-29T10:17:39.674" v="4021" actId="207"/>
          <ac:spMkLst>
            <pc:docMk/>
            <pc:sldMk cId="2709716531" sldId="2076137776"/>
            <ac:spMk id="3" creationId="{D51ED836-60BC-1D2A-B61E-938718C32A9C}"/>
          </ac:spMkLst>
        </pc:spChg>
        <pc:spChg chg="add mod">
          <ac:chgData name="Kannepamula Mahesh Babu" userId="391c5b16-0897-4eca-a028-a97f935a3bd2" providerId="ADAL" clId="{9E3353FE-7EFD-4D1F-85AC-2D3001641A94}" dt="2026-06-29T13:41:31.393" v="6200" actId="1076"/>
          <ac:spMkLst>
            <pc:docMk/>
            <pc:sldMk cId="2709716531" sldId="2076137776"/>
            <ac:spMk id="5" creationId="{6C6D51A4-FBD2-A863-E258-882D400872AF}"/>
          </ac:spMkLst>
        </pc:spChg>
        <pc:spChg chg="add mod">
          <ac:chgData name="Kannepamula Mahesh Babu" userId="391c5b16-0897-4eca-a028-a97f935a3bd2" providerId="ADAL" clId="{9E3353FE-7EFD-4D1F-85AC-2D3001641A94}" dt="2026-06-29T13:40:53.589" v="6192" actId="1076"/>
          <ac:spMkLst>
            <pc:docMk/>
            <pc:sldMk cId="2709716531" sldId="2076137776"/>
            <ac:spMk id="6" creationId="{E42D5698-5494-E604-2FB4-86C1D835522F}"/>
          </ac:spMkLst>
        </pc:spChg>
        <pc:spChg chg="mod">
          <ac:chgData name="Kannepamula Mahesh Babu" userId="391c5b16-0897-4eca-a028-a97f935a3bd2" providerId="ADAL" clId="{9E3353FE-7EFD-4D1F-85AC-2D3001641A94}" dt="2026-06-29T13:38:38.047" v="6142" actId="1076"/>
          <ac:spMkLst>
            <pc:docMk/>
            <pc:sldMk cId="2709716531" sldId="2076137776"/>
            <ac:spMk id="8" creationId="{FE72FB30-9972-308D-454B-9A76256B2D62}"/>
          </ac:spMkLst>
        </pc:spChg>
        <pc:spChg chg="mod">
          <ac:chgData name="Kannepamula Mahesh Babu" userId="391c5b16-0897-4eca-a028-a97f935a3bd2" providerId="ADAL" clId="{9E3353FE-7EFD-4D1F-85AC-2D3001641A94}" dt="2026-06-29T13:38:38.047" v="6142" actId="1076"/>
          <ac:spMkLst>
            <pc:docMk/>
            <pc:sldMk cId="2709716531" sldId="2076137776"/>
            <ac:spMk id="9" creationId="{F3834F32-FF4D-9774-BA34-EC02B12BC670}"/>
          </ac:spMkLst>
        </pc:spChg>
        <pc:spChg chg="mod">
          <ac:chgData name="Kannepamula Mahesh Babu" userId="391c5b16-0897-4eca-a028-a97f935a3bd2" providerId="ADAL" clId="{9E3353FE-7EFD-4D1F-85AC-2D3001641A94}" dt="2026-06-29T13:41:47.878" v="6206" actId="1076"/>
          <ac:spMkLst>
            <pc:docMk/>
            <pc:sldMk cId="2709716531" sldId="2076137776"/>
            <ac:spMk id="10" creationId="{1E1F942A-2802-4523-E086-E34028688A14}"/>
          </ac:spMkLst>
        </pc:spChg>
        <pc:spChg chg="mod">
          <ac:chgData name="Kannepamula Mahesh Babu" userId="391c5b16-0897-4eca-a028-a97f935a3bd2" providerId="ADAL" clId="{9E3353FE-7EFD-4D1F-85AC-2D3001641A94}" dt="2026-06-29T13:38:45.738" v="6143" actId="1076"/>
          <ac:spMkLst>
            <pc:docMk/>
            <pc:sldMk cId="2709716531" sldId="2076137776"/>
            <ac:spMk id="11" creationId="{414E40E4-0859-4434-9C06-9D3717F3FDA3}"/>
          </ac:spMkLst>
        </pc:spChg>
        <pc:spChg chg="mod">
          <ac:chgData name="Kannepamula Mahesh Babu" userId="391c5b16-0897-4eca-a028-a97f935a3bd2" providerId="ADAL" clId="{9E3353FE-7EFD-4D1F-85AC-2D3001641A94}" dt="2026-06-29T13:38:45.738" v="6143" actId="1076"/>
          <ac:spMkLst>
            <pc:docMk/>
            <pc:sldMk cId="2709716531" sldId="2076137776"/>
            <ac:spMk id="12" creationId="{495C2726-CD78-D906-6127-3E0FB7A76BC3}"/>
          </ac:spMkLst>
        </pc:spChg>
        <pc:spChg chg="mod">
          <ac:chgData name="Kannepamula Mahesh Babu" userId="391c5b16-0897-4eca-a028-a97f935a3bd2" providerId="ADAL" clId="{9E3353FE-7EFD-4D1F-85AC-2D3001641A94}" dt="2026-06-29T13:38:45.738" v="6143" actId="1076"/>
          <ac:spMkLst>
            <pc:docMk/>
            <pc:sldMk cId="2709716531" sldId="2076137776"/>
            <ac:spMk id="13" creationId="{3CD49103-F254-F406-106E-DA28239A8349}"/>
          </ac:spMkLst>
        </pc:spChg>
        <pc:spChg chg="mod topLvl">
          <ac:chgData name="Kannepamula Mahesh Babu" userId="391c5b16-0897-4eca-a028-a97f935a3bd2" providerId="ADAL" clId="{9E3353FE-7EFD-4D1F-85AC-2D3001641A94}" dt="2026-06-29T13:39:13.268" v="6158" actId="165"/>
          <ac:spMkLst>
            <pc:docMk/>
            <pc:sldMk cId="2709716531" sldId="2076137776"/>
            <ac:spMk id="27" creationId="{7A33A733-F886-6C15-3818-EEFA0041AB0A}"/>
          </ac:spMkLst>
        </pc:spChg>
        <pc:spChg chg="mod topLvl">
          <ac:chgData name="Kannepamula Mahesh Babu" userId="391c5b16-0897-4eca-a028-a97f935a3bd2" providerId="ADAL" clId="{9E3353FE-7EFD-4D1F-85AC-2D3001641A94}" dt="2026-06-29T13:45:27.032" v="6230" actId="12789"/>
          <ac:spMkLst>
            <pc:docMk/>
            <pc:sldMk cId="2709716531" sldId="2076137776"/>
            <ac:spMk id="28" creationId="{E90AA28D-5A55-D078-FC40-11A5FA9032DB}"/>
          </ac:spMkLst>
        </pc:spChg>
        <pc:spChg chg="mod topLvl">
          <ac:chgData name="Kannepamula Mahesh Babu" userId="391c5b16-0897-4eca-a028-a97f935a3bd2" providerId="ADAL" clId="{9E3353FE-7EFD-4D1F-85AC-2D3001641A94}" dt="2026-06-29T13:42:57.391" v="6221" actId="554"/>
          <ac:spMkLst>
            <pc:docMk/>
            <pc:sldMk cId="2709716531" sldId="2076137776"/>
            <ac:spMk id="31" creationId="{B8AA23A0-CFF4-94C2-4D15-EE0F40C4FEF6}"/>
          </ac:spMkLst>
        </pc:spChg>
        <pc:spChg chg="mod topLvl">
          <ac:chgData name="Kannepamula Mahesh Babu" userId="391c5b16-0897-4eca-a028-a97f935a3bd2" providerId="ADAL" clId="{9E3353FE-7EFD-4D1F-85AC-2D3001641A94}" dt="2026-06-29T13:45:31.061" v="6232" actId="12789"/>
          <ac:spMkLst>
            <pc:docMk/>
            <pc:sldMk cId="2709716531" sldId="2076137776"/>
            <ac:spMk id="32" creationId="{5AA32F08-BD30-A65D-1397-6888F3876716}"/>
          </ac:spMkLst>
        </pc:spChg>
        <pc:spChg chg="mod topLvl">
          <ac:chgData name="Kannepamula Mahesh Babu" userId="391c5b16-0897-4eca-a028-a97f935a3bd2" providerId="ADAL" clId="{9E3353FE-7EFD-4D1F-85AC-2D3001641A94}" dt="2026-06-29T13:39:13.268" v="6158" actId="165"/>
          <ac:spMkLst>
            <pc:docMk/>
            <pc:sldMk cId="2709716531" sldId="2076137776"/>
            <ac:spMk id="35" creationId="{38A1D0D5-E155-898C-34C7-42B822AEF51A}"/>
          </ac:spMkLst>
        </pc:spChg>
        <pc:spChg chg="mod topLvl">
          <ac:chgData name="Kannepamula Mahesh Babu" userId="391c5b16-0897-4eca-a028-a97f935a3bd2" providerId="ADAL" clId="{9E3353FE-7EFD-4D1F-85AC-2D3001641A94}" dt="2026-06-29T13:45:37.707" v="6234" actId="12789"/>
          <ac:spMkLst>
            <pc:docMk/>
            <pc:sldMk cId="2709716531" sldId="2076137776"/>
            <ac:spMk id="36" creationId="{4CA9AA25-FDDD-B9B9-739D-9A5A2877E05D}"/>
          </ac:spMkLst>
        </pc:spChg>
        <pc:spChg chg="mod topLvl">
          <ac:chgData name="Kannepamula Mahesh Babu" userId="391c5b16-0897-4eca-a028-a97f935a3bd2" providerId="ADAL" clId="{9E3353FE-7EFD-4D1F-85AC-2D3001641A94}" dt="2026-06-29T13:39:13.268" v="6158" actId="165"/>
          <ac:spMkLst>
            <pc:docMk/>
            <pc:sldMk cId="2709716531" sldId="2076137776"/>
            <ac:spMk id="39" creationId="{030B4442-D683-0828-58C9-0175747B925D}"/>
          </ac:spMkLst>
        </pc:spChg>
        <pc:spChg chg="mod">
          <ac:chgData name="Kannepamula Mahesh Babu" userId="391c5b16-0897-4eca-a028-a97f935a3bd2" providerId="ADAL" clId="{9E3353FE-7EFD-4D1F-85AC-2D3001641A94}" dt="2026-06-29T13:45:21.836" v="6228" actId="12789"/>
          <ac:spMkLst>
            <pc:docMk/>
            <pc:sldMk cId="2709716531" sldId="2076137776"/>
            <ac:spMk id="40" creationId="{AE7D071C-1248-30D3-7D50-93BEF7EAD9EC}"/>
          </ac:spMkLst>
        </pc:spChg>
        <pc:spChg chg="mod topLvl">
          <ac:chgData name="Kannepamula Mahesh Babu" userId="391c5b16-0897-4eca-a028-a97f935a3bd2" providerId="ADAL" clId="{9E3353FE-7EFD-4D1F-85AC-2D3001641A94}" dt="2026-06-29T13:43:12.620" v="6223" actId="554"/>
          <ac:spMkLst>
            <pc:docMk/>
            <pc:sldMk cId="2709716531" sldId="2076137776"/>
            <ac:spMk id="43" creationId="{3CB04588-A3CD-87EC-C975-A21069D66FFA}"/>
          </ac:spMkLst>
        </pc:spChg>
        <pc:spChg chg="mod topLvl">
          <ac:chgData name="Kannepamula Mahesh Babu" userId="391c5b16-0897-4eca-a028-a97f935a3bd2" providerId="ADAL" clId="{9E3353FE-7EFD-4D1F-85AC-2D3001641A94}" dt="2026-06-29T13:43:12.620" v="6223" actId="554"/>
          <ac:spMkLst>
            <pc:docMk/>
            <pc:sldMk cId="2709716531" sldId="2076137776"/>
            <ac:spMk id="44" creationId="{7362F829-FE3B-C21D-9755-FB5969E0AD31}"/>
          </ac:spMkLst>
        </pc:spChg>
        <pc:spChg chg="mod">
          <ac:chgData name="Kannepamula Mahesh Babu" userId="391c5b16-0897-4eca-a028-a97f935a3bd2" providerId="ADAL" clId="{9E3353FE-7EFD-4D1F-85AC-2D3001641A94}" dt="2026-06-29T13:38:56.059" v="6146" actId="571"/>
          <ac:spMkLst>
            <pc:docMk/>
            <pc:sldMk cId="2709716531" sldId="2076137776"/>
            <ac:spMk id="47" creationId="{5B6343EF-FDE7-095E-EA83-02A64BF7BC06}"/>
          </ac:spMkLst>
        </pc:spChg>
        <pc:spChg chg="mod topLvl">
          <ac:chgData name="Kannepamula Mahesh Babu" userId="391c5b16-0897-4eca-a028-a97f935a3bd2" providerId="ADAL" clId="{9E3353FE-7EFD-4D1F-85AC-2D3001641A94}" dt="2026-06-29T13:45:16.223" v="6226" actId="12789"/>
          <ac:spMkLst>
            <pc:docMk/>
            <pc:sldMk cId="2709716531" sldId="2076137776"/>
            <ac:spMk id="48" creationId="{675B6C45-0F7A-9CE4-3F65-C5A2E828352E}"/>
          </ac:spMkLst>
        </pc:spChg>
        <pc:picChg chg="add mod">
          <ac:chgData name="Kannepamula Mahesh Babu" userId="391c5b16-0897-4eca-a028-a97f935a3bd2" providerId="ADAL" clId="{9E3353FE-7EFD-4D1F-85AC-2D3001641A94}" dt="2026-06-29T13:45:27.032" v="6230" actId="12789"/>
          <ac:picMkLst>
            <pc:docMk/>
            <pc:sldMk cId="2709716531" sldId="2076137776"/>
            <ac:picMk id="50" creationId="{395DD9C7-0F20-DFE7-434A-E96D71A5426E}"/>
          </ac:picMkLst>
        </pc:picChg>
        <pc:picChg chg="add mod">
          <ac:chgData name="Kannepamula Mahesh Babu" userId="391c5b16-0897-4eca-a028-a97f935a3bd2" providerId="ADAL" clId="{9E3353FE-7EFD-4D1F-85AC-2D3001641A94}" dt="2026-06-29T13:45:31.061" v="6232" actId="12789"/>
          <ac:picMkLst>
            <pc:docMk/>
            <pc:sldMk cId="2709716531" sldId="2076137776"/>
            <ac:picMk id="51" creationId="{BB915F3E-4AEB-FCB1-705F-EB0E5E53D08F}"/>
          </ac:picMkLst>
        </pc:picChg>
        <pc:picChg chg="add mod">
          <ac:chgData name="Kannepamula Mahesh Babu" userId="391c5b16-0897-4eca-a028-a97f935a3bd2" providerId="ADAL" clId="{9E3353FE-7EFD-4D1F-85AC-2D3001641A94}" dt="2026-06-29T13:45:37.707" v="6234" actId="12789"/>
          <ac:picMkLst>
            <pc:docMk/>
            <pc:sldMk cId="2709716531" sldId="2076137776"/>
            <ac:picMk id="52" creationId="{0A4DBD0A-0B48-F614-904E-F526C34526F8}"/>
          </ac:picMkLst>
        </pc:picChg>
        <pc:picChg chg="add mod">
          <ac:chgData name="Kannepamula Mahesh Babu" userId="391c5b16-0897-4eca-a028-a97f935a3bd2" providerId="ADAL" clId="{9E3353FE-7EFD-4D1F-85AC-2D3001641A94}" dt="2026-06-29T13:45:21.836" v="6228" actId="12789"/>
          <ac:picMkLst>
            <pc:docMk/>
            <pc:sldMk cId="2709716531" sldId="2076137776"/>
            <ac:picMk id="53" creationId="{F0B8FC68-BA9D-060B-A854-7C3C07F69C1C}"/>
          </ac:picMkLst>
        </pc:picChg>
        <pc:picChg chg="add mod">
          <ac:chgData name="Kannepamula Mahesh Babu" userId="391c5b16-0897-4eca-a028-a97f935a3bd2" providerId="ADAL" clId="{9E3353FE-7EFD-4D1F-85AC-2D3001641A94}" dt="2026-06-29T13:45:16.223" v="6226" actId="12789"/>
          <ac:picMkLst>
            <pc:docMk/>
            <pc:sldMk cId="2709716531" sldId="2076137776"/>
            <ac:picMk id="54" creationId="{39EFDFE8-A64E-67C8-4C5C-E27035241FAA}"/>
          </ac:picMkLst>
        </pc:picChg>
        <pc:picChg chg="add mod">
          <ac:chgData name="Kannepamula Mahesh Babu" userId="391c5b16-0897-4eca-a028-a97f935a3bd2" providerId="ADAL" clId="{9E3353FE-7EFD-4D1F-85AC-2D3001641A94}" dt="2026-06-29T13:42:46.237" v="6218" actId="14100"/>
          <ac:picMkLst>
            <pc:docMk/>
            <pc:sldMk cId="2709716531" sldId="2076137776"/>
            <ac:picMk id="55" creationId="{6CE59F2E-4EA8-B84A-263E-B5ED53FF1893}"/>
          </ac:picMkLst>
        </pc:picChg>
      </pc:sldChg>
      <pc:sldChg chg="addSp delSp modSp new mod">
        <pc:chgData name="Kannepamula Mahesh Babu" userId="391c5b16-0897-4eca-a028-a97f935a3bd2" providerId="ADAL" clId="{9E3353FE-7EFD-4D1F-85AC-2D3001641A94}" dt="2026-06-29T13:47:45.086" v="6239" actId="1076"/>
        <pc:sldMkLst>
          <pc:docMk/>
          <pc:sldMk cId="2152366833" sldId="2076137777"/>
        </pc:sldMkLst>
        <pc:spChg chg="mod">
          <ac:chgData name="Kannepamula Mahesh Babu" userId="391c5b16-0897-4eca-a028-a97f935a3bd2" providerId="ADAL" clId="{9E3353FE-7EFD-4D1F-85AC-2D3001641A94}" dt="2026-06-29T09:06:10.228" v="3549" actId="14100"/>
          <ac:spMkLst>
            <pc:docMk/>
            <pc:sldMk cId="2152366833" sldId="2076137777"/>
            <ac:spMk id="2" creationId="{EAEE0C13-7CC1-BB10-0428-785145EC1CDE}"/>
          </ac:spMkLst>
        </pc:spChg>
        <pc:spChg chg="add mod">
          <ac:chgData name="Kannepamula Mahesh Babu" userId="391c5b16-0897-4eca-a028-a97f935a3bd2" providerId="ADAL" clId="{9E3353FE-7EFD-4D1F-85AC-2D3001641A94}" dt="2026-06-29T13:08:02.912" v="5860"/>
          <ac:spMkLst>
            <pc:docMk/>
            <pc:sldMk cId="2152366833" sldId="2076137777"/>
            <ac:spMk id="5" creationId="{F61E60E8-AE25-34E4-9FE9-9CC91E766A32}"/>
          </ac:spMkLst>
        </pc:spChg>
        <pc:spChg chg="add mod">
          <ac:chgData name="Kannepamula Mahesh Babu" userId="391c5b16-0897-4eca-a028-a97f935a3bd2" providerId="ADAL" clId="{9E3353FE-7EFD-4D1F-85AC-2D3001641A94}" dt="2026-06-29T09:06:36.224" v="3558"/>
          <ac:spMkLst>
            <pc:docMk/>
            <pc:sldMk cId="2152366833" sldId="2076137777"/>
            <ac:spMk id="6" creationId="{3C0D1C00-01BE-9BC2-CC36-B64D1410160C}"/>
          </ac:spMkLst>
        </pc:spChg>
        <pc:spChg chg="add mod">
          <ac:chgData name="Kannepamula Mahesh Babu" userId="391c5b16-0897-4eca-a028-a97f935a3bd2" providerId="ADAL" clId="{9E3353FE-7EFD-4D1F-85AC-2D3001641A94}" dt="2026-06-29T12:47:53.755" v="5714" actId="3064"/>
          <ac:spMkLst>
            <pc:docMk/>
            <pc:sldMk cId="2152366833" sldId="2076137777"/>
            <ac:spMk id="7" creationId="{33DADD18-517F-D8D3-5905-F06EA370AE96}"/>
          </ac:spMkLst>
        </pc:spChg>
        <pc:spChg chg="add mod">
          <ac:chgData name="Kannepamula Mahesh Babu" userId="391c5b16-0897-4eca-a028-a97f935a3bd2" providerId="ADAL" clId="{9E3353FE-7EFD-4D1F-85AC-2D3001641A94}" dt="2026-06-29T12:47:53.755" v="5714" actId="3064"/>
          <ac:spMkLst>
            <pc:docMk/>
            <pc:sldMk cId="2152366833" sldId="2076137777"/>
            <ac:spMk id="8" creationId="{06DF9E2A-5A57-05A4-AD53-C8466AC2B3BF}"/>
          </ac:spMkLst>
        </pc:spChg>
        <pc:spChg chg="add mod">
          <ac:chgData name="Kannepamula Mahesh Babu" userId="391c5b16-0897-4eca-a028-a97f935a3bd2" providerId="ADAL" clId="{9E3353FE-7EFD-4D1F-85AC-2D3001641A94}" dt="2026-06-29T12:47:53.755" v="5714" actId="3064"/>
          <ac:spMkLst>
            <pc:docMk/>
            <pc:sldMk cId="2152366833" sldId="2076137777"/>
            <ac:spMk id="9" creationId="{EFB4072A-940D-0ADD-4A95-68E27C22F1D8}"/>
          </ac:spMkLst>
        </pc:spChg>
        <pc:spChg chg="add mod">
          <ac:chgData name="Kannepamula Mahesh Babu" userId="391c5b16-0897-4eca-a028-a97f935a3bd2" providerId="ADAL" clId="{9E3353FE-7EFD-4D1F-85AC-2D3001641A94}" dt="2026-06-29T12:47:53.755" v="5714" actId="3064"/>
          <ac:spMkLst>
            <pc:docMk/>
            <pc:sldMk cId="2152366833" sldId="2076137777"/>
            <ac:spMk id="10" creationId="{7DF20CF3-446F-273E-4A84-AB1D0F0D4DB2}"/>
          </ac:spMkLst>
        </pc:spChg>
        <pc:spChg chg="add mod">
          <ac:chgData name="Kannepamula Mahesh Babu" userId="391c5b16-0897-4eca-a028-a97f935a3bd2" providerId="ADAL" clId="{9E3353FE-7EFD-4D1F-85AC-2D3001641A94}" dt="2026-06-29T12:47:53.755" v="5714" actId="3064"/>
          <ac:spMkLst>
            <pc:docMk/>
            <pc:sldMk cId="2152366833" sldId="2076137777"/>
            <ac:spMk id="11" creationId="{80E6A302-F3A3-6217-7C00-8EBDDA94F065}"/>
          </ac:spMkLst>
        </pc:spChg>
        <pc:spChg chg="add mod">
          <ac:chgData name="Kannepamula Mahesh Babu" userId="391c5b16-0897-4eca-a028-a97f935a3bd2" providerId="ADAL" clId="{9E3353FE-7EFD-4D1F-85AC-2D3001641A94}" dt="2026-06-29T10:58:40.761" v="4407" actId="207"/>
          <ac:spMkLst>
            <pc:docMk/>
            <pc:sldMk cId="2152366833" sldId="2076137777"/>
            <ac:spMk id="15" creationId="{7D33D367-6945-E0AA-AB2E-913FD1B510D9}"/>
          </ac:spMkLst>
        </pc:spChg>
        <pc:spChg chg="add mod">
          <ac:chgData name="Kannepamula Mahesh Babu" userId="391c5b16-0897-4eca-a028-a97f935a3bd2" providerId="ADAL" clId="{9E3353FE-7EFD-4D1F-85AC-2D3001641A94}" dt="2026-06-29T11:41:40.163" v="4874" actId="207"/>
          <ac:spMkLst>
            <pc:docMk/>
            <pc:sldMk cId="2152366833" sldId="2076137777"/>
            <ac:spMk id="16" creationId="{2FA040D7-308F-3647-BE79-2D791CF30D06}"/>
          </ac:spMkLst>
        </pc:spChg>
        <pc:spChg chg="add mod">
          <ac:chgData name="Kannepamula Mahesh Babu" userId="391c5b16-0897-4eca-a028-a97f935a3bd2" providerId="ADAL" clId="{9E3353FE-7EFD-4D1F-85AC-2D3001641A94}" dt="2026-06-29T11:41:40.163" v="4874" actId="207"/>
          <ac:spMkLst>
            <pc:docMk/>
            <pc:sldMk cId="2152366833" sldId="2076137777"/>
            <ac:spMk id="17" creationId="{1044463A-89B3-6BDB-2099-E9875CE5A752}"/>
          </ac:spMkLst>
        </pc:spChg>
        <pc:spChg chg="add mod">
          <ac:chgData name="Kannepamula Mahesh Babu" userId="391c5b16-0897-4eca-a028-a97f935a3bd2" providerId="ADAL" clId="{9E3353FE-7EFD-4D1F-85AC-2D3001641A94}" dt="2026-06-29T11:41:40.163" v="4874" actId="207"/>
          <ac:spMkLst>
            <pc:docMk/>
            <pc:sldMk cId="2152366833" sldId="2076137777"/>
            <ac:spMk id="18" creationId="{901023BB-9E55-342A-3230-47D51C7A65B1}"/>
          </ac:spMkLst>
        </pc:spChg>
        <pc:spChg chg="add mod">
          <ac:chgData name="Kannepamula Mahesh Babu" userId="391c5b16-0897-4eca-a028-a97f935a3bd2" providerId="ADAL" clId="{9E3353FE-7EFD-4D1F-85AC-2D3001641A94}" dt="2026-06-29T11:41:40.163" v="4874" actId="207"/>
          <ac:spMkLst>
            <pc:docMk/>
            <pc:sldMk cId="2152366833" sldId="2076137777"/>
            <ac:spMk id="19" creationId="{D8D97D30-8B84-0111-E42B-2B39A1C37D06}"/>
          </ac:spMkLst>
        </pc:spChg>
        <pc:spChg chg="add mod">
          <ac:chgData name="Kannepamula Mahesh Babu" userId="391c5b16-0897-4eca-a028-a97f935a3bd2" providerId="ADAL" clId="{9E3353FE-7EFD-4D1F-85AC-2D3001641A94}" dt="2026-06-29T11:41:40.163" v="4874" actId="207"/>
          <ac:spMkLst>
            <pc:docMk/>
            <pc:sldMk cId="2152366833" sldId="2076137777"/>
            <ac:spMk id="20" creationId="{5B2DA9AF-7F8C-E8AD-B947-59BB2D8EA5F6}"/>
          </ac:spMkLst>
        </pc:spChg>
        <pc:spChg chg="add mod">
          <ac:chgData name="Kannepamula Mahesh Babu" userId="391c5b16-0897-4eca-a028-a97f935a3bd2" providerId="ADAL" clId="{9E3353FE-7EFD-4D1F-85AC-2D3001641A94}" dt="2026-06-29T11:41:40.163" v="4874" actId="207"/>
          <ac:spMkLst>
            <pc:docMk/>
            <pc:sldMk cId="2152366833" sldId="2076137777"/>
            <ac:spMk id="21" creationId="{D8904177-7425-BF45-E1E6-A57DDD08A51C}"/>
          </ac:spMkLst>
        </pc:spChg>
        <pc:spChg chg="add mod">
          <ac:chgData name="Kannepamula Mahesh Babu" userId="391c5b16-0897-4eca-a028-a97f935a3bd2" providerId="ADAL" clId="{9E3353FE-7EFD-4D1F-85AC-2D3001641A94}" dt="2026-06-29T11:41:40.163" v="4874" actId="207"/>
          <ac:spMkLst>
            <pc:docMk/>
            <pc:sldMk cId="2152366833" sldId="2076137777"/>
            <ac:spMk id="22" creationId="{0A2DC86E-9405-4CF6-F1F2-C5B434055386}"/>
          </ac:spMkLst>
        </pc:spChg>
        <pc:spChg chg="add mod">
          <ac:chgData name="Kannepamula Mahesh Babu" userId="391c5b16-0897-4eca-a028-a97f935a3bd2" providerId="ADAL" clId="{9E3353FE-7EFD-4D1F-85AC-2D3001641A94}" dt="2026-06-29T11:41:40.163" v="4874" actId="207"/>
          <ac:spMkLst>
            <pc:docMk/>
            <pc:sldMk cId="2152366833" sldId="2076137777"/>
            <ac:spMk id="23" creationId="{1C0CC0B4-F281-A7F1-99C4-78A5E9C32A32}"/>
          </ac:spMkLst>
        </pc:spChg>
        <pc:grpChg chg="add mod">
          <ac:chgData name="Kannepamula Mahesh Babu" userId="391c5b16-0897-4eca-a028-a97f935a3bd2" providerId="ADAL" clId="{9E3353FE-7EFD-4D1F-85AC-2D3001641A94}" dt="2026-06-29T11:41:40.163" v="4874" actId="207"/>
          <ac:grpSpMkLst>
            <pc:docMk/>
            <pc:sldMk cId="2152366833" sldId="2076137777"/>
            <ac:grpSpMk id="24" creationId="{22CFBD9F-2140-C587-717D-C1973A421DBF}"/>
          </ac:grpSpMkLst>
        </pc:grpChg>
        <pc:picChg chg="add mod">
          <ac:chgData name="Kannepamula Mahesh Babu" userId="391c5b16-0897-4eca-a028-a97f935a3bd2" providerId="ADAL" clId="{9E3353FE-7EFD-4D1F-85AC-2D3001641A94}" dt="2026-06-29T13:47:45.086" v="6239" actId="1076"/>
          <ac:picMkLst>
            <pc:docMk/>
            <pc:sldMk cId="2152366833" sldId="2076137777"/>
            <ac:picMk id="28" creationId="{C3734B6A-E7D5-E0FD-3D66-D92DB72A18C3}"/>
          </ac:picMkLst>
        </pc:picChg>
        <pc:picChg chg="add mod">
          <ac:chgData name="Kannepamula Mahesh Babu" userId="391c5b16-0897-4eca-a028-a97f935a3bd2" providerId="ADAL" clId="{9E3353FE-7EFD-4D1F-85AC-2D3001641A94}" dt="2026-06-29T13:47:45.086" v="6239" actId="1076"/>
          <ac:picMkLst>
            <pc:docMk/>
            <pc:sldMk cId="2152366833" sldId="2076137777"/>
            <ac:picMk id="30" creationId="{5FD01CD6-27AB-5E7E-C418-5EA891BC0534}"/>
          </ac:picMkLst>
        </pc:picChg>
        <pc:picChg chg="add mod">
          <ac:chgData name="Kannepamula Mahesh Babu" userId="391c5b16-0897-4eca-a028-a97f935a3bd2" providerId="ADAL" clId="{9E3353FE-7EFD-4D1F-85AC-2D3001641A94}" dt="2026-06-29T13:47:45.086" v="6239" actId="1076"/>
          <ac:picMkLst>
            <pc:docMk/>
            <pc:sldMk cId="2152366833" sldId="2076137777"/>
            <ac:picMk id="32" creationId="{AA6AC023-97B9-EB85-09D1-5FFF689CB7F3}"/>
          </ac:picMkLst>
        </pc:picChg>
        <pc:picChg chg="add mod">
          <ac:chgData name="Kannepamula Mahesh Babu" userId="391c5b16-0897-4eca-a028-a97f935a3bd2" providerId="ADAL" clId="{9E3353FE-7EFD-4D1F-85AC-2D3001641A94}" dt="2026-06-29T13:47:45.086" v="6239" actId="1076"/>
          <ac:picMkLst>
            <pc:docMk/>
            <pc:sldMk cId="2152366833" sldId="2076137777"/>
            <ac:picMk id="34" creationId="{7C680B6B-209A-CF73-CD04-2E6FCFF08465}"/>
          </ac:picMkLst>
        </pc:picChg>
        <pc:picChg chg="add mod">
          <ac:chgData name="Kannepamula Mahesh Babu" userId="391c5b16-0897-4eca-a028-a97f935a3bd2" providerId="ADAL" clId="{9E3353FE-7EFD-4D1F-85AC-2D3001641A94}" dt="2026-06-29T13:47:45.086" v="6239" actId="1076"/>
          <ac:picMkLst>
            <pc:docMk/>
            <pc:sldMk cId="2152366833" sldId="2076137777"/>
            <ac:picMk id="36" creationId="{E96299A9-67E2-5D1D-012A-0B703CBABCD7}"/>
          </ac:picMkLst>
        </pc:picChg>
        <pc:cxnChg chg="add mod">
          <ac:chgData name="Kannepamula Mahesh Babu" userId="391c5b16-0897-4eca-a028-a97f935a3bd2" providerId="ADAL" clId="{9E3353FE-7EFD-4D1F-85AC-2D3001641A94}" dt="2026-06-29T10:58:58.001" v="4412" actId="14100"/>
          <ac:cxnSpMkLst>
            <pc:docMk/>
            <pc:sldMk cId="2152366833" sldId="2076137777"/>
            <ac:cxnSpMk id="14" creationId="{52085E63-2848-6AE8-82AB-199088385A5B}"/>
          </ac:cxnSpMkLst>
        </pc:cxnChg>
        <pc:cxnChg chg="add mod">
          <ac:chgData name="Kannepamula Mahesh Babu" userId="391c5b16-0897-4eca-a028-a97f935a3bd2" providerId="ADAL" clId="{9E3353FE-7EFD-4D1F-85AC-2D3001641A94}" dt="2026-06-29T10:59:02.309" v="4413" actId="14100"/>
          <ac:cxnSpMkLst>
            <pc:docMk/>
            <pc:sldMk cId="2152366833" sldId="2076137777"/>
            <ac:cxnSpMk id="38" creationId="{5DBD036C-608E-09D7-96C1-7A5C100D321C}"/>
          </ac:cxnSpMkLst>
        </pc:cxnChg>
      </pc:sldChg>
      <pc:sldChg chg="addSp modSp mod modClrScheme chgLayout">
        <pc:chgData name="Kannepamula Mahesh Babu" userId="391c5b16-0897-4eca-a028-a97f935a3bd2" providerId="ADAL" clId="{9E3353FE-7EFD-4D1F-85AC-2D3001641A94}" dt="2026-07-01T11:21:44.363" v="6736"/>
        <pc:sldMkLst>
          <pc:docMk/>
          <pc:sldMk cId="67895314" sldId="2147474868"/>
        </pc:sldMkLst>
        <pc:spChg chg="mod">
          <ac:chgData name="Kannepamula Mahesh Babu" userId="391c5b16-0897-4eca-a028-a97f935a3bd2" providerId="ADAL" clId="{9E3353FE-7EFD-4D1F-85AC-2D3001641A94}" dt="2026-06-29T11:42:18.350" v="4886" actId="208"/>
          <ac:spMkLst>
            <pc:docMk/>
            <pc:sldMk cId="67895314" sldId="2147474868"/>
            <ac:spMk id="2" creationId="{746A82FF-4C1D-3A0D-AD58-5401564C3C07}"/>
          </ac:spMkLst>
        </pc:spChg>
        <pc:spChg chg="mod ord">
          <ac:chgData name="Kannepamula Mahesh Babu" userId="391c5b16-0897-4eca-a028-a97f935a3bd2" providerId="ADAL" clId="{9E3353FE-7EFD-4D1F-85AC-2D3001641A94}" dt="2026-07-01T11:21:44.363" v="6736"/>
          <ac:spMkLst>
            <pc:docMk/>
            <pc:sldMk cId="67895314" sldId="2147474868"/>
            <ac:spMk id="3" creationId="{D8FC8BFB-3BC1-381E-8473-0DF477A4B9F4}"/>
          </ac:spMkLst>
        </pc:spChg>
        <pc:spChg chg="mod ord">
          <ac:chgData name="Kannepamula Mahesh Babu" userId="391c5b16-0897-4eca-a028-a97f935a3bd2" providerId="ADAL" clId="{9E3353FE-7EFD-4D1F-85AC-2D3001641A94}" dt="2026-07-01T11:21:44.363" v="6736"/>
          <ac:spMkLst>
            <pc:docMk/>
            <pc:sldMk cId="67895314" sldId="2147474868"/>
            <ac:spMk id="4" creationId="{F288A8CD-ECAB-119B-698A-F28CC08E8E5C}"/>
          </ac:spMkLst>
        </pc:spChg>
        <pc:spChg chg="mod ord">
          <ac:chgData name="Kannepamula Mahesh Babu" userId="391c5b16-0897-4eca-a028-a97f935a3bd2" providerId="ADAL" clId="{9E3353FE-7EFD-4D1F-85AC-2D3001641A94}" dt="2026-07-01T11:21:44.363" v="6736"/>
          <ac:spMkLst>
            <pc:docMk/>
            <pc:sldMk cId="67895314" sldId="2147474868"/>
            <ac:spMk id="5" creationId="{43EEE701-243C-DE03-4B96-3465FA49B189}"/>
          </ac:spMkLst>
        </pc:spChg>
        <pc:spChg chg="mod">
          <ac:chgData name="Kannepamula Mahesh Babu" userId="391c5b16-0897-4eca-a028-a97f935a3bd2" providerId="ADAL" clId="{9E3353FE-7EFD-4D1F-85AC-2D3001641A94}" dt="2026-06-29T11:42:18.350" v="4886" actId="208"/>
          <ac:spMkLst>
            <pc:docMk/>
            <pc:sldMk cId="67895314" sldId="2147474868"/>
            <ac:spMk id="6" creationId="{44703BBF-B653-A76A-152A-9BC43D10ADA9}"/>
          </ac:spMkLst>
        </pc:spChg>
      </pc:sldChg>
      <pc:sldChg chg="addSp delSp modSp add mod">
        <pc:chgData name="Kannepamula Mahesh Babu" userId="391c5b16-0897-4eca-a028-a97f935a3bd2" providerId="ADAL" clId="{9E3353FE-7EFD-4D1F-85AC-2D3001641A94}" dt="2026-06-29T11:03:30.749" v="4439" actId="14100"/>
        <pc:sldMkLst>
          <pc:docMk/>
          <pc:sldMk cId="553572738" sldId="2147474869"/>
        </pc:sldMkLst>
        <pc:spChg chg="mod">
          <ac:chgData name="Kannepamula Mahesh Babu" userId="391c5b16-0897-4eca-a028-a97f935a3bd2" providerId="ADAL" clId="{9E3353FE-7EFD-4D1F-85AC-2D3001641A94}" dt="2026-06-29T10:33:55.323" v="4099" actId="20577"/>
          <ac:spMkLst>
            <pc:docMk/>
            <pc:sldMk cId="553572738" sldId="2147474869"/>
            <ac:spMk id="2" creationId="{54497779-77D0-558B-19BA-E9D8D2B40494}"/>
          </ac:spMkLst>
        </pc:spChg>
        <pc:spChg chg="add mod">
          <ac:chgData name="Kannepamula Mahesh Babu" userId="391c5b16-0897-4eca-a028-a97f935a3bd2" providerId="ADAL" clId="{9E3353FE-7EFD-4D1F-85AC-2D3001641A94}" dt="2026-06-29T10:42:43.182" v="4207" actId="948"/>
          <ac:spMkLst>
            <pc:docMk/>
            <pc:sldMk cId="553572738" sldId="2147474869"/>
            <ac:spMk id="13" creationId="{C73FA2F4-791A-5CA6-67AD-E3AE2CEBFCF1}"/>
          </ac:spMkLst>
        </pc:spChg>
        <pc:spChg chg="add mod">
          <ac:chgData name="Kannepamula Mahesh Babu" userId="391c5b16-0897-4eca-a028-a97f935a3bd2" providerId="ADAL" clId="{9E3353FE-7EFD-4D1F-85AC-2D3001641A94}" dt="2026-06-29T10:44:38.720" v="4228" actId="1582"/>
          <ac:spMkLst>
            <pc:docMk/>
            <pc:sldMk cId="553572738" sldId="2147474869"/>
            <ac:spMk id="25" creationId="{62B20E9E-587E-80B7-0176-98BAA1A1263E}"/>
          </ac:spMkLst>
        </pc:spChg>
        <pc:spChg chg="add mod">
          <ac:chgData name="Kannepamula Mahesh Babu" userId="391c5b16-0897-4eca-a028-a97f935a3bd2" providerId="ADAL" clId="{9E3353FE-7EFD-4D1F-85AC-2D3001641A94}" dt="2026-06-29T11:03:25.939" v="4438" actId="164"/>
          <ac:spMkLst>
            <pc:docMk/>
            <pc:sldMk cId="553572738" sldId="2147474869"/>
            <ac:spMk id="26" creationId="{30D8C49F-DD7C-363C-6AFE-D36E80D21CD9}"/>
          </ac:spMkLst>
        </pc:spChg>
        <pc:spChg chg="add mod">
          <ac:chgData name="Kannepamula Mahesh Babu" userId="391c5b16-0897-4eca-a028-a97f935a3bd2" providerId="ADAL" clId="{9E3353FE-7EFD-4D1F-85AC-2D3001641A94}" dt="2026-06-29T11:03:25.939" v="4438" actId="164"/>
          <ac:spMkLst>
            <pc:docMk/>
            <pc:sldMk cId="553572738" sldId="2147474869"/>
            <ac:spMk id="27" creationId="{A8617FEB-B78B-C491-7CC9-94CBC65A3B73}"/>
          </ac:spMkLst>
        </pc:spChg>
        <pc:spChg chg="add mod">
          <ac:chgData name="Kannepamula Mahesh Babu" userId="391c5b16-0897-4eca-a028-a97f935a3bd2" providerId="ADAL" clId="{9E3353FE-7EFD-4D1F-85AC-2D3001641A94}" dt="2026-06-29T11:03:25.939" v="4438" actId="164"/>
          <ac:spMkLst>
            <pc:docMk/>
            <pc:sldMk cId="553572738" sldId="2147474869"/>
            <ac:spMk id="29" creationId="{B509AB51-1874-942D-30F3-69D8E54C4FB4}"/>
          </ac:spMkLst>
        </pc:spChg>
        <pc:spChg chg="add mod">
          <ac:chgData name="Kannepamula Mahesh Babu" userId="391c5b16-0897-4eca-a028-a97f935a3bd2" providerId="ADAL" clId="{9E3353FE-7EFD-4D1F-85AC-2D3001641A94}" dt="2026-06-29T11:03:25.939" v="4438" actId="164"/>
          <ac:spMkLst>
            <pc:docMk/>
            <pc:sldMk cId="553572738" sldId="2147474869"/>
            <ac:spMk id="31" creationId="{274D546F-9776-C998-39F3-4519C51D9D08}"/>
          </ac:spMkLst>
        </pc:spChg>
        <pc:spChg chg="add mod">
          <ac:chgData name="Kannepamula Mahesh Babu" userId="391c5b16-0897-4eca-a028-a97f935a3bd2" providerId="ADAL" clId="{9E3353FE-7EFD-4D1F-85AC-2D3001641A94}" dt="2026-06-29T11:03:25.939" v="4438" actId="164"/>
          <ac:spMkLst>
            <pc:docMk/>
            <pc:sldMk cId="553572738" sldId="2147474869"/>
            <ac:spMk id="33" creationId="{B91773E1-8086-E408-3EDE-5CFC0FE461E1}"/>
          </ac:spMkLst>
        </pc:spChg>
        <pc:spChg chg="add mod">
          <ac:chgData name="Kannepamula Mahesh Babu" userId="391c5b16-0897-4eca-a028-a97f935a3bd2" providerId="ADAL" clId="{9E3353FE-7EFD-4D1F-85AC-2D3001641A94}" dt="2026-06-29T11:01:04.769" v="4416" actId="12788"/>
          <ac:spMkLst>
            <pc:docMk/>
            <pc:sldMk cId="553572738" sldId="2147474869"/>
            <ac:spMk id="35" creationId="{EBA92BB7-09E0-6F0B-7E98-AD029A34C4A5}"/>
          </ac:spMkLst>
        </pc:spChg>
        <pc:spChg chg="add mod">
          <ac:chgData name="Kannepamula Mahesh Babu" userId="391c5b16-0897-4eca-a028-a97f935a3bd2" providerId="ADAL" clId="{9E3353FE-7EFD-4D1F-85AC-2D3001641A94}" dt="2026-06-29T10:47:37.742" v="4258" actId="208"/>
          <ac:spMkLst>
            <pc:docMk/>
            <pc:sldMk cId="553572738" sldId="2147474869"/>
            <ac:spMk id="37" creationId="{9F853993-C0EA-71F1-2E3B-B0407D1D5AAD}"/>
          </ac:spMkLst>
        </pc:spChg>
        <pc:spChg chg="add mod">
          <ac:chgData name="Kannepamula Mahesh Babu" userId="391c5b16-0897-4eca-a028-a97f935a3bd2" providerId="ADAL" clId="{9E3353FE-7EFD-4D1F-85AC-2D3001641A94}" dt="2026-06-29T11:01:04.769" v="4416" actId="12788"/>
          <ac:spMkLst>
            <pc:docMk/>
            <pc:sldMk cId="553572738" sldId="2147474869"/>
            <ac:spMk id="41" creationId="{2C6AC5B3-F11E-CCA2-88FA-E124B3A0996B}"/>
          </ac:spMkLst>
        </pc:spChg>
        <pc:grpChg chg="add mod">
          <ac:chgData name="Kannepamula Mahesh Babu" userId="391c5b16-0897-4eca-a028-a97f935a3bd2" providerId="ADAL" clId="{9E3353FE-7EFD-4D1F-85AC-2D3001641A94}" dt="2026-06-29T11:03:30.749" v="4439" actId="14100"/>
          <ac:grpSpMkLst>
            <pc:docMk/>
            <pc:sldMk cId="553572738" sldId="2147474869"/>
            <ac:grpSpMk id="42" creationId="{E4681C43-6D6B-7A09-A00C-71C176C5949D}"/>
          </ac:grpSpMkLst>
        </pc:grpChg>
      </pc:sldChg>
      <pc:sldChg chg="addSp delSp modSp add mod">
        <pc:chgData name="Kannepamula Mahesh Babu" userId="391c5b16-0897-4eca-a028-a97f935a3bd2" providerId="ADAL" clId="{9E3353FE-7EFD-4D1F-85AC-2D3001641A94}" dt="2026-06-29T11:07:10.504" v="4476" actId="1076"/>
        <pc:sldMkLst>
          <pc:docMk/>
          <pc:sldMk cId="1305668230" sldId="2147474870"/>
        </pc:sldMkLst>
        <pc:spChg chg="mod">
          <ac:chgData name="Kannepamula Mahesh Babu" userId="391c5b16-0897-4eca-a028-a97f935a3bd2" providerId="ADAL" clId="{9E3353FE-7EFD-4D1F-85AC-2D3001641A94}" dt="2026-06-29T11:00:54.219" v="4415" actId="12"/>
          <ac:spMkLst>
            <pc:docMk/>
            <pc:sldMk cId="1305668230" sldId="2147474870"/>
            <ac:spMk id="2" creationId="{968681D6-64C0-BA03-9675-29B0FAAE32E7}"/>
          </ac:spMkLst>
        </pc:spChg>
        <pc:spChg chg="add mod">
          <ac:chgData name="Kannepamula Mahesh Babu" userId="391c5b16-0897-4eca-a028-a97f935a3bd2" providerId="ADAL" clId="{9E3353FE-7EFD-4D1F-85AC-2D3001641A94}" dt="2026-06-29T11:02:14.599" v="4428" actId="208"/>
          <ac:spMkLst>
            <pc:docMk/>
            <pc:sldMk cId="1305668230" sldId="2147474870"/>
            <ac:spMk id="5" creationId="{9D7B668B-29CC-93EF-840B-6513605CEC87}"/>
          </ac:spMkLst>
        </pc:spChg>
        <pc:spChg chg="add mod">
          <ac:chgData name="Kannepamula Mahesh Babu" userId="391c5b16-0897-4eca-a028-a97f935a3bd2" providerId="ADAL" clId="{9E3353FE-7EFD-4D1F-85AC-2D3001641A94}" dt="2026-06-29T11:02:14.599" v="4428" actId="208"/>
          <ac:spMkLst>
            <pc:docMk/>
            <pc:sldMk cId="1305668230" sldId="2147474870"/>
            <ac:spMk id="7" creationId="{02B10BC9-D374-4548-85B2-871CBDCB23A3}"/>
          </ac:spMkLst>
        </pc:spChg>
        <pc:spChg chg="add mod">
          <ac:chgData name="Kannepamula Mahesh Babu" userId="391c5b16-0897-4eca-a028-a97f935a3bd2" providerId="ADAL" clId="{9E3353FE-7EFD-4D1F-85AC-2D3001641A94}" dt="2026-06-29T11:02:14.599" v="4428" actId="208"/>
          <ac:spMkLst>
            <pc:docMk/>
            <pc:sldMk cId="1305668230" sldId="2147474870"/>
            <ac:spMk id="8" creationId="{0E04D7F7-2D46-86D6-4CA7-92FF4D66AF2F}"/>
          </ac:spMkLst>
        </pc:spChg>
        <pc:spChg chg="add mod">
          <ac:chgData name="Kannepamula Mahesh Babu" userId="391c5b16-0897-4eca-a028-a97f935a3bd2" providerId="ADAL" clId="{9E3353FE-7EFD-4D1F-85AC-2D3001641A94}" dt="2026-06-29T11:02:26.646" v="4431" actId="207"/>
          <ac:spMkLst>
            <pc:docMk/>
            <pc:sldMk cId="1305668230" sldId="2147474870"/>
            <ac:spMk id="9" creationId="{A7868FAD-0876-6366-6BE0-404723573760}"/>
          </ac:spMkLst>
        </pc:spChg>
        <pc:spChg chg="add mod">
          <ac:chgData name="Kannepamula Mahesh Babu" userId="391c5b16-0897-4eca-a028-a97f935a3bd2" providerId="ADAL" clId="{9E3353FE-7EFD-4D1F-85AC-2D3001641A94}" dt="2026-06-29T11:02:26.646" v="4431" actId="207"/>
          <ac:spMkLst>
            <pc:docMk/>
            <pc:sldMk cId="1305668230" sldId="2147474870"/>
            <ac:spMk id="10" creationId="{0CDD7D23-B28C-4CB1-827D-0E763227457D}"/>
          </ac:spMkLst>
        </pc:spChg>
        <pc:spChg chg="add mod">
          <ac:chgData name="Kannepamula Mahesh Babu" userId="391c5b16-0897-4eca-a028-a97f935a3bd2" providerId="ADAL" clId="{9E3353FE-7EFD-4D1F-85AC-2D3001641A94}" dt="2026-06-29T11:02:26.646" v="4431" actId="207"/>
          <ac:spMkLst>
            <pc:docMk/>
            <pc:sldMk cId="1305668230" sldId="2147474870"/>
            <ac:spMk id="11" creationId="{6A8DC635-761E-0495-E910-7B76307FBBA2}"/>
          </ac:spMkLst>
        </pc:spChg>
        <pc:spChg chg="add mod">
          <ac:chgData name="Kannepamula Mahesh Babu" userId="391c5b16-0897-4eca-a028-a97f935a3bd2" providerId="ADAL" clId="{9E3353FE-7EFD-4D1F-85AC-2D3001641A94}" dt="2026-06-29T10:57:34.519" v="4401" actId="14100"/>
          <ac:spMkLst>
            <pc:docMk/>
            <pc:sldMk cId="1305668230" sldId="2147474870"/>
            <ac:spMk id="12" creationId="{26A37F64-5B11-AA1D-86D1-09703195E302}"/>
          </ac:spMkLst>
        </pc:spChg>
        <pc:spChg chg="mod">
          <ac:chgData name="Kannepamula Mahesh Babu" userId="391c5b16-0897-4eca-a028-a97f935a3bd2" providerId="ADAL" clId="{9E3353FE-7EFD-4D1F-85AC-2D3001641A94}" dt="2026-06-29T10:49:04.295" v="4289" actId="20577"/>
          <ac:spMkLst>
            <pc:docMk/>
            <pc:sldMk cId="1305668230" sldId="2147474870"/>
            <ac:spMk id="13" creationId="{6789B036-2EC3-F80D-51B5-C02017DFF239}"/>
          </ac:spMkLst>
        </pc:spChg>
        <pc:spChg chg="add mod">
          <ac:chgData name="Kannepamula Mahesh Babu" userId="391c5b16-0897-4eca-a028-a97f935a3bd2" providerId="ADAL" clId="{9E3353FE-7EFD-4D1F-85AC-2D3001641A94}" dt="2026-06-29T11:05:28.779" v="4451" actId="1076"/>
          <ac:spMkLst>
            <pc:docMk/>
            <pc:sldMk cId="1305668230" sldId="2147474870"/>
            <ac:spMk id="14" creationId="{B27B45DC-47DB-1B7F-DA45-EDB4CA357554}"/>
          </ac:spMkLst>
        </pc:spChg>
        <pc:spChg chg="add mod">
          <ac:chgData name="Kannepamula Mahesh Babu" userId="391c5b16-0897-4eca-a028-a97f935a3bd2" providerId="ADAL" clId="{9E3353FE-7EFD-4D1F-85AC-2D3001641A94}" dt="2026-06-29T10:57:34.519" v="4401" actId="14100"/>
          <ac:spMkLst>
            <pc:docMk/>
            <pc:sldMk cId="1305668230" sldId="2147474870"/>
            <ac:spMk id="15" creationId="{806D33A2-AAC5-58DA-143B-EDC6CBDAC0B9}"/>
          </ac:spMkLst>
        </pc:spChg>
        <pc:spChg chg="add mod">
          <ac:chgData name="Kannepamula Mahesh Babu" userId="391c5b16-0897-4eca-a028-a97f935a3bd2" providerId="ADAL" clId="{9E3353FE-7EFD-4D1F-85AC-2D3001641A94}" dt="2026-06-29T10:57:34.519" v="4401" actId="14100"/>
          <ac:spMkLst>
            <pc:docMk/>
            <pc:sldMk cId="1305668230" sldId="2147474870"/>
            <ac:spMk id="16" creationId="{2BA8C38F-57B8-6FC5-9D7E-77C82E5A107D}"/>
          </ac:spMkLst>
        </pc:spChg>
        <pc:spChg chg="add mod">
          <ac:chgData name="Kannepamula Mahesh Babu" userId="391c5b16-0897-4eca-a028-a97f935a3bd2" providerId="ADAL" clId="{9E3353FE-7EFD-4D1F-85AC-2D3001641A94}" dt="2026-06-29T10:57:34.519" v="4401" actId="14100"/>
          <ac:spMkLst>
            <pc:docMk/>
            <pc:sldMk cId="1305668230" sldId="2147474870"/>
            <ac:spMk id="17" creationId="{7057D962-0C89-E7A6-C1BB-C1A4A432A3A8}"/>
          </ac:spMkLst>
        </pc:spChg>
        <pc:picChg chg="add mod">
          <ac:chgData name="Kannepamula Mahesh Babu" userId="391c5b16-0897-4eca-a028-a97f935a3bd2" providerId="ADAL" clId="{9E3353FE-7EFD-4D1F-85AC-2D3001641A94}" dt="2026-06-29T11:07:04.519" v="4475" actId="12789"/>
          <ac:picMkLst>
            <pc:docMk/>
            <pc:sldMk cId="1305668230" sldId="2147474870"/>
            <ac:picMk id="19" creationId="{E70BEE86-20E2-67FD-E60D-247AB4A9E900}"/>
          </ac:picMkLst>
        </pc:picChg>
        <pc:picChg chg="add mod">
          <ac:chgData name="Kannepamula Mahesh Babu" userId="391c5b16-0897-4eca-a028-a97f935a3bd2" providerId="ADAL" clId="{9E3353FE-7EFD-4D1F-85AC-2D3001641A94}" dt="2026-06-29T11:07:04.519" v="4475" actId="12789"/>
          <ac:picMkLst>
            <pc:docMk/>
            <pc:sldMk cId="1305668230" sldId="2147474870"/>
            <ac:picMk id="21" creationId="{8335FAC5-DCA3-4B1C-06B9-996FAC8FF295}"/>
          </ac:picMkLst>
        </pc:picChg>
        <pc:picChg chg="add mod">
          <ac:chgData name="Kannepamula Mahesh Babu" userId="391c5b16-0897-4eca-a028-a97f935a3bd2" providerId="ADAL" clId="{9E3353FE-7EFD-4D1F-85AC-2D3001641A94}" dt="2026-06-29T11:07:04.519" v="4475" actId="12789"/>
          <ac:picMkLst>
            <pc:docMk/>
            <pc:sldMk cId="1305668230" sldId="2147474870"/>
            <ac:picMk id="23" creationId="{ADFBB8F0-093A-BA32-2167-2C343FFDB1BC}"/>
          </ac:picMkLst>
        </pc:picChg>
        <pc:picChg chg="add mod">
          <ac:chgData name="Kannepamula Mahesh Babu" userId="391c5b16-0897-4eca-a028-a97f935a3bd2" providerId="ADAL" clId="{9E3353FE-7EFD-4D1F-85AC-2D3001641A94}" dt="2026-06-29T11:07:10.504" v="4476" actId="1076"/>
          <ac:picMkLst>
            <pc:docMk/>
            <pc:sldMk cId="1305668230" sldId="2147474870"/>
            <ac:picMk id="28" creationId="{5B3418BA-588B-2706-9C28-340CC40CD9D2}"/>
          </ac:picMkLst>
        </pc:picChg>
      </pc:sldChg>
      <pc:sldChg chg="addSp delSp modSp new mod">
        <pc:chgData name="Kannepamula Mahesh Babu" userId="391c5b16-0897-4eca-a028-a97f935a3bd2" providerId="ADAL" clId="{9E3353FE-7EFD-4D1F-85AC-2D3001641A94}" dt="2026-06-29T13:32:37.760" v="6044" actId="12788"/>
        <pc:sldMkLst>
          <pc:docMk/>
          <pc:sldMk cId="1014566364" sldId="2147474871"/>
        </pc:sldMkLst>
        <pc:spChg chg="mod">
          <ac:chgData name="Kannepamula Mahesh Babu" userId="391c5b16-0897-4eca-a028-a97f935a3bd2" providerId="ADAL" clId="{9E3353FE-7EFD-4D1F-85AC-2D3001641A94}" dt="2026-06-29T13:32:25.582" v="6040" actId="1076"/>
          <ac:spMkLst>
            <pc:docMk/>
            <pc:sldMk cId="1014566364" sldId="2147474871"/>
            <ac:spMk id="2" creationId="{B46F23DD-93DC-2285-17FC-7ED69BE3884F}"/>
          </ac:spMkLst>
        </pc:spChg>
        <pc:spChg chg="add mod">
          <ac:chgData name="Kannepamula Mahesh Babu" userId="391c5b16-0897-4eca-a028-a97f935a3bd2" providerId="ADAL" clId="{9E3353FE-7EFD-4D1F-85AC-2D3001641A94}" dt="2026-06-29T11:20:58.344" v="4692" actId="948"/>
          <ac:spMkLst>
            <pc:docMk/>
            <pc:sldMk cId="1014566364" sldId="2147474871"/>
            <ac:spMk id="9" creationId="{1D96AEE3-F21E-B812-C28C-33D107420E4E}"/>
          </ac:spMkLst>
        </pc:spChg>
        <pc:spChg chg="add mod topLvl">
          <ac:chgData name="Kannepamula Mahesh Babu" userId="391c5b16-0897-4eca-a028-a97f935a3bd2" providerId="ADAL" clId="{9E3353FE-7EFD-4D1F-85AC-2D3001641A94}" dt="2026-06-29T11:20:51.294" v="4691"/>
          <ac:spMkLst>
            <pc:docMk/>
            <pc:sldMk cId="1014566364" sldId="2147474871"/>
            <ac:spMk id="10" creationId="{19144049-A704-B343-4DDA-0D5CF81403E2}"/>
          </ac:spMkLst>
        </pc:spChg>
        <pc:spChg chg="add mod topLvl">
          <ac:chgData name="Kannepamula Mahesh Babu" userId="391c5b16-0897-4eca-a028-a97f935a3bd2" providerId="ADAL" clId="{9E3353FE-7EFD-4D1F-85AC-2D3001641A94}" dt="2026-06-29T11:20:43.813" v="4677" actId="404"/>
          <ac:spMkLst>
            <pc:docMk/>
            <pc:sldMk cId="1014566364" sldId="2147474871"/>
            <ac:spMk id="11" creationId="{6845D74F-BD1E-3D49-80E7-11A3A3A6BAE5}"/>
          </ac:spMkLst>
        </pc:spChg>
        <pc:spChg chg="add mod topLvl">
          <ac:chgData name="Kannepamula Mahesh Babu" userId="391c5b16-0897-4eca-a028-a97f935a3bd2" providerId="ADAL" clId="{9E3353FE-7EFD-4D1F-85AC-2D3001641A94}" dt="2026-06-29T11:20:50.066" v="4689"/>
          <ac:spMkLst>
            <pc:docMk/>
            <pc:sldMk cId="1014566364" sldId="2147474871"/>
            <ac:spMk id="12" creationId="{3F45132F-CB5F-75B4-2CCC-ECFFC18E29C5}"/>
          </ac:spMkLst>
        </pc:spChg>
        <pc:spChg chg="add mod topLvl">
          <ac:chgData name="Kannepamula Mahesh Babu" userId="391c5b16-0897-4eca-a028-a97f935a3bd2" providerId="ADAL" clId="{9E3353FE-7EFD-4D1F-85AC-2D3001641A94}" dt="2026-06-29T11:20:45.164" v="4679"/>
          <ac:spMkLst>
            <pc:docMk/>
            <pc:sldMk cId="1014566364" sldId="2147474871"/>
            <ac:spMk id="13" creationId="{300F1CF4-6AFA-CCA3-F643-519CEFA6796C}"/>
          </ac:spMkLst>
        </pc:spChg>
        <pc:spChg chg="add mod topLvl">
          <ac:chgData name="Kannepamula Mahesh Babu" userId="391c5b16-0897-4eca-a028-a97f935a3bd2" providerId="ADAL" clId="{9E3353FE-7EFD-4D1F-85AC-2D3001641A94}" dt="2026-06-29T11:20:49.064" v="4687"/>
          <ac:spMkLst>
            <pc:docMk/>
            <pc:sldMk cId="1014566364" sldId="2147474871"/>
            <ac:spMk id="14" creationId="{1B1F87F8-2E84-FCF0-11DF-5BB79633F79D}"/>
          </ac:spMkLst>
        </pc:spChg>
        <pc:spChg chg="add mod topLvl">
          <ac:chgData name="Kannepamula Mahesh Babu" userId="391c5b16-0897-4eca-a028-a97f935a3bd2" providerId="ADAL" clId="{9E3353FE-7EFD-4D1F-85AC-2D3001641A94}" dt="2026-06-29T11:20:45.974" v="4681"/>
          <ac:spMkLst>
            <pc:docMk/>
            <pc:sldMk cId="1014566364" sldId="2147474871"/>
            <ac:spMk id="15" creationId="{73F407CA-005C-A810-F2A3-783D1461D257}"/>
          </ac:spMkLst>
        </pc:spChg>
        <pc:spChg chg="add mod">
          <ac:chgData name="Kannepamula Mahesh Babu" userId="391c5b16-0897-4eca-a028-a97f935a3bd2" providerId="ADAL" clId="{9E3353FE-7EFD-4D1F-85AC-2D3001641A94}" dt="2026-06-29T11:20:48.164" v="4685"/>
          <ac:spMkLst>
            <pc:docMk/>
            <pc:sldMk cId="1014566364" sldId="2147474871"/>
            <ac:spMk id="18" creationId="{C415A144-3B02-34D4-6D35-6872FFBAAEF5}"/>
          </ac:spMkLst>
        </pc:spChg>
        <pc:spChg chg="add mod">
          <ac:chgData name="Kannepamula Mahesh Babu" userId="391c5b16-0897-4eca-a028-a97f935a3bd2" providerId="ADAL" clId="{9E3353FE-7EFD-4D1F-85AC-2D3001641A94}" dt="2026-06-29T11:20:46.794" v="4683"/>
          <ac:spMkLst>
            <pc:docMk/>
            <pc:sldMk cId="1014566364" sldId="2147474871"/>
            <ac:spMk id="19" creationId="{BCD9E66E-17CD-ADA6-34A9-10ACB2020FB0}"/>
          </ac:spMkLst>
        </pc:spChg>
        <pc:grpChg chg="add mod">
          <ac:chgData name="Kannepamula Mahesh Babu" userId="391c5b16-0897-4eca-a028-a97f935a3bd2" providerId="ADAL" clId="{9E3353FE-7EFD-4D1F-85AC-2D3001641A94}" dt="2026-06-29T11:20:17.681" v="4666" actId="14100"/>
          <ac:grpSpMkLst>
            <pc:docMk/>
            <pc:sldMk cId="1014566364" sldId="2147474871"/>
            <ac:grpSpMk id="17" creationId="{F3100EFF-3B63-4AB9-35AB-956065E176F5}"/>
          </ac:grpSpMkLst>
        </pc:grpChg>
        <pc:picChg chg="add mod">
          <ac:chgData name="Kannepamula Mahesh Babu" userId="391c5b16-0897-4eca-a028-a97f935a3bd2" providerId="ADAL" clId="{9E3353FE-7EFD-4D1F-85AC-2D3001641A94}" dt="2026-06-29T13:32:37.760" v="6044" actId="12788"/>
          <ac:picMkLst>
            <pc:docMk/>
            <pc:sldMk cId="1014566364" sldId="2147474871"/>
            <ac:picMk id="25" creationId="{823A3784-C5F7-EBC2-851C-B7F8D6658A59}"/>
          </ac:picMkLst>
        </pc:picChg>
        <pc:picChg chg="add mod">
          <ac:chgData name="Kannepamula Mahesh Babu" userId="391c5b16-0897-4eca-a028-a97f935a3bd2" providerId="ADAL" clId="{9E3353FE-7EFD-4D1F-85AC-2D3001641A94}" dt="2026-06-29T13:32:31.499" v="6042" actId="12788"/>
          <ac:picMkLst>
            <pc:docMk/>
            <pc:sldMk cId="1014566364" sldId="2147474871"/>
            <ac:picMk id="27" creationId="{33F75728-5E18-F792-3D0B-22ACF204A754}"/>
          </ac:picMkLst>
        </pc:picChg>
        <pc:picChg chg="add mod">
          <ac:chgData name="Kannepamula Mahesh Babu" userId="391c5b16-0897-4eca-a028-a97f935a3bd2" providerId="ADAL" clId="{9E3353FE-7EFD-4D1F-85AC-2D3001641A94}" dt="2026-06-29T13:32:28.201" v="6041" actId="12788"/>
          <ac:picMkLst>
            <pc:docMk/>
            <pc:sldMk cId="1014566364" sldId="2147474871"/>
            <ac:picMk id="29" creationId="{6D28BE67-2FEE-503A-9E40-77EAEABCB178}"/>
          </ac:picMkLst>
        </pc:picChg>
        <pc:picChg chg="add mod">
          <ac:chgData name="Kannepamula Mahesh Babu" userId="391c5b16-0897-4eca-a028-a97f935a3bd2" providerId="ADAL" clId="{9E3353FE-7EFD-4D1F-85AC-2D3001641A94}" dt="2026-06-29T13:32:23.753" v="6038" actId="12788"/>
          <ac:picMkLst>
            <pc:docMk/>
            <pc:sldMk cId="1014566364" sldId="2147474871"/>
            <ac:picMk id="31" creationId="{3FCAC013-08B1-80F2-7C19-433C7EF8A3CD}"/>
          </ac:picMkLst>
        </pc:picChg>
        <pc:picChg chg="add mod">
          <ac:chgData name="Kannepamula Mahesh Babu" userId="391c5b16-0897-4eca-a028-a97f935a3bd2" providerId="ADAL" clId="{9E3353FE-7EFD-4D1F-85AC-2D3001641A94}" dt="2026-06-29T13:32:37.760" v="6044" actId="12788"/>
          <ac:picMkLst>
            <pc:docMk/>
            <pc:sldMk cId="1014566364" sldId="2147474871"/>
            <ac:picMk id="33" creationId="{BC8EC285-047A-18E1-5A00-B265F48ADFBA}"/>
          </ac:picMkLst>
        </pc:picChg>
        <pc:picChg chg="add mod">
          <ac:chgData name="Kannepamula Mahesh Babu" userId="391c5b16-0897-4eca-a028-a97f935a3bd2" providerId="ADAL" clId="{9E3353FE-7EFD-4D1F-85AC-2D3001641A94}" dt="2026-06-29T13:32:31.499" v="6042" actId="12788"/>
          <ac:picMkLst>
            <pc:docMk/>
            <pc:sldMk cId="1014566364" sldId="2147474871"/>
            <ac:picMk id="35" creationId="{671D57A8-F687-33A9-379D-F8041CEEB605}"/>
          </ac:picMkLst>
        </pc:picChg>
        <pc:picChg chg="add mod">
          <ac:chgData name="Kannepamula Mahesh Babu" userId="391c5b16-0897-4eca-a028-a97f935a3bd2" providerId="ADAL" clId="{9E3353FE-7EFD-4D1F-85AC-2D3001641A94}" dt="2026-06-29T13:32:28.201" v="6041" actId="12788"/>
          <ac:picMkLst>
            <pc:docMk/>
            <pc:sldMk cId="1014566364" sldId="2147474871"/>
            <ac:picMk id="37" creationId="{8552EF34-A1CD-A90D-0F0D-F0E9E838A254}"/>
          </ac:picMkLst>
        </pc:picChg>
        <pc:picChg chg="add mod">
          <ac:chgData name="Kannepamula Mahesh Babu" userId="391c5b16-0897-4eca-a028-a97f935a3bd2" providerId="ADAL" clId="{9E3353FE-7EFD-4D1F-85AC-2D3001641A94}" dt="2026-06-29T13:32:23.753" v="6038" actId="12788"/>
          <ac:picMkLst>
            <pc:docMk/>
            <pc:sldMk cId="1014566364" sldId="2147474871"/>
            <ac:picMk id="39" creationId="{FF0327D8-DD2D-291E-E861-052553A3EEDE}"/>
          </ac:picMkLst>
        </pc:picChg>
      </pc:sldChg>
      <pc:sldChg chg="addSp modSp mod">
        <pc:chgData name="Kannepamula Mahesh Babu" userId="391c5b16-0897-4eca-a028-a97f935a3bd2" providerId="ADAL" clId="{9E3353FE-7EFD-4D1F-85AC-2D3001641A94}" dt="2026-06-29T13:04:34.189" v="5822" actId="12788"/>
        <pc:sldMkLst>
          <pc:docMk/>
          <pc:sldMk cId="3002218494" sldId="2147474877"/>
        </pc:sldMkLst>
        <pc:spChg chg="mod">
          <ac:chgData name="Kannepamula Mahesh Babu" userId="391c5b16-0897-4eca-a028-a97f935a3bd2" providerId="ADAL" clId="{9E3353FE-7EFD-4D1F-85AC-2D3001641A94}" dt="2026-06-29T13:04:19.330" v="5818" actId="12788"/>
          <ac:spMkLst>
            <pc:docMk/>
            <pc:sldMk cId="3002218494" sldId="2147474877"/>
            <ac:spMk id="3" creationId="{8C2BDCA4-A765-4EDC-268D-6345C9CB6CFA}"/>
          </ac:spMkLst>
        </pc:spChg>
        <pc:spChg chg="mod">
          <ac:chgData name="Kannepamula Mahesh Babu" userId="391c5b16-0897-4eca-a028-a97f935a3bd2" providerId="ADAL" clId="{9E3353FE-7EFD-4D1F-85AC-2D3001641A94}" dt="2026-06-29T13:04:19.330" v="5818" actId="12788"/>
          <ac:spMkLst>
            <pc:docMk/>
            <pc:sldMk cId="3002218494" sldId="2147474877"/>
            <ac:spMk id="6" creationId="{3A5D230B-DA61-5BD6-2DFD-093DFEB7CC8B}"/>
          </ac:spMkLst>
        </pc:spChg>
        <pc:spChg chg="mod">
          <ac:chgData name="Kannepamula Mahesh Babu" userId="391c5b16-0897-4eca-a028-a97f935a3bd2" providerId="ADAL" clId="{9E3353FE-7EFD-4D1F-85AC-2D3001641A94}" dt="2026-06-29T13:04:01.268" v="5816" actId="12788"/>
          <ac:spMkLst>
            <pc:docMk/>
            <pc:sldMk cId="3002218494" sldId="2147474877"/>
            <ac:spMk id="7" creationId="{02B69F8F-EB1A-85CE-C3B1-32DC6D84F799}"/>
          </ac:spMkLst>
        </pc:spChg>
        <pc:spChg chg="mod">
          <ac:chgData name="Kannepamula Mahesh Babu" userId="391c5b16-0897-4eca-a028-a97f935a3bd2" providerId="ADAL" clId="{9E3353FE-7EFD-4D1F-85AC-2D3001641A94}" dt="2026-06-29T13:04:22.985" v="5819" actId="12788"/>
          <ac:spMkLst>
            <pc:docMk/>
            <pc:sldMk cId="3002218494" sldId="2147474877"/>
            <ac:spMk id="8" creationId="{B935D890-11B7-9BDB-E890-BD5B1F41077E}"/>
          </ac:spMkLst>
        </pc:spChg>
        <pc:spChg chg="mod">
          <ac:chgData name="Kannepamula Mahesh Babu" userId="391c5b16-0897-4eca-a028-a97f935a3bd2" providerId="ADAL" clId="{9E3353FE-7EFD-4D1F-85AC-2D3001641A94}" dt="2026-06-29T13:03:55.425" v="5814" actId="12788"/>
          <ac:spMkLst>
            <pc:docMk/>
            <pc:sldMk cId="3002218494" sldId="2147474877"/>
            <ac:spMk id="9" creationId="{98F1B05D-44AC-C23A-151C-757ABAA15483}"/>
          </ac:spMkLst>
        </pc:spChg>
        <pc:spChg chg="mod">
          <ac:chgData name="Kannepamula Mahesh Babu" userId="391c5b16-0897-4eca-a028-a97f935a3bd2" providerId="ADAL" clId="{9E3353FE-7EFD-4D1F-85AC-2D3001641A94}" dt="2026-06-29T13:04:25.906" v="5820" actId="12788"/>
          <ac:spMkLst>
            <pc:docMk/>
            <pc:sldMk cId="3002218494" sldId="2147474877"/>
            <ac:spMk id="10" creationId="{9143BED2-33B6-627C-C3E6-9E59BDAB54C6}"/>
          </ac:spMkLst>
        </pc:spChg>
        <pc:spChg chg="mod">
          <ac:chgData name="Kannepamula Mahesh Babu" userId="391c5b16-0897-4eca-a028-a97f935a3bd2" providerId="ADAL" clId="{9E3353FE-7EFD-4D1F-85AC-2D3001641A94}" dt="2026-06-29T13:04:19.330" v="5818" actId="12788"/>
          <ac:spMkLst>
            <pc:docMk/>
            <pc:sldMk cId="3002218494" sldId="2147474877"/>
            <ac:spMk id="11" creationId="{B97D6573-82EF-9C0B-45C3-6A1707E6BAC0}"/>
          </ac:spMkLst>
        </pc:spChg>
        <pc:spChg chg="mod">
          <ac:chgData name="Kannepamula Mahesh Babu" userId="391c5b16-0897-4eca-a028-a97f935a3bd2" providerId="ADAL" clId="{9E3353FE-7EFD-4D1F-85AC-2D3001641A94}" dt="2026-06-29T13:03:41.730" v="5813" actId="948"/>
          <ac:spMkLst>
            <pc:docMk/>
            <pc:sldMk cId="3002218494" sldId="2147474877"/>
            <ac:spMk id="12" creationId="{88817465-24DC-2C2B-B5F6-09CF4000C47D}"/>
          </ac:spMkLst>
        </pc:spChg>
        <pc:spChg chg="mod">
          <ac:chgData name="Kannepamula Mahesh Babu" userId="391c5b16-0897-4eca-a028-a97f935a3bd2" providerId="ADAL" clId="{9E3353FE-7EFD-4D1F-85AC-2D3001641A94}" dt="2026-06-29T13:04:30.787" v="5821" actId="12788"/>
          <ac:spMkLst>
            <pc:docMk/>
            <pc:sldMk cId="3002218494" sldId="2147474877"/>
            <ac:spMk id="13" creationId="{C63F94D5-37C2-A9C2-9D29-CE1657837FA9}"/>
          </ac:spMkLst>
        </pc:spChg>
        <pc:spChg chg="mod">
          <ac:chgData name="Kannepamula Mahesh Babu" userId="391c5b16-0897-4eca-a028-a97f935a3bd2" providerId="ADAL" clId="{9E3353FE-7EFD-4D1F-85AC-2D3001641A94}" dt="2026-06-29T13:03:41.730" v="5813" actId="948"/>
          <ac:spMkLst>
            <pc:docMk/>
            <pc:sldMk cId="3002218494" sldId="2147474877"/>
            <ac:spMk id="14" creationId="{C45E0ABC-0B76-DDD9-7CE4-544DCBB3F49A}"/>
          </ac:spMkLst>
        </pc:spChg>
        <pc:spChg chg="mod">
          <ac:chgData name="Kannepamula Mahesh Babu" userId="391c5b16-0897-4eca-a028-a97f935a3bd2" providerId="ADAL" clId="{9E3353FE-7EFD-4D1F-85AC-2D3001641A94}" dt="2026-06-29T13:04:34.189" v="5822" actId="12788"/>
          <ac:spMkLst>
            <pc:docMk/>
            <pc:sldMk cId="3002218494" sldId="2147474877"/>
            <ac:spMk id="15" creationId="{CF98385C-D343-18FA-80F4-C80DAE769C3B}"/>
          </ac:spMkLst>
        </pc:spChg>
        <pc:spChg chg="add mod">
          <ac:chgData name="Kannepamula Mahesh Babu" userId="391c5b16-0897-4eca-a028-a97f935a3bd2" providerId="ADAL" clId="{9E3353FE-7EFD-4D1F-85AC-2D3001641A94}" dt="2026-06-29T11:43:44.104" v="4900"/>
          <ac:spMkLst>
            <pc:docMk/>
            <pc:sldMk cId="3002218494" sldId="2147474877"/>
            <ac:spMk id="16" creationId="{2B10EEB7-D4D9-766F-E3D1-53DE16D34946}"/>
          </ac:spMkLst>
        </pc:spChg>
        <pc:spChg chg="add mod">
          <ac:chgData name="Kannepamula Mahesh Babu" userId="391c5b16-0897-4eca-a028-a97f935a3bd2" providerId="ADAL" clId="{9E3353FE-7EFD-4D1F-85AC-2D3001641A94}" dt="2026-06-29T11:43:44.104" v="4900"/>
          <ac:spMkLst>
            <pc:docMk/>
            <pc:sldMk cId="3002218494" sldId="2147474877"/>
            <ac:spMk id="18" creationId="{BACB356E-E127-AB5D-BDE7-A36748514449}"/>
          </ac:spMkLst>
        </pc:spChg>
        <pc:spChg chg="mod">
          <ac:chgData name="Kannepamula Mahesh Babu" userId="391c5b16-0897-4eca-a028-a97f935a3bd2" providerId="ADAL" clId="{9E3353FE-7EFD-4D1F-85AC-2D3001641A94}" dt="2026-06-29T13:04:22.985" v="5819" actId="12788"/>
          <ac:spMkLst>
            <pc:docMk/>
            <pc:sldMk cId="3002218494" sldId="2147474877"/>
            <ac:spMk id="19" creationId="{80035505-6F5D-B3CE-946A-4CA7DE122B1F}"/>
          </ac:spMkLst>
        </pc:spChg>
        <pc:spChg chg="mod">
          <ac:chgData name="Kannepamula Mahesh Babu" userId="391c5b16-0897-4eca-a028-a97f935a3bd2" providerId="ADAL" clId="{9E3353FE-7EFD-4D1F-85AC-2D3001641A94}" dt="2026-06-29T13:04:25.906" v="5820" actId="12788"/>
          <ac:spMkLst>
            <pc:docMk/>
            <pc:sldMk cId="3002218494" sldId="2147474877"/>
            <ac:spMk id="20" creationId="{1D0410BC-95D5-FAF9-5F2E-DAD41A735B8F}"/>
          </ac:spMkLst>
        </pc:spChg>
        <pc:spChg chg="mod">
          <ac:chgData name="Kannepamula Mahesh Babu" userId="391c5b16-0897-4eca-a028-a97f935a3bd2" providerId="ADAL" clId="{9E3353FE-7EFD-4D1F-85AC-2D3001641A94}" dt="2026-06-29T13:04:30.787" v="5821" actId="12788"/>
          <ac:spMkLst>
            <pc:docMk/>
            <pc:sldMk cId="3002218494" sldId="2147474877"/>
            <ac:spMk id="21" creationId="{002E904B-5F2C-9DF7-4C73-325AF2009A3F}"/>
          </ac:spMkLst>
        </pc:spChg>
        <pc:spChg chg="mod">
          <ac:chgData name="Kannepamula Mahesh Babu" userId="391c5b16-0897-4eca-a028-a97f935a3bd2" providerId="ADAL" clId="{9E3353FE-7EFD-4D1F-85AC-2D3001641A94}" dt="2026-06-29T13:04:34.189" v="5822" actId="12788"/>
          <ac:spMkLst>
            <pc:docMk/>
            <pc:sldMk cId="3002218494" sldId="2147474877"/>
            <ac:spMk id="22" creationId="{7FDC05A5-A5B1-540A-DC60-1528C1C9CEF6}"/>
          </ac:spMkLst>
        </pc:spChg>
      </pc:sldChg>
      <pc:sldChg chg="addSp delSp modSp mod chgLayout">
        <pc:chgData name="Kannepamula Mahesh Babu" userId="391c5b16-0897-4eca-a028-a97f935a3bd2" providerId="ADAL" clId="{9E3353FE-7EFD-4D1F-85AC-2D3001641A94}" dt="2026-07-10T15:51:25.948" v="9150" actId="208"/>
        <pc:sldMkLst>
          <pc:docMk/>
          <pc:sldMk cId="1636211531" sldId="2147474879"/>
        </pc:sldMkLst>
        <pc:spChg chg="mod ord">
          <ac:chgData name="Kannepamula Mahesh Babu" userId="391c5b16-0897-4eca-a028-a97f935a3bd2" providerId="ADAL" clId="{9E3353FE-7EFD-4D1F-85AC-2D3001641A94}" dt="2026-07-10T14:53:09.211" v="8759" actId="113"/>
          <ac:spMkLst>
            <pc:docMk/>
            <pc:sldMk cId="1636211531" sldId="2147474879"/>
            <ac:spMk id="2" creationId="{4A3D47B9-9300-2DA7-9C15-1D5E7E9989B7}"/>
          </ac:spMkLst>
        </pc:spChg>
        <pc:spChg chg="mod ord">
          <ac:chgData name="Kannepamula Mahesh Babu" userId="391c5b16-0897-4eca-a028-a97f935a3bd2" providerId="ADAL" clId="{9E3353FE-7EFD-4D1F-85AC-2D3001641A94}" dt="2026-07-10T14:34:47.143" v="8582" actId="700"/>
          <ac:spMkLst>
            <pc:docMk/>
            <pc:sldMk cId="1636211531" sldId="2147474879"/>
            <ac:spMk id="3" creationId="{22F7F0BE-0CAF-D8BC-695D-B8D6280A19CE}"/>
          </ac:spMkLst>
        </pc:spChg>
        <pc:spChg chg="mod ord">
          <ac:chgData name="Kannepamula Mahesh Babu" userId="391c5b16-0897-4eca-a028-a97f935a3bd2" providerId="ADAL" clId="{9E3353FE-7EFD-4D1F-85AC-2D3001641A94}" dt="2026-07-10T14:34:47.143" v="8582" actId="700"/>
          <ac:spMkLst>
            <pc:docMk/>
            <pc:sldMk cId="1636211531" sldId="2147474879"/>
            <ac:spMk id="4" creationId="{C38C5C45-F04D-CD74-8F10-D449C6E3150C}"/>
          </ac:spMkLst>
        </pc:spChg>
        <pc:spChg chg="mod">
          <ac:chgData name="Kannepamula Mahesh Babu" userId="391c5b16-0897-4eca-a028-a97f935a3bd2" providerId="ADAL" clId="{9E3353FE-7EFD-4D1F-85AC-2D3001641A94}" dt="2026-07-10T15:51:25.948" v="9150" actId="208"/>
          <ac:spMkLst>
            <pc:docMk/>
            <pc:sldMk cId="1636211531" sldId="2147474879"/>
            <ac:spMk id="7" creationId="{B93664D7-EB4D-2C1A-A884-1A1B9B98F83F}"/>
          </ac:spMkLst>
        </pc:spChg>
        <pc:spChg chg="mod">
          <ac:chgData name="Kannepamula Mahesh Babu" userId="391c5b16-0897-4eca-a028-a97f935a3bd2" providerId="ADAL" clId="{9E3353FE-7EFD-4D1F-85AC-2D3001641A94}" dt="2026-07-10T15:51:25.948" v="9150" actId="208"/>
          <ac:spMkLst>
            <pc:docMk/>
            <pc:sldMk cId="1636211531" sldId="2147474879"/>
            <ac:spMk id="32" creationId="{09AFF4C9-C530-6442-13EE-FC8AB8E3C689}"/>
          </ac:spMkLst>
        </pc:spChg>
        <pc:spChg chg="mod">
          <ac:chgData name="Kannepamula Mahesh Babu" userId="391c5b16-0897-4eca-a028-a97f935a3bd2" providerId="ADAL" clId="{9E3353FE-7EFD-4D1F-85AC-2D3001641A94}" dt="2026-07-10T15:51:25.948" v="9150" actId="208"/>
          <ac:spMkLst>
            <pc:docMk/>
            <pc:sldMk cId="1636211531" sldId="2147474879"/>
            <ac:spMk id="41" creationId="{EA673C35-8FBB-C407-5A29-3296E00E72C9}"/>
          </ac:spMkLst>
        </pc:spChg>
        <pc:spChg chg="mod">
          <ac:chgData name="Kannepamula Mahesh Babu" userId="391c5b16-0897-4eca-a028-a97f935a3bd2" providerId="ADAL" clId="{9E3353FE-7EFD-4D1F-85AC-2D3001641A94}" dt="2026-07-10T15:51:25.948" v="9150" actId="208"/>
          <ac:spMkLst>
            <pc:docMk/>
            <pc:sldMk cId="1636211531" sldId="2147474879"/>
            <ac:spMk id="45" creationId="{6A737FC1-76A8-CAA3-4110-FDEC6A732916}"/>
          </ac:spMkLst>
        </pc:spChg>
      </pc:sldChg>
      <pc:sldChg chg="modSp mod">
        <pc:chgData name="Kannepamula Mahesh Babu" userId="391c5b16-0897-4eca-a028-a97f935a3bd2" providerId="ADAL" clId="{9E3353FE-7EFD-4D1F-85AC-2D3001641A94}" dt="2026-06-29T12:58:32.878" v="5776" actId="1076"/>
        <pc:sldMkLst>
          <pc:docMk/>
          <pc:sldMk cId="2685246618" sldId="2147474883"/>
        </pc:sldMkLst>
        <pc:spChg chg="mod">
          <ac:chgData name="Kannepamula Mahesh Babu" userId="391c5b16-0897-4eca-a028-a97f935a3bd2" providerId="ADAL" clId="{9E3353FE-7EFD-4D1F-85AC-2D3001641A94}" dt="2026-06-29T12:58:22.482" v="5775" actId="1076"/>
          <ac:spMkLst>
            <pc:docMk/>
            <pc:sldMk cId="2685246618" sldId="2147474883"/>
            <ac:spMk id="23" creationId="{E5189EEB-F81C-30E7-9076-00E424857AF1}"/>
          </ac:spMkLst>
        </pc:spChg>
        <pc:spChg chg="mod">
          <ac:chgData name="Kannepamula Mahesh Babu" userId="391c5b16-0897-4eca-a028-a97f935a3bd2" providerId="ADAL" clId="{9E3353FE-7EFD-4D1F-85AC-2D3001641A94}" dt="2026-06-29T12:58:22.482" v="5775" actId="1076"/>
          <ac:spMkLst>
            <pc:docMk/>
            <pc:sldMk cId="2685246618" sldId="2147474883"/>
            <ac:spMk id="24" creationId="{B4255396-3993-7CA9-CEF9-674B7AF4589B}"/>
          </ac:spMkLst>
        </pc:spChg>
        <pc:spChg chg="mod">
          <ac:chgData name="Kannepamula Mahesh Babu" userId="391c5b16-0897-4eca-a028-a97f935a3bd2" providerId="ADAL" clId="{9E3353FE-7EFD-4D1F-85AC-2D3001641A94}" dt="2026-06-29T12:58:22.482" v="5775" actId="1076"/>
          <ac:spMkLst>
            <pc:docMk/>
            <pc:sldMk cId="2685246618" sldId="2147474883"/>
            <ac:spMk id="25" creationId="{BD0FCE8C-83BC-9732-4A07-9A3AC2489BFD}"/>
          </ac:spMkLst>
        </pc:spChg>
        <pc:spChg chg="mod">
          <ac:chgData name="Kannepamula Mahesh Babu" userId="391c5b16-0897-4eca-a028-a97f935a3bd2" providerId="ADAL" clId="{9E3353FE-7EFD-4D1F-85AC-2D3001641A94}" dt="2026-06-29T12:58:22.482" v="5775" actId="1076"/>
          <ac:spMkLst>
            <pc:docMk/>
            <pc:sldMk cId="2685246618" sldId="2147474883"/>
            <ac:spMk id="26" creationId="{0D5657D2-B64E-DF52-2863-3AEC5151A4F8}"/>
          </ac:spMkLst>
        </pc:spChg>
        <pc:spChg chg="mod">
          <ac:chgData name="Kannepamula Mahesh Babu" userId="391c5b16-0897-4eca-a028-a97f935a3bd2" providerId="ADAL" clId="{9E3353FE-7EFD-4D1F-85AC-2D3001641A94}" dt="2026-06-29T12:58:22.482" v="5775" actId="1076"/>
          <ac:spMkLst>
            <pc:docMk/>
            <pc:sldMk cId="2685246618" sldId="2147474883"/>
            <ac:spMk id="27" creationId="{16FC3D3E-87A3-6E4E-1720-E541199DDB55}"/>
          </ac:spMkLst>
        </pc:spChg>
        <pc:spChg chg="mod">
          <ac:chgData name="Kannepamula Mahesh Babu" userId="391c5b16-0897-4eca-a028-a97f935a3bd2" providerId="ADAL" clId="{9E3353FE-7EFD-4D1F-85AC-2D3001641A94}" dt="2026-06-29T12:58:32.878" v="5776" actId="1076"/>
          <ac:spMkLst>
            <pc:docMk/>
            <pc:sldMk cId="2685246618" sldId="2147474883"/>
            <ac:spMk id="29" creationId="{4A75144F-5584-EC61-FF4A-17681B559EF2}"/>
          </ac:spMkLst>
        </pc:spChg>
        <pc:spChg chg="mod">
          <ac:chgData name="Kannepamula Mahesh Babu" userId="391c5b16-0897-4eca-a028-a97f935a3bd2" providerId="ADAL" clId="{9E3353FE-7EFD-4D1F-85AC-2D3001641A94}" dt="2026-06-29T12:58:32.878" v="5776" actId="1076"/>
          <ac:spMkLst>
            <pc:docMk/>
            <pc:sldMk cId="2685246618" sldId="2147474883"/>
            <ac:spMk id="30" creationId="{73808F9C-CB3C-03E9-7F52-0B93412BBB99}"/>
          </ac:spMkLst>
        </pc:spChg>
        <pc:spChg chg="mod">
          <ac:chgData name="Kannepamula Mahesh Babu" userId="391c5b16-0897-4eca-a028-a97f935a3bd2" providerId="ADAL" clId="{9E3353FE-7EFD-4D1F-85AC-2D3001641A94}" dt="2026-06-29T12:58:22.482" v="5775" actId="1076"/>
          <ac:spMkLst>
            <pc:docMk/>
            <pc:sldMk cId="2685246618" sldId="2147474883"/>
            <ac:spMk id="32" creationId="{EFE8C25B-F3D1-8314-6834-4EE229940E86}"/>
          </ac:spMkLst>
        </pc:spChg>
        <pc:spChg chg="mod">
          <ac:chgData name="Kannepamula Mahesh Babu" userId="391c5b16-0897-4eca-a028-a97f935a3bd2" providerId="ADAL" clId="{9E3353FE-7EFD-4D1F-85AC-2D3001641A94}" dt="2026-06-29T12:58:32.878" v="5776" actId="1076"/>
          <ac:spMkLst>
            <pc:docMk/>
            <pc:sldMk cId="2685246618" sldId="2147474883"/>
            <ac:spMk id="34" creationId="{2CC126C0-9BD8-AB3F-33F8-2E230583ADB0}"/>
          </ac:spMkLst>
        </pc:spChg>
        <pc:spChg chg="mod">
          <ac:chgData name="Kannepamula Mahesh Babu" userId="391c5b16-0897-4eca-a028-a97f935a3bd2" providerId="ADAL" clId="{9E3353FE-7EFD-4D1F-85AC-2D3001641A94}" dt="2026-06-29T12:58:32.878" v="5776" actId="1076"/>
          <ac:spMkLst>
            <pc:docMk/>
            <pc:sldMk cId="2685246618" sldId="2147474883"/>
            <ac:spMk id="35" creationId="{51D0EFE7-1F95-8FCA-CE88-FB23052E4C44}"/>
          </ac:spMkLst>
        </pc:spChg>
        <pc:spChg chg="mod">
          <ac:chgData name="Kannepamula Mahesh Babu" userId="391c5b16-0897-4eca-a028-a97f935a3bd2" providerId="ADAL" clId="{9E3353FE-7EFD-4D1F-85AC-2D3001641A94}" dt="2026-06-29T12:58:22.482" v="5775" actId="1076"/>
          <ac:spMkLst>
            <pc:docMk/>
            <pc:sldMk cId="2685246618" sldId="2147474883"/>
            <ac:spMk id="36" creationId="{46FFDA48-6127-5355-ED77-4AD69529AA52}"/>
          </ac:spMkLst>
        </pc:spChg>
        <pc:spChg chg="mod">
          <ac:chgData name="Kannepamula Mahesh Babu" userId="391c5b16-0897-4eca-a028-a97f935a3bd2" providerId="ADAL" clId="{9E3353FE-7EFD-4D1F-85AC-2D3001641A94}" dt="2026-06-29T12:58:22.482" v="5775" actId="1076"/>
          <ac:spMkLst>
            <pc:docMk/>
            <pc:sldMk cId="2685246618" sldId="2147474883"/>
            <ac:spMk id="37" creationId="{79B1CDA6-DB1C-61B5-9A17-D682A82474DF}"/>
          </ac:spMkLst>
        </pc:spChg>
        <pc:spChg chg="mod">
          <ac:chgData name="Kannepamula Mahesh Babu" userId="391c5b16-0897-4eca-a028-a97f935a3bd2" providerId="ADAL" clId="{9E3353FE-7EFD-4D1F-85AC-2D3001641A94}" dt="2026-06-29T12:58:32.878" v="5776" actId="1076"/>
          <ac:spMkLst>
            <pc:docMk/>
            <pc:sldMk cId="2685246618" sldId="2147474883"/>
            <ac:spMk id="39" creationId="{C4B11C53-3CEC-1148-ABA4-66616B23D4A6}"/>
          </ac:spMkLst>
        </pc:spChg>
        <pc:spChg chg="mod">
          <ac:chgData name="Kannepamula Mahesh Babu" userId="391c5b16-0897-4eca-a028-a97f935a3bd2" providerId="ADAL" clId="{9E3353FE-7EFD-4D1F-85AC-2D3001641A94}" dt="2026-06-29T12:58:32.878" v="5776" actId="1076"/>
          <ac:spMkLst>
            <pc:docMk/>
            <pc:sldMk cId="2685246618" sldId="2147474883"/>
            <ac:spMk id="40" creationId="{DDD5F829-F59E-A781-6784-4975101BB460}"/>
          </ac:spMkLst>
        </pc:spChg>
        <pc:picChg chg="mod">
          <ac:chgData name="Kannepamula Mahesh Babu" userId="391c5b16-0897-4eca-a028-a97f935a3bd2" providerId="ADAL" clId="{9E3353FE-7EFD-4D1F-85AC-2D3001641A94}" dt="2026-06-29T12:58:32.878" v="5776" actId="1076"/>
          <ac:picMkLst>
            <pc:docMk/>
            <pc:sldMk cId="2685246618" sldId="2147474883"/>
            <ac:picMk id="43" creationId="{2C515384-99ED-3983-E8A2-45FA7DE8D05B}"/>
          </ac:picMkLst>
        </pc:picChg>
        <pc:picChg chg="mod">
          <ac:chgData name="Kannepamula Mahesh Babu" userId="391c5b16-0897-4eca-a028-a97f935a3bd2" providerId="ADAL" clId="{9E3353FE-7EFD-4D1F-85AC-2D3001641A94}" dt="2026-06-29T12:58:32.878" v="5776" actId="1076"/>
          <ac:picMkLst>
            <pc:docMk/>
            <pc:sldMk cId="2685246618" sldId="2147474883"/>
            <ac:picMk id="46" creationId="{BCC8FE69-7744-E749-C0DB-D1093A232CB1}"/>
          </ac:picMkLst>
        </pc:picChg>
        <pc:picChg chg="mod">
          <ac:chgData name="Kannepamula Mahesh Babu" userId="391c5b16-0897-4eca-a028-a97f935a3bd2" providerId="ADAL" clId="{9E3353FE-7EFD-4D1F-85AC-2D3001641A94}" dt="2026-06-29T12:58:32.878" v="5776" actId="1076"/>
          <ac:picMkLst>
            <pc:docMk/>
            <pc:sldMk cId="2685246618" sldId="2147474883"/>
            <ac:picMk id="47" creationId="{9DA8AF67-3625-045E-F0C5-6554CE0B8E1C}"/>
          </ac:picMkLst>
        </pc:picChg>
      </pc:sldChg>
      <pc:sldChg chg="addSp delSp modSp mod modClrScheme chgLayout">
        <pc:chgData name="Kannepamula Mahesh Babu" userId="391c5b16-0897-4eca-a028-a97f935a3bd2" providerId="ADAL" clId="{9E3353FE-7EFD-4D1F-85AC-2D3001641A94}" dt="2026-07-10T15:41:11.437" v="9106" actId="113"/>
        <pc:sldMkLst>
          <pc:docMk/>
          <pc:sldMk cId="3216750113" sldId="2147474885"/>
        </pc:sldMkLst>
        <pc:spChg chg="mod ord">
          <ac:chgData name="Kannepamula Mahesh Babu" userId="391c5b16-0897-4eca-a028-a97f935a3bd2" providerId="ADAL" clId="{9E3353FE-7EFD-4D1F-85AC-2D3001641A94}" dt="2026-07-10T15:35:39" v="9094" actId="1076"/>
          <ac:spMkLst>
            <pc:docMk/>
            <pc:sldMk cId="3216750113" sldId="2147474885"/>
            <ac:spMk id="2" creationId="{AF0F509A-5CE4-5432-C965-76ECD6905CD5}"/>
          </ac:spMkLst>
        </pc:spChg>
        <pc:spChg chg="mod ord">
          <ac:chgData name="Kannepamula Mahesh Babu" userId="391c5b16-0897-4eca-a028-a97f935a3bd2" providerId="ADAL" clId="{9E3353FE-7EFD-4D1F-85AC-2D3001641A94}" dt="2026-07-10T15:04:44.934" v="8875" actId="6264"/>
          <ac:spMkLst>
            <pc:docMk/>
            <pc:sldMk cId="3216750113" sldId="2147474885"/>
            <ac:spMk id="3" creationId="{6801D0B5-B52C-CBAE-344D-27A2B70398C3}"/>
          </ac:spMkLst>
        </pc:spChg>
        <pc:spChg chg="mod">
          <ac:chgData name="Kannepamula Mahesh Babu" userId="391c5b16-0897-4eca-a028-a97f935a3bd2" providerId="ADAL" clId="{9E3353FE-7EFD-4D1F-85AC-2D3001641A94}" dt="2026-07-10T15:02:56.327" v="8852" actId="554"/>
          <ac:spMkLst>
            <pc:docMk/>
            <pc:sldMk cId="3216750113" sldId="2147474885"/>
            <ac:spMk id="12" creationId="{28496D7D-617F-FD28-B682-FF0308FC5522}"/>
          </ac:spMkLst>
        </pc:spChg>
        <pc:spChg chg="mod">
          <ac:chgData name="Kannepamula Mahesh Babu" userId="391c5b16-0897-4eca-a028-a97f935a3bd2" providerId="ADAL" clId="{9E3353FE-7EFD-4D1F-85AC-2D3001641A94}" dt="2026-07-10T15:03:29.632" v="8862" actId="2085"/>
          <ac:spMkLst>
            <pc:docMk/>
            <pc:sldMk cId="3216750113" sldId="2147474885"/>
            <ac:spMk id="13" creationId="{0AB2A229-46D9-A1F1-FAEA-5010D067B3BF}"/>
          </ac:spMkLst>
        </pc:spChg>
        <pc:spChg chg="add mod ord">
          <ac:chgData name="Kannepamula Mahesh Babu" userId="391c5b16-0897-4eca-a028-a97f935a3bd2" providerId="ADAL" clId="{9E3353FE-7EFD-4D1F-85AC-2D3001641A94}" dt="2026-07-10T15:04:44.934" v="8875" actId="6264"/>
          <ac:spMkLst>
            <pc:docMk/>
            <pc:sldMk cId="3216750113" sldId="2147474885"/>
            <ac:spMk id="33" creationId="{EBC4B3CC-6506-5B0C-5389-200BCFE35AAC}"/>
          </ac:spMkLst>
        </pc:spChg>
        <pc:spChg chg="add mod">
          <ac:chgData name="Kannepamula Mahesh Babu" userId="391c5b16-0897-4eca-a028-a97f935a3bd2" providerId="ADAL" clId="{9E3353FE-7EFD-4D1F-85AC-2D3001641A94}" dt="2026-07-10T15:04:12.946" v="8869"/>
          <ac:spMkLst>
            <pc:docMk/>
            <pc:sldMk cId="3216750113" sldId="2147474885"/>
            <ac:spMk id="41" creationId="{EF755EFF-BA36-3608-1D43-33B5059CE9DD}"/>
          </ac:spMkLst>
        </pc:spChg>
        <pc:graphicFrameChg chg="mod modGraphic">
          <ac:chgData name="Kannepamula Mahesh Babu" userId="391c5b16-0897-4eca-a028-a97f935a3bd2" providerId="ADAL" clId="{9E3353FE-7EFD-4D1F-85AC-2D3001641A94}" dt="2026-07-10T15:41:11.437" v="9106" actId="113"/>
          <ac:graphicFrameMkLst>
            <pc:docMk/>
            <pc:sldMk cId="3216750113" sldId="2147474885"/>
            <ac:graphicFrameMk id="34" creationId="{61712F2E-4BF5-BD9D-84EE-9D54C66BF60E}"/>
          </ac:graphicFrameMkLst>
        </pc:graphicFrameChg>
        <pc:picChg chg="mod">
          <ac:chgData name="Kannepamula Mahesh Babu" userId="391c5b16-0897-4eca-a028-a97f935a3bd2" providerId="ADAL" clId="{9E3353FE-7EFD-4D1F-85AC-2D3001641A94}" dt="2026-07-10T15:04:04.374" v="8867" actId="12789"/>
          <ac:picMkLst>
            <pc:docMk/>
            <pc:sldMk cId="3216750113" sldId="2147474885"/>
            <ac:picMk id="6" creationId="{A047C3E4-FD43-B99A-DB26-20FCA6B3ADA7}"/>
          </ac:picMkLst>
        </pc:picChg>
      </pc:sldChg>
      <pc:sldChg chg="addSp delSp modSp add mod">
        <pc:chgData name="Kannepamula Mahesh Babu" userId="391c5b16-0897-4eca-a028-a97f935a3bd2" providerId="ADAL" clId="{9E3353FE-7EFD-4D1F-85AC-2D3001641A94}" dt="2026-06-29T13:21:34.588" v="5947" actId="12789"/>
        <pc:sldMkLst>
          <pc:docMk/>
          <pc:sldMk cId="3377972757" sldId="2147474889"/>
        </pc:sldMkLst>
        <pc:spChg chg="mod">
          <ac:chgData name="Kannepamula Mahesh Babu" userId="391c5b16-0897-4eca-a028-a97f935a3bd2" providerId="ADAL" clId="{9E3353FE-7EFD-4D1F-85AC-2D3001641A94}" dt="2026-06-29T12:35:30.713" v="5564" actId="20577"/>
          <ac:spMkLst>
            <pc:docMk/>
            <pc:sldMk cId="3377972757" sldId="2147474889"/>
            <ac:spMk id="2" creationId="{3731CF47-B04F-C61B-7342-397E62654EF6}"/>
          </ac:spMkLst>
        </pc:spChg>
        <pc:spChg chg="mod topLvl">
          <ac:chgData name="Kannepamula Mahesh Babu" userId="391c5b16-0897-4eca-a028-a97f935a3bd2" providerId="ADAL" clId="{9E3353FE-7EFD-4D1F-85AC-2D3001641A94}" dt="2026-06-29T12:36:08.284" v="5574" actId="165"/>
          <ac:spMkLst>
            <pc:docMk/>
            <pc:sldMk cId="3377972757" sldId="2147474889"/>
            <ac:spMk id="6" creationId="{FF89CF9F-D1E8-522B-BC36-4038C018DCA7}"/>
          </ac:spMkLst>
        </pc:spChg>
        <pc:spChg chg="mod">
          <ac:chgData name="Kannepamula Mahesh Babu" userId="391c5b16-0897-4eca-a028-a97f935a3bd2" providerId="ADAL" clId="{9E3353FE-7EFD-4D1F-85AC-2D3001641A94}" dt="2026-06-29T13:12:43.606" v="5869" actId="1076"/>
          <ac:spMkLst>
            <pc:docMk/>
            <pc:sldMk cId="3377972757" sldId="2147474889"/>
            <ac:spMk id="7" creationId="{90BAA85B-09E1-721C-67F9-9E956C16E531}"/>
          </ac:spMkLst>
        </pc:spChg>
        <pc:spChg chg="mod topLvl">
          <ac:chgData name="Kannepamula Mahesh Babu" userId="391c5b16-0897-4eca-a028-a97f935a3bd2" providerId="ADAL" clId="{9E3353FE-7EFD-4D1F-85AC-2D3001641A94}" dt="2026-06-29T13:12:43.606" v="5869" actId="1076"/>
          <ac:spMkLst>
            <pc:docMk/>
            <pc:sldMk cId="3377972757" sldId="2147474889"/>
            <ac:spMk id="8" creationId="{92E0A938-1482-140F-9E23-4636307EA6EE}"/>
          </ac:spMkLst>
        </pc:spChg>
        <pc:spChg chg="mod topLvl">
          <ac:chgData name="Kannepamula Mahesh Babu" userId="391c5b16-0897-4eca-a028-a97f935a3bd2" providerId="ADAL" clId="{9E3353FE-7EFD-4D1F-85AC-2D3001641A94}" dt="2026-06-29T13:18:23.479" v="5922"/>
          <ac:spMkLst>
            <pc:docMk/>
            <pc:sldMk cId="3377972757" sldId="2147474889"/>
            <ac:spMk id="9" creationId="{0337A442-3C7A-E7EC-33EC-A0BCE082E772}"/>
          </ac:spMkLst>
        </pc:spChg>
        <pc:spChg chg="mod topLvl">
          <ac:chgData name="Kannepamula Mahesh Babu" userId="391c5b16-0897-4eca-a028-a97f935a3bd2" providerId="ADAL" clId="{9E3353FE-7EFD-4D1F-85AC-2D3001641A94}" dt="2026-06-29T12:36:08.284" v="5574" actId="165"/>
          <ac:spMkLst>
            <pc:docMk/>
            <pc:sldMk cId="3377972757" sldId="2147474889"/>
            <ac:spMk id="10" creationId="{324D3CD5-10E8-54EF-B197-59BEC254844A}"/>
          </ac:spMkLst>
        </pc:spChg>
        <pc:spChg chg="add mod">
          <ac:chgData name="Kannepamula Mahesh Babu" userId="391c5b16-0897-4eca-a028-a97f935a3bd2" providerId="ADAL" clId="{9E3353FE-7EFD-4D1F-85AC-2D3001641A94}" dt="2026-06-29T13:12:49.902" v="5870" actId="1076"/>
          <ac:spMkLst>
            <pc:docMk/>
            <pc:sldMk cId="3377972757" sldId="2147474889"/>
            <ac:spMk id="11" creationId="{DC8D9310-0F97-02CE-0D4D-6E645DB39ED5}"/>
          </ac:spMkLst>
        </pc:spChg>
        <pc:spChg chg="add mod topLvl">
          <ac:chgData name="Kannepamula Mahesh Babu" userId="391c5b16-0897-4eca-a028-a97f935a3bd2" providerId="ADAL" clId="{9E3353FE-7EFD-4D1F-85AC-2D3001641A94}" dt="2026-06-29T13:12:49.902" v="5870" actId="1076"/>
          <ac:spMkLst>
            <pc:docMk/>
            <pc:sldMk cId="3377972757" sldId="2147474889"/>
            <ac:spMk id="12" creationId="{D67CCE0F-B721-8161-5618-722B6C2B62BB}"/>
          </ac:spMkLst>
        </pc:spChg>
        <pc:spChg chg="add mod topLvl">
          <ac:chgData name="Kannepamula Mahesh Babu" userId="391c5b16-0897-4eca-a028-a97f935a3bd2" providerId="ADAL" clId="{9E3353FE-7EFD-4D1F-85AC-2D3001641A94}" dt="2026-06-29T13:19:33.633" v="5935" actId="20577"/>
          <ac:spMkLst>
            <pc:docMk/>
            <pc:sldMk cId="3377972757" sldId="2147474889"/>
            <ac:spMk id="13" creationId="{727A9CCC-F3ED-3AD2-60DA-E34F4FC41907}"/>
          </ac:spMkLst>
        </pc:spChg>
        <pc:spChg chg="add mod">
          <ac:chgData name="Kannepamula Mahesh Babu" userId="391c5b16-0897-4eca-a028-a97f935a3bd2" providerId="ADAL" clId="{9E3353FE-7EFD-4D1F-85AC-2D3001641A94}" dt="2026-06-29T13:12:49.902" v="5870" actId="1076"/>
          <ac:spMkLst>
            <pc:docMk/>
            <pc:sldMk cId="3377972757" sldId="2147474889"/>
            <ac:spMk id="14" creationId="{D3189416-FA64-AB74-247F-DE6FB3125A88}"/>
          </ac:spMkLst>
        </pc:spChg>
        <pc:spChg chg="add mod topLvl">
          <ac:chgData name="Kannepamula Mahesh Babu" userId="391c5b16-0897-4eca-a028-a97f935a3bd2" providerId="ADAL" clId="{9E3353FE-7EFD-4D1F-85AC-2D3001641A94}" dt="2026-06-29T13:12:49.902" v="5870" actId="1076"/>
          <ac:spMkLst>
            <pc:docMk/>
            <pc:sldMk cId="3377972757" sldId="2147474889"/>
            <ac:spMk id="15" creationId="{5964E8EC-F781-A5A0-8356-0949FF8F2498}"/>
          </ac:spMkLst>
        </pc:spChg>
        <pc:spChg chg="add mod">
          <ac:chgData name="Kannepamula Mahesh Babu" userId="391c5b16-0897-4eca-a028-a97f935a3bd2" providerId="ADAL" clId="{9E3353FE-7EFD-4D1F-85AC-2D3001641A94}" dt="2026-06-29T13:12:49.902" v="5870" actId="1076"/>
          <ac:spMkLst>
            <pc:docMk/>
            <pc:sldMk cId="3377972757" sldId="2147474889"/>
            <ac:spMk id="16" creationId="{A00B041C-3B85-9B4C-71B4-2CD2DD03A3AA}"/>
          </ac:spMkLst>
        </pc:spChg>
        <pc:spChg chg="add mod topLvl">
          <ac:chgData name="Kannepamula Mahesh Babu" userId="391c5b16-0897-4eca-a028-a97f935a3bd2" providerId="ADAL" clId="{9E3353FE-7EFD-4D1F-85AC-2D3001641A94}" dt="2026-06-29T13:12:49.902" v="5870" actId="1076"/>
          <ac:spMkLst>
            <pc:docMk/>
            <pc:sldMk cId="3377972757" sldId="2147474889"/>
            <ac:spMk id="17" creationId="{53E266C1-307A-9469-5988-0CD618824C36}"/>
          </ac:spMkLst>
        </pc:spChg>
        <pc:spChg chg="mod topLvl">
          <ac:chgData name="Kannepamula Mahesh Babu" userId="391c5b16-0897-4eca-a028-a97f935a3bd2" providerId="ADAL" clId="{9E3353FE-7EFD-4D1F-85AC-2D3001641A94}" dt="2026-06-29T13:12:43.606" v="5869" actId="1076"/>
          <ac:spMkLst>
            <pc:docMk/>
            <pc:sldMk cId="3377972757" sldId="2147474889"/>
            <ac:spMk id="18" creationId="{1A89BF7C-2FD7-1117-0EBA-F99711C54BC9}"/>
          </ac:spMkLst>
        </pc:spChg>
        <pc:spChg chg="mod">
          <ac:chgData name="Kannepamula Mahesh Babu" userId="391c5b16-0897-4eca-a028-a97f935a3bd2" providerId="ADAL" clId="{9E3353FE-7EFD-4D1F-85AC-2D3001641A94}" dt="2026-06-29T13:12:43.606" v="5869" actId="1076"/>
          <ac:spMkLst>
            <pc:docMk/>
            <pc:sldMk cId="3377972757" sldId="2147474889"/>
            <ac:spMk id="19" creationId="{1E8EE892-F9A4-35A8-00EA-87FBAA1635CA}"/>
          </ac:spMkLst>
        </pc:spChg>
        <pc:spChg chg="mod topLvl">
          <ac:chgData name="Kannepamula Mahesh Babu" userId="391c5b16-0897-4eca-a028-a97f935a3bd2" providerId="ADAL" clId="{9E3353FE-7EFD-4D1F-85AC-2D3001641A94}" dt="2026-06-29T13:12:43.606" v="5869" actId="1076"/>
          <ac:spMkLst>
            <pc:docMk/>
            <pc:sldMk cId="3377972757" sldId="2147474889"/>
            <ac:spMk id="20" creationId="{00B6719F-8D3F-F8F3-977C-EF8CEA2AC8CD}"/>
          </ac:spMkLst>
        </pc:spChg>
        <pc:spChg chg="add mod">
          <ac:chgData name="Kannepamula Mahesh Babu" userId="391c5b16-0897-4eca-a028-a97f935a3bd2" providerId="ADAL" clId="{9E3353FE-7EFD-4D1F-85AC-2D3001641A94}" dt="2026-06-29T13:12:49.902" v="5870" actId="1076"/>
          <ac:spMkLst>
            <pc:docMk/>
            <pc:sldMk cId="3377972757" sldId="2147474889"/>
            <ac:spMk id="22" creationId="{8190BA32-9B66-2201-BFE5-D475E13DB4B3}"/>
          </ac:spMkLst>
        </pc:spChg>
        <pc:spChg chg="add mod">
          <ac:chgData name="Kannepamula Mahesh Babu" userId="391c5b16-0897-4eca-a028-a97f935a3bd2" providerId="ADAL" clId="{9E3353FE-7EFD-4D1F-85AC-2D3001641A94}" dt="2026-06-29T12:36:15.559" v="5576" actId="1076"/>
          <ac:spMkLst>
            <pc:docMk/>
            <pc:sldMk cId="3377972757" sldId="2147474889"/>
            <ac:spMk id="25" creationId="{4B1EB9B3-AF8F-0AC2-A8F9-0CA464C2145E}"/>
          </ac:spMkLst>
        </pc:spChg>
        <pc:spChg chg="add mod">
          <ac:chgData name="Kannepamula Mahesh Babu" userId="391c5b16-0897-4eca-a028-a97f935a3bd2" providerId="ADAL" clId="{9E3353FE-7EFD-4D1F-85AC-2D3001641A94}" dt="2026-06-29T13:12:49.902" v="5870" actId="1076"/>
          <ac:spMkLst>
            <pc:docMk/>
            <pc:sldMk cId="3377972757" sldId="2147474889"/>
            <ac:spMk id="27" creationId="{344ECBC5-8062-841D-95DD-6ACF1E7A795C}"/>
          </ac:spMkLst>
        </pc:spChg>
        <pc:picChg chg="add mod">
          <ac:chgData name="Kannepamula Mahesh Babu" userId="391c5b16-0897-4eca-a028-a97f935a3bd2" providerId="ADAL" clId="{9E3353FE-7EFD-4D1F-85AC-2D3001641A94}" dt="2026-06-29T13:21:34.588" v="5947" actId="12789"/>
          <ac:picMkLst>
            <pc:docMk/>
            <pc:sldMk cId="3377972757" sldId="2147474889"/>
            <ac:picMk id="30" creationId="{54942B82-A9FD-C727-E526-E088DDEEB8F6}"/>
          </ac:picMkLst>
        </pc:picChg>
        <pc:picChg chg="add mod">
          <ac:chgData name="Kannepamula Mahesh Babu" userId="391c5b16-0897-4eca-a028-a97f935a3bd2" providerId="ADAL" clId="{9E3353FE-7EFD-4D1F-85AC-2D3001641A94}" dt="2026-06-29T13:21:34.588" v="5947" actId="12789"/>
          <ac:picMkLst>
            <pc:docMk/>
            <pc:sldMk cId="3377972757" sldId="2147474889"/>
            <ac:picMk id="32" creationId="{5EE22ADD-B3ED-C9EB-DF7C-9C51C4395051}"/>
          </ac:picMkLst>
        </pc:picChg>
        <pc:picChg chg="add mod">
          <ac:chgData name="Kannepamula Mahesh Babu" userId="391c5b16-0897-4eca-a028-a97f935a3bd2" providerId="ADAL" clId="{9E3353FE-7EFD-4D1F-85AC-2D3001641A94}" dt="2026-06-29T13:21:34.588" v="5947" actId="12789"/>
          <ac:picMkLst>
            <pc:docMk/>
            <pc:sldMk cId="3377972757" sldId="2147474889"/>
            <ac:picMk id="34" creationId="{503C4998-29CE-64BA-F4C6-9EA34ACC0014}"/>
          </ac:picMkLst>
        </pc:picChg>
        <pc:picChg chg="add mod">
          <ac:chgData name="Kannepamula Mahesh Babu" userId="391c5b16-0897-4eca-a028-a97f935a3bd2" providerId="ADAL" clId="{9E3353FE-7EFD-4D1F-85AC-2D3001641A94}" dt="2026-06-29T13:21:26.890" v="5946" actId="12789"/>
          <ac:picMkLst>
            <pc:docMk/>
            <pc:sldMk cId="3377972757" sldId="2147474889"/>
            <ac:picMk id="36" creationId="{4D54368E-9DA7-EDC0-CA93-FFFAC649DEC5}"/>
          </ac:picMkLst>
        </pc:picChg>
        <pc:picChg chg="add mod">
          <ac:chgData name="Kannepamula Mahesh Babu" userId="391c5b16-0897-4eca-a028-a97f935a3bd2" providerId="ADAL" clId="{9E3353FE-7EFD-4D1F-85AC-2D3001641A94}" dt="2026-06-29T13:21:26.890" v="5946" actId="12789"/>
          <ac:picMkLst>
            <pc:docMk/>
            <pc:sldMk cId="3377972757" sldId="2147474889"/>
            <ac:picMk id="38" creationId="{9D7400B9-1C42-E6E0-E1FC-B44619E82888}"/>
          </ac:picMkLst>
        </pc:picChg>
        <pc:picChg chg="add mod">
          <ac:chgData name="Kannepamula Mahesh Babu" userId="391c5b16-0897-4eca-a028-a97f935a3bd2" providerId="ADAL" clId="{9E3353FE-7EFD-4D1F-85AC-2D3001641A94}" dt="2026-06-29T13:21:26.890" v="5946" actId="12789"/>
          <ac:picMkLst>
            <pc:docMk/>
            <pc:sldMk cId="3377972757" sldId="2147474889"/>
            <ac:picMk id="40" creationId="{EB2C3D6C-3083-807A-AE8A-897FDD7C61D8}"/>
          </ac:picMkLst>
        </pc:picChg>
        <pc:cxnChg chg="add mod">
          <ac:chgData name="Kannepamula Mahesh Babu" userId="391c5b16-0897-4eca-a028-a97f935a3bd2" providerId="ADAL" clId="{9E3353FE-7EFD-4D1F-85AC-2D3001641A94}" dt="2026-06-29T13:12:49.902" v="5870" actId="1076"/>
          <ac:cxnSpMkLst>
            <pc:docMk/>
            <pc:sldMk cId="3377972757" sldId="2147474889"/>
            <ac:cxnSpMk id="21" creationId="{F0EEB60E-67F2-6267-C812-830CA1C6AB65}"/>
          </ac:cxnSpMkLst>
        </pc:cxnChg>
      </pc:sldChg>
      <pc:sldChg chg="addSp delSp modSp add mod modShow">
        <pc:chgData name="Kannepamula Mahesh Babu" userId="391c5b16-0897-4eca-a028-a97f935a3bd2" providerId="ADAL" clId="{9E3353FE-7EFD-4D1F-85AC-2D3001641A94}" dt="2026-06-29T13:47:29.586" v="6237" actId="12789"/>
        <pc:sldMkLst>
          <pc:docMk/>
          <pc:sldMk cId="2584111903" sldId="2147474891"/>
        </pc:sldMkLst>
        <pc:spChg chg="mod">
          <ac:chgData name="Kannepamula Mahesh Babu" userId="391c5b16-0897-4eca-a028-a97f935a3bd2" providerId="ADAL" clId="{9E3353FE-7EFD-4D1F-85AC-2D3001641A94}" dt="2026-06-29T12:38:21.658" v="5631" actId="20577"/>
          <ac:spMkLst>
            <pc:docMk/>
            <pc:sldMk cId="2584111903" sldId="2147474891"/>
            <ac:spMk id="2" creationId="{A005CD98-54F8-6A27-A840-6ED67987C8FD}"/>
          </ac:spMkLst>
        </pc:spChg>
        <pc:spChg chg="mod">
          <ac:chgData name="Kannepamula Mahesh Babu" userId="391c5b16-0897-4eca-a028-a97f935a3bd2" providerId="ADAL" clId="{9E3353FE-7EFD-4D1F-85AC-2D3001641A94}" dt="2026-06-29T12:49:35.620" v="5739" actId="1076"/>
          <ac:spMkLst>
            <pc:docMk/>
            <pc:sldMk cId="2584111903" sldId="2147474891"/>
            <ac:spMk id="11" creationId="{4E2E2CF3-46FB-2794-2BF2-E83C0A7031B9}"/>
          </ac:spMkLst>
        </pc:spChg>
        <pc:spChg chg="add mod">
          <ac:chgData name="Kannepamula Mahesh Babu" userId="391c5b16-0897-4eca-a028-a97f935a3bd2" providerId="ADAL" clId="{9E3353FE-7EFD-4D1F-85AC-2D3001641A94}" dt="2026-06-29T12:49:35.620" v="5739" actId="1076"/>
          <ac:spMkLst>
            <pc:docMk/>
            <pc:sldMk cId="2584111903" sldId="2147474891"/>
            <ac:spMk id="12" creationId="{282ED38C-0569-BBDE-0615-DE5F05498B7D}"/>
          </ac:spMkLst>
        </pc:spChg>
        <pc:spChg chg="mod">
          <ac:chgData name="Kannepamula Mahesh Babu" userId="391c5b16-0897-4eca-a028-a97f935a3bd2" providerId="ADAL" clId="{9E3353FE-7EFD-4D1F-85AC-2D3001641A94}" dt="2026-06-29T12:49:35.620" v="5739" actId="1076"/>
          <ac:spMkLst>
            <pc:docMk/>
            <pc:sldMk cId="2584111903" sldId="2147474891"/>
            <ac:spMk id="13" creationId="{D4FF26AB-4615-BAB0-72AA-FC418FDED75E}"/>
          </ac:spMkLst>
        </pc:spChg>
        <pc:spChg chg="add mod">
          <ac:chgData name="Kannepamula Mahesh Babu" userId="391c5b16-0897-4eca-a028-a97f935a3bd2" providerId="ADAL" clId="{9E3353FE-7EFD-4D1F-85AC-2D3001641A94}" dt="2026-06-29T12:49:35.620" v="5739" actId="1076"/>
          <ac:spMkLst>
            <pc:docMk/>
            <pc:sldMk cId="2584111903" sldId="2147474891"/>
            <ac:spMk id="14" creationId="{48DAFCA9-A171-B7E4-68AA-A9671BA75B0B}"/>
          </ac:spMkLst>
        </pc:spChg>
        <pc:spChg chg="add mod">
          <ac:chgData name="Kannepamula Mahesh Babu" userId="391c5b16-0897-4eca-a028-a97f935a3bd2" providerId="ADAL" clId="{9E3353FE-7EFD-4D1F-85AC-2D3001641A94}" dt="2026-06-29T13:14:00.714" v="5871" actId="555"/>
          <ac:spMkLst>
            <pc:docMk/>
            <pc:sldMk cId="2584111903" sldId="2147474891"/>
            <ac:spMk id="15" creationId="{3AF17B08-C36C-D637-8A22-B68EB4651D8E}"/>
          </ac:spMkLst>
        </pc:spChg>
        <pc:spChg chg="add mod">
          <ac:chgData name="Kannepamula Mahesh Babu" userId="391c5b16-0897-4eca-a028-a97f935a3bd2" providerId="ADAL" clId="{9E3353FE-7EFD-4D1F-85AC-2D3001641A94}" dt="2026-06-29T13:14:00.714" v="5871" actId="555"/>
          <ac:spMkLst>
            <pc:docMk/>
            <pc:sldMk cId="2584111903" sldId="2147474891"/>
            <ac:spMk id="16" creationId="{E4B8A311-22F8-BE3D-B31A-62E49A65B771}"/>
          </ac:spMkLst>
        </pc:spChg>
        <pc:spChg chg="add mod">
          <ac:chgData name="Kannepamula Mahesh Babu" userId="391c5b16-0897-4eca-a028-a97f935a3bd2" providerId="ADAL" clId="{9E3353FE-7EFD-4D1F-85AC-2D3001641A94}" dt="2026-06-29T13:14:00.714" v="5871" actId="555"/>
          <ac:spMkLst>
            <pc:docMk/>
            <pc:sldMk cId="2584111903" sldId="2147474891"/>
            <ac:spMk id="17" creationId="{E6C670DA-DF7C-7452-F366-895814439CD8}"/>
          </ac:spMkLst>
        </pc:spChg>
        <pc:spChg chg="mod">
          <ac:chgData name="Kannepamula Mahesh Babu" userId="391c5b16-0897-4eca-a028-a97f935a3bd2" providerId="ADAL" clId="{9E3353FE-7EFD-4D1F-85AC-2D3001641A94}" dt="2026-06-29T12:49:35.620" v="5739" actId="1076"/>
          <ac:spMkLst>
            <pc:docMk/>
            <pc:sldMk cId="2584111903" sldId="2147474891"/>
            <ac:spMk id="22" creationId="{BFB24091-50A2-D8F6-984D-EB5D397ED562}"/>
          </ac:spMkLst>
        </pc:spChg>
        <pc:spChg chg="add mod">
          <ac:chgData name="Kannepamula Mahesh Babu" userId="391c5b16-0897-4eca-a028-a97f935a3bd2" providerId="ADAL" clId="{9E3353FE-7EFD-4D1F-85AC-2D3001641A94}" dt="2026-06-29T13:14:13.759" v="5876" actId="1036"/>
          <ac:spMkLst>
            <pc:docMk/>
            <pc:sldMk cId="2584111903" sldId="2147474891"/>
            <ac:spMk id="23" creationId="{F2717F0E-9D12-A853-3C91-AB8F9DB7D40B}"/>
          </ac:spMkLst>
        </pc:spChg>
        <pc:spChg chg="add mod">
          <ac:chgData name="Kannepamula Mahesh Babu" userId="391c5b16-0897-4eca-a028-a97f935a3bd2" providerId="ADAL" clId="{9E3353FE-7EFD-4D1F-85AC-2D3001641A94}" dt="2026-06-29T12:49:42.319" v="5740" actId="14100"/>
          <ac:spMkLst>
            <pc:docMk/>
            <pc:sldMk cId="2584111903" sldId="2147474891"/>
            <ac:spMk id="24" creationId="{9133BBC7-3518-8816-C72A-FB679F86C164}"/>
          </ac:spMkLst>
        </pc:spChg>
        <pc:spChg chg="mod">
          <ac:chgData name="Kannepamula Mahesh Babu" userId="391c5b16-0897-4eca-a028-a97f935a3bd2" providerId="ADAL" clId="{9E3353FE-7EFD-4D1F-85AC-2D3001641A94}" dt="2026-06-29T13:25:45.778" v="5979" actId="20577"/>
          <ac:spMkLst>
            <pc:docMk/>
            <pc:sldMk cId="2584111903" sldId="2147474891"/>
            <ac:spMk id="25" creationId="{7826F7E4-99D0-64DD-6031-E94743AD5A04}"/>
          </ac:spMkLst>
        </pc:spChg>
        <pc:spChg chg="add mod">
          <ac:chgData name="Kannepamula Mahesh Babu" userId="391c5b16-0897-4eca-a028-a97f935a3bd2" providerId="ADAL" clId="{9E3353FE-7EFD-4D1F-85AC-2D3001641A94}" dt="2026-06-29T13:14:04.289" v="5872" actId="554"/>
          <ac:spMkLst>
            <pc:docMk/>
            <pc:sldMk cId="2584111903" sldId="2147474891"/>
            <ac:spMk id="27" creationId="{9353D553-A9C6-F8B4-4114-FCA83C699B53}"/>
          </ac:spMkLst>
        </pc:spChg>
        <pc:spChg chg="add mod">
          <ac:chgData name="Kannepamula Mahesh Babu" userId="391c5b16-0897-4eca-a028-a97f935a3bd2" providerId="ADAL" clId="{9E3353FE-7EFD-4D1F-85AC-2D3001641A94}" dt="2026-06-29T13:14:04.289" v="5872" actId="554"/>
          <ac:spMkLst>
            <pc:docMk/>
            <pc:sldMk cId="2584111903" sldId="2147474891"/>
            <ac:spMk id="29" creationId="{CFCD2858-D3F5-7C29-E30F-E74544D2820C}"/>
          </ac:spMkLst>
        </pc:spChg>
        <pc:spChg chg="mod">
          <ac:chgData name="Kannepamula Mahesh Babu" userId="391c5b16-0897-4eca-a028-a97f935a3bd2" providerId="ADAL" clId="{9E3353FE-7EFD-4D1F-85AC-2D3001641A94}" dt="2026-06-29T12:49:19.768" v="5735" actId="1076"/>
          <ac:spMkLst>
            <pc:docMk/>
            <pc:sldMk cId="2584111903" sldId="2147474891"/>
            <ac:spMk id="32" creationId="{FBF4A846-0193-A5C1-E0D1-20AD34F57533}"/>
          </ac:spMkLst>
        </pc:spChg>
        <pc:spChg chg="mod">
          <ac:chgData name="Kannepamula Mahesh Babu" userId="391c5b16-0897-4eca-a028-a97f935a3bd2" providerId="ADAL" clId="{9E3353FE-7EFD-4D1F-85AC-2D3001641A94}" dt="2026-06-29T12:38:28.030" v="5633" actId="2711"/>
          <ac:spMkLst>
            <pc:docMk/>
            <pc:sldMk cId="2584111903" sldId="2147474891"/>
            <ac:spMk id="33" creationId="{D27BA6B2-B312-FD53-7B5E-CF0220047998}"/>
          </ac:spMkLst>
        </pc:spChg>
        <pc:spChg chg="mod">
          <ac:chgData name="Kannepamula Mahesh Babu" userId="391c5b16-0897-4eca-a028-a97f935a3bd2" providerId="ADAL" clId="{9E3353FE-7EFD-4D1F-85AC-2D3001641A94}" dt="2026-06-29T12:49:26.767" v="5737" actId="1076"/>
          <ac:spMkLst>
            <pc:docMk/>
            <pc:sldMk cId="2584111903" sldId="2147474891"/>
            <ac:spMk id="34" creationId="{479E9EF7-0827-CDAA-8265-13E6F1EC30CA}"/>
          </ac:spMkLst>
        </pc:spChg>
        <pc:picChg chg="add mod">
          <ac:chgData name="Kannepamula Mahesh Babu" userId="391c5b16-0897-4eca-a028-a97f935a3bd2" providerId="ADAL" clId="{9E3353FE-7EFD-4D1F-85AC-2D3001641A94}" dt="2026-06-29T13:47:21.115" v="6235" actId="12789"/>
          <ac:picMkLst>
            <pc:docMk/>
            <pc:sldMk cId="2584111903" sldId="2147474891"/>
            <ac:picMk id="43" creationId="{38C83ECE-FF51-3D63-52D4-80D6B50A25BC}"/>
          </ac:picMkLst>
        </pc:picChg>
        <pc:picChg chg="add mod">
          <ac:chgData name="Kannepamula Mahesh Babu" userId="391c5b16-0897-4eca-a028-a97f935a3bd2" providerId="ADAL" clId="{9E3353FE-7EFD-4D1F-85AC-2D3001641A94}" dt="2026-06-29T13:47:21.115" v="6235" actId="12789"/>
          <ac:picMkLst>
            <pc:docMk/>
            <pc:sldMk cId="2584111903" sldId="2147474891"/>
            <ac:picMk id="45" creationId="{43721C34-D473-DC46-32E6-58D73FAC1CF4}"/>
          </ac:picMkLst>
        </pc:picChg>
        <pc:picChg chg="add mod">
          <ac:chgData name="Kannepamula Mahesh Babu" userId="391c5b16-0897-4eca-a028-a97f935a3bd2" providerId="ADAL" clId="{9E3353FE-7EFD-4D1F-85AC-2D3001641A94}" dt="2026-06-29T13:47:25.306" v="6236" actId="12788"/>
          <ac:picMkLst>
            <pc:docMk/>
            <pc:sldMk cId="2584111903" sldId="2147474891"/>
            <ac:picMk id="47" creationId="{F63739D7-87B8-B9F8-28B6-CF255CBBC2BF}"/>
          </ac:picMkLst>
        </pc:picChg>
        <pc:picChg chg="add mod">
          <ac:chgData name="Kannepamula Mahesh Babu" userId="391c5b16-0897-4eca-a028-a97f935a3bd2" providerId="ADAL" clId="{9E3353FE-7EFD-4D1F-85AC-2D3001641A94}" dt="2026-06-29T13:47:29.586" v="6237" actId="12789"/>
          <ac:picMkLst>
            <pc:docMk/>
            <pc:sldMk cId="2584111903" sldId="2147474891"/>
            <ac:picMk id="49" creationId="{0A92BFEC-48EE-B832-C580-2DB5A9F0B102}"/>
          </ac:picMkLst>
        </pc:picChg>
        <pc:picChg chg="add mod">
          <ac:chgData name="Kannepamula Mahesh Babu" userId="391c5b16-0897-4eca-a028-a97f935a3bd2" providerId="ADAL" clId="{9E3353FE-7EFD-4D1F-85AC-2D3001641A94}" dt="2026-06-29T13:47:29.586" v="6237" actId="12789"/>
          <ac:picMkLst>
            <pc:docMk/>
            <pc:sldMk cId="2584111903" sldId="2147474891"/>
            <ac:picMk id="51" creationId="{7375DB23-39D0-F74F-5AD6-CAA7286B2014}"/>
          </ac:picMkLst>
        </pc:picChg>
        <pc:cxnChg chg="mod">
          <ac:chgData name="Kannepamula Mahesh Babu" userId="391c5b16-0897-4eca-a028-a97f935a3bd2" providerId="ADAL" clId="{9E3353FE-7EFD-4D1F-85AC-2D3001641A94}" dt="2026-06-29T12:49:35.620" v="5739" actId="1076"/>
          <ac:cxnSpMkLst>
            <pc:docMk/>
            <pc:sldMk cId="2584111903" sldId="2147474891"/>
            <ac:cxnSpMk id="21" creationId="{E700599A-EF85-6D59-9566-FA21C459EDFD}"/>
          </ac:cxnSpMkLst>
        </pc:cxnChg>
        <pc:cxnChg chg="mod">
          <ac:chgData name="Kannepamula Mahesh Babu" userId="391c5b16-0897-4eca-a028-a97f935a3bd2" providerId="ADAL" clId="{9E3353FE-7EFD-4D1F-85AC-2D3001641A94}" dt="2026-06-29T12:49:19.768" v="5735" actId="1076"/>
          <ac:cxnSpMkLst>
            <pc:docMk/>
            <pc:sldMk cId="2584111903" sldId="2147474891"/>
            <ac:cxnSpMk id="31" creationId="{DEF71CF9-CF25-6655-6337-92DE0E396D00}"/>
          </ac:cxnSpMkLst>
        </pc:cxnChg>
      </pc:sldChg>
      <pc:sldChg chg="addSp delSp modSp mod ord modClrScheme modShow chgLayout">
        <pc:chgData name="Kannepamula Mahesh Babu" userId="391c5b16-0897-4eca-a028-a97f935a3bd2" providerId="ADAL" clId="{9E3353FE-7EFD-4D1F-85AC-2D3001641A94}" dt="2026-07-10T15:12:59.908" v="8904"/>
        <pc:sldMkLst>
          <pc:docMk/>
          <pc:sldMk cId="1051771287" sldId="2147481731"/>
        </pc:sldMkLst>
        <pc:spChg chg="mod ord">
          <ac:chgData name="Kannepamula Mahesh Babu" userId="391c5b16-0897-4eca-a028-a97f935a3bd2" providerId="ADAL" clId="{9E3353FE-7EFD-4D1F-85AC-2D3001641A94}" dt="2026-07-10T14:45:17.884" v="8710" actId="700"/>
          <ac:spMkLst>
            <pc:docMk/>
            <pc:sldMk cId="1051771287" sldId="2147481731"/>
            <ac:spMk id="3" creationId="{CD3C9E4D-C491-E15A-92E9-721C38A536F6}"/>
          </ac:spMkLst>
        </pc:spChg>
        <pc:spChg chg="mod ord">
          <ac:chgData name="Kannepamula Mahesh Babu" userId="391c5b16-0897-4eca-a028-a97f935a3bd2" providerId="ADAL" clId="{9E3353FE-7EFD-4D1F-85AC-2D3001641A94}" dt="2026-07-10T14:45:17.884" v="8710" actId="700"/>
          <ac:spMkLst>
            <pc:docMk/>
            <pc:sldMk cId="1051771287" sldId="2147481731"/>
            <ac:spMk id="5" creationId="{51CB81B9-E73F-ED09-A908-5D7872C71F07}"/>
          </ac:spMkLst>
        </pc:spChg>
        <pc:spChg chg="mod">
          <ac:chgData name="Kannepamula Mahesh Babu" userId="391c5b16-0897-4eca-a028-a97f935a3bd2" providerId="ADAL" clId="{9E3353FE-7EFD-4D1F-85AC-2D3001641A94}" dt="2026-07-10T14:41:56.779" v="8666" actId="555"/>
          <ac:spMkLst>
            <pc:docMk/>
            <pc:sldMk cId="1051771287" sldId="2147481731"/>
            <ac:spMk id="8" creationId="{2E7CC342-858F-43E0-AF0B-1E14E0A9E0F8}"/>
          </ac:spMkLst>
        </pc:spChg>
        <pc:spChg chg="mod">
          <ac:chgData name="Kannepamula Mahesh Babu" userId="391c5b16-0897-4eca-a028-a97f935a3bd2" providerId="ADAL" clId="{9E3353FE-7EFD-4D1F-85AC-2D3001641A94}" dt="2026-07-10T14:41:26.747" v="8659" actId="1076"/>
          <ac:spMkLst>
            <pc:docMk/>
            <pc:sldMk cId="1051771287" sldId="2147481731"/>
            <ac:spMk id="9" creationId="{1FAC3A03-7162-F993-7126-209B33A1220E}"/>
          </ac:spMkLst>
        </pc:spChg>
        <pc:spChg chg="mod">
          <ac:chgData name="Kannepamula Mahesh Babu" userId="391c5b16-0897-4eca-a028-a97f935a3bd2" providerId="ADAL" clId="{9E3353FE-7EFD-4D1F-85AC-2D3001641A94}" dt="2026-07-10T14:41:26.747" v="8659" actId="1076"/>
          <ac:spMkLst>
            <pc:docMk/>
            <pc:sldMk cId="1051771287" sldId="2147481731"/>
            <ac:spMk id="10" creationId="{30D8B09F-5A10-63E5-8A68-5F9CF1CC26AA}"/>
          </ac:spMkLst>
        </pc:spChg>
        <pc:spChg chg="mod">
          <ac:chgData name="Kannepamula Mahesh Babu" userId="391c5b16-0897-4eca-a028-a97f935a3bd2" providerId="ADAL" clId="{9E3353FE-7EFD-4D1F-85AC-2D3001641A94}" dt="2026-07-10T14:43:48.645" v="8687" actId="207"/>
          <ac:spMkLst>
            <pc:docMk/>
            <pc:sldMk cId="1051771287" sldId="2147481731"/>
            <ac:spMk id="13" creationId="{1E11F4C6-EEE3-FFBC-9B18-BD6CA3BF8614}"/>
          </ac:spMkLst>
        </pc:spChg>
        <pc:spChg chg="mod">
          <ac:chgData name="Kannepamula Mahesh Babu" userId="391c5b16-0897-4eca-a028-a97f935a3bd2" providerId="ADAL" clId="{9E3353FE-7EFD-4D1F-85AC-2D3001641A94}" dt="2026-07-10T14:41:50.505" v="8665" actId="555"/>
          <ac:spMkLst>
            <pc:docMk/>
            <pc:sldMk cId="1051771287" sldId="2147481731"/>
            <ac:spMk id="16" creationId="{941A8958-F1A3-6A12-7F76-26003F9F50D0}"/>
          </ac:spMkLst>
        </pc:spChg>
        <pc:spChg chg="mod">
          <ac:chgData name="Kannepamula Mahesh Babu" userId="391c5b16-0897-4eca-a028-a97f935a3bd2" providerId="ADAL" clId="{9E3353FE-7EFD-4D1F-85AC-2D3001641A94}" dt="2026-07-10T14:43:48.645" v="8687" actId="207"/>
          <ac:spMkLst>
            <pc:docMk/>
            <pc:sldMk cId="1051771287" sldId="2147481731"/>
            <ac:spMk id="20" creationId="{A412E39D-52F0-0BED-8ABB-EB855B4DBD40}"/>
          </ac:spMkLst>
        </pc:spChg>
        <pc:spChg chg="mod">
          <ac:chgData name="Kannepamula Mahesh Babu" userId="391c5b16-0897-4eca-a028-a97f935a3bd2" providerId="ADAL" clId="{9E3353FE-7EFD-4D1F-85AC-2D3001641A94}" dt="2026-07-10T14:41:42.691" v="8664" actId="465"/>
          <ac:spMkLst>
            <pc:docMk/>
            <pc:sldMk cId="1051771287" sldId="2147481731"/>
            <ac:spMk id="21" creationId="{519A6226-48BA-FD2E-28F2-B33EBBD607BC}"/>
          </ac:spMkLst>
        </pc:spChg>
        <pc:spChg chg="mod">
          <ac:chgData name="Kannepamula Mahesh Babu" userId="391c5b16-0897-4eca-a028-a97f935a3bd2" providerId="ADAL" clId="{9E3353FE-7EFD-4D1F-85AC-2D3001641A94}" dt="2026-07-10T14:41:42.691" v="8664" actId="465"/>
          <ac:spMkLst>
            <pc:docMk/>
            <pc:sldMk cId="1051771287" sldId="2147481731"/>
            <ac:spMk id="28" creationId="{D738C5EC-B8F0-742E-55AD-56E046BEDE7F}"/>
          </ac:spMkLst>
        </pc:spChg>
        <pc:spChg chg="mod">
          <ac:chgData name="Kannepamula Mahesh Babu" userId="391c5b16-0897-4eca-a028-a97f935a3bd2" providerId="ADAL" clId="{9E3353FE-7EFD-4D1F-85AC-2D3001641A94}" dt="2026-07-10T14:42:49.537" v="8677" actId="164"/>
          <ac:spMkLst>
            <pc:docMk/>
            <pc:sldMk cId="1051771287" sldId="2147481731"/>
            <ac:spMk id="47" creationId="{19FCEE76-202F-1671-6B26-3F3078A20BD7}"/>
          </ac:spMkLst>
        </pc:spChg>
        <pc:spChg chg="mod">
          <ac:chgData name="Kannepamula Mahesh Babu" userId="391c5b16-0897-4eca-a028-a97f935a3bd2" providerId="ADAL" clId="{9E3353FE-7EFD-4D1F-85AC-2D3001641A94}" dt="2026-07-10T14:42:49.537" v="8677" actId="164"/>
          <ac:spMkLst>
            <pc:docMk/>
            <pc:sldMk cId="1051771287" sldId="2147481731"/>
            <ac:spMk id="49" creationId="{3D68C703-743D-9EEA-75E2-98D3C4548483}"/>
          </ac:spMkLst>
        </pc:spChg>
        <pc:spChg chg="mod">
          <ac:chgData name="Kannepamula Mahesh Babu" userId="391c5b16-0897-4eca-a028-a97f935a3bd2" providerId="ADAL" clId="{9E3353FE-7EFD-4D1F-85AC-2D3001641A94}" dt="2026-07-10T14:42:49.537" v="8677" actId="164"/>
          <ac:spMkLst>
            <pc:docMk/>
            <pc:sldMk cId="1051771287" sldId="2147481731"/>
            <ac:spMk id="52" creationId="{8EA39956-DDD7-0936-9198-207C4E59C5F9}"/>
          </ac:spMkLst>
        </pc:spChg>
        <pc:spChg chg="mod">
          <ac:chgData name="Kannepamula Mahesh Babu" userId="391c5b16-0897-4eca-a028-a97f935a3bd2" providerId="ADAL" clId="{9E3353FE-7EFD-4D1F-85AC-2D3001641A94}" dt="2026-07-10T14:42:01.576" v="8667" actId="1076"/>
          <ac:spMkLst>
            <pc:docMk/>
            <pc:sldMk cId="1051771287" sldId="2147481731"/>
            <ac:spMk id="55" creationId="{8DB6E199-F9BF-3F85-EB32-5E65362736B2}"/>
          </ac:spMkLst>
        </pc:spChg>
        <pc:spChg chg="mod">
          <ac:chgData name="Kannepamula Mahesh Babu" userId="391c5b16-0897-4eca-a028-a97f935a3bd2" providerId="ADAL" clId="{9E3353FE-7EFD-4D1F-85AC-2D3001641A94}" dt="2026-07-10T14:42:49.537" v="8677" actId="164"/>
          <ac:spMkLst>
            <pc:docMk/>
            <pc:sldMk cId="1051771287" sldId="2147481731"/>
            <ac:spMk id="56" creationId="{BBAD54E9-0F48-7938-4D0B-465AE854751D}"/>
          </ac:spMkLst>
        </pc:spChg>
        <pc:spChg chg="mod">
          <ac:chgData name="Kannepamula Mahesh Babu" userId="391c5b16-0897-4eca-a028-a97f935a3bd2" providerId="ADAL" clId="{9E3353FE-7EFD-4D1F-85AC-2D3001641A94}" dt="2026-07-10T14:42:49.537" v="8677" actId="164"/>
          <ac:spMkLst>
            <pc:docMk/>
            <pc:sldMk cId="1051771287" sldId="2147481731"/>
            <ac:spMk id="58" creationId="{B3005238-8025-0A75-28CA-6726538B4362}"/>
          </ac:spMkLst>
        </pc:spChg>
        <pc:spChg chg="mod">
          <ac:chgData name="Kannepamula Mahesh Babu" userId="391c5b16-0897-4eca-a028-a97f935a3bd2" providerId="ADAL" clId="{9E3353FE-7EFD-4D1F-85AC-2D3001641A94}" dt="2026-07-10T14:41:56.779" v="8666" actId="555"/>
          <ac:spMkLst>
            <pc:docMk/>
            <pc:sldMk cId="1051771287" sldId="2147481731"/>
            <ac:spMk id="60" creationId="{E5B30DB0-05C8-6D91-A348-6D19AEF65AB4}"/>
          </ac:spMkLst>
        </pc:spChg>
        <pc:spChg chg="mod">
          <ac:chgData name="Kannepamula Mahesh Babu" userId="391c5b16-0897-4eca-a028-a97f935a3bd2" providerId="ADAL" clId="{9E3353FE-7EFD-4D1F-85AC-2D3001641A94}" dt="2026-07-10T14:41:50.505" v="8665" actId="555"/>
          <ac:spMkLst>
            <pc:docMk/>
            <pc:sldMk cId="1051771287" sldId="2147481731"/>
            <ac:spMk id="63" creationId="{DDC28A8C-59AB-4AC0-38D1-82BB6EB7D376}"/>
          </ac:spMkLst>
        </pc:spChg>
        <pc:spChg chg="mod">
          <ac:chgData name="Kannepamula Mahesh Babu" userId="391c5b16-0897-4eca-a028-a97f935a3bd2" providerId="ADAL" clId="{9E3353FE-7EFD-4D1F-85AC-2D3001641A94}" dt="2026-07-10T14:41:56.779" v="8666" actId="555"/>
          <ac:spMkLst>
            <pc:docMk/>
            <pc:sldMk cId="1051771287" sldId="2147481731"/>
            <ac:spMk id="448" creationId="{68658FBD-0173-CF2E-286F-13888F1CA902}"/>
          </ac:spMkLst>
        </pc:spChg>
        <pc:spChg chg="mod">
          <ac:chgData name="Kannepamula Mahesh Babu" userId="391c5b16-0897-4eca-a028-a97f935a3bd2" providerId="ADAL" clId="{9E3353FE-7EFD-4D1F-85AC-2D3001641A94}" dt="2026-07-10T14:41:50.505" v="8665" actId="555"/>
          <ac:spMkLst>
            <pc:docMk/>
            <pc:sldMk cId="1051771287" sldId="2147481731"/>
            <ac:spMk id="450" creationId="{C31DDBA6-9AF4-AEEA-5797-BFBE698D1F32}"/>
          </ac:spMkLst>
        </pc:spChg>
        <pc:spChg chg="mod">
          <ac:chgData name="Kannepamula Mahesh Babu" userId="391c5b16-0897-4eca-a028-a97f935a3bd2" providerId="ADAL" clId="{9E3353FE-7EFD-4D1F-85AC-2D3001641A94}" dt="2026-07-10T14:41:56.779" v="8666" actId="555"/>
          <ac:spMkLst>
            <pc:docMk/>
            <pc:sldMk cId="1051771287" sldId="2147481731"/>
            <ac:spMk id="453" creationId="{8AC813F8-D656-0902-DF80-B97FEB627A35}"/>
          </ac:spMkLst>
        </pc:spChg>
        <pc:spChg chg="mod">
          <ac:chgData name="Kannepamula Mahesh Babu" userId="391c5b16-0897-4eca-a028-a97f935a3bd2" providerId="ADAL" clId="{9E3353FE-7EFD-4D1F-85AC-2D3001641A94}" dt="2026-07-10T14:41:40.822" v="8663" actId="553"/>
          <ac:spMkLst>
            <pc:docMk/>
            <pc:sldMk cId="1051771287" sldId="2147481731"/>
            <ac:spMk id="454" creationId="{E864CD9B-29C9-0D96-54C8-9540F36FE52F}"/>
          </ac:spMkLst>
        </pc:spChg>
        <pc:spChg chg="add mod">
          <ac:chgData name="Kannepamula Mahesh Babu" userId="391c5b16-0897-4eca-a028-a97f935a3bd2" providerId="ADAL" clId="{9E3353FE-7EFD-4D1F-85AC-2D3001641A94}" dt="2026-07-10T14:42:32.215" v="8672"/>
          <ac:spMkLst>
            <pc:docMk/>
            <pc:sldMk cId="1051771287" sldId="2147481731"/>
            <ac:spMk id="455" creationId="{C3474200-A48A-D574-67B0-6C3DD14ACE76}"/>
          </ac:spMkLst>
        </pc:spChg>
        <pc:spChg chg="mod">
          <ac:chgData name="Kannepamula Mahesh Babu" userId="391c5b16-0897-4eca-a028-a97f935a3bd2" providerId="ADAL" clId="{9E3353FE-7EFD-4D1F-85AC-2D3001641A94}" dt="2026-07-10T14:41:50.505" v="8665" actId="555"/>
          <ac:spMkLst>
            <pc:docMk/>
            <pc:sldMk cId="1051771287" sldId="2147481731"/>
            <ac:spMk id="464" creationId="{99F92F1A-116A-1697-63E5-F5CC51188E5A}"/>
          </ac:spMkLst>
        </pc:spChg>
        <pc:spChg chg="mod">
          <ac:chgData name="Kannepamula Mahesh Babu" userId="391c5b16-0897-4eca-a028-a97f935a3bd2" providerId="ADAL" clId="{9E3353FE-7EFD-4D1F-85AC-2D3001641A94}" dt="2026-07-10T14:41:56.779" v="8666" actId="555"/>
          <ac:spMkLst>
            <pc:docMk/>
            <pc:sldMk cId="1051771287" sldId="2147481731"/>
            <ac:spMk id="466" creationId="{1D6842ED-FF37-23B4-9C2E-3BBEEBFAA0D4}"/>
          </ac:spMkLst>
        </pc:spChg>
        <pc:spChg chg="mod">
          <ac:chgData name="Kannepamula Mahesh Babu" userId="391c5b16-0897-4eca-a028-a97f935a3bd2" providerId="ADAL" clId="{9E3353FE-7EFD-4D1F-85AC-2D3001641A94}" dt="2026-07-10T14:41:26.747" v="8659" actId="1076"/>
          <ac:spMkLst>
            <pc:docMk/>
            <pc:sldMk cId="1051771287" sldId="2147481731"/>
            <ac:spMk id="469" creationId="{C7989D70-66E9-5523-76B4-2788EA677D2B}"/>
          </ac:spMkLst>
        </pc:spChg>
        <pc:spChg chg="mod">
          <ac:chgData name="Kannepamula Mahesh Babu" userId="391c5b16-0897-4eca-a028-a97f935a3bd2" providerId="ADAL" clId="{9E3353FE-7EFD-4D1F-85AC-2D3001641A94}" dt="2026-07-10T14:41:26.747" v="8659" actId="1076"/>
          <ac:spMkLst>
            <pc:docMk/>
            <pc:sldMk cId="1051771287" sldId="2147481731"/>
            <ac:spMk id="471" creationId="{1DF650D6-10B1-B8FF-915B-47BC113E6ED1}"/>
          </ac:spMkLst>
        </pc:spChg>
        <pc:spChg chg="mod">
          <ac:chgData name="Kannepamula Mahesh Babu" userId="391c5b16-0897-4eca-a028-a97f935a3bd2" providerId="ADAL" clId="{9E3353FE-7EFD-4D1F-85AC-2D3001641A94}" dt="2026-07-10T14:41:50.505" v="8665" actId="555"/>
          <ac:spMkLst>
            <pc:docMk/>
            <pc:sldMk cId="1051771287" sldId="2147481731"/>
            <ac:spMk id="472" creationId="{37DFDD4A-14E2-ECB8-C46D-F98BBDE405C2}"/>
          </ac:spMkLst>
        </pc:spChg>
        <pc:spChg chg="mod">
          <ac:chgData name="Kannepamula Mahesh Babu" userId="391c5b16-0897-4eca-a028-a97f935a3bd2" providerId="ADAL" clId="{9E3353FE-7EFD-4D1F-85AC-2D3001641A94}" dt="2026-07-10T14:41:56.779" v="8666" actId="555"/>
          <ac:spMkLst>
            <pc:docMk/>
            <pc:sldMk cId="1051771287" sldId="2147481731"/>
            <ac:spMk id="474" creationId="{6DDF4B53-2DC8-78E8-4E44-3652CFBFFF20}"/>
          </ac:spMkLst>
        </pc:spChg>
        <pc:spChg chg="mod">
          <ac:chgData name="Kannepamula Mahesh Babu" userId="391c5b16-0897-4eca-a028-a97f935a3bd2" providerId="ADAL" clId="{9E3353FE-7EFD-4D1F-85AC-2D3001641A94}" dt="2026-07-10T14:41:26.747" v="8659" actId="1076"/>
          <ac:spMkLst>
            <pc:docMk/>
            <pc:sldMk cId="1051771287" sldId="2147481731"/>
            <ac:spMk id="476" creationId="{66DD03C1-4CE2-7B40-4CF3-A2804F111C15}"/>
          </ac:spMkLst>
        </pc:spChg>
        <pc:spChg chg="add mod">
          <ac:chgData name="Kannepamula Mahesh Babu" userId="391c5b16-0897-4eca-a028-a97f935a3bd2" providerId="ADAL" clId="{9E3353FE-7EFD-4D1F-85AC-2D3001641A94}" dt="2026-07-10T14:57:23.990" v="8782" actId="207"/>
          <ac:spMkLst>
            <pc:docMk/>
            <pc:sldMk cId="1051771287" sldId="2147481731"/>
            <ac:spMk id="478" creationId="{C4FE82FD-107F-235C-BFAE-D40D7E0F21F1}"/>
          </ac:spMkLst>
        </pc:spChg>
        <pc:spChg chg="mod">
          <ac:chgData name="Kannepamula Mahesh Babu" userId="391c5b16-0897-4eca-a028-a97f935a3bd2" providerId="ADAL" clId="{9E3353FE-7EFD-4D1F-85AC-2D3001641A94}" dt="2026-07-10T14:41:50.505" v="8665" actId="555"/>
          <ac:spMkLst>
            <pc:docMk/>
            <pc:sldMk cId="1051771287" sldId="2147481731"/>
            <ac:spMk id="480" creationId="{75F33DFA-E581-6C09-51AA-06F26EC8A333}"/>
          </ac:spMkLst>
        </pc:spChg>
        <pc:spChg chg="mod">
          <ac:chgData name="Kannepamula Mahesh Babu" userId="391c5b16-0897-4eca-a028-a97f935a3bd2" providerId="ADAL" clId="{9E3353FE-7EFD-4D1F-85AC-2D3001641A94}" dt="2026-07-10T14:41:26.747" v="8659" actId="1076"/>
          <ac:spMkLst>
            <pc:docMk/>
            <pc:sldMk cId="1051771287" sldId="2147481731"/>
            <ac:spMk id="487" creationId="{CFD2E9DE-1141-24DE-5911-424E062ACEA7}"/>
          </ac:spMkLst>
        </pc:spChg>
        <pc:spChg chg="mod">
          <ac:chgData name="Kannepamula Mahesh Babu" userId="391c5b16-0897-4eca-a028-a97f935a3bd2" providerId="ADAL" clId="{9E3353FE-7EFD-4D1F-85AC-2D3001641A94}" dt="2026-07-10T14:41:35.281" v="8662" actId="14100"/>
          <ac:spMkLst>
            <pc:docMk/>
            <pc:sldMk cId="1051771287" sldId="2147481731"/>
            <ac:spMk id="492" creationId="{AF1335EA-7151-EC22-6B40-9DE2FA962B73}"/>
          </ac:spMkLst>
        </pc:spChg>
        <pc:spChg chg="mod">
          <ac:chgData name="Kannepamula Mahesh Babu" userId="391c5b16-0897-4eca-a028-a97f935a3bd2" providerId="ADAL" clId="{9E3353FE-7EFD-4D1F-85AC-2D3001641A94}" dt="2026-07-10T14:41:42.691" v="8664" actId="465"/>
          <ac:spMkLst>
            <pc:docMk/>
            <pc:sldMk cId="1051771287" sldId="2147481731"/>
            <ac:spMk id="498" creationId="{D90BE0E9-10DA-1885-58E0-C612714D5AE1}"/>
          </ac:spMkLst>
        </pc:spChg>
        <pc:grpChg chg="mod">
          <ac:chgData name="Kannepamula Mahesh Babu" userId="391c5b16-0897-4eca-a028-a97f935a3bd2" providerId="ADAL" clId="{9E3353FE-7EFD-4D1F-85AC-2D3001641A94}" dt="2026-07-10T14:46:14.376" v="8719" actId="1036"/>
          <ac:grpSpMkLst>
            <pc:docMk/>
            <pc:sldMk cId="1051771287" sldId="2147481731"/>
            <ac:grpSpMk id="18" creationId="{3F4BCB96-8ECE-9EE2-E500-02C338BF6A7F}"/>
          </ac:grpSpMkLst>
        </pc:grpChg>
        <pc:grpChg chg="mod">
          <ac:chgData name="Kannepamula Mahesh Babu" userId="391c5b16-0897-4eca-a028-a97f935a3bd2" providerId="ADAL" clId="{9E3353FE-7EFD-4D1F-85AC-2D3001641A94}" dt="2026-07-10T14:43:01.153" v="8678" actId="554"/>
          <ac:grpSpMkLst>
            <pc:docMk/>
            <pc:sldMk cId="1051771287" sldId="2147481731"/>
            <ac:grpSpMk id="457" creationId="{7AEC06AF-7BF5-796C-2809-B15FBB6853FB}"/>
          </ac:grpSpMkLst>
        </pc:grpChg>
        <pc:picChg chg="mod">
          <ac:chgData name="Kannepamula Mahesh Babu" userId="391c5b16-0897-4eca-a028-a97f935a3bd2" providerId="ADAL" clId="{9E3353FE-7EFD-4D1F-85AC-2D3001641A94}" dt="2026-07-10T14:42:49.537" v="8677" actId="164"/>
          <ac:picMkLst>
            <pc:docMk/>
            <pc:sldMk cId="1051771287" sldId="2147481731"/>
            <ac:picMk id="46" creationId="{D8C89DCF-803D-550B-9C36-69A9984C2FCA}"/>
          </ac:picMkLst>
        </pc:picChg>
        <pc:picChg chg="mod">
          <ac:chgData name="Kannepamula Mahesh Babu" userId="391c5b16-0897-4eca-a028-a97f935a3bd2" providerId="ADAL" clId="{9E3353FE-7EFD-4D1F-85AC-2D3001641A94}" dt="2026-07-10T14:42:49.537" v="8677" actId="164"/>
          <ac:picMkLst>
            <pc:docMk/>
            <pc:sldMk cId="1051771287" sldId="2147481731"/>
            <ac:picMk id="48" creationId="{ECC6257A-5DCD-DC8C-42D8-0688CAC5A775}"/>
          </ac:picMkLst>
        </pc:picChg>
        <pc:picChg chg="mod">
          <ac:chgData name="Kannepamula Mahesh Babu" userId="391c5b16-0897-4eca-a028-a97f935a3bd2" providerId="ADAL" clId="{9E3353FE-7EFD-4D1F-85AC-2D3001641A94}" dt="2026-07-10T14:42:49.537" v="8677" actId="164"/>
          <ac:picMkLst>
            <pc:docMk/>
            <pc:sldMk cId="1051771287" sldId="2147481731"/>
            <ac:picMk id="51" creationId="{D70B2D20-7CF1-19B1-338F-3B933FFF4FC2}"/>
          </ac:picMkLst>
        </pc:picChg>
        <pc:picChg chg="mod">
          <ac:chgData name="Kannepamula Mahesh Babu" userId="391c5b16-0897-4eca-a028-a97f935a3bd2" providerId="ADAL" clId="{9E3353FE-7EFD-4D1F-85AC-2D3001641A94}" dt="2026-07-10T14:42:49.537" v="8677" actId="164"/>
          <ac:picMkLst>
            <pc:docMk/>
            <pc:sldMk cId="1051771287" sldId="2147481731"/>
            <ac:picMk id="54" creationId="{DEF7E819-BC6A-AE0E-346F-29742FFCB682}"/>
          </ac:picMkLst>
        </pc:picChg>
        <pc:picChg chg="mod">
          <ac:chgData name="Kannepamula Mahesh Babu" userId="391c5b16-0897-4eca-a028-a97f935a3bd2" providerId="ADAL" clId="{9E3353FE-7EFD-4D1F-85AC-2D3001641A94}" dt="2026-07-10T14:42:49.537" v="8677" actId="164"/>
          <ac:picMkLst>
            <pc:docMk/>
            <pc:sldMk cId="1051771287" sldId="2147481731"/>
            <ac:picMk id="57" creationId="{6F524DF2-9AF6-9FCB-9C9D-1C8D0A6E7244}"/>
          </ac:picMkLst>
        </pc:picChg>
        <pc:picChg chg="add mod">
          <ac:chgData name="Kannepamula Mahesh Babu" userId="391c5b16-0897-4eca-a028-a97f935a3bd2" providerId="ADAL" clId="{9E3353FE-7EFD-4D1F-85AC-2D3001641A94}" dt="2026-07-10T14:42:32.215" v="8672"/>
          <ac:picMkLst>
            <pc:docMk/>
            <pc:sldMk cId="1051771287" sldId="2147481731"/>
            <ac:picMk id="452" creationId="{8151A937-6246-59EE-EA7A-DCD8647ABF47}"/>
          </ac:picMkLst>
        </pc:picChg>
        <pc:cxnChg chg="mod">
          <ac:chgData name="Kannepamula Mahesh Babu" userId="391c5b16-0897-4eca-a028-a97f935a3bd2" providerId="ADAL" clId="{9E3353FE-7EFD-4D1F-85AC-2D3001641A94}" dt="2026-07-10T14:41:33.184" v="8661" actId="14100"/>
          <ac:cxnSpMkLst>
            <pc:docMk/>
            <pc:sldMk cId="1051771287" sldId="2147481731"/>
            <ac:cxnSpMk id="50" creationId="{C326FA7C-D745-0D4C-B48D-9F7B80DE5ACE}"/>
          </ac:cxnSpMkLst>
        </pc:cxnChg>
      </pc:sldChg>
      <pc:sldChg chg="addSp delSp modSp mod modClrScheme chgLayout">
        <pc:chgData name="Kannepamula Mahesh Babu" userId="391c5b16-0897-4eca-a028-a97f935a3bd2" providerId="ADAL" clId="{9E3353FE-7EFD-4D1F-85AC-2D3001641A94}" dt="2026-07-10T15:16:21.452" v="8927"/>
        <pc:sldMkLst>
          <pc:docMk/>
          <pc:sldMk cId="2117641374" sldId="2147481785"/>
        </pc:sldMkLst>
        <pc:spChg chg="mod ord">
          <ac:chgData name="Kannepamula Mahesh Babu" userId="391c5b16-0897-4eca-a028-a97f935a3bd2" providerId="ADAL" clId="{9E3353FE-7EFD-4D1F-85AC-2D3001641A94}" dt="2026-07-10T15:16:10.438" v="8924" actId="700"/>
          <ac:spMkLst>
            <pc:docMk/>
            <pc:sldMk cId="2117641374" sldId="2147481785"/>
            <ac:spMk id="2" creationId="{B2C7E958-C883-D485-22C5-F45832A62BF4}"/>
          </ac:spMkLst>
        </pc:spChg>
        <pc:spChg chg="add mod">
          <ac:chgData name="Kannepamula Mahesh Babu" userId="391c5b16-0897-4eca-a028-a97f935a3bd2" providerId="ADAL" clId="{9E3353FE-7EFD-4D1F-85AC-2D3001641A94}" dt="2026-07-10T15:16:21.452" v="8927"/>
          <ac:spMkLst>
            <pc:docMk/>
            <pc:sldMk cId="2117641374" sldId="2147481785"/>
            <ac:spMk id="3" creationId="{2F7246A8-05F5-35D0-48F9-D0B6124A98AA}"/>
          </ac:spMkLst>
        </pc:spChg>
        <pc:spChg chg="add mod">
          <ac:chgData name="Kannepamula Mahesh Babu" userId="391c5b16-0897-4eca-a028-a97f935a3bd2" providerId="ADAL" clId="{9E3353FE-7EFD-4D1F-85AC-2D3001641A94}" dt="2026-07-10T15:16:21.452" v="8927"/>
          <ac:spMkLst>
            <pc:docMk/>
            <pc:sldMk cId="2117641374" sldId="2147481785"/>
            <ac:spMk id="5" creationId="{C46077C9-F799-610D-D9FA-1655DAD27945}"/>
          </ac:spMkLst>
        </pc:spChg>
      </pc:sldChg>
      <pc:sldChg chg="addSp delSp modSp mod modClrScheme chgLayout">
        <pc:chgData name="Kannepamula Mahesh Babu" userId="391c5b16-0897-4eca-a028-a97f935a3bd2" providerId="ADAL" clId="{9E3353FE-7EFD-4D1F-85AC-2D3001641A94}" dt="2026-06-30T07:16:30.432" v="6732"/>
        <pc:sldMkLst>
          <pc:docMk/>
          <pc:sldMk cId="0" sldId="2147481787"/>
        </pc:sldMkLst>
        <pc:spChg chg="add del mod">
          <ac:chgData name="Kannepamula Mahesh Babu" userId="391c5b16-0897-4eca-a028-a97f935a3bd2" providerId="ADAL" clId="{9E3353FE-7EFD-4D1F-85AC-2D3001641A94}" dt="2026-06-30T06:53:33.572" v="6580" actId="478"/>
          <ac:spMkLst>
            <pc:docMk/>
            <pc:sldMk cId="0" sldId="2147481787"/>
            <ac:spMk id="2" creationId="{00000000-0000-0000-0000-000000000000}"/>
          </ac:spMkLst>
        </pc:spChg>
        <pc:spChg chg="add del mod">
          <ac:chgData name="Kannepamula Mahesh Babu" userId="391c5b16-0897-4eca-a028-a97f935a3bd2" providerId="ADAL" clId="{9E3353FE-7EFD-4D1F-85AC-2D3001641A94}" dt="2026-06-30T06:53:33.572" v="6580" actId="478"/>
          <ac:spMkLst>
            <pc:docMk/>
            <pc:sldMk cId="0" sldId="2147481787"/>
            <ac:spMk id="3" creationId="{00000000-0000-0000-0000-000000000000}"/>
          </ac:spMkLst>
        </pc:spChg>
        <pc:spChg chg="add del mod">
          <ac:chgData name="Kannepamula Mahesh Babu" userId="391c5b16-0897-4eca-a028-a97f935a3bd2" providerId="ADAL" clId="{9E3353FE-7EFD-4D1F-85AC-2D3001641A94}" dt="2026-06-30T06:53:33.572" v="6580" actId="478"/>
          <ac:spMkLst>
            <pc:docMk/>
            <pc:sldMk cId="0" sldId="2147481787"/>
            <ac:spMk id="5" creationId="{00000000-0000-0000-0000-000000000000}"/>
          </ac:spMkLst>
        </pc:spChg>
        <pc:spChg chg="add del mod">
          <ac:chgData name="Kannepamula Mahesh Babu" userId="391c5b16-0897-4eca-a028-a97f935a3bd2" providerId="ADAL" clId="{9E3353FE-7EFD-4D1F-85AC-2D3001641A94}" dt="2026-06-30T06:53:38.101" v="6581" actId="1076"/>
          <ac:spMkLst>
            <pc:docMk/>
            <pc:sldMk cId="0" sldId="2147481787"/>
            <ac:spMk id="6" creationId="{00000000-0000-0000-0000-000000000000}"/>
          </ac:spMkLst>
        </pc:spChg>
        <pc:spChg chg="mod">
          <ac:chgData name="Kannepamula Mahesh Babu" userId="391c5b16-0897-4eca-a028-a97f935a3bd2" providerId="ADAL" clId="{9E3353FE-7EFD-4D1F-85AC-2D3001641A94}" dt="2026-06-30T06:36:58.767" v="6418" actId="14100"/>
          <ac:spMkLst>
            <pc:docMk/>
            <pc:sldMk cId="0" sldId="2147481787"/>
            <ac:spMk id="12" creationId="{00000000-0000-0000-0000-000000000000}"/>
          </ac:spMkLst>
        </pc:spChg>
        <pc:spChg chg="mod">
          <ac:chgData name="Kannepamula Mahesh Babu" userId="391c5b16-0897-4eca-a028-a97f935a3bd2" providerId="ADAL" clId="{9E3353FE-7EFD-4D1F-85AC-2D3001641A94}" dt="2026-06-30T06:44:43.973" v="6501" actId="207"/>
          <ac:spMkLst>
            <pc:docMk/>
            <pc:sldMk cId="0" sldId="2147481787"/>
            <ac:spMk id="14" creationId="{00000000-0000-0000-0000-000000000000}"/>
          </ac:spMkLst>
        </pc:spChg>
        <pc:spChg chg="mod">
          <ac:chgData name="Kannepamula Mahesh Babu" userId="391c5b16-0897-4eca-a028-a97f935a3bd2" providerId="ADAL" clId="{9E3353FE-7EFD-4D1F-85AC-2D3001641A94}" dt="2026-06-30T06:40:40.906" v="6477" actId="1076"/>
          <ac:spMkLst>
            <pc:docMk/>
            <pc:sldMk cId="0" sldId="2147481787"/>
            <ac:spMk id="16" creationId="{00000000-0000-0000-0000-000000000000}"/>
          </ac:spMkLst>
        </pc:spChg>
        <pc:spChg chg="mod">
          <ac:chgData name="Kannepamula Mahesh Babu" userId="391c5b16-0897-4eca-a028-a97f935a3bd2" providerId="ADAL" clId="{9E3353FE-7EFD-4D1F-85AC-2D3001641A94}" dt="2026-06-30T06:40:42.645" v="6478" actId="1076"/>
          <ac:spMkLst>
            <pc:docMk/>
            <pc:sldMk cId="0" sldId="2147481787"/>
            <ac:spMk id="17" creationId="{00000000-0000-0000-0000-000000000000}"/>
          </ac:spMkLst>
        </pc:spChg>
        <pc:spChg chg="mod">
          <ac:chgData name="Kannepamula Mahesh Babu" userId="391c5b16-0897-4eca-a028-a97f935a3bd2" providerId="ADAL" clId="{9E3353FE-7EFD-4D1F-85AC-2D3001641A94}" dt="2026-06-30T06:43:04.270" v="6498" actId="208"/>
          <ac:spMkLst>
            <pc:docMk/>
            <pc:sldMk cId="0" sldId="2147481787"/>
            <ac:spMk id="18" creationId="{00000000-0000-0000-0000-000000000000}"/>
          </ac:spMkLst>
        </pc:spChg>
        <pc:spChg chg="mod">
          <ac:chgData name="Kannepamula Mahesh Babu" userId="391c5b16-0897-4eca-a028-a97f935a3bd2" providerId="ADAL" clId="{9E3353FE-7EFD-4D1F-85AC-2D3001641A94}" dt="2026-06-30T06:46:55.321" v="6534" actId="14100"/>
          <ac:spMkLst>
            <pc:docMk/>
            <pc:sldMk cId="0" sldId="2147481787"/>
            <ac:spMk id="20" creationId="{00000000-0000-0000-0000-000000000000}"/>
          </ac:spMkLst>
        </pc:spChg>
        <pc:spChg chg="mod">
          <ac:chgData name="Kannepamula Mahesh Babu" userId="391c5b16-0897-4eca-a028-a97f935a3bd2" providerId="ADAL" clId="{9E3353FE-7EFD-4D1F-85AC-2D3001641A94}" dt="2026-06-30T06:41:31.588" v="6489" actId="403"/>
          <ac:spMkLst>
            <pc:docMk/>
            <pc:sldMk cId="0" sldId="2147481787"/>
            <ac:spMk id="21" creationId="{00000000-0000-0000-0000-000000000000}"/>
          </ac:spMkLst>
        </pc:spChg>
        <pc:spChg chg="mod">
          <ac:chgData name="Kannepamula Mahesh Babu" userId="391c5b16-0897-4eca-a028-a97f935a3bd2" providerId="ADAL" clId="{9E3353FE-7EFD-4D1F-85AC-2D3001641A94}" dt="2026-06-30T06:41:23.857" v="6487" actId="948"/>
          <ac:spMkLst>
            <pc:docMk/>
            <pc:sldMk cId="0" sldId="2147481787"/>
            <ac:spMk id="22" creationId="{00000000-0000-0000-0000-000000000000}"/>
          </ac:spMkLst>
        </pc:spChg>
        <pc:spChg chg="mod">
          <ac:chgData name="Kannepamula Mahesh Babu" userId="391c5b16-0897-4eca-a028-a97f935a3bd2" providerId="ADAL" clId="{9E3353FE-7EFD-4D1F-85AC-2D3001641A94}" dt="2026-06-30T06:43:04.270" v="6498" actId="208"/>
          <ac:spMkLst>
            <pc:docMk/>
            <pc:sldMk cId="0" sldId="2147481787"/>
            <ac:spMk id="23" creationId="{00000000-0000-0000-0000-000000000000}"/>
          </ac:spMkLst>
        </pc:spChg>
        <pc:spChg chg="mod">
          <ac:chgData name="Kannepamula Mahesh Babu" userId="391c5b16-0897-4eca-a028-a97f935a3bd2" providerId="ADAL" clId="{9E3353FE-7EFD-4D1F-85AC-2D3001641A94}" dt="2026-06-30T06:46:55.321" v="6534" actId="14100"/>
          <ac:spMkLst>
            <pc:docMk/>
            <pc:sldMk cId="0" sldId="2147481787"/>
            <ac:spMk id="25" creationId="{00000000-0000-0000-0000-000000000000}"/>
          </ac:spMkLst>
        </pc:spChg>
        <pc:spChg chg="mod">
          <ac:chgData name="Kannepamula Mahesh Babu" userId="391c5b16-0897-4eca-a028-a97f935a3bd2" providerId="ADAL" clId="{9E3353FE-7EFD-4D1F-85AC-2D3001641A94}" dt="2026-06-30T06:41:31.588" v="6489" actId="403"/>
          <ac:spMkLst>
            <pc:docMk/>
            <pc:sldMk cId="0" sldId="2147481787"/>
            <ac:spMk id="26" creationId="{00000000-0000-0000-0000-000000000000}"/>
          </ac:spMkLst>
        </pc:spChg>
        <pc:spChg chg="mod">
          <ac:chgData name="Kannepamula Mahesh Babu" userId="391c5b16-0897-4eca-a028-a97f935a3bd2" providerId="ADAL" clId="{9E3353FE-7EFD-4D1F-85AC-2D3001641A94}" dt="2026-06-30T06:41:23.857" v="6487" actId="948"/>
          <ac:spMkLst>
            <pc:docMk/>
            <pc:sldMk cId="0" sldId="2147481787"/>
            <ac:spMk id="27" creationId="{00000000-0000-0000-0000-000000000000}"/>
          </ac:spMkLst>
        </pc:spChg>
        <pc:spChg chg="mod">
          <ac:chgData name="Kannepamula Mahesh Babu" userId="391c5b16-0897-4eca-a028-a97f935a3bd2" providerId="ADAL" clId="{9E3353FE-7EFD-4D1F-85AC-2D3001641A94}" dt="2026-06-30T06:43:04.270" v="6498" actId="208"/>
          <ac:spMkLst>
            <pc:docMk/>
            <pc:sldMk cId="0" sldId="2147481787"/>
            <ac:spMk id="28" creationId="{00000000-0000-0000-0000-000000000000}"/>
          </ac:spMkLst>
        </pc:spChg>
        <pc:spChg chg="mod">
          <ac:chgData name="Kannepamula Mahesh Babu" userId="391c5b16-0897-4eca-a028-a97f935a3bd2" providerId="ADAL" clId="{9E3353FE-7EFD-4D1F-85AC-2D3001641A94}" dt="2026-06-30T06:46:55.321" v="6534" actId="14100"/>
          <ac:spMkLst>
            <pc:docMk/>
            <pc:sldMk cId="0" sldId="2147481787"/>
            <ac:spMk id="30" creationId="{00000000-0000-0000-0000-000000000000}"/>
          </ac:spMkLst>
        </pc:spChg>
        <pc:spChg chg="mod">
          <ac:chgData name="Kannepamula Mahesh Babu" userId="391c5b16-0897-4eca-a028-a97f935a3bd2" providerId="ADAL" clId="{9E3353FE-7EFD-4D1F-85AC-2D3001641A94}" dt="2026-06-30T06:41:31.588" v="6489" actId="403"/>
          <ac:spMkLst>
            <pc:docMk/>
            <pc:sldMk cId="0" sldId="2147481787"/>
            <ac:spMk id="31" creationId="{00000000-0000-0000-0000-000000000000}"/>
          </ac:spMkLst>
        </pc:spChg>
        <pc:spChg chg="mod">
          <ac:chgData name="Kannepamula Mahesh Babu" userId="391c5b16-0897-4eca-a028-a97f935a3bd2" providerId="ADAL" clId="{9E3353FE-7EFD-4D1F-85AC-2D3001641A94}" dt="2026-06-30T06:41:23.857" v="6487" actId="948"/>
          <ac:spMkLst>
            <pc:docMk/>
            <pc:sldMk cId="0" sldId="2147481787"/>
            <ac:spMk id="32" creationId="{00000000-0000-0000-0000-000000000000}"/>
          </ac:spMkLst>
        </pc:spChg>
        <pc:spChg chg="mod">
          <ac:chgData name="Kannepamula Mahesh Babu" userId="391c5b16-0897-4eca-a028-a97f935a3bd2" providerId="ADAL" clId="{9E3353FE-7EFD-4D1F-85AC-2D3001641A94}" dt="2026-06-30T06:43:04.270" v="6498" actId="208"/>
          <ac:spMkLst>
            <pc:docMk/>
            <pc:sldMk cId="0" sldId="2147481787"/>
            <ac:spMk id="33" creationId="{00000000-0000-0000-0000-000000000000}"/>
          </ac:spMkLst>
        </pc:spChg>
        <pc:spChg chg="mod">
          <ac:chgData name="Kannepamula Mahesh Babu" userId="391c5b16-0897-4eca-a028-a97f935a3bd2" providerId="ADAL" clId="{9E3353FE-7EFD-4D1F-85AC-2D3001641A94}" dt="2026-06-30T06:46:55.321" v="6534" actId="14100"/>
          <ac:spMkLst>
            <pc:docMk/>
            <pc:sldMk cId="0" sldId="2147481787"/>
            <ac:spMk id="35" creationId="{00000000-0000-0000-0000-000000000000}"/>
          </ac:spMkLst>
        </pc:spChg>
        <pc:spChg chg="mod">
          <ac:chgData name="Kannepamula Mahesh Babu" userId="391c5b16-0897-4eca-a028-a97f935a3bd2" providerId="ADAL" clId="{9E3353FE-7EFD-4D1F-85AC-2D3001641A94}" dt="2026-06-30T06:41:31.588" v="6489" actId="403"/>
          <ac:spMkLst>
            <pc:docMk/>
            <pc:sldMk cId="0" sldId="2147481787"/>
            <ac:spMk id="36" creationId="{00000000-0000-0000-0000-000000000000}"/>
          </ac:spMkLst>
        </pc:spChg>
        <pc:spChg chg="mod">
          <ac:chgData name="Kannepamula Mahesh Babu" userId="391c5b16-0897-4eca-a028-a97f935a3bd2" providerId="ADAL" clId="{9E3353FE-7EFD-4D1F-85AC-2D3001641A94}" dt="2026-06-30T06:41:23.891" v="6488" actId="27636"/>
          <ac:spMkLst>
            <pc:docMk/>
            <pc:sldMk cId="0" sldId="2147481787"/>
            <ac:spMk id="37" creationId="{00000000-0000-0000-0000-000000000000}"/>
          </ac:spMkLst>
        </pc:spChg>
        <pc:spChg chg="mod">
          <ac:chgData name="Kannepamula Mahesh Babu" userId="391c5b16-0897-4eca-a028-a97f935a3bd2" providerId="ADAL" clId="{9E3353FE-7EFD-4D1F-85AC-2D3001641A94}" dt="2026-06-30T06:43:04.270" v="6498" actId="208"/>
          <ac:spMkLst>
            <pc:docMk/>
            <pc:sldMk cId="0" sldId="2147481787"/>
            <ac:spMk id="38" creationId="{00000000-0000-0000-0000-000000000000}"/>
          </ac:spMkLst>
        </pc:spChg>
        <pc:spChg chg="mod">
          <ac:chgData name="Kannepamula Mahesh Babu" userId="391c5b16-0897-4eca-a028-a97f935a3bd2" providerId="ADAL" clId="{9E3353FE-7EFD-4D1F-85AC-2D3001641A94}" dt="2026-06-30T06:46:55.321" v="6534" actId="14100"/>
          <ac:spMkLst>
            <pc:docMk/>
            <pc:sldMk cId="0" sldId="2147481787"/>
            <ac:spMk id="40" creationId="{00000000-0000-0000-0000-000000000000}"/>
          </ac:spMkLst>
        </pc:spChg>
        <pc:spChg chg="mod">
          <ac:chgData name="Kannepamula Mahesh Babu" userId="391c5b16-0897-4eca-a028-a97f935a3bd2" providerId="ADAL" clId="{9E3353FE-7EFD-4D1F-85AC-2D3001641A94}" dt="2026-06-30T06:41:31.588" v="6489" actId="403"/>
          <ac:spMkLst>
            <pc:docMk/>
            <pc:sldMk cId="0" sldId="2147481787"/>
            <ac:spMk id="41" creationId="{00000000-0000-0000-0000-000000000000}"/>
          </ac:spMkLst>
        </pc:spChg>
        <pc:spChg chg="mod">
          <ac:chgData name="Kannepamula Mahesh Babu" userId="391c5b16-0897-4eca-a028-a97f935a3bd2" providerId="ADAL" clId="{9E3353FE-7EFD-4D1F-85AC-2D3001641A94}" dt="2026-06-30T06:41:23.857" v="6487" actId="948"/>
          <ac:spMkLst>
            <pc:docMk/>
            <pc:sldMk cId="0" sldId="2147481787"/>
            <ac:spMk id="42" creationId="{00000000-0000-0000-0000-000000000000}"/>
          </ac:spMkLst>
        </pc:spChg>
        <pc:spChg chg="mod">
          <ac:chgData name="Kannepamula Mahesh Babu" userId="391c5b16-0897-4eca-a028-a97f935a3bd2" providerId="ADAL" clId="{9E3353FE-7EFD-4D1F-85AC-2D3001641A94}" dt="2026-06-30T06:43:04.270" v="6498" actId="208"/>
          <ac:spMkLst>
            <pc:docMk/>
            <pc:sldMk cId="0" sldId="2147481787"/>
            <ac:spMk id="43" creationId="{00000000-0000-0000-0000-000000000000}"/>
          </ac:spMkLst>
        </pc:spChg>
        <pc:spChg chg="mod">
          <ac:chgData name="Kannepamula Mahesh Babu" userId="391c5b16-0897-4eca-a028-a97f935a3bd2" providerId="ADAL" clId="{9E3353FE-7EFD-4D1F-85AC-2D3001641A94}" dt="2026-06-30T06:46:55.321" v="6534" actId="14100"/>
          <ac:spMkLst>
            <pc:docMk/>
            <pc:sldMk cId="0" sldId="2147481787"/>
            <ac:spMk id="45" creationId="{00000000-0000-0000-0000-000000000000}"/>
          </ac:spMkLst>
        </pc:spChg>
        <pc:spChg chg="mod">
          <ac:chgData name="Kannepamula Mahesh Babu" userId="391c5b16-0897-4eca-a028-a97f935a3bd2" providerId="ADAL" clId="{9E3353FE-7EFD-4D1F-85AC-2D3001641A94}" dt="2026-06-30T06:41:31.588" v="6489" actId="403"/>
          <ac:spMkLst>
            <pc:docMk/>
            <pc:sldMk cId="0" sldId="2147481787"/>
            <ac:spMk id="46" creationId="{00000000-0000-0000-0000-000000000000}"/>
          </ac:spMkLst>
        </pc:spChg>
        <pc:spChg chg="mod">
          <ac:chgData name="Kannepamula Mahesh Babu" userId="391c5b16-0897-4eca-a028-a97f935a3bd2" providerId="ADAL" clId="{9E3353FE-7EFD-4D1F-85AC-2D3001641A94}" dt="2026-06-30T06:41:23.857" v="6487" actId="948"/>
          <ac:spMkLst>
            <pc:docMk/>
            <pc:sldMk cId="0" sldId="2147481787"/>
            <ac:spMk id="47" creationId="{00000000-0000-0000-0000-000000000000}"/>
          </ac:spMkLst>
        </pc:spChg>
        <pc:spChg chg="mod">
          <ac:chgData name="Kannepamula Mahesh Babu" userId="391c5b16-0897-4eca-a028-a97f935a3bd2" providerId="ADAL" clId="{9E3353FE-7EFD-4D1F-85AC-2D3001641A94}" dt="2026-06-30T07:16:30.432" v="6732"/>
          <ac:spMkLst>
            <pc:docMk/>
            <pc:sldMk cId="0" sldId="2147481787"/>
            <ac:spMk id="48" creationId="{00000000-0000-0000-0000-000000000000}"/>
          </ac:spMkLst>
        </pc:spChg>
        <pc:spChg chg="mod">
          <ac:chgData name="Kannepamula Mahesh Babu" userId="391c5b16-0897-4eca-a028-a97f935a3bd2" providerId="ADAL" clId="{9E3353FE-7EFD-4D1F-85AC-2D3001641A94}" dt="2026-06-30T06:50:22.600" v="6563" actId="122"/>
          <ac:spMkLst>
            <pc:docMk/>
            <pc:sldMk cId="0" sldId="2147481787"/>
            <ac:spMk id="49" creationId="{00000000-0000-0000-0000-000000000000}"/>
          </ac:spMkLst>
        </pc:spChg>
        <pc:spChg chg="add mod ord">
          <ac:chgData name="Kannepamula Mahesh Babu" userId="391c5b16-0897-4eca-a028-a97f935a3bd2" providerId="ADAL" clId="{9E3353FE-7EFD-4D1F-85AC-2D3001641A94}" dt="2026-06-30T06:36:34.817" v="6407" actId="6264"/>
          <ac:spMkLst>
            <pc:docMk/>
            <pc:sldMk cId="0" sldId="2147481787"/>
            <ac:spMk id="51" creationId="{BB52F828-B507-C7BE-1756-94508A69CDBE}"/>
          </ac:spMkLst>
        </pc:spChg>
        <pc:picChg chg="add del mod">
          <ac:chgData name="Kannepamula Mahesh Babu" userId="391c5b16-0897-4eca-a028-a97f935a3bd2" providerId="ADAL" clId="{9E3353FE-7EFD-4D1F-85AC-2D3001641A94}" dt="2026-06-30T06:53:33.572" v="6580" actId="478"/>
          <ac:picMkLst>
            <pc:docMk/>
            <pc:sldMk cId="0" sldId="2147481787"/>
            <ac:picMk id="4" creationId="{00000000-0000-0000-0000-000000000000}"/>
          </ac:picMkLst>
        </pc:picChg>
      </pc:sldChg>
      <pc:sldChg chg="addSp delSp modSp add mod modClrScheme chgLayout">
        <pc:chgData name="Kannepamula Mahesh Babu" userId="391c5b16-0897-4eca-a028-a97f935a3bd2" providerId="ADAL" clId="{9E3353FE-7EFD-4D1F-85AC-2D3001641A94}" dt="2026-06-30T07:16:16.112" v="6727" actId="207"/>
        <pc:sldMkLst>
          <pc:docMk/>
          <pc:sldMk cId="2008410391" sldId="2147481791"/>
        </pc:sldMkLst>
        <pc:spChg chg="mod ord">
          <ac:chgData name="Kannepamula Mahesh Babu" userId="391c5b16-0897-4eca-a028-a97f935a3bd2" providerId="ADAL" clId="{9E3353FE-7EFD-4D1F-85AC-2D3001641A94}" dt="2026-06-30T06:29:19.731" v="6303" actId="6264"/>
          <ac:spMkLst>
            <pc:docMk/>
            <pc:sldMk cId="2008410391" sldId="2147481791"/>
            <ac:spMk id="2" creationId="{12EF77AF-C6D1-0BB2-559D-9255918F1D46}"/>
          </ac:spMkLst>
        </pc:spChg>
        <pc:spChg chg="mod">
          <ac:chgData name="Kannepamula Mahesh Babu" userId="391c5b16-0897-4eca-a028-a97f935a3bd2" providerId="ADAL" clId="{9E3353FE-7EFD-4D1F-85AC-2D3001641A94}" dt="2026-06-30T06:33:05.511" v="6362" actId="1076"/>
          <ac:spMkLst>
            <pc:docMk/>
            <pc:sldMk cId="2008410391" sldId="2147481791"/>
            <ac:spMk id="8" creationId="{0D341E75-95AB-AAF3-B431-906EED1D739D}"/>
          </ac:spMkLst>
        </pc:spChg>
        <pc:spChg chg="mod">
          <ac:chgData name="Kannepamula Mahesh Babu" userId="391c5b16-0897-4eca-a028-a97f935a3bd2" providerId="ADAL" clId="{9E3353FE-7EFD-4D1F-85AC-2D3001641A94}" dt="2026-06-30T06:33:05.511" v="6362" actId="1076"/>
          <ac:spMkLst>
            <pc:docMk/>
            <pc:sldMk cId="2008410391" sldId="2147481791"/>
            <ac:spMk id="16" creationId="{7DB71224-7ED6-0FD8-46E2-D4A8F155AA87}"/>
          </ac:spMkLst>
        </pc:spChg>
        <pc:spChg chg="mod topLvl">
          <ac:chgData name="Kannepamula Mahesh Babu" userId="391c5b16-0897-4eca-a028-a97f935a3bd2" providerId="ADAL" clId="{9E3353FE-7EFD-4D1F-85AC-2D3001641A94}" dt="2026-06-30T06:31:06.029" v="6336" actId="554"/>
          <ac:spMkLst>
            <pc:docMk/>
            <pc:sldMk cId="2008410391" sldId="2147481791"/>
            <ac:spMk id="17" creationId="{275D8770-4D0B-2047-C82E-D62F0767AF1A}"/>
          </ac:spMkLst>
        </pc:spChg>
        <pc:spChg chg="mod">
          <ac:chgData name="Kannepamula Mahesh Babu" userId="391c5b16-0897-4eca-a028-a97f935a3bd2" providerId="ADAL" clId="{9E3353FE-7EFD-4D1F-85AC-2D3001641A94}" dt="2026-06-30T06:33:05.511" v="6362" actId="1076"/>
          <ac:spMkLst>
            <pc:docMk/>
            <pc:sldMk cId="2008410391" sldId="2147481791"/>
            <ac:spMk id="19" creationId="{7527F1C5-F010-C743-C163-CF66E9281AA1}"/>
          </ac:spMkLst>
        </pc:spChg>
        <pc:spChg chg="mod">
          <ac:chgData name="Kannepamula Mahesh Babu" userId="391c5b16-0897-4eca-a028-a97f935a3bd2" providerId="ADAL" clId="{9E3353FE-7EFD-4D1F-85AC-2D3001641A94}" dt="2026-06-30T06:33:05.511" v="6362" actId="1076"/>
          <ac:spMkLst>
            <pc:docMk/>
            <pc:sldMk cId="2008410391" sldId="2147481791"/>
            <ac:spMk id="21" creationId="{57F742FB-499A-18EE-0AB4-5AC7DE59F8A8}"/>
          </ac:spMkLst>
        </pc:spChg>
        <pc:spChg chg="mod">
          <ac:chgData name="Kannepamula Mahesh Babu" userId="391c5b16-0897-4eca-a028-a97f935a3bd2" providerId="ADAL" clId="{9E3353FE-7EFD-4D1F-85AC-2D3001641A94}" dt="2026-06-30T06:33:05.511" v="6362" actId="1076"/>
          <ac:spMkLst>
            <pc:docMk/>
            <pc:sldMk cId="2008410391" sldId="2147481791"/>
            <ac:spMk id="22" creationId="{844D88AE-6926-A638-1A75-F61DC8EE152C}"/>
          </ac:spMkLst>
        </pc:spChg>
        <pc:spChg chg="mod topLvl">
          <ac:chgData name="Kannepamula Mahesh Babu" userId="391c5b16-0897-4eca-a028-a97f935a3bd2" providerId="ADAL" clId="{9E3353FE-7EFD-4D1F-85AC-2D3001641A94}" dt="2026-06-30T07:16:16.112" v="6727" actId="207"/>
          <ac:spMkLst>
            <pc:docMk/>
            <pc:sldMk cId="2008410391" sldId="2147481791"/>
            <ac:spMk id="33" creationId="{A75E46BA-777F-5FA9-F641-5654FC797718}"/>
          </ac:spMkLst>
        </pc:spChg>
        <pc:spChg chg="mod">
          <ac:chgData name="Kannepamula Mahesh Babu" userId="391c5b16-0897-4eca-a028-a97f935a3bd2" providerId="ADAL" clId="{9E3353FE-7EFD-4D1F-85AC-2D3001641A94}" dt="2026-06-30T06:33:05.511" v="6362" actId="1076"/>
          <ac:spMkLst>
            <pc:docMk/>
            <pc:sldMk cId="2008410391" sldId="2147481791"/>
            <ac:spMk id="42" creationId="{67AB741A-79E0-EEF7-640A-95752447174E}"/>
          </ac:spMkLst>
        </pc:spChg>
        <pc:spChg chg="mod topLvl">
          <ac:chgData name="Kannepamula Mahesh Babu" userId="391c5b16-0897-4eca-a028-a97f935a3bd2" providerId="ADAL" clId="{9E3353FE-7EFD-4D1F-85AC-2D3001641A94}" dt="2026-06-30T07:16:16.112" v="6727" actId="207"/>
          <ac:spMkLst>
            <pc:docMk/>
            <pc:sldMk cId="2008410391" sldId="2147481791"/>
            <ac:spMk id="57" creationId="{911292DE-3DF3-9AEC-CF24-9278E6ABD978}"/>
          </ac:spMkLst>
        </pc:spChg>
        <pc:spChg chg="mod topLvl">
          <ac:chgData name="Kannepamula Mahesh Babu" userId="391c5b16-0897-4eca-a028-a97f935a3bd2" providerId="ADAL" clId="{9E3353FE-7EFD-4D1F-85AC-2D3001641A94}" dt="2026-06-30T06:32:07.188" v="6352" actId="12789"/>
          <ac:spMkLst>
            <pc:docMk/>
            <pc:sldMk cId="2008410391" sldId="2147481791"/>
            <ac:spMk id="58" creationId="{1248911D-3093-740C-6B52-55F08E393175}"/>
          </ac:spMkLst>
        </pc:spChg>
        <pc:spChg chg="mod topLvl">
          <ac:chgData name="Kannepamula Mahesh Babu" userId="391c5b16-0897-4eca-a028-a97f935a3bd2" providerId="ADAL" clId="{9E3353FE-7EFD-4D1F-85AC-2D3001641A94}" dt="2026-06-30T06:31:33.794" v="6346" actId="1076"/>
          <ac:spMkLst>
            <pc:docMk/>
            <pc:sldMk cId="2008410391" sldId="2147481791"/>
            <ac:spMk id="68" creationId="{A44A3E76-0C2E-DB07-60CC-7ADFE1894B9F}"/>
          </ac:spMkLst>
        </pc:spChg>
        <pc:spChg chg="mod topLvl">
          <ac:chgData name="Kannepamula Mahesh Babu" userId="391c5b16-0897-4eca-a028-a97f935a3bd2" providerId="ADAL" clId="{9E3353FE-7EFD-4D1F-85AC-2D3001641A94}" dt="2026-06-30T07:16:16.112" v="6727" actId="207"/>
          <ac:spMkLst>
            <pc:docMk/>
            <pc:sldMk cId="2008410391" sldId="2147481791"/>
            <ac:spMk id="70" creationId="{8CF402D2-CB01-773A-A703-FC8DB65C471F}"/>
          </ac:spMkLst>
        </pc:spChg>
        <pc:spChg chg="mod topLvl">
          <ac:chgData name="Kannepamula Mahesh Babu" userId="391c5b16-0897-4eca-a028-a97f935a3bd2" providerId="ADAL" clId="{9E3353FE-7EFD-4D1F-85AC-2D3001641A94}" dt="2026-06-30T06:32:03.028" v="6351" actId="12789"/>
          <ac:spMkLst>
            <pc:docMk/>
            <pc:sldMk cId="2008410391" sldId="2147481791"/>
            <ac:spMk id="72" creationId="{631CA4D1-0D4F-EEDF-3A64-D517047937F8}"/>
          </ac:spMkLst>
        </pc:spChg>
        <pc:spChg chg="mod topLvl">
          <ac:chgData name="Kannepamula Mahesh Babu" userId="391c5b16-0897-4eca-a028-a97f935a3bd2" providerId="ADAL" clId="{9E3353FE-7EFD-4D1F-85AC-2D3001641A94}" dt="2026-06-30T07:16:16.112" v="6727" actId="207"/>
          <ac:spMkLst>
            <pc:docMk/>
            <pc:sldMk cId="2008410391" sldId="2147481791"/>
            <ac:spMk id="73" creationId="{63E6473F-991C-2B25-8BE7-BF074180BCA9}"/>
          </ac:spMkLst>
        </pc:spChg>
        <pc:spChg chg="mod topLvl">
          <ac:chgData name="Kannepamula Mahesh Babu" userId="391c5b16-0897-4eca-a028-a97f935a3bd2" providerId="ADAL" clId="{9E3353FE-7EFD-4D1F-85AC-2D3001641A94}" dt="2026-06-30T06:32:07.188" v="6352" actId="12789"/>
          <ac:spMkLst>
            <pc:docMk/>
            <pc:sldMk cId="2008410391" sldId="2147481791"/>
            <ac:spMk id="74" creationId="{9F2B0343-E7E9-0A59-3E9E-BED5A734AAAA}"/>
          </ac:spMkLst>
        </pc:spChg>
        <pc:spChg chg="mod topLvl">
          <ac:chgData name="Kannepamula Mahesh Babu" userId="391c5b16-0897-4eca-a028-a97f935a3bd2" providerId="ADAL" clId="{9E3353FE-7EFD-4D1F-85AC-2D3001641A94}" dt="2026-06-30T06:32:03.028" v="6351" actId="12789"/>
          <ac:spMkLst>
            <pc:docMk/>
            <pc:sldMk cId="2008410391" sldId="2147481791"/>
            <ac:spMk id="83" creationId="{9CF14613-C1B2-6002-18A9-FB0747929B36}"/>
          </ac:spMkLst>
        </pc:spChg>
        <pc:spChg chg="mod">
          <ac:chgData name="Kannepamula Mahesh Babu" userId="391c5b16-0897-4eca-a028-a97f935a3bd2" providerId="ADAL" clId="{9E3353FE-7EFD-4D1F-85AC-2D3001641A94}" dt="2026-06-30T06:35:42.689" v="6396" actId="14100"/>
          <ac:spMkLst>
            <pc:docMk/>
            <pc:sldMk cId="2008410391" sldId="2147481791"/>
            <ac:spMk id="92" creationId="{9B8BE7A0-567A-CC5E-0D7C-5DC01C4586FD}"/>
          </ac:spMkLst>
        </pc:spChg>
        <pc:spChg chg="mod">
          <ac:chgData name="Kannepamula Mahesh Babu" userId="391c5b16-0897-4eca-a028-a97f935a3bd2" providerId="ADAL" clId="{9E3353FE-7EFD-4D1F-85AC-2D3001641A94}" dt="2026-06-30T06:35:42.689" v="6396" actId="14100"/>
          <ac:spMkLst>
            <pc:docMk/>
            <pc:sldMk cId="2008410391" sldId="2147481791"/>
            <ac:spMk id="93" creationId="{8DB81758-0D3E-C661-1537-F0195C11F5B1}"/>
          </ac:spMkLst>
        </pc:spChg>
        <pc:spChg chg="mod">
          <ac:chgData name="Kannepamula Mahesh Babu" userId="391c5b16-0897-4eca-a028-a97f935a3bd2" providerId="ADAL" clId="{9E3353FE-7EFD-4D1F-85AC-2D3001641A94}" dt="2026-06-30T06:35:42.689" v="6396" actId="14100"/>
          <ac:spMkLst>
            <pc:docMk/>
            <pc:sldMk cId="2008410391" sldId="2147481791"/>
            <ac:spMk id="94" creationId="{983A67D7-38DB-0920-5854-E89DFA979C9B}"/>
          </ac:spMkLst>
        </pc:spChg>
        <pc:spChg chg="mod topLvl">
          <ac:chgData name="Kannepamula Mahesh Babu" userId="391c5b16-0897-4eca-a028-a97f935a3bd2" providerId="ADAL" clId="{9E3353FE-7EFD-4D1F-85AC-2D3001641A94}" dt="2026-06-30T06:34:47.566" v="6387" actId="14100"/>
          <ac:spMkLst>
            <pc:docMk/>
            <pc:sldMk cId="2008410391" sldId="2147481791"/>
            <ac:spMk id="103" creationId="{01ECA5AD-4420-E7BD-0D25-607443951C8E}"/>
          </ac:spMkLst>
        </pc:spChg>
        <pc:spChg chg="mod topLvl">
          <ac:chgData name="Kannepamula Mahesh Babu" userId="391c5b16-0897-4eca-a028-a97f935a3bd2" providerId="ADAL" clId="{9E3353FE-7EFD-4D1F-85AC-2D3001641A94}" dt="2026-06-30T06:35:21.654" v="6394" actId="122"/>
          <ac:spMkLst>
            <pc:docMk/>
            <pc:sldMk cId="2008410391" sldId="2147481791"/>
            <ac:spMk id="104" creationId="{8AE4DC90-4EF6-26B4-C6C9-FEB47733EED2}"/>
          </ac:spMkLst>
        </pc:spChg>
        <pc:spChg chg="mod topLvl">
          <ac:chgData name="Kannepamula Mahesh Babu" userId="391c5b16-0897-4eca-a028-a97f935a3bd2" providerId="ADAL" clId="{9E3353FE-7EFD-4D1F-85AC-2D3001641A94}" dt="2026-06-30T06:34:54.979" v="6388" actId="1076"/>
          <ac:spMkLst>
            <pc:docMk/>
            <pc:sldMk cId="2008410391" sldId="2147481791"/>
            <ac:spMk id="105" creationId="{021A676F-BD5C-06C5-3746-E6905821CB12}"/>
          </ac:spMkLst>
        </pc:spChg>
        <pc:spChg chg="mod topLvl">
          <ac:chgData name="Kannepamula Mahesh Babu" userId="391c5b16-0897-4eca-a028-a97f935a3bd2" providerId="ADAL" clId="{9E3353FE-7EFD-4D1F-85AC-2D3001641A94}" dt="2026-06-30T06:35:21.654" v="6394" actId="122"/>
          <ac:spMkLst>
            <pc:docMk/>
            <pc:sldMk cId="2008410391" sldId="2147481791"/>
            <ac:spMk id="106" creationId="{97D61D39-8180-B102-13B8-2A00487210AA}"/>
          </ac:spMkLst>
        </pc:spChg>
        <pc:spChg chg="mod topLvl">
          <ac:chgData name="Kannepamula Mahesh Babu" userId="391c5b16-0897-4eca-a028-a97f935a3bd2" providerId="ADAL" clId="{9E3353FE-7EFD-4D1F-85AC-2D3001641A94}" dt="2026-06-30T06:34:54.979" v="6388" actId="1076"/>
          <ac:spMkLst>
            <pc:docMk/>
            <pc:sldMk cId="2008410391" sldId="2147481791"/>
            <ac:spMk id="107" creationId="{41FEDCC1-BA26-D364-3769-3299760DAE9C}"/>
          </ac:spMkLst>
        </pc:spChg>
        <pc:spChg chg="mod topLvl">
          <ac:chgData name="Kannepamula Mahesh Babu" userId="391c5b16-0897-4eca-a028-a97f935a3bd2" providerId="ADAL" clId="{9E3353FE-7EFD-4D1F-85AC-2D3001641A94}" dt="2026-06-30T06:35:21.654" v="6394" actId="122"/>
          <ac:spMkLst>
            <pc:docMk/>
            <pc:sldMk cId="2008410391" sldId="2147481791"/>
            <ac:spMk id="108" creationId="{821244AD-9133-35CE-4B24-9ED9C34D64BE}"/>
          </ac:spMkLst>
        </pc:spChg>
        <pc:grpChg chg="add mod">
          <ac:chgData name="Kannepamula Mahesh Babu" userId="391c5b16-0897-4eca-a028-a97f935a3bd2" providerId="ADAL" clId="{9E3353FE-7EFD-4D1F-85AC-2D3001641A94}" dt="2026-06-30T06:35:42.689" v="6396" actId="14100"/>
          <ac:grpSpMkLst>
            <pc:docMk/>
            <pc:sldMk cId="2008410391" sldId="2147481791"/>
            <ac:grpSpMk id="12" creationId="{DACD75F9-0860-E6AF-0F05-94DA8D5FA68A}"/>
          </ac:grpSpMkLst>
        </pc:grpChg>
        <pc:picChg chg="mod">
          <ac:chgData name="Kannepamula Mahesh Babu" userId="391c5b16-0897-4eca-a028-a97f935a3bd2" providerId="ADAL" clId="{9E3353FE-7EFD-4D1F-85AC-2D3001641A94}" dt="2026-06-30T06:35:01.199" v="6389" actId="12789"/>
          <ac:picMkLst>
            <pc:docMk/>
            <pc:sldMk cId="2008410391" sldId="2147481791"/>
            <ac:picMk id="112" creationId="{BC3EC7D9-9453-E049-6686-06A1682B87DD}"/>
          </ac:picMkLst>
        </pc:picChg>
        <pc:picChg chg="mod">
          <ac:chgData name="Kannepamula Mahesh Babu" userId="391c5b16-0897-4eca-a028-a97f935a3bd2" providerId="ADAL" clId="{9E3353FE-7EFD-4D1F-85AC-2D3001641A94}" dt="2026-06-30T06:35:01.199" v="6389" actId="12789"/>
          <ac:picMkLst>
            <pc:docMk/>
            <pc:sldMk cId="2008410391" sldId="2147481791"/>
            <ac:picMk id="114" creationId="{FAA58A3A-45A8-E09C-7408-C45CC8AEB5A8}"/>
          </ac:picMkLst>
        </pc:picChg>
        <pc:picChg chg="mod">
          <ac:chgData name="Kannepamula Mahesh Babu" userId="391c5b16-0897-4eca-a028-a97f935a3bd2" providerId="ADAL" clId="{9E3353FE-7EFD-4D1F-85AC-2D3001641A94}" dt="2026-06-30T06:35:01.199" v="6389" actId="12789"/>
          <ac:picMkLst>
            <pc:docMk/>
            <pc:sldMk cId="2008410391" sldId="2147481791"/>
            <ac:picMk id="116" creationId="{4752E7E4-46A1-F601-F449-B0FDF4E96CF6}"/>
          </ac:picMkLst>
        </pc:picChg>
        <pc:cxnChg chg="add mod">
          <ac:chgData name="Kannepamula Mahesh Babu" userId="391c5b16-0897-4eca-a028-a97f935a3bd2" providerId="ADAL" clId="{9E3353FE-7EFD-4D1F-85AC-2D3001641A94}" dt="2026-06-30T06:31:25.348" v="6344" actId="12788"/>
          <ac:cxnSpMkLst>
            <pc:docMk/>
            <pc:sldMk cId="2008410391" sldId="2147481791"/>
            <ac:cxnSpMk id="7" creationId="{E0C8F51D-96AC-DE70-2545-44DB7AD157A2}"/>
          </ac:cxnSpMkLst>
        </pc:cxnChg>
        <pc:cxnChg chg="mod">
          <ac:chgData name="Kannepamula Mahesh Babu" userId="391c5b16-0897-4eca-a028-a97f935a3bd2" providerId="ADAL" clId="{9E3353FE-7EFD-4D1F-85AC-2D3001641A94}" dt="2026-06-30T06:33:05.511" v="6362" actId="1076"/>
          <ac:cxnSpMkLst>
            <pc:docMk/>
            <pc:sldMk cId="2008410391" sldId="2147481791"/>
            <ac:cxnSpMk id="48" creationId="{CE5CDE82-AB5E-7E30-3CD4-299C09D1FD31}"/>
          </ac:cxnSpMkLst>
        </pc:cxnChg>
        <pc:cxnChg chg="mod">
          <ac:chgData name="Kannepamula Mahesh Babu" userId="391c5b16-0897-4eca-a028-a97f935a3bd2" providerId="ADAL" clId="{9E3353FE-7EFD-4D1F-85AC-2D3001641A94}" dt="2026-06-30T06:32:52.746" v="6359" actId="1582"/>
          <ac:cxnSpMkLst>
            <pc:docMk/>
            <pc:sldMk cId="2008410391" sldId="2147481791"/>
            <ac:cxnSpMk id="87" creationId="{6403DFAC-FE3F-86D7-AF97-53F02AFFB605}"/>
          </ac:cxnSpMkLst>
        </pc:cxnChg>
        <pc:cxnChg chg="mod">
          <ac:chgData name="Kannepamula Mahesh Babu" userId="391c5b16-0897-4eca-a028-a97f935a3bd2" providerId="ADAL" clId="{9E3353FE-7EFD-4D1F-85AC-2D3001641A94}" dt="2026-06-30T06:33:05.511" v="6362" actId="1076"/>
          <ac:cxnSpMkLst>
            <pc:docMk/>
            <pc:sldMk cId="2008410391" sldId="2147481791"/>
            <ac:cxnSpMk id="88" creationId="{20077BF6-00F4-6293-1FA0-98BD991CA173}"/>
          </ac:cxnSpMkLst>
        </pc:cxnChg>
        <pc:cxnChg chg="mod">
          <ac:chgData name="Kannepamula Mahesh Babu" userId="391c5b16-0897-4eca-a028-a97f935a3bd2" providerId="ADAL" clId="{9E3353FE-7EFD-4D1F-85AC-2D3001641A94}" dt="2026-06-30T06:33:05.511" v="6362" actId="1076"/>
          <ac:cxnSpMkLst>
            <pc:docMk/>
            <pc:sldMk cId="2008410391" sldId="2147481791"/>
            <ac:cxnSpMk id="89" creationId="{808CC47E-6925-0CBD-4BC9-A4B651E8E98B}"/>
          </ac:cxnSpMkLst>
        </pc:cxnChg>
        <pc:cxnChg chg="mod">
          <ac:chgData name="Kannepamula Mahesh Babu" userId="391c5b16-0897-4eca-a028-a97f935a3bd2" providerId="ADAL" clId="{9E3353FE-7EFD-4D1F-85AC-2D3001641A94}" dt="2026-06-30T06:33:05.511" v="6362" actId="1076"/>
          <ac:cxnSpMkLst>
            <pc:docMk/>
            <pc:sldMk cId="2008410391" sldId="2147481791"/>
            <ac:cxnSpMk id="91" creationId="{D02B24E5-5A8C-0F32-8124-85345F9736CD}"/>
          </ac:cxnSpMkLst>
        </pc:cxnChg>
        <pc:cxnChg chg="mod">
          <ac:chgData name="Kannepamula Mahesh Babu" userId="391c5b16-0897-4eca-a028-a97f935a3bd2" providerId="ADAL" clId="{9E3353FE-7EFD-4D1F-85AC-2D3001641A94}" dt="2026-06-30T06:33:52.506" v="6377" actId="164"/>
          <ac:cxnSpMkLst>
            <pc:docMk/>
            <pc:sldMk cId="2008410391" sldId="2147481791"/>
            <ac:cxnSpMk id="95" creationId="{87A567E4-25C5-ED8E-6746-3A87B8FC2C07}"/>
          </ac:cxnSpMkLst>
        </pc:cxnChg>
        <pc:cxnChg chg="mod">
          <ac:chgData name="Kannepamula Mahesh Babu" userId="391c5b16-0897-4eca-a028-a97f935a3bd2" providerId="ADAL" clId="{9E3353FE-7EFD-4D1F-85AC-2D3001641A94}" dt="2026-06-30T06:33:52.506" v="6377" actId="164"/>
          <ac:cxnSpMkLst>
            <pc:docMk/>
            <pc:sldMk cId="2008410391" sldId="2147481791"/>
            <ac:cxnSpMk id="96" creationId="{C438AA84-41AE-ABD8-C831-4DC3B9B4B85C}"/>
          </ac:cxnSpMkLst>
        </pc:cxnChg>
        <pc:cxnChg chg="mod">
          <ac:chgData name="Kannepamula Mahesh Babu" userId="391c5b16-0897-4eca-a028-a97f935a3bd2" providerId="ADAL" clId="{9E3353FE-7EFD-4D1F-85AC-2D3001641A94}" dt="2026-06-30T06:33:52.506" v="6377" actId="164"/>
          <ac:cxnSpMkLst>
            <pc:docMk/>
            <pc:sldMk cId="2008410391" sldId="2147481791"/>
            <ac:cxnSpMk id="97" creationId="{4F928D9E-AAFE-055A-D013-3BB1C5746404}"/>
          </ac:cxnSpMkLst>
        </pc:cxnChg>
      </pc:sldChg>
      <pc:sldChg chg="addSp delSp modSp add mod modClrScheme chgLayout">
        <pc:chgData name="Kannepamula Mahesh Babu" userId="391c5b16-0897-4eca-a028-a97f935a3bd2" providerId="ADAL" clId="{9E3353FE-7EFD-4D1F-85AC-2D3001641A94}" dt="2026-06-30T06:29:06.821" v="6301" actId="207"/>
        <pc:sldMkLst>
          <pc:docMk/>
          <pc:sldMk cId="730580893" sldId="2147481792"/>
        </pc:sldMkLst>
        <pc:spChg chg="add mod">
          <ac:chgData name="Kannepamula Mahesh Babu" userId="391c5b16-0897-4eca-a028-a97f935a3bd2" providerId="ADAL" clId="{9E3353FE-7EFD-4D1F-85AC-2D3001641A94}" dt="2026-06-30T06:25:48.540" v="6259"/>
          <ac:spMkLst>
            <pc:docMk/>
            <pc:sldMk cId="730580893" sldId="2147481792"/>
            <ac:spMk id="2" creationId="{56597EDC-D777-DA99-F047-59FAFE3B61E0}"/>
          </ac:spMkLst>
        </pc:spChg>
        <pc:spChg chg="add mod">
          <ac:chgData name="Kannepamula Mahesh Babu" userId="391c5b16-0897-4eca-a028-a97f935a3bd2" providerId="ADAL" clId="{9E3353FE-7EFD-4D1F-85AC-2D3001641A94}" dt="2026-06-30T06:28:11.945" v="6291" actId="12"/>
          <ac:spMkLst>
            <pc:docMk/>
            <pc:sldMk cId="730580893" sldId="2147481792"/>
            <ac:spMk id="4" creationId="{482DBBAC-A9A0-8D32-15A7-FFBB2E92E5EB}"/>
          </ac:spMkLst>
        </pc:spChg>
        <pc:spChg chg="mod ord">
          <ac:chgData name="Kannepamula Mahesh Babu" userId="391c5b16-0897-4eca-a028-a97f935a3bd2" providerId="ADAL" clId="{9E3353FE-7EFD-4D1F-85AC-2D3001641A94}" dt="2026-06-30T06:25:18.048" v="6254" actId="700"/>
          <ac:spMkLst>
            <pc:docMk/>
            <pc:sldMk cId="730580893" sldId="2147481792"/>
            <ac:spMk id="8" creationId="{71E7F648-32B9-6673-9593-938649BEF227}"/>
          </ac:spMkLst>
        </pc:spChg>
        <pc:spChg chg="mod">
          <ac:chgData name="Kannepamula Mahesh Babu" userId="391c5b16-0897-4eca-a028-a97f935a3bd2" providerId="ADAL" clId="{9E3353FE-7EFD-4D1F-85AC-2D3001641A94}" dt="2026-06-30T06:28:59.741" v="6300" actId="208"/>
          <ac:spMkLst>
            <pc:docMk/>
            <pc:sldMk cId="730580893" sldId="2147481792"/>
            <ac:spMk id="11" creationId="{02F135D7-1E1B-8A34-6CF8-7176D2A05675}"/>
          </ac:spMkLst>
        </pc:spChg>
        <pc:spChg chg="mod">
          <ac:chgData name="Kannepamula Mahesh Babu" userId="391c5b16-0897-4eca-a028-a97f935a3bd2" providerId="ADAL" clId="{9E3353FE-7EFD-4D1F-85AC-2D3001641A94}" dt="2026-06-30T06:26:42.075" v="6279" actId="207"/>
          <ac:spMkLst>
            <pc:docMk/>
            <pc:sldMk cId="730580893" sldId="2147481792"/>
            <ac:spMk id="12" creationId="{04782395-CC62-01D9-5031-3D007B66A0F2}"/>
          </ac:spMkLst>
        </pc:spChg>
        <pc:spChg chg="mod">
          <ac:chgData name="Kannepamula Mahesh Babu" userId="391c5b16-0897-4eca-a028-a97f935a3bd2" providerId="ADAL" clId="{9E3353FE-7EFD-4D1F-85AC-2D3001641A94}" dt="2026-06-30T06:26:42.075" v="6279" actId="207"/>
          <ac:spMkLst>
            <pc:docMk/>
            <pc:sldMk cId="730580893" sldId="2147481792"/>
            <ac:spMk id="15" creationId="{62EFBB1A-9DA3-EBB1-50E8-D2E80FFEA481}"/>
          </ac:spMkLst>
        </pc:spChg>
        <pc:spChg chg="mod">
          <ac:chgData name="Kannepamula Mahesh Babu" userId="391c5b16-0897-4eca-a028-a97f935a3bd2" providerId="ADAL" clId="{9E3353FE-7EFD-4D1F-85AC-2D3001641A94}" dt="2026-06-30T06:25:25.568" v="6256" actId="207"/>
          <ac:spMkLst>
            <pc:docMk/>
            <pc:sldMk cId="730580893" sldId="2147481792"/>
            <ac:spMk id="17" creationId="{91AC6C78-F171-F0F3-CFB5-3D83145E4822}"/>
          </ac:spMkLst>
        </pc:spChg>
        <pc:graphicFrameChg chg="add mod modGraphic">
          <ac:chgData name="Kannepamula Mahesh Babu" userId="391c5b16-0897-4eca-a028-a97f935a3bd2" providerId="ADAL" clId="{9E3353FE-7EFD-4D1F-85AC-2D3001641A94}" dt="2026-06-30T06:29:06.821" v="6301" actId="207"/>
          <ac:graphicFrameMkLst>
            <pc:docMk/>
            <pc:sldMk cId="730580893" sldId="2147481792"/>
            <ac:graphicFrameMk id="19" creationId="{9646C7CA-E95E-204F-39A2-883BD775079D}"/>
          </ac:graphicFrameMkLst>
        </pc:graphicFrameChg>
        <pc:cxnChg chg="mod">
          <ac:chgData name="Kannepamula Mahesh Babu" userId="391c5b16-0897-4eca-a028-a97f935a3bd2" providerId="ADAL" clId="{9E3353FE-7EFD-4D1F-85AC-2D3001641A94}" dt="2026-06-30T06:26:49.327" v="6282" actId="208"/>
          <ac:cxnSpMkLst>
            <pc:docMk/>
            <pc:sldMk cId="730580893" sldId="2147481792"/>
            <ac:cxnSpMk id="14" creationId="{03C69FA2-8825-923E-8059-F3DB8F086FD7}"/>
          </ac:cxnSpMkLst>
        </pc:cxnChg>
      </pc:sldChg>
      <pc:sldChg chg="addSp delSp modSp add mod chgLayout">
        <pc:chgData name="Kannepamula Mahesh Babu" userId="391c5b16-0897-4eca-a028-a97f935a3bd2" providerId="ADAL" clId="{9E3353FE-7EFD-4D1F-85AC-2D3001641A94}" dt="2026-06-30T07:16:25.571" v="6728" actId="207"/>
        <pc:sldMkLst>
          <pc:docMk/>
          <pc:sldMk cId="3153137025" sldId="2147481793"/>
        </pc:sldMkLst>
        <pc:spChg chg="mod">
          <ac:chgData name="Kannepamula Mahesh Babu" userId="391c5b16-0897-4eca-a028-a97f935a3bd2" providerId="ADAL" clId="{9E3353FE-7EFD-4D1F-85AC-2D3001641A94}" dt="2026-06-30T06:56:10.944" v="6607"/>
          <ac:spMkLst>
            <pc:docMk/>
            <pc:sldMk cId="3153137025" sldId="2147481793"/>
            <ac:spMk id="12" creationId="{0A8FA7C6-9161-CAEF-2933-80E185F408EF}"/>
          </ac:spMkLst>
        </pc:spChg>
        <pc:spChg chg="mod">
          <ac:chgData name="Kannepamula Mahesh Babu" userId="391c5b16-0897-4eca-a028-a97f935a3bd2" providerId="ADAL" clId="{9E3353FE-7EFD-4D1F-85AC-2D3001641A94}" dt="2026-06-30T06:55:05.739" v="6593" actId="20577"/>
          <ac:spMkLst>
            <pc:docMk/>
            <pc:sldMk cId="3153137025" sldId="2147481793"/>
            <ac:spMk id="17" creationId="{DFFEEB33-306E-ED7D-8CF9-5E1B3AC555B1}"/>
          </ac:spMkLst>
        </pc:spChg>
        <pc:spChg chg="mod">
          <ac:chgData name="Kannepamula Mahesh Babu" userId="391c5b16-0897-4eca-a028-a97f935a3bd2" providerId="ADAL" clId="{9E3353FE-7EFD-4D1F-85AC-2D3001641A94}" dt="2026-06-30T06:57:02.059" v="6612"/>
          <ac:spMkLst>
            <pc:docMk/>
            <pc:sldMk cId="3153137025" sldId="2147481793"/>
            <ac:spMk id="21" creationId="{5F986D7E-86AA-B1D7-5DCA-6011D1234204}"/>
          </ac:spMkLst>
        </pc:spChg>
        <pc:spChg chg="mod">
          <ac:chgData name="Kannepamula Mahesh Babu" userId="391c5b16-0897-4eca-a028-a97f935a3bd2" providerId="ADAL" clId="{9E3353FE-7EFD-4D1F-85AC-2D3001641A94}" dt="2026-06-30T06:58:23.549" v="6642" actId="948"/>
          <ac:spMkLst>
            <pc:docMk/>
            <pc:sldMk cId="3153137025" sldId="2147481793"/>
            <ac:spMk id="22" creationId="{868DA8E1-90DB-5022-2AF5-12A5760F3089}"/>
          </ac:spMkLst>
        </pc:spChg>
        <pc:spChg chg="mod">
          <ac:chgData name="Kannepamula Mahesh Babu" userId="391c5b16-0897-4eca-a028-a97f935a3bd2" providerId="ADAL" clId="{9E3353FE-7EFD-4D1F-85AC-2D3001641A94}" dt="2026-06-30T06:57:09.737" v="6617" actId="27636"/>
          <ac:spMkLst>
            <pc:docMk/>
            <pc:sldMk cId="3153137025" sldId="2147481793"/>
            <ac:spMk id="26" creationId="{9053AF66-C3B1-988E-7DFB-5C3D8A11881F}"/>
          </ac:spMkLst>
        </pc:spChg>
        <pc:spChg chg="mod">
          <ac:chgData name="Kannepamula Mahesh Babu" userId="391c5b16-0897-4eca-a028-a97f935a3bd2" providerId="ADAL" clId="{9E3353FE-7EFD-4D1F-85AC-2D3001641A94}" dt="2026-06-30T06:58:23.549" v="6642" actId="948"/>
          <ac:spMkLst>
            <pc:docMk/>
            <pc:sldMk cId="3153137025" sldId="2147481793"/>
            <ac:spMk id="27" creationId="{FBE42A01-5224-1CAA-8DB9-286CAB076D81}"/>
          </ac:spMkLst>
        </pc:spChg>
        <pc:spChg chg="mod">
          <ac:chgData name="Kannepamula Mahesh Babu" userId="391c5b16-0897-4eca-a028-a97f935a3bd2" providerId="ADAL" clId="{9E3353FE-7EFD-4D1F-85AC-2D3001641A94}" dt="2026-06-30T06:57:17.994" v="6620" actId="27636"/>
          <ac:spMkLst>
            <pc:docMk/>
            <pc:sldMk cId="3153137025" sldId="2147481793"/>
            <ac:spMk id="31" creationId="{6FA42A6B-72FC-54E4-A776-D78D02680002}"/>
          </ac:spMkLst>
        </pc:spChg>
        <pc:spChg chg="mod">
          <ac:chgData name="Kannepamula Mahesh Babu" userId="391c5b16-0897-4eca-a028-a97f935a3bd2" providerId="ADAL" clId="{9E3353FE-7EFD-4D1F-85AC-2D3001641A94}" dt="2026-06-30T06:58:23.549" v="6642" actId="948"/>
          <ac:spMkLst>
            <pc:docMk/>
            <pc:sldMk cId="3153137025" sldId="2147481793"/>
            <ac:spMk id="32" creationId="{8C3B9478-94E9-0869-F3BC-E617A1C4C99C}"/>
          </ac:spMkLst>
        </pc:spChg>
        <pc:spChg chg="mod">
          <ac:chgData name="Kannepamula Mahesh Babu" userId="391c5b16-0897-4eca-a028-a97f935a3bd2" providerId="ADAL" clId="{9E3353FE-7EFD-4D1F-85AC-2D3001641A94}" dt="2026-06-30T06:58:00.500" v="6635"/>
          <ac:spMkLst>
            <pc:docMk/>
            <pc:sldMk cId="3153137025" sldId="2147481793"/>
            <ac:spMk id="36" creationId="{26744783-583C-6FE6-379D-50DEFDC2D5D4}"/>
          </ac:spMkLst>
        </pc:spChg>
        <pc:spChg chg="mod">
          <ac:chgData name="Kannepamula Mahesh Babu" userId="391c5b16-0897-4eca-a028-a97f935a3bd2" providerId="ADAL" clId="{9E3353FE-7EFD-4D1F-85AC-2D3001641A94}" dt="2026-06-30T06:58:23.549" v="6642" actId="948"/>
          <ac:spMkLst>
            <pc:docMk/>
            <pc:sldMk cId="3153137025" sldId="2147481793"/>
            <ac:spMk id="37" creationId="{F94D00BD-3773-BF34-1929-F9B0FD22500F}"/>
          </ac:spMkLst>
        </pc:spChg>
        <pc:spChg chg="mod">
          <ac:chgData name="Kannepamula Mahesh Babu" userId="391c5b16-0897-4eca-a028-a97f935a3bd2" providerId="ADAL" clId="{9E3353FE-7EFD-4D1F-85AC-2D3001641A94}" dt="2026-06-30T06:58:05.815" v="6637"/>
          <ac:spMkLst>
            <pc:docMk/>
            <pc:sldMk cId="3153137025" sldId="2147481793"/>
            <ac:spMk id="41" creationId="{09AE2828-2778-5117-4AED-40D2A1A0FBBF}"/>
          </ac:spMkLst>
        </pc:spChg>
        <pc:spChg chg="mod">
          <ac:chgData name="Kannepamula Mahesh Babu" userId="391c5b16-0897-4eca-a028-a97f935a3bd2" providerId="ADAL" clId="{9E3353FE-7EFD-4D1F-85AC-2D3001641A94}" dt="2026-06-30T06:58:23.585" v="6643" actId="27636"/>
          <ac:spMkLst>
            <pc:docMk/>
            <pc:sldMk cId="3153137025" sldId="2147481793"/>
            <ac:spMk id="42" creationId="{8849069D-6B34-10D2-9F9B-ACB468659172}"/>
          </ac:spMkLst>
        </pc:spChg>
        <pc:spChg chg="mod">
          <ac:chgData name="Kannepamula Mahesh Babu" userId="391c5b16-0897-4eca-a028-a97f935a3bd2" providerId="ADAL" clId="{9E3353FE-7EFD-4D1F-85AC-2D3001641A94}" dt="2026-06-30T06:58:11.124" v="6639"/>
          <ac:spMkLst>
            <pc:docMk/>
            <pc:sldMk cId="3153137025" sldId="2147481793"/>
            <ac:spMk id="46" creationId="{54CEE72F-C171-FE4C-3CC0-2E5D437C3E4A}"/>
          </ac:spMkLst>
        </pc:spChg>
        <pc:spChg chg="mod">
          <ac:chgData name="Kannepamula Mahesh Babu" userId="391c5b16-0897-4eca-a028-a97f935a3bd2" providerId="ADAL" clId="{9E3353FE-7EFD-4D1F-85AC-2D3001641A94}" dt="2026-06-30T06:58:23.549" v="6642" actId="948"/>
          <ac:spMkLst>
            <pc:docMk/>
            <pc:sldMk cId="3153137025" sldId="2147481793"/>
            <ac:spMk id="47" creationId="{54E8845F-57AB-2B65-B888-2BEEB62EDA3C}"/>
          </ac:spMkLst>
        </pc:spChg>
        <pc:spChg chg="mod">
          <ac:chgData name="Kannepamula Mahesh Babu" userId="391c5b16-0897-4eca-a028-a97f935a3bd2" providerId="ADAL" clId="{9E3353FE-7EFD-4D1F-85AC-2D3001641A94}" dt="2026-06-30T07:16:25.571" v="6728" actId="207"/>
          <ac:spMkLst>
            <pc:docMk/>
            <pc:sldMk cId="3153137025" sldId="2147481793"/>
            <ac:spMk id="48" creationId="{97FF240E-EE77-BF2D-3FDB-476261120A25}"/>
          </ac:spMkLst>
        </pc:spChg>
        <pc:spChg chg="mod">
          <ac:chgData name="Kannepamula Mahesh Babu" userId="391c5b16-0897-4eca-a028-a97f935a3bd2" providerId="ADAL" clId="{9E3353FE-7EFD-4D1F-85AC-2D3001641A94}" dt="2026-06-30T06:58:37.795" v="6645"/>
          <ac:spMkLst>
            <pc:docMk/>
            <pc:sldMk cId="3153137025" sldId="2147481793"/>
            <ac:spMk id="49" creationId="{B25CBC3D-9F9C-FD6D-474A-2B3D0DAD89CF}"/>
          </ac:spMkLst>
        </pc:spChg>
        <pc:spChg chg="mod ord">
          <ac:chgData name="Kannepamula Mahesh Babu" userId="391c5b16-0897-4eca-a028-a97f935a3bd2" providerId="ADAL" clId="{9E3353FE-7EFD-4D1F-85AC-2D3001641A94}" dt="2026-06-30T06:55:54.510" v="6601"/>
          <ac:spMkLst>
            <pc:docMk/>
            <pc:sldMk cId="3153137025" sldId="2147481793"/>
            <ac:spMk id="51" creationId="{AEEFDBB1-B82C-F42D-D2A1-4B13B751FA45}"/>
          </ac:spMkLst>
        </pc:spChg>
      </pc:sldChg>
      <pc:sldChg chg="addSp delSp modSp add mod">
        <pc:chgData name="Kannepamula Mahesh Babu" userId="391c5b16-0897-4eca-a028-a97f935a3bd2" providerId="ADAL" clId="{9E3353FE-7EFD-4D1F-85AC-2D3001641A94}" dt="2026-06-30T07:16:28.189" v="6730"/>
        <pc:sldMkLst>
          <pc:docMk/>
          <pc:sldMk cId="757167522" sldId="2147481794"/>
        </pc:sldMkLst>
        <pc:spChg chg="add mod">
          <ac:chgData name="Kannepamula Mahesh Babu" userId="391c5b16-0897-4eca-a028-a97f935a3bd2" providerId="ADAL" clId="{9E3353FE-7EFD-4D1F-85AC-2D3001641A94}" dt="2026-06-30T07:03:09.174" v="6715" actId="207"/>
          <ac:spMkLst>
            <pc:docMk/>
            <pc:sldMk cId="757167522" sldId="2147481794"/>
            <ac:spMk id="2" creationId="{C6B3A29F-C6AF-50E1-7305-AB9FE0E6C2B2}"/>
          </ac:spMkLst>
        </pc:spChg>
        <pc:spChg chg="add mod">
          <ac:chgData name="Kannepamula Mahesh Babu" userId="391c5b16-0897-4eca-a028-a97f935a3bd2" providerId="ADAL" clId="{9E3353FE-7EFD-4D1F-85AC-2D3001641A94}" dt="2026-06-30T07:03:09.174" v="6715" actId="207"/>
          <ac:spMkLst>
            <pc:docMk/>
            <pc:sldMk cId="757167522" sldId="2147481794"/>
            <ac:spMk id="3" creationId="{74228FE1-043E-E935-0EFB-B182BE827DBD}"/>
          </ac:spMkLst>
        </pc:spChg>
        <pc:spChg chg="add mod">
          <ac:chgData name="Kannepamula Mahesh Babu" userId="391c5b16-0897-4eca-a028-a97f935a3bd2" providerId="ADAL" clId="{9E3353FE-7EFD-4D1F-85AC-2D3001641A94}" dt="2026-06-30T07:03:09.174" v="6715" actId="207"/>
          <ac:spMkLst>
            <pc:docMk/>
            <pc:sldMk cId="757167522" sldId="2147481794"/>
            <ac:spMk id="4" creationId="{ECA7227D-3C92-0B39-CB8B-8C412FE699BA}"/>
          </ac:spMkLst>
        </pc:spChg>
        <pc:spChg chg="add mod">
          <ac:chgData name="Kannepamula Mahesh Babu" userId="391c5b16-0897-4eca-a028-a97f935a3bd2" providerId="ADAL" clId="{9E3353FE-7EFD-4D1F-85AC-2D3001641A94}" dt="2026-06-30T07:03:09.174" v="6715" actId="207"/>
          <ac:spMkLst>
            <pc:docMk/>
            <pc:sldMk cId="757167522" sldId="2147481794"/>
            <ac:spMk id="5" creationId="{4B143E26-0BF1-21B2-695A-0B31A1F47C6C}"/>
          </ac:spMkLst>
        </pc:spChg>
        <pc:spChg chg="mod">
          <ac:chgData name="Kannepamula Mahesh Babu" userId="391c5b16-0897-4eca-a028-a97f935a3bd2" providerId="ADAL" clId="{9E3353FE-7EFD-4D1F-85AC-2D3001641A94}" dt="2026-06-30T07:03:13.236" v="6716" actId="207"/>
          <ac:spMkLst>
            <pc:docMk/>
            <pc:sldMk cId="757167522" sldId="2147481794"/>
            <ac:spMk id="19" creationId="{F4F8ECDD-0FD2-5973-3272-261384723D2B}"/>
          </ac:spMkLst>
        </pc:spChg>
        <pc:spChg chg="mod">
          <ac:chgData name="Kannepamula Mahesh Babu" userId="391c5b16-0897-4eca-a028-a97f935a3bd2" providerId="ADAL" clId="{9E3353FE-7EFD-4D1F-85AC-2D3001641A94}" dt="2026-06-30T07:03:13.236" v="6716" actId="207"/>
          <ac:spMkLst>
            <pc:docMk/>
            <pc:sldMk cId="757167522" sldId="2147481794"/>
            <ac:spMk id="25" creationId="{55950C68-D82A-D69C-4D54-FE59604418E6}"/>
          </ac:spMkLst>
        </pc:spChg>
        <pc:spChg chg="mod">
          <ac:chgData name="Kannepamula Mahesh Babu" userId="391c5b16-0897-4eca-a028-a97f935a3bd2" providerId="ADAL" clId="{9E3353FE-7EFD-4D1F-85AC-2D3001641A94}" dt="2026-06-30T07:03:13.236" v="6716" actId="207"/>
          <ac:spMkLst>
            <pc:docMk/>
            <pc:sldMk cId="757167522" sldId="2147481794"/>
            <ac:spMk id="31" creationId="{D72E3C59-3A11-6CDD-0257-096F6BF4FA9C}"/>
          </ac:spMkLst>
        </pc:spChg>
        <pc:spChg chg="mod">
          <ac:chgData name="Kannepamula Mahesh Babu" userId="391c5b16-0897-4eca-a028-a97f935a3bd2" providerId="ADAL" clId="{9E3353FE-7EFD-4D1F-85AC-2D3001641A94}" dt="2026-06-30T07:03:13.236" v="6716" actId="207"/>
          <ac:spMkLst>
            <pc:docMk/>
            <pc:sldMk cId="757167522" sldId="2147481794"/>
            <ac:spMk id="37" creationId="{A64C95B0-3933-343F-1FC9-0448ED677049}"/>
          </ac:spMkLst>
        </pc:spChg>
        <pc:spChg chg="mod">
          <ac:chgData name="Kannepamula Mahesh Babu" userId="391c5b16-0897-4eca-a028-a97f935a3bd2" providerId="ADAL" clId="{9E3353FE-7EFD-4D1F-85AC-2D3001641A94}" dt="2026-06-30T06:59:51.663" v="6654"/>
          <ac:spMkLst>
            <pc:docMk/>
            <pc:sldMk cId="757167522" sldId="2147481794"/>
            <ac:spMk id="43" creationId="{D99CCC37-A7CC-483A-EB27-5555FCBE3AEE}"/>
          </ac:spMkLst>
        </pc:spChg>
        <pc:spChg chg="mod">
          <ac:chgData name="Kannepamula Mahesh Babu" userId="391c5b16-0897-4eca-a028-a97f935a3bd2" providerId="ADAL" clId="{9E3353FE-7EFD-4D1F-85AC-2D3001641A94}" dt="2026-06-30T06:59:58.836" v="6659"/>
          <ac:spMkLst>
            <pc:docMk/>
            <pc:sldMk cId="757167522" sldId="2147481794"/>
            <ac:spMk id="46" creationId="{A2A686F3-18C1-B17F-3B72-5F2780A38692}"/>
          </ac:spMkLst>
        </pc:spChg>
        <pc:spChg chg="mod">
          <ac:chgData name="Kannepamula Mahesh Babu" userId="391c5b16-0897-4eca-a028-a97f935a3bd2" providerId="ADAL" clId="{9E3353FE-7EFD-4D1F-85AC-2D3001641A94}" dt="2026-06-30T07:16:28.189" v="6730"/>
          <ac:spMkLst>
            <pc:docMk/>
            <pc:sldMk cId="757167522" sldId="2147481794"/>
            <ac:spMk id="52" creationId="{BB38DD89-2C45-C856-E833-40E8F04AFBF1}"/>
          </ac:spMkLst>
        </pc:spChg>
        <pc:spChg chg="mod">
          <ac:chgData name="Kannepamula Mahesh Babu" userId="391c5b16-0897-4eca-a028-a97f935a3bd2" providerId="ADAL" clId="{9E3353FE-7EFD-4D1F-85AC-2D3001641A94}" dt="2026-06-30T07:04:05.624" v="6723" actId="27636"/>
          <ac:spMkLst>
            <pc:docMk/>
            <pc:sldMk cId="757167522" sldId="2147481794"/>
            <ac:spMk id="53" creationId="{58D941ED-315E-6FAB-EE05-85C8CEA07FB7}"/>
          </ac:spMkLst>
        </pc:spChg>
      </pc:sldChg>
      <pc:sldChg chg="addSp delSp modSp mod modClrScheme chgLayout">
        <pc:chgData name="Kannepamula Mahesh Babu" userId="391c5b16-0897-4eca-a028-a97f935a3bd2" providerId="ADAL" clId="{9E3353FE-7EFD-4D1F-85AC-2D3001641A94}" dt="2026-07-10T15:36:29.532" v="9097" actId="6264"/>
        <pc:sldMkLst>
          <pc:docMk/>
          <pc:sldMk cId="3880626240" sldId="2147481798"/>
        </pc:sldMkLst>
        <pc:spChg chg="mod ord">
          <ac:chgData name="Kannepamula Mahesh Babu" userId="391c5b16-0897-4eca-a028-a97f935a3bd2" providerId="ADAL" clId="{9E3353FE-7EFD-4D1F-85AC-2D3001641A94}" dt="2026-07-10T15:36:29.532" v="9097" actId="6264"/>
          <ac:spMkLst>
            <pc:docMk/>
            <pc:sldMk cId="3880626240" sldId="2147481798"/>
            <ac:spMk id="2" creationId="{EE3AF0BC-708B-ED34-BAEF-186F1F97A547}"/>
          </ac:spMkLst>
        </pc:spChg>
        <pc:spChg chg="mod">
          <ac:chgData name="Kannepamula Mahesh Babu" userId="391c5b16-0897-4eca-a028-a97f935a3bd2" providerId="ADAL" clId="{9E3353FE-7EFD-4D1F-85AC-2D3001641A94}" dt="2026-07-10T14:50:05.004" v="8747" actId="1076"/>
          <ac:spMkLst>
            <pc:docMk/>
            <pc:sldMk cId="3880626240" sldId="2147481798"/>
            <ac:spMk id="4" creationId="{E15105FF-B329-5CE9-A4C0-81551E2D0E21}"/>
          </ac:spMkLst>
        </pc:spChg>
        <pc:spChg chg="mod">
          <ac:chgData name="Kannepamula Mahesh Babu" userId="391c5b16-0897-4eca-a028-a97f935a3bd2" providerId="ADAL" clId="{9E3353FE-7EFD-4D1F-85AC-2D3001641A94}" dt="2026-07-10T15:18:46.674" v="8942" actId="207"/>
          <ac:spMkLst>
            <pc:docMk/>
            <pc:sldMk cId="3880626240" sldId="2147481798"/>
            <ac:spMk id="8" creationId="{A4D8A2E8-CCD9-1635-EB34-AF12C8D8BE95}"/>
          </ac:spMkLst>
        </pc:spChg>
        <pc:spChg chg="mod ord">
          <ac:chgData name="Kannepamula Mahesh Babu" userId="391c5b16-0897-4eca-a028-a97f935a3bd2" providerId="ADAL" clId="{9E3353FE-7EFD-4D1F-85AC-2D3001641A94}" dt="2026-07-10T15:36:29.532" v="9097" actId="6264"/>
          <ac:spMkLst>
            <pc:docMk/>
            <pc:sldMk cId="3880626240" sldId="2147481798"/>
            <ac:spMk id="14" creationId="{AEBD1793-2BB9-0C45-8DDD-8465D98FA3EA}"/>
          </ac:spMkLst>
        </pc:spChg>
        <pc:spChg chg="mod">
          <ac:chgData name="Kannepamula Mahesh Babu" userId="391c5b16-0897-4eca-a028-a97f935a3bd2" providerId="ADAL" clId="{9E3353FE-7EFD-4D1F-85AC-2D3001641A94}" dt="2026-07-10T15:24:10.130" v="8979" actId="554"/>
          <ac:spMkLst>
            <pc:docMk/>
            <pc:sldMk cId="3880626240" sldId="2147481798"/>
            <ac:spMk id="15" creationId="{FBC0050B-F7C2-0C5F-2579-3A5E4AE83C8E}"/>
          </ac:spMkLst>
        </pc:spChg>
        <pc:spChg chg="mod">
          <ac:chgData name="Kannepamula Mahesh Babu" userId="391c5b16-0897-4eca-a028-a97f935a3bd2" providerId="ADAL" clId="{9E3353FE-7EFD-4D1F-85AC-2D3001641A94}" dt="2026-07-10T15:18:49.734" v="8946"/>
          <ac:spMkLst>
            <pc:docMk/>
            <pc:sldMk cId="3880626240" sldId="2147481798"/>
            <ac:spMk id="18" creationId="{DAD47FAD-056B-7D00-9B47-DFCAEA466F98}"/>
          </ac:spMkLst>
        </pc:spChg>
        <pc:spChg chg="mod">
          <ac:chgData name="Kannepamula Mahesh Babu" userId="391c5b16-0897-4eca-a028-a97f935a3bd2" providerId="ADAL" clId="{9E3353FE-7EFD-4D1F-85AC-2D3001641A94}" dt="2026-07-10T15:18:48.597" v="8944"/>
          <ac:spMkLst>
            <pc:docMk/>
            <pc:sldMk cId="3880626240" sldId="2147481798"/>
            <ac:spMk id="33" creationId="{B94AA974-5F7A-CCBB-2747-962253315945}"/>
          </ac:spMkLst>
        </pc:spChg>
        <pc:spChg chg="mod topLvl">
          <ac:chgData name="Kannepamula Mahesh Babu" userId="391c5b16-0897-4eca-a028-a97f935a3bd2" providerId="ADAL" clId="{9E3353FE-7EFD-4D1F-85AC-2D3001641A94}" dt="2026-07-10T15:24:10.130" v="8979" actId="554"/>
          <ac:spMkLst>
            <pc:docMk/>
            <pc:sldMk cId="3880626240" sldId="2147481798"/>
            <ac:spMk id="36" creationId="{DE819E93-4212-1600-1E6B-D4E75D848F3C}"/>
          </ac:spMkLst>
        </pc:spChg>
        <pc:spChg chg="mod">
          <ac:chgData name="Kannepamula Mahesh Babu" userId="391c5b16-0897-4eca-a028-a97f935a3bd2" providerId="ADAL" clId="{9E3353FE-7EFD-4D1F-85AC-2D3001641A94}" dt="2026-07-10T15:24:04.508" v="8978" actId="115"/>
          <ac:spMkLst>
            <pc:docMk/>
            <pc:sldMk cId="3880626240" sldId="2147481798"/>
            <ac:spMk id="38" creationId="{31B102E6-6394-14B4-CA78-81F884F07549}"/>
          </ac:spMkLst>
        </pc:spChg>
        <pc:spChg chg="mod">
          <ac:chgData name="Kannepamula Mahesh Babu" userId="391c5b16-0897-4eca-a028-a97f935a3bd2" providerId="ADAL" clId="{9E3353FE-7EFD-4D1F-85AC-2D3001641A94}" dt="2026-07-10T14:49:40.515" v="8743"/>
          <ac:spMkLst>
            <pc:docMk/>
            <pc:sldMk cId="3880626240" sldId="2147481798"/>
            <ac:spMk id="95" creationId="{DA8625CD-F1E6-E38E-7766-DFB82ACB47DF}"/>
          </ac:spMkLst>
        </pc:spChg>
        <pc:grpChg chg="mod topLvl">
          <ac:chgData name="Kannepamula Mahesh Babu" userId="391c5b16-0897-4eca-a028-a97f935a3bd2" providerId="ADAL" clId="{9E3353FE-7EFD-4D1F-85AC-2D3001641A94}" dt="2026-07-10T15:24:14.215" v="8980" actId="1076"/>
          <ac:grpSpMkLst>
            <pc:docMk/>
            <pc:sldMk cId="3880626240" sldId="2147481798"/>
            <ac:grpSpMk id="37" creationId="{45EF9DBB-C936-F35D-396D-332B3E8DF739}"/>
          </ac:grpSpMkLst>
        </pc:grpChg>
        <pc:picChg chg="mod">
          <ac:chgData name="Kannepamula Mahesh Babu" userId="391c5b16-0897-4eca-a028-a97f935a3bd2" providerId="ADAL" clId="{9E3353FE-7EFD-4D1F-85AC-2D3001641A94}" dt="2026-07-10T14:52:37.543" v="8758" actId="14100"/>
          <ac:picMkLst>
            <pc:docMk/>
            <pc:sldMk cId="3880626240" sldId="2147481798"/>
            <ac:picMk id="5" creationId="{CDBC8BAE-2C03-86B1-85FD-BD12A1AFFC70}"/>
          </ac:picMkLst>
        </pc:picChg>
        <pc:picChg chg="mod">
          <ac:chgData name="Kannepamula Mahesh Babu" userId="391c5b16-0897-4eca-a028-a97f935a3bd2" providerId="ADAL" clId="{9E3353FE-7EFD-4D1F-85AC-2D3001641A94}" dt="2026-07-10T15:24:14.215" v="8980" actId="1076"/>
          <ac:picMkLst>
            <pc:docMk/>
            <pc:sldMk cId="3880626240" sldId="2147481798"/>
            <ac:picMk id="9" creationId="{F48CE8A8-3EA4-228A-522A-2387CCC4B3EF}"/>
          </ac:picMkLst>
        </pc:picChg>
        <pc:picChg chg="add mod">
          <ac:chgData name="Kannepamula Mahesh Babu" userId="391c5b16-0897-4eca-a028-a97f935a3bd2" providerId="ADAL" clId="{9E3353FE-7EFD-4D1F-85AC-2D3001641A94}" dt="2026-07-10T15:18:28.311" v="8939" actId="208"/>
          <ac:picMkLst>
            <pc:docMk/>
            <pc:sldMk cId="3880626240" sldId="2147481798"/>
            <ac:picMk id="21" creationId="{EC36B7D1-E48C-1E8E-57F5-3C10A13EA0A0}"/>
          </ac:picMkLst>
        </pc:picChg>
        <pc:picChg chg="mod">
          <ac:chgData name="Kannepamula Mahesh Babu" userId="391c5b16-0897-4eca-a028-a97f935a3bd2" providerId="ADAL" clId="{9E3353FE-7EFD-4D1F-85AC-2D3001641A94}" dt="2026-07-10T14:53:56.812" v="8761" actId="1076"/>
          <ac:picMkLst>
            <pc:docMk/>
            <pc:sldMk cId="3880626240" sldId="2147481798"/>
            <ac:picMk id="27" creationId="{9863AF26-375C-3201-02BF-FF931090E8C4}"/>
          </ac:picMkLst>
        </pc:picChg>
        <pc:picChg chg="add mod">
          <ac:chgData name="Kannepamula Mahesh Babu" userId="391c5b16-0897-4eca-a028-a97f935a3bd2" providerId="ADAL" clId="{9E3353FE-7EFD-4D1F-85AC-2D3001641A94}" dt="2026-07-10T15:23:25.552" v="8970"/>
          <ac:picMkLst>
            <pc:docMk/>
            <pc:sldMk cId="3880626240" sldId="2147481798"/>
            <ac:picMk id="31" creationId="{F769EBCF-02B7-F58D-96C6-314C5AC3266D}"/>
          </ac:picMkLst>
        </pc:picChg>
        <pc:picChg chg="mod">
          <ac:chgData name="Kannepamula Mahesh Babu" userId="391c5b16-0897-4eca-a028-a97f935a3bd2" providerId="ADAL" clId="{9E3353FE-7EFD-4D1F-85AC-2D3001641A94}" dt="2026-07-10T15:23:52.828" v="8973" actId="165"/>
          <ac:picMkLst>
            <pc:docMk/>
            <pc:sldMk cId="3880626240" sldId="2147481798"/>
            <ac:picMk id="39" creationId="{523074E3-E6C7-EE88-41DD-84779F608687}"/>
          </ac:picMkLst>
        </pc:picChg>
        <pc:picChg chg="mod">
          <ac:chgData name="Kannepamula Mahesh Babu" userId="391c5b16-0897-4eca-a028-a97f935a3bd2" providerId="ADAL" clId="{9E3353FE-7EFD-4D1F-85AC-2D3001641A94}" dt="2026-07-10T15:23:52.828" v="8973" actId="165"/>
          <ac:picMkLst>
            <pc:docMk/>
            <pc:sldMk cId="3880626240" sldId="2147481798"/>
            <ac:picMk id="40" creationId="{B4B3838A-9409-704C-8F72-194EE58CC358}"/>
          </ac:picMkLst>
        </pc:picChg>
        <pc:picChg chg="mod">
          <ac:chgData name="Kannepamula Mahesh Babu" userId="391c5b16-0897-4eca-a028-a97f935a3bd2" providerId="ADAL" clId="{9E3353FE-7EFD-4D1F-85AC-2D3001641A94}" dt="2026-07-10T15:23:52.828" v="8973" actId="165"/>
          <ac:picMkLst>
            <pc:docMk/>
            <pc:sldMk cId="3880626240" sldId="2147481798"/>
            <ac:picMk id="41" creationId="{42835B5D-0BE7-7B65-CB94-DE4998119913}"/>
          </ac:picMkLst>
        </pc:picChg>
        <pc:picChg chg="mod">
          <ac:chgData name="Kannepamula Mahesh Babu" userId="391c5b16-0897-4eca-a028-a97f935a3bd2" providerId="ADAL" clId="{9E3353FE-7EFD-4D1F-85AC-2D3001641A94}" dt="2026-07-10T15:24:14.215" v="8980" actId="1076"/>
          <ac:picMkLst>
            <pc:docMk/>
            <pc:sldMk cId="3880626240" sldId="2147481798"/>
            <ac:picMk id="42" creationId="{A12A9A4E-AC86-ED52-661A-5FF0F21D97D7}"/>
          </ac:picMkLst>
        </pc:picChg>
        <pc:picChg chg="mod">
          <ac:chgData name="Kannepamula Mahesh Babu" userId="391c5b16-0897-4eca-a028-a97f935a3bd2" providerId="ADAL" clId="{9E3353FE-7EFD-4D1F-85AC-2D3001641A94}" dt="2026-07-10T14:53:56.812" v="8761" actId="1076"/>
          <ac:picMkLst>
            <pc:docMk/>
            <pc:sldMk cId="3880626240" sldId="2147481798"/>
            <ac:picMk id="50" creationId="{3BB9E552-80A1-3E94-95C3-BF47D937A62C}"/>
          </ac:picMkLst>
        </pc:picChg>
        <pc:picChg chg="mod">
          <ac:chgData name="Kannepamula Mahesh Babu" userId="391c5b16-0897-4eca-a028-a97f935a3bd2" providerId="ADAL" clId="{9E3353FE-7EFD-4D1F-85AC-2D3001641A94}" dt="2026-07-10T14:53:56.812" v="8761" actId="1076"/>
          <ac:picMkLst>
            <pc:docMk/>
            <pc:sldMk cId="3880626240" sldId="2147481798"/>
            <ac:picMk id="2050" creationId="{93A28FA9-630E-6CF1-59AA-FBDD94C66A3F}"/>
          </ac:picMkLst>
        </pc:picChg>
      </pc:sldChg>
      <pc:sldChg chg="addSp delSp modSp mod chgLayout">
        <pc:chgData name="Kannepamula Mahesh Babu" userId="391c5b16-0897-4eca-a028-a97f935a3bd2" providerId="ADAL" clId="{9E3353FE-7EFD-4D1F-85AC-2D3001641A94}" dt="2026-07-10T15:09:11.367" v="8893" actId="478"/>
        <pc:sldMkLst>
          <pc:docMk/>
          <pc:sldMk cId="123677467" sldId="2147481803"/>
        </pc:sldMkLst>
        <pc:spChg chg="mod ord">
          <ac:chgData name="Kannepamula Mahesh Babu" userId="391c5b16-0897-4eca-a028-a97f935a3bd2" providerId="ADAL" clId="{9E3353FE-7EFD-4D1F-85AC-2D3001641A94}" dt="2026-07-10T15:09:09.325" v="8892" actId="27636"/>
          <ac:spMkLst>
            <pc:docMk/>
            <pc:sldMk cId="123677467" sldId="2147481803"/>
            <ac:spMk id="2" creationId="{6347BFE4-D4E7-ECEC-2A29-50849500268A}"/>
          </ac:spMkLst>
        </pc:spChg>
        <pc:spChg chg="mod ord">
          <ac:chgData name="Kannepamula Mahesh Babu" userId="391c5b16-0897-4eca-a028-a97f935a3bd2" providerId="ADAL" clId="{9E3353FE-7EFD-4D1F-85AC-2D3001641A94}" dt="2026-07-10T15:09:09.291" v="8891" actId="700"/>
          <ac:spMkLst>
            <pc:docMk/>
            <pc:sldMk cId="123677467" sldId="2147481803"/>
            <ac:spMk id="4" creationId="{612E2AB5-38B2-A6BA-F426-6FBFD9488403}"/>
          </ac:spMkLst>
        </pc:spChg>
      </pc:sldChg>
      <pc:sldChg chg="addSp delSp modSp mod modClrScheme chgLayout">
        <pc:chgData name="Kannepamula Mahesh Babu" userId="391c5b16-0897-4eca-a028-a97f935a3bd2" providerId="ADAL" clId="{9E3353FE-7EFD-4D1F-85AC-2D3001641A94}" dt="2026-07-10T15:36:37.977" v="9098" actId="207"/>
        <pc:sldMkLst>
          <pc:docMk/>
          <pc:sldMk cId="566397521" sldId="2147481804"/>
        </pc:sldMkLst>
        <pc:spChg chg="mod">
          <ac:chgData name="Kannepamula Mahesh Babu" userId="391c5b16-0897-4eca-a028-a97f935a3bd2" providerId="ADAL" clId="{9E3353FE-7EFD-4D1F-85AC-2D3001641A94}" dt="2026-07-10T15:26:52.098" v="9004" actId="14100"/>
          <ac:spMkLst>
            <pc:docMk/>
            <pc:sldMk cId="566397521" sldId="2147481804"/>
            <ac:spMk id="4" creationId="{B86D690C-0DF1-D38E-7811-4F326CB62E97}"/>
          </ac:spMkLst>
        </pc:spChg>
        <pc:spChg chg="mod">
          <ac:chgData name="Kannepamula Mahesh Babu" userId="391c5b16-0897-4eca-a028-a97f935a3bd2" providerId="ADAL" clId="{9E3353FE-7EFD-4D1F-85AC-2D3001641A94}" dt="2026-07-10T15:36:37.977" v="9098" actId="207"/>
          <ac:spMkLst>
            <pc:docMk/>
            <pc:sldMk cId="566397521" sldId="2147481804"/>
            <ac:spMk id="5" creationId="{3BBB3D99-3A19-B32D-F9EC-EC08B8582391}"/>
          </ac:spMkLst>
        </pc:spChg>
        <pc:spChg chg="mod">
          <ac:chgData name="Kannepamula Mahesh Babu" userId="391c5b16-0897-4eca-a028-a97f935a3bd2" providerId="ADAL" clId="{9E3353FE-7EFD-4D1F-85AC-2D3001641A94}" dt="2026-07-10T15:19:51.980" v="8950" actId="12789"/>
          <ac:spMkLst>
            <pc:docMk/>
            <pc:sldMk cId="566397521" sldId="2147481804"/>
            <ac:spMk id="6" creationId="{310B5265-F9F5-4D6A-A938-842271F824ED}"/>
          </ac:spMkLst>
        </pc:spChg>
        <pc:spChg chg="add mod ord">
          <ac:chgData name="Kannepamula Mahesh Babu" userId="391c5b16-0897-4eca-a028-a97f935a3bd2" providerId="ADAL" clId="{9E3353FE-7EFD-4D1F-85AC-2D3001641A94}" dt="2026-07-10T14:31:57.160" v="8522" actId="6264"/>
          <ac:spMkLst>
            <pc:docMk/>
            <pc:sldMk cId="566397521" sldId="2147481804"/>
            <ac:spMk id="18" creationId="{9D4BBF6D-A9B9-7DB0-872D-905D4B8EBE79}"/>
          </ac:spMkLst>
        </pc:spChg>
        <pc:spChg chg="mod">
          <ac:chgData name="Kannepamula Mahesh Babu" userId="391c5b16-0897-4eca-a028-a97f935a3bd2" providerId="ADAL" clId="{9E3353FE-7EFD-4D1F-85AC-2D3001641A94}" dt="2026-07-10T15:19:06.968" v="8949" actId="208"/>
          <ac:spMkLst>
            <pc:docMk/>
            <pc:sldMk cId="566397521" sldId="2147481804"/>
            <ac:spMk id="24" creationId="{E9817BF7-043E-6017-FCC6-D1398B6DE28B}"/>
          </ac:spMkLst>
        </pc:spChg>
        <pc:spChg chg="mod">
          <ac:chgData name="Kannepamula Mahesh Babu" userId="391c5b16-0897-4eca-a028-a97f935a3bd2" providerId="ADAL" clId="{9E3353FE-7EFD-4D1F-85AC-2D3001641A94}" dt="2026-07-10T15:26:56.770" v="9005" actId="12789"/>
          <ac:spMkLst>
            <pc:docMk/>
            <pc:sldMk cId="566397521" sldId="2147481804"/>
            <ac:spMk id="29" creationId="{242CFEF2-E7E6-AC57-81B5-DF97B6717DA8}"/>
          </ac:spMkLst>
        </pc:spChg>
        <pc:spChg chg="add mod">
          <ac:chgData name="Kannepamula Mahesh Babu" userId="391c5b16-0897-4eca-a028-a97f935a3bd2" providerId="ADAL" clId="{9E3353FE-7EFD-4D1F-85AC-2D3001641A94}" dt="2026-07-10T14:49:53.262" v="8746" actId="207"/>
          <ac:spMkLst>
            <pc:docMk/>
            <pc:sldMk cId="566397521" sldId="2147481804"/>
            <ac:spMk id="42" creationId="{3891907B-5722-6EF8-8FC2-27BCA545CF89}"/>
          </ac:spMkLst>
        </pc:spChg>
        <pc:spChg chg="add mod">
          <ac:chgData name="Kannepamula Mahesh Babu" userId="391c5b16-0897-4eca-a028-a97f935a3bd2" providerId="ADAL" clId="{9E3353FE-7EFD-4D1F-85AC-2D3001641A94}" dt="2026-07-10T14:55:04.632" v="8765" actId="12789"/>
          <ac:spMkLst>
            <pc:docMk/>
            <pc:sldMk cId="566397521" sldId="2147481804"/>
            <ac:spMk id="43" creationId="{A1BB1F1C-FAC6-C705-5E61-CF67C617B853}"/>
          </ac:spMkLst>
        </pc:spChg>
        <pc:spChg chg="mod">
          <ac:chgData name="Kannepamula Mahesh Babu" userId="391c5b16-0897-4eca-a028-a97f935a3bd2" providerId="ADAL" clId="{9E3353FE-7EFD-4D1F-85AC-2D3001641A94}" dt="2026-07-10T15:26:56.770" v="9005" actId="12789"/>
          <ac:spMkLst>
            <pc:docMk/>
            <pc:sldMk cId="566397521" sldId="2147481804"/>
            <ac:spMk id="45" creationId="{1491C942-ADE5-3EC4-66D1-218CF88E9B97}"/>
          </ac:spMkLst>
        </pc:spChg>
        <pc:spChg chg="mod">
          <ac:chgData name="Kannepamula Mahesh Babu" userId="391c5b16-0897-4eca-a028-a97f935a3bd2" providerId="ADAL" clId="{9E3353FE-7EFD-4D1F-85AC-2D3001641A94}" dt="2026-07-10T15:26:56.770" v="9005" actId="12789"/>
          <ac:spMkLst>
            <pc:docMk/>
            <pc:sldMk cId="566397521" sldId="2147481804"/>
            <ac:spMk id="61" creationId="{D87270FD-1534-571D-2952-A6F0062B5AC3}"/>
          </ac:spMkLst>
        </pc:spChg>
        <pc:spChg chg="mod">
          <ac:chgData name="Kannepamula Mahesh Babu" userId="391c5b16-0897-4eca-a028-a97f935a3bd2" providerId="ADAL" clId="{9E3353FE-7EFD-4D1F-85AC-2D3001641A94}" dt="2026-07-10T15:26:56.770" v="9005" actId="12789"/>
          <ac:spMkLst>
            <pc:docMk/>
            <pc:sldMk cId="566397521" sldId="2147481804"/>
            <ac:spMk id="63" creationId="{2DE3384B-8E51-5BDD-2A78-265410A0C2FA}"/>
          </ac:spMkLst>
        </pc:spChg>
        <pc:spChg chg="mod">
          <ac:chgData name="Kannepamula Mahesh Babu" userId="391c5b16-0897-4eca-a028-a97f935a3bd2" providerId="ADAL" clId="{9E3353FE-7EFD-4D1F-85AC-2D3001641A94}" dt="2026-07-10T15:27:48.281" v="9010" actId="208"/>
          <ac:spMkLst>
            <pc:docMk/>
            <pc:sldMk cId="566397521" sldId="2147481804"/>
            <ac:spMk id="65" creationId="{A8E503B9-F1FF-5FD9-902D-D1EB3701E6FB}"/>
          </ac:spMkLst>
        </pc:spChg>
        <pc:spChg chg="mod">
          <ac:chgData name="Kannepamula Mahesh Babu" userId="391c5b16-0897-4eca-a028-a97f935a3bd2" providerId="ADAL" clId="{9E3353FE-7EFD-4D1F-85AC-2D3001641A94}" dt="2026-07-10T15:27:48.281" v="9010" actId="208"/>
          <ac:spMkLst>
            <pc:docMk/>
            <pc:sldMk cId="566397521" sldId="2147481804"/>
            <ac:spMk id="67" creationId="{C9412624-36CF-6734-FE6B-B27FDDB82ED0}"/>
          </ac:spMkLst>
        </pc:spChg>
        <pc:spChg chg="mod">
          <ac:chgData name="Kannepamula Mahesh Babu" userId="391c5b16-0897-4eca-a028-a97f935a3bd2" providerId="ADAL" clId="{9E3353FE-7EFD-4D1F-85AC-2D3001641A94}" dt="2026-07-10T15:27:48.281" v="9010" actId="208"/>
          <ac:spMkLst>
            <pc:docMk/>
            <pc:sldMk cId="566397521" sldId="2147481804"/>
            <ac:spMk id="69" creationId="{42CCED01-C8C3-CC2B-63A5-FE55BC14AAC3}"/>
          </ac:spMkLst>
        </pc:spChg>
        <pc:spChg chg="mod">
          <ac:chgData name="Kannepamula Mahesh Babu" userId="391c5b16-0897-4eca-a028-a97f935a3bd2" providerId="ADAL" clId="{9E3353FE-7EFD-4D1F-85AC-2D3001641A94}" dt="2026-07-10T15:27:48.281" v="9010" actId="208"/>
          <ac:spMkLst>
            <pc:docMk/>
            <pc:sldMk cId="566397521" sldId="2147481804"/>
            <ac:spMk id="71" creationId="{E111A5FE-8E6C-D65D-3CCB-1DF82F244906}"/>
          </ac:spMkLst>
        </pc:spChg>
        <pc:spChg chg="mod">
          <ac:chgData name="Kannepamula Mahesh Babu" userId="391c5b16-0897-4eca-a028-a97f935a3bd2" providerId="ADAL" clId="{9E3353FE-7EFD-4D1F-85AC-2D3001641A94}" dt="2026-07-10T15:27:48.281" v="9010" actId="208"/>
          <ac:spMkLst>
            <pc:docMk/>
            <pc:sldMk cId="566397521" sldId="2147481804"/>
            <ac:spMk id="73" creationId="{F5D60F2A-370C-9782-B32F-656BB8359CF1}"/>
          </ac:spMkLst>
        </pc:spChg>
        <pc:spChg chg="mod">
          <ac:chgData name="Kannepamula Mahesh Babu" userId="391c5b16-0897-4eca-a028-a97f935a3bd2" providerId="ADAL" clId="{9E3353FE-7EFD-4D1F-85AC-2D3001641A94}" dt="2026-07-10T15:19:06.968" v="8949" actId="208"/>
          <ac:spMkLst>
            <pc:docMk/>
            <pc:sldMk cId="566397521" sldId="2147481804"/>
            <ac:spMk id="75" creationId="{6E95FD6D-B9DB-CC3F-41FF-931FC655C893}"/>
          </ac:spMkLst>
        </pc:spChg>
        <pc:spChg chg="mod">
          <ac:chgData name="Kannepamula Mahesh Babu" userId="391c5b16-0897-4eca-a028-a97f935a3bd2" providerId="ADAL" clId="{9E3353FE-7EFD-4D1F-85AC-2D3001641A94}" dt="2026-07-10T15:19:06.968" v="8949" actId="208"/>
          <ac:spMkLst>
            <pc:docMk/>
            <pc:sldMk cId="566397521" sldId="2147481804"/>
            <ac:spMk id="76" creationId="{945541EC-ED6C-986A-2605-E79B13DD0D20}"/>
          </ac:spMkLst>
        </pc:spChg>
        <pc:spChg chg="mod">
          <ac:chgData name="Kannepamula Mahesh Babu" userId="391c5b16-0897-4eca-a028-a97f935a3bd2" providerId="ADAL" clId="{9E3353FE-7EFD-4D1F-85AC-2D3001641A94}" dt="2026-07-10T15:19:06.968" v="8949" actId="208"/>
          <ac:spMkLst>
            <pc:docMk/>
            <pc:sldMk cId="566397521" sldId="2147481804"/>
            <ac:spMk id="78" creationId="{7D770A79-7B1A-64D0-E94F-376BCCBAE9A0}"/>
          </ac:spMkLst>
        </pc:spChg>
        <pc:picChg chg="add mod">
          <ac:chgData name="Kannepamula Mahesh Babu" userId="391c5b16-0897-4eca-a028-a97f935a3bd2" providerId="ADAL" clId="{9E3353FE-7EFD-4D1F-85AC-2D3001641A94}" dt="2026-07-10T14:55:04.632" v="8765" actId="12789"/>
          <ac:picMkLst>
            <pc:docMk/>
            <pc:sldMk cId="566397521" sldId="2147481804"/>
            <ac:picMk id="44" creationId="{2BED9884-89EF-EB8F-8CBB-ED041AEA91C4}"/>
          </ac:picMkLst>
        </pc:picChg>
        <pc:picChg chg="mod">
          <ac:chgData name="Kannepamula Mahesh Babu" userId="391c5b16-0897-4eca-a028-a97f935a3bd2" providerId="ADAL" clId="{9E3353FE-7EFD-4D1F-85AC-2D3001641A94}" dt="2026-07-10T15:26:15.563" v="8993" actId="12788"/>
          <ac:picMkLst>
            <pc:docMk/>
            <pc:sldMk cId="566397521" sldId="2147481804"/>
            <ac:picMk id="66" creationId="{1FE98658-E4B9-52FF-4500-B51341636E2A}"/>
          </ac:picMkLst>
        </pc:picChg>
        <pc:picChg chg="mod">
          <ac:chgData name="Kannepamula Mahesh Babu" userId="391c5b16-0897-4eca-a028-a97f935a3bd2" providerId="ADAL" clId="{9E3353FE-7EFD-4D1F-85AC-2D3001641A94}" dt="2026-07-10T15:26:56.770" v="9005" actId="12789"/>
          <ac:picMkLst>
            <pc:docMk/>
            <pc:sldMk cId="566397521" sldId="2147481804"/>
            <ac:picMk id="68" creationId="{A3D095B3-3E14-442F-96B6-9E45DC93850A}"/>
          </ac:picMkLst>
        </pc:picChg>
        <pc:picChg chg="mod">
          <ac:chgData name="Kannepamula Mahesh Babu" userId="391c5b16-0897-4eca-a028-a97f935a3bd2" providerId="ADAL" clId="{9E3353FE-7EFD-4D1F-85AC-2D3001641A94}" dt="2026-07-10T15:26:34.337" v="9001" actId="12788"/>
          <ac:picMkLst>
            <pc:docMk/>
            <pc:sldMk cId="566397521" sldId="2147481804"/>
            <ac:picMk id="70" creationId="{14C431C0-93C8-C59A-DD5A-CC60944A51FE}"/>
          </ac:picMkLst>
        </pc:picChg>
        <pc:picChg chg="mod">
          <ac:chgData name="Kannepamula Mahesh Babu" userId="391c5b16-0897-4eca-a028-a97f935a3bd2" providerId="ADAL" clId="{9E3353FE-7EFD-4D1F-85AC-2D3001641A94}" dt="2026-07-10T15:26:46.950" v="9003" actId="12788"/>
          <ac:picMkLst>
            <pc:docMk/>
            <pc:sldMk cId="566397521" sldId="2147481804"/>
            <ac:picMk id="72" creationId="{3FB4160D-467D-7D22-5E8F-8701CFDE3D59}"/>
          </ac:picMkLst>
        </pc:picChg>
        <pc:picChg chg="mod">
          <ac:chgData name="Kannepamula Mahesh Babu" userId="391c5b16-0897-4eca-a028-a97f935a3bd2" providerId="ADAL" clId="{9E3353FE-7EFD-4D1F-85AC-2D3001641A94}" dt="2026-07-10T15:26:00.430" v="8990" actId="12789"/>
          <ac:picMkLst>
            <pc:docMk/>
            <pc:sldMk cId="566397521" sldId="2147481804"/>
            <ac:picMk id="74" creationId="{7186736A-019E-904B-EBF1-405C3DC3C281}"/>
          </ac:picMkLst>
        </pc:picChg>
      </pc:sldChg>
      <pc:sldChg chg="addSp delSp modSp mod modClrScheme chgLayout">
        <pc:chgData name="Kannepamula Mahesh Babu" userId="391c5b16-0897-4eca-a028-a97f935a3bd2" providerId="ADAL" clId="{9E3353FE-7EFD-4D1F-85AC-2D3001641A94}" dt="2026-07-10T15:40:25.022" v="9103" actId="14100"/>
        <pc:sldMkLst>
          <pc:docMk/>
          <pc:sldMk cId="2751744931" sldId="2147481808"/>
        </pc:sldMkLst>
        <pc:spChg chg="mod ord">
          <ac:chgData name="Kannepamula Mahesh Babu" userId="391c5b16-0897-4eca-a028-a97f935a3bd2" providerId="ADAL" clId="{9E3353FE-7EFD-4D1F-85AC-2D3001641A94}" dt="2026-07-10T15:40:25.022" v="9103" actId="14100"/>
          <ac:spMkLst>
            <pc:docMk/>
            <pc:sldMk cId="2751744931" sldId="2147481808"/>
            <ac:spMk id="2" creationId="{D9DC9138-62FB-CCF1-2DC5-BEE106824EF4}"/>
          </ac:spMkLst>
        </pc:spChg>
        <pc:spChg chg="add mod">
          <ac:chgData name="Kannepamula Mahesh Babu" userId="391c5b16-0897-4eca-a028-a97f935a3bd2" providerId="ADAL" clId="{9E3353FE-7EFD-4D1F-85AC-2D3001641A94}" dt="2026-07-10T14:58:47.472" v="8797" actId="207"/>
          <ac:spMkLst>
            <pc:docMk/>
            <pc:sldMk cId="2751744931" sldId="2147481808"/>
            <ac:spMk id="4" creationId="{69E0E6C3-4F30-E075-6438-68FF4E75FCC9}"/>
          </ac:spMkLst>
        </pc:spChg>
        <pc:spChg chg="mod ord">
          <ac:chgData name="Kannepamula Mahesh Babu" userId="391c5b16-0897-4eca-a028-a97f935a3bd2" providerId="ADAL" clId="{9E3353FE-7EFD-4D1F-85AC-2D3001641A94}" dt="2026-07-10T15:14:30.603" v="8914" actId="6264"/>
          <ac:spMkLst>
            <pc:docMk/>
            <pc:sldMk cId="2751744931" sldId="2147481808"/>
            <ac:spMk id="10" creationId="{0285FB36-EE5D-278C-1A3B-8B11B025903D}"/>
          </ac:spMkLst>
        </pc:spChg>
        <pc:spChg chg="mod">
          <ac:chgData name="Kannepamula Mahesh Babu" userId="391c5b16-0897-4eca-a028-a97f935a3bd2" providerId="ADAL" clId="{9E3353FE-7EFD-4D1F-85AC-2D3001641A94}" dt="2026-07-10T15:14:51.201" v="8917" actId="1076"/>
          <ac:spMkLst>
            <pc:docMk/>
            <pc:sldMk cId="2751744931" sldId="2147481808"/>
            <ac:spMk id="91" creationId="{BABB77F2-CBB7-64B6-909C-033EC84C422B}"/>
          </ac:spMkLst>
        </pc:spChg>
        <pc:spChg chg="mod">
          <ac:chgData name="Kannepamula Mahesh Babu" userId="391c5b16-0897-4eca-a028-a97f935a3bd2" providerId="ADAL" clId="{9E3353FE-7EFD-4D1F-85AC-2D3001641A94}" dt="2026-07-10T15:40:16.203" v="9100" actId="553"/>
          <ac:spMkLst>
            <pc:docMk/>
            <pc:sldMk cId="2751744931" sldId="2147481808"/>
            <ac:spMk id="120" creationId="{0623AF7D-CF61-F8A2-105D-D2DC549C1D72}"/>
          </ac:spMkLst>
        </pc:spChg>
        <pc:picChg chg="mod">
          <ac:chgData name="Kannepamula Mahesh Babu" userId="391c5b16-0897-4eca-a028-a97f935a3bd2" providerId="ADAL" clId="{9E3353FE-7EFD-4D1F-85AC-2D3001641A94}" dt="2026-07-10T15:40:19.063" v="9101" actId="553"/>
          <ac:picMkLst>
            <pc:docMk/>
            <pc:sldMk cId="2751744931" sldId="2147481808"/>
            <ac:picMk id="119" creationId="{1DB26366-DBDD-E524-A07E-2995818F792F}"/>
          </ac:picMkLst>
        </pc:picChg>
      </pc:sldChg>
      <pc:sldChg chg="addSp delSp modSp mod modClrScheme chgLayout">
        <pc:chgData name="Kannepamula Mahesh Babu" userId="391c5b16-0897-4eca-a028-a97f935a3bd2" providerId="ADAL" clId="{9E3353FE-7EFD-4D1F-85AC-2D3001641A94}" dt="2026-07-13T06:53:14.350" v="10457" actId="164"/>
        <pc:sldMkLst>
          <pc:docMk/>
          <pc:sldMk cId="2408097752" sldId="2147481810"/>
        </pc:sldMkLst>
        <pc:spChg chg="mod ord">
          <ac:chgData name="Kannepamula Mahesh Babu" userId="391c5b16-0897-4eca-a028-a97f935a3bd2" providerId="ADAL" clId="{9E3353FE-7EFD-4D1F-85AC-2D3001641A94}" dt="2026-07-10T15:14:19.471" v="8911" actId="6264"/>
          <ac:spMkLst>
            <pc:docMk/>
            <pc:sldMk cId="2408097752" sldId="2147481810"/>
            <ac:spMk id="2" creationId="{64DE0B33-55DE-4E5D-C550-F02F31B89513}"/>
          </ac:spMkLst>
        </pc:spChg>
        <pc:spChg chg="add mod ord">
          <ac:chgData name="Kannepamula Mahesh Babu" userId="391c5b16-0897-4eca-a028-a97f935a3bd2" providerId="ADAL" clId="{9E3353FE-7EFD-4D1F-85AC-2D3001641A94}" dt="2026-07-10T15:14:19.471" v="8911" actId="6264"/>
          <ac:spMkLst>
            <pc:docMk/>
            <pc:sldMk cId="2408097752" sldId="2147481810"/>
            <ac:spMk id="3" creationId="{7A94501C-3AAE-2A93-92C1-532CAABF3199}"/>
          </ac:spMkLst>
        </pc:spChg>
        <pc:spChg chg="add mod">
          <ac:chgData name="Kannepamula Mahesh Babu" userId="391c5b16-0897-4eca-a028-a97f935a3bd2" providerId="ADAL" clId="{9E3353FE-7EFD-4D1F-85AC-2D3001641A94}" dt="2026-07-10T14:59:21.560" v="8799" actId="207"/>
          <ac:spMkLst>
            <pc:docMk/>
            <pc:sldMk cId="2408097752" sldId="2147481810"/>
            <ac:spMk id="4" creationId="{4634627A-C511-826E-75D3-D09F37906C38}"/>
          </ac:spMkLst>
        </pc:spChg>
        <pc:spChg chg="mod">
          <ac:chgData name="Kannepamula Mahesh Babu" userId="391c5b16-0897-4eca-a028-a97f935a3bd2" providerId="ADAL" clId="{9E3353FE-7EFD-4D1F-85AC-2D3001641A94}" dt="2026-07-10T15:34:03.193" v="9071" actId="12788"/>
          <ac:spMkLst>
            <pc:docMk/>
            <pc:sldMk cId="2408097752" sldId="2147481810"/>
            <ac:spMk id="5" creationId="{40DFF124-1474-BD51-069E-9CE6CB2178E5}"/>
          </ac:spMkLst>
        </pc:spChg>
        <pc:spChg chg="mod">
          <ac:chgData name="Kannepamula Mahesh Babu" userId="391c5b16-0897-4eca-a028-a97f935a3bd2" providerId="ADAL" clId="{9E3353FE-7EFD-4D1F-85AC-2D3001641A94}" dt="2026-07-10T15:30:04.508" v="9041" actId="404"/>
          <ac:spMkLst>
            <pc:docMk/>
            <pc:sldMk cId="2408097752" sldId="2147481810"/>
            <ac:spMk id="6" creationId="{0A7583AD-54BE-84FE-5156-8AAEC14C953D}"/>
          </ac:spMkLst>
        </pc:spChg>
        <pc:spChg chg="mod">
          <ac:chgData name="Kannepamula Mahesh Babu" userId="391c5b16-0897-4eca-a028-a97f935a3bd2" providerId="ADAL" clId="{9E3353FE-7EFD-4D1F-85AC-2D3001641A94}" dt="2026-07-13T06:51:41.376" v="10455" actId="1076"/>
          <ac:spMkLst>
            <pc:docMk/>
            <pc:sldMk cId="2408097752" sldId="2147481810"/>
            <ac:spMk id="8" creationId="{3BE8DC47-AA63-860B-4EF8-7B21E129D929}"/>
          </ac:spMkLst>
        </pc:spChg>
        <pc:spChg chg="mod">
          <ac:chgData name="Kannepamula Mahesh Babu" userId="391c5b16-0897-4eca-a028-a97f935a3bd2" providerId="ADAL" clId="{9E3353FE-7EFD-4D1F-85AC-2D3001641A94}" dt="2026-07-13T06:53:14.350" v="10457" actId="164"/>
          <ac:spMkLst>
            <pc:docMk/>
            <pc:sldMk cId="2408097752" sldId="2147481810"/>
            <ac:spMk id="17" creationId="{0AC396E1-85A2-4029-DA84-D19337F4E1FA}"/>
          </ac:spMkLst>
        </pc:spChg>
        <pc:spChg chg="mod">
          <ac:chgData name="Kannepamula Mahesh Babu" userId="391c5b16-0897-4eca-a028-a97f935a3bd2" providerId="ADAL" clId="{9E3353FE-7EFD-4D1F-85AC-2D3001641A94}" dt="2026-07-13T06:53:14.350" v="10457" actId="164"/>
          <ac:spMkLst>
            <pc:docMk/>
            <pc:sldMk cId="2408097752" sldId="2147481810"/>
            <ac:spMk id="20" creationId="{CB28FC96-3156-44DD-BDE2-F54BE377F430}"/>
          </ac:spMkLst>
        </pc:spChg>
        <pc:spChg chg="mod">
          <ac:chgData name="Kannepamula Mahesh Babu" userId="391c5b16-0897-4eca-a028-a97f935a3bd2" providerId="ADAL" clId="{9E3353FE-7EFD-4D1F-85AC-2D3001641A94}" dt="2026-07-10T15:33:29.098" v="9064" actId="207"/>
          <ac:spMkLst>
            <pc:docMk/>
            <pc:sldMk cId="2408097752" sldId="2147481810"/>
            <ac:spMk id="28" creationId="{692042A9-2BB6-C855-2803-A4157F843610}"/>
          </ac:spMkLst>
        </pc:spChg>
        <pc:spChg chg="mod">
          <ac:chgData name="Kannepamula Mahesh Babu" userId="391c5b16-0897-4eca-a028-a97f935a3bd2" providerId="ADAL" clId="{9E3353FE-7EFD-4D1F-85AC-2D3001641A94}" dt="2026-07-10T15:33:29.098" v="9064" actId="207"/>
          <ac:spMkLst>
            <pc:docMk/>
            <pc:sldMk cId="2408097752" sldId="2147481810"/>
            <ac:spMk id="30" creationId="{3F34EF46-9C6F-31ED-3F4F-2453008FBD2E}"/>
          </ac:spMkLst>
        </pc:spChg>
        <pc:spChg chg="add mod">
          <ac:chgData name="Kannepamula Mahesh Babu" userId="391c5b16-0897-4eca-a028-a97f935a3bd2" providerId="ADAL" clId="{9E3353FE-7EFD-4D1F-85AC-2D3001641A94}" dt="2026-07-13T06:53:12.658" v="10456"/>
          <ac:spMkLst>
            <pc:docMk/>
            <pc:sldMk cId="2408097752" sldId="2147481810"/>
            <ac:spMk id="32" creationId="{C7ED6B89-29CC-89F5-FE74-3A46DA5DBF36}"/>
          </ac:spMkLst>
        </pc:spChg>
        <pc:spChg chg="mod">
          <ac:chgData name="Kannepamula Mahesh Babu" userId="391c5b16-0897-4eca-a028-a97f935a3bd2" providerId="ADAL" clId="{9E3353FE-7EFD-4D1F-85AC-2D3001641A94}" dt="2026-07-10T15:33:29.098" v="9064" actId="207"/>
          <ac:spMkLst>
            <pc:docMk/>
            <pc:sldMk cId="2408097752" sldId="2147481810"/>
            <ac:spMk id="34" creationId="{EDA89B20-03F7-AE99-E0DD-88B68D19636F}"/>
          </ac:spMkLst>
        </pc:spChg>
        <pc:spChg chg="mod">
          <ac:chgData name="Kannepamula Mahesh Babu" userId="391c5b16-0897-4eca-a028-a97f935a3bd2" providerId="ADAL" clId="{9E3353FE-7EFD-4D1F-85AC-2D3001641A94}" dt="2026-07-13T06:53:14.350" v="10457" actId="164"/>
          <ac:spMkLst>
            <pc:docMk/>
            <pc:sldMk cId="2408097752" sldId="2147481810"/>
            <ac:spMk id="36" creationId="{F0E0977E-AAD9-5E3D-D14A-68D3CC85BE84}"/>
          </ac:spMkLst>
        </pc:spChg>
        <pc:spChg chg="mod">
          <ac:chgData name="Kannepamula Mahesh Babu" userId="391c5b16-0897-4eca-a028-a97f935a3bd2" providerId="ADAL" clId="{9E3353FE-7EFD-4D1F-85AC-2D3001641A94}" dt="2026-07-13T06:53:14.350" v="10457" actId="164"/>
          <ac:spMkLst>
            <pc:docMk/>
            <pc:sldMk cId="2408097752" sldId="2147481810"/>
            <ac:spMk id="38" creationId="{29CE369A-107D-19F8-539D-D65EE26DCD7B}"/>
          </ac:spMkLst>
        </pc:spChg>
        <pc:spChg chg="mod">
          <ac:chgData name="Kannepamula Mahesh Babu" userId="391c5b16-0897-4eca-a028-a97f935a3bd2" providerId="ADAL" clId="{9E3353FE-7EFD-4D1F-85AC-2D3001641A94}" dt="2026-07-13T06:53:14.350" v="10457" actId="164"/>
          <ac:spMkLst>
            <pc:docMk/>
            <pc:sldMk cId="2408097752" sldId="2147481810"/>
            <ac:spMk id="40" creationId="{848BEC48-0E35-5A1E-C15C-BC1F64DBC2DB}"/>
          </ac:spMkLst>
        </pc:spChg>
        <pc:spChg chg="mod">
          <ac:chgData name="Kannepamula Mahesh Babu" userId="391c5b16-0897-4eca-a028-a97f935a3bd2" providerId="ADAL" clId="{9E3353FE-7EFD-4D1F-85AC-2D3001641A94}" dt="2026-07-10T15:33:29.098" v="9064" actId="207"/>
          <ac:spMkLst>
            <pc:docMk/>
            <pc:sldMk cId="2408097752" sldId="2147481810"/>
            <ac:spMk id="50" creationId="{19192D97-ABE2-696D-9645-2DA0FAE54C03}"/>
          </ac:spMkLst>
        </pc:spChg>
        <pc:spChg chg="mod">
          <ac:chgData name="Kannepamula Mahesh Babu" userId="391c5b16-0897-4eca-a028-a97f935a3bd2" providerId="ADAL" clId="{9E3353FE-7EFD-4D1F-85AC-2D3001641A94}" dt="2026-07-13T06:53:14.350" v="10457" actId="164"/>
          <ac:spMkLst>
            <pc:docMk/>
            <pc:sldMk cId="2408097752" sldId="2147481810"/>
            <ac:spMk id="53" creationId="{5A654379-8EEA-3A17-C989-D2F44181F2A6}"/>
          </ac:spMkLst>
        </pc:spChg>
        <pc:spChg chg="mod">
          <ac:chgData name="Kannepamula Mahesh Babu" userId="391c5b16-0897-4eca-a028-a97f935a3bd2" providerId="ADAL" clId="{9E3353FE-7EFD-4D1F-85AC-2D3001641A94}" dt="2026-07-13T06:53:14.350" v="10457" actId="164"/>
          <ac:spMkLst>
            <pc:docMk/>
            <pc:sldMk cId="2408097752" sldId="2147481810"/>
            <ac:spMk id="54" creationId="{C7E6929D-1D08-7A8D-49E2-712A1E983F90}"/>
          </ac:spMkLst>
        </pc:spChg>
        <pc:spChg chg="mod">
          <ac:chgData name="Kannepamula Mahesh Babu" userId="391c5b16-0897-4eca-a028-a97f935a3bd2" providerId="ADAL" clId="{9E3353FE-7EFD-4D1F-85AC-2D3001641A94}" dt="2026-07-13T06:53:14.350" v="10457" actId="164"/>
          <ac:spMkLst>
            <pc:docMk/>
            <pc:sldMk cId="2408097752" sldId="2147481810"/>
            <ac:spMk id="55" creationId="{59ADE275-5CC4-EDB3-5B3C-827E608CF78B}"/>
          </ac:spMkLst>
        </pc:spChg>
        <pc:spChg chg="mod">
          <ac:chgData name="Kannepamula Mahesh Babu" userId="391c5b16-0897-4eca-a028-a97f935a3bd2" providerId="ADAL" clId="{9E3353FE-7EFD-4D1F-85AC-2D3001641A94}" dt="2026-07-13T06:53:14.350" v="10457" actId="164"/>
          <ac:spMkLst>
            <pc:docMk/>
            <pc:sldMk cId="2408097752" sldId="2147481810"/>
            <ac:spMk id="102" creationId="{92341661-86A7-D403-81C0-0AA89BF1E10A}"/>
          </ac:spMkLst>
        </pc:spChg>
        <pc:spChg chg="mod">
          <ac:chgData name="Kannepamula Mahesh Babu" userId="391c5b16-0897-4eca-a028-a97f935a3bd2" providerId="ADAL" clId="{9E3353FE-7EFD-4D1F-85AC-2D3001641A94}" dt="2026-07-13T06:53:14.350" v="10457" actId="164"/>
          <ac:spMkLst>
            <pc:docMk/>
            <pc:sldMk cId="2408097752" sldId="2147481810"/>
            <ac:spMk id="110" creationId="{00000000-0000-0000-0000-000000000000}"/>
          </ac:spMkLst>
        </pc:spChg>
      </pc:sldChg>
      <pc:sldChg chg="addSp delSp modSp mod ord modShow chgLayout">
        <pc:chgData name="Kannepamula Mahesh Babu" userId="391c5b16-0897-4eca-a028-a97f935a3bd2" providerId="ADAL" clId="{9E3353FE-7EFD-4D1F-85AC-2D3001641A94}" dt="2026-07-10T15:12:59.908" v="8904"/>
        <pc:sldMkLst>
          <pc:docMk/>
          <pc:sldMk cId="2609134388" sldId="2147481812"/>
        </pc:sldMkLst>
        <pc:spChg chg="mod ord">
          <ac:chgData name="Kannepamula Mahesh Babu" userId="391c5b16-0897-4eca-a028-a97f935a3bd2" providerId="ADAL" clId="{9E3353FE-7EFD-4D1F-85AC-2D3001641A94}" dt="2026-07-10T14:57:50.602" v="8785" actId="700"/>
          <ac:spMkLst>
            <pc:docMk/>
            <pc:sldMk cId="2609134388" sldId="2147481812"/>
            <ac:spMk id="2" creationId="{649AB97C-D17D-C2CA-5C26-DB27C4BBC5B1}"/>
          </ac:spMkLst>
        </pc:spChg>
        <pc:spChg chg="mod ord">
          <ac:chgData name="Kannepamula Mahesh Babu" userId="391c5b16-0897-4eca-a028-a97f935a3bd2" providerId="ADAL" clId="{9E3353FE-7EFD-4D1F-85AC-2D3001641A94}" dt="2026-07-10T14:57:50.602" v="8785" actId="700"/>
          <ac:spMkLst>
            <pc:docMk/>
            <pc:sldMk cId="2609134388" sldId="2147481812"/>
            <ac:spMk id="4" creationId="{F92D9508-EA89-D17D-1EBF-B4BD7367D6C2}"/>
          </ac:spMkLst>
        </pc:spChg>
      </pc:sldChg>
      <pc:sldChg chg="addSp delSp modSp mod modClrScheme chgLayout">
        <pc:chgData name="Kannepamula Mahesh Babu" userId="391c5b16-0897-4eca-a028-a97f935a3bd2" providerId="ADAL" clId="{9E3353FE-7EFD-4D1F-85AC-2D3001641A94}" dt="2026-07-10T14:35:35.173" v="8595" actId="700"/>
        <pc:sldMkLst>
          <pc:docMk/>
          <pc:sldMk cId="1011382387" sldId="2147481818"/>
        </pc:sldMkLst>
        <pc:spChg chg="mod ord">
          <ac:chgData name="Kannepamula Mahesh Babu" userId="391c5b16-0897-4eca-a028-a97f935a3bd2" providerId="ADAL" clId="{9E3353FE-7EFD-4D1F-85AC-2D3001641A94}" dt="2026-07-10T14:35:35.173" v="8595" actId="700"/>
          <ac:spMkLst>
            <pc:docMk/>
            <pc:sldMk cId="1011382387" sldId="2147481818"/>
            <ac:spMk id="4" creationId="{845F1F78-06E5-9269-E3A1-09153928F3D8}"/>
          </ac:spMkLst>
        </pc:spChg>
        <pc:spChg chg="mod">
          <ac:chgData name="Kannepamula Mahesh Babu" userId="391c5b16-0897-4eca-a028-a97f935a3bd2" providerId="ADAL" clId="{9E3353FE-7EFD-4D1F-85AC-2D3001641A94}" dt="2026-07-08T07:46:34.004" v="7944" actId="14100"/>
          <ac:spMkLst>
            <pc:docMk/>
            <pc:sldMk cId="1011382387" sldId="2147481818"/>
            <ac:spMk id="7" creationId="{E54D47B4-FBA8-8416-A974-A569D631307E}"/>
          </ac:spMkLst>
        </pc:spChg>
        <pc:spChg chg="mod">
          <ac:chgData name="Kannepamula Mahesh Babu" userId="391c5b16-0897-4eca-a028-a97f935a3bd2" providerId="ADAL" clId="{9E3353FE-7EFD-4D1F-85AC-2D3001641A94}" dt="2026-07-08T07:46:42.582" v="7945" actId="1076"/>
          <ac:spMkLst>
            <pc:docMk/>
            <pc:sldMk cId="1011382387" sldId="2147481818"/>
            <ac:spMk id="8" creationId="{E843E3C6-6451-F653-FDC8-40D96A479925}"/>
          </ac:spMkLst>
        </pc:spChg>
        <pc:spChg chg="mod">
          <ac:chgData name="Kannepamula Mahesh Babu" userId="391c5b16-0897-4eca-a028-a97f935a3bd2" providerId="ADAL" clId="{9E3353FE-7EFD-4D1F-85AC-2D3001641A94}" dt="2026-07-08T07:46:55.471" v="7946" actId="1076"/>
          <ac:spMkLst>
            <pc:docMk/>
            <pc:sldMk cId="1011382387" sldId="2147481818"/>
            <ac:spMk id="9" creationId="{C941721E-E321-1932-8525-F5F382421722}"/>
          </ac:spMkLst>
        </pc:spChg>
        <pc:spChg chg="mod">
          <ac:chgData name="Kannepamula Mahesh Babu" userId="391c5b16-0897-4eca-a028-a97f935a3bd2" providerId="ADAL" clId="{9E3353FE-7EFD-4D1F-85AC-2D3001641A94}" dt="2026-07-08T07:46:34.004" v="7944" actId="14100"/>
          <ac:spMkLst>
            <pc:docMk/>
            <pc:sldMk cId="1011382387" sldId="2147481818"/>
            <ac:spMk id="10" creationId="{B972E486-0E84-DFEA-C38B-B3A755E2A7F0}"/>
          </ac:spMkLst>
        </pc:spChg>
        <pc:spChg chg="mod">
          <ac:chgData name="Kannepamula Mahesh Babu" userId="391c5b16-0897-4eca-a028-a97f935a3bd2" providerId="ADAL" clId="{9E3353FE-7EFD-4D1F-85AC-2D3001641A94}" dt="2026-07-08T07:45:25.805" v="7901" actId="404"/>
          <ac:spMkLst>
            <pc:docMk/>
            <pc:sldMk cId="1011382387" sldId="2147481818"/>
            <ac:spMk id="11" creationId="{634A576A-30E0-32F7-A386-4700114069A6}"/>
          </ac:spMkLst>
        </pc:spChg>
        <pc:spChg chg="mod">
          <ac:chgData name="Kannepamula Mahesh Babu" userId="391c5b16-0897-4eca-a028-a97f935a3bd2" providerId="ADAL" clId="{9E3353FE-7EFD-4D1F-85AC-2D3001641A94}" dt="2026-07-08T07:45:27.383" v="7903"/>
          <ac:spMkLst>
            <pc:docMk/>
            <pc:sldMk cId="1011382387" sldId="2147481818"/>
            <ac:spMk id="14" creationId="{820470E2-5DD6-432D-A858-A12A6760B762}"/>
          </ac:spMkLst>
        </pc:spChg>
        <pc:spChg chg="mod">
          <ac:chgData name="Kannepamula Mahesh Babu" userId="391c5b16-0897-4eca-a028-a97f935a3bd2" providerId="ADAL" clId="{9E3353FE-7EFD-4D1F-85AC-2D3001641A94}" dt="2026-07-08T07:45:28.944" v="7905"/>
          <ac:spMkLst>
            <pc:docMk/>
            <pc:sldMk cId="1011382387" sldId="2147481818"/>
            <ac:spMk id="15" creationId="{11083893-5FCC-B440-F799-10C5DA69C3EF}"/>
          </ac:spMkLst>
        </pc:spChg>
        <pc:spChg chg="mod">
          <ac:chgData name="Kannepamula Mahesh Babu" userId="391c5b16-0897-4eca-a028-a97f935a3bd2" providerId="ADAL" clId="{9E3353FE-7EFD-4D1F-85AC-2D3001641A94}" dt="2026-07-08T07:45:30.831" v="7907"/>
          <ac:spMkLst>
            <pc:docMk/>
            <pc:sldMk cId="1011382387" sldId="2147481818"/>
            <ac:spMk id="18" creationId="{648DCCAD-E26A-DE9E-D37F-BEEDC3FB8635}"/>
          </ac:spMkLst>
        </pc:spChg>
        <pc:spChg chg="mod">
          <ac:chgData name="Kannepamula Mahesh Babu" userId="391c5b16-0897-4eca-a028-a97f935a3bd2" providerId="ADAL" clId="{9E3353FE-7EFD-4D1F-85AC-2D3001641A94}" dt="2026-07-08T07:46:42.582" v="7945" actId="1076"/>
          <ac:spMkLst>
            <pc:docMk/>
            <pc:sldMk cId="1011382387" sldId="2147481818"/>
            <ac:spMk id="20" creationId="{90533932-0127-5B8F-77C9-6C0E0BC23F1F}"/>
          </ac:spMkLst>
        </pc:spChg>
        <pc:spChg chg="mod">
          <ac:chgData name="Kannepamula Mahesh Babu" userId="391c5b16-0897-4eca-a028-a97f935a3bd2" providerId="ADAL" clId="{9E3353FE-7EFD-4D1F-85AC-2D3001641A94}" dt="2026-07-08T07:46:42.582" v="7945" actId="1076"/>
          <ac:spMkLst>
            <pc:docMk/>
            <pc:sldMk cId="1011382387" sldId="2147481818"/>
            <ac:spMk id="22" creationId="{FBC35008-54D9-3267-9BC9-C3A1F52B2B24}"/>
          </ac:spMkLst>
        </pc:spChg>
        <pc:spChg chg="mod">
          <ac:chgData name="Kannepamula Mahesh Babu" userId="391c5b16-0897-4eca-a028-a97f935a3bd2" providerId="ADAL" clId="{9E3353FE-7EFD-4D1F-85AC-2D3001641A94}" dt="2026-07-08T07:46:42.582" v="7945" actId="1076"/>
          <ac:spMkLst>
            <pc:docMk/>
            <pc:sldMk cId="1011382387" sldId="2147481818"/>
            <ac:spMk id="26" creationId="{DF715E7A-5699-7F59-66A5-DA0E101BA4FB}"/>
          </ac:spMkLst>
        </pc:spChg>
        <pc:spChg chg="mod">
          <ac:chgData name="Kannepamula Mahesh Babu" userId="391c5b16-0897-4eca-a028-a97f935a3bd2" providerId="ADAL" clId="{9E3353FE-7EFD-4D1F-85AC-2D3001641A94}" dt="2026-07-07T09:35:49.233" v="7576" actId="12789"/>
          <ac:spMkLst>
            <pc:docMk/>
            <pc:sldMk cId="1011382387" sldId="2147481818"/>
            <ac:spMk id="27" creationId="{E431A0DF-7F95-63F6-935C-065F56C3A39E}"/>
          </ac:spMkLst>
        </pc:spChg>
        <pc:spChg chg="mod">
          <ac:chgData name="Kannepamula Mahesh Babu" userId="391c5b16-0897-4eca-a028-a97f935a3bd2" providerId="ADAL" clId="{9E3353FE-7EFD-4D1F-85AC-2D3001641A94}" dt="2026-07-08T07:46:42.582" v="7945" actId="1076"/>
          <ac:spMkLst>
            <pc:docMk/>
            <pc:sldMk cId="1011382387" sldId="2147481818"/>
            <ac:spMk id="30" creationId="{30BFA76D-4A0C-D9A5-D873-18586CA2368D}"/>
          </ac:spMkLst>
        </pc:spChg>
        <pc:spChg chg="mod ord">
          <ac:chgData name="Kannepamula Mahesh Babu" userId="391c5b16-0897-4eca-a028-a97f935a3bd2" providerId="ADAL" clId="{9E3353FE-7EFD-4D1F-85AC-2D3001641A94}" dt="2026-07-10T14:35:35.173" v="8595" actId="700"/>
          <ac:spMkLst>
            <pc:docMk/>
            <pc:sldMk cId="1011382387" sldId="2147481818"/>
            <ac:spMk id="33" creationId="{FFFD57D3-1E3F-6040-AECD-CFDC1416E085}"/>
          </ac:spMkLst>
        </pc:spChg>
        <pc:spChg chg="mod">
          <ac:chgData name="Kannepamula Mahesh Babu" userId="391c5b16-0897-4eca-a028-a97f935a3bd2" providerId="ADAL" clId="{9E3353FE-7EFD-4D1F-85AC-2D3001641A94}" dt="2026-07-08T07:46:55.471" v="7946" actId="1076"/>
          <ac:spMkLst>
            <pc:docMk/>
            <pc:sldMk cId="1011382387" sldId="2147481818"/>
            <ac:spMk id="35" creationId="{91898596-D98B-3185-6B33-0FCB38BFBB80}"/>
          </ac:spMkLst>
        </pc:spChg>
        <pc:spChg chg="mod">
          <ac:chgData name="Kannepamula Mahesh Babu" userId="391c5b16-0897-4eca-a028-a97f935a3bd2" providerId="ADAL" clId="{9E3353FE-7EFD-4D1F-85AC-2D3001641A94}" dt="2026-07-08T07:46:55.471" v="7946" actId="1076"/>
          <ac:spMkLst>
            <pc:docMk/>
            <pc:sldMk cId="1011382387" sldId="2147481818"/>
            <ac:spMk id="37" creationId="{79CDBA6F-285B-6798-32AC-3A2128F5665D}"/>
          </ac:spMkLst>
        </pc:spChg>
        <pc:spChg chg="mod">
          <ac:chgData name="Kannepamula Mahesh Babu" userId="391c5b16-0897-4eca-a028-a97f935a3bd2" providerId="ADAL" clId="{9E3353FE-7EFD-4D1F-85AC-2D3001641A94}" dt="2026-07-08T07:46:55.471" v="7946" actId="1076"/>
          <ac:spMkLst>
            <pc:docMk/>
            <pc:sldMk cId="1011382387" sldId="2147481818"/>
            <ac:spMk id="38" creationId="{C2DDDE99-CF62-54D1-7F95-87C50016C8D7}"/>
          </ac:spMkLst>
        </pc:spChg>
        <pc:spChg chg="add mod ord">
          <ac:chgData name="Kannepamula Mahesh Babu" userId="391c5b16-0897-4eca-a028-a97f935a3bd2" providerId="ADAL" clId="{9E3353FE-7EFD-4D1F-85AC-2D3001641A94}" dt="2026-07-08T07:47:58.672" v="7965" actId="12789"/>
          <ac:spMkLst>
            <pc:docMk/>
            <pc:sldMk cId="1011382387" sldId="2147481818"/>
            <ac:spMk id="40" creationId="{368D7539-5769-4CB9-341D-E52A1BBE24E5}"/>
          </ac:spMkLst>
        </pc:spChg>
        <pc:spChg chg="mod">
          <ac:chgData name="Kannepamula Mahesh Babu" userId="391c5b16-0897-4eca-a028-a97f935a3bd2" providerId="ADAL" clId="{9E3353FE-7EFD-4D1F-85AC-2D3001641A94}" dt="2026-07-08T07:46:55.471" v="7946" actId="1076"/>
          <ac:spMkLst>
            <pc:docMk/>
            <pc:sldMk cId="1011382387" sldId="2147481818"/>
            <ac:spMk id="41" creationId="{5A2D061F-011B-1546-33C5-EB1B4BCD6699}"/>
          </ac:spMkLst>
        </pc:spChg>
        <pc:spChg chg="mod">
          <ac:chgData name="Kannepamula Mahesh Babu" userId="391c5b16-0897-4eca-a028-a97f935a3bd2" providerId="ADAL" clId="{9E3353FE-7EFD-4D1F-85AC-2D3001641A94}" dt="2026-07-08T07:46:02.712" v="7938"/>
          <ac:spMkLst>
            <pc:docMk/>
            <pc:sldMk cId="1011382387" sldId="2147481818"/>
            <ac:spMk id="42" creationId="{E967154B-73BB-4260-C27A-E47606E9DE8F}"/>
          </ac:spMkLst>
        </pc:spChg>
        <pc:spChg chg="mod">
          <ac:chgData name="Kannepamula Mahesh Babu" userId="391c5b16-0897-4eca-a028-a97f935a3bd2" providerId="ADAL" clId="{9E3353FE-7EFD-4D1F-85AC-2D3001641A94}" dt="2026-07-07T10:58:41.463" v="7879" actId="553"/>
          <ac:spMkLst>
            <pc:docMk/>
            <pc:sldMk cId="1011382387" sldId="2147481818"/>
            <ac:spMk id="44" creationId="{44417160-DECF-7234-6694-AEE321522EA5}"/>
          </ac:spMkLst>
        </pc:spChg>
        <pc:spChg chg="mod">
          <ac:chgData name="Kannepamula Mahesh Babu" userId="391c5b16-0897-4eca-a028-a97f935a3bd2" providerId="ADAL" clId="{9E3353FE-7EFD-4D1F-85AC-2D3001641A94}" dt="2026-07-08T07:47:09.868" v="7947" actId="553"/>
          <ac:spMkLst>
            <pc:docMk/>
            <pc:sldMk cId="1011382387" sldId="2147481818"/>
            <ac:spMk id="45" creationId="{A2179DE8-7573-92CE-848E-7BD54798CB22}"/>
          </ac:spMkLst>
        </pc:spChg>
        <pc:spChg chg="mod ord">
          <ac:chgData name="Kannepamula Mahesh Babu" userId="391c5b16-0897-4eca-a028-a97f935a3bd2" providerId="ADAL" clId="{9E3353FE-7EFD-4D1F-85AC-2D3001641A94}" dt="2026-07-08T07:47:54.440" v="7963" actId="553"/>
          <ac:spMkLst>
            <pc:docMk/>
            <pc:sldMk cId="1011382387" sldId="2147481818"/>
            <ac:spMk id="48" creationId="{30B1AE49-77B4-7907-18ED-240466546C29}"/>
          </ac:spMkLst>
        </pc:spChg>
        <pc:spChg chg="mod">
          <ac:chgData name="Kannepamula Mahesh Babu" userId="391c5b16-0897-4eca-a028-a97f935a3bd2" providerId="ADAL" clId="{9E3353FE-7EFD-4D1F-85AC-2D3001641A94}" dt="2026-07-08T07:47:16.107" v="7949" actId="12789"/>
          <ac:spMkLst>
            <pc:docMk/>
            <pc:sldMk cId="1011382387" sldId="2147481818"/>
            <ac:spMk id="50" creationId="{3ABEE690-2490-5E2F-7425-770FA2ECCD09}"/>
          </ac:spMkLst>
        </pc:spChg>
        <pc:spChg chg="mod">
          <ac:chgData name="Kannepamula Mahesh Babu" userId="391c5b16-0897-4eca-a028-a97f935a3bd2" providerId="ADAL" clId="{9E3353FE-7EFD-4D1F-85AC-2D3001641A94}" dt="2026-07-08T07:46:55.471" v="7946" actId="1076"/>
          <ac:spMkLst>
            <pc:docMk/>
            <pc:sldMk cId="1011382387" sldId="2147481818"/>
            <ac:spMk id="56" creationId="{247A099E-6B24-363B-2D2F-DEB36C693E1A}"/>
          </ac:spMkLst>
        </pc:spChg>
        <pc:spChg chg="mod">
          <ac:chgData name="Kannepamula Mahesh Babu" userId="391c5b16-0897-4eca-a028-a97f935a3bd2" providerId="ADAL" clId="{9E3353FE-7EFD-4D1F-85AC-2D3001641A94}" dt="2026-07-07T09:35:25.922" v="7568" actId="12789"/>
          <ac:spMkLst>
            <pc:docMk/>
            <pc:sldMk cId="1011382387" sldId="2147481818"/>
            <ac:spMk id="57" creationId="{F6471F95-25D7-DC31-4B1A-0CEDF216B9E5}"/>
          </ac:spMkLst>
        </pc:spChg>
        <pc:spChg chg="mod">
          <ac:chgData name="Kannepamula Mahesh Babu" userId="391c5b16-0897-4eca-a028-a97f935a3bd2" providerId="ADAL" clId="{9E3353FE-7EFD-4D1F-85AC-2D3001641A94}" dt="2026-07-07T09:35:31.333" v="7570" actId="12788"/>
          <ac:spMkLst>
            <pc:docMk/>
            <pc:sldMk cId="1011382387" sldId="2147481818"/>
            <ac:spMk id="58" creationId="{8DC2593F-A76B-C6C4-5FD1-0C039162172C}"/>
          </ac:spMkLst>
        </pc:spChg>
        <pc:spChg chg="mod">
          <ac:chgData name="Kannepamula Mahesh Babu" userId="391c5b16-0897-4eca-a028-a97f935a3bd2" providerId="ADAL" clId="{9E3353FE-7EFD-4D1F-85AC-2D3001641A94}" dt="2026-07-07T09:35:42.107" v="7574" actId="12789"/>
          <ac:spMkLst>
            <pc:docMk/>
            <pc:sldMk cId="1011382387" sldId="2147481818"/>
            <ac:spMk id="59" creationId="{F445766C-8F6A-F3A4-B5B6-140BFE8FCB19}"/>
          </ac:spMkLst>
        </pc:spChg>
        <pc:spChg chg="mod">
          <ac:chgData name="Kannepamula Mahesh Babu" userId="391c5b16-0897-4eca-a028-a97f935a3bd2" providerId="ADAL" clId="{9E3353FE-7EFD-4D1F-85AC-2D3001641A94}" dt="2026-07-08T07:46:42.582" v="7945" actId="1076"/>
          <ac:spMkLst>
            <pc:docMk/>
            <pc:sldMk cId="1011382387" sldId="2147481818"/>
            <ac:spMk id="60" creationId="{4BBCCC2F-BDC6-AC73-7AAF-07E9CA2D5EFC}"/>
          </ac:spMkLst>
        </pc:spChg>
        <pc:spChg chg="mod">
          <ac:chgData name="Kannepamula Mahesh Babu" userId="391c5b16-0897-4eca-a028-a97f935a3bd2" providerId="ADAL" clId="{9E3353FE-7EFD-4D1F-85AC-2D3001641A94}" dt="2026-07-08T07:46:42.582" v="7945" actId="1076"/>
          <ac:spMkLst>
            <pc:docMk/>
            <pc:sldMk cId="1011382387" sldId="2147481818"/>
            <ac:spMk id="61" creationId="{130E943C-6C9C-EC02-E5D8-09A92465966E}"/>
          </ac:spMkLst>
        </pc:spChg>
        <pc:spChg chg="mod">
          <ac:chgData name="Kannepamula Mahesh Babu" userId="391c5b16-0897-4eca-a028-a97f935a3bd2" providerId="ADAL" clId="{9E3353FE-7EFD-4D1F-85AC-2D3001641A94}" dt="2026-07-08T07:46:42.582" v="7945" actId="1076"/>
          <ac:spMkLst>
            <pc:docMk/>
            <pc:sldMk cId="1011382387" sldId="2147481818"/>
            <ac:spMk id="63" creationId="{9C32B1AC-5BD0-2300-EF05-9399844E87CC}"/>
          </ac:spMkLst>
        </pc:spChg>
        <pc:spChg chg="mod">
          <ac:chgData name="Kannepamula Mahesh Babu" userId="391c5b16-0897-4eca-a028-a97f935a3bd2" providerId="ADAL" clId="{9E3353FE-7EFD-4D1F-85AC-2D3001641A94}" dt="2026-07-08T07:46:42.582" v="7945" actId="1076"/>
          <ac:spMkLst>
            <pc:docMk/>
            <pc:sldMk cId="1011382387" sldId="2147481818"/>
            <ac:spMk id="64" creationId="{2386441D-0F7A-BD93-1EC4-DBA787C778BC}"/>
          </ac:spMkLst>
        </pc:spChg>
        <pc:spChg chg="add del mod">
          <ac:chgData name="Kannepamula Mahesh Babu" userId="391c5b16-0897-4eca-a028-a97f935a3bd2" providerId="ADAL" clId="{9E3353FE-7EFD-4D1F-85AC-2D3001641A94}" dt="2026-07-08T07:46:55.471" v="7946" actId="1076"/>
          <ac:spMkLst>
            <pc:docMk/>
            <pc:sldMk cId="1011382387" sldId="2147481818"/>
            <ac:spMk id="66" creationId="{A5D15D05-8637-35F3-9CFD-BC41B20F28A4}"/>
          </ac:spMkLst>
        </pc:spChg>
        <pc:spChg chg="add del mod">
          <ac:chgData name="Kannepamula Mahesh Babu" userId="391c5b16-0897-4eca-a028-a97f935a3bd2" providerId="ADAL" clId="{9E3353FE-7EFD-4D1F-85AC-2D3001641A94}" dt="2026-07-08T07:46:55.471" v="7946" actId="1076"/>
          <ac:spMkLst>
            <pc:docMk/>
            <pc:sldMk cId="1011382387" sldId="2147481818"/>
            <ac:spMk id="67" creationId="{CCD83C59-0BED-E4E1-210F-72495FDD697E}"/>
          </ac:spMkLst>
        </pc:spChg>
        <pc:spChg chg="add del mod">
          <ac:chgData name="Kannepamula Mahesh Babu" userId="391c5b16-0897-4eca-a028-a97f935a3bd2" providerId="ADAL" clId="{9E3353FE-7EFD-4D1F-85AC-2D3001641A94}" dt="2026-07-07T10:12:58.372" v="7783" actId="12788"/>
          <ac:spMkLst>
            <pc:docMk/>
            <pc:sldMk cId="1011382387" sldId="2147481818"/>
            <ac:spMk id="68" creationId="{5F22D198-68D6-DB77-D27E-65A0789E64B2}"/>
          </ac:spMkLst>
        </pc:spChg>
        <pc:spChg chg="add del mod">
          <ac:chgData name="Kannepamula Mahesh Babu" userId="391c5b16-0897-4eca-a028-a97f935a3bd2" providerId="ADAL" clId="{9E3353FE-7EFD-4D1F-85AC-2D3001641A94}" dt="2026-07-08T07:46:55.471" v="7946" actId="1076"/>
          <ac:spMkLst>
            <pc:docMk/>
            <pc:sldMk cId="1011382387" sldId="2147481818"/>
            <ac:spMk id="69" creationId="{0D8D7A28-866D-A6E7-D924-F23DCADA127A}"/>
          </ac:spMkLst>
        </pc:spChg>
        <pc:spChg chg="mod">
          <ac:chgData name="Kannepamula Mahesh Babu" userId="391c5b16-0897-4eca-a028-a97f935a3bd2" providerId="ADAL" clId="{9E3353FE-7EFD-4D1F-85AC-2D3001641A94}" dt="2026-07-08T07:47:58.672" v="7965" actId="12789"/>
          <ac:spMkLst>
            <pc:docMk/>
            <pc:sldMk cId="1011382387" sldId="2147481818"/>
            <ac:spMk id="70" creationId="{BCFE8479-6433-0330-5F55-0DB044769F90}"/>
          </ac:spMkLst>
        </pc:spChg>
        <pc:spChg chg="mod ord">
          <ac:chgData name="Kannepamula Mahesh Babu" userId="391c5b16-0897-4eca-a028-a97f935a3bd2" providerId="ADAL" clId="{9E3353FE-7EFD-4D1F-85AC-2D3001641A94}" dt="2026-07-10T14:35:35.173" v="8595" actId="700"/>
          <ac:spMkLst>
            <pc:docMk/>
            <pc:sldMk cId="1011382387" sldId="2147481818"/>
            <ac:spMk id="72" creationId="{663198A1-85C2-1E6E-98BD-B24077AA8A2A}"/>
          </ac:spMkLst>
        </pc:spChg>
        <pc:spChg chg="add del mod">
          <ac:chgData name="Kannepamula Mahesh Babu" userId="391c5b16-0897-4eca-a028-a97f935a3bd2" providerId="ADAL" clId="{9E3353FE-7EFD-4D1F-85AC-2D3001641A94}" dt="2026-07-08T07:46:55.471" v="7946" actId="1076"/>
          <ac:spMkLst>
            <pc:docMk/>
            <pc:sldMk cId="1011382387" sldId="2147481818"/>
            <ac:spMk id="73" creationId="{2EAFADB0-B4F0-B15D-B8F4-0634F9FA16FE}"/>
          </ac:spMkLst>
        </pc:spChg>
        <pc:spChg chg="mod">
          <ac:chgData name="Kannepamula Mahesh Babu" userId="391c5b16-0897-4eca-a028-a97f935a3bd2" providerId="ADAL" clId="{9E3353FE-7EFD-4D1F-85AC-2D3001641A94}" dt="2026-07-08T07:45:32.292" v="7909"/>
          <ac:spMkLst>
            <pc:docMk/>
            <pc:sldMk cId="1011382387" sldId="2147481818"/>
            <ac:spMk id="91" creationId="{413683DC-3190-DAB1-8D46-7ACCEF77C530}"/>
          </ac:spMkLst>
        </pc:spChg>
        <pc:spChg chg="mod">
          <ac:chgData name="Kannepamula Mahesh Babu" userId="391c5b16-0897-4eca-a028-a97f935a3bd2" providerId="ADAL" clId="{9E3353FE-7EFD-4D1F-85AC-2D3001641A94}" dt="2026-07-07T09:35:55.613" v="7578" actId="12789"/>
          <ac:spMkLst>
            <pc:docMk/>
            <pc:sldMk cId="1011382387" sldId="2147481818"/>
            <ac:spMk id="92" creationId="{2E7507BC-758C-0476-0477-AAB9E7B5CC33}"/>
          </ac:spMkLst>
        </pc:spChg>
        <pc:picChg chg="add mod">
          <ac:chgData name="Kannepamula Mahesh Babu" userId="391c5b16-0897-4eca-a028-a97f935a3bd2" providerId="ADAL" clId="{9E3353FE-7EFD-4D1F-85AC-2D3001641A94}" dt="2026-07-08T07:47:42.396" v="7959" actId="1076"/>
          <ac:picMkLst>
            <pc:docMk/>
            <pc:sldMk cId="1011382387" sldId="2147481818"/>
            <ac:picMk id="12" creationId="{57FE9AC5-9B4A-B239-0B02-1E5AB2F935C9}"/>
          </ac:picMkLst>
        </pc:picChg>
        <pc:picChg chg="add mod">
          <ac:chgData name="Kannepamula Mahesh Babu" userId="391c5b16-0897-4eca-a028-a97f935a3bd2" providerId="ADAL" clId="{9E3353FE-7EFD-4D1F-85AC-2D3001641A94}" dt="2026-07-07T09:36:14.014" v="7583" actId="12789"/>
          <ac:picMkLst>
            <pc:docMk/>
            <pc:sldMk cId="1011382387" sldId="2147481818"/>
            <ac:picMk id="96" creationId="{AAAD7E95-F666-50B9-5A07-5267CBC540A0}"/>
          </ac:picMkLst>
        </pc:picChg>
        <pc:picChg chg="mod modCrop">
          <ac:chgData name="Kannepamula Mahesh Babu" userId="391c5b16-0897-4eca-a028-a97f935a3bd2" providerId="ADAL" clId="{9E3353FE-7EFD-4D1F-85AC-2D3001641A94}" dt="2026-07-07T09:37:11.284" v="7597" actId="555"/>
          <ac:picMkLst>
            <pc:docMk/>
            <pc:sldMk cId="1011382387" sldId="2147481818"/>
            <ac:picMk id="98" creationId="{0CC027C9-A5DC-33D6-015E-AE613C1747A6}"/>
          </ac:picMkLst>
        </pc:picChg>
        <pc:picChg chg="mod">
          <ac:chgData name="Kannepamula Mahesh Babu" userId="391c5b16-0897-4eca-a028-a97f935a3bd2" providerId="ADAL" clId="{9E3353FE-7EFD-4D1F-85AC-2D3001641A94}" dt="2026-07-07T09:36:20.624" v="7584" actId="552"/>
          <ac:picMkLst>
            <pc:docMk/>
            <pc:sldMk cId="1011382387" sldId="2147481818"/>
            <ac:picMk id="100" creationId="{059AF690-33AD-F107-EB06-BCD511F7F2A2}"/>
          </ac:picMkLst>
        </pc:picChg>
        <pc:picChg chg="add mod">
          <ac:chgData name="Kannepamula Mahesh Babu" userId="391c5b16-0897-4eca-a028-a97f935a3bd2" providerId="ADAL" clId="{9E3353FE-7EFD-4D1F-85AC-2D3001641A94}" dt="2026-07-07T09:35:25.922" v="7568" actId="12789"/>
          <ac:picMkLst>
            <pc:docMk/>
            <pc:sldMk cId="1011382387" sldId="2147481818"/>
            <ac:picMk id="1026" creationId="{5BC6A05A-23E2-2EB0-75C8-711E510B27E7}"/>
          </ac:picMkLst>
        </pc:picChg>
        <pc:picChg chg="add mod">
          <ac:chgData name="Kannepamula Mahesh Babu" userId="391c5b16-0897-4eca-a028-a97f935a3bd2" providerId="ADAL" clId="{9E3353FE-7EFD-4D1F-85AC-2D3001641A94}" dt="2026-07-07T09:35:31.333" v="7570" actId="12788"/>
          <ac:picMkLst>
            <pc:docMk/>
            <pc:sldMk cId="1011382387" sldId="2147481818"/>
            <ac:picMk id="1028" creationId="{40633C3B-7AB9-043E-FF2A-9CA2DBFB656C}"/>
          </ac:picMkLst>
        </pc:picChg>
        <pc:picChg chg="add mod">
          <ac:chgData name="Kannepamula Mahesh Babu" userId="391c5b16-0897-4eca-a028-a97f935a3bd2" providerId="ADAL" clId="{9E3353FE-7EFD-4D1F-85AC-2D3001641A94}" dt="2026-07-07T09:35:49.233" v="7576" actId="12789"/>
          <ac:picMkLst>
            <pc:docMk/>
            <pc:sldMk cId="1011382387" sldId="2147481818"/>
            <ac:picMk id="1032" creationId="{956A6129-FDD3-AECB-3759-5C492869380D}"/>
          </ac:picMkLst>
        </pc:picChg>
        <pc:picChg chg="add mod">
          <ac:chgData name="Kannepamula Mahesh Babu" userId="391c5b16-0897-4eca-a028-a97f935a3bd2" providerId="ADAL" clId="{9E3353FE-7EFD-4D1F-85AC-2D3001641A94}" dt="2026-07-08T07:46:42.582" v="7945" actId="1076"/>
          <ac:picMkLst>
            <pc:docMk/>
            <pc:sldMk cId="1011382387" sldId="2147481818"/>
            <ac:picMk id="1038" creationId="{645F4C38-BB64-9F5C-3478-910F41178E36}"/>
          </ac:picMkLst>
        </pc:picChg>
        <pc:picChg chg="add mod">
          <ac:chgData name="Kannepamula Mahesh Babu" userId="391c5b16-0897-4eca-a028-a97f935a3bd2" providerId="ADAL" clId="{9E3353FE-7EFD-4D1F-85AC-2D3001641A94}" dt="2026-07-07T09:35:55.613" v="7578" actId="12789"/>
          <ac:picMkLst>
            <pc:docMk/>
            <pc:sldMk cId="1011382387" sldId="2147481818"/>
            <ac:picMk id="1044" creationId="{00BF1A0B-4F96-EDA1-A313-BF390026E623}"/>
          </ac:picMkLst>
        </pc:picChg>
        <pc:picChg chg="add mod">
          <ac:chgData name="Kannepamula Mahesh Babu" userId="391c5b16-0897-4eca-a028-a97f935a3bd2" providerId="ADAL" clId="{9E3353FE-7EFD-4D1F-85AC-2D3001641A94}" dt="2026-07-07T09:35:42.107" v="7574" actId="12789"/>
          <ac:picMkLst>
            <pc:docMk/>
            <pc:sldMk cId="1011382387" sldId="2147481818"/>
            <ac:picMk id="1046" creationId="{8D275289-B62F-C91B-0335-C5BE42062BBE}"/>
          </ac:picMkLst>
        </pc:picChg>
        <pc:picChg chg="mod">
          <ac:chgData name="Kannepamula Mahesh Babu" userId="391c5b16-0897-4eca-a028-a97f935a3bd2" providerId="ADAL" clId="{9E3353FE-7EFD-4D1F-85AC-2D3001641A94}" dt="2026-07-07T10:12:58.372" v="7783" actId="12788"/>
          <ac:picMkLst>
            <pc:docMk/>
            <pc:sldMk cId="1011382387" sldId="2147481818"/>
            <ac:picMk id="1050" creationId="{3ACA9A8D-0715-5CA5-26F5-701F14AA3D67}"/>
          </ac:picMkLst>
        </pc:picChg>
        <pc:picChg chg="add mod">
          <ac:chgData name="Kannepamula Mahesh Babu" userId="391c5b16-0897-4eca-a028-a97f935a3bd2" providerId="ADAL" clId="{9E3353FE-7EFD-4D1F-85AC-2D3001641A94}" dt="2026-07-07T10:58:13.626" v="7873" actId="554"/>
          <ac:picMkLst>
            <pc:docMk/>
            <pc:sldMk cId="1011382387" sldId="2147481818"/>
            <ac:picMk id="1054" creationId="{A5266B54-B3D7-D856-0DE5-39A7E7711932}"/>
          </ac:picMkLst>
        </pc:picChg>
        <pc:picChg chg="add del mod">
          <ac:chgData name="Kannepamula Mahesh Babu" userId="391c5b16-0897-4eca-a028-a97f935a3bd2" providerId="ADAL" clId="{9E3353FE-7EFD-4D1F-85AC-2D3001641A94}" dt="2026-07-07T10:58:41.463" v="7879" actId="553"/>
          <ac:picMkLst>
            <pc:docMk/>
            <pc:sldMk cId="1011382387" sldId="2147481818"/>
            <ac:picMk id="1056" creationId="{6F06E1F3-2321-B320-ECD5-E22B384DAF2D}"/>
          </ac:picMkLst>
        </pc:picChg>
        <pc:picChg chg="add mod">
          <ac:chgData name="Kannepamula Mahesh Babu" userId="391c5b16-0897-4eca-a028-a97f935a3bd2" providerId="ADAL" clId="{9E3353FE-7EFD-4D1F-85AC-2D3001641A94}" dt="2026-07-08T07:47:58.672" v="7965" actId="12789"/>
          <ac:picMkLst>
            <pc:docMk/>
            <pc:sldMk cId="1011382387" sldId="2147481818"/>
            <ac:picMk id="1060" creationId="{86021F56-38F3-82E6-417F-36F6B07EC07C}"/>
          </ac:picMkLst>
        </pc:picChg>
        <pc:picChg chg="add mod modCrop">
          <ac:chgData name="Kannepamula Mahesh Babu" userId="391c5b16-0897-4eca-a028-a97f935a3bd2" providerId="ADAL" clId="{9E3353FE-7EFD-4D1F-85AC-2D3001641A94}" dt="2026-07-07T10:25:22.178" v="7832" actId="12789"/>
          <ac:picMkLst>
            <pc:docMk/>
            <pc:sldMk cId="1011382387" sldId="2147481818"/>
            <ac:picMk id="1061" creationId="{E27D522B-8FD6-8C35-2B32-DE863E21F656}"/>
          </ac:picMkLst>
        </pc:picChg>
        <pc:picChg chg="add mod">
          <ac:chgData name="Kannepamula Mahesh Babu" userId="391c5b16-0897-4eca-a028-a97f935a3bd2" providerId="ADAL" clId="{9E3353FE-7EFD-4D1F-85AC-2D3001641A94}" dt="2026-07-07T10:55:30.484" v="7842"/>
          <ac:picMkLst>
            <pc:docMk/>
            <pc:sldMk cId="1011382387" sldId="2147481818"/>
            <ac:picMk id="1063" creationId="{3B4A03B5-30B6-5E83-A2DF-E8BE8B14E3B5}"/>
          </ac:picMkLst>
        </pc:picChg>
        <pc:picChg chg="add mod">
          <ac:chgData name="Kannepamula Mahesh Babu" userId="391c5b16-0897-4eca-a028-a97f935a3bd2" providerId="ADAL" clId="{9E3353FE-7EFD-4D1F-85AC-2D3001641A94}" dt="2026-07-08T07:47:16.107" v="7949" actId="12789"/>
          <ac:picMkLst>
            <pc:docMk/>
            <pc:sldMk cId="1011382387" sldId="2147481818"/>
            <ac:picMk id="1068" creationId="{49148377-3BF8-ACBC-6716-63F1676A78F6}"/>
          </ac:picMkLst>
        </pc:picChg>
        <pc:cxnChg chg="mod">
          <ac:chgData name="Kannepamula Mahesh Babu" userId="391c5b16-0897-4eca-a028-a97f935a3bd2" providerId="ADAL" clId="{9E3353FE-7EFD-4D1F-85AC-2D3001641A94}" dt="2026-07-07T09:35:08.594" v="7565" actId="12789"/>
          <ac:cxnSpMkLst>
            <pc:docMk/>
            <pc:sldMk cId="1011382387" sldId="2147481818"/>
            <ac:cxnSpMk id="13" creationId="{22833B43-53F2-339E-1610-7861AD49B04F}"/>
          </ac:cxnSpMkLst>
        </pc:cxnChg>
        <pc:cxnChg chg="mod">
          <ac:chgData name="Kannepamula Mahesh Babu" userId="391c5b16-0897-4eca-a028-a97f935a3bd2" providerId="ADAL" clId="{9E3353FE-7EFD-4D1F-85AC-2D3001641A94}" dt="2026-07-07T09:38:22.424" v="7604" actId="552"/>
          <ac:cxnSpMkLst>
            <pc:docMk/>
            <pc:sldMk cId="1011382387" sldId="2147481818"/>
            <ac:cxnSpMk id="21" creationId="{6BB08BA2-7254-2CBF-BA38-0D4D76F3A614}"/>
          </ac:cxnSpMkLst>
        </pc:cxnChg>
        <pc:cxnChg chg="mod">
          <ac:chgData name="Kannepamula Mahesh Babu" userId="391c5b16-0897-4eca-a028-a97f935a3bd2" providerId="ADAL" clId="{9E3353FE-7EFD-4D1F-85AC-2D3001641A94}" dt="2026-07-07T09:38:22.424" v="7604" actId="552"/>
          <ac:cxnSpMkLst>
            <pc:docMk/>
            <pc:sldMk cId="1011382387" sldId="2147481818"/>
            <ac:cxnSpMk id="24" creationId="{57F67351-2275-3538-7796-64D0DFCFBAB3}"/>
          </ac:cxnSpMkLst>
        </pc:cxnChg>
        <pc:cxnChg chg="mod">
          <ac:chgData name="Kannepamula Mahesh Babu" userId="391c5b16-0897-4eca-a028-a97f935a3bd2" providerId="ADAL" clId="{9E3353FE-7EFD-4D1F-85AC-2D3001641A94}" dt="2026-07-07T09:38:22.424" v="7604" actId="552"/>
          <ac:cxnSpMkLst>
            <pc:docMk/>
            <pc:sldMk cId="1011382387" sldId="2147481818"/>
            <ac:cxnSpMk id="25" creationId="{5ED47A1B-E447-8E31-3290-1720446FC2F6}"/>
          </ac:cxnSpMkLst>
        </pc:cxnChg>
        <pc:cxnChg chg="mod">
          <ac:chgData name="Kannepamula Mahesh Babu" userId="391c5b16-0897-4eca-a028-a97f935a3bd2" providerId="ADAL" clId="{9E3353FE-7EFD-4D1F-85AC-2D3001641A94}" dt="2026-07-07T09:38:22.424" v="7604" actId="552"/>
          <ac:cxnSpMkLst>
            <pc:docMk/>
            <pc:sldMk cId="1011382387" sldId="2147481818"/>
            <ac:cxnSpMk id="34" creationId="{B816798B-6221-1DF6-EBEB-A000BF365EBB}"/>
          </ac:cxnSpMkLst>
        </pc:cxnChg>
        <pc:cxnChg chg="mod">
          <ac:chgData name="Kannepamula Mahesh Babu" userId="391c5b16-0897-4eca-a028-a97f935a3bd2" providerId="ADAL" clId="{9E3353FE-7EFD-4D1F-85AC-2D3001641A94}" dt="2026-07-07T10:01:19.238" v="7656" actId="465"/>
          <ac:cxnSpMkLst>
            <pc:docMk/>
            <pc:sldMk cId="1011382387" sldId="2147481818"/>
            <ac:cxnSpMk id="39" creationId="{FBBCB30B-11A2-1E61-F479-06DD4FF26297}"/>
          </ac:cxnSpMkLst>
        </pc:cxnChg>
        <pc:cxnChg chg="mod">
          <ac:chgData name="Kannepamula Mahesh Babu" userId="391c5b16-0897-4eca-a028-a97f935a3bd2" providerId="ADAL" clId="{9E3353FE-7EFD-4D1F-85AC-2D3001641A94}" dt="2026-07-07T10:57:08.646" v="7849" actId="14100"/>
          <ac:cxnSpMkLst>
            <pc:docMk/>
            <pc:sldMk cId="1011382387" sldId="2147481818"/>
            <ac:cxnSpMk id="46" creationId="{2FBF2912-0546-6061-F84D-E1C232171F0E}"/>
          </ac:cxnSpMkLst>
        </pc:cxnChg>
        <pc:cxnChg chg="mod">
          <ac:chgData name="Kannepamula Mahesh Babu" userId="391c5b16-0897-4eca-a028-a97f935a3bd2" providerId="ADAL" clId="{9E3353FE-7EFD-4D1F-85AC-2D3001641A94}" dt="2026-07-08T07:46:34.004" v="7944" actId="14100"/>
          <ac:cxnSpMkLst>
            <pc:docMk/>
            <pc:sldMk cId="1011382387" sldId="2147481818"/>
            <ac:cxnSpMk id="49" creationId="{B4C1A729-4B58-6AD2-0036-AB6C3CF7D58D}"/>
          </ac:cxnSpMkLst>
        </pc:cxnChg>
        <pc:cxnChg chg="mod">
          <ac:chgData name="Kannepamula Mahesh Babu" userId="391c5b16-0897-4eca-a028-a97f935a3bd2" providerId="ADAL" clId="{9E3353FE-7EFD-4D1F-85AC-2D3001641A94}" dt="2026-07-08T07:46:34.004" v="7944" actId="14100"/>
          <ac:cxnSpMkLst>
            <pc:docMk/>
            <pc:sldMk cId="1011382387" sldId="2147481818"/>
            <ac:cxnSpMk id="51" creationId="{1FF64600-CC17-57E4-C029-764BB8605EA5}"/>
          </ac:cxnSpMkLst>
        </pc:cxnChg>
        <pc:cxnChg chg="mod">
          <ac:chgData name="Kannepamula Mahesh Babu" userId="391c5b16-0897-4eca-a028-a97f935a3bd2" providerId="ADAL" clId="{9E3353FE-7EFD-4D1F-85AC-2D3001641A94}" dt="2026-07-08T07:46:34.004" v="7944" actId="14100"/>
          <ac:cxnSpMkLst>
            <pc:docMk/>
            <pc:sldMk cId="1011382387" sldId="2147481818"/>
            <ac:cxnSpMk id="53" creationId="{3AFE0BDC-396D-F7EA-1602-0E32AC17539D}"/>
          </ac:cxnSpMkLst>
        </pc:cxnChg>
        <pc:cxnChg chg="mod">
          <ac:chgData name="Kannepamula Mahesh Babu" userId="391c5b16-0897-4eca-a028-a97f935a3bd2" providerId="ADAL" clId="{9E3353FE-7EFD-4D1F-85AC-2D3001641A94}" dt="2026-07-08T07:46:34.004" v="7944" actId="14100"/>
          <ac:cxnSpMkLst>
            <pc:docMk/>
            <pc:sldMk cId="1011382387" sldId="2147481818"/>
            <ac:cxnSpMk id="55" creationId="{E92ED20F-42F1-71FC-B66F-13B0CDACE67E}"/>
          </ac:cxnSpMkLst>
        </pc:cxnChg>
        <pc:cxnChg chg="mod">
          <ac:chgData name="Kannepamula Mahesh Babu" userId="391c5b16-0897-4eca-a028-a97f935a3bd2" providerId="ADAL" clId="{9E3353FE-7EFD-4D1F-85AC-2D3001641A94}" dt="2026-07-07T10:57:13.860" v="7850" actId="553"/>
          <ac:cxnSpMkLst>
            <pc:docMk/>
            <pc:sldMk cId="1011382387" sldId="2147481818"/>
            <ac:cxnSpMk id="65" creationId="{220C0A4A-8CCB-E728-D4A9-6E45333CC897}"/>
          </ac:cxnSpMkLst>
        </pc:cxnChg>
        <pc:cxnChg chg="mod">
          <ac:chgData name="Kannepamula Mahesh Babu" userId="391c5b16-0897-4eca-a028-a97f935a3bd2" providerId="ADAL" clId="{9E3353FE-7EFD-4D1F-85AC-2D3001641A94}" dt="2026-07-07T10:57:08.646" v="7849" actId="14100"/>
          <ac:cxnSpMkLst>
            <pc:docMk/>
            <pc:sldMk cId="1011382387" sldId="2147481818"/>
            <ac:cxnSpMk id="71" creationId="{478B711E-44BB-46C3-2E34-99211DED8A2C}"/>
          </ac:cxnSpMkLst>
        </pc:cxnChg>
        <pc:cxnChg chg="mod">
          <ac:chgData name="Kannepamula Mahesh Babu" userId="391c5b16-0897-4eca-a028-a97f935a3bd2" providerId="ADAL" clId="{9E3353FE-7EFD-4D1F-85AC-2D3001641A94}" dt="2026-07-07T09:37:58.254" v="7602" actId="14100"/>
          <ac:cxnSpMkLst>
            <pc:docMk/>
            <pc:sldMk cId="1011382387" sldId="2147481818"/>
            <ac:cxnSpMk id="109" creationId="{0C51F7AC-4352-6C4E-7EFD-646373600123}"/>
          </ac:cxnSpMkLst>
        </pc:cxnChg>
        <pc:cxnChg chg="add mod">
          <ac:chgData name="Kannepamula Mahesh Babu" userId="391c5b16-0897-4eca-a028-a97f935a3bd2" providerId="ADAL" clId="{9E3353FE-7EFD-4D1F-85AC-2D3001641A94}" dt="2026-07-07T10:57:08.646" v="7849" actId="14100"/>
          <ac:cxnSpMkLst>
            <pc:docMk/>
            <pc:sldMk cId="1011382387" sldId="2147481818"/>
            <ac:cxnSpMk id="123" creationId="{120A2D1A-F740-720F-9D28-6F44595981F7}"/>
          </ac:cxnSpMkLst>
        </pc:cxnChg>
        <pc:cxnChg chg="add mod">
          <ac:chgData name="Kannepamula Mahesh Babu" userId="391c5b16-0897-4eca-a028-a97f935a3bd2" providerId="ADAL" clId="{9E3353FE-7EFD-4D1F-85AC-2D3001641A94}" dt="2026-07-07T10:12:09.330" v="7779" actId="555"/>
          <ac:cxnSpMkLst>
            <pc:docMk/>
            <pc:sldMk cId="1011382387" sldId="2147481818"/>
            <ac:cxnSpMk id="125" creationId="{AFFD05A8-F51B-4913-DF89-E73F281A93AB}"/>
          </ac:cxnSpMkLst>
        </pc:cxnChg>
        <pc:cxnChg chg="add mod">
          <ac:chgData name="Kannepamula Mahesh Babu" userId="391c5b16-0897-4eca-a028-a97f935a3bd2" providerId="ADAL" clId="{9E3353FE-7EFD-4D1F-85AC-2D3001641A94}" dt="2026-07-07T10:12:19.725" v="7781" actId="555"/>
          <ac:cxnSpMkLst>
            <pc:docMk/>
            <pc:sldMk cId="1011382387" sldId="2147481818"/>
            <ac:cxnSpMk id="127" creationId="{CFAB4259-4904-8EB0-7DC3-D5AA52036844}"/>
          </ac:cxnSpMkLst>
        </pc:cxnChg>
        <pc:cxnChg chg="add mod">
          <ac:chgData name="Kannepamula Mahesh Babu" userId="391c5b16-0897-4eca-a028-a97f935a3bd2" providerId="ADAL" clId="{9E3353FE-7EFD-4D1F-85AC-2D3001641A94}" dt="2026-07-07T10:01:29.930" v="7659" actId="571"/>
          <ac:cxnSpMkLst>
            <pc:docMk/>
            <pc:sldMk cId="1011382387" sldId="2147481818"/>
            <ac:cxnSpMk id="1039" creationId="{3A54F454-B616-D5BF-2E26-6EA7CB16B852}"/>
          </ac:cxnSpMkLst>
        </pc:cxnChg>
      </pc:sldChg>
      <pc:sldChg chg="addSp delSp modSp mod modClrScheme chgLayout">
        <pc:chgData name="Kannepamula Mahesh Babu" userId="391c5b16-0897-4eca-a028-a97f935a3bd2" providerId="ADAL" clId="{9E3353FE-7EFD-4D1F-85AC-2D3001641A94}" dt="2026-07-10T15:30:31.992" v="9046" actId="113"/>
        <pc:sldMkLst>
          <pc:docMk/>
          <pc:sldMk cId="1561129444" sldId="2147481819"/>
        </pc:sldMkLst>
        <pc:spChg chg="mod">
          <ac:chgData name="Kannepamula Mahesh Babu" userId="391c5b16-0897-4eca-a028-a97f935a3bd2" providerId="ADAL" clId="{9E3353FE-7EFD-4D1F-85AC-2D3001641A94}" dt="2026-07-10T15:29:33.559" v="9037" actId="1035"/>
          <ac:spMkLst>
            <pc:docMk/>
            <pc:sldMk cId="1561129444" sldId="2147481819"/>
            <ac:spMk id="2" creationId="{23DE9B6A-8754-F640-00FF-5423FC75538E}"/>
          </ac:spMkLst>
        </pc:spChg>
        <pc:spChg chg="mod ord">
          <ac:chgData name="Kannepamula Mahesh Babu" userId="391c5b16-0897-4eca-a028-a97f935a3bd2" providerId="ADAL" clId="{9E3353FE-7EFD-4D1F-85AC-2D3001641A94}" dt="2026-07-10T15:15:31.509" v="8922" actId="700"/>
          <ac:spMkLst>
            <pc:docMk/>
            <pc:sldMk cId="1561129444" sldId="2147481819"/>
            <ac:spMk id="3" creationId="{D385AF51-05A0-CF04-54EE-C5152A832E37}"/>
          </ac:spMkLst>
        </pc:spChg>
        <pc:spChg chg="mod ord">
          <ac:chgData name="Kannepamula Mahesh Babu" userId="391c5b16-0897-4eca-a028-a97f935a3bd2" providerId="ADAL" clId="{9E3353FE-7EFD-4D1F-85AC-2D3001641A94}" dt="2026-07-10T15:15:31.509" v="8922" actId="700"/>
          <ac:spMkLst>
            <pc:docMk/>
            <pc:sldMk cId="1561129444" sldId="2147481819"/>
            <ac:spMk id="4" creationId="{6C331455-52FA-5F85-9532-7E58F0CB618D}"/>
          </ac:spMkLst>
        </pc:spChg>
        <pc:spChg chg="mod ord">
          <ac:chgData name="Kannepamula Mahesh Babu" userId="391c5b16-0897-4eca-a028-a97f935a3bd2" providerId="ADAL" clId="{9E3353FE-7EFD-4D1F-85AC-2D3001641A94}" dt="2026-07-10T15:30:31.992" v="9046" actId="113"/>
          <ac:spMkLst>
            <pc:docMk/>
            <pc:sldMk cId="1561129444" sldId="2147481819"/>
            <ac:spMk id="5" creationId="{DB455E88-8470-39E4-B6BA-49AD4584304C}"/>
          </ac:spMkLst>
        </pc:spChg>
        <pc:spChg chg="mod">
          <ac:chgData name="Kannepamula Mahesh Babu" userId="391c5b16-0897-4eca-a028-a97f935a3bd2" providerId="ADAL" clId="{9E3353FE-7EFD-4D1F-85AC-2D3001641A94}" dt="2026-07-10T15:29:33.559" v="9037" actId="1035"/>
          <ac:spMkLst>
            <pc:docMk/>
            <pc:sldMk cId="1561129444" sldId="2147481819"/>
            <ac:spMk id="6" creationId="{F3A0B4A3-58A5-9391-7F44-7DF497529E1E}"/>
          </ac:spMkLst>
        </pc:spChg>
        <pc:spChg chg="mod">
          <ac:chgData name="Kannepamula Mahesh Babu" userId="391c5b16-0897-4eca-a028-a97f935a3bd2" providerId="ADAL" clId="{9E3353FE-7EFD-4D1F-85AC-2D3001641A94}" dt="2026-07-10T15:29:33.559" v="9037" actId="1035"/>
          <ac:spMkLst>
            <pc:docMk/>
            <pc:sldMk cId="1561129444" sldId="2147481819"/>
            <ac:spMk id="8" creationId="{05FBB5D0-0CC0-6BB8-F254-3F3BA17A47D8}"/>
          </ac:spMkLst>
        </pc:spChg>
        <pc:spChg chg="add mod">
          <ac:chgData name="Kannepamula Mahesh Babu" userId="391c5b16-0897-4eca-a028-a97f935a3bd2" providerId="ADAL" clId="{9E3353FE-7EFD-4D1F-85AC-2D3001641A94}" dt="2026-07-10T15:30:13.168" v="9043"/>
          <ac:spMkLst>
            <pc:docMk/>
            <pc:sldMk cId="1561129444" sldId="2147481819"/>
            <ac:spMk id="9" creationId="{B887F84E-78A3-F675-54E5-D4C7AB21610F}"/>
          </ac:spMkLst>
        </pc:spChg>
        <pc:spChg chg="mod">
          <ac:chgData name="Kannepamula Mahesh Babu" userId="391c5b16-0897-4eca-a028-a97f935a3bd2" providerId="ADAL" clId="{9E3353FE-7EFD-4D1F-85AC-2D3001641A94}" dt="2026-07-10T15:29:33.559" v="9037" actId="1035"/>
          <ac:spMkLst>
            <pc:docMk/>
            <pc:sldMk cId="1561129444" sldId="2147481819"/>
            <ac:spMk id="25" creationId="{2E0C6BC4-953A-8CB9-4D6A-9A73685BD922}"/>
          </ac:spMkLst>
        </pc:spChg>
        <pc:spChg chg="mod">
          <ac:chgData name="Kannepamula Mahesh Babu" userId="391c5b16-0897-4eca-a028-a97f935a3bd2" providerId="ADAL" clId="{9E3353FE-7EFD-4D1F-85AC-2D3001641A94}" dt="2026-07-10T15:29:33.559" v="9037" actId="1035"/>
          <ac:spMkLst>
            <pc:docMk/>
            <pc:sldMk cId="1561129444" sldId="2147481819"/>
            <ac:spMk id="31" creationId="{89E2A359-29D5-37DF-A944-656703EC9F2F}"/>
          </ac:spMkLst>
        </pc:spChg>
        <pc:spChg chg="mod">
          <ac:chgData name="Kannepamula Mahesh Babu" userId="391c5b16-0897-4eca-a028-a97f935a3bd2" providerId="ADAL" clId="{9E3353FE-7EFD-4D1F-85AC-2D3001641A94}" dt="2026-07-10T15:29:33.559" v="9037" actId="1035"/>
          <ac:spMkLst>
            <pc:docMk/>
            <pc:sldMk cId="1561129444" sldId="2147481819"/>
            <ac:spMk id="32" creationId="{485216A9-2FBD-E206-8491-2B51EE3A208B}"/>
          </ac:spMkLst>
        </pc:spChg>
        <pc:spChg chg="mod">
          <ac:chgData name="Kannepamula Mahesh Babu" userId="391c5b16-0897-4eca-a028-a97f935a3bd2" providerId="ADAL" clId="{9E3353FE-7EFD-4D1F-85AC-2D3001641A94}" dt="2026-07-10T15:29:33.559" v="9037" actId="1035"/>
          <ac:spMkLst>
            <pc:docMk/>
            <pc:sldMk cId="1561129444" sldId="2147481819"/>
            <ac:spMk id="36" creationId="{B5947CE3-6B54-495D-3520-AFB4758E78AE}"/>
          </ac:spMkLst>
        </pc:spChg>
        <pc:spChg chg="mod">
          <ac:chgData name="Kannepamula Mahesh Babu" userId="391c5b16-0897-4eca-a028-a97f935a3bd2" providerId="ADAL" clId="{9E3353FE-7EFD-4D1F-85AC-2D3001641A94}" dt="2026-07-10T15:29:33.559" v="9037" actId="1035"/>
          <ac:spMkLst>
            <pc:docMk/>
            <pc:sldMk cId="1561129444" sldId="2147481819"/>
            <ac:spMk id="40" creationId="{D235F147-0178-F2B1-7B99-604DCF8D99F4}"/>
          </ac:spMkLst>
        </pc:spChg>
        <pc:spChg chg="mod">
          <ac:chgData name="Kannepamula Mahesh Babu" userId="391c5b16-0897-4eca-a028-a97f935a3bd2" providerId="ADAL" clId="{9E3353FE-7EFD-4D1F-85AC-2D3001641A94}" dt="2026-07-10T15:29:33.559" v="9037" actId="1035"/>
          <ac:spMkLst>
            <pc:docMk/>
            <pc:sldMk cId="1561129444" sldId="2147481819"/>
            <ac:spMk id="42" creationId="{296A1059-0ADB-1D3E-6AD5-E29E809E8E45}"/>
          </ac:spMkLst>
        </pc:spChg>
        <pc:spChg chg="mod">
          <ac:chgData name="Kannepamula Mahesh Babu" userId="391c5b16-0897-4eca-a028-a97f935a3bd2" providerId="ADAL" clId="{9E3353FE-7EFD-4D1F-85AC-2D3001641A94}" dt="2026-07-10T15:29:33.559" v="9037" actId="1035"/>
          <ac:spMkLst>
            <pc:docMk/>
            <pc:sldMk cId="1561129444" sldId="2147481819"/>
            <ac:spMk id="45" creationId="{B4D0F8A9-B0DA-701A-DEE1-A69E921ED25C}"/>
          </ac:spMkLst>
        </pc:spChg>
      </pc:sldChg>
      <pc:sldChg chg="addSp delSp modSp mod modClrScheme chgLayout">
        <pc:chgData name="Kannepamula Mahesh Babu" userId="391c5b16-0897-4eca-a028-a97f935a3bd2" providerId="ADAL" clId="{9E3353FE-7EFD-4D1F-85AC-2D3001641A94}" dt="2026-07-10T15:30:35.743" v="9047" actId="113"/>
        <pc:sldMkLst>
          <pc:docMk/>
          <pc:sldMk cId="525997240" sldId="2147481820"/>
        </pc:sldMkLst>
        <pc:spChg chg="mod ord">
          <ac:chgData name="Kannepamula Mahesh Babu" userId="391c5b16-0897-4eca-a028-a97f935a3bd2" providerId="ADAL" clId="{9E3353FE-7EFD-4D1F-85AC-2D3001641A94}" dt="2026-07-10T15:28:40.627" v="9027" actId="700"/>
          <ac:spMkLst>
            <pc:docMk/>
            <pc:sldMk cId="525997240" sldId="2147481820"/>
            <ac:spMk id="3" creationId="{BB91B0A0-97BD-49BA-CC70-C62431840782}"/>
          </ac:spMkLst>
        </pc:spChg>
        <pc:spChg chg="mod ord">
          <ac:chgData name="Kannepamula Mahesh Babu" userId="391c5b16-0897-4eca-a028-a97f935a3bd2" providerId="ADAL" clId="{9E3353FE-7EFD-4D1F-85AC-2D3001641A94}" dt="2026-07-10T15:28:40.627" v="9027" actId="700"/>
          <ac:spMkLst>
            <pc:docMk/>
            <pc:sldMk cId="525997240" sldId="2147481820"/>
            <ac:spMk id="4" creationId="{F07BAD8D-768F-6CA4-90E1-445A803E4819}"/>
          </ac:spMkLst>
        </pc:spChg>
        <pc:spChg chg="mod ord">
          <ac:chgData name="Kannepamula Mahesh Babu" userId="391c5b16-0897-4eca-a028-a97f935a3bd2" providerId="ADAL" clId="{9E3353FE-7EFD-4D1F-85AC-2D3001641A94}" dt="2026-07-10T15:30:35.743" v="9047" actId="113"/>
          <ac:spMkLst>
            <pc:docMk/>
            <pc:sldMk cId="525997240" sldId="2147481820"/>
            <ac:spMk id="5" creationId="{A139D6F6-13EF-92D3-618D-1346C1E4F0C3}"/>
          </ac:spMkLst>
        </pc:spChg>
        <pc:spChg chg="add mod">
          <ac:chgData name="Kannepamula Mahesh Babu" userId="391c5b16-0897-4eca-a028-a97f935a3bd2" providerId="ADAL" clId="{9E3353FE-7EFD-4D1F-85AC-2D3001641A94}" dt="2026-07-10T15:30:14.708" v="9045"/>
          <ac:spMkLst>
            <pc:docMk/>
            <pc:sldMk cId="525997240" sldId="2147481820"/>
            <ac:spMk id="16" creationId="{F1D02281-392B-BF0A-9972-E576BE01AFD0}"/>
          </ac:spMkLst>
        </pc:spChg>
        <pc:spChg chg="mod">
          <ac:chgData name="Kannepamula Mahesh Babu" userId="391c5b16-0897-4eca-a028-a97f935a3bd2" providerId="ADAL" clId="{9E3353FE-7EFD-4D1F-85AC-2D3001641A94}" dt="2026-07-10T15:29:26.976" v="9033" actId="1076"/>
          <ac:spMkLst>
            <pc:docMk/>
            <pc:sldMk cId="525997240" sldId="2147481820"/>
            <ac:spMk id="33" creationId="{BAB78E9C-59A7-A829-6306-DC7954B0BE97}"/>
          </ac:spMkLst>
        </pc:spChg>
        <pc:spChg chg="mod">
          <ac:chgData name="Kannepamula Mahesh Babu" userId="391c5b16-0897-4eca-a028-a97f935a3bd2" providerId="ADAL" clId="{9E3353FE-7EFD-4D1F-85AC-2D3001641A94}" dt="2026-07-10T15:29:26.976" v="9033" actId="1076"/>
          <ac:spMkLst>
            <pc:docMk/>
            <pc:sldMk cId="525997240" sldId="2147481820"/>
            <ac:spMk id="36" creationId="{BF103965-24BD-0C3E-0D3E-831D6E2D1862}"/>
          </ac:spMkLst>
        </pc:spChg>
        <pc:spChg chg="mod">
          <ac:chgData name="Kannepamula Mahesh Babu" userId="391c5b16-0897-4eca-a028-a97f935a3bd2" providerId="ADAL" clId="{9E3353FE-7EFD-4D1F-85AC-2D3001641A94}" dt="2026-07-10T15:29:26.976" v="9033" actId="1076"/>
          <ac:spMkLst>
            <pc:docMk/>
            <pc:sldMk cId="525997240" sldId="2147481820"/>
            <ac:spMk id="38" creationId="{15B4C9C8-1D72-3F1D-9FB8-58F0F66A0B2E}"/>
          </ac:spMkLst>
        </pc:spChg>
        <pc:spChg chg="mod">
          <ac:chgData name="Kannepamula Mahesh Babu" userId="391c5b16-0897-4eca-a028-a97f935a3bd2" providerId="ADAL" clId="{9E3353FE-7EFD-4D1F-85AC-2D3001641A94}" dt="2026-07-10T15:29:26.976" v="9033" actId="1076"/>
          <ac:spMkLst>
            <pc:docMk/>
            <pc:sldMk cId="525997240" sldId="2147481820"/>
            <ac:spMk id="40" creationId="{75265EDC-1A7A-B756-35D5-40E32D4D3172}"/>
          </ac:spMkLst>
        </pc:spChg>
        <pc:spChg chg="mod">
          <ac:chgData name="Kannepamula Mahesh Babu" userId="391c5b16-0897-4eca-a028-a97f935a3bd2" providerId="ADAL" clId="{9E3353FE-7EFD-4D1F-85AC-2D3001641A94}" dt="2026-07-10T15:29:26.976" v="9033" actId="1076"/>
          <ac:spMkLst>
            <pc:docMk/>
            <pc:sldMk cId="525997240" sldId="2147481820"/>
            <ac:spMk id="43" creationId="{3EC70896-8576-7812-F43E-848A1B60B6B9}"/>
          </ac:spMkLst>
        </pc:spChg>
        <pc:spChg chg="mod">
          <ac:chgData name="Kannepamula Mahesh Babu" userId="391c5b16-0897-4eca-a028-a97f935a3bd2" providerId="ADAL" clId="{9E3353FE-7EFD-4D1F-85AC-2D3001641A94}" dt="2026-07-10T15:29:26.976" v="9033" actId="1076"/>
          <ac:spMkLst>
            <pc:docMk/>
            <pc:sldMk cId="525997240" sldId="2147481820"/>
            <ac:spMk id="47" creationId="{43ADD294-6AE8-887D-89B0-99DC88A79B1A}"/>
          </ac:spMkLst>
        </pc:spChg>
        <pc:spChg chg="mod">
          <ac:chgData name="Kannepamula Mahesh Babu" userId="391c5b16-0897-4eca-a028-a97f935a3bd2" providerId="ADAL" clId="{9E3353FE-7EFD-4D1F-85AC-2D3001641A94}" dt="2026-07-10T15:29:26.976" v="9033" actId="1076"/>
          <ac:spMkLst>
            <pc:docMk/>
            <pc:sldMk cId="525997240" sldId="2147481820"/>
            <ac:spMk id="49" creationId="{5D95619C-A7D2-DC52-1C17-6B6FEAD7CC01}"/>
          </ac:spMkLst>
        </pc:spChg>
        <pc:spChg chg="mod">
          <ac:chgData name="Kannepamula Mahesh Babu" userId="391c5b16-0897-4eca-a028-a97f935a3bd2" providerId="ADAL" clId="{9E3353FE-7EFD-4D1F-85AC-2D3001641A94}" dt="2026-07-10T15:29:26.976" v="9033" actId="1076"/>
          <ac:spMkLst>
            <pc:docMk/>
            <pc:sldMk cId="525997240" sldId="2147481820"/>
            <ac:spMk id="50" creationId="{AD383E9D-CB4E-7545-F227-4250CD9A5F13}"/>
          </ac:spMkLst>
        </pc:spChg>
        <pc:spChg chg="mod">
          <ac:chgData name="Kannepamula Mahesh Babu" userId="391c5b16-0897-4eca-a028-a97f935a3bd2" providerId="ADAL" clId="{9E3353FE-7EFD-4D1F-85AC-2D3001641A94}" dt="2026-07-10T15:29:26.976" v="9033" actId="1076"/>
          <ac:spMkLst>
            <pc:docMk/>
            <pc:sldMk cId="525997240" sldId="2147481820"/>
            <ac:spMk id="52" creationId="{1BA2F55A-E834-CCA5-96A4-6BFD449BDA25}"/>
          </ac:spMkLst>
        </pc:spChg>
        <pc:spChg chg="mod">
          <ac:chgData name="Kannepamula Mahesh Babu" userId="391c5b16-0897-4eca-a028-a97f935a3bd2" providerId="ADAL" clId="{9E3353FE-7EFD-4D1F-85AC-2D3001641A94}" dt="2026-07-10T15:29:26.976" v="9033" actId="1076"/>
          <ac:spMkLst>
            <pc:docMk/>
            <pc:sldMk cId="525997240" sldId="2147481820"/>
            <ac:spMk id="54" creationId="{2342FFC4-49F4-EF95-0EB8-ACF71E2082A0}"/>
          </ac:spMkLst>
        </pc:spChg>
      </pc:sldChg>
      <pc:sldChg chg="addSp delSp modSp mod modClrScheme chgLayout">
        <pc:chgData name="Kannepamula Mahesh Babu" userId="391c5b16-0897-4eca-a028-a97f935a3bd2" providerId="ADAL" clId="{9E3353FE-7EFD-4D1F-85AC-2D3001641A94}" dt="2026-07-10T15:40:48.306" v="9105"/>
        <pc:sldMkLst>
          <pc:docMk/>
          <pc:sldMk cId="3323764323" sldId="2147481821"/>
        </pc:sldMkLst>
        <pc:spChg chg="mod ord">
          <ac:chgData name="Kannepamula Mahesh Babu" userId="391c5b16-0897-4eca-a028-a97f935a3bd2" providerId="ADAL" clId="{9E3353FE-7EFD-4D1F-85AC-2D3001641A94}" dt="2026-07-10T15:05:22.058" v="8885" actId="6264"/>
          <ac:spMkLst>
            <pc:docMk/>
            <pc:sldMk cId="3323764323" sldId="2147481821"/>
            <ac:spMk id="2" creationId="{D735E3B0-ADA2-419D-5789-7B1971835DDA}"/>
          </ac:spMkLst>
        </pc:spChg>
        <pc:spChg chg="mod ord">
          <ac:chgData name="Kannepamula Mahesh Babu" userId="391c5b16-0897-4eca-a028-a97f935a3bd2" providerId="ADAL" clId="{9E3353FE-7EFD-4D1F-85AC-2D3001641A94}" dt="2026-07-10T15:05:22.058" v="8885" actId="6264"/>
          <ac:spMkLst>
            <pc:docMk/>
            <pc:sldMk cId="3323764323" sldId="2147481821"/>
            <ac:spMk id="3" creationId="{B78EF353-27D1-5424-C26F-B003CA15E6C0}"/>
          </ac:spMkLst>
        </pc:spChg>
        <pc:spChg chg="mod">
          <ac:chgData name="Kannepamula Mahesh Babu" userId="391c5b16-0897-4eca-a028-a97f935a3bd2" providerId="ADAL" clId="{9E3353FE-7EFD-4D1F-85AC-2D3001641A94}" dt="2026-07-10T15:05:49.144" v="8887" actId="1076"/>
          <ac:spMkLst>
            <pc:docMk/>
            <pc:sldMk cId="3323764323" sldId="2147481821"/>
            <ac:spMk id="16" creationId="{189CE7E2-86D9-ABA2-47A7-CED23F97A348}"/>
          </ac:spMkLst>
        </pc:spChg>
        <pc:spChg chg="add mod ord">
          <ac:chgData name="Kannepamula Mahesh Babu" userId="391c5b16-0897-4eca-a028-a97f935a3bd2" providerId="ADAL" clId="{9E3353FE-7EFD-4D1F-85AC-2D3001641A94}" dt="2026-07-10T15:05:24.684" v="8886" actId="113"/>
          <ac:spMkLst>
            <pc:docMk/>
            <pc:sldMk cId="3323764323" sldId="2147481821"/>
            <ac:spMk id="30" creationId="{C35026C3-2AA7-231B-306A-C6A28092BC45}"/>
          </ac:spMkLst>
        </pc:spChg>
        <pc:spChg chg="add mod">
          <ac:chgData name="Kannepamula Mahesh Babu" userId="391c5b16-0897-4eca-a028-a97f935a3bd2" providerId="ADAL" clId="{9E3353FE-7EFD-4D1F-85AC-2D3001641A94}" dt="2026-07-10T15:40:48.306" v="9105"/>
          <ac:spMkLst>
            <pc:docMk/>
            <pc:sldMk cId="3323764323" sldId="2147481821"/>
            <ac:spMk id="39" creationId="{DC99BD98-24C4-1D08-33D5-8F66777E3A01}"/>
          </ac:spMkLst>
        </pc:spChg>
        <pc:spChg chg="add mod">
          <ac:chgData name="Kannepamula Mahesh Babu" userId="391c5b16-0897-4eca-a028-a97f935a3bd2" providerId="ADAL" clId="{9E3353FE-7EFD-4D1F-85AC-2D3001641A94}" dt="2026-07-10T15:40:48.306" v="9105"/>
          <ac:spMkLst>
            <pc:docMk/>
            <pc:sldMk cId="3323764323" sldId="2147481821"/>
            <ac:spMk id="40" creationId="{DAF678FA-29DA-F38B-18C0-BC7F44641AD8}"/>
          </ac:spMkLst>
        </pc:spChg>
        <pc:graphicFrameChg chg="mod modGraphic">
          <ac:chgData name="Kannepamula Mahesh Babu" userId="391c5b16-0897-4eca-a028-a97f935a3bd2" providerId="ADAL" clId="{9E3353FE-7EFD-4D1F-85AC-2D3001641A94}" dt="2026-07-10T15:35:20.399" v="9092"/>
          <ac:graphicFrameMkLst>
            <pc:docMk/>
            <pc:sldMk cId="3323764323" sldId="2147481821"/>
            <ac:graphicFrameMk id="34" creationId="{707400E7-C254-C00D-F892-D37C15171D8C}"/>
          </ac:graphicFrameMkLst>
        </pc:graphicFrameChg>
        <pc:graphicFrameChg chg="mod">
          <ac:chgData name="Kannepamula Mahesh Babu" userId="391c5b16-0897-4eca-a028-a97f935a3bd2" providerId="ADAL" clId="{9E3353FE-7EFD-4D1F-85AC-2D3001641A94}" dt="2026-07-10T15:35:29.562" v="9093" actId="1076"/>
          <ac:graphicFrameMkLst>
            <pc:docMk/>
            <pc:sldMk cId="3323764323" sldId="2147481821"/>
            <ac:graphicFrameMk id="42" creationId="{290C10AF-3E24-B041-3F0B-75F785A511F7}"/>
          </ac:graphicFrameMkLst>
        </pc:graphicFrameChg>
        <pc:picChg chg="mod">
          <ac:chgData name="Kannepamula Mahesh Babu" userId="391c5b16-0897-4eca-a028-a97f935a3bd2" providerId="ADAL" clId="{9E3353FE-7EFD-4D1F-85AC-2D3001641A94}" dt="2026-07-10T15:03:58.544" v="8866" actId="12789"/>
          <ac:picMkLst>
            <pc:docMk/>
            <pc:sldMk cId="3323764323" sldId="2147481821"/>
            <ac:picMk id="6" creationId="{8C1E5B7A-DA55-A470-9583-29E9DA13EABD}"/>
          </ac:picMkLst>
        </pc:picChg>
        <pc:cxnChg chg="mod">
          <ac:chgData name="Kannepamula Mahesh Babu" userId="391c5b16-0897-4eca-a028-a97f935a3bd2" providerId="ADAL" clId="{9E3353FE-7EFD-4D1F-85AC-2D3001641A94}" dt="2026-07-10T15:05:49.144" v="8887" actId="1076"/>
          <ac:cxnSpMkLst>
            <pc:docMk/>
            <pc:sldMk cId="3323764323" sldId="2147481821"/>
            <ac:cxnSpMk id="25" creationId="{FA5F3B6A-0473-877E-4CA8-FEE70B1E9211}"/>
          </ac:cxnSpMkLst>
        </pc:cxnChg>
      </pc:sldChg>
      <pc:sldChg chg="addSp delSp modSp mod modClrScheme chgLayout">
        <pc:chgData name="Kannepamula Mahesh Babu" userId="391c5b16-0897-4eca-a028-a97f935a3bd2" providerId="ADAL" clId="{9E3353FE-7EFD-4D1F-85AC-2D3001641A94}" dt="2026-07-10T15:50:58.638" v="9149" actId="6264"/>
        <pc:sldMkLst>
          <pc:docMk/>
          <pc:sldMk cId="1557888020" sldId="2147481822"/>
        </pc:sldMkLst>
        <pc:spChg chg="mod ord">
          <ac:chgData name="Kannepamula Mahesh Babu" userId="391c5b16-0897-4eca-a028-a97f935a3bd2" providerId="ADAL" clId="{9E3353FE-7EFD-4D1F-85AC-2D3001641A94}" dt="2026-07-10T15:50:58.638" v="9149" actId="6264"/>
          <ac:spMkLst>
            <pc:docMk/>
            <pc:sldMk cId="1557888020" sldId="2147481822"/>
            <ac:spMk id="2" creationId="{80569007-2589-9822-79D9-3276D37EC070}"/>
          </ac:spMkLst>
        </pc:spChg>
        <pc:spChg chg="mod ord">
          <ac:chgData name="Kannepamula Mahesh Babu" userId="391c5b16-0897-4eca-a028-a97f935a3bd2" providerId="ADAL" clId="{9E3353FE-7EFD-4D1F-85AC-2D3001641A94}" dt="2026-07-10T15:50:58.638" v="9149" actId="6264"/>
          <ac:spMkLst>
            <pc:docMk/>
            <pc:sldMk cId="1557888020" sldId="2147481822"/>
            <ac:spMk id="4" creationId="{45EFFB0F-3283-19E6-B9D2-867463BEEDD7}"/>
          </ac:spMkLst>
        </pc:spChg>
        <pc:spChg chg="mod ord">
          <ac:chgData name="Kannepamula Mahesh Babu" userId="391c5b16-0897-4eca-a028-a97f935a3bd2" providerId="ADAL" clId="{9E3353FE-7EFD-4D1F-85AC-2D3001641A94}" dt="2026-07-10T15:50:58.638" v="9149" actId="6264"/>
          <ac:spMkLst>
            <pc:docMk/>
            <pc:sldMk cId="1557888020" sldId="2147481822"/>
            <ac:spMk id="5" creationId="{6151930F-79EC-E2E4-30D6-90CADE2E8E08}"/>
          </ac:spMkLst>
        </pc:spChg>
        <pc:spChg chg="mod">
          <ac:chgData name="Kannepamula Mahesh Babu" userId="391c5b16-0897-4eca-a028-a97f935a3bd2" providerId="ADAL" clId="{9E3353FE-7EFD-4D1F-85AC-2D3001641A94}" dt="2026-07-10T15:50:42.307" v="9144" actId="1076"/>
          <ac:spMkLst>
            <pc:docMk/>
            <pc:sldMk cId="1557888020" sldId="2147481822"/>
            <ac:spMk id="6" creationId="{5124F74A-4B87-0349-76D2-37BB404C07BD}"/>
          </ac:spMkLst>
        </pc:spChg>
        <pc:spChg chg="mod">
          <ac:chgData name="Kannepamula Mahesh Babu" userId="391c5b16-0897-4eca-a028-a97f935a3bd2" providerId="ADAL" clId="{9E3353FE-7EFD-4D1F-85AC-2D3001641A94}" dt="2026-07-10T15:50:38.891" v="9143" actId="554"/>
          <ac:spMkLst>
            <pc:docMk/>
            <pc:sldMk cId="1557888020" sldId="2147481822"/>
            <ac:spMk id="7" creationId="{791D3458-81C3-B2F0-0DDB-12649E991AC5}"/>
          </ac:spMkLst>
        </pc:spChg>
        <pc:spChg chg="mod">
          <ac:chgData name="Kannepamula Mahesh Babu" userId="391c5b16-0897-4eca-a028-a97f935a3bd2" providerId="ADAL" clId="{9E3353FE-7EFD-4D1F-85AC-2D3001641A94}" dt="2026-07-10T15:50:42.307" v="9144" actId="1076"/>
          <ac:spMkLst>
            <pc:docMk/>
            <pc:sldMk cId="1557888020" sldId="2147481822"/>
            <ac:spMk id="8" creationId="{E5E3752A-2483-E5D6-5F83-AC777E48DE3A}"/>
          </ac:spMkLst>
        </pc:spChg>
        <pc:spChg chg="mod">
          <ac:chgData name="Kannepamula Mahesh Babu" userId="391c5b16-0897-4eca-a028-a97f935a3bd2" providerId="ADAL" clId="{9E3353FE-7EFD-4D1F-85AC-2D3001641A94}" dt="2026-07-10T15:50:42.307" v="9144" actId="1076"/>
          <ac:spMkLst>
            <pc:docMk/>
            <pc:sldMk cId="1557888020" sldId="2147481822"/>
            <ac:spMk id="9" creationId="{376D4F6B-D1AF-4566-3C6B-F5CA8007A7EC}"/>
          </ac:spMkLst>
        </pc:spChg>
        <pc:spChg chg="mod">
          <ac:chgData name="Kannepamula Mahesh Babu" userId="391c5b16-0897-4eca-a028-a97f935a3bd2" providerId="ADAL" clId="{9E3353FE-7EFD-4D1F-85AC-2D3001641A94}" dt="2026-07-10T15:50:42.307" v="9144" actId="1076"/>
          <ac:spMkLst>
            <pc:docMk/>
            <pc:sldMk cId="1557888020" sldId="2147481822"/>
            <ac:spMk id="10" creationId="{4BCD8A0D-53C9-BC60-F69C-93E1470CF904}"/>
          </ac:spMkLst>
        </pc:spChg>
        <pc:spChg chg="mod">
          <ac:chgData name="Kannepamula Mahesh Babu" userId="391c5b16-0897-4eca-a028-a97f935a3bd2" providerId="ADAL" clId="{9E3353FE-7EFD-4D1F-85AC-2D3001641A94}" dt="2026-07-10T15:50:42.307" v="9144" actId="1076"/>
          <ac:spMkLst>
            <pc:docMk/>
            <pc:sldMk cId="1557888020" sldId="2147481822"/>
            <ac:spMk id="11" creationId="{FF1DD828-69E4-E3A9-8B17-D820CCA199AA}"/>
          </ac:spMkLst>
        </pc:spChg>
        <pc:spChg chg="mod">
          <ac:chgData name="Kannepamula Mahesh Babu" userId="391c5b16-0897-4eca-a028-a97f935a3bd2" providerId="ADAL" clId="{9E3353FE-7EFD-4D1F-85AC-2D3001641A94}" dt="2026-07-10T15:50:42.307" v="9144" actId="1076"/>
          <ac:spMkLst>
            <pc:docMk/>
            <pc:sldMk cId="1557888020" sldId="2147481822"/>
            <ac:spMk id="12" creationId="{9088EF09-018B-B564-EFF3-6206CA5396B6}"/>
          </ac:spMkLst>
        </pc:spChg>
        <pc:spChg chg="mod">
          <ac:chgData name="Kannepamula Mahesh Babu" userId="391c5b16-0897-4eca-a028-a97f935a3bd2" providerId="ADAL" clId="{9E3353FE-7EFD-4D1F-85AC-2D3001641A94}" dt="2026-07-10T15:50:54.303" v="9146" actId="1076"/>
          <ac:spMkLst>
            <pc:docMk/>
            <pc:sldMk cId="1557888020" sldId="2147481822"/>
            <ac:spMk id="17" creationId="{3C7DA74C-9950-8777-9C45-C4730F680FFB}"/>
          </ac:spMkLst>
        </pc:spChg>
        <pc:spChg chg="mod">
          <ac:chgData name="Kannepamula Mahesh Babu" userId="391c5b16-0897-4eca-a028-a97f935a3bd2" providerId="ADAL" clId="{9E3353FE-7EFD-4D1F-85AC-2D3001641A94}" dt="2026-07-10T15:50:54.303" v="9146" actId="1076"/>
          <ac:spMkLst>
            <pc:docMk/>
            <pc:sldMk cId="1557888020" sldId="2147481822"/>
            <ac:spMk id="19" creationId="{6CF8207B-2AF9-3770-8F63-1B34EAD3805D}"/>
          </ac:spMkLst>
        </pc:spChg>
        <pc:spChg chg="mod">
          <ac:chgData name="Kannepamula Mahesh Babu" userId="391c5b16-0897-4eca-a028-a97f935a3bd2" providerId="ADAL" clId="{9E3353FE-7EFD-4D1F-85AC-2D3001641A94}" dt="2026-07-10T15:50:54.303" v="9146" actId="1076"/>
          <ac:spMkLst>
            <pc:docMk/>
            <pc:sldMk cId="1557888020" sldId="2147481822"/>
            <ac:spMk id="20" creationId="{E75028AB-2629-48E3-10A3-603F109060E3}"/>
          </ac:spMkLst>
        </pc:spChg>
        <pc:spChg chg="mod">
          <ac:chgData name="Kannepamula Mahesh Babu" userId="391c5b16-0897-4eca-a028-a97f935a3bd2" providerId="ADAL" clId="{9E3353FE-7EFD-4D1F-85AC-2D3001641A94}" dt="2026-07-10T15:50:54.303" v="9146" actId="1076"/>
          <ac:spMkLst>
            <pc:docMk/>
            <pc:sldMk cId="1557888020" sldId="2147481822"/>
            <ac:spMk id="21" creationId="{0843F556-F03B-1D0F-9374-56053AB079B8}"/>
          </ac:spMkLst>
        </pc:spChg>
        <pc:spChg chg="mod">
          <ac:chgData name="Kannepamula Mahesh Babu" userId="391c5b16-0897-4eca-a028-a97f935a3bd2" providerId="ADAL" clId="{9E3353FE-7EFD-4D1F-85AC-2D3001641A94}" dt="2026-07-10T15:50:54.303" v="9146" actId="1076"/>
          <ac:spMkLst>
            <pc:docMk/>
            <pc:sldMk cId="1557888020" sldId="2147481822"/>
            <ac:spMk id="22" creationId="{93928430-6D78-32E2-34CA-AB96A79CD962}"/>
          </ac:spMkLst>
        </pc:spChg>
        <pc:spChg chg="mod">
          <ac:chgData name="Kannepamula Mahesh Babu" userId="391c5b16-0897-4eca-a028-a97f935a3bd2" providerId="ADAL" clId="{9E3353FE-7EFD-4D1F-85AC-2D3001641A94}" dt="2026-07-10T15:50:54.303" v="9146" actId="1076"/>
          <ac:spMkLst>
            <pc:docMk/>
            <pc:sldMk cId="1557888020" sldId="2147481822"/>
            <ac:spMk id="24" creationId="{863C3624-025E-7865-D979-84716FF9CD5F}"/>
          </ac:spMkLst>
        </pc:spChg>
        <pc:spChg chg="mod">
          <ac:chgData name="Kannepamula Mahesh Babu" userId="391c5b16-0897-4eca-a028-a97f935a3bd2" providerId="ADAL" clId="{9E3353FE-7EFD-4D1F-85AC-2D3001641A94}" dt="2026-07-10T15:50:54.303" v="9146" actId="1076"/>
          <ac:spMkLst>
            <pc:docMk/>
            <pc:sldMk cId="1557888020" sldId="2147481822"/>
            <ac:spMk id="25" creationId="{20EA76ED-D1FA-D168-397F-92B1C04E6FDE}"/>
          </ac:spMkLst>
        </pc:spChg>
        <pc:spChg chg="mod">
          <ac:chgData name="Kannepamula Mahesh Babu" userId="391c5b16-0897-4eca-a028-a97f935a3bd2" providerId="ADAL" clId="{9E3353FE-7EFD-4D1F-85AC-2D3001641A94}" dt="2026-07-10T15:50:54.303" v="9146" actId="1076"/>
          <ac:spMkLst>
            <pc:docMk/>
            <pc:sldMk cId="1557888020" sldId="2147481822"/>
            <ac:spMk id="27" creationId="{C49AC594-6DA3-9CA3-EF05-A9EA2D8EF6CE}"/>
          </ac:spMkLst>
        </pc:spChg>
        <pc:spChg chg="mod">
          <ac:chgData name="Kannepamula Mahesh Babu" userId="391c5b16-0897-4eca-a028-a97f935a3bd2" providerId="ADAL" clId="{9E3353FE-7EFD-4D1F-85AC-2D3001641A94}" dt="2026-07-10T15:50:54.303" v="9146" actId="1076"/>
          <ac:spMkLst>
            <pc:docMk/>
            <pc:sldMk cId="1557888020" sldId="2147481822"/>
            <ac:spMk id="28" creationId="{91DBB337-AD44-E637-A0F4-8B95CA39FC07}"/>
          </ac:spMkLst>
        </pc:spChg>
        <pc:spChg chg="mod">
          <ac:chgData name="Kannepamula Mahesh Babu" userId="391c5b16-0897-4eca-a028-a97f935a3bd2" providerId="ADAL" clId="{9E3353FE-7EFD-4D1F-85AC-2D3001641A94}" dt="2026-07-10T15:50:54.303" v="9146" actId="1076"/>
          <ac:spMkLst>
            <pc:docMk/>
            <pc:sldMk cId="1557888020" sldId="2147481822"/>
            <ac:spMk id="29" creationId="{1372230F-AF90-FCE4-CCC6-66534FAB85DE}"/>
          </ac:spMkLst>
        </pc:spChg>
        <pc:spChg chg="mod">
          <ac:chgData name="Kannepamula Mahesh Babu" userId="391c5b16-0897-4eca-a028-a97f935a3bd2" providerId="ADAL" clId="{9E3353FE-7EFD-4D1F-85AC-2D3001641A94}" dt="2026-07-10T15:50:38.891" v="9143" actId="554"/>
          <ac:spMkLst>
            <pc:docMk/>
            <pc:sldMk cId="1557888020" sldId="2147481822"/>
            <ac:spMk id="37" creationId="{A2AA3471-EA48-7188-9F7C-C68FF8270655}"/>
          </ac:spMkLst>
        </pc:spChg>
        <pc:cxnChg chg="mod">
          <ac:chgData name="Kannepamula Mahesh Babu" userId="391c5b16-0897-4eca-a028-a97f935a3bd2" providerId="ADAL" clId="{9E3353FE-7EFD-4D1F-85AC-2D3001641A94}" dt="2026-07-10T15:50:42.307" v="9144" actId="1076"/>
          <ac:cxnSpMkLst>
            <pc:docMk/>
            <pc:sldMk cId="1557888020" sldId="2147481822"/>
            <ac:cxnSpMk id="13" creationId="{4BABAB07-17D8-E7E1-39DC-F952420EDC2A}"/>
          </ac:cxnSpMkLst>
        </pc:cxnChg>
        <pc:cxnChg chg="mod">
          <ac:chgData name="Kannepamula Mahesh Babu" userId="391c5b16-0897-4eca-a028-a97f935a3bd2" providerId="ADAL" clId="{9E3353FE-7EFD-4D1F-85AC-2D3001641A94}" dt="2026-07-10T15:50:56.255" v="9147" actId="1076"/>
          <ac:cxnSpMkLst>
            <pc:docMk/>
            <pc:sldMk cId="1557888020" sldId="2147481822"/>
            <ac:cxnSpMk id="15" creationId="{58A5D93B-6F9F-342A-959C-00EF7551C5F7}"/>
          </ac:cxnSpMkLst>
        </pc:cxnChg>
      </pc:sldChg>
      <pc:sldChg chg="addSp delSp modSp mod modClrScheme chgLayout">
        <pc:chgData name="Kannepamula Mahesh Babu" userId="391c5b16-0897-4eca-a028-a97f935a3bd2" providerId="ADAL" clId="{9E3353FE-7EFD-4D1F-85AC-2D3001641A94}" dt="2026-07-10T15:48:15.577" v="9139" actId="6264"/>
        <pc:sldMkLst>
          <pc:docMk/>
          <pc:sldMk cId="2976658370" sldId="2147481824"/>
        </pc:sldMkLst>
        <pc:spChg chg="mod ord">
          <ac:chgData name="Kannepamula Mahesh Babu" userId="391c5b16-0897-4eca-a028-a97f935a3bd2" providerId="ADAL" clId="{9E3353FE-7EFD-4D1F-85AC-2D3001641A94}" dt="2026-07-10T15:48:15.577" v="9139" actId="6264"/>
          <ac:spMkLst>
            <pc:docMk/>
            <pc:sldMk cId="2976658370" sldId="2147481824"/>
            <ac:spMk id="3" creationId="{D2E74732-8B4A-E10F-8FF5-2D585C26890E}"/>
          </ac:spMkLst>
        </pc:spChg>
        <pc:spChg chg="mod ord">
          <ac:chgData name="Kannepamula Mahesh Babu" userId="391c5b16-0897-4eca-a028-a97f935a3bd2" providerId="ADAL" clId="{9E3353FE-7EFD-4D1F-85AC-2D3001641A94}" dt="2026-07-10T15:48:15.577" v="9139" actId="6264"/>
          <ac:spMkLst>
            <pc:docMk/>
            <pc:sldMk cId="2976658370" sldId="2147481824"/>
            <ac:spMk id="4" creationId="{6083978E-43DC-E398-D072-9AB28F487494}"/>
          </ac:spMkLst>
        </pc:spChg>
        <pc:spChg chg="mod ord">
          <ac:chgData name="Kannepamula Mahesh Babu" userId="391c5b16-0897-4eca-a028-a97f935a3bd2" providerId="ADAL" clId="{9E3353FE-7EFD-4D1F-85AC-2D3001641A94}" dt="2026-07-10T15:48:15.577" v="9139" actId="6264"/>
          <ac:spMkLst>
            <pc:docMk/>
            <pc:sldMk cId="2976658370" sldId="2147481824"/>
            <ac:spMk id="5" creationId="{B4687BFD-1EE4-30AE-D329-EB40D113FCCF}"/>
          </ac:spMkLst>
        </pc:spChg>
        <pc:spChg chg="mod">
          <ac:chgData name="Kannepamula Mahesh Babu" userId="391c5b16-0897-4eca-a028-a97f935a3bd2" providerId="ADAL" clId="{9E3353FE-7EFD-4D1F-85AC-2D3001641A94}" dt="2026-07-10T14:37:46.926" v="8617" actId="554"/>
          <ac:spMkLst>
            <pc:docMk/>
            <pc:sldMk cId="2976658370" sldId="2147481824"/>
            <ac:spMk id="8" creationId="{0CDBBC60-5EE6-E1FE-DAF3-631BC0888514}"/>
          </ac:spMkLst>
        </pc:spChg>
        <pc:spChg chg="mod">
          <ac:chgData name="Kannepamula Mahesh Babu" userId="391c5b16-0897-4eca-a028-a97f935a3bd2" providerId="ADAL" clId="{9E3353FE-7EFD-4D1F-85AC-2D3001641A94}" dt="2026-07-10T14:37:46.926" v="8617" actId="554"/>
          <ac:spMkLst>
            <pc:docMk/>
            <pc:sldMk cId="2976658370" sldId="2147481824"/>
            <ac:spMk id="9" creationId="{E31FA61D-8A6E-6774-7325-6454047E924B}"/>
          </ac:spMkLst>
        </pc:spChg>
        <pc:spChg chg="mod">
          <ac:chgData name="Kannepamula Mahesh Babu" userId="391c5b16-0897-4eca-a028-a97f935a3bd2" providerId="ADAL" clId="{9E3353FE-7EFD-4D1F-85AC-2D3001641A94}" dt="2026-07-10T14:37:50.713" v="8618" actId="554"/>
          <ac:spMkLst>
            <pc:docMk/>
            <pc:sldMk cId="2976658370" sldId="2147481824"/>
            <ac:spMk id="10" creationId="{7BAABB32-ECDE-F41E-8E8E-6A97C0D556D2}"/>
          </ac:spMkLst>
        </pc:spChg>
        <pc:spChg chg="mod">
          <ac:chgData name="Kannepamula Mahesh Babu" userId="391c5b16-0897-4eca-a028-a97f935a3bd2" providerId="ADAL" clId="{9E3353FE-7EFD-4D1F-85AC-2D3001641A94}" dt="2026-07-10T14:37:50.713" v="8618" actId="554"/>
          <ac:spMkLst>
            <pc:docMk/>
            <pc:sldMk cId="2976658370" sldId="2147481824"/>
            <ac:spMk id="11" creationId="{2995DE99-B392-CB2C-8F7F-CBD928509711}"/>
          </ac:spMkLst>
        </pc:spChg>
        <pc:spChg chg="mod">
          <ac:chgData name="Kannepamula Mahesh Babu" userId="391c5b16-0897-4eca-a028-a97f935a3bd2" providerId="ADAL" clId="{9E3353FE-7EFD-4D1F-85AC-2D3001641A94}" dt="2026-07-10T15:48:08.253" v="9136" actId="12789"/>
          <ac:spMkLst>
            <pc:docMk/>
            <pc:sldMk cId="2976658370" sldId="2147481824"/>
            <ac:spMk id="13" creationId="{8451E895-CC7A-59E4-9E21-EE6545CA9C9F}"/>
          </ac:spMkLst>
        </pc:spChg>
        <pc:spChg chg="mod">
          <ac:chgData name="Kannepamula Mahesh Babu" userId="391c5b16-0897-4eca-a028-a97f935a3bd2" providerId="ADAL" clId="{9E3353FE-7EFD-4D1F-85AC-2D3001641A94}" dt="2026-07-10T14:37:54.531" v="8619" actId="554"/>
          <ac:spMkLst>
            <pc:docMk/>
            <pc:sldMk cId="2976658370" sldId="2147481824"/>
            <ac:spMk id="15" creationId="{921C5EA4-C054-7BBD-2C9A-85171B5CAC9F}"/>
          </ac:spMkLst>
        </pc:spChg>
        <pc:spChg chg="mod">
          <ac:chgData name="Kannepamula Mahesh Babu" userId="391c5b16-0897-4eca-a028-a97f935a3bd2" providerId="ADAL" clId="{9E3353FE-7EFD-4D1F-85AC-2D3001641A94}" dt="2026-07-10T14:37:50.713" v="8618" actId="554"/>
          <ac:spMkLst>
            <pc:docMk/>
            <pc:sldMk cId="2976658370" sldId="2147481824"/>
            <ac:spMk id="16" creationId="{E345EEC8-8107-9ABF-9566-564F2FBB9A69}"/>
          </ac:spMkLst>
        </pc:spChg>
        <pc:spChg chg="mod">
          <ac:chgData name="Kannepamula Mahesh Babu" userId="391c5b16-0897-4eca-a028-a97f935a3bd2" providerId="ADAL" clId="{9E3353FE-7EFD-4D1F-85AC-2D3001641A94}" dt="2026-07-10T15:48:08.253" v="9136" actId="12789"/>
          <ac:spMkLst>
            <pc:docMk/>
            <pc:sldMk cId="2976658370" sldId="2147481824"/>
            <ac:spMk id="17" creationId="{BDAB3DBA-9EC1-465D-C630-F27C12D76FD4}"/>
          </ac:spMkLst>
        </pc:spChg>
        <pc:spChg chg="mod">
          <ac:chgData name="Kannepamula Mahesh Babu" userId="391c5b16-0897-4eca-a028-a97f935a3bd2" providerId="ADAL" clId="{9E3353FE-7EFD-4D1F-85AC-2D3001641A94}" dt="2026-07-10T15:48:08.253" v="9136" actId="12789"/>
          <ac:spMkLst>
            <pc:docMk/>
            <pc:sldMk cId="2976658370" sldId="2147481824"/>
            <ac:spMk id="19" creationId="{500502C0-483C-D000-55B9-DFA54DF6B3A4}"/>
          </ac:spMkLst>
        </pc:spChg>
        <pc:spChg chg="mod">
          <ac:chgData name="Kannepamula Mahesh Babu" userId="391c5b16-0897-4eca-a028-a97f935a3bd2" providerId="ADAL" clId="{9E3353FE-7EFD-4D1F-85AC-2D3001641A94}" dt="2026-07-10T15:48:08.253" v="9136" actId="12789"/>
          <ac:spMkLst>
            <pc:docMk/>
            <pc:sldMk cId="2976658370" sldId="2147481824"/>
            <ac:spMk id="20" creationId="{98B679F7-CDF2-84FC-B49C-483FCC72F79A}"/>
          </ac:spMkLst>
        </pc:spChg>
        <pc:spChg chg="mod">
          <ac:chgData name="Kannepamula Mahesh Babu" userId="391c5b16-0897-4eca-a028-a97f935a3bd2" providerId="ADAL" clId="{9E3353FE-7EFD-4D1F-85AC-2D3001641A94}" dt="2026-07-10T14:37:54.531" v="8619" actId="554"/>
          <ac:spMkLst>
            <pc:docMk/>
            <pc:sldMk cId="2976658370" sldId="2147481824"/>
            <ac:spMk id="21" creationId="{D8C49D63-1285-490E-4A2A-BC74A4AB5022}"/>
          </ac:spMkLst>
        </pc:spChg>
        <pc:spChg chg="mod">
          <ac:chgData name="Kannepamula Mahesh Babu" userId="391c5b16-0897-4eca-a028-a97f935a3bd2" providerId="ADAL" clId="{9E3353FE-7EFD-4D1F-85AC-2D3001641A94}" dt="2026-07-10T14:37:54.531" v="8619" actId="554"/>
          <ac:spMkLst>
            <pc:docMk/>
            <pc:sldMk cId="2976658370" sldId="2147481824"/>
            <ac:spMk id="22" creationId="{49A52694-3FA7-9384-1B3C-8FE22171F255}"/>
          </ac:spMkLst>
        </pc:spChg>
        <pc:spChg chg="mod">
          <ac:chgData name="Kannepamula Mahesh Babu" userId="391c5b16-0897-4eca-a028-a97f935a3bd2" providerId="ADAL" clId="{9E3353FE-7EFD-4D1F-85AC-2D3001641A94}" dt="2026-07-10T14:37:54.531" v="8619" actId="554"/>
          <ac:spMkLst>
            <pc:docMk/>
            <pc:sldMk cId="2976658370" sldId="2147481824"/>
            <ac:spMk id="25" creationId="{1B46BBE4-5EE1-E08A-885C-7037B58C7E9E}"/>
          </ac:spMkLst>
        </pc:spChg>
        <pc:spChg chg="mod">
          <ac:chgData name="Kannepamula Mahesh Babu" userId="391c5b16-0897-4eca-a028-a97f935a3bd2" providerId="ADAL" clId="{9E3353FE-7EFD-4D1F-85AC-2D3001641A94}" dt="2026-07-10T14:37:54.531" v="8619" actId="554"/>
          <ac:spMkLst>
            <pc:docMk/>
            <pc:sldMk cId="2976658370" sldId="2147481824"/>
            <ac:spMk id="26" creationId="{BD03E003-6C31-4A55-DE55-957C5F9FFE22}"/>
          </ac:spMkLst>
        </pc:spChg>
        <pc:spChg chg="mod">
          <ac:chgData name="Kannepamula Mahesh Babu" userId="391c5b16-0897-4eca-a028-a97f935a3bd2" providerId="ADAL" clId="{9E3353FE-7EFD-4D1F-85AC-2D3001641A94}" dt="2026-07-10T14:37:54.531" v="8619" actId="554"/>
          <ac:spMkLst>
            <pc:docMk/>
            <pc:sldMk cId="2976658370" sldId="2147481824"/>
            <ac:spMk id="27" creationId="{BBCC4013-FAF5-2BBC-CB77-44B0210D7A2E}"/>
          </ac:spMkLst>
        </pc:spChg>
        <pc:spChg chg="mod">
          <ac:chgData name="Kannepamula Mahesh Babu" userId="391c5b16-0897-4eca-a028-a97f935a3bd2" providerId="ADAL" clId="{9E3353FE-7EFD-4D1F-85AC-2D3001641A94}" dt="2026-07-10T14:38:14.639" v="8624" actId="1035"/>
          <ac:spMkLst>
            <pc:docMk/>
            <pc:sldMk cId="2976658370" sldId="2147481824"/>
            <ac:spMk id="28" creationId="{68EFE673-FFFB-3F51-56BB-9E15F745BBAF}"/>
          </ac:spMkLst>
        </pc:spChg>
        <pc:spChg chg="mod">
          <ac:chgData name="Kannepamula Mahesh Babu" userId="391c5b16-0897-4eca-a028-a97f935a3bd2" providerId="ADAL" clId="{9E3353FE-7EFD-4D1F-85AC-2D3001641A94}" dt="2026-07-10T14:38:14.639" v="8624" actId="1035"/>
          <ac:spMkLst>
            <pc:docMk/>
            <pc:sldMk cId="2976658370" sldId="2147481824"/>
            <ac:spMk id="29" creationId="{D27B094E-31E7-154A-6550-99068C8EC6A1}"/>
          </ac:spMkLst>
        </pc:spChg>
        <pc:spChg chg="mod">
          <ac:chgData name="Kannepamula Mahesh Babu" userId="391c5b16-0897-4eca-a028-a97f935a3bd2" providerId="ADAL" clId="{9E3353FE-7EFD-4D1F-85AC-2D3001641A94}" dt="2026-07-10T14:40:12.613" v="8632" actId="14100"/>
          <ac:spMkLst>
            <pc:docMk/>
            <pc:sldMk cId="2976658370" sldId="2147481824"/>
            <ac:spMk id="43" creationId="{6E592FE1-0EC2-1BE8-7873-A835C6DD4B07}"/>
          </ac:spMkLst>
        </pc:spChg>
        <pc:spChg chg="mod">
          <ac:chgData name="Kannepamula Mahesh Babu" userId="391c5b16-0897-4eca-a028-a97f935a3bd2" providerId="ADAL" clId="{9E3353FE-7EFD-4D1F-85AC-2D3001641A94}" dt="2026-07-10T14:39:52.270" v="8627" actId="113"/>
          <ac:spMkLst>
            <pc:docMk/>
            <pc:sldMk cId="2976658370" sldId="2147481824"/>
            <ac:spMk id="45" creationId="{094AD343-6107-2CB6-BCAF-C10926CC4C63}"/>
          </ac:spMkLst>
        </pc:spChg>
        <pc:spChg chg="mod">
          <ac:chgData name="Kannepamula Mahesh Babu" userId="391c5b16-0897-4eca-a028-a97f935a3bd2" providerId="ADAL" clId="{9E3353FE-7EFD-4D1F-85AC-2D3001641A94}" dt="2026-07-10T14:37:46.926" v="8617" actId="554"/>
          <ac:spMkLst>
            <pc:docMk/>
            <pc:sldMk cId="2976658370" sldId="2147481824"/>
            <ac:spMk id="60" creationId="{A41D2BC1-39E0-7DBB-B997-C1ADAC82FA28}"/>
          </ac:spMkLst>
        </pc:spChg>
        <pc:spChg chg="mod">
          <ac:chgData name="Kannepamula Mahesh Babu" userId="391c5b16-0897-4eca-a028-a97f935a3bd2" providerId="ADAL" clId="{9E3353FE-7EFD-4D1F-85AC-2D3001641A94}" dt="2026-07-10T14:37:46.926" v="8617" actId="554"/>
          <ac:spMkLst>
            <pc:docMk/>
            <pc:sldMk cId="2976658370" sldId="2147481824"/>
            <ac:spMk id="450" creationId="{0BF7D9BC-E52F-3D36-DA40-3FC7ED48F707}"/>
          </ac:spMkLst>
        </pc:spChg>
        <pc:spChg chg="mod">
          <ac:chgData name="Kannepamula Mahesh Babu" userId="391c5b16-0897-4eca-a028-a97f935a3bd2" providerId="ADAL" clId="{9E3353FE-7EFD-4D1F-85AC-2D3001641A94}" dt="2026-07-10T14:37:50.713" v="8618" actId="554"/>
          <ac:spMkLst>
            <pc:docMk/>
            <pc:sldMk cId="2976658370" sldId="2147481824"/>
            <ac:spMk id="453" creationId="{47D3D45C-18D9-191D-0001-1D0629806550}"/>
          </ac:spMkLst>
        </pc:spChg>
        <pc:spChg chg="mod">
          <ac:chgData name="Kannepamula Mahesh Babu" userId="391c5b16-0897-4eca-a028-a97f935a3bd2" providerId="ADAL" clId="{9E3353FE-7EFD-4D1F-85AC-2D3001641A94}" dt="2026-07-10T14:38:14.639" v="8624" actId="1035"/>
          <ac:spMkLst>
            <pc:docMk/>
            <pc:sldMk cId="2976658370" sldId="2147481824"/>
            <ac:spMk id="454" creationId="{B63699FD-572D-1789-CD26-840BA6E578EC}"/>
          </ac:spMkLst>
        </pc:spChg>
        <pc:spChg chg="mod">
          <ac:chgData name="Kannepamula Mahesh Babu" userId="391c5b16-0897-4eca-a028-a97f935a3bd2" providerId="ADAL" clId="{9E3353FE-7EFD-4D1F-85AC-2D3001641A94}" dt="2026-07-10T14:37:50.713" v="8618" actId="554"/>
          <ac:spMkLst>
            <pc:docMk/>
            <pc:sldMk cId="2976658370" sldId="2147481824"/>
            <ac:spMk id="464" creationId="{DB5933A6-300E-2617-6DF3-0A7F8D950DCD}"/>
          </ac:spMkLst>
        </pc:spChg>
        <pc:spChg chg="mod">
          <ac:chgData name="Kannepamula Mahesh Babu" userId="391c5b16-0897-4eca-a028-a97f935a3bd2" providerId="ADAL" clId="{9E3353FE-7EFD-4D1F-85AC-2D3001641A94}" dt="2026-07-10T14:37:46.926" v="8617" actId="554"/>
          <ac:spMkLst>
            <pc:docMk/>
            <pc:sldMk cId="2976658370" sldId="2147481824"/>
            <ac:spMk id="466" creationId="{5A26C58F-E626-78E4-998C-6ED1281D3C35}"/>
          </ac:spMkLst>
        </pc:spChg>
        <pc:spChg chg="mod">
          <ac:chgData name="Kannepamula Mahesh Babu" userId="391c5b16-0897-4eca-a028-a97f935a3bd2" providerId="ADAL" clId="{9E3353FE-7EFD-4D1F-85AC-2D3001641A94}" dt="2026-07-10T14:38:09.966" v="8623" actId="1036"/>
          <ac:spMkLst>
            <pc:docMk/>
            <pc:sldMk cId="2976658370" sldId="2147481824"/>
            <ac:spMk id="469" creationId="{30677C34-420A-47AA-6DB8-07772057F674}"/>
          </ac:spMkLst>
        </pc:spChg>
        <pc:spChg chg="mod">
          <ac:chgData name="Kannepamula Mahesh Babu" userId="391c5b16-0897-4eca-a028-a97f935a3bd2" providerId="ADAL" clId="{9E3353FE-7EFD-4D1F-85AC-2D3001641A94}" dt="2026-07-10T14:38:14.639" v="8624" actId="1035"/>
          <ac:spMkLst>
            <pc:docMk/>
            <pc:sldMk cId="2976658370" sldId="2147481824"/>
            <ac:spMk id="471" creationId="{4C2FA02B-D0E2-B818-D972-306012B7268A}"/>
          </ac:spMkLst>
        </pc:spChg>
        <pc:spChg chg="mod">
          <ac:chgData name="Kannepamula Mahesh Babu" userId="391c5b16-0897-4eca-a028-a97f935a3bd2" providerId="ADAL" clId="{9E3353FE-7EFD-4D1F-85AC-2D3001641A94}" dt="2026-07-10T14:38:09.966" v="8623" actId="1036"/>
          <ac:spMkLst>
            <pc:docMk/>
            <pc:sldMk cId="2976658370" sldId="2147481824"/>
            <ac:spMk id="473" creationId="{5C95D64E-17BC-8E43-5F21-AF745187B7FB}"/>
          </ac:spMkLst>
        </pc:spChg>
        <pc:spChg chg="mod">
          <ac:chgData name="Kannepamula Mahesh Babu" userId="391c5b16-0897-4eca-a028-a97f935a3bd2" providerId="ADAL" clId="{9E3353FE-7EFD-4D1F-85AC-2D3001641A94}" dt="2026-07-10T14:37:50.713" v="8618" actId="554"/>
          <ac:spMkLst>
            <pc:docMk/>
            <pc:sldMk cId="2976658370" sldId="2147481824"/>
            <ac:spMk id="480" creationId="{1843FEB5-D9D2-7B95-9AAB-A886B4337A86}"/>
          </ac:spMkLst>
        </pc:spChg>
        <pc:spChg chg="mod">
          <ac:chgData name="Kannepamula Mahesh Babu" userId="391c5b16-0897-4eca-a028-a97f935a3bd2" providerId="ADAL" clId="{9E3353FE-7EFD-4D1F-85AC-2D3001641A94}" dt="2026-07-10T14:38:09.966" v="8623" actId="1036"/>
          <ac:spMkLst>
            <pc:docMk/>
            <pc:sldMk cId="2976658370" sldId="2147481824"/>
            <ac:spMk id="481" creationId="{3E38B26A-E517-2221-A0D3-F2B668BD96D4}"/>
          </ac:spMkLst>
        </pc:spChg>
        <pc:spChg chg="mod">
          <ac:chgData name="Kannepamula Mahesh Babu" userId="391c5b16-0897-4eca-a028-a97f935a3bd2" providerId="ADAL" clId="{9E3353FE-7EFD-4D1F-85AC-2D3001641A94}" dt="2026-07-10T14:37:13.325" v="8609" actId="1076"/>
          <ac:spMkLst>
            <pc:docMk/>
            <pc:sldMk cId="2976658370" sldId="2147481824"/>
            <ac:spMk id="487" creationId="{662474E8-A97D-8FCF-C7B2-270875F342D9}"/>
          </ac:spMkLst>
        </pc:spChg>
        <pc:spChg chg="mod">
          <ac:chgData name="Kannepamula Mahesh Babu" userId="391c5b16-0897-4eca-a028-a97f935a3bd2" providerId="ADAL" clId="{9E3353FE-7EFD-4D1F-85AC-2D3001641A94}" dt="2026-07-10T14:37:24.683" v="8611" actId="14100"/>
          <ac:spMkLst>
            <pc:docMk/>
            <pc:sldMk cId="2976658370" sldId="2147481824"/>
            <ac:spMk id="492" creationId="{68557DBF-D04A-A3B6-28A2-508722C35965}"/>
          </ac:spMkLst>
        </pc:spChg>
        <pc:spChg chg="mod">
          <ac:chgData name="Kannepamula Mahesh Babu" userId="391c5b16-0897-4eca-a028-a97f935a3bd2" providerId="ADAL" clId="{9E3353FE-7EFD-4D1F-85AC-2D3001641A94}" dt="2026-07-10T14:37:46.926" v="8617" actId="554"/>
          <ac:spMkLst>
            <pc:docMk/>
            <pc:sldMk cId="2976658370" sldId="2147481824"/>
            <ac:spMk id="497" creationId="{444E6393-8B22-97C7-2F6E-93A3B5E87C64}"/>
          </ac:spMkLst>
        </pc:spChg>
        <pc:spChg chg="mod">
          <ac:chgData name="Kannepamula Mahesh Babu" userId="391c5b16-0897-4eca-a028-a97f935a3bd2" providerId="ADAL" clId="{9E3353FE-7EFD-4D1F-85AC-2D3001641A94}" dt="2026-07-10T14:38:09.966" v="8623" actId="1036"/>
          <ac:spMkLst>
            <pc:docMk/>
            <pc:sldMk cId="2976658370" sldId="2147481824"/>
            <ac:spMk id="498" creationId="{5E118011-A41B-F94C-19A9-6F1005DDF5A3}"/>
          </ac:spMkLst>
        </pc:spChg>
        <pc:grpChg chg="mod">
          <ac:chgData name="Kannepamula Mahesh Babu" userId="391c5b16-0897-4eca-a028-a97f935a3bd2" providerId="ADAL" clId="{9E3353FE-7EFD-4D1F-85AC-2D3001641A94}" dt="2026-07-10T14:45:52.858" v="8712" actId="1076"/>
          <ac:grpSpMkLst>
            <pc:docMk/>
            <pc:sldMk cId="2976658370" sldId="2147481824"/>
            <ac:grpSpMk id="18" creationId="{926B49A6-887B-2F16-8BE5-97090DFDD33C}"/>
          </ac:grpSpMkLst>
        </pc:grpChg>
        <pc:cxnChg chg="mod">
          <ac:chgData name="Kannepamula Mahesh Babu" userId="391c5b16-0897-4eca-a028-a97f935a3bd2" providerId="ADAL" clId="{9E3353FE-7EFD-4D1F-85AC-2D3001641A94}" dt="2026-07-10T15:48:08.253" v="9136" actId="12789"/>
          <ac:cxnSpMkLst>
            <pc:docMk/>
            <pc:sldMk cId="2976658370" sldId="2147481824"/>
            <ac:cxnSpMk id="32" creationId="{E0B788C7-DDAE-26B7-6D60-1B0003E897FE}"/>
          </ac:cxnSpMkLst>
        </pc:cxnChg>
        <pc:cxnChg chg="mod">
          <ac:chgData name="Kannepamula Mahesh Babu" userId="391c5b16-0897-4eca-a028-a97f935a3bd2" providerId="ADAL" clId="{9E3353FE-7EFD-4D1F-85AC-2D3001641A94}" dt="2026-07-10T15:48:08.253" v="9136" actId="12789"/>
          <ac:cxnSpMkLst>
            <pc:docMk/>
            <pc:sldMk cId="2976658370" sldId="2147481824"/>
            <ac:cxnSpMk id="33" creationId="{79F7B003-3E37-48DC-B33E-3ACBA37A122F}"/>
          </ac:cxnSpMkLst>
        </pc:cxnChg>
        <pc:cxnChg chg="mod">
          <ac:chgData name="Kannepamula Mahesh Babu" userId="391c5b16-0897-4eca-a028-a97f935a3bd2" providerId="ADAL" clId="{9E3353FE-7EFD-4D1F-85AC-2D3001641A94}" dt="2026-07-10T15:48:08.253" v="9136" actId="12789"/>
          <ac:cxnSpMkLst>
            <pc:docMk/>
            <pc:sldMk cId="2976658370" sldId="2147481824"/>
            <ac:cxnSpMk id="34" creationId="{73AB4B1A-4380-34E8-CB23-0AAC1E31ABA6}"/>
          </ac:cxnSpMkLst>
        </pc:cxnChg>
        <pc:cxnChg chg="mod">
          <ac:chgData name="Kannepamula Mahesh Babu" userId="391c5b16-0897-4eca-a028-a97f935a3bd2" providerId="ADAL" clId="{9E3353FE-7EFD-4D1F-85AC-2D3001641A94}" dt="2026-07-10T14:37:30.378" v="8613" actId="14100"/>
          <ac:cxnSpMkLst>
            <pc:docMk/>
            <pc:sldMk cId="2976658370" sldId="2147481824"/>
            <ac:cxnSpMk id="50" creationId="{80319B02-434E-99CE-2693-ECA6B51786E6}"/>
          </ac:cxnSpMkLst>
        </pc:cxnChg>
        <pc:cxnChg chg="add mod">
          <ac:chgData name="Kannepamula Mahesh Babu" userId="391c5b16-0897-4eca-a028-a97f935a3bd2" providerId="ADAL" clId="{9E3353FE-7EFD-4D1F-85AC-2D3001641A94}" dt="2026-07-10T14:40:40.940" v="8638"/>
          <ac:cxnSpMkLst>
            <pc:docMk/>
            <pc:sldMk cId="2976658370" sldId="2147481824"/>
            <ac:cxnSpMk id="62" creationId="{77FFCBD8-B8DD-E14A-28AE-A5C49180E2EE}"/>
          </ac:cxnSpMkLst>
        </pc:cxnChg>
      </pc:sldChg>
      <pc:sldChg chg="addSp delSp modSp add mod modClrScheme chgLayout">
        <pc:chgData name="Kannepamula Mahesh Babu" userId="391c5b16-0897-4eca-a028-a97f935a3bd2" providerId="ADAL" clId="{9E3353FE-7EFD-4D1F-85AC-2D3001641A94}" dt="2026-07-10T14:56:08.320" v="8777" actId="207"/>
        <pc:sldMkLst>
          <pc:docMk/>
          <pc:sldMk cId="2399661326" sldId="2147481825"/>
        </pc:sldMkLst>
        <pc:spChg chg="add mod ord">
          <ac:chgData name="Kannepamula Mahesh Babu" userId="391c5b16-0897-4eca-a028-a97f935a3bd2" providerId="ADAL" clId="{9E3353FE-7EFD-4D1F-85AC-2D3001641A94}" dt="2026-07-10T14:32:42.068" v="8533" actId="113"/>
          <ac:spMkLst>
            <pc:docMk/>
            <pc:sldMk cId="2399661326" sldId="2147481825"/>
            <ac:spMk id="6" creationId="{5C71372B-44FB-D133-48FE-12A74200CF57}"/>
          </ac:spMkLst>
        </pc:spChg>
        <pc:spChg chg="add mod">
          <ac:chgData name="Kannepamula Mahesh Babu" userId="391c5b16-0897-4eca-a028-a97f935a3bd2" providerId="ADAL" clId="{9E3353FE-7EFD-4D1F-85AC-2D3001641A94}" dt="2026-07-07T04:27:06.717" v="7157" actId="1076"/>
          <ac:spMkLst>
            <pc:docMk/>
            <pc:sldMk cId="2399661326" sldId="2147481825"/>
            <ac:spMk id="17" creationId="{A8A77576-338B-F679-4C6E-549157DA867F}"/>
          </ac:spMkLst>
        </pc:spChg>
        <pc:spChg chg="add mod">
          <ac:chgData name="Kannepamula Mahesh Babu" userId="391c5b16-0897-4eca-a028-a97f935a3bd2" providerId="ADAL" clId="{9E3353FE-7EFD-4D1F-85AC-2D3001641A94}" dt="2026-07-10T14:56:08.320" v="8777" actId="207"/>
          <ac:spMkLst>
            <pc:docMk/>
            <pc:sldMk cId="2399661326" sldId="2147481825"/>
            <ac:spMk id="18" creationId="{576EF4C0-EAF6-0090-53CC-A68F292A732E}"/>
          </ac:spMkLst>
        </pc:spChg>
        <pc:spChg chg="add mod">
          <ac:chgData name="Kannepamula Mahesh Babu" userId="391c5b16-0897-4eca-a028-a97f935a3bd2" providerId="ADAL" clId="{9E3353FE-7EFD-4D1F-85AC-2D3001641A94}" dt="2026-07-10T14:56:08.320" v="8777" actId="207"/>
          <ac:spMkLst>
            <pc:docMk/>
            <pc:sldMk cId="2399661326" sldId="2147481825"/>
            <ac:spMk id="19" creationId="{06F2AEB0-01A7-0B24-5C12-1CFCFFA3A384}"/>
          </ac:spMkLst>
        </pc:spChg>
        <pc:spChg chg="add mod">
          <ac:chgData name="Kannepamula Mahesh Babu" userId="391c5b16-0897-4eca-a028-a97f935a3bd2" providerId="ADAL" clId="{9E3353FE-7EFD-4D1F-85AC-2D3001641A94}" dt="2026-07-10T14:56:08.320" v="8777" actId="207"/>
          <ac:spMkLst>
            <pc:docMk/>
            <pc:sldMk cId="2399661326" sldId="2147481825"/>
            <ac:spMk id="20" creationId="{F2DEDB19-EF08-CF4C-AD1E-139DBA33BD0E}"/>
          </ac:spMkLst>
        </pc:spChg>
        <pc:spChg chg="add mod">
          <ac:chgData name="Kannepamula Mahesh Babu" userId="391c5b16-0897-4eca-a028-a97f935a3bd2" providerId="ADAL" clId="{9E3353FE-7EFD-4D1F-85AC-2D3001641A94}" dt="2026-07-07T05:30:15.352" v="7365" actId="1076"/>
          <ac:spMkLst>
            <pc:docMk/>
            <pc:sldMk cId="2399661326" sldId="2147481825"/>
            <ac:spMk id="39" creationId="{DD45AF8B-DA68-D728-63CC-9CBC8E35E312}"/>
          </ac:spMkLst>
        </pc:spChg>
        <pc:spChg chg="add mod">
          <ac:chgData name="Kannepamula Mahesh Babu" userId="391c5b16-0897-4eca-a028-a97f935a3bd2" providerId="ADAL" clId="{9E3353FE-7EFD-4D1F-85AC-2D3001641A94}" dt="2026-07-07T05:30:15.352" v="7365" actId="1076"/>
          <ac:spMkLst>
            <pc:docMk/>
            <pc:sldMk cId="2399661326" sldId="2147481825"/>
            <ac:spMk id="40" creationId="{DB6F8BD5-C1BA-69AE-5A7E-7CBC98216D5C}"/>
          </ac:spMkLst>
        </pc:spChg>
        <pc:spChg chg="add mod">
          <ac:chgData name="Kannepamula Mahesh Babu" userId="391c5b16-0897-4eca-a028-a97f935a3bd2" providerId="ADAL" clId="{9E3353FE-7EFD-4D1F-85AC-2D3001641A94}" dt="2026-07-07T05:30:15.352" v="7365" actId="1076"/>
          <ac:spMkLst>
            <pc:docMk/>
            <pc:sldMk cId="2399661326" sldId="2147481825"/>
            <ac:spMk id="41" creationId="{6B7BE9F6-3AD3-0225-B626-1CC7B8AA56FC}"/>
          </ac:spMkLst>
        </pc:spChg>
        <pc:spChg chg="add mod">
          <ac:chgData name="Kannepamula Mahesh Babu" userId="391c5b16-0897-4eca-a028-a97f935a3bd2" providerId="ADAL" clId="{9E3353FE-7EFD-4D1F-85AC-2D3001641A94}" dt="2026-07-07T05:30:15.352" v="7365" actId="1076"/>
          <ac:spMkLst>
            <pc:docMk/>
            <pc:sldMk cId="2399661326" sldId="2147481825"/>
            <ac:spMk id="42" creationId="{403C792A-83DA-5A01-7842-02A03BC118FD}"/>
          </ac:spMkLst>
        </pc:spChg>
        <pc:spChg chg="add mod">
          <ac:chgData name="Kannepamula Mahesh Babu" userId="391c5b16-0897-4eca-a028-a97f935a3bd2" providerId="ADAL" clId="{9E3353FE-7EFD-4D1F-85AC-2D3001641A94}" dt="2026-07-07T04:27:06.717" v="7157" actId="1076"/>
          <ac:spMkLst>
            <pc:docMk/>
            <pc:sldMk cId="2399661326" sldId="2147481825"/>
            <ac:spMk id="43" creationId="{18D93FF5-3653-930F-7BB3-3C51F80EBDA3}"/>
          </ac:spMkLst>
        </pc:spChg>
        <pc:spChg chg="add mod">
          <ac:chgData name="Kannepamula Mahesh Babu" userId="391c5b16-0897-4eca-a028-a97f935a3bd2" providerId="ADAL" clId="{9E3353FE-7EFD-4D1F-85AC-2D3001641A94}" dt="2026-07-07T05:30:15.352" v="7365" actId="1076"/>
          <ac:spMkLst>
            <pc:docMk/>
            <pc:sldMk cId="2399661326" sldId="2147481825"/>
            <ac:spMk id="44" creationId="{7D8731C5-5B5F-B121-76CF-036D5CCC5BBC}"/>
          </ac:spMkLst>
        </pc:spChg>
        <pc:spChg chg="add mod topLvl">
          <ac:chgData name="Kannepamula Mahesh Babu" userId="391c5b16-0897-4eca-a028-a97f935a3bd2" providerId="ADAL" clId="{9E3353FE-7EFD-4D1F-85AC-2D3001641A94}" dt="2026-07-07T05:00:15.227" v="7293" actId="12788"/>
          <ac:spMkLst>
            <pc:docMk/>
            <pc:sldMk cId="2399661326" sldId="2147481825"/>
            <ac:spMk id="52" creationId="{CE1C7BC5-AE25-8E16-2E2C-C2B72686757F}"/>
          </ac:spMkLst>
        </pc:spChg>
        <pc:spChg chg="add mod">
          <ac:chgData name="Kannepamula Mahesh Babu" userId="391c5b16-0897-4eca-a028-a97f935a3bd2" providerId="ADAL" clId="{9E3353FE-7EFD-4D1F-85AC-2D3001641A94}" dt="2026-07-07T04:37:59.227" v="7189" actId="14100"/>
          <ac:spMkLst>
            <pc:docMk/>
            <pc:sldMk cId="2399661326" sldId="2147481825"/>
            <ac:spMk id="54" creationId="{6BC03B4D-86B6-14F2-E3BF-C7D6E4782756}"/>
          </ac:spMkLst>
        </pc:spChg>
        <pc:spChg chg="add mod">
          <ac:chgData name="Kannepamula Mahesh Babu" userId="391c5b16-0897-4eca-a028-a97f935a3bd2" providerId="ADAL" clId="{9E3353FE-7EFD-4D1F-85AC-2D3001641A94}" dt="2026-07-07T04:38:06.598" v="7192" actId="1076"/>
          <ac:spMkLst>
            <pc:docMk/>
            <pc:sldMk cId="2399661326" sldId="2147481825"/>
            <ac:spMk id="57" creationId="{87CAFF49-3BFF-E0CE-10AA-CD8CE430B681}"/>
          </ac:spMkLst>
        </pc:spChg>
        <pc:spChg chg="add mod">
          <ac:chgData name="Kannepamula Mahesh Babu" userId="391c5b16-0897-4eca-a028-a97f935a3bd2" providerId="ADAL" clId="{9E3353FE-7EFD-4D1F-85AC-2D3001641A94}" dt="2026-07-07T04:38:14.560" v="7193" actId="571"/>
          <ac:spMkLst>
            <pc:docMk/>
            <pc:sldMk cId="2399661326" sldId="2147481825"/>
            <ac:spMk id="58" creationId="{168741D3-6B65-6DE9-8BA5-D37E3863A890}"/>
          </ac:spMkLst>
        </pc:spChg>
        <pc:spChg chg="add mod">
          <ac:chgData name="Kannepamula Mahesh Babu" userId="391c5b16-0897-4eca-a028-a97f935a3bd2" providerId="ADAL" clId="{9E3353FE-7EFD-4D1F-85AC-2D3001641A94}" dt="2026-07-07T05:30:15.352" v="7365" actId="1076"/>
          <ac:spMkLst>
            <pc:docMk/>
            <pc:sldMk cId="2399661326" sldId="2147481825"/>
            <ac:spMk id="59" creationId="{0A6E79B5-F57F-7F26-694F-87FB1B43876C}"/>
          </ac:spMkLst>
        </pc:spChg>
        <pc:spChg chg="add mod">
          <ac:chgData name="Kannepamula Mahesh Babu" userId="391c5b16-0897-4eca-a028-a97f935a3bd2" providerId="ADAL" clId="{9E3353FE-7EFD-4D1F-85AC-2D3001641A94}" dt="2026-07-07T05:30:15.352" v="7365" actId="1076"/>
          <ac:spMkLst>
            <pc:docMk/>
            <pc:sldMk cId="2399661326" sldId="2147481825"/>
            <ac:spMk id="60" creationId="{81DE3B52-0FF1-E324-B49E-BFD9AC613640}"/>
          </ac:spMkLst>
        </pc:spChg>
        <pc:spChg chg="add mod">
          <ac:chgData name="Kannepamula Mahesh Babu" userId="391c5b16-0897-4eca-a028-a97f935a3bd2" providerId="ADAL" clId="{9E3353FE-7EFD-4D1F-85AC-2D3001641A94}" dt="2026-07-07T04:38:22.325" v="7194" actId="571"/>
          <ac:spMkLst>
            <pc:docMk/>
            <pc:sldMk cId="2399661326" sldId="2147481825"/>
            <ac:spMk id="61" creationId="{1DD3CB6F-7EDB-0D34-E245-14B58EBC2CB7}"/>
          </ac:spMkLst>
        </pc:spChg>
        <pc:spChg chg="add del mod">
          <ac:chgData name="Kannepamula Mahesh Babu" userId="391c5b16-0897-4eca-a028-a97f935a3bd2" providerId="ADAL" clId="{9E3353FE-7EFD-4D1F-85AC-2D3001641A94}" dt="2026-07-07T04:39:19.880" v="7210" actId="1076"/>
          <ac:spMkLst>
            <pc:docMk/>
            <pc:sldMk cId="2399661326" sldId="2147481825"/>
            <ac:spMk id="62" creationId="{7AE22CE0-D8B6-0F32-BC5F-4E27CDF3D8A3}"/>
          </ac:spMkLst>
        </pc:spChg>
        <pc:spChg chg="mod topLvl">
          <ac:chgData name="Kannepamula Mahesh Babu" userId="391c5b16-0897-4eca-a028-a97f935a3bd2" providerId="ADAL" clId="{9E3353FE-7EFD-4D1F-85AC-2D3001641A94}" dt="2026-07-07T05:00:26.124" v="7296" actId="12788"/>
          <ac:spMkLst>
            <pc:docMk/>
            <pc:sldMk cId="2399661326" sldId="2147481825"/>
            <ac:spMk id="67" creationId="{61BB1AA1-A078-B4BE-70EF-3FD58C310969}"/>
          </ac:spMkLst>
        </pc:spChg>
        <pc:spChg chg="mod topLvl">
          <ac:chgData name="Kannepamula Mahesh Babu" userId="391c5b16-0897-4eca-a028-a97f935a3bd2" providerId="ADAL" clId="{9E3353FE-7EFD-4D1F-85AC-2D3001641A94}" dt="2026-07-07T05:00:12.334" v="7292" actId="12788"/>
          <ac:spMkLst>
            <pc:docMk/>
            <pc:sldMk cId="2399661326" sldId="2147481825"/>
            <ac:spMk id="70" creationId="{BF01B3FC-D08C-33CC-B52B-DB9FDFBC64D1}"/>
          </ac:spMkLst>
        </pc:spChg>
        <pc:spChg chg="mod topLvl">
          <ac:chgData name="Kannepamula Mahesh Babu" userId="391c5b16-0897-4eca-a028-a97f935a3bd2" providerId="ADAL" clId="{9E3353FE-7EFD-4D1F-85AC-2D3001641A94}" dt="2026-07-07T05:30:15.352" v="7365" actId="1076"/>
          <ac:spMkLst>
            <pc:docMk/>
            <pc:sldMk cId="2399661326" sldId="2147481825"/>
            <ac:spMk id="73" creationId="{1459071F-71D8-ADAA-2255-50AF0D381A28}"/>
          </ac:spMkLst>
        </pc:spChg>
        <pc:spChg chg="mod topLvl">
          <ac:chgData name="Kannepamula Mahesh Babu" userId="391c5b16-0897-4eca-a028-a97f935a3bd2" providerId="ADAL" clId="{9E3353FE-7EFD-4D1F-85AC-2D3001641A94}" dt="2026-07-07T05:00:09.599" v="7291" actId="12788"/>
          <ac:spMkLst>
            <pc:docMk/>
            <pc:sldMk cId="2399661326" sldId="2147481825"/>
            <ac:spMk id="76" creationId="{FD0B544B-4724-FCFD-DC7B-4195837A1223}"/>
          </ac:spMkLst>
        </pc:spChg>
        <pc:spChg chg="mod topLvl">
          <ac:chgData name="Kannepamula Mahesh Babu" userId="391c5b16-0897-4eca-a028-a97f935a3bd2" providerId="ADAL" clId="{9E3353FE-7EFD-4D1F-85AC-2D3001641A94}" dt="2026-07-07T05:00:19.889" v="7294" actId="12788"/>
          <ac:spMkLst>
            <pc:docMk/>
            <pc:sldMk cId="2399661326" sldId="2147481825"/>
            <ac:spMk id="79" creationId="{F2C7658B-05F6-3E11-C52B-E2FBA4FE005C}"/>
          </ac:spMkLst>
        </pc:spChg>
        <pc:spChg chg="mod topLvl">
          <ac:chgData name="Kannepamula Mahesh Babu" userId="391c5b16-0897-4eca-a028-a97f935a3bd2" providerId="ADAL" clId="{9E3353FE-7EFD-4D1F-85AC-2D3001641A94}" dt="2026-07-07T05:00:07.104" v="7290" actId="12788"/>
          <ac:spMkLst>
            <pc:docMk/>
            <pc:sldMk cId="2399661326" sldId="2147481825"/>
            <ac:spMk id="82" creationId="{8B4AE979-B96D-0BC2-553B-CF999EDBABBB}"/>
          </ac:spMkLst>
        </pc:spChg>
        <pc:spChg chg="add mod">
          <ac:chgData name="Kannepamula Mahesh Babu" userId="391c5b16-0897-4eca-a028-a97f935a3bd2" providerId="ADAL" clId="{9E3353FE-7EFD-4D1F-85AC-2D3001641A94}" dt="2026-07-10T14:33:54.161" v="8561"/>
          <ac:spMkLst>
            <pc:docMk/>
            <pc:sldMk cId="2399661326" sldId="2147481825"/>
            <ac:spMk id="87" creationId="{91BB672B-17B4-AAA4-0F35-549A1CE2A269}"/>
          </ac:spMkLst>
        </pc:spChg>
        <pc:spChg chg="add mod">
          <ac:chgData name="Kannepamula Mahesh Babu" userId="391c5b16-0897-4eca-a028-a97f935a3bd2" providerId="ADAL" clId="{9E3353FE-7EFD-4D1F-85AC-2D3001641A94}" dt="2026-07-10T14:33:57.369" v="8565"/>
          <ac:spMkLst>
            <pc:docMk/>
            <pc:sldMk cId="2399661326" sldId="2147481825"/>
            <ac:spMk id="88" creationId="{BD2DDC23-5D5F-9455-B94D-5FDCE7FBB4C4}"/>
          </ac:spMkLst>
        </pc:spChg>
        <pc:spChg chg="add mod">
          <ac:chgData name="Kannepamula Mahesh Babu" userId="391c5b16-0897-4eca-a028-a97f935a3bd2" providerId="ADAL" clId="{9E3353FE-7EFD-4D1F-85AC-2D3001641A94}" dt="2026-07-10T14:33:53.001" v="8559"/>
          <ac:spMkLst>
            <pc:docMk/>
            <pc:sldMk cId="2399661326" sldId="2147481825"/>
            <ac:spMk id="89" creationId="{D928978A-53A2-E9E4-3AC0-99466BA77DBB}"/>
          </ac:spMkLst>
        </pc:spChg>
        <pc:spChg chg="add mod">
          <ac:chgData name="Kannepamula Mahesh Babu" userId="391c5b16-0897-4eca-a028-a97f935a3bd2" providerId="ADAL" clId="{9E3353FE-7EFD-4D1F-85AC-2D3001641A94}" dt="2026-07-10T14:33:50.959" v="8557" actId="948"/>
          <ac:spMkLst>
            <pc:docMk/>
            <pc:sldMk cId="2399661326" sldId="2147481825"/>
            <ac:spMk id="91" creationId="{2D641DDA-1E72-BB87-5EEA-5A95F2D09330}"/>
          </ac:spMkLst>
        </pc:spChg>
        <pc:spChg chg="add mod">
          <ac:chgData name="Kannepamula Mahesh Babu" userId="391c5b16-0897-4eca-a028-a97f935a3bd2" providerId="ADAL" clId="{9E3353FE-7EFD-4D1F-85AC-2D3001641A94}" dt="2026-07-10T14:33:55.686" v="8563"/>
          <ac:spMkLst>
            <pc:docMk/>
            <pc:sldMk cId="2399661326" sldId="2147481825"/>
            <ac:spMk id="92" creationId="{84BF6533-9C45-7F37-5B2E-0001D075294B}"/>
          </ac:spMkLst>
        </pc:spChg>
        <pc:spChg chg="add mod">
          <ac:chgData name="Kannepamula Mahesh Babu" userId="391c5b16-0897-4eca-a028-a97f935a3bd2" providerId="ADAL" clId="{9E3353FE-7EFD-4D1F-85AC-2D3001641A94}" dt="2026-07-10T14:33:59.001" v="8567"/>
          <ac:spMkLst>
            <pc:docMk/>
            <pc:sldMk cId="2399661326" sldId="2147481825"/>
            <ac:spMk id="93" creationId="{8EAA20CE-983C-82DF-B0E2-0D70C33526CA}"/>
          </ac:spMkLst>
        </pc:spChg>
        <pc:spChg chg="add mod">
          <ac:chgData name="Kannepamula Mahesh Babu" userId="391c5b16-0897-4eca-a028-a97f935a3bd2" providerId="ADAL" clId="{9E3353FE-7EFD-4D1F-85AC-2D3001641A94}" dt="2026-07-10T14:34:00.445" v="8569"/>
          <ac:spMkLst>
            <pc:docMk/>
            <pc:sldMk cId="2399661326" sldId="2147481825"/>
            <ac:spMk id="94" creationId="{6AF1BC29-468A-A5EB-6828-EF2760CF43F6}"/>
          </ac:spMkLst>
        </pc:spChg>
        <pc:picChg chg="mod">
          <ac:chgData name="Kannepamula Mahesh Babu" userId="391c5b16-0897-4eca-a028-a97f935a3bd2" providerId="ADAL" clId="{9E3353FE-7EFD-4D1F-85AC-2D3001641A94}" dt="2026-07-07T05:28:26.584" v="7359" actId="207"/>
          <ac:picMkLst>
            <pc:docMk/>
            <pc:sldMk cId="2399661326" sldId="2147481825"/>
            <ac:picMk id="31" creationId="{5C889450-F136-7ADC-9340-401E907F4FB3}"/>
          </ac:picMkLst>
        </pc:picChg>
        <pc:picChg chg="mod">
          <ac:chgData name="Kannepamula Mahesh Babu" userId="391c5b16-0897-4eca-a028-a97f935a3bd2" providerId="ADAL" clId="{9E3353FE-7EFD-4D1F-85AC-2D3001641A94}" dt="2026-07-07T05:28:26.584" v="7359" actId="207"/>
          <ac:picMkLst>
            <pc:docMk/>
            <pc:sldMk cId="2399661326" sldId="2147481825"/>
            <ac:picMk id="32" creationId="{CE0F81DA-B65B-9983-B178-844B7D26C62A}"/>
          </ac:picMkLst>
        </pc:picChg>
        <pc:picChg chg="mod">
          <ac:chgData name="Kannepamula Mahesh Babu" userId="391c5b16-0897-4eca-a028-a97f935a3bd2" providerId="ADAL" clId="{9E3353FE-7EFD-4D1F-85AC-2D3001641A94}" dt="2026-07-07T05:28:26.584" v="7359" actId="207"/>
          <ac:picMkLst>
            <pc:docMk/>
            <pc:sldMk cId="2399661326" sldId="2147481825"/>
            <ac:picMk id="33" creationId="{A5E8F241-4FEA-A368-6558-2B5500AD9F24}"/>
          </ac:picMkLst>
        </pc:picChg>
        <pc:picChg chg="mod">
          <ac:chgData name="Kannepamula Mahesh Babu" userId="391c5b16-0897-4eca-a028-a97f935a3bd2" providerId="ADAL" clId="{9E3353FE-7EFD-4D1F-85AC-2D3001641A94}" dt="2026-07-07T05:28:26.584" v="7359" actId="207"/>
          <ac:picMkLst>
            <pc:docMk/>
            <pc:sldMk cId="2399661326" sldId="2147481825"/>
            <ac:picMk id="34" creationId="{96FDDDAD-D972-2F64-6E57-F1E24DC2F247}"/>
          </ac:picMkLst>
        </pc:picChg>
        <pc:picChg chg="mod">
          <ac:chgData name="Kannepamula Mahesh Babu" userId="391c5b16-0897-4eca-a028-a97f935a3bd2" providerId="ADAL" clId="{9E3353FE-7EFD-4D1F-85AC-2D3001641A94}" dt="2026-07-07T05:28:26.584" v="7359" actId="207"/>
          <ac:picMkLst>
            <pc:docMk/>
            <pc:sldMk cId="2399661326" sldId="2147481825"/>
            <ac:picMk id="35" creationId="{9A9596E8-71CB-E697-FEF5-1804CE6B11DA}"/>
          </ac:picMkLst>
        </pc:picChg>
        <pc:picChg chg="mod">
          <ac:chgData name="Kannepamula Mahesh Babu" userId="391c5b16-0897-4eca-a028-a97f935a3bd2" providerId="ADAL" clId="{9E3353FE-7EFD-4D1F-85AC-2D3001641A94}" dt="2026-07-07T05:28:26.584" v="7359" actId="207"/>
          <ac:picMkLst>
            <pc:docMk/>
            <pc:sldMk cId="2399661326" sldId="2147481825"/>
            <ac:picMk id="36" creationId="{F70125A6-1944-D3F8-C9D4-58B5A046B55E}"/>
          </ac:picMkLst>
        </pc:picChg>
        <pc:picChg chg="mod">
          <ac:chgData name="Kannepamula Mahesh Babu" userId="391c5b16-0897-4eca-a028-a97f935a3bd2" providerId="ADAL" clId="{9E3353FE-7EFD-4D1F-85AC-2D3001641A94}" dt="2026-07-07T05:28:33.348" v="7361" actId="208"/>
          <ac:picMkLst>
            <pc:docMk/>
            <pc:sldMk cId="2399661326" sldId="2147481825"/>
            <ac:picMk id="37" creationId="{FB536638-FBAB-F381-0F0A-8756B3750905}"/>
          </ac:picMkLst>
        </pc:picChg>
        <pc:cxnChg chg="add mod">
          <ac:chgData name="Kannepamula Mahesh Babu" userId="391c5b16-0897-4eca-a028-a97f935a3bd2" providerId="ADAL" clId="{9E3353FE-7EFD-4D1F-85AC-2D3001641A94}" dt="2026-07-10T14:52:23.968" v="8757" actId="1582"/>
          <ac:cxnSpMkLst>
            <pc:docMk/>
            <pc:sldMk cId="2399661326" sldId="2147481825"/>
            <ac:cxnSpMk id="15" creationId="{C1D7E96E-3A8A-1E6A-C3C9-B114E3725B39}"/>
          </ac:cxnSpMkLst>
        </pc:cxnChg>
        <pc:cxnChg chg="add mod">
          <ac:chgData name="Kannepamula Mahesh Babu" userId="391c5b16-0897-4eca-a028-a97f935a3bd2" providerId="ADAL" clId="{9E3353FE-7EFD-4D1F-85AC-2D3001641A94}" dt="2026-07-07T05:00:15.227" v="7293" actId="12788"/>
          <ac:cxnSpMkLst>
            <pc:docMk/>
            <pc:sldMk cId="2399661326" sldId="2147481825"/>
            <ac:cxnSpMk id="46" creationId="{F454F53D-EED4-D253-96AD-90BE5D962277}"/>
          </ac:cxnSpMkLst>
        </pc:cxnChg>
        <pc:cxnChg chg="mod">
          <ac:chgData name="Kannepamula Mahesh Babu" userId="391c5b16-0897-4eca-a028-a97f935a3bd2" providerId="ADAL" clId="{9E3353FE-7EFD-4D1F-85AC-2D3001641A94}" dt="2026-07-07T05:26:37.637" v="7345" actId="14100"/>
          <ac:cxnSpMkLst>
            <pc:docMk/>
            <pc:sldMk cId="2399661326" sldId="2147481825"/>
            <ac:cxnSpMk id="66" creationId="{4285AE3D-C9E0-70DA-4ED8-D9AAD45DF0C9}"/>
          </ac:cxnSpMkLst>
        </pc:cxnChg>
        <pc:cxnChg chg="mod">
          <ac:chgData name="Kannepamula Mahesh Babu" userId="391c5b16-0897-4eca-a028-a97f935a3bd2" providerId="ADAL" clId="{9E3353FE-7EFD-4D1F-85AC-2D3001641A94}" dt="2026-07-07T05:00:12.334" v="7292" actId="12788"/>
          <ac:cxnSpMkLst>
            <pc:docMk/>
            <pc:sldMk cId="2399661326" sldId="2147481825"/>
            <ac:cxnSpMk id="69" creationId="{5318F670-9826-6A96-F6D6-2285129E6908}"/>
          </ac:cxnSpMkLst>
        </pc:cxnChg>
        <pc:cxnChg chg="mod">
          <ac:chgData name="Kannepamula Mahesh Babu" userId="391c5b16-0897-4eca-a028-a97f935a3bd2" providerId="ADAL" clId="{9E3353FE-7EFD-4D1F-85AC-2D3001641A94}" dt="2026-07-07T05:27:57.111" v="7353" actId="14100"/>
          <ac:cxnSpMkLst>
            <pc:docMk/>
            <pc:sldMk cId="2399661326" sldId="2147481825"/>
            <ac:cxnSpMk id="72" creationId="{33526D6E-FC74-F454-E4CC-9764474A85C1}"/>
          </ac:cxnSpMkLst>
        </pc:cxnChg>
        <pc:cxnChg chg="mod">
          <ac:chgData name="Kannepamula Mahesh Babu" userId="391c5b16-0897-4eca-a028-a97f935a3bd2" providerId="ADAL" clId="{9E3353FE-7EFD-4D1F-85AC-2D3001641A94}" dt="2026-07-07T05:00:09.599" v="7291" actId="12788"/>
          <ac:cxnSpMkLst>
            <pc:docMk/>
            <pc:sldMk cId="2399661326" sldId="2147481825"/>
            <ac:cxnSpMk id="75" creationId="{6A44BE63-BB5F-3D50-28C2-B1739CB9D26B}"/>
          </ac:cxnSpMkLst>
        </pc:cxnChg>
        <pc:cxnChg chg="mod">
          <ac:chgData name="Kannepamula Mahesh Babu" userId="391c5b16-0897-4eca-a028-a97f935a3bd2" providerId="ADAL" clId="{9E3353FE-7EFD-4D1F-85AC-2D3001641A94}" dt="2026-07-07T05:28:10.099" v="7358" actId="14100"/>
          <ac:cxnSpMkLst>
            <pc:docMk/>
            <pc:sldMk cId="2399661326" sldId="2147481825"/>
            <ac:cxnSpMk id="78" creationId="{64FB38F2-E13F-8CFD-A63B-8CCCC8EBCAE1}"/>
          </ac:cxnSpMkLst>
        </pc:cxnChg>
        <pc:cxnChg chg="mod">
          <ac:chgData name="Kannepamula Mahesh Babu" userId="391c5b16-0897-4eca-a028-a97f935a3bd2" providerId="ADAL" clId="{9E3353FE-7EFD-4D1F-85AC-2D3001641A94}" dt="2026-07-07T05:00:07.104" v="7290" actId="12788"/>
          <ac:cxnSpMkLst>
            <pc:docMk/>
            <pc:sldMk cId="2399661326" sldId="2147481825"/>
            <ac:cxnSpMk id="81" creationId="{7815566D-2979-0920-D705-9A703A0982FC}"/>
          </ac:cxnSpMkLst>
        </pc:cxnChg>
      </pc:sldChg>
      <pc:sldChg chg="addSp delSp modSp mod modClrScheme chgLayout">
        <pc:chgData name="Kannepamula Mahesh Babu" userId="391c5b16-0897-4eca-a028-a97f935a3bd2" providerId="ADAL" clId="{9E3353FE-7EFD-4D1F-85AC-2D3001641A94}" dt="2026-07-10T14:48:59.587" v="8737" actId="700"/>
        <pc:sldMkLst>
          <pc:docMk/>
          <pc:sldMk cId="3381492664" sldId="2147481828"/>
        </pc:sldMkLst>
        <pc:spChg chg="mod ord">
          <ac:chgData name="Kannepamula Mahesh Babu" userId="391c5b16-0897-4eca-a028-a97f935a3bd2" providerId="ADAL" clId="{9E3353FE-7EFD-4D1F-85AC-2D3001641A94}" dt="2026-07-10T14:48:59.587" v="8737" actId="700"/>
          <ac:spMkLst>
            <pc:docMk/>
            <pc:sldMk cId="3381492664" sldId="2147481828"/>
            <ac:spMk id="2" creationId="{1B4DA396-06C3-2451-EA79-CC6313EBDD57}"/>
          </ac:spMkLst>
        </pc:spChg>
        <pc:spChg chg="add mod ord">
          <ac:chgData name="Kannepamula Mahesh Babu" userId="391c5b16-0897-4eca-a028-a97f935a3bd2" providerId="ADAL" clId="{9E3353FE-7EFD-4D1F-85AC-2D3001641A94}" dt="2026-07-10T14:48:59.587" v="8737" actId="700"/>
          <ac:spMkLst>
            <pc:docMk/>
            <pc:sldMk cId="3381492664" sldId="2147481828"/>
            <ac:spMk id="8" creationId="{E0A67884-D839-B816-3EAD-1CBA2B25A569}"/>
          </ac:spMkLst>
        </pc:spChg>
        <pc:spChg chg="add mod">
          <ac:chgData name="Kannepamula Mahesh Babu" userId="391c5b16-0897-4eca-a028-a97f935a3bd2" providerId="ADAL" clId="{9E3353FE-7EFD-4D1F-85AC-2D3001641A94}" dt="2026-07-10T14:48:49.004" v="8736"/>
          <ac:spMkLst>
            <pc:docMk/>
            <pc:sldMk cId="3381492664" sldId="2147481828"/>
            <ac:spMk id="9" creationId="{62978B59-DC82-C159-6475-A582BBE8ADB7}"/>
          </ac:spMkLst>
        </pc:spChg>
      </pc:sldChg>
      <pc:sldChg chg="addSp delSp modSp mod modClrScheme chgLayout">
        <pc:chgData name="Kannepamula Mahesh Babu" userId="391c5b16-0897-4eca-a028-a97f935a3bd2" providerId="ADAL" clId="{9E3353FE-7EFD-4D1F-85AC-2D3001641A94}" dt="2026-07-10T14:49:20.918" v="8740" actId="6264"/>
        <pc:sldMkLst>
          <pc:docMk/>
          <pc:sldMk cId="3979034339" sldId="2147481829"/>
        </pc:sldMkLst>
        <pc:spChg chg="mod ord">
          <ac:chgData name="Kannepamula Mahesh Babu" userId="391c5b16-0897-4eca-a028-a97f935a3bd2" providerId="ADAL" clId="{9E3353FE-7EFD-4D1F-85AC-2D3001641A94}" dt="2026-07-10T14:49:20.918" v="8740" actId="6264"/>
          <ac:spMkLst>
            <pc:docMk/>
            <pc:sldMk cId="3979034339" sldId="2147481829"/>
            <ac:spMk id="2" creationId="{9E1B81AF-A358-79B0-C505-64632E645168}"/>
          </ac:spMkLst>
        </pc:spChg>
        <pc:spChg chg="add mod ord">
          <ac:chgData name="Kannepamula Mahesh Babu" userId="391c5b16-0897-4eca-a028-a97f935a3bd2" providerId="ADAL" clId="{9E3353FE-7EFD-4D1F-85AC-2D3001641A94}" dt="2026-07-10T14:49:20.918" v="8740" actId="6264"/>
          <ac:spMkLst>
            <pc:docMk/>
            <pc:sldMk cId="3979034339" sldId="2147481829"/>
            <ac:spMk id="9" creationId="{13D10678-F9C6-F4F6-2127-A4E6F6300387}"/>
          </ac:spMkLst>
        </pc:spChg>
        <pc:spChg chg="add mod">
          <ac:chgData name="Kannepamula Mahesh Babu" userId="391c5b16-0897-4eca-a028-a97f935a3bd2" providerId="ADAL" clId="{9E3353FE-7EFD-4D1F-85AC-2D3001641A94}" dt="2026-07-10T14:48:42.883" v="8734"/>
          <ac:spMkLst>
            <pc:docMk/>
            <pc:sldMk cId="3979034339" sldId="2147481829"/>
            <ac:spMk id="10" creationId="{E1A07DB2-4E6F-B5B9-7132-1A89B6F92019}"/>
          </ac:spMkLst>
        </pc:spChg>
      </pc:sldChg>
      <pc:sldChg chg="addSp delSp modSp mod modClrScheme chgLayout">
        <pc:chgData name="Kannepamula Mahesh Babu" userId="391c5b16-0897-4eca-a028-a97f935a3bd2" providerId="ADAL" clId="{9E3353FE-7EFD-4D1F-85AC-2D3001641A94}" dt="2026-07-10T14:48:35.047" v="8732"/>
        <pc:sldMkLst>
          <pc:docMk/>
          <pc:sldMk cId="818875059" sldId="2147481830"/>
        </pc:sldMkLst>
        <pc:spChg chg="mod ord">
          <ac:chgData name="Kannepamula Mahesh Babu" userId="391c5b16-0897-4eca-a028-a97f935a3bd2" providerId="ADAL" clId="{9E3353FE-7EFD-4D1F-85AC-2D3001641A94}" dt="2026-07-10T14:48:18.720" v="8728" actId="700"/>
          <ac:spMkLst>
            <pc:docMk/>
            <pc:sldMk cId="818875059" sldId="2147481830"/>
            <ac:spMk id="2" creationId="{A2C3D68F-7738-BBD3-F510-76515649DE88}"/>
          </ac:spMkLst>
        </pc:spChg>
        <pc:spChg chg="add mod">
          <ac:chgData name="Kannepamula Mahesh Babu" userId="391c5b16-0897-4eca-a028-a97f935a3bd2" providerId="ADAL" clId="{9E3353FE-7EFD-4D1F-85AC-2D3001641A94}" dt="2026-07-10T14:48:35.047" v="8732"/>
          <ac:spMkLst>
            <pc:docMk/>
            <pc:sldMk cId="818875059" sldId="2147481830"/>
            <ac:spMk id="14" creationId="{5EEDBC88-8FEE-CC9B-6CBE-32D87A2B23CD}"/>
          </ac:spMkLst>
        </pc:spChg>
        <pc:spChg chg="add mod">
          <ac:chgData name="Kannepamula Mahesh Babu" userId="391c5b16-0897-4eca-a028-a97f935a3bd2" providerId="ADAL" clId="{9E3353FE-7EFD-4D1F-85AC-2D3001641A94}" dt="2026-07-10T14:48:35.047" v="8732"/>
          <ac:spMkLst>
            <pc:docMk/>
            <pc:sldMk cId="818875059" sldId="2147481830"/>
            <ac:spMk id="15" creationId="{6B945996-BC44-3F2A-E4F9-76890227DDFC}"/>
          </ac:spMkLst>
        </pc:spChg>
      </pc:sldChg>
      <pc:sldChg chg="addSp delSp modSp mod modClrScheme chgLayout">
        <pc:chgData name="Kannepamula Mahesh Babu" userId="391c5b16-0897-4eca-a028-a97f935a3bd2" providerId="ADAL" clId="{9E3353FE-7EFD-4D1F-85AC-2D3001641A94}" dt="2026-07-10T15:42:22.399" v="9107" actId="700"/>
        <pc:sldMkLst>
          <pc:docMk/>
          <pc:sldMk cId="2897892704" sldId="2147481831"/>
        </pc:sldMkLst>
        <pc:spChg chg="mod ord">
          <ac:chgData name="Kannepamula Mahesh Babu" userId="391c5b16-0897-4eca-a028-a97f935a3bd2" providerId="ADAL" clId="{9E3353FE-7EFD-4D1F-85AC-2D3001641A94}" dt="2026-07-10T15:42:22.399" v="9107" actId="700"/>
          <ac:spMkLst>
            <pc:docMk/>
            <pc:sldMk cId="2897892704" sldId="2147481831"/>
            <ac:spMk id="3" creationId="{4FA6E037-7206-8B13-FBBE-DC485E8EA78E}"/>
          </ac:spMkLst>
        </pc:spChg>
        <pc:spChg chg="mod ord">
          <ac:chgData name="Kannepamula Mahesh Babu" userId="391c5b16-0897-4eca-a028-a97f935a3bd2" providerId="ADAL" clId="{9E3353FE-7EFD-4D1F-85AC-2D3001641A94}" dt="2026-07-10T15:42:22.399" v="9107" actId="700"/>
          <ac:spMkLst>
            <pc:docMk/>
            <pc:sldMk cId="2897892704" sldId="2147481831"/>
            <ac:spMk id="4" creationId="{07986DC7-EBAA-B313-E97B-34A604133F80}"/>
          </ac:spMkLst>
        </pc:spChg>
        <pc:spChg chg="mod ord">
          <ac:chgData name="Kannepamula Mahesh Babu" userId="391c5b16-0897-4eca-a028-a97f935a3bd2" providerId="ADAL" clId="{9E3353FE-7EFD-4D1F-85AC-2D3001641A94}" dt="2026-07-10T15:42:22.399" v="9107" actId="700"/>
          <ac:spMkLst>
            <pc:docMk/>
            <pc:sldMk cId="2897892704" sldId="2147481831"/>
            <ac:spMk id="5" creationId="{98852576-08AB-1192-2E4A-4C57866AEE05}"/>
          </ac:spMkLst>
        </pc:spChg>
        <pc:grpChg chg="mod">
          <ac:chgData name="Kannepamula Mahesh Babu" userId="391c5b16-0897-4eca-a028-a97f935a3bd2" providerId="ADAL" clId="{9E3353FE-7EFD-4D1F-85AC-2D3001641A94}" dt="2026-07-10T14:44:58.328" v="8701" actId="1076"/>
          <ac:grpSpMkLst>
            <pc:docMk/>
            <pc:sldMk cId="2897892704" sldId="2147481831"/>
            <ac:grpSpMk id="46" creationId="{0BF20465-1177-343B-A1AE-6455FF9856E3}"/>
          </ac:grpSpMkLst>
        </pc:grpChg>
      </pc:sldChg>
      <pc:sldChg chg="addSp delSp modSp new mod chgLayout">
        <pc:chgData name="Kannepamula Mahesh Babu" userId="391c5b16-0897-4eca-a028-a97f935a3bd2" providerId="ADAL" clId="{9E3353FE-7EFD-4D1F-85AC-2D3001641A94}" dt="2026-07-10T15:32:31.114" v="9060" actId="1076"/>
        <pc:sldMkLst>
          <pc:docMk/>
          <pc:sldMk cId="3996616115" sldId="2147481834"/>
        </pc:sldMkLst>
        <pc:spChg chg="mod ord">
          <ac:chgData name="Kannepamula Mahesh Babu" userId="391c5b16-0897-4eca-a028-a97f935a3bd2" providerId="ADAL" clId="{9E3353FE-7EFD-4D1F-85AC-2D3001641A94}" dt="2026-07-10T14:32:13.313" v="8526" actId="700"/>
          <ac:spMkLst>
            <pc:docMk/>
            <pc:sldMk cId="3996616115" sldId="2147481834"/>
            <ac:spMk id="2" creationId="{D398DD09-FE86-E63F-B66E-15433C31E6BC}"/>
          </ac:spMkLst>
        </pc:spChg>
        <pc:spChg chg="mod ord">
          <ac:chgData name="Kannepamula Mahesh Babu" userId="391c5b16-0897-4eca-a028-a97f935a3bd2" providerId="ADAL" clId="{9E3353FE-7EFD-4D1F-85AC-2D3001641A94}" dt="2026-07-10T14:32:13.313" v="8526" actId="700"/>
          <ac:spMkLst>
            <pc:docMk/>
            <pc:sldMk cId="3996616115" sldId="2147481834"/>
            <ac:spMk id="4" creationId="{DC71BA70-B991-8E80-E797-311754E9ADDC}"/>
          </ac:spMkLst>
        </pc:spChg>
        <pc:spChg chg="mod topLvl">
          <ac:chgData name="Kannepamula Mahesh Babu" userId="391c5b16-0897-4eca-a028-a97f935a3bd2" providerId="ADAL" clId="{9E3353FE-7EFD-4D1F-85AC-2D3001641A94}" dt="2026-07-09T05:39:04.776" v="8354" actId="2085"/>
          <ac:spMkLst>
            <pc:docMk/>
            <pc:sldMk cId="3996616115" sldId="2147481834"/>
            <ac:spMk id="34" creationId="{A6B819A0-B54F-BB0D-12B7-45261F51D0D0}"/>
          </ac:spMkLst>
        </pc:spChg>
        <pc:spChg chg="mod topLvl">
          <ac:chgData name="Kannepamula Mahesh Babu" userId="391c5b16-0897-4eca-a028-a97f935a3bd2" providerId="ADAL" clId="{9E3353FE-7EFD-4D1F-85AC-2D3001641A94}" dt="2026-07-09T05:39:28.686" v="8362" actId="403"/>
          <ac:spMkLst>
            <pc:docMk/>
            <pc:sldMk cId="3996616115" sldId="2147481834"/>
            <ac:spMk id="35" creationId="{14097DEF-2F1B-AB74-56BD-4040BD0A3F9E}"/>
          </ac:spMkLst>
        </pc:spChg>
        <pc:spChg chg="mod topLvl">
          <ac:chgData name="Kannepamula Mahesh Babu" userId="391c5b16-0897-4eca-a028-a97f935a3bd2" providerId="ADAL" clId="{9E3353FE-7EFD-4D1F-85AC-2D3001641A94}" dt="2026-07-09T05:39:04.776" v="8354" actId="2085"/>
          <ac:spMkLst>
            <pc:docMk/>
            <pc:sldMk cId="3996616115" sldId="2147481834"/>
            <ac:spMk id="36" creationId="{6E81C293-5833-98FD-FA99-219AE790F056}"/>
          </ac:spMkLst>
        </pc:spChg>
        <pc:spChg chg="mod topLvl">
          <ac:chgData name="Kannepamula Mahesh Babu" userId="391c5b16-0897-4eca-a028-a97f935a3bd2" providerId="ADAL" clId="{9E3353FE-7EFD-4D1F-85AC-2D3001641A94}" dt="2026-07-09T05:39:28.686" v="8362" actId="403"/>
          <ac:spMkLst>
            <pc:docMk/>
            <pc:sldMk cId="3996616115" sldId="2147481834"/>
            <ac:spMk id="37" creationId="{5C1F736D-AC7A-E579-F0F4-1DAFCBEBADDE}"/>
          </ac:spMkLst>
        </pc:spChg>
        <pc:spChg chg="mod topLvl">
          <ac:chgData name="Kannepamula Mahesh Babu" userId="391c5b16-0897-4eca-a028-a97f935a3bd2" providerId="ADAL" clId="{9E3353FE-7EFD-4D1F-85AC-2D3001641A94}" dt="2026-07-09T05:39:04.776" v="8354" actId="2085"/>
          <ac:spMkLst>
            <pc:docMk/>
            <pc:sldMk cId="3996616115" sldId="2147481834"/>
            <ac:spMk id="38" creationId="{2EC2F74B-A237-9EDF-8446-CA5A0226E0A1}"/>
          </ac:spMkLst>
        </pc:spChg>
        <pc:spChg chg="mod topLvl">
          <ac:chgData name="Kannepamula Mahesh Babu" userId="391c5b16-0897-4eca-a028-a97f935a3bd2" providerId="ADAL" clId="{9E3353FE-7EFD-4D1F-85AC-2D3001641A94}" dt="2026-07-09T05:39:28.686" v="8362" actId="403"/>
          <ac:spMkLst>
            <pc:docMk/>
            <pc:sldMk cId="3996616115" sldId="2147481834"/>
            <ac:spMk id="39" creationId="{5CB0D902-EB42-647C-21B2-B7DCD2AA9553}"/>
          </ac:spMkLst>
        </pc:spChg>
        <pc:spChg chg="mod topLvl">
          <ac:chgData name="Kannepamula Mahesh Babu" userId="391c5b16-0897-4eca-a028-a97f935a3bd2" providerId="ADAL" clId="{9E3353FE-7EFD-4D1F-85AC-2D3001641A94}" dt="2026-07-09T05:39:04.776" v="8354" actId="2085"/>
          <ac:spMkLst>
            <pc:docMk/>
            <pc:sldMk cId="3996616115" sldId="2147481834"/>
            <ac:spMk id="40" creationId="{45118A3B-97A9-89CA-46AC-52E9DCB30D83}"/>
          </ac:spMkLst>
        </pc:spChg>
        <pc:spChg chg="mod topLvl">
          <ac:chgData name="Kannepamula Mahesh Babu" userId="391c5b16-0897-4eca-a028-a97f935a3bd2" providerId="ADAL" clId="{9E3353FE-7EFD-4D1F-85AC-2D3001641A94}" dt="2026-07-09T05:39:28.686" v="8362" actId="403"/>
          <ac:spMkLst>
            <pc:docMk/>
            <pc:sldMk cId="3996616115" sldId="2147481834"/>
            <ac:spMk id="41" creationId="{BD4E987D-B40B-A866-11F6-3A8BD75D8F5A}"/>
          </ac:spMkLst>
        </pc:spChg>
        <pc:spChg chg="mod topLvl">
          <ac:chgData name="Kannepamula Mahesh Babu" userId="391c5b16-0897-4eca-a028-a97f935a3bd2" providerId="ADAL" clId="{9E3353FE-7EFD-4D1F-85AC-2D3001641A94}" dt="2026-07-09T05:52:29.987" v="8510" actId="207"/>
          <ac:spMkLst>
            <pc:docMk/>
            <pc:sldMk cId="3996616115" sldId="2147481834"/>
            <ac:spMk id="42" creationId="{80611D78-1DBB-0472-CD86-A2D613FC45B2}"/>
          </ac:spMkLst>
        </pc:spChg>
        <pc:spChg chg="mod topLvl">
          <ac:chgData name="Kannepamula Mahesh Babu" userId="391c5b16-0897-4eca-a028-a97f935a3bd2" providerId="ADAL" clId="{9E3353FE-7EFD-4D1F-85AC-2D3001641A94}" dt="2026-07-09T05:39:28.686" v="8362" actId="403"/>
          <ac:spMkLst>
            <pc:docMk/>
            <pc:sldMk cId="3996616115" sldId="2147481834"/>
            <ac:spMk id="43" creationId="{CCCD4D14-304F-E4D6-5C2F-53EED3F3ACB1}"/>
          </ac:spMkLst>
        </pc:spChg>
        <pc:spChg chg="mod topLvl">
          <ac:chgData name="Kannepamula Mahesh Babu" userId="391c5b16-0897-4eca-a028-a97f935a3bd2" providerId="ADAL" clId="{9E3353FE-7EFD-4D1F-85AC-2D3001641A94}" dt="2026-07-10T15:32:18.081" v="9057" actId="12789"/>
          <ac:spMkLst>
            <pc:docMk/>
            <pc:sldMk cId="3996616115" sldId="2147481834"/>
            <ac:spMk id="50" creationId="{C77E2BCB-D64C-C93A-09C2-489E8F7A4CDD}"/>
          </ac:spMkLst>
        </pc:spChg>
        <pc:spChg chg="mod topLvl">
          <ac:chgData name="Kannepamula Mahesh Babu" userId="391c5b16-0897-4eca-a028-a97f935a3bd2" providerId="ADAL" clId="{9E3353FE-7EFD-4D1F-85AC-2D3001641A94}" dt="2026-07-10T15:32:21.189" v="9058" actId="12789"/>
          <ac:spMkLst>
            <pc:docMk/>
            <pc:sldMk cId="3996616115" sldId="2147481834"/>
            <ac:spMk id="52" creationId="{1DDA33C5-CA2B-E085-2104-2351885C8FCC}"/>
          </ac:spMkLst>
        </pc:spChg>
        <pc:spChg chg="mod topLvl">
          <ac:chgData name="Kannepamula Mahesh Babu" userId="391c5b16-0897-4eca-a028-a97f935a3bd2" providerId="ADAL" clId="{9E3353FE-7EFD-4D1F-85AC-2D3001641A94}" dt="2026-07-10T15:32:23.662" v="9059" actId="12789"/>
          <ac:spMkLst>
            <pc:docMk/>
            <pc:sldMk cId="3996616115" sldId="2147481834"/>
            <ac:spMk id="53" creationId="{D051C9B9-736F-04F0-7BAF-07E89A245F19}"/>
          </ac:spMkLst>
        </pc:spChg>
        <pc:spChg chg="mod topLvl">
          <ac:chgData name="Kannepamula Mahesh Babu" userId="391c5b16-0897-4eca-a028-a97f935a3bd2" providerId="ADAL" clId="{9E3353FE-7EFD-4D1F-85AC-2D3001641A94}" dt="2026-07-10T15:32:18.081" v="9057" actId="12789"/>
          <ac:spMkLst>
            <pc:docMk/>
            <pc:sldMk cId="3996616115" sldId="2147481834"/>
            <ac:spMk id="58" creationId="{8B4B8E62-3BF3-811E-2A3F-B3838A04309F}"/>
          </ac:spMkLst>
        </pc:spChg>
        <pc:spChg chg="mod topLvl">
          <ac:chgData name="Kannepamula Mahesh Babu" userId="391c5b16-0897-4eca-a028-a97f935a3bd2" providerId="ADAL" clId="{9E3353FE-7EFD-4D1F-85AC-2D3001641A94}" dt="2026-07-10T15:32:21.189" v="9058" actId="12789"/>
          <ac:spMkLst>
            <pc:docMk/>
            <pc:sldMk cId="3996616115" sldId="2147481834"/>
            <ac:spMk id="59" creationId="{B06AC924-10EC-7C33-E22F-7B3610AE90B3}"/>
          </ac:spMkLst>
        </pc:spChg>
        <pc:spChg chg="mod topLvl">
          <ac:chgData name="Kannepamula Mahesh Babu" userId="391c5b16-0897-4eca-a028-a97f935a3bd2" providerId="ADAL" clId="{9E3353FE-7EFD-4D1F-85AC-2D3001641A94}" dt="2026-07-10T15:32:23.662" v="9059" actId="12789"/>
          <ac:spMkLst>
            <pc:docMk/>
            <pc:sldMk cId="3996616115" sldId="2147481834"/>
            <ac:spMk id="60" creationId="{E3ACD0CE-5063-3C28-04CD-27D0F8D63AA6}"/>
          </ac:spMkLst>
        </pc:spChg>
        <pc:spChg chg="mod topLvl">
          <ac:chgData name="Kannepamula Mahesh Babu" userId="391c5b16-0897-4eca-a028-a97f935a3bd2" providerId="ADAL" clId="{9E3353FE-7EFD-4D1F-85AC-2D3001641A94}" dt="2026-07-10T15:32:21.189" v="9058" actId="12789"/>
          <ac:spMkLst>
            <pc:docMk/>
            <pc:sldMk cId="3996616115" sldId="2147481834"/>
            <ac:spMk id="65" creationId="{3C037A8D-1F61-87EF-4EDF-6ED8D6C55F0C}"/>
          </ac:spMkLst>
        </pc:spChg>
        <pc:spChg chg="mod topLvl">
          <ac:chgData name="Kannepamula Mahesh Babu" userId="391c5b16-0897-4eca-a028-a97f935a3bd2" providerId="ADAL" clId="{9E3353FE-7EFD-4D1F-85AC-2D3001641A94}" dt="2026-07-10T15:32:18.081" v="9057" actId="12789"/>
          <ac:spMkLst>
            <pc:docMk/>
            <pc:sldMk cId="3996616115" sldId="2147481834"/>
            <ac:spMk id="66" creationId="{1CA82AAC-069C-948B-1B50-61A35FFDB471}"/>
          </ac:spMkLst>
        </pc:spChg>
        <pc:spChg chg="mod topLvl">
          <ac:chgData name="Kannepamula Mahesh Babu" userId="391c5b16-0897-4eca-a028-a97f935a3bd2" providerId="ADAL" clId="{9E3353FE-7EFD-4D1F-85AC-2D3001641A94}" dt="2026-07-10T15:32:23.662" v="9059" actId="12789"/>
          <ac:spMkLst>
            <pc:docMk/>
            <pc:sldMk cId="3996616115" sldId="2147481834"/>
            <ac:spMk id="67" creationId="{FBD391BB-C5F2-1F3C-C10E-5CC226BC2937}"/>
          </ac:spMkLst>
        </pc:spChg>
        <pc:spChg chg="add mod">
          <ac:chgData name="Kannepamula Mahesh Babu" userId="391c5b16-0897-4eca-a028-a97f935a3bd2" providerId="ADAL" clId="{9E3353FE-7EFD-4D1F-85AC-2D3001641A94}" dt="2026-07-09T05:37:54.096" v="8343" actId="14100"/>
          <ac:spMkLst>
            <pc:docMk/>
            <pc:sldMk cId="3996616115" sldId="2147481834"/>
            <ac:spMk id="79" creationId="{196AF049-3BA1-93E0-8F82-3FE3B11843F9}"/>
          </ac:spMkLst>
        </pc:spChg>
        <pc:spChg chg="add mod topLvl">
          <ac:chgData name="Kannepamula Mahesh Babu" userId="391c5b16-0897-4eca-a028-a97f935a3bd2" providerId="ADAL" clId="{9E3353FE-7EFD-4D1F-85AC-2D3001641A94}" dt="2026-07-09T05:51:11.079" v="8509" actId="1076"/>
          <ac:spMkLst>
            <pc:docMk/>
            <pc:sldMk cId="3996616115" sldId="2147481834"/>
            <ac:spMk id="80" creationId="{95905C34-2096-112B-C8BD-BD05B750DFA4}"/>
          </ac:spMkLst>
        </pc:spChg>
        <pc:spChg chg="mod topLvl">
          <ac:chgData name="Kannepamula Mahesh Babu" userId="391c5b16-0897-4eca-a028-a97f935a3bd2" providerId="ADAL" clId="{9E3353FE-7EFD-4D1F-85AC-2D3001641A94}" dt="2026-07-09T05:33:49.997" v="8318" actId="3064"/>
          <ac:spMkLst>
            <pc:docMk/>
            <pc:sldMk cId="3996616115" sldId="2147481834"/>
            <ac:spMk id="81" creationId="{15CD8F19-1389-788A-55F7-D8A2CA62AB87}"/>
          </ac:spMkLst>
        </pc:spChg>
        <pc:spChg chg="add mod topLvl">
          <ac:chgData name="Kannepamula Mahesh Babu" userId="391c5b16-0897-4eca-a028-a97f935a3bd2" providerId="ADAL" clId="{9E3353FE-7EFD-4D1F-85AC-2D3001641A94}" dt="2026-07-09T05:34:06.085" v="8320" actId="552"/>
          <ac:spMkLst>
            <pc:docMk/>
            <pc:sldMk cId="3996616115" sldId="2147481834"/>
            <ac:spMk id="82" creationId="{14E8B4FF-68A6-F02F-1CAA-B8E2E1839C89}"/>
          </ac:spMkLst>
        </pc:spChg>
        <pc:spChg chg="mod">
          <ac:chgData name="Kannepamula Mahesh Babu" userId="391c5b16-0897-4eca-a028-a97f935a3bd2" providerId="ADAL" clId="{9E3353FE-7EFD-4D1F-85AC-2D3001641A94}" dt="2026-07-09T05:37:54.096" v="8343" actId="14100"/>
          <ac:spMkLst>
            <pc:docMk/>
            <pc:sldMk cId="3996616115" sldId="2147481834"/>
            <ac:spMk id="87" creationId="{DE0F5F3E-477E-079B-75FC-E58223F8FCAE}"/>
          </ac:spMkLst>
        </pc:spChg>
        <pc:spChg chg="mod">
          <ac:chgData name="Kannepamula Mahesh Babu" userId="391c5b16-0897-4eca-a028-a97f935a3bd2" providerId="ADAL" clId="{9E3353FE-7EFD-4D1F-85AC-2D3001641A94}" dt="2026-07-09T05:33:57.278" v="8319" actId="552"/>
          <ac:spMkLst>
            <pc:docMk/>
            <pc:sldMk cId="3996616115" sldId="2147481834"/>
            <ac:spMk id="91" creationId="{7A53077D-38F2-93CD-E1EB-C2DAE63933AC}"/>
          </ac:spMkLst>
        </pc:spChg>
        <pc:spChg chg="mod">
          <ac:chgData name="Kannepamula Mahesh Babu" userId="391c5b16-0897-4eca-a028-a97f935a3bd2" providerId="ADAL" clId="{9E3353FE-7EFD-4D1F-85AC-2D3001641A94}" dt="2026-07-09T05:37:38.333" v="8340" actId="403"/>
          <ac:spMkLst>
            <pc:docMk/>
            <pc:sldMk cId="3996616115" sldId="2147481834"/>
            <ac:spMk id="97" creationId="{D14428E1-5D6D-0C6D-9764-C9996474E990}"/>
          </ac:spMkLst>
        </pc:spChg>
        <pc:spChg chg="add mod">
          <ac:chgData name="Kannepamula Mahesh Babu" userId="391c5b16-0897-4eca-a028-a97f935a3bd2" providerId="ADAL" clId="{9E3353FE-7EFD-4D1F-85AC-2D3001641A94}" dt="2026-07-09T05:51:11.079" v="8509" actId="1076"/>
          <ac:spMkLst>
            <pc:docMk/>
            <pc:sldMk cId="3996616115" sldId="2147481834"/>
            <ac:spMk id="98" creationId="{E9153C15-23DA-BD97-ECCF-AD7E54C94D57}"/>
          </ac:spMkLst>
        </pc:spChg>
        <pc:spChg chg="add mod">
          <ac:chgData name="Kannepamula Mahesh Babu" userId="391c5b16-0897-4eca-a028-a97f935a3bd2" providerId="ADAL" clId="{9E3353FE-7EFD-4D1F-85AC-2D3001641A94}" dt="2026-07-09T05:33:28.461" v="8314" actId="552"/>
          <ac:spMkLst>
            <pc:docMk/>
            <pc:sldMk cId="3996616115" sldId="2147481834"/>
            <ac:spMk id="99" creationId="{FD1288E4-EBFE-4F16-0475-0EC302EA5F56}"/>
          </ac:spMkLst>
        </pc:spChg>
        <pc:spChg chg="add mod ord">
          <ac:chgData name="Kannepamula Mahesh Babu" userId="391c5b16-0897-4eca-a028-a97f935a3bd2" providerId="ADAL" clId="{9E3353FE-7EFD-4D1F-85AC-2D3001641A94}" dt="2026-07-09T05:14:14.883" v="8193" actId="164"/>
          <ac:spMkLst>
            <pc:docMk/>
            <pc:sldMk cId="3996616115" sldId="2147481834"/>
            <ac:spMk id="112" creationId="{46ECA4C5-4634-99C0-8AC0-18E65CD2212C}"/>
          </ac:spMkLst>
        </pc:spChg>
        <pc:spChg chg="add mod">
          <ac:chgData name="Kannepamula Mahesh Babu" userId="391c5b16-0897-4eca-a028-a97f935a3bd2" providerId="ADAL" clId="{9E3353FE-7EFD-4D1F-85AC-2D3001641A94}" dt="2026-07-09T05:14:14.883" v="8193" actId="164"/>
          <ac:spMkLst>
            <pc:docMk/>
            <pc:sldMk cId="3996616115" sldId="2147481834"/>
            <ac:spMk id="113" creationId="{976277ED-A255-DED0-9467-96FD5B6CCAAA}"/>
          </ac:spMkLst>
        </pc:spChg>
        <pc:spChg chg="mod topLvl">
          <ac:chgData name="Kannepamula Mahesh Babu" userId="391c5b16-0897-4eca-a028-a97f935a3bd2" providerId="ADAL" clId="{9E3353FE-7EFD-4D1F-85AC-2D3001641A94}" dt="2026-07-09T05:33:09.383" v="8308" actId="164"/>
          <ac:spMkLst>
            <pc:docMk/>
            <pc:sldMk cId="3996616115" sldId="2147481834"/>
            <ac:spMk id="116" creationId="{B46B9A68-A0D2-8B9A-16F9-BB237BA31E19}"/>
          </ac:spMkLst>
        </pc:spChg>
        <pc:spChg chg="mod topLvl">
          <ac:chgData name="Kannepamula Mahesh Babu" userId="391c5b16-0897-4eca-a028-a97f935a3bd2" providerId="ADAL" clId="{9E3353FE-7EFD-4D1F-85AC-2D3001641A94}" dt="2026-07-09T05:33:09.383" v="8308" actId="164"/>
          <ac:spMkLst>
            <pc:docMk/>
            <pc:sldMk cId="3996616115" sldId="2147481834"/>
            <ac:spMk id="117" creationId="{BE575718-D10F-EB63-6A2D-C4EED338EE74}"/>
          </ac:spMkLst>
        </pc:spChg>
        <pc:spChg chg="mod">
          <ac:chgData name="Kannepamula Mahesh Babu" userId="391c5b16-0897-4eca-a028-a97f935a3bd2" providerId="ADAL" clId="{9E3353FE-7EFD-4D1F-85AC-2D3001641A94}" dt="2026-07-09T05:33:23.673" v="8313" actId="165"/>
          <ac:spMkLst>
            <pc:docMk/>
            <pc:sldMk cId="3996616115" sldId="2147481834"/>
            <ac:spMk id="120" creationId="{57F23B93-72E7-402B-B34F-0C7D6AAD84C4}"/>
          </ac:spMkLst>
        </pc:spChg>
        <pc:spChg chg="mod">
          <ac:chgData name="Kannepamula Mahesh Babu" userId="391c5b16-0897-4eca-a028-a97f935a3bd2" providerId="ADAL" clId="{9E3353FE-7EFD-4D1F-85AC-2D3001641A94}" dt="2026-07-09T05:33:23.673" v="8313" actId="165"/>
          <ac:spMkLst>
            <pc:docMk/>
            <pc:sldMk cId="3996616115" sldId="2147481834"/>
            <ac:spMk id="121" creationId="{98F37FD0-E2BD-873B-1127-E8191DE1C7CF}"/>
          </ac:spMkLst>
        </pc:spChg>
        <pc:spChg chg="mod topLvl">
          <ac:chgData name="Kannepamula Mahesh Babu" userId="391c5b16-0897-4eca-a028-a97f935a3bd2" providerId="ADAL" clId="{9E3353FE-7EFD-4D1F-85AC-2D3001641A94}" dt="2026-07-09T05:34:13.770" v="8321" actId="12788"/>
          <ac:spMkLst>
            <pc:docMk/>
            <pc:sldMk cId="3996616115" sldId="2147481834"/>
            <ac:spMk id="123" creationId="{7AC753B4-0BF4-CF12-58F3-948A8E620F5C}"/>
          </ac:spMkLst>
        </pc:spChg>
        <pc:spChg chg="mod topLvl">
          <ac:chgData name="Kannepamula Mahesh Babu" userId="391c5b16-0897-4eca-a028-a97f935a3bd2" providerId="ADAL" clId="{9E3353FE-7EFD-4D1F-85AC-2D3001641A94}" dt="2026-07-09T05:34:13.770" v="8321" actId="12788"/>
          <ac:spMkLst>
            <pc:docMk/>
            <pc:sldMk cId="3996616115" sldId="2147481834"/>
            <ac:spMk id="124" creationId="{669F96A9-882F-6263-D261-14305124F97D}"/>
          </ac:spMkLst>
        </pc:spChg>
        <pc:spChg chg="add mod">
          <ac:chgData name="Kannepamula Mahesh Babu" userId="391c5b16-0897-4eca-a028-a97f935a3bd2" providerId="ADAL" clId="{9E3353FE-7EFD-4D1F-85AC-2D3001641A94}" dt="2026-07-09T05:40:30.391" v="8378" actId="207"/>
          <ac:spMkLst>
            <pc:docMk/>
            <pc:sldMk cId="3996616115" sldId="2147481834"/>
            <ac:spMk id="133" creationId="{6167E521-2B82-BA80-91F1-FDFE20C3B379}"/>
          </ac:spMkLst>
        </pc:spChg>
        <pc:spChg chg="add mod">
          <ac:chgData name="Kannepamula Mahesh Babu" userId="391c5b16-0897-4eca-a028-a97f935a3bd2" providerId="ADAL" clId="{9E3353FE-7EFD-4D1F-85AC-2D3001641A94}" dt="2026-07-10T14:51:04.954" v="8752" actId="2085"/>
          <ac:spMkLst>
            <pc:docMk/>
            <pc:sldMk cId="3996616115" sldId="2147481834"/>
            <ac:spMk id="138" creationId="{77648BB0-C73C-F9EB-BF27-8F8004EE1234}"/>
          </ac:spMkLst>
        </pc:spChg>
        <pc:spChg chg="add mod">
          <ac:chgData name="Kannepamula Mahesh Babu" userId="391c5b16-0897-4eca-a028-a97f935a3bd2" providerId="ADAL" clId="{9E3353FE-7EFD-4D1F-85AC-2D3001641A94}" dt="2026-07-09T05:42:15.837" v="8398"/>
          <ac:spMkLst>
            <pc:docMk/>
            <pc:sldMk cId="3996616115" sldId="2147481834"/>
            <ac:spMk id="139" creationId="{2E8EE0EF-16D6-E0F4-14C0-651398FAA435}"/>
          </ac:spMkLst>
        </pc:spChg>
        <pc:spChg chg="add mod">
          <ac:chgData name="Kannepamula Mahesh Babu" userId="391c5b16-0897-4eca-a028-a97f935a3bd2" providerId="ADAL" clId="{9E3353FE-7EFD-4D1F-85AC-2D3001641A94}" dt="2026-07-09T05:42:15.837" v="8398"/>
          <ac:spMkLst>
            <pc:docMk/>
            <pc:sldMk cId="3996616115" sldId="2147481834"/>
            <ac:spMk id="140" creationId="{8AD5428A-6528-640C-16E7-99ECF39CF218}"/>
          </ac:spMkLst>
        </pc:spChg>
        <pc:spChg chg="add mod">
          <ac:chgData name="Kannepamula Mahesh Babu" userId="391c5b16-0897-4eca-a028-a97f935a3bd2" providerId="ADAL" clId="{9E3353FE-7EFD-4D1F-85AC-2D3001641A94}" dt="2026-07-09T05:52:32.935" v="8511" actId="207"/>
          <ac:spMkLst>
            <pc:docMk/>
            <pc:sldMk cId="3996616115" sldId="2147481834"/>
            <ac:spMk id="145" creationId="{FDE640DF-CDBB-831E-6A7A-F044A166119F}"/>
          </ac:spMkLst>
        </pc:spChg>
        <pc:grpChg chg="add mod">
          <ac:chgData name="Kannepamula Mahesh Babu" userId="391c5b16-0897-4eca-a028-a97f935a3bd2" providerId="ADAL" clId="{9E3353FE-7EFD-4D1F-85AC-2D3001641A94}" dt="2026-07-09T05:32:21.508" v="8294" actId="164"/>
          <ac:grpSpMkLst>
            <pc:docMk/>
            <pc:sldMk cId="3996616115" sldId="2147481834"/>
            <ac:grpSpMk id="114" creationId="{9BFDAB9F-CCAA-8C1F-79EB-90348671608A}"/>
          </ac:grpSpMkLst>
        </pc:grpChg>
        <pc:grpChg chg="add mod topLvl">
          <ac:chgData name="Kannepamula Mahesh Babu" userId="391c5b16-0897-4eca-a028-a97f935a3bd2" providerId="ADAL" clId="{9E3353FE-7EFD-4D1F-85AC-2D3001641A94}" dt="2026-07-09T05:33:28.461" v="8314" actId="552"/>
          <ac:grpSpMkLst>
            <pc:docMk/>
            <pc:sldMk cId="3996616115" sldId="2147481834"/>
            <ac:grpSpMk id="119" creationId="{57BFA848-214F-F91C-EED9-A285812088DB}"/>
          </ac:grpSpMkLst>
        </pc:grpChg>
        <pc:grpChg chg="add mod">
          <ac:chgData name="Kannepamula Mahesh Babu" userId="391c5b16-0897-4eca-a028-a97f935a3bd2" providerId="ADAL" clId="{9E3353FE-7EFD-4D1F-85AC-2D3001641A94}" dt="2026-07-09T05:37:58.066" v="8344" actId="1076"/>
          <ac:grpSpMkLst>
            <pc:docMk/>
            <pc:sldMk cId="3996616115" sldId="2147481834"/>
            <ac:grpSpMk id="128" creationId="{538D17E2-5107-EE47-7203-B5D183CEDCB8}"/>
          </ac:grpSpMkLst>
        </pc:grpChg>
        <pc:grpChg chg="add mod">
          <ac:chgData name="Kannepamula Mahesh Babu" userId="391c5b16-0897-4eca-a028-a97f935a3bd2" providerId="ADAL" clId="{9E3353FE-7EFD-4D1F-85AC-2D3001641A94}" dt="2026-07-09T05:51:11.079" v="8509" actId="1076"/>
          <ac:grpSpMkLst>
            <pc:docMk/>
            <pc:sldMk cId="3996616115" sldId="2147481834"/>
            <ac:grpSpMk id="129" creationId="{9E68F8CD-005A-7B1E-75CB-447F9465CCF4}"/>
          </ac:grpSpMkLst>
        </pc:grpChg>
        <pc:grpChg chg="add mod">
          <ac:chgData name="Kannepamula Mahesh Babu" userId="391c5b16-0897-4eca-a028-a97f935a3bd2" providerId="ADAL" clId="{9E3353FE-7EFD-4D1F-85AC-2D3001641A94}" dt="2026-07-09T05:41:22.557" v="8389" actId="14100"/>
          <ac:grpSpMkLst>
            <pc:docMk/>
            <pc:sldMk cId="3996616115" sldId="2147481834"/>
            <ac:grpSpMk id="137" creationId="{A8C4211B-581D-B4BC-9877-8DAF484167E2}"/>
          </ac:grpSpMkLst>
        </pc:grpChg>
        <pc:graphicFrameChg chg="add mod modGraphic">
          <ac:chgData name="Kannepamula Mahesh Babu" userId="391c5b16-0897-4eca-a028-a97f935a3bd2" providerId="ADAL" clId="{9E3353FE-7EFD-4D1F-85AC-2D3001641A94}" dt="2026-07-09T05:49:04.537" v="8497" actId="3064"/>
          <ac:graphicFrameMkLst>
            <pc:docMk/>
            <pc:sldMk cId="3996616115" sldId="2147481834"/>
            <ac:graphicFrameMk id="143" creationId="{1D0E189B-583A-DC49-FA12-5AD0CB28A4EF}"/>
          </ac:graphicFrameMkLst>
        </pc:graphicFrameChg>
        <pc:graphicFrameChg chg="add mod modGraphic">
          <ac:chgData name="Kannepamula Mahesh Babu" userId="391c5b16-0897-4eca-a028-a97f935a3bd2" providerId="ADAL" clId="{9E3353FE-7EFD-4D1F-85AC-2D3001641A94}" dt="2026-07-09T05:49:07.067" v="8498" actId="3064"/>
          <ac:graphicFrameMkLst>
            <pc:docMk/>
            <pc:sldMk cId="3996616115" sldId="2147481834"/>
            <ac:graphicFrameMk id="144" creationId="{5EA10140-CD65-AB27-40F6-28428DDF1173}"/>
          </ac:graphicFrameMkLst>
        </pc:graphicFrameChg>
        <pc:picChg chg="mod">
          <ac:chgData name="Kannepamula Mahesh Babu" userId="391c5b16-0897-4eca-a028-a97f935a3bd2" providerId="ADAL" clId="{9E3353FE-7EFD-4D1F-85AC-2D3001641A94}" dt="2026-07-10T15:31:57.519" v="9050" actId="12788"/>
          <ac:picMkLst>
            <pc:docMk/>
            <pc:sldMk cId="3996616115" sldId="2147481834"/>
            <ac:picMk id="51" creationId="{A8B28AB7-FB2C-A5FA-B6FB-532246D4DC1C}"/>
          </ac:picMkLst>
        </pc:picChg>
        <pc:picChg chg="mod">
          <ac:chgData name="Kannepamula Mahesh Babu" userId="391c5b16-0897-4eca-a028-a97f935a3bd2" providerId="ADAL" clId="{9E3353FE-7EFD-4D1F-85AC-2D3001641A94}" dt="2026-07-10T15:31:57.519" v="9050" actId="12788"/>
          <ac:picMkLst>
            <pc:docMk/>
            <pc:sldMk cId="3996616115" sldId="2147481834"/>
            <ac:picMk id="54" creationId="{23F71F61-45F8-BB0B-77D1-5A899EBD943D}"/>
          </ac:picMkLst>
        </pc:picChg>
        <pc:picChg chg="mod">
          <ac:chgData name="Kannepamula Mahesh Babu" userId="391c5b16-0897-4eca-a028-a97f935a3bd2" providerId="ADAL" clId="{9E3353FE-7EFD-4D1F-85AC-2D3001641A94}" dt="2026-07-10T15:31:53.197" v="9049" actId="12788"/>
          <ac:picMkLst>
            <pc:docMk/>
            <pc:sldMk cId="3996616115" sldId="2147481834"/>
            <ac:picMk id="55" creationId="{B3DACD9C-683B-DE40-57E8-DFB85103FAD6}"/>
          </ac:picMkLst>
        </pc:picChg>
        <pc:picChg chg="mod">
          <ac:chgData name="Kannepamula Mahesh Babu" userId="391c5b16-0897-4eca-a028-a97f935a3bd2" providerId="ADAL" clId="{9E3353FE-7EFD-4D1F-85AC-2D3001641A94}" dt="2026-07-10T15:31:53.197" v="9049" actId="12788"/>
          <ac:picMkLst>
            <pc:docMk/>
            <pc:sldMk cId="3996616115" sldId="2147481834"/>
            <ac:picMk id="56" creationId="{94E11EE5-10AD-1D59-861B-61CD1A04E656}"/>
          </ac:picMkLst>
        </pc:picChg>
        <pc:picChg chg="mod">
          <ac:chgData name="Kannepamula Mahesh Babu" userId="391c5b16-0897-4eca-a028-a97f935a3bd2" providerId="ADAL" clId="{9E3353FE-7EFD-4D1F-85AC-2D3001641A94}" dt="2026-07-10T15:31:53.197" v="9049" actId="12788"/>
          <ac:picMkLst>
            <pc:docMk/>
            <pc:sldMk cId="3996616115" sldId="2147481834"/>
            <ac:picMk id="57" creationId="{B077C00D-2AA2-12D9-4C08-FF44785196BC}"/>
          </ac:picMkLst>
        </pc:picChg>
        <pc:picChg chg="mod">
          <ac:chgData name="Kannepamula Mahesh Babu" userId="391c5b16-0897-4eca-a028-a97f935a3bd2" providerId="ADAL" clId="{9E3353FE-7EFD-4D1F-85AC-2D3001641A94}" dt="2026-07-09T05:41:45.807" v="8393" actId="12788"/>
          <ac:picMkLst>
            <pc:docMk/>
            <pc:sldMk cId="3996616115" sldId="2147481834"/>
            <ac:picMk id="61" creationId="{E5789F18-DA94-4405-2259-235140A3A75F}"/>
          </ac:picMkLst>
        </pc:picChg>
        <pc:picChg chg="mod">
          <ac:chgData name="Kannepamula Mahesh Babu" userId="391c5b16-0897-4eca-a028-a97f935a3bd2" providerId="ADAL" clId="{9E3353FE-7EFD-4D1F-85AC-2D3001641A94}" dt="2026-07-09T05:41:45.807" v="8393" actId="12788"/>
          <ac:picMkLst>
            <pc:docMk/>
            <pc:sldMk cId="3996616115" sldId="2147481834"/>
            <ac:picMk id="62" creationId="{91C0A991-DA75-FFE3-CA5A-DCE55AD5E11E}"/>
          </ac:picMkLst>
        </pc:picChg>
        <pc:picChg chg="mod">
          <ac:chgData name="Kannepamula Mahesh Babu" userId="391c5b16-0897-4eca-a028-a97f935a3bd2" providerId="ADAL" clId="{9E3353FE-7EFD-4D1F-85AC-2D3001641A94}" dt="2026-07-09T05:41:45.807" v="8393" actId="12788"/>
          <ac:picMkLst>
            <pc:docMk/>
            <pc:sldMk cId="3996616115" sldId="2147481834"/>
            <ac:picMk id="63" creationId="{3889F418-437B-EE5D-FE56-51AF94F09BB6}"/>
          </ac:picMkLst>
        </pc:picChg>
        <pc:picChg chg="mod topLvl">
          <ac:chgData name="Kannepamula Mahesh Babu" userId="391c5b16-0897-4eca-a028-a97f935a3bd2" providerId="ADAL" clId="{9E3353FE-7EFD-4D1F-85AC-2D3001641A94}" dt="2026-07-10T15:31:57.519" v="9050" actId="12788"/>
          <ac:picMkLst>
            <pc:docMk/>
            <pc:sldMk cId="3996616115" sldId="2147481834"/>
            <ac:picMk id="64" creationId="{C14C2298-F736-FD29-8B71-27DFBD87D3C6}"/>
          </ac:picMkLst>
        </pc:picChg>
        <pc:picChg chg="mod">
          <ac:chgData name="Kannepamula Mahesh Babu" userId="391c5b16-0897-4eca-a028-a97f935a3bd2" providerId="ADAL" clId="{9E3353FE-7EFD-4D1F-85AC-2D3001641A94}" dt="2026-07-09T05:32:21.508" v="8294" actId="164"/>
          <ac:picMkLst>
            <pc:docMk/>
            <pc:sldMk cId="3996616115" sldId="2147481834"/>
            <ac:picMk id="93" creationId="{98821E7C-DF29-D7D8-E392-ED95CEA8BC55}"/>
          </ac:picMkLst>
        </pc:picChg>
        <pc:picChg chg="mod">
          <ac:chgData name="Kannepamula Mahesh Babu" userId="391c5b16-0897-4eca-a028-a97f935a3bd2" providerId="ADAL" clId="{9E3353FE-7EFD-4D1F-85AC-2D3001641A94}" dt="2026-07-09T05:33:32.933" v="8315" actId="1076"/>
          <ac:picMkLst>
            <pc:docMk/>
            <pc:sldMk cId="3996616115" sldId="2147481834"/>
            <ac:picMk id="94" creationId="{49199A47-377B-6120-9C67-871548747F51}"/>
          </ac:picMkLst>
        </pc:picChg>
        <pc:picChg chg="mod">
          <ac:chgData name="Kannepamula Mahesh Babu" userId="391c5b16-0897-4eca-a028-a97f935a3bd2" providerId="ADAL" clId="{9E3353FE-7EFD-4D1F-85AC-2D3001641A94}" dt="2026-07-09T05:34:13.770" v="8321" actId="12788"/>
          <ac:picMkLst>
            <pc:docMk/>
            <pc:sldMk cId="3996616115" sldId="2147481834"/>
            <ac:picMk id="95" creationId="{3A5C63C0-58C4-A8B4-966F-FEF50C8CC20B}"/>
          </ac:picMkLst>
        </pc:picChg>
        <pc:picChg chg="mod">
          <ac:chgData name="Kannepamula Mahesh Babu" userId="391c5b16-0897-4eca-a028-a97f935a3bd2" providerId="ADAL" clId="{9E3353FE-7EFD-4D1F-85AC-2D3001641A94}" dt="2026-07-09T05:33:09.383" v="8308" actId="164"/>
          <ac:picMkLst>
            <pc:docMk/>
            <pc:sldMk cId="3996616115" sldId="2147481834"/>
            <ac:picMk id="96" creationId="{E939F12D-6565-3921-447C-6C69EC0BD6AF}"/>
          </ac:picMkLst>
        </pc:picChg>
        <pc:picChg chg="add mod">
          <ac:chgData name="Kannepamula Mahesh Babu" userId="391c5b16-0897-4eca-a028-a97f935a3bd2" providerId="ADAL" clId="{9E3353FE-7EFD-4D1F-85AC-2D3001641A94}" dt="2026-07-10T14:55:32.464" v="8775" actId="1076"/>
          <ac:picMkLst>
            <pc:docMk/>
            <pc:sldMk cId="3996616115" sldId="2147481834"/>
            <ac:picMk id="141" creationId="{AF93E560-0E65-76C0-7F11-05F4DC5198A6}"/>
          </ac:picMkLst>
        </pc:picChg>
        <pc:cxnChg chg="add del mod ord">
          <ac:chgData name="Kannepamula Mahesh Babu" userId="391c5b16-0897-4eca-a028-a97f935a3bd2" providerId="ADAL" clId="{9E3353FE-7EFD-4D1F-85AC-2D3001641A94}" dt="2026-07-09T05:39:11.276" v="8356" actId="208"/>
          <ac:cxnSpMkLst>
            <pc:docMk/>
            <pc:sldMk cId="3996616115" sldId="2147481834"/>
            <ac:cxnSpMk id="45" creationId="{04483873-B4CD-7C6A-C4C5-3D1B05C133EC}"/>
          </ac:cxnSpMkLst>
        </pc:cxnChg>
        <pc:cxnChg chg="mod">
          <ac:chgData name="Kannepamula Mahesh Babu" userId="391c5b16-0897-4eca-a028-a97f935a3bd2" providerId="ADAL" clId="{9E3353FE-7EFD-4D1F-85AC-2D3001641A94}" dt="2026-07-09T05:41:29.521" v="8390" actId="1076"/>
          <ac:cxnSpMkLst>
            <pc:docMk/>
            <pc:sldMk cId="3996616115" sldId="2147481834"/>
            <ac:cxnSpMk id="77" creationId="{00F65D1A-3085-2748-C72D-4758A3CBEAD1}"/>
          </ac:cxnSpMkLst>
        </pc:cxnChg>
        <pc:cxnChg chg="mod">
          <ac:chgData name="Kannepamula Mahesh Babu" userId="391c5b16-0897-4eca-a028-a97f935a3bd2" providerId="ADAL" clId="{9E3353FE-7EFD-4D1F-85AC-2D3001641A94}" dt="2026-07-09T05:41:17.549" v="8387" actId="164"/>
          <ac:cxnSpMkLst>
            <pc:docMk/>
            <pc:sldMk cId="3996616115" sldId="2147481834"/>
            <ac:cxnSpMk id="78" creationId="{D204834D-4F4C-E3E6-932F-25804E294154}"/>
          </ac:cxnSpMkLst>
        </pc:cxnChg>
        <pc:cxnChg chg="add mod">
          <ac:chgData name="Kannepamula Mahesh Babu" userId="391c5b16-0897-4eca-a028-a97f935a3bd2" providerId="ADAL" clId="{9E3353FE-7EFD-4D1F-85AC-2D3001641A94}" dt="2026-07-10T15:32:31.114" v="9060" actId="1076"/>
          <ac:cxnSpMkLst>
            <pc:docMk/>
            <pc:sldMk cId="3996616115" sldId="2147481834"/>
            <ac:cxnSpMk id="131" creationId="{38005F81-8857-55BC-A3B1-5CBF5E55B28B}"/>
          </ac:cxnSpMkLst>
        </pc:cxnChg>
        <pc:cxnChg chg="add mod">
          <ac:chgData name="Kannepamula Mahesh Babu" userId="391c5b16-0897-4eca-a028-a97f935a3bd2" providerId="ADAL" clId="{9E3353FE-7EFD-4D1F-85AC-2D3001641A94}" dt="2026-07-09T05:49:23.070" v="8502" actId="208"/>
          <ac:cxnSpMkLst>
            <pc:docMk/>
            <pc:sldMk cId="3996616115" sldId="2147481834"/>
            <ac:cxnSpMk id="146" creationId="{05404CC6-A5ED-C646-EAAF-449B67DA01DE}"/>
          </ac:cxnSpMkLst>
        </pc:cxnChg>
        <pc:cxnChg chg="add mod">
          <ac:chgData name="Kannepamula Mahesh Babu" userId="391c5b16-0897-4eca-a028-a97f935a3bd2" providerId="ADAL" clId="{9E3353FE-7EFD-4D1F-85AC-2D3001641A94}" dt="2026-07-09T05:50:04.817" v="8508" actId="14100"/>
          <ac:cxnSpMkLst>
            <pc:docMk/>
            <pc:sldMk cId="3996616115" sldId="2147481834"/>
            <ac:cxnSpMk id="148" creationId="{F12A74FB-AF3D-8FFF-1175-C4FB0E15C45B}"/>
          </ac:cxnSpMkLst>
        </pc:cxnChg>
      </pc:sldChg>
      <pc:sldChg chg="addSp delSp modSp mod">
        <pc:chgData name="Kannepamula Mahesh Babu" userId="391c5b16-0897-4eca-a028-a97f935a3bd2" providerId="ADAL" clId="{9E3353FE-7EFD-4D1F-85AC-2D3001641A94}" dt="2026-07-13T10:35:35.190" v="10533" actId="12788"/>
        <pc:sldMkLst>
          <pc:docMk/>
          <pc:sldMk cId="2623331845" sldId="2147481835"/>
        </pc:sldMkLst>
        <pc:spChg chg="mod">
          <ac:chgData name="Kannepamula Mahesh Babu" userId="391c5b16-0897-4eca-a028-a97f935a3bd2" providerId="ADAL" clId="{9E3353FE-7EFD-4D1F-85AC-2D3001641A94}" dt="2026-07-13T05:29:33.637" v="9158" actId="20577"/>
          <ac:spMkLst>
            <pc:docMk/>
            <pc:sldMk cId="2623331845" sldId="2147481835"/>
            <ac:spMk id="2" creationId="{3CEDC3F7-87A5-10D4-5B73-34DD4ABAA874}"/>
          </ac:spMkLst>
        </pc:spChg>
        <pc:spChg chg="mod">
          <ac:chgData name="Kannepamula Mahesh Babu" userId="391c5b16-0897-4eca-a028-a97f935a3bd2" providerId="ADAL" clId="{9E3353FE-7EFD-4D1F-85AC-2D3001641A94}" dt="2026-07-13T05:40:48.990" v="9308" actId="553"/>
          <ac:spMkLst>
            <pc:docMk/>
            <pc:sldMk cId="2623331845" sldId="2147481835"/>
            <ac:spMk id="6" creationId="{56253688-1C9D-8BB6-A948-BAD8915F13E1}"/>
          </ac:spMkLst>
        </pc:spChg>
        <pc:spChg chg="mod">
          <ac:chgData name="Kannepamula Mahesh Babu" userId="391c5b16-0897-4eca-a028-a97f935a3bd2" providerId="ADAL" clId="{9E3353FE-7EFD-4D1F-85AC-2D3001641A94}" dt="2026-07-13T05:30:41.413" v="9174"/>
          <ac:spMkLst>
            <pc:docMk/>
            <pc:sldMk cId="2623331845" sldId="2147481835"/>
            <ac:spMk id="8" creationId="{0515018C-3B79-18FE-CF5F-8F261C23BD63}"/>
          </ac:spMkLst>
        </pc:spChg>
        <pc:spChg chg="mod">
          <ac:chgData name="Kannepamula Mahesh Babu" userId="391c5b16-0897-4eca-a028-a97f935a3bd2" providerId="ADAL" clId="{9E3353FE-7EFD-4D1F-85AC-2D3001641A94}" dt="2026-07-13T05:51:56.549" v="9392" actId="14100"/>
          <ac:spMkLst>
            <pc:docMk/>
            <pc:sldMk cId="2623331845" sldId="2147481835"/>
            <ac:spMk id="10" creationId="{1024AC7B-2F79-0CF7-6E95-6839B8A332A3}"/>
          </ac:spMkLst>
        </pc:spChg>
        <pc:spChg chg="mod">
          <ac:chgData name="Kannepamula Mahesh Babu" userId="391c5b16-0897-4eca-a028-a97f935a3bd2" providerId="ADAL" clId="{9E3353FE-7EFD-4D1F-85AC-2D3001641A94}" dt="2026-07-13T09:58:41.935" v="10465" actId="208"/>
          <ac:spMkLst>
            <pc:docMk/>
            <pc:sldMk cId="2623331845" sldId="2147481835"/>
            <ac:spMk id="12" creationId="{A497E5D5-6DF5-88E5-FC0F-7FDCDB966411}"/>
          </ac:spMkLst>
        </pc:spChg>
        <pc:spChg chg="mod">
          <ac:chgData name="Kannepamula Mahesh Babu" userId="391c5b16-0897-4eca-a028-a97f935a3bd2" providerId="ADAL" clId="{9E3353FE-7EFD-4D1F-85AC-2D3001641A94}" dt="2026-07-13T05:51:12.031" v="9385" actId="12788"/>
          <ac:spMkLst>
            <pc:docMk/>
            <pc:sldMk cId="2623331845" sldId="2147481835"/>
            <ac:spMk id="13" creationId="{31ADE874-3E6F-C472-E110-29CFA123C2F4}"/>
          </ac:spMkLst>
        </pc:spChg>
        <pc:spChg chg="mod">
          <ac:chgData name="Kannepamula Mahesh Babu" userId="391c5b16-0897-4eca-a028-a97f935a3bd2" providerId="ADAL" clId="{9E3353FE-7EFD-4D1F-85AC-2D3001641A94}" dt="2026-07-13T05:51:09.102" v="9384" actId="164"/>
          <ac:spMkLst>
            <pc:docMk/>
            <pc:sldMk cId="2623331845" sldId="2147481835"/>
            <ac:spMk id="14" creationId="{7C56B572-93D7-AC3D-B394-69AFFAD27EC5}"/>
          </ac:spMkLst>
        </pc:spChg>
        <pc:spChg chg="mod">
          <ac:chgData name="Kannepamula Mahesh Babu" userId="391c5b16-0897-4eca-a028-a97f935a3bd2" providerId="ADAL" clId="{9E3353FE-7EFD-4D1F-85AC-2D3001641A94}" dt="2026-07-13T05:50:59.190" v="9381" actId="164"/>
          <ac:spMkLst>
            <pc:docMk/>
            <pc:sldMk cId="2623331845" sldId="2147481835"/>
            <ac:spMk id="15" creationId="{2C13820D-DECF-6F52-6ACF-E2FEB1C341A3}"/>
          </ac:spMkLst>
        </pc:spChg>
        <pc:spChg chg="mod">
          <ac:chgData name="Kannepamula Mahesh Babu" userId="391c5b16-0897-4eca-a028-a97f935a3bd2" providerId="ADAL" clId="{9E3353FE-7EFD-4D1F-85AC-2D3001641A94}" dt="2026-07-13T05:51:16.419" v="9386" actId="12788"/>
          <ac:spMkLst>
            <pc:docMk/>
            <pc:sldMk cId="2623331845" sldId="2147481835"/>
            <ac:spMk id="16" creationId="{102400DF-9DF6-1E8F-C73F-A0C1508606FF}"/>
          </ac:spMkLst>
        </pc:spChg>
        <pc:spChg chg="mod">
          <ac:chgData name="Kannepamula Mahesh Babu" userId="391c5b16-0897-4eca-a028-a97f935a3bd2" providerId="ADAL" clId="{9E3353FE-7EFD-4D1F-85AC-2D3001641A94}" dt="2026-07-13T05:51:19.409" v="9387" actId="12788"/>
          <ac:spMkLst>
            <pc:docMk/>
            <pc:sldMk cId="2623331845" sldId="2147481835"/>
            <ac:spMk id="17" creationId="{900827E4-1C73-CEC6-D2B0-57321A83F8F0}"/>
          </ac:spMkLst>
        </pc:spChg>
        <pc:spChg chg="mod">
          <ac:chgData name="Kannepamula Mahesh Babu" userId="391c5b16-0897-4eca-a028-a97f935a3bd2" providerId="ADAL" clId="{9E3353FE-7EFD-4D1F-85AC-2D3001641A94}" dt="2026-07-13T05:51:22.429" v="9388" actId="12788"/>
          <ac:spMkLst>
            <pc:docMk/>
            <pc:sldMk cId="2623331845" sldId="2147481835"/>
            <ac:spMk id="18" creationId="{64E55BAA-1043-3F8E-0038-83520C06ACF1}"/>
          </ac:spMkLst>
        </pc:spChg>
        <pc:spChg chg="del mod">
          <ac:chgData name="Kannepamula Mahesh Babu" userId="391c5b16-0897-4eca-a028-a97f935a3bd2" providerId="ADAL" clId="{9E3353FE-7EFD-4D1F-85AC-2D3001641A94}" dt="2026-07-13T05:36:29.240" v="9258" actId="478"/>
          <ac:spMkLst>
            <pc:docMk/>
            <pc:sldMk cId="2623331845" sldId="2147481835"/>
            <ac:spMk id="19" creationId="{53B8CDBD-9108-CC52-DB38-6CFB504BC33D}"/>
          </ac:spMkLst>
        </pc:spChg>
        <pc:spChg chg="mod">
          <ac:chgData name="Kannepamula Mahesh Babu" userId="391c5b16-0897-4eca-a028-a97f935a3bd2" providerId="ADAL" clId="{9E3353FE-7EFD-4D1F-85AC-2D3001641A94}" dt="2026-07-13T10:34:57.413" v="10530" actId="242"/>
          <ac:spMkLst>
            <pc:docMk/>
            <pc:sldMk cId="2623331845" sldId="2147481835"/>
            <ac:spMk id="20" creationId="{BE29EFBE-48CE-6137-EF68-D39896D31102}"/>
          </ac:spMkLst>
        </pc:spChg>
        <pc:spChg chg="mod">
          <ac:chgData name="Kannepamula Mahesh Babu" userId="391c5b16-0897-4eca-a028-a97f935a3bd2" providerId="ADAL" clId="{9E3353FE-7EFD-4D1F-85AC-2D3001641A94}" dt="2026-07-13T05:51:26.339" v="9389" actId="12788"/>
          <ac:spMkLst>
            <pc:docMk/>
            <pc:sldMk cId="2623331845" sldId="2147481835"/>
            <ac:spMk id="20" creationId="{DDBEB51E-35C8-488D-1601-7B71FBD6C50C}"/>
          </ac:spMkLst>
        </pc:spChg>
        <pc:spChg chg="mod">
          <ac:chgData name="Kannepamula Mahesh Babu" userId="391c5b16-0897-4eca-a028-a97f935a3bd2" providerId="ADAL" clId="{9E3353FE-7EFD-4D1F-85AC-2D3001641A94}" dt="2026-07-13T10:34:57.413" v="10530" actId="242"/>
          <ac:spMkLst>
            <pc:docMk/>
            <pc:sldMk cId="2623331845" sldId="2147481835"/>
            <ac:spMk id="21" creationId="{CACB29B2-115E-4D74-6E77-F9E11A2BCC51}"/>
          </ac:spMkLst>
        </pc:spChg>
        <pc:spChg chg="mod">
          <ac:chgData name="Kannepamula Mahesh Babu" userId="391c5b16-0897-4eca-a028-a97f935a3bd2" providerId="ADAL" clId="{9E3353FE-7EFD-4D1F-85AC-2D3001641A94}" dt="2026-07-13T05:51:09.102" v="9384" actId="164"/>
          <ac:spMkLst>
            <pc:docMk/>
            <pc:sldMk cId="2623331845" sldId="2147481835"/>
            <ac:spMk id="22" creationId="{06DF86A0-C612-F06F-714D-EBE66894EB38}"/>
          </ac:spMkLst>
        </pc:spChg>
        <pc:spChg chg="mod">
          <ac:chgData name="Kannepamula Mahesh Babu" userId="391c5b16-0897-4eca-a028-a97f935a3bd2" providerId="ADAL" clId="{9E3353FE-7EFD-4D1F-85AC-2D3001641A94}" dt="2026-07-13T05:51:12.031" v="9385" actId="12788"/>
          <ac:spMkLst>
            <pc:docMk/>
            <pc:sldMk cId="2623331845" sldId="2147481835"/>
            <ac:spMk id="23" creationId="{DA4A17BA-4462-386C-1BC5-DCEE41F00E58}"/>
          </ac:spMkLst>
        </pc:spChg>
        <pc:spChg chg="mod">
          <ac:chgData name="Kannepamula Mahesh Babu" userId="391c5b16-0897-4eca-a028-a97f935a3bd2" providerId="ADAL" clId="{9E3353FE-7EFD-4D1F-85AC-2D3001641A94}" dt="2026-07-13T05:50:59.190" v="9381" actId="164"/>
          <ac:spMkLst>
            <pc:docMk/>
            <pc:sldMk cId="2623331845" sldId="2147481835"/>
            <ac:spMk id="24" creationId="{EF5FC36F-7182-A0B9-7B16-EA89982C78B9}"/>
          </ac:spMkLst>
        </pc:spChg>
        <pc:spChg chg="mod">
          <ac:chgData name="Kannepamula Mahesh Babu" userId="391c5b16-0897-4eca-a028-a97f935a3bd2" providerId="ADAL" clId="{9E3353FE-7EFD-4D1F-85AC-2D3001641A94}" dt="2026-07-13T05:51:16.419" v="9386" actId="12788"/>
          <ac:spMkLst>
            <pc:docMk/>
            <pc:sldMk cId="2623331845" sldId="2147481835"/>
            <ac:spMk id="25" creationId="{CA3632BE-6DE9-9C4F-B1EC-6450C181DE74}"/>
          </ac:spMkLst>
        </pc:spChg>
        <pc:spChg chg="mod">
          <ac:chgData name="Kannepamula Mahesh Babu" userId="391c5b16-0897-4eca-a028-a97f935a3bd2" providerId="ADAL" clId="{9E3353FE-7EFD-4D1F-85AC-2D3001641A94}" dt="2026-07-13T05:51:19.409" v="9387" actId="12788"/>
          <ac:spMkLst>
            <pc:docMk/>
            <pc:sldMk cId="2623331845" sldId="2147481835"/>
            <ac:spMk id="26" creationId="{47AFFDD6-FAD8-2DDE-9421-6FA58C8C19D5}"/>
          </ac:spMkLst>
        </pc:spChg>
        <pc:spChg chg="mod">
          <ac:chgData name="Kannepamula Mahesh Babu" userId="391c5b16-0897-4eca-a028-a97f935a3bd2" providerId="ADAL" clId="{9E3353FE-7EFD-4D1F-85AC-2D3001641A94}" dt="2026-07-13T05:51:22.429" v="9388" actId="12788"/>
          <ac:spMkLst>
            <pc:docMk/>
            <pc:sldMk cId="2623331845" sldId="2147481835"/>
            <ac:spMk id="27" creationId="{26193C26-CBC4-63E2-DFE3-3CD35D8D020C}"/>
          </ac:spMkLst>
        </pc:spChg>
        <pc:spChg chg="del">
          <ac:chgData name="Kannepamula Mahesh Babu" userId="391c5b16-0897-4eca-a028-a97f935a3bd2" providerId="ADAL" clId="{9E3353FE-7EFD-4D1F-85AC-2D3001641A94}" dt="2026-07-13T05:36:41.012" v="9259" actId="478"/>
          <ac:spMkLst>
            <pc:docMk/>
            <pc:sldMk cId="2623331845" sldId="2147481835"/>
            <ac:spMk id="28" creationId="{7EFEAE36-BF3E-6D8F-01B8-EF9E824D5EE3}"/>
          </ac:spMkLst>
        </pc:spChg>
        <pc:spChg chg="mod">
          <ac:chgData name="Kannepamula Mahesh Babu" userId="391c5b16-0897-4eca-a028-a97f935a3bd2" providerId="ADAL" clId="{9E3353FE-7EFD-4D1F-85AC-2D3001641A94}" dt="2026-07-13T10:34:57.413" v="10530" actId="242"/>
          <ac:spMkLst>
            <pc:docMk/>
            <pc:sldMk cId="2623331845" sldId="2147481835"/>
            <ac:spMk id="28" creationId="{A91E7DB7-73DC-0A48-DAB9-00A1FE86217F}"/>
          </ac:spMkLst>
        </pc:spChg>
        <pc:spChg chg="mod">
          <ac:chgData name="Kannepamula Mahesh Babu" userId="391c5b16-0897-4eca-a028-a97f935a3bd2" providerId="ADAL" clId="{9E3353FE-7EFD-4D1F-85AC-2D3001641A94}" dt="2026-07-13T10:34:57.413" v="10530" actId="242"/>
          <ac:spMkLst>
            <pc:docMk/>
            <pc:sldMk cId="2623331845" sldId="2147481835"/>
            <ac:spMk id="29" creationId="{43B7CDDA-14C3-FE71-8F97-4ABD741BC711}"/>
          </ac:spMkLst>
        </pc:spChg>
        <pc:spChg chg="mod">
          <ac:chgData name="Kannepamula Mahesh Babu" userId="391c5b16-0897-4eca-a028-a97f935a3bd2" providerId="ADAL" clId="{9E3353FE-7EFD-4D1F-85AC-2D3001641A94}" dt="2026-07-13T05:51:26.339" v="9389" actId="12788"/>
          <ac:spMkLst>
            <pc:docMk/>
            <pc:sldMk cId="2623331845" sldId="2147481835"/>
            <ac:spMk id="29" creationId="{DABE2320-30A4-89D0-7964-B572FF7532FB}"/>
          </ac:spMkLst>
        </pc:spChg>
        <pc:spChg chg="add del">
          <ac:chgData name="Kannepamula Mahesh Babu" userId="391c5b16-0897-4eca-a028-a97f935a3bd2" providerId="ADAL" clId="{9E3353FE-7EFD-4D1F-85AC-2D3001641A94}" dt="2026-07-13T05:42:51.547" v="9329" actId="22"/>
          <ac:spMkLst>
            <pc:docMk/>
            <pc:sldMk cId="2623331845" sldId="2147481835"/>
            <ac:spMk id="30" creationId="{2FA484A3-F254-7CEC-D2F2-55EF6ED97A96}"/>
          </ac:spMkLst>
        </pc:spChg>
        <pc:spChg chg="mod">
          <ac:chgData name="Kannepamula Mahesh Babu" userId="391c5b16-0897-4eca-a028-a97f935a3bd2" providerId="ADAL" clId="{9E3353FE-7EFD-4D1F-85AC-2D3001641A94}" dt="2026-07-13T10:34:57.413" v="10530" actId="242"/>
          <ac:spMkLst>
            <pc:docMk/>
            <pc:sldMk cId="2623331845" sldId="2147481835"/>
            <ac:spMk id="30" creationId="{F651C565-73CB-987E-B55B-B1924AA18E0E}"/>
          </ac:spMkLst>
        </pc:spChg>
        <pc:spChg chg="mod">
          <ac:chgData name="Kannepamula Mahesh Babu" userId="391c5b16-0897-4eca-a028-a97f935a3bd2" providerId="ADAL" clId="{9E3353FE-7EFD-4D1F-85AC-2D3001641A94}" dt="2026-07-13T10:34:57.413" v="10530" actId="242"/>
          <ac:spMkLst>
            <pc:docMk/>
            <pc:sldMk cId="2623331845" sldId="2147481835"/>
            <ac:spMk id="36" creationId="{F4A1105D-86AE-38A4-987A-016935962E88}"/>
          </ac:spMkLst>
        </pc:spChg>
        <pc:grpChg chg="add mod">
          <ac:chgData name="Kannepamula Mahesh Babu" userId="391c5b16-0897-4eca-a028-a97f935a3bd2" providerId="ADAL" clId="{9E3353FE-7EFD-4D1F-85AC-2D3001641A94}" dt="2026-07-13T10:08:00.994" v="10521" actId="164"/>
          <ac:grpSpMkLst>
            <pc:docMk/>
            <pc:sldMk cId="2623331845" sldId="2147481835"/>
            <ac:grpSpMk id="42" creationId="{7AF07018-8742-6799-504C-63DB5B6357D2}"/>
          </ac:grpSpMkLst>
        </pc:grpChg>
        <pc:grpChg chg="del mod">
          <ac:chgData name="Kannepamula Mahesh Babu" userId="391c5b16-0897-4eca-a028-a97f935a3bd2" providerId="ADAL" clId="{9E3353FE-7EFD-4D1F-85AC-2D3001641A94}" dt="2026-07-13T05:44:00.968" v="9344" actId="478"/>
          <ac:grpSpMkLst>
            <pc:docMk/>
            <pc:sldMk cId="2623331845" sldId="2147481835"/>
            <ac:grpSpMk id="43" creationId="{963886EB-0422-9C1E-FD76-C8DFA43CEBC9}"/>
          </ac:grpSpMkLst>
        </pc:grpChg>
        <pc:grpChg chg="add mod">
          <ac:chgData name="Kannepamula Mahesh Babu" userId="391c5b16-0897-4eca-a028-a97f935a3bd2" providerId="ADAL" clId="{9E3353FE-7EFD-4D1F-85AC-2D3001641A94}" dt="2026-07-13T10:08:20.755" v="10525" actId="408"/>
          <ac:grpSpMkLst>
            <pc:docMk/>
            <pc:sldMk cId="2623331845" sldId="2147481835"/>
            <ac:grpSpMk id="60" creationId="{7DADED5D-2C16-A8D6-52F6-D293EBE9F4D4}"/>
          </ac:grpSpMkLst>
        </pc:grpChg>
        <pc:grpChg chg="add mod">
          <ac:chgData name="Kannepamula Mahesh Babu" userId="391c5b16-0897-4eca-a028-a97f935a3bd2" providerId="ADAL" clId="{9E3353FE-7EFD-4D1F-85AC-2D3001641A94}" dt="2026-07-13T05:51:34.609" v="9390" actId="1076"/>
          <ac:grpSpMkLst>
            <pc:docMk/>
            <pc:sldMk cId="2623331845" sldId="2147481835"/>
            <ac:grpSpMk id="61" creationId="{8B896B26-922D-FCDE-2FAA-602788225700}"/>
          </ac:grpSpMkLst>
        </pc:grpChg>
        <pc:grpChg chg="add mod">
          <ac:chgData name="Kannepamula Mahesh Babu" userId="391c5b16-0897-4eca-a028-a97f935a3bd2" providerId="ADAL" clId="{9E3353FE-7EFD-4D1F-85AC-2D3001641A94}" dt="2026-07-13T10:08:00.994" v="10521" actId="164"/>
          <ac:grpSpMkLst>
            <pc:docMk/>
            <pc:sldMk cId="2623331845" sldId="2147481835"/>
            <ac:grpSpMk id="62" creationId="{92BC1F1C-A464-76B4-FE11-6DFB18BEF1B8}"/>
          </ac:grpSpMkLst>
        </pc:grpChg>
        <pc:grpChg chg="add mod">
          <ac:chgData name="Kannepamula Mahesh Babu" userId="391c5b16-0897-4eca-a028-a97f935a3bd2" providerId="ADAL" clId="{9E3353FE-7EFD-4D1F-85AC-2D3001641A94}" dt="2026-07-13T10:35:35.190" v="10533" actId="12788"/>
          <ac:grpSpMkLst>
            <pc:docMk/>
            <pc:sldMk cId="2623331845" sldId="2147481835"/>
            <ac:grpSpMk id="63" creationId="{FF68B6D9-DF21-94E9-A752-A0A239126DC5}"/>
          </ac:grpSpMkLst>
        </pc:grpChg>
        <pc:grpChg chg="add mod">
          <ac:chgData name="Kannepamula Mahesh Babu" userId="391c5b16-0897-4eca-a028-a97f935a3bd2" providerId="ADAL" clId="{9E3353FE-7EFD-4D1F-85AC-2D3001641A94}" dt="2026-07-13T10:35:31.666" v="10532" actId="12788"/>
          <ac:grpSpMkLst>
            <pc:docMk/>
            <pc:sldMk cId="2623331845" sldId="2147481835"/>
            <ac:grpSpMk id="64" creationId="{F953A716-ACC1-9408-C8BF-4534DD6C0B5B}"/>
          </ac:grpSpMkLst>
        </pc:grpChg>
        <pc:grpChg chg="add mod">
          <ac:chgData name="Kannepamula Mahesh Babu" userId="391c5b16-0897-4eca-a028-a97f935a3bd2" providerId="ADAL" clId="{9E3353FE-7EFD-4D1F-85AC-2D3001641A94}" dt="2026-07-13T10:35:26.486" v="10531" actId="12788"/>
          <ac:grpSpMkLst>
            <pc:docMk/>
            <pc:sldMk cId="2623331845" sldId="2147481835"/>
            <ac:grpSpMk id="65" creationId="{AA9CD31B-A385-EF0C-5C75-731841C3E2F2}"/>
          </ac:grpSpMkLst>
        </pc:grpChg>
        <pc:grpChg chg="add mod">
          <ac:chgData name="Kannepamula Mahesh Babu" userId="391c5b16-0897-4eca-a028-a97f935a3bd2" providerId="ADAL" clId="{9E3353FE-7EFD-4D1F-85AC-2D3001641A94}" dt="2026-07-13T10:08:30.043" v="10526" actId="408"/>
          <ac:grpSpMkLst>
            <pc:docMk/>
            <pc:sldMk cId="2623331845" sldId="2147481835"/>
            <ac:grpSpMk id="66" creationId="{7810C5C1-9444-A1C0-310C-0AE726ED0685}"/>
          </ac:grpSpMkLst>
        </pc:grpChg>
        <pc:picChg chg="add mod">
          <ac:chgData name="Kannepamula Mahesh Babu" userId="391c5b16-0897-4eca-a028-a97f935a3bd2" providerId="ADAL" clId="{9E3353FE-7EFD-4D1F-85AC-2D3001641A94}" dt="2026-07-13T10:07:38.096" v="10515" actId="12788"/>
          <ac:picMkLst>
            <pc:docMk/>
            <pc:sldMk cId="2623331845" sldId="2147481835"/>
            <ac:picMk id="5" creationId="{59E6000F-D54F-662A-8450-2C63EC374D35}"/>
          </ac:picMkLst>
        </pc:picChg>
        <pc:picChg chg="add mod">
          <ac:chgData name="Kannepamula Mahesh Babu" userId="391c5b16-0897-4eca-a028-a97f935a3bd2" providerId="ADAL" clId="{9E3353FE-7EFD-4D1F-85AC-2D3001641A94}" dt="2026-07-13T05:38:13.014" v="9265" actId="1076"/>
          <ac:picMkLst>
            <pc:docMk/>
            <pc:sldMk cId="2623331845" sldId="2147481835"/>
            <ac:picMk id="7" creationId="{435B8DB8-0B05-714E-46DD-EEBBDBA662F1}"/>
          </ac:picMkLst>
        </pc:picChg>
        <pc:picChg chg="add mod">
          <ac:chgData name="Kannepamula Mahesh Babu" userId="391c5b16-0897-4eca-a028-a97f935a3bd2" providerId="ADAL" clId="{9E3353FE-7EFD-4D1F-85AC-2D3001641A94}" dt="2026-07-13T10:07:49.329" v="10518" actId="12788"/>
          <ac:picMkLst>
            <pc:docMk/>
            <pc:sldMk cId="2623331845" sldId="2147481835"/>
            <ac:picMk id="9" creationId="{350B4FF5-3C4D-DC6E-0215-0CE3E3237B6C}"/>
          </ac:picMkLst>
        </pc:picChg>
        <pc:picChg chg="add del mod">
          <ac:chgData name="Kannepamula Mahesh Babu" userId="391c5b16-0897-4eca-a028-a97f935a3bd2" providerId="ADAL" clId="{9E3353FE-7EFD-4D1F-85AC-2D3001641A94}" dt="2026-07-13T05:43:13.027" v="9335" actId="21"/>
          <ac:picMkLst>
            <pc:docMk/>
            <pc:sldMk cId="2623331845" sldId="2147481835"/>
            <ac:picMk id="12" creationId="{BB1B0944-7FD8-E880-8591-523924E52A66}"/>
          </ac:picMkLst>
        </pc:picChg>
        <pc:picChg chg="add mod">
          <ac:chgData name="Kannepamula Mahesh Babu" userId="391c5b16-0897-4eca-a028-a97f935a3bd2" providerId="ADAL" clId="{9E3353FE-7EFD-4D1F-85AC-2D3001641A94}" dt="2026-07-13T10:07:43.696" v="10516" actId="12788"/>
          <ac:picMkLst>
            <pc:docMk/>
            <pc:sldMk cId="2623331845" sldId="2147481835"/>
            <ac:picMk id="19" creationId="{A2636191-9C31-700E-8B7F-8940A54C395F}"/>
          </ac:picMkLst>
        </pc:picChg>
        <pc:picChg chg="add mod">
          <ac:chgData name="Kannepamula Mahesh Babu" userId="391c5b16-0897-4eca-a028-a97f935a3bd2" providerId="ADAL" clId="{9E3353FE-7EFD-4D1F-85AC-2D3001641A94}" dt="2026-07-13T10:07:46.663" v="10517" actId="12788"/>
          <ac:picMkLst>
            <pc:docMk/>
            <pc:sldMk cId="2623331845" sldId="2147481835"/>
            <ac:picMk id="38" creationId="{32ED3D6D-707D-6FD0-8CEA-2D1719493FD9}"/>
          </ac:picMkLst>
        </pc:picChg>
        <pc:picChg chg="add mod">
          <ac:chgData name="Kannepamula Mahesh Babu" userId="391c5b16-0897-4eca-a028-a97f935a3bd2" providerId="ADAL" clId="{9E3353FE-7EFD-4D1F-85AC-2D3001641A94}" dt="2026-07-13T05:51:12.031" v="9385" actId="12788"/>
          <ac:picMkLst>
            <pc:docMk/>
            <pc:sldMk cId="2623331845" sldId="2147481835"/>
            <ac:picMk id="38" creationId="{BB1B0944-7FD8-E880-8591-523924E52A66}"/>
          </ac:picMkLst>
        </pc:picChg>
        <pc:picChg chg="add mod">
          <ac:chgData name="Kannepamula Mahesh Babu" userId="391c5b16-0897-4eca-a028-a97f935a3bd2" providerId="ADAL" clId="{9E3353FE-7EFD-4D1F-85AC-2D3001641A94}" dt="2026-07-13T10:07:53.480" v="10519" actId="12788"/>
          <ac:picMkLst>
            <pc:docMk/>
            <pc:sldMk cId="2623331845" sldId="2147481835"/>
            <ac:picMk id="39" creationId="{E73AD710-AA6F-9BB7-6A59-6AC6543B8605}"/>
          </ac:picMkLst>
        </pc:picChg>
        <pc:picChg chg="add del mod">
          <ac:chgData name="Kannepamula Mahesh Babu" userId="391c5b16-0897-4eca-a028-a97f935a3bd2" providerId="ADAL" clId="{9E3353FE-7EFD-4D1F-85AC-2D3001641A94}" dt="2026-07-13T05:43:59.575" v="9343" actId="21"/>
          <ac:picMkLst>
            <pc:docMk/>
            <pc:sldMk cId="2623331845" sldId="2147481835"/>
            <ac:picMk id="40" creationId="{32975E48-9BE8-B39B-37E8-BD0E6A282DE9}"/>
          </ac:picMkLst>
        </pc:picChg>
        <pc:picChg chg="add mod">
          <ac:chgData name="Kannepamula Mahesh Babu" userId="391c5b16-0897-4eca-a028-a97f935a3bd2" providerId="ADAL" clId="{9E3353FE-7EFD-4D1F-85AC-2D3001641A94}" dt="2026-07-13T10:07:34.088" v="10514" actId="12788"/>
          <ac:picMkLst>
            <pc:docMk/>
            <pc:sldMk cId="2623331845" sldId="2147481835"/>
            <ac:picMk id="41" creationId="{A25A98D7-2BD3-1F0C-138E-E557D2DE7DA7}"/>
          </ac:picMkLst>
        </pc:picChg>
        <pc:picChg chg="add mod">
          <ac:chgData name="Kannepamula Mahesh Babu" userId="391c5b16-0897-4eca-a028-a97f935a3bd2" providerId="ADAL" clId="{9E3353FE-7EFD-4D1F-85AC-2D3001641A94}" dt="2026-07-13T05:51:09.102" v="9384" actId="164"/>
          <ac:picMkLst>
            <pc:docMk/>
            <pc:sldMk cId="2623331845" sldId="2147481835"/>
            <ac:picMk id="44" creationId="{32975E48-9BE8-B39B-37E8-BD0E6A282DE9}"/>
          </ac:picMkLst>
        </pc:picChg>
        <pc:picChg chg="del mod">
          <ac:chgData name="Kannepamula Mahesh Babu" userId="391c5b16-0897-4eca-a028-a97f935a3bd2" providerId="ADAL" clId="{9E3353FE-7EFD-4D1F-85AC-2D3001641A94}" dt="2026-07-13T05:46:15.166" v="9354" actId="478"/>
          <ac:picMkLst>
            <pc:docMk/>
            <pc:sldMk cId="2623331845" sldId="2147481835"/>
            <ac:picMk id="45" creationId="{A1F52AEC-7AA1-C977-4F45-E7834F76521B}"/>
          </ac:picMkLst>
        </pc:picChg>
        <pc:picChg chg="add del mod">
          <ac:chgData name="Kannepamula Mahesh Babu" userId="391c5b16-0897-4eca-a028-a97f935a3bd2" providerId="ADAL" clId="{9E3353FE-7EFD-4D1F-85AC-2D3001641A94}" dt="2026-07-13T05:46:14.107" v="9353" actId="21"/>
          <ac:picMkLst>
            <pc:docMk/>
            <pc:sldMk cId="2623331845" sldId="2147481835"/>
            <ac:picMk id="47" creationId="{8B3CA259-82BA-F702-A708-55CE6E57036A}"/>
          </ac:picMkLst>
        </pc:picChg>
        <pc:picChg chg="del mod">
          <ac:chgData name="Kannepamula Mahesh Babu" userId="391c5b16-0897-4eca-a028-a97f935a3bd2" providerId="ADAL" clId="{9E3353FE-7EFD-4D1F-85AC-2D3001641A94}" dt="2026-07-13T05:49:09.081" v="9363" actId="478"/>
          <ac:picMkLst>
            <pc:docMk/>
            <pc:sldMk cId="2623331845" sldId="2147481835"/>
            <ac:picMk id="48" creationId="{87D19333-A248-A3FD-CDEA-DB3A446B67BE}"/>
          </ac:picMkLst>
        </pc:picChg>
        <pc:picChg chg="add mod">
          <ac:chgData name="Kannepamula Mahesh Babu" userId="391c5b16-0897-4eca-a028-a97f935a3bd2" providerId="ADAL" clId="{9E3353FE-7EFD-4D1F-85AC-2D3001641A94}" dt="2026-07-13T05:50:59.190" v="9381" actId="164"/>
          <ac:picMkLst>
            <pc:docMk/>
            <pc:sldMk cId="2623331845" sldId="2147481835"/>
            <ac:picMk id="49" creationId="{8B3CA259-82BA-F702-A708-55CE6E57036A}"/>
          </ac:picMkLst>
        </pc:picChg>
        <pc:picChg chg="del mod">
          <ac:chgData name="Kannepamula Mahesh Babu" userId="391c5b16-0897-4eca-a028-a97f935a3bd2" providerId="ADAL" clId="{9E3353FE-7EFD-4D1F-85AC-2D3001641A94}" dt="2026-07-13T05:50:02.343" v="9370" actId="478"/>
          <ac:picMkLst>
            <pc:docMk/>
            <pc:sldMk cId="2623331845" sldId="2147481835"/>
            <ac:picMk id="50" creationId="{AE972D8A-B157-0002-E4F3-8EE1D525D241}"/>
          </ac:picMkLst>
        </pc:picChg>
        <pc:picChg chg="del">
          <ac:chgData name="Kannepamula Mahesh Babu" userId="391c5b16-0897-4eca-a028-a97f935a3bd2" providerId="ADAL" clId="{9E3353FE-7EFD-4D1F-85AC-2D3001641A94}" dt="2026-07-13T05:36:24.323" v="9255" actId="478"/>
          <ac:picMkLst>
            <pc:docMk/>
            <pc:sldMk cId="2623331845" sldId="2147481835"/>
            <ac:picMk id="52" creationId="{A141BE85-3688-6F9B-29BE-8EC25099E12D}"/>
          </ac:picMkLst>
        </pc:picChg>
        <pc:picChg chg="add del mod">
          <ac:chgData name="Kannepamula Mahesh Babu" userId="391c5b16-0897-4eca-a028-a97f935a3bd2" providerId="ADAL" clId="{9E3353FE-7EFD-4D1F-85AC-2D3001641A94}" dt="2026-07-13T05:49:07.833" v="9362" actId="21"/>
          <ac:picMkLst>
            <pc:docMk/>
            <pc:sldMk cId="2623331845" sldId="2147481835"/>
            <ac:picMk id="53" creationId="{D83917BF-418B-9738-8763-7FBEF56D53A6}"/>
          </ac:picMkLst>
        </pc:picChg>
        <pc:picChg chg="mod">
          <ac:chgData name="Kannepamula Mahesh Babu" userId="391c5b16-0897-4eca-a028-a97f935a3bd2" providerId="ADAL" clId="{9E3353FE-7EFD-4D1F-85AC-2D3001641A94}" dt="2026-07-13T05:51:22.429" v="9388" actId="12788"/>
          <ac:picMkLst>
            <pc:docMk/>
            <pc:sldMk cId="2623331845" sldId="2147481835"/>
            <ac:picMk id="54" creationId="{03A7BD8F-DEB6-53CA-2F47-6F2AA441C708}"/>
          </ac:picMkLst>
        </pc:picChg>
        <pc:picChg chg="add mod">
          <ac:chgData name="Kannepamula Mahesh Babu" userId="391c5b16-0897-4eca-a028-a97f935a3bd2" providerId="ADAL" clId="{9E3353FE-7EFD-4D1F-85AC-2D3001641A94}" dt="2026-07-13T05:51:16.419" v="9386" actId="12788"/>
          <ac:picMkLst>
            <pc:docMk/>
            <pc:sldMk cId="2623331845" sldId="2147481835"/>
            <ac:picMk id="55" creationId="{D83917BF-418B-9738-8763-7FBEF56D53A6}"/>
          </ac:picMkLst>
        </pc:picChg>
        <pc:picChg chg="mod">
          <ac:chgData name="Kannepamula Mahesh Babu" userId="391c5b16-0897-4eca-a028-a97f935a3bd2" providerId="ADAL" clId="{9E3353FE-7EFD-4D1F-85AC-2D3001641A94}" dt="2026-07-13T05:51:26.339" v="9389" actId="12788"/>
          <ac:picMkLst>
            <pc:docMk/>
            <pc:sldMk cId="2623331845" sldId="2147481835"/>
            <ac:picMk id="56" creationId="{98021C12-B94B-BC28-88A0-495478B16265}"/>
          </ac:picMkLst>
        </pc:picChg>
        <pc:picChg chg="add del mod">
          <ac:chgData name="Kannepamula Mahesh Babu" userId="391c5b16-0897-4eca-a028-a97f935a3bd2" providerId="ADAL" clId="{9E3353FE-7EFD-4D1F-85AC-2D3001641A94}" dt="2026-07-13T05:50:00.727" v="9369" actId="21"/>
          <ac:picMkLst>
            <pc:docMk/>
            <pc:sldMk cId="2623331845" sldId="2147481835"/>
            <ac:picMk id="57" creationId="{F2341EFF-29E5-2165-1875-1DDD8D5674FE}"/>
          </ac:picMkLst>
        </pc:picChg>
        <pc:picChg chg="del mod">
          <ac:chgData name="Kannepamula Mahesh Babu" userId="391c5b16-0897-4eca-a028-a97f935a3bd2" providerId="ADAL" clId="{9E3353FE-7EFD-4D1F-85AC-2D3001641A94}" dt="2026-07-13T05:43:14.299" v="9336" actId="478"/>
          <ac:picMkLst>
            <pc:docMk/>
            <pc:sldMk cId="2623331845" sldId="2147481835"/>
            <ac:picMk id="58" creationId="{27CB0648-18B6-B9BA-E171-12E8CA646D99}"/>
          </ac:picMkLst>
        </pc:picChg>
        <pc:picChg chg="add mod">
          <ac:chgData name="Kannepamula Mahesh Babu" userId="391c5b16-0897-4eca-a028-a97f935a3bd2" providerId="ADAL" clId="{9E3353FE-7EFD-4D1F-85AC-2D3001641A94}" dt="2026-07-13T05:51:19.409" v="9387" actId="12788"/>
          <ac:picMkLst>
            <pc:docMk/>
            <pc:sldMk cId="2623331845" sldId="2147481835"/>
            <ac:picMk id="59" creationId="{F2341EFF-29E5-2165-1875-1DDD8D5674FE}"/>
          </ac:picMkLst>
        </pc:picChg>
        <pc:picChg chg="mod">
          <ac:chgData name="Kannepamula Mahesh Babu" userId="391c5b16-0897-4eca-a028-a97f935a3bd2" providerId="ADAL" clId="{9E3353FE-7EFD-4D1F-85AC-2D3001641A94}" dt="2026-07-13T10:08:20.755" v="10525" actId="408"/>
          <ac:picMkLst>
            <pc:docMk/>
            <pc:sldMk cId="2623331845" sldId="2147481835"/>
            <ac:picMk id="73" creationId="{E391C4F5-74A9-C0F0-8701-4CA4F85FB69D}"/>
          </ac:picMkLst>
        </pc:picChg>
        <pc:picChg chg="mod">
          <ac:chgData name="Kannepamula Mahesh Babu" userId="391c5b16-0897-4eca-a028-a97f935a3bd2" providerId="ADAL" clId="{9E3353FE-7EFD-4D1F-85AC-2D3001641A94}" dt="2026-07-13T10:35:26.486" v="10531" actId="12788"/>
          <ac:picMkLst>
            <pc:docMk/>
            <pc:sldMk cId="2623331845" sldId="2147481835"/>
            <ac:picMk id="75" creationId="{85B1ADC9-A133-7EEB-F82B-D993D5BE600D}"/>
          </ac:picMkLst>
        </pc:picChg>
        <pc:picChg chg="mod">
          <ac:chgData name="Kannepamula Mahesh Babu" userId="391c5b16-0897-4eca-a028-a97f935a3bd2" providerId="ADAL" clId="{9E3353FE-7EFD-4D1F-85AC-2D3001641A94}" dt="2026-07-13T10:35:31.666" v="10532" actId="12788"/>
          <ac:picMkLst>
            <pc:docMk/>
            <pc:sldMk cId="2623331845" sldId="2147481835"/>
            <ac:picMk id="77" creationId="{EAB79166-32C4-D381-4C16-BB20F764A975}"/>
          </ac:picMkLst>
        </pc:picChg>
        <pc:picChg chg="mod">
          <ac:chgData name="Kannepamula Mahesh Babu" userId="391c5b16-0897-4eca-a028-a97f935a3bd2" providerId="ADAL" clId="{9E3353FE-7EFD-4D1F-85AC-2D3001641A94}" dt="2026-07-13T10:35:35.190" v="10533" actId="12788"/>
          <ac:picMkLst>
            <pc:docMk/>
            <pc:sldMk cId="2623331845" sldId="2147481835"/>
            <ac:picMk id="79" creationId="{E96C4AD2-297E-D5C0-77AE-0598A7F3BEA0}"/>
          </ac:picMkLst>
        </pc:picChg>
        <pc:picChg chg="mod">
          <ac:chgData name="Kannepamula Mahesh Babu" userId="391c5b16-0897-4eca-a028-a97f935a3bd2" providerId="ADAL" clId="{9E3353FE-7EFD-4D1F-85AC-2D3001641A94}" dt="2026-07-13T10:08:00.994" v="10521" actId="164"/>
          <ac:picMkLst>
            <pc:docMk/>
            <pc:sldMk cId="2623331845" sldId="2147481835"/>
            <ac:picMk id="80" creationId="{D0FAF3D8-FEC3-B192-66A5-B267C511758F}"/>
          </ac:picMkLst>
        </pc:picChg>
        <pc:cxnChg chg="mod">
          <ac:chgData name="Kannepamula Mahesh Babu" userId="391c5b16-0897-4eca-a028-a97f935a3bd2" providerId="ADAL" clId="{9E3353FE-7EFD-4D1F-85AC-2D3001641A94}" dt="2026-07-13T10:08:30.043" v="10526" actId="408"/>
          <ac:cxnSpMkLst>
            <pc:docMk/>
            <pc:sldMk cId="2623331845" sldId="2147481835"/>
            <ac:cxnSpMk id="31" creationId="{0F4C518D-BDFA-DDCA-5B08-DC882907A348}"/>
          </ac:cxnSpMkLst>
        </pc:cxnChg>
        <pc:cxnChg chg="mod">
          <ac:chgData name="Kannepamula Mahesh Babu" userId="391c5b16-0897-4eca-a028-a97f935a3bd2" providerId="ADAL" clId="{9E3353FE-7EFD-4D1F-85AC-2D3001641A94}" dt="2026-07-13T10:08:30.043" v="10526" actId="408"/>
          <ac:cxnSpMkLst>
            <pc:docMk/>
            <pc:sldMk cId="2623331845" sldId="2147481835"/>
            <ac:cxnSpMk id="32" creationId="{9452E21E-9678-3A60-F87D-96C95D564F08}"/>
          </ac:cxnSpMkLst>
        </pc:cxnChg>
        <pc:cxnChg chg="mod">
          <ac:chgData name="Kannepamula Mahesh Babu" userId="391c5b16-0897-4eca-a028-a97f935a3bd2" providerId="ADAL" clId="{9E3353FE-7EFD-4D1F-85AC-2D3001641A94}" dt="2026-07-13T10:08:30.043" v="10526" actId="408"/>
          <ac:cxnSpMkLst>
            <pc:docMk/>
            <pc:sldMk cId="2623331845" sldId="2147481835"/>
            <ac:cxnSpMk id="33" creationId="{0E3A6D23-282F-2FE4-8032-CDA212C3F393}"/>
          </ac:cxnSpMkLst>
        </pc:cxnChg>
        <pc:cxnChg chg="mod">
          <ac:chgData name="Kannepamula Mahesh Babu" userId="391c5b16-0897-4eca-a028-a97f935a3bd2" providerId="ADAL" clId="{9E3353FE-7EFD-4D1F-85AC-2D3001641A94}" dt="2026-07-13T10:08:30.043" v="10526" actId="408"/>
          <ac:cxnSpMkLst>
            <pc:docMk/>
            <pc:sldMk cId="2623331845" sldId="2147481835"/>
            <ac:cxnSpMk id="34" creationId="{479C2D6E-5901-0765-6920-2D11CB1FD810}"/>
          </ac:cxnSpMkLst>
        </pc:cxnChg>
        <pc:cxnChg chg="mod">
          <ac:chgData name="Kannepamula Mahesh Babu" userId="391c5b16-0897-4eca-a028-a97f935a3bd2" providerId="ADAL" clId="{9E3353FE-7EFD-4D1F-85AC-2D3001641A94}" dt="2026-07-13T10:08:30.043" v="10526" actId="408"/>
          <ac:cxnSpMkLst>
            <pc:docMk/>
            <pc:sldMk cId="2623331845" sldId="2147481835"/>
            <ac:cxnSpMk id="35" creationId="{AF8B5070-9556-56C1-CD51-2984E83E975B}"/>
          </ac:cxnSpMkLst>
        </pc:cxnChg>
        <pc:cxnChg chg="del">
          <ac:chgData name="Kannepamula Mahesh Babu" userId="391c5b16-0897-4eca-a028-a97f935a3bd2" providerId="ADAL" clId="{9E3353FE-7EFD-4D1F-85AC-2D3001641A94}" dt="2026-07-13T05:36:26.249" v="9256" actId="478"/>
          <ac:cxnSpMkLst>
            <pc:docMk/>
            <pc:sldMk cId="2623331845" sldId="2147481835"/>
            <ac:cxnSpMk id="36" creationId="{764845C6-903D-E869-BC7A-DAC3529FC692}"/>
          </ac:cxnSpMkLst>
        </pc:cxnChg>
        <pc:cxnChg chg="mod">
          <ac:chgData name="Kannepamula Mahesh Babu" userId="391c5b16-0897-4eca-a028-a97f935a3bd2" providerId="ADAL" clId="{9E3353FE-7EFD-4D1F-85AC-2D3001641A94}" dt="2026-07-13T05:40:26.482" v="9295" actId="1076"/>
          <ac:cxnSpMkLst>
            <pc:docMk/>
            <pc:sldMk cId="2623331845" sldId="2147481835"/>
            <ac:cxnSpMk id="37" creationId="{9EBB7058-5806-FA9F-F7C0-E3C574AC1632}"/>
          </ac:cxnSpMkLst>
        </pc:cxnChg>
      </pc:sldChg>
      <pc:sldChg chg="addSp delSp modSp mod ord modShow chgLayout">
        <pc:chgData name="Kannepamula Mahesh Babu" userId="391c5b16-0897-4eca-a028-a97f935a3bd2" providerId="ADAL" clId="{9E3353FE-7EFD-4D1F-85AC-2D3001641A94}" dt="2026-07-13T08:06:03.846" v="10462" actId="34476"/>
        <pc:sldMkLst>
          <pc:docMk/>
          <pc:sldMk cId="259591731" sldId="2147481836"/>
        </pc:sldMkLst>
        <pc:spChg chg="mod ord">
          <ac:chgData name="Kannepamula Mahesh Babu" userId="391c5b16-0897-4eca-a028-a97f935a3bd2" providerId="ADAL" clId="{9E3353FE-7EFD-4D1F-85AC-2D3001641A94}" dt="2026-07-13T05:57:22.885" v="9402" actId="6264"/>
          <ac:spMkLst>
            <pc:docMk/>
            <pc:sldMk cId="259591731" sldId="2147481836"/>
            <ac:spMk id="2" creationId="{B5FCA7BF-5C58-D9F2-D48D-A05B2E602E94}"/>
          </ac:spMkLst>
        </pc:spChg>
        <pc:spChg chg="mod ord">
          <ac:chgData name="Kannepamula Mahesh Babu" userId="391c5b16-0897-4eca-a028-a97f935a3bd2" providerId="ADAL" clId="{9E3353FE-7EFD-4D1F-85AC-2D3001641A94}" dt="2026-07-13T05:57:22.885" v="9402" actId="6264"/>
          <ac:spMkLst>
            <pc:docMk/>
            <pc:sldMk cId="259591731" sldId="2147481836"/>
            <ac:spMk id="3" creationId="{18B60A9A-E693-97E3-0899-A0DF9BAE92A8}"/>
          </ac:spMkLst>
        </pc:spChg>
        <pc:spChg chg="mod ord">
          <ac:chgData name="Kannepamula Mahesh Babu" userId="391c5b16-0897-4eca-a028-a97f935a3bd2" providerId="ADAL" clId="{9E3353FE-7EFD-4D1F-85AC-2D3001641A94}" dt="2026-07-13T05:57:22.885" v="9402" actId="6264"/>
          <ac:spMkLst>
            <pc:docMk/>
            <pc:sldMk cId="259591731" sldId="2147481836"/>
            <ac:spMk id="4" creationId="{1D4ED89C-51DB-5AEB-4B40-9D792BEFE5D2}"/>
          </ac:spMkLst>
        </pc:spChg>
        <pc:spChg chg="mod">
          <ac:chgData name="Kannepamula Mahesh Babu" userId="391c5b16-0897-4eca-a028-a97f935a3bd2" providerId="ADAL" clId="{9E3353FE-7EFD-4D1F-85AC-2D3001641A94}" dt="2026-07-13T06:22:20.432" v="9688"/>
          <ac:spMkLst>
            <pc:docMk/>
            <pc:sldMk cId="259591731" sldId="2147481836"/>
            <ac:spMk id="5" creationId="{3505931C-A9CF-AB39-D3F8-5BE897E82EFE}"/>
          </ac:spMkLst>
        </pc:spChg>
        <pc:spChg chg="add del mod">
          <ac:chgData name="Kannepamula Mahesh Babu" userId="391c5b16-0897-4eca-a028-a97f935a3bd2" providerId="ADAL" clId="{9E3353FE-7EFD-4D1F-85AC-2D3001641A94}" dt="2026-07-13T05:57:22.885" v="9402" actId="6264"/>
          <ac:spMkLst>
            <pc:docMk/>
            <pc:sldMk cId="259591731" sldId="2147481836"/>
            <ac:spMk id="6" creationId="{9ACD5DAA-B4A2-6206-C65E-A449A7C80AE6}"/>
          </ac:spMkLst>
        </pc:spChg>
        <pc:spChg chg="add del mod">
          <ac:chgData name="Kannepamula Mahesh Babu" userId="391c5b16-0897-4eca-a028-a97f935a3bd2" providerId="ADAL" clId="{9E3353FE-7EFD-4D1F-85AC-2D3001641A94}" dt="2026-07-13T05:57:22.885" v="9402" actId="6264"/>
          <ac:spMkLst>
            <pc:docMk/>
            <pc:sldMk cId="259591731" sldId="2147481836"/>
            <ac:spMk id="8" creationId="{29F62E90-3155-833A-497E-1ED2AA190DBE}"/>
          </ac:spMkLst>
        </pc:spChg>
        <pc:spChg chg="mod">
          <ac:chgData name="Kannepamula Mahesh Babu" userId="391c5b16-0897-4eca-a028-a97f935a3bd2" providerId="ADAL" clId="{9E3353FE-7EFD-4D1F-85AC-2D3001641A94}" dt="2026-07-13T06:22:34.770" v="9693" actId="20577"/>
          <ac:spMkLst>
            <pc:docMk/>
            <pc:sldMk cId="259591731" sldId="2147481836"/>
            <ac:spMk id="9" creationId="{8449620F-3FE8-9801-821B-280AA8DBF33D}"/>
          </ac:spMkLst>
        </pc:spChg>
        <pc:spChg chg="add del mod">
          <ac:chgData name="Kannepamula Mahesh Babu" userId="391c5b16-0897-4eca-a028-a97f935a3bd2" providerId="ADAL" clId="{9E3353FE-7EFD-4D1F-85AC-2D3001641A94}" dt="2026-07-13T05:57:22.885" v="9402" actId="6264"/>
          <ac:spMkLst>
            <pc:docMk/>
            <pc:sldMk cId="259591731" sldId="2147481836"/>
            <ac:spMk id="10" creationId="{849692E0-1EA8-A54C-04CE-009097E7C9BE}"/>
          </ac:spMkLst>
        </pc:spChg>
        <pc:spChg chg="mod">
          <ac:chgData name="Kannepamula Mahesh Babu" userId="391c5b16-0897-4eca-a028-a97f935a3bd2" providerId="ADAL" clId="{9E3353FE-7EFD-4D1F-85AC-2D3001641A94}" dt="2026-07-13T06:22:20.432" v="9688"/>
          <ac:spMkLst>
            <pc:docMk/>
            <pc:sldMk cId="259591731" sldId="2147481836"/>
            <ac:spMk id="38" creationId="{275EE759-60AB-5E2E-2414-865C87E909D5}"/>
          </ac:spMkLst>
        </pc:spChg>
        <pc:spChg chg="mod">
          <ac:chgData name="Kannepamula Mahesh Babu" userId="391c5b16-0897-4eca-a028-a97f935a3bd2" providerId="ADAL" clId="{9E3353FE-7EFD-4D1F-85AC-2D3001641A94}" dt="2026-07-13T06:31:14.023" v="10290"/>
          <ac:spMkLst>
            <pc:docMk/>
            <pc:sldMk cId="259591731" sldId="2147481836"/>
            <ac:spMk id="46" creationId="{2B867906-E3D9-6440-9822-D8838413E9D9}"/>
          </ac:spMkLst>
        </pc:spChg>
        <pc:spChg chg="mod">
          <ac:chgData name="Kannepamula Mahesh Babu" userId="391c5b16-0897-4eca-a028-a97f935a3bd2" providerId="ADAL" clId="{9E3353FE-7EFD-4D1F-85AC-2D3001641A94}" dt="2026-07-13T06:32:05.273" v="10433" actId="20577"/>
          <ac:spMkLst>
            <pc:docMk/>
            <pc:sldMk cId="259591731" sldId="2147481836"/>
            <ac:spMk id="49" creationId="{0C2D01D7-19CE-4A9A-D2B9-7EF611C8DBC3}"/>
          </ac:spMkLst>
        </pc:spChg>
        <pc:spChg chg="mod">
          <ac:chgData name="Kannepamula Mahesh Babu" userId="391c5b16-0897-4eca-a028-a97f935a3bd2" providerId="ADAL" clId="{9E3353FE-7EFD-4D1F-85AC-2D3001641A94}" dt="2026-07-13T06:20:47.736" v="9657" actId="20577"/>
          <ac:spMkLst>
            <pc:docMk/>
            <pc:sldMk cId="259591731" sldId="2147481836"/>
            <ac:spMk id="51" creationId="{502980CF-599C-D951-B331-C85E3DBA9779}"/>
          </ac:spMkLst>
        </pc:spChg>
        <pc:spChg chg="mod">
          <ac:chgData name="Kannepamula Mahesh Babu" userId="391c5b16-0897-4eca-a028-a97f935a3bd2" providerId="ADAL" clId="{9E3353FE-7EFD-4D1F-85AC-2D3001641A94}" dt="2026-07-13T06:21:52.696" v="9686" actId="14100"/>
          <ac:spMkLst>
            <pc:docMk/>
            <pc:sldMk cId="259591731" sldId="2147481836"/>
            <ac:spMk id="60" creationId="{6EEFBFC5-A0C9-1341-3E6C-93BEFADDD31D}"/>
          </ac:spMkLst>
        </pc:spChg>
        <pc:spChg chg="mod">
          <ac:chgData name="Kannepamula Mahesh Babu" userId="391c5b16-0897-4eca-a028-a97f935a3bd2" providerId="ADAL" clId="{9E3353FE-7EFD-4D1F-85AC-2D3001641A94}" dt="2026-07-13T05:58:05.137" v="9408" actId="20577"/>
          <ac:spMkLst>
            <pc:docMk/>
            <pc:sldMk cId="259591731" sldId="2147481836"/>
            <ac:spMk id="79" creationId="{8391646A-51D1-D0C4-5E9B-FAFB0F74B862}"/>
          </ac:spMkLst>
        </pc:spChg>
        <pc:spChg chg="mod">
          <ac:chgData name="Kannepamula Mahesh Babu" userId="391c5b16-0897-4eca-a028-a97f935a3bd2" providerId="ADAL" clId="{9E3353FE-7EFD-4D1F-85AC-2D3001641A94}" dt="2026-07-13T06:09:38.472" v="9443" actId="465"/>
          <ac:spMkLst>
            <pc:docMk/>
            <pc:sldMk cId="259591731" sldId="2147481836"/>
            <ac:spMk id="80" creationId="{B4FD0DD3-83CB-A75D-770A-E34F58885157}"/>
          </ac:spMkLst>
        </pc:spChg>
        <pc:spChg chg="mod">
          <ac:chgData name="Kannepamula Mahesh Babu" userId="391c5b16-0897-4eca-a028-a97f935a3bd2" providerId="ADAL" clId="{9E3353FE-7EFD-4D1F-85AC-2D3001641A94}" dt="2026-07-13T06:09:38.472" v="9443" actId="465"/>
          <ac:spMkLst>
            <pc:docMk/>
            <pc:sldMk cId="259591731" sldId="2147481836"/>
            <ac:spMk id="81" creationId="{FA04BA3E-38E1-06F8-4F3F-1AD9645BF6FA}"/>
          </ac:spMkLst>
        </pc:spChg>
        <pc:spChg chg="mod">
          <ac:chgData name="Kannepamula Mahesh Babu" userId="391c5b16-0897-4eca-a028-a97f935a3bd2" providerId="ADAL" clId="{9E3353FE-7EFD-4D1F-85AC-2D3001641A94}" dt="2026-07-13T06:00:42.356" v="9442" actId="20577"/>
          <ac:spMkLst>
            <pc:docMk/>
            <pc:sldMk cId="259591731" sldId="2147481836"/>
            <ac:spMk id="82" creationId="{8FB44A41-BB29-5F89-55BB-F5A32CB48708}"/>
          </ac:spMkLst>
        </pc:spChg>
        <pc:spChg chg="mod">
          <ac:chgData name="Kannepamula Mahesh Babu" userId="391c5b16-0897-4eca-a028-a97f935a3bd2" providerId="ADAL" clId="{9E3353FE-7EFD-4D1F-85AC-2D3001641A94}" dt="2026-07-13T06:10:20.546" v="9451"/>
          <ac:spMkLst>
            <pc:docMk/>
            <pc:sldMk cId="259591731" sldId="2147481836"/>
            <ac:spMk id="85" creationId="{ACB5DDB3-9B72-4446-B733-44B4C3A198AB}"/>
          </ac:spMkLst>
        </pc:spChg>
        <pc:spChg chg="mod">
          <ac:chgData name="Kannepamula Mahesh Babu" userId="391c5b16-0897-4eca-a028-a97f935a3bd2" providerId="ADAL" clId="{9E3353FE-7EFD-4D1F-85AC-2D3001641A94}" dt="2026-07-13T06:10:30.274" v="9455"/>
          <ac:spMkLst>
            <pc:docMk/>
            <pc:sldMk cId="259591731" sldId="2147481836"/>
            <ac:spMk id="86" creationId="{E939DF06-BA9B-3C17-EC69-C15B21FFF653}"/>
          </ac:spMkLst>
        </pc:spChg>
        <pc:spChg chg="mod">
          <ac:chgData name="Kannepamula Mahesh Babu" userId="391c5b16-0897-4eca-a028-a97f935a3bd2" providerId="ADAL" clId="{9E3353FE-7EFD-4D1F-85AC-2D3001641A94}" dt="2026-07-13T06:10:58.242" v="9460"/>
          <ac:spMkLst>
            <pc:docMk/>
            <pc:sldMk cId="259591731" sldId="2147481836"/>
            <ac:spMk id="87" creationId="{B8F09C73-94B6-28F1-39A8-22BEF303EB38}"/>
          </ac:spMkLst>
        </pc:spChg>
        <pc:spChg chg="mod">
          <ac:chgData name="Kannepamula Mahesh Babu" userId="391c5b16-0897-4eca-a028-a97f935a3bd2" providerId="ADAL" clId="{9E3353FE-7EFD-4D1F-85AC-2D3001641A94}" dt="2026-07-13T06:11:11.904" v="9466"/>
          <ac:spMkLst>
            <pc:docMk/>
            <pc:sldMk cId="259591731" sldId="2147481836"/>
            <ac:spMk id="88" creationId="{681B8093-7010-6A7F-2A03-D442BB74D6F8}"/>
          </ac:spMkLst>
        </pc:spChg>
        <pc:spChg chg="mod">
          <ac:chgData name="Kannepamula Mahesh Babu" userId="391c5b16-0897-4eca-a028-a97f935a3bd2" providerId="ADAL" clId="{9E3353FE-7EFD-4D1F-85AC-2D3001641A94}" dt="2026-07-13T06:11:24.472" v="9470"/>
          <ac:spMkLst>
            <pc:docMk/>
            <pc:sldMk cId="259591731" sldId="2147481836"/>
            <ac:spMk id="89" creationId="{A3231A69-8865-0A06-2A69-340443B7DA61}"/>
          </ac:spMkLst>
        </pc:spChg>
        <pc:spChg chg="mod">
          <ac:chgData name="Kannepamula Mahesh Babu" userId="391c5b16-0897-4eca-a028-a97f935a3bd2" providerId="ADAL" clId="{9E3353FE-7EFD-4D1F-85AC-2D3001641A94}" dt="2026-07-13T06:11:35.617" v="9475"/>
          <ac:spMkLst>
            <pc:docMk/>
            <pc:sldMk cId="259591731" sldId="2147481836"/>
            <ac:spMk id="90" creationId="{F9C94018-F2D5-FBD2-4D50-2FC80FD98183}"/>
          </ac:spMkLst>
        </pc:spChg>
        <pc:spChg chg="mod">
          <ac:chgData name="Kannepamula Mahesh Babu" userId="391c5b16-0897-4eca-a028-a97f935a3bd2" providerId="ADAL" clId="{9E3353FE-7EFD-4D1F-85AC-2D3001641A94}" dt="2026-07-13T06:19:06.981" v="9611"/>
          <ac:spMkLst>
            <pc:docMk/>
            <pc:sldMk cId="259591731" sldId="2147481836"/>
            <ac:spMk id="102" creationId="{EB61C558-ED3F-C7E5-1DE5-B8334A46C4C6}"/>
          </ac:spMkLst>
        </pc:spChg>
        <pc:spChg chg="mod">
          <ac:chgData name="Kannepamula Mahesh Babu" userId="391c5b16-0897-4eca-a028-a97f935a3bd2" providerId="ADAL" clId="{9E3353FE-7EFD-4D1F-85AC-2D3001641A94}" dt="2026-07-13T06:18:58.945" v="9609"/>
          <ac:spMkLst>
            <pc:docMk/>
            <pc:sldMk cId="259591731" sldId="2147481836"/>
            <ac:spMk id="103" creationId="{199C2C35-2F7F-1EE7-735E-88F554A4EADE}"/>
          </ac:spMkLst>
        </pc:spChg>
        <pc:spChg chg="mod">
          <ac:chgData name="Kannepamula Mahesh Babu" userId="391c5b16-0897-4eca-a028-a97f935a3bd2" providerId="ADAL" clId="{9E3353FE-7EFD-4D1F-85AC-2D3001641A94}" dt="2026-07-13T06:18:56.176" v="9607"/>
          <ac:spMkLst>
            <pc:docMk/>
            <pc:sldMk cId="259591731" sldId="2147481836"/>
            <ac:spMk id="104" creationId="{09A8E779-D631-8FF6-46F0-266668F667E2}"/>
          </ac:spMkLst>
        </pc:spChg>
        <pc:spChg chg="mod">
          <ac:chgData name="Kannepamula Mahesh Babu" userId="391c5b16-0897-4eca-a028-a97f935a3bd2" providerId="ADAL" clId="{9E3353FE-7EFD-4D1F-85AC-2D3001641A94}" dt="2026-07-13T06:18:53.417" v="9605"/>
          <ac:spMkLst>
            <pc:docMk/>
            <pc:sldMk cId="259591731" sldId="2147481836"/>
            <ac:spMk id="105" creationId="{B760BF76-EBC0-CA53-CE65-18A87C835854}"/>
          </ac:spMkLst>
        </pc:spChg>
        <pc:spChg chg="mod">
          <ac:chgData name="Kannepamula Mahesh Babu" userId="391c5b16-0897-4eca-a028-a97f935a3bd2" providerId="ADAL" clId="{9E3353FE-7EFD-4D1F-85AC-2D3001641A94}" dt="2026-07-13T06:18:50.909" v="9603"/>
          <ac:spMkLst>
            <pc:docMk/>
            <pc:sldMk cId="259591731" sldId="2147481836"/>
            <ac:spMk id="106" creationId="{09FB4F95-BAA5-5F89-1FCF-34FE47336DE4}"/>
          </ac:spMkLst>
        </pc:spChg>
        <pc:spChg chg="mod">
          <ac:chgData name="Kannepamula Mahesh Babu" userId="391c5b16-0897-4eca-a028-a97f935a3bd2" providerId="ADAL" clId="{9E3353FE-7EFD-4D1F-85AC-2D3001641A94}" dt="2026-07-13T06:18:48.744" v="9601"/>
          <ac:spMkLst>
            <pc:docMk/>
            <pc:sldMk cId="259591731" sldId="2147481836"/>
            <ac:spMk id="107" creationId="{0AECDFAB-DCAA-D28D-5E18-F47B4EDC92FF}"/>
          </ac:spMkLst>
        </pc:spChg>
        <pc:spChg chg="mod">
          <ac:chgData name="Kannepamula Mahesh Babu" userId="391c5b16-0897-4eca-a028-a97f935a3bd2" providerId="ADAL" clId="{9E3353FE-7EFD-4D1F-85AC-2D3001641A94}" dt="2026-07-13T06:18:46.829" v="9599"/>
          <ac:spMkLst>
            <pc:docMk/>
            <pc:sldMk cId="259591731" sldId="2147481836"/>
            <ac:spMk id="108" creationId="{594901D6-E02A-2D4E-7AC5-7910A98CDDB3}"/>
          </ac:spMkLst>
        </pc:spChg>
        <pc:spChg chg="mod">
          <ac:chgData name="Kannepamula Mahesh Babu" userId="391c5b16-0897-4eca-a028-a97f935a3bd2" providerId="ADAL" clId="{9E3353FE-7EFD-4D1F-85AC-2D3001641A94}" dt="2026-07-13T06:12:21.870" v="9494" actId="20577"/>
          <ac:spMkLst>
            <pc:docMk/>
            <pc:sldMk cId="259591731" sldId="2147481836"/>
            <ac:spMk id="110" creationId="{01F16DAC-982A-8F64-E899-43D942C16B97}"/>
          </ac:spMkLst>
        </pc:spChg>
        <pc:spChg chg="mod">
          <ac:chgData name="Kannepamula Mahesh Babu" userId="391c5b16-0897-4eca-a028-a97f935a3bd2" providerId="ADAL" clId="{9E3353FE-7EFD-4D1F-85AC-2D3001641A94}" dt="2026-07-13T06:12:48.908" v="9503" actId="20577"/>
          <ac:spMkLst>
            <pc:docMk/>
            <pc:sldMk cId="259591731" sldId="2147481836"/>
            <ac:spMk id="111" creationId="{D3AE1539-3AB6-A87F-EADB-E1CCF6A3CCF7}"/>
          </ac:spMkLst>
        </pc:spChg>
        <pc:spChg chg="mod">
          <ac:chgData name="Kannepamula Mahesh Babu" userId="391c5b16-0897-4eca-a028-a97f935a3bd2" providerId="ADAL" clId="{9E3353FE-7EFD-4D1F-85AC-2D3001641A94}" dt="2026-07-13T06:13:46.702" v="9519" actId="20577"/>
          <ac:spMkLst>
            <pc:docMk/>
            <pc:sldMk cId="259591731" sldId="2147481836"/>
            <ac:spMk id="112" creationId="{943C60AD-BC98-1B87-667E-8ABC089CF702}"/>
          </ac:spMkLst>
        </pc:spChg>
        <pc:spChg chg="mod">
          <ac:chgData name="Kannepamula Mahesh Babu" userId="391c5b16-0897-4eca-a028-a97f935a3bd2" providerId="ADAL" clId="{9E3353FE-7EFD-4D1F-85AC-2D3001641A94}" dt="2026-07-13T06:14:32.950" v="9527" actId="20577"/>
          <ac:spMkLst>
            <pc:docMk/>
            <pc:sldMk cId="259591731" sldId="2147481836"/>
            <ac:spMk id="113" creationId="{98B588B3-A206-FB5F-CA0C-5E0158413917}"/>
          </ac:spMkLst>
        </pc:spChg>
        <pc:spChg chg="mod">
          <ac:chgData name="Kannepamula Mahesh Babu" userId="391c5b16-0897-4eca-a028-a97f935a3bd2" providerId="ADAL" clId="{9E3353FE-7EFD-4D1F-85AC-2D3001641A94}" dt="2026-07-13T06:14:56.005" v="9533" actId="20577"/>
          <ac:spMkLst>
            <pc:docMk/>
            <pc:sldMk cId="259591731" sldId="2147481836"/>
            <ac:spMk id="114" creationId="{4F53FAD5-912E-77E5-2614-006707DB2295}"/>
          </ac:spMkLst>
        </pc:spChg>
        <pc:spChg chg="mod">
          <ac:chgData name="Kannepamula Mahesh Babu" userId="391c5b16-0897-4eca-a028-a97f935a3bd2" providerId="ADAL" clId="{9E3353FE-7EFD-4D1F-85AC-2D3001641A94}" dt="2026-07-13T06:15:15.966" v="9539" actId="20577"/>
          <ac:spMkLst>
            <pc:docMk/>
            <pc:sldMk cId="259591731" sldId="2147481836"/>
            <ac:spMk id="115" creationId="{D90F3054-43AE-C2E4-9032-E35D3A590968}"/>
          </ac:spMkLst>
        </pc:spChg>
        <pc:spChg chg="mod">
          <ac:chgData name="Kannepamula Mahesh Babu" userId="391c5b16-0897-4eca-a028-a97f935a3bd2" providerId="ADAL" clId="{9E3353FE-7EFD-4D1F-85AC-2D3001641A94}" dt="2026-07-13T06:15:39.560" v="9545" actId="20577"/>
          <ac:spMkLst>
            <pc:docMk/>
            <pc:sldMk cId="259591731" sldId="2147481836"/>
            <ac:spMk id="116" creationId="{0129DD5C-54FE-BE2C-ED54-3B8426C4D50B}"/>
          </ac:spMkLst>
        </pc:spChg>
        <pc:spChg chg="mod">
          <ac:chgData name="Kannepamula Mahesh Babu" userId="391c5b16-0897-4eca-a028-a97f935a3bd2" providerId="ADAL" clId="{9E3353FE-7EFD-4D1F-85AC-2D3001641A94}" dt="2026-07-13T06:25:31.322" v="9860" actId="20577"/>
          <ac:spMkLst>
            <pc:docMk/>
            <pc:sldMk cId="259591731" sldId="2147481836"/>
            <ac:spMk id="125" creationId="{AC924A08-A4CA-4CF5-78AC-C3431D0684B1}"/>
          </ac:spMkLst>
        </pc:spChg>
        <pc:spChg chg="mod">
          <ac:chgData name="Kannepamula Mahesh Babu" userId="391c5b16-0897-4eca-a028-a97f935a3bd2" providerId="ADAL" clId="{9E3353FE-7EFD-4D1F-85AC-2D3001641A94}" dt="2026-07-13T06:25:26.682" v="9858" actId="20577"/>
          <ac:spMkLst>
            <pc:docMk/>
            <pc:sldMk cId="259591731" sldId="2147481836"/>
            <ac:spMk id="126" creationId="{CA9745B9-6988-FCA2-2E8A-2CE0B4A3331D}"/>
          </ac:spMkLst>
        </pc:spChg>
        <pc:spChg chg="mod">
          <ac:chgData name="Kannepamula Mahesh Babu" userId="391c5b16-0897-4eca-a028-a97f935a3bd2" providerId="ADAL" clId="{9E3353FE-7EFD-4D1F-85AC-2D3001641A94}" dt="2026-07-13T06:25:42.252" v="9886" actId="20577"/>
          <ac:spMkLst>
            <pc:docMk/>
            <pc:sldMk cId="259591731" sldId="2147481836"/>
            <ac:spMk id="127" creationId="{CF80D4CA-3C35-23F3-7FA6-91CDA334C787}"/>
          </ac:spMkLst>
        </pc:spChg>
        <pc:spChg chg="mod">
          <ac:chgData name="Kannepamula Mahesh Babu" userId="391c5b16-0897-4eca-a028-a97f935a3bd2" providerId="ADAL" clId="{9E3353FE-7EFD-4D1F-85AC-2D3001641A94}" dt="2026-07-13T06:25:54.938" v="9908" actId="20577"/>
          <ac:spMkLst>
            <pc:docMk/>
            <pc:sldMk cId="259591731" sldId="2147481836"/>
            <ac:spMk id="128" creationId="{68E3B400-A36C-A591-B121-C6016B1D7D9F}"/>
          </ac:spMkLst>
        </pc:spChg>
        <pc:spChg chg="mod">
          <ac:chgData name="Kannepamula Mahesh Babu" userId="391c5b16-0897-4eca-a028-a97f935a3bd2" providerId="ADAL" clId="{9E3353FE-7EFD-4D1F-85AC-2D3001641A94}" dt="2026-07-13T06:29:02.584" v="10285" actId="554"/>
          <ac:spMkLst>
            <pc:docMk/>
            <pc:sldMk cId="259591731" sldId="2147481836"/>
            <ac:spMk id="130" creationId="{BFE611CF-0537-AD39-4726-1F7058A92A9E}"/>
          </ac:spMkLst>
        </pc:spChg>
        <pc:spChg chg="mod">
          <ac:chgData name="Kannepamula Mahesh Babu" userId="391c5b16-0897-4eca-a028-a97f935a3bd2" providerId="ADAL" clId="{9E3353FE-7EFD-4D1F-85AC-2D3001641A94}" dt="2026-07-13T06:29:02.584" v="10285" actId="554"/>
          <ac:spMkLst>
            <pc:docMk/>
            <pc:sldMk cId="259591731" sldId="2147481836"/>
            <ac:spMk id="131" creationId="{5C101BA6-A5AE-21E0-7107-51533CD2D99F}"/>
          </ac:spMkLst>
        </pc:spChg>
        <pc:spChg chg="mod">
          <ac:chgData name="Kannepamula Mahesh Babu" userId="391c5b16-0897-4eca-a028-a97f935a3bd2" providerId="ADAL" clId="{9E3353FE-7EFD-4D1F-85AC-2D3001641A94}" dt="2026-07-13T06:29:02.584" v="10285" actId="554"/>
          <ac:spMkLst>
            <pc:docMk/>
            <pc:sldMk cId="259591731" sldId="2147481836"/>
            <ac:spMk id="132" creationId="{1B795A77-9E2C-AAE3-6A79-9A9E4E43626C}"/>
          </ac:spMkLst>
        </pc:spChg>
        <pc:spChg chg="mod">
          <ac:chgData name="Kannepamula Mahesh Babu" userId="391c5b16-0897-4eca-a028-a97f935a3bd2" providerId="ADAL" clId="{9E3353FE-7EFD-4D1F-85AC-2D3001641A94}" dt="2026-07-13T06:29:02.584" v="10285" actId="554"/>
          <ac:spMkLst>
            <pc:docMk/>
            <pc:sldMk cId="259591731" sldId="2147481836"/>
            <ac:spMk id="133" creationId="{14B58D64-8AB8-DE28-694A-5107BEF1070E}"/>
          </ac:spMkLst>
        </pc:spChg>
        <pc:spChg chg="mod">
          <ac:chgData name="Kannepamula Mahesh Babu" userId="391c5b16-0897-4eca-a028-a97f935a3bd2" providerId="ADAL" clId="{9E3353FE-7EFD-4D1F-85AC-2D3001641A94}" dt="2026-07-13T06:29:06.792" v="10286" actId="14100"/>
          <ac:spMkLst>
            <pc:docMk/>
            <pc:sldMk cId="259591731" sldId="2147481836"/>
            <ac:spMk id="134" creationId="{B95A2A05-70DD-4F4B-587C-2BE8F975AB46}"/>
          </ac:spMkLst>
        </pc:spChg>
        <pc:picChg chg="add mod modCrop">
          <ac:chgData name="Kannepamula Mahesh Babu" userId="391c5b16-0897-4eca-a028-a97f935a3bd2" providerId="ADAL" clId="{9E3353FE-7EFD-4D1F-85AC-2D3001641A94}" dt="2026-07-13T06:35:13.382" v="10447" actId="1076"/>
          <ac:picMkLst>
            <pc:docMk/>
            <pc:sldMk cId="259591731" sldId="2147481836"/>
            <ac:picMk id="11" creationId="{3C11C0B6-BB52-0837-E6B9-4454D4332B75}"/>
          </ac:picMkLst>
        </pc:picChg>
        <pc:picChg chg="add mod">
          <ac:chgData name="Kannepamula Mahesh Babu" userId="391c5b16-0897-4eca-a028-a97f935a3bd2" providerId="ADAL" clId="{9E3353FE-7EFD-4D1F-85AC-2D3001641A94}" dt="2026-07-13T06:54:58.685" v="10458" actId="1076"/>
          <ac:picMkLst>
            <pc:docMk/>
            <pc:sldMk cId="259591731" sldId="2147481836"/>
            <ac:picMk id="13" creationId="{989AA0F6-7AAC-E7FE-8B8D-3D77DE24B78F}"/>
          </ac:picMkLst>
        </pc:picChg>
        <pc:cxnChg chg="mod">
          <ac:chgData name="Kannepamula Mahesh Babu" userId="391c5b16-0897-4eca-a028-a97f935a3bd2" providerId="ADAL" clId="{9E3353FE-7EFD-4D1F-85AC-2D3001641A94}" dt="2026-07-13T06:09:38.472" v="9443" actId="465"/>
          <ac:cxnSpMkLst>
            <pc:docMk/>
            <pc:sldMk cId="259591731" sldId="2147481836"/>
            <ac:cxnSpMk id="70" creationId="{8675B31B-0EE0-AF57-B3F7-B3614D395CCC}"/>
          </ac:cxnSpMkLst>
        </pc:cxnChg>
        <pc:cxnChg chg="mod">
          <ac:chgData name="Kannepamula Mahesh Babu" userId="391c5b16-0897-4eca-a028-a97f935a3bd2" providerId="ADAL" clId="{9E3353FE-7EFD-4D1F-85AC-2D3001641A94}" dt="2026-07-13T06:09:38.472" v="9443" actId="465"/>
          <ac:cxnSpMkLst>
            <pc:docMk/>
            <pc:sldMk cId="259591731" sldId="2147481836"/>
            <ac:cxnSpMk id="71" creationId="{C29182ED-C0DB-8D18-04B2-29128F8408E2}"/>
          </ac:cxnSpMkLst>
        </pc:cxnChg>
        <pc:cxnChg chg="mod">
          <ac:chgData name="Kannepamula Mahesh Babu" userId="391c5b16-0897-4eca-a028-a97f935a3bd2" providerId="ADAL" clId="{9E3353FE-7EFD-4D1F-85AC-2D3001641A94}" dt="2026-07-13T06:09:38.472" v="9443" actId="465"/>
          <ac:cxnSpMkLst>
            <pc:docMk/>
            <pc:sldMk cId="259591731" sldId="2147481836"/>
            <ac:cxnSpMk id="72" creationId="{96B002BF-0A18-E548-D0C7-5F5C33D3C31E}"/>
          </ac:cxnSpMkLst>
        </pc:cxnChg>
        <pc:cxnChg chg="mod">
          <ac:chgData name="Kannepamula Mahesh Babu" userId="391c5b16-0897-4eca-a028-a97f935a3bd2" providerId="ADAL" clId="{9E3353FE-7EFD-4D1F-85AC-2D3001641A94}" dt="2026-07-13T06:32:42.802" v="10434" actId="197"/>
          <ac:cxnSpMkLst>
            <pc:docMk/>
            <pc:sldMk cId="259591731" sldId="2147481836"/>
            <ac:cxnSpMk id="120" creationId="{978EAC57-B4D2-9B87-A64B-134666ED6D8F}"/>
          </ac:cxnSpMkLst>
        </pc:cxnChg>
      </pc:sldChg>
      <pc:sldChg chg="addSp modSp mod ord modShow">
        <pc:chgData name="Kannepamula Mahesh Babu" userId="391c5b16-0897-4eca-a028-a97f935a3bd2" providerId="ADAL" clId="{9E3353FE-7EFD-4D1F-85AC-2D3001641A94}" dt="2026-07-13T08:06:03.846" v="10462" actId="34476"/>
        <pc:sldMkLst>
          <pc:docMk/>
          <pc:sldMk cId="3281960500" sldId="2147481837"/>
        </pc:sldMkLst>
        <pc:picChg chg="add mod">
          <ac:chgData name="Kannepamula Mahesh Babu" userId="391c5b16-0897-4eca-a028-a97f935a3bd2" providerId="ADAL" clId="{9E3353FE-7EFD-4D1F-85AC-2D3001641A94}" dt="2026-07-13T06:55:12.245" v="10461"/>
          <ac:picMkLst>
            <pc:docMk/>
            <pc:sldMk cId="3281960500" sldId="2147481837"/>
            <ac:picMk id="6" creationId="{B79AEE32-D60F-C992-87C1-A17AA400587B}"/>
          </ac:picMkLst>
        </pc:picChg>
      </pc:sldChg>
      <pc:sldChg chg="add">
        <pc:chgData name="Kannepamula Mahesh Babu" userId="391c5b16-0897-4eca-a028-a97f935a3bd2" providerId="ADAL" clId="{9E3353FE-7EFD-4D1F-85AC-2D3001641A94}" dt="2026-07-13T05:29:25.592" v="9152" actId="2890"/>
        <pc:sldMkLst>
          <pc:docMk/>
          <pc:sldMk cId="480491037" sldId="2147481838"/>
        </pc:sldMkLst>
      </pc:sldChg>
      <pc:sldChg chg="add">
        <pc:chgData name="Kannepamula Mahesh Babu" userId="391c5b16-0897-4eca-a028-a97f935a3bd2" providerId="ADAL" clId="{9E3353FE-7EFD-4D1F-85AC-2D3001641A94}" dt="2026-07-13T05:52:03.261" v="9393"/>
        <pc:sldMkLst>
          <pc:docMk/>
          <pc:sldMk cId="2879658209" sldId="2147481839"/>
        </pc:sldMkLst>
      </pc:sldChg>
      <pc:sldChg chg="add">
        <pc:chgData name="Kannepamula Mahesh Babu" userId="391c5b16-0897-4eca-a028-a97f935a3bd2" providerId="ADAL" clId="{9E3353FE-7EFD-4D1F-85AC-2D3001641A94}" dt="2026-07-13T06:34:56.099" v="10438"/>
        <pc:sldMkLst>
          <pc:docMk/>
          <pc:sldMk cId="3459248943" sldId="2147481840"/>
        </pc:sldMkLst>
      </pc:sldChg>
      <pc:sldChg chg="add del">
        <pc:chgData name="Kannepamula Mahesh Babu" userId="391c5b16-0897-4eca-a028-a97f935a3bd2" providerId="ADAL" clId="{9E3353FE-7EFD-4D1F-85AC-2D3001641A94}" dt="2026-07-13T06:55:09.244" v="10460"/>
        <pc:sldMkLst>
          <pc:docMk/>
          <pc:sldMk cId="1007026552" sldId="2147481841"/>
        </pc:sldMkLst>
      </pc:sldChg>
      <pc:sldChg chg="add del">
        <pc:chgData name="Kannepamula Mahesh Babu" userId="391c5b16-0897-4eca-a028-a97f935a3bd2" providerId="ADAL" clId="{9E3353FE-7EFD-4D1F-85AC-2D3001641A94}" dt="2026-07-13T06:35:04.386" v="10445"/>
        <pc:sldMkLst>
          <pc:docMk/>
          <pc:sldMk cId="1873443348" sldId="2147481841"/>
        </pc:sldMkLst>
      </pc:sldChg>
      <pc:sldMasterChg chg="addSldLayout modSldLayout">
        <pc:chgData name="Kannepamula Mahesh Babu" userId="391c5b16-0897-4eca-a028-a97f935a3bd2" providerId="ADAL" clId="{9E3353FE-7EFD-4D1F-85AC-2D3001641A94}" dt="2026-07-10T15:01:01.683" v="8822" actId="20577"/>
        <pc:sldMasterMkLst>
          <pc:docMk/>
          <pc:sldMasterMk cId="2460954070" sldId="2147483704"/>
        </pc:sldMasterMkLst>
        <pc:sldLayoutChg chg="addSp delSp modSp mod">
          <pc:chgData name="Kannepamula Mahesh Babu" userId="391c5b16-0897-4eca-a028-a97f935a3bd2" providerId="ADAL" clId="{9E3353FE-7EFD-4D1F-85AC-2D3001641A94}" dt="2026-06-29T03:10:24.498" v="121"/>
          <pc:sldLayoutMkLst>
            <pc:docMk/>
            <pc:sldMasterMk cId="2460954070" sldId="2147483704"/>
            <pc:sldLayoutMk cId="2385387890" sldId="2147483700"/>
          </pc:sldLayoutMkLst>
          <pc:spChg chg="add mod ord">
            <ac:chgData name="Kannepamula Mahesh Babu" userId="391c5b16-0897-4eca-a028-a97f935a3bd2" providerId="ADAL" clId="{9E3353FE-7EFD-4D1F-85AC-2D3001641A94}" dt="2026-06-29T03:10:02.762" v="117" actId="14100"/>
            <ac:spMkLst>
              <pc:docMk/>
              <pc:sldMasterMk cId="2460954070" sldId="2147483704"/>
              <pc:sldLayoutMk cId="2385387890" sldId="2147483700"/>
              <ac:spMk id="10" creationId="{131684A9-2CD3-D91A-E740-C49B9A02F278}"/>
            </ac:spMkLst>
          </pc:spChg>
          <pc:picChg chg="ord">
            <ac:chgData name="Kannepamula Mahesh Babu" userId="391c5b16-0897-4eca-a028-a97f935a3bd2" providerId="ADAL" clId="{9E3353FE-7EFD-4D1F-85AC-2D3001641A94}" dt="2026-06-29T03:10:05.860" v="118" actId="167"/>
            <ac:picMkLst>
              <pc:docMk/>
              <pc:sldMasterMk cId="2460954070" sldId="2147483704"/>
              <pc:sldLayoutMk cId="2385387890" sldId="2147483700"/>
              <ac:picMk id="4" creationId="{56143136-D3FB-7460-C7EF-BDDE78501810}"/>
            </ac:picMkLst>
          </pc:picChg>
          <pc:picChg chg="add mod">
            <ac:chgData name="Kannepamula Mahesh Babu" userId="391c5b16-0897-4eca-a028-a97f935a3bd2" providerId="ADAL" clId="{9E3353FE-7EFD-4D1F-85AC-2D3001641A94}" dt="2026-06-29T03:10:24.498" v="121"/>
            <ac:picMkLst>
              <pc:docMk/>
              <pc:sldMasterMk cId="2460954070" sldId="2147483704"/>
              <pc:sldLayoutMk cId="2385387890" sldId="2147483700"/>
              <ac:picMk id="5" creationId="{636F04A7-61C4-4311-9002-DCC7789AF386}"/>
            </ac:picMkLst>
          </pc:picChg>
        </pc:sldLayoutChg>
        <pc:sldLayoutChg chg="delSp modSp mod">
          <pc:chgData name="Kannepamula Mahesh Babu" userId="391c5b16-0897-4eca-a028-a97f935a3bd2" providerId="ADAL" clId="{9E3353FE-7EFD-4D1F-85AC-2D3001641A94}" dt="2026-07-10T14:45:03.821" v="8703" actId="1076"/>
          <pc:sldLayoutMkLst>
            <pc:docMk/>
            <pc:sldMasterMk cId="2460954070" sldId="2147483704"/>
            <pc:sldLayoutMk cId="949138452" sldId="2147483707"/>
          </pc:sldLayoutMkLst>
          <pc:picChg chg="mod">
            <ac:chgData name="Kannepamula Mahesh Babu" userId="391c5b16-0897-4eca-a028-a97f935a3bd2" providerId="ADAL" clId="{9E3353FE-7EFD-4D1F-85AC-2D3001641A94}" dt="2026-07-10T14:45:03.821" v="8703" actId="1076"/>
            <ac:picMkLst>
              <pc:docMk/>
              <pc:sldMasterMk cId="2460954070" sldId="2147483704"/>
              <pc:sldLayoutMk cId="949138452" sldId="2147483707"/>
              <ac:picMk id="12" creationId="{5345D0AA-4993-E0B4-38A4-7EF2AAC68EAA}"/>
            </ac:picMkLst>
          </pc:picChg>
        </pc:sldLayoutChg>
        <pc:sldLayoutChg chg="modSp add mod replId modTransition">
          <pc:chgData name="Kannepamula Mahesh Babu" userId="391c5b16-0897-4eca-a028-a97f935a3bd2" providerId="ADAL" clId="{9E3353FE-7EFD-4D1F-85AC-2D3001641A94}" dt="2026-07-10T15:00:47.374" v="8816" actId="14100"/>
          <pc:sldLayoutMkLst>
            <pc:docMk/>
            <pc:sldMasterMk cId="2460954070" sldId="2147483704"/>
            <pc:sldLayoutMk cId="399243013" sldId="2147483738"/>
          </pc:sldLayoutMkLst>
          <pc:spChg chg="mod">
            <ac:chgData name="Kannepamula Mahesh Babu" userId="391c5b16-0897-4eca-a028-a97f935a3bd2" providerId="ADAL" clId="{9E3353FE-7EFD-4D1F-85AC-2D3001641A94}" dt="2026-07-10T15:00:47.374" v="8816" actId="14100"/>
            <ac:spMkLst>
              <pc:docMk/>
              <pc:sldMasterMk cId="2460954070" sldId="2147483704"/>
              <pc:sldLayoutMk cId="399243013" sldId="2147483738"/>
              <ac:spMk id="2" creationId="{00000000-0000-0000-0000-000000000000}"/>
            </ac:spMkLst>
          </pc:spChg>
          <pc:picChg chg="mod">
            <ac:chgData name="Kannepamula Mahesh Babu" userId="391c5b16-0897-4eca-a028-a97f935a3bd2" providerId="ADAL" clId="{9E3353FE-7EFD-4D1F-85AC-2D3001641A94}" dt="2026-07-10T14:52:14.192" v="8756" actId="14100"/>
            <ac:picMkLst>
              <pc:docMk/>
              <pc:sldMasterMk cId="2460954070" sldId="2147483704"/>
              <pc:sldLayoutMk cId="399243013" sldId="2147483738"/>
              <ac:picMk id="12" creationId="{5345D0AA-4993-E0B4-38A4-7EF2AAC68EAA}"/>
            </ac:picMkLst>
          </pc:picChg>
          <pc:cxnChg chg="mod">
            <ac:chgData name="Kannepamula Mahesh Babu" userId="391c5b16-0897-4eca-a028-a97f935a3bd2" providerId="ADAL" clId="{9E3353FE-7EFD-4D1F-85AC-2D3001641A94}" dt="2026-07-10T15:00:46.275" v="8814" actId="1076"/>
            <ac:cxnSpMkLst>
              <pc:docMk/>
              <pc:sldMasterMk cId="2460954070" sldId="2147483704"/>
              <pc:sldLayoutMk cId="399243013" sldId="2147483738"/>
              <ac:cxnSpMk id="9" creationId="{5CE39CB5-F702-940E-D5A3-9950276C91F2}"/>
            </ac:cxnSpMkLst>
          </pc:cxnChg>
        </pc:sldLayoutChg>
        <pc:sldLayoutChg chg="addSp delSp modSp mod">
          <pc:chgData name="Kannepamula Mahesh Babu" userId="391c5b16-0897-4eca-a028-a97f935a3bd2" providerId="ADAL" clId="{9E3353FE-7EFD-4D1F-85AC-2D3001641A94}" dt="2026-07-10T14:48:07.351" v="8727" actId="207"/>
          <pc:sldLayoutMkLst>
            <pc:docMk/>
            <pc:sldMasterMk cId="2460954070" sldId="2147483704"/>
            <pc:sldLayoutMk cId="97603436" sldId="2147484399"/>
          </pc:sldLayoutMkLst>
          <pc:spChg chg="mod">
            <ac:chgData name="Kannepamula Mahesh Babu" userId="391c5b16-0897-4eca-a028-a97f935a3bd2" providerId="ADAL" clId="{9E3353FE-7EFD-4D1F-85AC-2D3001641A94}" dt="2026-07-10T14:48:07.351" v="8727" actId="207"/>
            <ac:spMkLst>
              <pc:docMk/>
              <pc:sldMasterMk cId="2460954070" sldId="2147483704"/>
              <pc:sldLayoutMk cId="97603436" sldId="2147484399"/>
              <ac:spMk id="2" creationId="{00000000-0000-0000-0000-000000000000}"/>
            </ac:spMkLst>
          </pc:spChg>
          <pc:spChg chg="add mod">
            <ac:chgData name="Kannepamula Mahesh Babu" userId="391c5b16-0897-4eca-a028-a97f935a3bd2" providerId="ADAL" clId="{9E3353FE-7EFD-4D1F-85AC-2D3001641A94}" dt="2026-07-10T14:47:52.140" v="8726"/>
            <ac:spMkLst>
              <pc:docMk/>
              <pc:sldMasterMk cId="2460954070" sldId="2147483704"/>
              <pc:sldLayoutMk cId="97603436" sldId="2147484399"/>
              <ac:spMk id="7" creationId="{B8A55E3B-4233-7EFA-A025-714EEA6400CC}"/>
            </ac:spMkLst>
          </pc:spChg>
          <pc:spChg chg="add mod">
            <ac:chgData name="Kannepamula Mahesh Babu" userId="391c5b16-0897-4eca-a028-a97f935a3bd2" providerId="ADAL" clId="{9E3353FE-7EFD-4D1F-85AC-2D3001641A94}" dt="2026-07-10T14:47:52.140" v="8726"/>
            <ac:spMkLst>
              <pc:docMk/>
              <pc:sldMasterMk cId="2460954070" sldId="2147483704"/>
              <pc:sldLayoutMk cId="97603436" sldId="2147484399"/>
              <ac:spMk id="8" creationId="{898BB8B3-5E7B-6A69-15C7-732149F83E50}"/>
            </ac:spMkLst>
          </pc:spChg>
          <pc:picChg chg="mod">
            <ac:chgData name="Kannepamula Mahesh Babu" userId="391c5b16-0897-4eca-a028-a97f935a3bd2" providerId="ADAL" clId="{9E3353FE-7EFD-4D1F-85AC-2D3001641A94}" dt="2026-07-10T14:47:47.388" v="8724" actId="1076"/>
            <ac:picMkLst>
              <pc:docMk/>
              <pc:sldMasterMk cId="2460954070" sldId="2147483704"/>
              <pc:sldLayoutMk cId="97603436" sldId="2147484399"/>
              <ac:picMk id="9" creationId="{DB3A95AF-E38C-4D22-D25E-DE95CBD87D36}"/>
            </ac:picMkLst>
          </pc:picChg>
        </pc:sldLayoutChg>
        <pc:sldLayoutChg chg="modSp add mod modTransition">
          <pc:chgData name="Kannepamula Mahesh Babu" userId="391c5b16-0897-4eca-a028-a97f935a3bd2" providerId="ADAL" clId="{9E3353FE-7EFD-4D1F-85AC-2D3001641A94}" dt="2026-07-10T15:01:01.683" v="8822" actId="20577"/>
          <pc:sldLayoutMkLst>
            <pc:docMk/>
            <pc:sldMasterMk cId="2460954070" sldId="2147483704"/>
            <pc:sldLayoutMk cId="3959291647" sldId="2147484400"/>
          </pc:sldLayoutMkLst>
          <pc:spChg chg="mod">
            <ac:chgData name="Kannepamula Mahesh Babu" userId="391c5b16-0897-4eca-a028-a97f935a3bd2" providerId="ADAL" clId="{9E3353FE-7EFD-4D1F-85AC-2D3001641A94}" dt="2026-07-10T15:01:01.683" v="8822" actId="20577"/>
            <ac:spMkLst>
              <pc:docMk/>
              <pc:sldMasterMk cId="2460954070" sldId="2147483704"/>
              <pc:sldLayoutMk cId="3959291647" sldId="2147484400"/>
              <ac:spMk id="2" creationId="{00000000-0000-0000-0000-000000000000}"/>
            </ac:spMkLst>
          </pc:spChg>
          <pc:cxnChg chg="mod">
            <ac:chgData name="Kannepamula Mahesh Babu" userId="391c5b16-0897-4eca-a028-a97f935a3bd2" providerId="ADAL" clId="{9E3353FE-7EFD-4D1F-85AC-2D3001641A94}" dt="2026-07-10T15:00:56.837" v="8819" actId="1076"/>
            <ac:cxnSpMkLst>
              <pc:docMk/>
              <pc:sldMasterMk cId="2460954070" sldId="2147483704"/>
              <pc:sldLayoutMk cId="3959291647" sldId="2147484400"/>
              <ac:cxnSpMk id="9" creationId="{5CE39CB5-F702-940E-D5A3-9950276C91F2}"/>
            </ac:cxnSpMkLst>
          </pc:cxnChg>
        </pc:sldLayoutChg>
      </pc:sldMasterChg>
    </pc:docChg>
  </pc:docChgLst>
  <pc:docChgLst>
    <pc:chgData name="Devanand Chintoju" userId="S::devanand.c@syrencloud.com::d8309b23-9736-40f9-b7cb-b8d53c5a2ef2" providerId="AD" clId="Web-{3EF37AAE-6F19-E7D0-4088-6A7D5CF7A32C}"/>
    <pc:docChg chg="mod addSld delSld modSld">
      <pc:chgData name="Devanand Chintoju" userId="S::devanand.c@syrencloud.com::d8309b23-9736-40f9-b7cb-b8d53c5a2ef2" providerId="AD" clId="Web-{3EF37AAE-6F19-E7D0-4088-6A7D5CF7A32C}" dt="2026-06-29T11:57:02.026" v="189"/>
      <pc:docMkLst>
        <pc:docMk/>
      </pc:docMkLst>
    </pc:docChg>
  </pc:docChgLst>
  <pc:docChgLst>
    <pc:chgData name="Srikant Kalaga" userId="961c47af-c9bb-4225-b2a0-952af4799497" providerId="ADAL" clId="{925A01D1-6839-4C52-A6CD-0C262EC2BC30}"/>
    <pc:docChg chg="undo custSel addSld delSld modSld sldOrd addMainMaster delMainMaster addSection delSection modSection">
      <pc:chgData name="Srikant Kalaga" userId="961c47af-c9bb-4225-b2a0-952af4799497" providerId="ADAL" clId="{925A01D1-6839-4C52-A6CD-0C262EC2BC30}" dt="2026-07-07T12:38:57.020" v="932" actId="729"/>
      <pc:docMkLst>
        <pc:docMk/>
      </pc:docMkLst>
      <pc:sldChg chg="add del mod ord modShow">
        <pc:chgData name="Srikant Kalaga" userId="961c47af-c9bb-4225-b2a0-952af4799497" providerId="ADAL" clId="{925A01D1-6839-4C52-A6CD-0C262EC2BC30}" dt="2026-07-07T11:02:49.654" v="679" actId="729"/>
        <pc:sldMkLst>
          <pc:docMk/>
          <pc:sldMk cId="0" sldId="257"/>
        </pc:sldMkLst>
      </pc:sldChg>
      <pc:sldChg chg="add del ord">
        <pc:chgData name="Srikant Kalaga" userId="961c47af-c9bb-4225-b2a0-952af4799497" providerId="ADAL" clId="{925A01D1-6839-4C52-A6CD-0C262EC2BC30}" dt="2026-07-07T08:17:00.400" v="609" actId="2696"/>
        <pc:sldMkLst>
          <pc:docMk/>
          <pc:sldMk cId="3348813402" sldId="2076137763"/>
        </pc:sldMkLst>
      </pc:sldChg>
      <pc:sldChg chg="add del mod ord modShow">
        <pc:chgData name="Srikant Kalaga" userId="961c47af-c9bb-4225-b2a0-952af4799497" providerId="ADAL" clId="{925A01D1-6839-4C52-A6CD-0C262EC2BC30}" dt="2026-07-07T12:38:57.020" v="932" actId="729"/>
        <pc:sldMkLst>
          <pc:docMk/>
          <pc:sldMk cId="3882010242" sldId="2076137764"/>
        </pc:sldMkLst>
      </pc:sldChg>
      <pc:sldChg chg="add del ord">
        <pc:chgData name="Srikant Kalaga" userId="961c47af-c9bb-4225-b2a0-952af4799497" providerId="ADAL" clId="{925A01D1-6839-4C52-A6CD-0C262EC2BC30}" dt="2026-07-07T08:17:00.400" v="609" actId="2696"/>
        <pc:sldMkLst>
          <pc:docMk/>
          <pc:sldMk cId="54263797" sldId="2076137765"/>
        </pc:sldMkLst>
      </pc:sldChg>
      <pc:sldChg chg="modSp add del mod modShow">
        <pc:chgData name="Srikant Kalaga" userId="961c47af-c9bb-4225-b2a0-952af4799497" providerId="ADAL" clId="{925A01D1-6839-4C52-A6CD-0C262EC2BC30}" dt="2026-07-07T12:38:57.020" v="932" actId="729"/>
        <pc:sldMkLst>
          <pc:docMk/>
          <pc:sldMk cId="6189717" sldId="2076137766"/>
        </pc:sldMkLst>
      </pc:sldChg>
      <pc:sldChg chg="add del mod modShow">
        <pc:chgData name="Srikant Kalaga" userId="961c47af-c9bb-4225-b2a0-952af4799497" providerId="ADAL" clId="{925A01D1-6839-4C52-A6CD-0C262EC2BC30}" dt="2026-07-07T12:38:57.020" v="932" actId="729"/>
        <pc:sldMkLst>
          <pc:docMk/>
          <pc:sldMk cId="4221204706" sldId="2076137769"/>
        </pc:sldMkLst>
      </pc:sldChg>
      <pc:sldChg chg="add del mod modShow">
        <pc:chgData name="Srikant Kalaga" userId="961c47af-c9bb-4225-b2a0-952af4799497" providerId="ADAL" clId="{925A01D1-6839-4C52-A6CD-0C262EC2BC30}" dt="2026-07-07T12:38:57.020" v="932" actId="729"/>
        <pc:sldMkLst>
          <pc:docMk/>
          <pc:sldMk cId="3981440326" sldId="2076137770"/>
        </pc:sldMkLst>
      </pc:sldChg>
      <pc:sldChg chg="delSp add del mod ord modShow">
        <pc:chgData name="Srikant Kalaga" userId="961c47af-c9bb-4225-b2a0-952af4799497" providerId="ADAL" clId="{925A01D1-6839-4C52-A6CD-0C262EC2BC30}" dt="2026-07-07T12:38:57.020" v="932" actId="729"/>
        <pc:sldMkLst>
          <pc:docMk/>
          <pc:sldMk cId="3574877604" sldId="2076137771"/>
        </pc:sldMkLst>
      </pc:sldChg>
      <pc:sldChg chg="add del ord">
        <pc:chgData name="Srikant Kalaga" userId="961c47af-c9bb-4225-b2a0-952af4799497" providerId="ADAL" clId="{925A01D1-6839-4C52-A6CD-0C262EC2BC30}" dt="2026-07-07T08:17:00.400" v="609" actId="2696"/>
        <pc:sldMkLst>
          <pc:docMk/>
          <pc:sldMk cId="1642220967" sldId="2076137772"/>
        </pc:sldMkLst>
      </pc:sldChg>
      <pc:sldChg chg="add del mod ord modShow">
        <pc:chgData name="Srikant Kalaga" userId="961c47af-c9bb-4225-b2a0-952af4799497" providerId="ADAL" clId="{925A01D1-6839-4C52-A6CD-0C262EC2BC30}" dt="2026-07-07T11:02:49.654" v="679" actId="729"/>
        <pc:sldMkLst>
          <pc:docMk/>
          <pc:sldMk cId="2997420400" sldId="2076137774"/>
        </pc:sldMkLst>
      </pc:sldChg>
      <pc:sldChg chg="add del mod ord modShow">
        <pc:chgData name="Srikant Kalaga" userId="961c47af-c9bb-4225-b2a0-952af4799497" providerId="ADAL" clId="{925A01D1-6839-4C52-A6CD-0C262EC2BC30}" dt="2026-07-07T11:02:49.654" v="679" actId="729"/>
        <pc:sldMkLst>
          <pc:docMk/>
          <pc:sldMk cId="2467562094" sldId="2076137775"/>
        </pc:sldMkLst>
      </pc:sldChg>
      <pc:sldChg chg="add del mod ord modShow">
        <pc:chgData name="Srikant Kalaga" userId="961c47af-c9bb-4225-b2a0-952af4799497" providerId="ADAL" clId="{925A01D1-6839-4C52-A6CD-0C262EC2BC30}" dt="2026-07-07T11:02:49.654" v="679" actId="729"/>
        <pc:sldMkLst>
          <pc:docMk/>
          <pc:sldMk cId="2709716531" sldId="2076137776"/>
        </pc:sldMkLst>
      </pc:sldChg>
      <pc:sldChg chg="add del mod ord modShow">
        <pc:chgData name="Srikant Kalaga" userId="961c47af-c9bb-4225-b2a0-952af4799497" providerId="ADAL" clId="{925A01D1-6839-4C52-A6CD-0C262EC2BC30}" dt="2026-07-07T11:02:49.654" v="679" actId="729"/>
        <pc:sldMkLst>
          <pc:docMk/>
          <pc:sldMk cId="2152366833" sldId="2076137777"/>
        </pc:sldMkLst>
      </pc:sldChg>
      <pc:sldChg chg="delSp add del mod ord">
        <pc:chgData name="Srikant Kalaga" userId="961c47af-c9bb-4225-b2a0-952af4799497" providerId="ADAL" clId="{925A01D1-6839-4C52-A6CD-0C262EC2BC30}" dt="2026-07-07T08:17:00.400" v="609" actId="2696"/>
        <pc:sldMkLst>
          <pc:docMk/>
          <pc:sldMk cId="67895314" sldId="2147474868"/>
        </pc:sldMkLst>
      </pc:sldChg>
      <pc:sldChg chg="modSp mod ord modShow">
        <pc:chgData name="Srikant Kalaga" userId="961c47af-c9bb-4225-b2a0-952af4799497" providerId="ADAL" clId="{925A01D1-6839-4C52-A6CD-0C262EC2BC30}" dt="2026-07-07T12:38:57.020" v="932" actId="729"/>
        <pc:sldMkLst>
          <pc:docMk/>
          <pc:sldMk cId="553572738" sldId="2147474869"/>
        </pc:sldMkLst>
        <pc:spChg chg="mod">
          <ac:chgData name="Srikant Kalaga" userId="961c47af-c9bb-4225-b2a0-952af4799497" providerId="ADAL" clId="{925A01D1-6839-4C52-A6CD-0C262EC2BC30}" dt="2026-07-01T10:24:33.180" v="136" actId="404"/>
          <ac:spMkLst>
            <pc:docMk/>
            <pc:sldMk cId="553572738" sldId="2147474869"/>
            <ac:spMk id="2" creationId="{54497779-77D0-558B-19BA-E9D8D2B40494}"/>
          </ac:spMkLst>
        </pc:spChg>
      </pc:sldChg>
      <pc:sldChg chg="add del mod ord modShow">
        <pc:chgData name="Srikant Kalaga" userId="961c47af-c9bb-4225-b2a0-952af4799497" providerId="ADAL" clId="{925A01D1-6839-4C52-A6CD-0C262EC2BC30}" dt="2026-07-07T11:02:49.654" v="679" actId="729"/>
        <pc:sldMkLst>
          <pc:docMk/>
          <pc:sldMk cId="1305668230" sldId="2147474870"/>
        </pc:sldMkLst>
      </pc:sldChg>
      <pc:sldChg chg="add del mod ord modShow">
        <pc:chgData name="Srikant Kalaga" userId="961c47af-c9bb-4225-b2a0-952af4799497" providerId="ADAL" clId="{925A01D1-6839-4C52-A6CD-0C262EC2BC30}" dt="2026-07-07T11:02:49.654" v="679" actId="729"/>
        <pc:sldMkLst>
          <pc:docMk/>
          <pc:sldMk cId="1014566364" sldId="2147474871"/>
        </pc:sldMkLst>
      </pc:sldChg>
      <pc:sldChg chg="add del ord">
        <pc:chgData name="Srikant Kalaga" userId="961c47af-c9bb-4225-b2a0-952af4799497" providerId="ADAL" clId="{925A01D1-6839-4C52-A6CD-0C262EC2BC30}" dt="2026-07-07T08:17:00.400" v="609" actId="2696"/>
        <pc:sldMkLst>
          <pc:docMk/>
          <pc:sldMk cId="3002218494" sldId="2147474877"/>
        </pc:sldMkLst>
      </pc:sldChg>
      <pc:sldChg chg="modSp mod ord">
        <pc:chgData name="Srikant Kalaga" userId="961c47af-c9bb-4225-b2a0-952af4799497" providerId="ADAL" clId="{925A01D1-6839-4C52-A6CD-0C262EC2BC30}" dt="2026-07-07T11:05:47.802" v="777" actId="113"/>
        <pc:sldMkLst>
          <pc:docMk/>
          <pc:sldMk cId="1636211531" sldId="2147474879"/>
        </pc:sldMkLst>
        <pc:spChg chg="mod">
          <ac:chgData name="Srikant Kalaga" userId="961c47af-c9bb-4225-b2a0-952af4799497" providerId="ADAL" clId="{925A01D1-6839-4C52-A6CD-0C262EC2BC30}" dt="2026-07-07T11:05:47.802" v="777" actId="113"/>
          <ac:spMkLst>
            <pc:docMk/>
            <pc:sldMk cId="1636211531" sldId="2147474879"/>
            <ac:spMk id="2" creationId="{4A3D47B9-9300-2DA7-9C15-1D5E7E9989B7}"/>
          </ac:spMkLst>
        </pc:spChg>
      </pc:sldChg>
      <pc:sldChg chg="add del mod modShow">
        <pc:chgData name="Srikant Kalaga" userId="961c47af-c9bb-4225-b2a0-952af4799497" providerId="ADAL" clId="{925A01D1-6839-4C52-A6CD-0C262EC2BC30}" dt="2026-07-07T12:38:57.020" v="932" actId="729"/>
        <pc:sldMkLst>
          <pc:docMk/>
          <pc:sldMk cId="2685246618" sldId="2147474883"/>
        </pc:sldMkLst>
      </pc:sldChg>
      <pc:sldChg chg="add del mod ord modShow">
        <pc:chgData name="Srikant Kalaga" userId="961c47af-c9bb-4225-b2a0-952af4799497" providerId="ADAL" clId="{925A01D1-6839-4C52-A6CD-0C262EC2BC30}" dt="2026-07-07T12:38:57.020" v="932" actId="729"/>
        <pc:sldMkLst>
          <pc:docMk/>
          <pc:sldMk cId="2877813512" sldId="2147474886"/>
        </pc:sldMkLst>
      </pc:sldChg>
      <pc:sldChg chg="add del mod ord modShow">
        <pc:chgData name="Srikant Kalaga" userId="961c47af-c9bb-4225-b2a0-952af4799497" providerId="ADAL" clId="{925A01D1-6839-4C52-A6CD-0C262EC2BC30}" dt="2026-07-07T11:02:49.654" v="679" actId="729"/>
        <pc:sldMkLst>
          <pc:docMk/>
          <pc:sldMk cId="3377972757" sldId="2147474889"/>
        </pc:sldMkLst>
      </pc:sldChg>
      <pc:sldChg chg="add del mod ord modShow">
        <pc:chgData name="Srikant Kalaga" userId="961c47af-c9bb-4225-b2a0-952af4799497" providerId="ADAL" clId="{925A01D1-6839-4C52-A6CD-0C262EC2BC30}" dt="2026-07-07T11:02:49.654" v="679" actId="729"/>
        <pc:sldMkLst>
          <pc:docMk/>
          <pc:sldMk cId="2584111903" sldId="2147474891"/>
        </pc:sldMkLst>
      </pc:sldChg>
      <pc:sldChg chg="add del mod modShow">
        <pc:chgData name="Srikant Kalaga" userId="961c47af-c9bb-4225-b2a0-952af4799497" providerId="ADAL" clId="{925A01D1-6839-4C52-A6CD-0C262EC2BC30}" dt="2026-07-07T12:38:57.020" v="932" actId="729"/>
        <pc:sldMkLst>
          <pc:docMk/>
          <pc:sldMk cId="790199280" sldId="2147481775"/>
        </pc:sldMkLst>
      </pc:sldChg>
      <pc:sldChg chg="add del mod ord modShow">
        <pc:chgData name="Srikant Kalaga" userId="961c47af-c9bb-4225-b2a0-952af4799497" providerId="ADAL" clId="{925A01D1-6839-4C52-A6CD-0C262EC2BC30}" dt="2026-07-07T08:50:55.062" v="635"/>
        <pc:sldMkLst>
          <pc:docMk/>
          <pc:sldMk cId="2117641374" sldId="2147481785"/>
        </pc:sldMkLst>
      </pc:sldChg>
      <pc:sldChg chg="add del mod ord modShow">
        <pc:chgData name="Srikant Kalaga" userId="961c47af-c9bb-4225-b2a0-952af4799497" providerId="ADAL" clId="{925A01D1-6839-4C52-A6CD-0C262EC2BC30}" dt="2026-07-07T11:02:49.654" v="679" actId="729"/>
        <pc:sldMkLst>
          <pc:docMk/>
          <pc:sldMk cId="0" sldId="2147481787"/>
        </pc:sldMkLst>
      </pc:sldChg>
      <pc:sldChg chg="add del mod ord modShow">
        <pc:chgData name="Srikant Kalaga" userId="961c47af-c9bb-4225-b2a0-952af4799497" providerId="ADAL" clId="{925A01D1-6839-4C52-A6CD-0C262EC2BC30}" dt="2026-07-07T11:02:49.654" v="679" actId="729"/>
        <pc:sldMkLst>
          <pc:docMk/>
          <pc:sldMk cId="1378753998" sldId="2147481789"/>
        </pc:sldMkLst>
      </pc:sldChg>
      <pc:sldChg chg="modSp add del mod ord modShow">
        <pc:chgData name="Srikant Kalaga" userId="961c47af-c9bb-4225-b2a0-952af4799497" providerId="ADAL" clId="{925A01D1-6839-4C52-A6CD-0C262EC2BC30}" dt="2026-07-07T11:02:49.654" v="679" actId="729"/>
        <pc:sldMkLst>
          <pc:docMk/>
          <pc:sldMk cId="1287577181" sldId="2147481790"/>
        </pc:sldMkLst>
      </pc:sldChg>
      <pc:sldChg chg="mod ord modShow">
        <pc:chgData name="Srikant Kalaga" userId="961c47af-c9bb-4225-b2a0-952af4799497" providerId="ADAL" clId="{925A01D1-6839-4C52-A6CD-0C262EC2BC30}" dt="2026-07-07T12:38:57.020" v="932" actId="729"/>
        <pc:sldMkLst>
          <pc:docMk/>
          <pc:sldMk cId="2008410391" sldId="2147481791"/>
        </pc:sldMkLst>
      </pc:sldChg>
      <pc:sldChg chg="add del ord">
        <pc:chgData name="Srikant Kalaga" userId="961c47af-c9bb-4225-b2a0-952af4799497" providerId="ADAL" clId="{925A01D1-6839-4C52-A6CD-0C262EC2BC30}" dt="2026-07-07T08:17:00.400" v="609" actId="2696"/>
        <pc:sldMkLst>
          <pc:docMk/>
          <pc:sldMk cId="730580893" sldId="2147481792"/>
        </pc:sldMkLst>
      </pc:sldChg>
      <pc:sldChg chg="add del mod ord modShow">
        <pc:chgData name="Srikant Kalaga" userId="961c47af-c9bb-4225-b2a0-952af4799497" providerId="ADAL" clId="{925A01D1-6839-4C52-A6CD-0C262EC2BC30}" dt="2026-07-07T11:02:49.654" v="679" actId="729"/>
        <pc:sldMkLst>
          <pc:docMk/>
          <pc:sldMk cId="3153137025" sldId="2147481793"/>
        </pc:sldMkLst>
      </pc:sldChg>
      <pc:sldChg chg="add del mod ord modShow">
        <pc:chgData name="Srikant Kalaga" userId="961c47af-c9bb-4225-b2a0-952af4799497" providerId="ADAL" clId="{925A01D1-6839-4C52-A6CD-0C262EC2BC30}" dt="2026-07-07T11:02:49.654" v="679" actId="729"/>
        <pc:sldMkLst>
          <pc:docMk/>
          <pc:sldMk cId="757167522" sldId="2147481794"/>
        </pc:sldMkLst>
      </pc:sldChg>
      <pc:sldChg chg="addSp delSp modSp mod ord">
        <pc:chgData name="Srikant Kalaga" userId="961c47af-c9bb-4225-b2a0-952af4799497" providerId="ADAL" clId="{925A01D1-6839-4C52-A6CD-0C262EC2BC30}" dt="2026-07-01T11:55:16.317" v="352" actId="1076"/>
        <pc:sldMkLst>
          <pc:docMk/>
          <pc:sldMk cId="3880626240" sldId="2147481798"/>
        </pc:sldMkLst>
        <pc:spChg chg="mod">
          <ac:chgData name="Srikant Kalaga" userId="961c47af-c9bb-4225-b2a0-952af4799497" providerId="ADAL" clId="{925A01D1-6839-4C52-A6CD-0C262EC2BC30}" dt="2026-07-01T11:54:26.197" v="265" actId="20577"/>
          <ac:spMkLst>
            <pc:docMk/>
            <pc:sldMk cId="3880626240" sldId="2147481798"/>
            <ac:spMk id="8" creationId="{A4D8A2E8-CCD9-1635-EB34-AF12C8D8BE95}"/>
          </ac:spMkLst>
        </pc:spChg>
        <pc:spChg chg="mod">
          <ac:chgData name="Srikant Kalaga" userId="961c47af-c9bb-4225-b2a0-952af4799497" providerId="ADAL" clId="{925A01D1-6839-4C52-A6CD-0C262EC2BC30}" dt="2026-07-01T11:55:03.567" v="349" actId="20577"/>
          <ac:spMkLst>
            <pc:docMk/>
            <pc:sldMk cId="3880626240" sldId="2147481798"/>
            <ac:spMk id="18" creationId="{DAD47FAD-056B-7D00-9B47-DFCAEA466F98}"/>
          </ac:spMkLst>
        </pc:spChg>
      </pc:sldChg>
      <pc:sldChg chg="modSp mod">
        <pc:chgData name="Srikant Kalaga" userId="961c47af-c9bb-4225-b2a0-952af4799497" providerId="ADAL" clId="{925A01D1-6839-4C52-A6CD-0C262EC2BC30}" dt="2026-07-07T11:05:35.604" v="776" actId="20577"/>
        <pc:sldMkLst>
          <pc:docMk/>
          <pc:sldMk cId="566397521" sldId="2147481804"/>
        </pc:sldMkLst>
        <pc:spChg chg="mod">
          <ac:chgData name="Srikant Kalaga" userId="961c47af-c9bb-4225-b2a0-952af4799497" providerId="ADAL" clId="{925A01D1-6839-4C52-A6CD-0C262EC2BC30}" dt="2026-07-07T08:00:16.058" v="446" actId="1076"/>
          <ac:spMkLst>
            <pc:docMk/>
            <pc:sldMk cId="566397521" sldId="2147481804"/>
            <ac:spMk id="4" creationId="{B86D690C-0DF1-D38E-7811-4F326CB62E97}"/>
          </ac:spMkLst>
        </pc:spChg>
        <pc:spChg chg="mod">
          <ac:chgData name="Srikant Kalaga" userId="961c47af-c9bb-4225-b2a0-952af4799497" providerId="ADAL" clId="{925A01D1-6839-4C52-A6CD-0C262EC2BC30}" dt="2026-07-07T08:11:29.186" v="563" actId="1076"/>
          <ac:spMkLst>
            <pc:docMk/>
            <pc:sldMk cId="566397521" sldId="2147481804"/>
            <ac:spMk id="5" creationId="{3BBB3D99-3A19-B32D-F9EC-EC08B8582391}"/>
          </ac:spMkLst>
        </pc:spChg>
        <pc:spChg chg="mod">
          <ac:chgData name="Srikant Kalaga" userId="961c47af-c9bb-4225-b2a0-952af4799497" providerId="ADAL" clId="{925A01D1-6839-4C52-A6CD-0C262EC2BC30}" dt="2026-07-07T11:03:03.319" v="680" actId="1076"/>
          <ac:spMkLst>
            <pc:docMk/>
            <pc:sldMk cId="566397521" sldId="2147481804"/>
            <ac:spMk id="6" creationId="{310B5265-F9F5-4D6A-A938-842271F824ED}"/>
          </ac:spMkLst>
        </pc:spChg>
        <pc:spChg chg="mod">
          <ac:chgData name="Srikant Kalaga" userId="961c47af-c9bb-4225-b2a0-952af4799497" providerId="ADAL" clId="{925A01D1-6839-4C52-A6CD-0C262EC2BC30}" dt="2026-07-07T07:57:41.754" v="383" actId="14100"/>
          <ac:spMkLst>
            <pc:docMk/>
            <pc:sldMk cId="566397521" sldId="2147481804"/>
            <ac:spMk id="8" creationId="{4DF77FFB-048A-6A9C-8125-9CA24840BF25}"/>
          </ac:spMkLst>
        </pc:spChg>
        <pc:spChg chg="mod">
          <ac:chgData name="Srikant Kalaga" userId="961c47af-c9bb-4225-b2a0-952af4799497" providerId="ADAL" clId="{925A01D1-6839-4C52-A6CD-0C262EC2BC30}" dt="2026-07-07T07:56:46.167" v="373" actId="1076"/>
          <ac:spMkLst>
            <pc:docMk/>
            <pc:sldMk cId="566397521" sldId="2147481804"/>
            <ac:spMk id="11" creationId="{1F8517E5-10A1-7F7A-F19C-FC77D94C9F98}"/>
          </ac:spMkLst>
        </pc:spChg>
        <pc:spChg chg="mod">
          <ac:chgData name="Srikant Kalaga" userId="961c47af-c9bb-4225-b2a0-952af4799497" providerId="ADAL" clId="{925A01D1-6839-4C52-A6CD-0C262EC2BC30}" dt="2026-07-07T07:57:48.385" v="384" actId="14100"/>
          <ac:spMkLst>
            <pc:docMk/>
            <pc:sldMk cId="566397521" sldId="2147481804"/>
            <ac:spMk id="12" creationId="{D4C54A7A-7CE6-DBF7-B1D6-9545A7E06601}"/>
          </ac:spMkLst>
        </pc:spChg>
        <pc:spChg chg="mod">
          <ac:chgData name="Srikant Kalaga" userId="961c47af-c9bb-4225-b2a0-952af4799497" providerId="ADAL" clId="{925A01D1-6839-4C52-A6CD-0C262EC2BC30}" dt="2026-07-07T07:57:51.271" v="385" actId="14100"/>
          <ac:spMkLst>
            <pc:docMk/>
            <pc:sldMk cId="566397521" sldId="2147481804"/>
            <ac:spMk id="13" creationId="{575BBDFA-27F2-6DCB-B004-65D88EF55ACB}"/>
          </ac:spMkLst>
        </pc:spChg>
        <pc:spChg chg="mod">
          <ac:chgData name="Srikant Kalaga" userId="961c47af-c9bb-4225-b2a0-952af4799497" providerId="ADAL" clId="{925A01D1-6839-4C52-A6CD-0C262EC2BC30}" dt="2026-07-07T07:56:49.009" v="374" actId="1076"/>
          <ac:spMkLst>
            <pc:docMk/>
            <pc:sldMk cId="566397521" sldId="2147481804"/>
            <ac:spMk id="17" creationId="{9A72C5C4-20CF-3ED8-5C5E-858116B65685}"/>
          </ac:spMkLst>
        </pc:spChg>
        <pc:spChg chg="mod">
          <ac:chgData name="Srikant Kalaga" userId="961c47af-c9bb-4225-b2a0-952af4799497" providerId="ADAL" clId="{925A01D1-6839-4C52-A6CD-0C262EC2BC30}" dt="2026-07-07T07:57:54.050" v="386" actId="14100"/>
          <ac:spMkLst>
            <pc:docMk/>
            <pc:sldMk cId="566397521" sldId="2147481804"/>
            <ac:spMk id="19" creationId="{6AFCCFFB-1508-E978-E204-FEA17FA813A6}"/>
          </ac:spMkLst>
        </pc:spChg>
        <pc:spChg chg="mod">
          <ac:chgData name="Srikant Kalaga" userId="961c47af-c9bb-4225-b2a0-952af4799497" providerId="ADAL" clId="{925A01D1-6839-4C52-A6CD-0C262EC2BC30}" dt="2026-07-07T07:57:56.215" v="387" actId="14100"/>
          <ac:spMkLst>
            <pc:docMk/>
            <pc:sldMk cId="566397521" sldId="2147481804"/>
            <ac:spMk id="20" creationId="{310DB18B-EE39-40D5-0604-84A4CD65B7DE}"/>
          </ac:spMkLst>
        </pc:spChg>
        <pc:spChg chg="mod">
          <ac:chgData name="Srikant Kalaga" userId="961c47af-c9bb-4225-b2a0-952af4799497" providerId="ADAL" clId="{925A01D1-6839-4C52-A6CD-0C262EC2BC30}" dt="2026-07-07T08:00:25.412" v="452" actId="20577"/>
          <ac:spMkLst>
            <pc:docMk/>
            <pc:sldMk cId="566397521" sldId="2147481804"/>
            <ac:spMk id="22" creationId="{7B659F83-D1FE-1850-BA4F-DEACBB46DDDF}"/>
          </ac:spMkLst>
        </pc:spChg>
        <pc:spChg chg="mod">
          <ac:chgData name="Srikant Kalaga" userId="961c47af-c9bb-4225-b2a0-952af4799497" providerId="ADAL" clId="{925A01D1-6839-4C52-A6CD-0C262EC2BC30}" dt="2026-07-07T07:56:56.721" v="376" actId="20577"/>
          <ac:spMkLst>
            <pc:docMk/>
            <pc:sldMk cId="566397521" sldId="2147481804"/>
            <ac:spMk id="23" creationId="{1B8BFB54-7090-3649-1BD6-0F624334CE56}"/>
          </ac:spMkLst>
        </pc:spChg>
        <pc:spChg chg="mod">
          <ac:chgData name="Srikant Kalaga" userId="961c47af-c9bb-4225-b2a0-952af4799497" providerId="ADAL" clId="{925A01D1-6839-4C52-A6CD-0C262EC2BC30}" dt="2026-07-07T07:56:32.488" v="371" actId="20577"/>
          <ac:spMkLst>
            <pc:docMk/>
            <pc:sldMk cId="566397521" sldId="2147481804"/>
            <ac:spMk id="25" creationId="{50160EC2-2DFA-6F24-E13F-2EFE021C6BBD}"/>
          </ac:spMkLst>
        </pc:spChg>
        <pc:spChg chg="mod">
          <ac:chgData name="Srikant Kalaga" userId="961c47af-c9bb-4225-b2a0-952af4799497" providerId="ADAL" clId="{925A01D1-6839-4C52-A6CD-0C262EC2BC30}" dt="2026-07-07T07:58:01.493" v="388" actId="1076"/>
          <ac:spMkLst>
            <pc:docMk/>
            <pc:sldMk cId="566397521" sldId="2147481804"/>
            <ac:spMk id="26" creationId="{115358C2-27FE-A62F-C2A8-2066C780D2D1}"/>
          </ac:spMkLst>
        </pc:spChg>
        <pc:spChg chg="mod">
          <ac:chgData name="Srikant Kalaga" userId="961c47af-c9bb-4225-b2a0-952af4799497" providerId="ADAL" clId="{925A01D1-6839-4C52-A6CD-0C262EC2BC30}" dt="2026-07-07T08:11:41.340" v="565" actId="20577"/>
          <ac:spMkLst>
            <pc:docMk/>
            <pc:sldMk cId="566397521" sldId="2147481804"/>
            <ac:spMk id="27" creationId="{53EA6D90-7235-D2F5-926A-47B3F56CD6BA}"/>
          </ac:spMkLst>
        </pc:spChg>
        <pc:spChg chg="mod">
          <ac:chgData name="Srikant Kalaga" userId="961c47af-c9bb-4225-b2a0-952af4799497" providerId="ADAL" clId="{925A01D1-6839-4C52-A6CD-0C262EC2BC30}" dt="2026-07-07T07:56:35.963" v="372" actId="1076"/>
          <ac:spMkLst>
            <pc:docMk/>
            <pc:sldMk cId="566397521" sldId="2147481804"/>
            <ac:spMk id="28" creationId="{69F75A02-9717-FFA2-76BA-577C349E6DAA}"/>
          </ac:spMkLst>
        </pc:spChg>
        <pc:spChg chg="mod">
          <ac:chgData name="Srikant Kalaga" userId="961c47af-c9bb-4225-b2a0-952af4799497" providerId="ADAL" clId="{925A01D1-6839-4C52-A6CD-0C262EC2BC30}" dt="2026-07-07T07:58:18.037" v="392" actId="1076"/>
          <ac:spMkLst>
            <pc:docMk/>
            <pc:sldMk cId="566397521" sldId="2147481804"/>
            <ac:spMk id="29" creationId="{242CFEF2-E7E6-AC57-81B5-DF97B6717DA8}"/>
          </ac:spMkLst>
        </pc:spChg>
        <pc:spChg chg="mod">
          <ac:chgData name="Srikant Kalaga" userId="961c47af-c9bb-4225-b2a0-952af4799497" providerId="ADAL" clId="{925A01D1-6839-4C52-A6CD-0C262EC2BC30}" dt="2026-07-07T11:03:53.211" v="714" actId="20577"/>
          <ac:spMkLst>
            <pc:docMk/>
            <pc:sldMk cId="566397521" sldId="2147481804"/>
            <ac:spMk id="30" creationId="{BD3C7E56-D0DF-1387-D4C1-FCAEDD16C643}"/>
          </ac:spMkLst>
        </pc:spChg>
        <pc:spChg chg="mod">
          <ac:chgData name="Srikant Kalaga" userId="961c47af-c9bb-4225-b2a0-952af4799497" providerId="ADAL" clId="{925A01D1-6839-4C52-A6CD-0C262EC2BC30}" dt="2026-07-07T07:58:39.027" v="396" actId="1076"/>
          <ac:spMkLst>
            <pc:docMk/>
            <pc:sldMk cId="566397521" sldId="2147481804"/>
            <ac:spMk id="45" creationId="{1491C942-ADE5-3EC4-66D1-218CF88E9B97}"/>
          </ac:spMkLst>
        </pc:spChg>
        <pc:spChg chg="mod">
          <ac:chgData name="Srikant Kalaga" userId="961c47af-c9bb-4225-b2a0-952af4799497" providerId="ADAL" clId="{925A01D1-6839-4C52-A6CD-0C262EC2BC30}" dt="2026-07-07T11:04:38.634" v="740" actId="20577"/>
          <ac:spMkLst>
            <pc:docMk/>
            <pc:sldMk cId="566397521" sldId="2147481804"/>
            <ac:spMk id="60" creationId="{C99CB9C7-5A07-A550-77C5-04EC42313976}"/>
          </ac:spMkLst>
        </pc:spChg>
        <pc:spChg chg="mod">
          <ac:chgData name="Srikant Kalaga" userId="961c47af-c9bb-4225-b2a0-952af4799497" providerId="ADAL" clId="{925A01D1-6839-4C52-A6CD-0C262EC2BC30}" dt="2026-07-07T07:58:51.050" v="399" actId="1076"/>
          <ac:spMkLst>
            <pc:docMk/>
            <pc:sldMk cId="566397521" sldId="2147481804"/>
            <ac:spMk id="61" creationId="{D87270FD-1534-571D-2952-A6F0062B5AC3}"/>
          </ac:spMkLst>
        </pc:spChg>
        <pc:spChg chg="mod">
          <ac:chgData name="Srikant Kalaga" userId="961c47af-c9bb-4225-b2a0-952af4799497" providerId="ADAL" clId="{925A01D1-6839-4C52-A6CD-0C262EC2BC30}" dt="2026-07-07T11:05:08.594" v="758" actId="20577"/>
          <ac:spMkLst>
            <pc:docMk/>
            <pc:sldMk cId="566397521" sldId="2147481804"/>
            <ac:spMk id="62" creationId="{ED7E2B27-FEC1-68BE-1D84-55002A192644}"/>
          </ac:spMkLst>
        </pc:spChg>
        <pc:spChg chg="mod">
          <ac:chgData name="Srikant Kalaga" userId="961c47af-c9bb-4225-b2a0-952af4799497" providerId="ADAL" clId="{925A01D1-6839-4C52-A6CD-0C262EC2BC30}" dt="2026-07-07T07:59:05.382" v="402" actId="1076"/>
          <ac:spMkLst>
            <pc:docMk/>
            <pc:sldMk cId="566397521" sldId="2147481804"/>
            <ac:spMk id="63" creationId="{2DE3384B-8E51-5BDD-2A78-265410A0C2FA}"/>
          </ac:spMkLst>
        </pc:spChg>
        <pc:spChg chg="mod">
          <ac:chgData name="Srikant Kalaga" userId="961c47af-c9bb-4225-b2a0-952af4799497" providerId="ADAL" clId="{925A01D1-6839-4C52-A6CD-0C262EC2BC30}" dt="2026-07-07T11:05:35.604" v="776" actId="20577"/>
          <ac:spMkLst>
            <pc:docMk/>
            <pc:sldMk cId="566397521" sldId="2147481804"/>
            <ac:spMk id="64" creationId="{9C0AFC99-0D94-3C0A-7B55-2E0ECA37AD4B}"/>
          </ac:spMkLst>
        </pc:spChg>
        <pc:spChg chg="mod">
          <ac:chgData name="Srikant Kalaga" userId="961c47af-c9bb-4225-b2a0-952af4799497" providerId="ADAL" clId="{925A01D1-6839-4C52-A6CD-0C262EC2BC30}" dt="2026-07-07T07:58:07.560" v="390" actId="1076"/>
          <ac:spMkLst>
            <pc:docMk/>
            <pc:sldMk cId="566397521" sldId="2147481804"/>
            <ac:spMk id="65" creationId="{A8E503B9-F1FF-5FD9-902D-D1EB3701E6FB}"/>
          </ac:spMkLst>
        </pc:spChg>
        <pc:spChg chg="mod">
          <ac:chgData name="Srikant Kalaga" userId="961c47af-c9bb-4225-b2a0-952af4799497" providerId="ADAL" clId="{925A01D1-6839-4C52-A6CD-0C262EC2BC30}" dt="2026-07-07T07:58:30.590" v="394" actId="1076"/>
          <ac:spMkLst>
            <pc:docMk/>
            <pc:sldMk cId="566397521" sldId="2147481804"/>
            <ac:spMk id="67" creationId="{C9412624-36CF-6734-FE6B-B27FDDB82ED0}"/>
          </ac:spMkLst>
        </pc:spChg>
        <pc:spChg chg="mod">
          <ac:chgData name="Srikant Kalaga" userId="961c47af-c9bb-4225-b2a0-952af4799497" providerId="ADAL" clId="{925A01D1-6839-4C52-A6CD-0C262EC2BC30}" dt="2026-07-07T07:58:43.069" v="398" actId="1076"/>
          <ac:spMkLst>
            <pc:docMk/>
            <pc:sldMk cId="566397521" sldId="2147481804"/>
            <ac:spMk id="69" creationId="{42CCED01-C8C3-CC2B-63A5-FE55BC14AAC3}"/>
          </ac:spMkLst>
        </pc:spChg>
        <pc:spChg chg="mod">
          <ac:chgData name="Srikant Kalaga" userId="961c47af-c9bb-4225-b2a0-952af4799497" providerId="ADAL" clId="{925A01D1-6839-4C52-A6CD-0C262EC2BC30}" dt="2026-07-07T07:58:56.558" v="401" actId="1076"/>
          <ac:spMkLst>
            <pc:docMk/>
            <pc:sldMk cId="566397521" sldId="2147481804"/>
            <ac:spMk id="71" creationId="{E111A5FE-8E6C-D65D-3CCB-1DF82F244906}"/>
          </ac:spMkLst>
        </pc:spChg>
        <pc:spChg chg="mod">
          <ac:chgData name="Srikant Kalaga" userId="961c47af-c9bb-4225-b2a0-952af4799497" providerId="ADAL" clId="{925A01D1-6839-4C52-A6CD-0C262EC2BC30}" dt="2026-07-07T07:59:11.522" v="404" actId="1076"/>
          <ac:spMkLst>
            <pc:docMk/>
            <pc:sldMk cId="566397521" sldId="2147481804"/>
            <ac:spMk id="73" creationId="{F5D60F2A-370C-9782-B32F-656BB8359CF1}"/>
          </ac:spMkLst>
        </pc:spChg>
        <pc:grpChg chg="mod">
          <ac:chgData name="Srikant Kalaga" userId="961c47af-c9bb-4225-b2a0-952af4799497" providerId="ADAL" clId="{925A01D1-6839-4C52-A6CD-0C262EC2BC30}" dt="2026-07-07T07:57:35.341" v="382" actId="14100"/>
          <ac:grpSpMkLst>
            <pc:docMk/>
            <pc:sldMk cId="566397521" sldId="2147481804"/>
            <ac:grpSpMk id="7" creationId="{C0E31D56-5E17-26E4-79FA-F459BAB871EE}"/>
          </ac:grpSpMkLst>
        </pc:grpChg>
        <pc:picChg chg="mod">
          <ac:chgData name="Srikant Kalaga" userId="961c47af-c9bb-4225-b2a0-952af4799497" providerId="ADAL" clId="{925A01D1-6839-4C52-A6CD-0C262EC2BC30}" dt="2026-07-07T07:58:05.013" v="389" actId="1076"/>
          <ac:picMkLst>
            <pc:docMk/>
            <pc:sldMk cId="566397521" sldId="2147481804"/>
            <ac:picMk id="66" creationId="{1FE98658-E4B9-52FF-4500-B51341636E2A}"/>
          </ac:picMkLst>
        </pc:picChg>
        <pc:picChg chg="mod">
          <ac:chgData name="Srikant Kalaga" userId="961c47af-c9bb-4225-b2a0-952af4799497" providerId="ADAL" clId="{925A01D1-6839-4C52-A6CD-0C262EC2BC30}" dt="2026-07-07T07:58:34.480" v="395" actId="1076"/>
          <ac:picMkLst>
            <pc:docMk/>
            <pc:sldMk cId="566397521" sldId="2147481804"/>
            <ac:picMk id="68" creationId="{A3D095B3-3E14-442F-96B6-9E45DC93850A}"/>
          </ac:picMkLst>
        </pc:picChg>
        <pc:picChg chg="mod">
          <ac:chgData name="Srikant Kalaga" userId="961c47af-c9bb-4225-b2a0-952af4799497" providerId="ADAL" clId="{925A01D1-6839-4C52-A6CD-0C262EC2BC30}" dt="2026-07-07T07:58:40.732" v="397" actId="1076"/>
          <ac:picMkLst>
            <pc:docMk/>
            <pc:sldMk cId="566397521" sldId="2147481804"/>
            <ac:picMk id="70" creationId="{14C431C0-93C8-C59A-DD5A-CC60944A51FE}"/>
          </ac:picMkLst>
        </pc:picChg>
        <pc:picChg chg="mod">
          <ac:chgData name="Srikant Kalaga" userId="961c47af-c9bb-4225-b2a0-952af4799497" providerId="ADAL" clId="{925A01D1-6839-4C52-A6CD-0C262EC2BC30}" dt="2026-07-07T07:58:53.806" v="400" actId="1076"/>
          <ac:picMkLst>
            <pc:docMk/>
            <pc:sldMk cId="566397521" sldId="2147481804"/>
            <ac:picMk id="72" creationId="{3FB4160D-467D-7D22-5E8F-8701CFDE3D59}"/>
          </ac:picMkLst>
        </pc:picChg>
        <pc:picChg chg="mod">
          <ac:chgData name="Srikant Kalaga" userId="961c47af-c9bb-4225-b2a0-952af4799497" providerId="ADAL" clId="{925A01D1-6839-4C52-A6CD-0C262EC2BC30}" dt="2026-07-07T07:59:07.883" v="403" actId="1076"/>
          <ac:picMkLst>
            <pc:docMk/>
            <pc:sldMk cId="566397521" sldId="2147481804"/>
            <ac:picMk id="74" creationId="{7186736A-019E-904B-EBF1-405C3DC3C281}"/>
          </ac:picMkLst>
        </pc:picChg>
      </pc:sldChg>
      <pc:sldChg chg="add del">
        <pc:chgData name="Srikant Kalaga" userId="961c47af-c9bb-4225-b2a0-952af4799497" providerId="ADAL" clId="{925A01D1-6839-4C52-A6CD-0C262EC2BC30}" dt="2026-07-07T08:17:00.400" v="609" actId="2696"/>
        <pc:sldMkLst>
          <pc:docMk/>
          <pc:sldMk cId="1927602274" sldId="2147481805"/>
        </pc:sldMkLst>
      </pc:sldChg>
      <pc:sldChg chg="add del">
        <pc:chgData name="Srikant Kalaga" userId="961c47af-c9bb-4225-b2a0-952af4799497" providerId="ADAL" clId="{925A01D1-6839-4C52-A6CD-0C262EC2BC30}" dt="2026-07-07T08:17:00.400" v="609" actId="2696"/>
        <pc:sldMkLst>
          <pc:docMk/>
          <pc:sldMk cId="1614789178" sldId="2147481806"/>
        </pc:sldMkLst>
      </pc:sldChg>
      <pc:sldChg chg="add del">
        <pc:chgData name="Srikant Kalaga" userId="961c47af-c9bb-4225-b2a0-952af4799497" providerId="ADAL" clId="{925A01D1-6839-4C52-A6CD-0C262EC2BC30}" dt="2026-07-07T08:17:00.400" v="609" actId="2696"/>
        <pc:sldMkLst>
          <pc:docMk/>
          <pc:sldMk cId="905749200" sldId="2147481807"/>
        </pc:sldMkLst>
      </pc:sldChg>
      <pc:sldChg chg="add del ord">
        <pc:chgData name="Srikant Kalaga" userId="961c47af-c9bb-4225-b2a0-952af4799497" providerId="ADAL" clId="{925A01D1-6839-4C52-A6CD-0C262EC2BC30}" dt="2026-07-07T08:51:04.626" v="637"/>
        <pc:sldMkLst>
          <pc:docMk/>
          <pc:sldMk cId="3909640683" sldId="2147481809"/>
        </pc:sldMkLst>
      </pc:sldChg>
      <pc:sldChg chg="add del mod modShow">
        <pc:chgData name="Srikant Kalaga" userId="961c47af-c9bb-4225-b2a0-952af4799497" providerId="ADAL" clId="{925A01D1-6839-4C52-A6CD-0C262EC2BC30}" dt="2026-07-07T12:38:57.020" v="932" actId="729"/>
        <pc:sldMkLst>
          <pc:docMk/>
          <pc:sldMk cId="3561570222" sldId="2147481813"/>
        </pc:sldMkLst>
      </pc:sldChg>
      <pc:sldChg chg="add del mod modShow">
        <pc:chgData name="Srikant Kalaga" userId="961c47af-c9bb-4225-b2a0-952af4799497" providerId="ADAL" clId="{925A01D1-6839-4C52-A6CD-0C262EC2BC30}" dt="2026-07-07T12:38:57.020" v="932" actId="729"/>
        <pc:sldMkLst>
          <pc:docMk/>
          <pc:sldMk cId="2276370040" sldId="2147481814"/>
        </pc:sldMkLst>
      </pc:sldChg>
      <pc:sldChg chg="add del mod ord modShow">
        <pc:chgData name="Srikant Kalaga" userId="961c47af-c9bb-4225-b2a0-952af4799497" providerId="ADAL" clId="{925A01D1-6839-4C52-A6CD-0C262EC2BC30}" dt="2026-07-07T12:38:57.020" v="932" actId="729"/>
        <pc:sldMkLst>
          <pc:docMk/>
          <pc:sldMk cId="3082186354" sldId="2147481815"/>
        </pc:sldMkLst>
      </pc:sldChg>
      <pc:sldChg chg="addSp delSp modSp mod">
        <pc:chgData name="Srikant Kalaga" userId="961c47af-c9bb-4225-b2a0-952af4799497" providerId="ADAL" clId="{925A01D1-6839-4C52-A6CD-0C262EC2BC30}" dt="2026-07-07T11:05:59.925" v="780" actId="20577"/>
        <pc:sldMkLst>
          <pc:docMk/>
          <pc:sldMk cId="1011382387" sldId="2147481818"/>
        </pc:sldMkLst>
        <pc:spChg chg="mod">
          <ac:chgData name="Srikant Kalaga" userId="961c47af-c9bb-4225-b2a0-952af4799497" providerId="ADAL" clId="{925A01D1-6839-4C52-A6CD-0C262EC2BC30}" dt="2026-07-07T08:16:55.684" v="606" actId="1076"/>
          <ac:spMkLst>
            <pc:docMk/>
            <pc:sldMk cId="1011382387" sldId="2147481818"/>
            <ac:spMk id="4" creationId="{845F1F78-06E5-9269-E3A1-09153928F3D8}"/>
          </ac:spMkLst>
        </pc:spChg>
        <pc:spChg chg="mod">
          <ac:chgData name="Srikant Kalaga" userId="961c47af-c9bb-4225-b2a0-952af4799497" providerId="ADAL" clId="{925A01D1-6839-4C52-A6CD-0C262EC2BC30}" dt="2026-07-07T08:12:09.230" v="585" actId="20577"/>
          <ac:spMkLst>
            <pc:docMk/>
            <pc:sldMk cId="1011382387" sldId="2147481818"/>
            <ac:spMk id="6" creationId="{FB8FC2C6-5041-B35C-F241-853E10D6AA8D}"/>
          </ac:spMkLst>
        </pc:spChg>
        <pc:spChg chg="mod">
          <ac:chgData name="Srikant Kalaga" userId="961c47af-c9bb-4225-b2a0-952af4799497" providerId="ADAL" clId="{925A01D1-6839-4C52-A6CD-0C262EC2BC30}" dt="2026-07-07T08:04:39.507" v="497" actId="20577"/>
          <ac:spMkLst>
            <pc:docMk/>
            <pc:sldMk cId="1011382387" sldId="2147481818"/>
            <ac:spMk id="9" creationId="{C941721E-E321-1932-8525-F5F382421722}"/>
          </ac:spMkLst>
        </pc:spChg>
        <pc:spChg chg="mod">
          <ac:chgData name="Srikant Kalaga" userId="961c47af-c9bb-4225-b2a0-952af4799497" providerId="ADAL" clId="{925A01D1-6839-4C52-A6CD-0C262EC2BC30}" dt="2026-07-07T07:54:26.045" v="369" actId="20577"/>
          <ac:spMkLst>
            <pc:docMk/>
            <pc:sldMk cId="1011382387" sldId="2147481818"/>
            <ac:spMk id="10" creationId="{B972E486-0E84-DFEA-C38B-B3A755E2A7F0}"/>
          </ac:spMkLst>
        </pc:spChg>
        <pc:spChg chg="add mod">
          <ac:chgData name="Srikant Kalaga" userId="961c47af-c9bb-4225-b2a0-952af4799497" providerId="ADAL" clId="{925A01D1-6839-4C52-A6CD-0C262EC2BC30}" dt="2026-07-07T08:12:21.965" v="592" actId="20577"/>
          <ac:spMkLst>
            <pc:docMk/>
            <pc:sldMk cId="1011382387" sldId="2147481818"/>
            <ac:spMk id="33" creationId="{FFFD57D3-1E3F-6040-AECD-CFDC1416E085}"/>
          </ac:spMkLst>
        </pc:spChg>
        <pc:spChg chg="mod">
          <ac:chgData name="Srikant Kalaga" userId="961c47af-c9bb-4225-b2a0-952af4799497" providerId="ADAL" clId="{925A01D1-6839-4C52-A6CD-0C262EC2BC30}" dt="2026-07-07T08:16:55.684" v="606" actId="1076"/>
          <ac:spMkLst>
            <pc:docMk/>
            <pc:sldMk cId="1011382387" sldId="2147481818"/>
            <ac:spMk id="35" creationId="{91898596-D98B-3185-6B33-0FCB38BFBB80}"/>
          </ac:spMkLst>
        </pc:spChg>
        <pc:spChg chg="mod">
          <ac:chgData name="Srikant Kalaga" userId="961c47af-c9bb-4225-b2a0-952af4799497" providerId="ADAL" clId="{925A01D1-6839-4C52-A6CD-0C262EC2BC30}" dt="2026-07-07T08:16:59.499" v="608" actId="20577"/>
          <ac:spMkLst>
            <pc:docMk/>
            <pc:sldMk cId="1011382387" sldId="2147481818"/>
            <ac:spMk id="37" creationId="{79CDBA6F-285B-6798-32AC-3A2128F5665D}"/>
          </ac:spMkLst>
        </pc:spChg>
        <pc:spChg chg="mod">
          <ac:chgData name="Srikant Kalaga" userId="961c47af-c9bb-4225-b2a0-952af4799497" providerId="ADAL" clId="{925A01D1-6839-4C52-A6CD-0C262EC2BC30}" dt="2026-07-07T11:05:59.925" v="780" actId="20577"/>
          <ac:spMkLst>
            <pc:docMk/>
            <pc:sldMk cId="1011382387" sldId="2147481818"/>
            <ac:spMk id="42" creationId="{E967154B-73BB-4260-C27A-E47606E9DE8F}"/>
          </ac:spMkLst>
        </pc:spChg>
        <pc:spChg chg="mod">
          <ac:chgData name="Srikant Kalaga" userId="961c47af-c9bb-4225-b2a0-952af4799497" providerId="ADAL" clId="{925A01D1-6839-4C52-A6CD-0C262EC2BC30}" dt="2026-07-07T11:00:30.730" v="662" actId="1076"/>
          <ac:spMkLst>
            <pc:docMk/>
            <pc:sldMk cId="1011382387" sldId="2147481818"/>
            <ac:spMk id="45" creationId="{A2179DE8-7573-92CE-848E-7BD54798CB22}"/>
          </ac:spMkLst>
        </pc:spChg>
        <pc:spChg chg="mod">
          <ac:chgData name="Srikant Kalaga" userId="961c47af-c9bb-4225-b2a0-952af4799497" providerId="ADAL" clId="{925A01D1-6839-4C52-A6CD-0C262EC2BC30}" dt="2026-07-07T11:00:21.316" v="660" actId="1076"/>
          <ac:spMkLst>
            <pc:docMk/>
            <pc:sldMk cId="1011382387" sldId="2147481818"/>
            <ac:spMk id="48" creationId="{30B1AE49-77B4-7907-18ED-240466546C29}"/>
          </ac:spMkLst>
        </pc:spChg>
        <pc:spChg chg="mod">
          <ac:chgData name="Srikant Kalaga" userId="961c47af-c9bb-4225-b2a0-952af4799497" providerId="ADAL" clId="{925A01D1-6839-4C52-A6CD-0C262EC2BC30}" dt="2026-07-07T08:16:55.684" v="606" actId="1076"/>
          <ac:spMkLst>
            <pc:docMk/>
            <pc:sldMk cId="1011382387" sldId="2147481818"/>
            <ac:spMk id="50" creationId="{3ABEE690-2490-5E2F-7425-770FA2ECCD09}"/>
          </ac:spMkLst>
        </pc:spChg>
        <pc:spChg chg="mod">
          <ac:chgData name="Srikant Kalaga" userId="961c47af-c9bb-4225-b2a0-952af4799497" providerId="ADAL" clId="{925A01D1-6839-4C52-A6CD-0C262EC2BC30}" dt="2026-07-07T08:16:55.684" v="606" actId="1076"/>
          <ac:spMkLst>
            <pc:docMk/>
            <pc:sldMk cId="1011382387" sldId="2147481818"/>
            <ac:spMk id="59" creationId="{F445766C-8F6A-F3A4-B5B6-140BFE8FCB19}"/>
          </ac:spMkLst>
        </pc:spChg>
        <pc:spChg chg="mod">
          <ac:chgData name="Srikant Kalaga" userId="961c47af-c9bb-4225-b2a0-952af4799497" providerId="ADAL" clId="{925A01D1-6839-4C52-A6CD-0C262EC2BC30}" dt="2026-07-07T08:16:55.684" v="606" actId="1076"/>
          <ac:spMkLst>
            <pc:docMk/>
            <pc:sldMk cId="1011382387" sldId="2147481818"/>
            <ac:spMk id="63" creationId="{9C32B1AC-5BD0-2300-EF05-9399844E87CC}"/>
          </ac:spMkLst>
        </pc:spChg>
        <pc:spChg chg="mod">
          <ac:chgData name="Srikant Kalaga" userId="961c47af-c9bb-4225-b2a0-952af4799497" providerId="ADAL" clId="{925A01D1-6839-4C52-A6CD-0C262EC2BC30}" dt="2026-07-07T08:16:55.684" v="606" actId="1076"/>
          <ac:spMkLst>
            <pc:docMk/>
            <pc:sldMk cId="1011382387" sldId="2147481818"/>
            <ac:spMk id="66" creationId="{A5D15D05-8637-35F3-9CFD-BC41B20F28A4}"/>
          </ac:spMkLst>
        </pc:spChg>
        <pc:spChg chg="mod">
          <ac:chgData name="Srikant Kalaga" userId="961c47af-c9bb-4225-b2a0-952af4799497" providerId="ADAL" clId="{925A01D1-6839-4C52-A6CD-0C262EC2BC30}" dt="2026-07-07T08:16:55.684" v="606" actId="1076"/>
          <ac:spMkLst>
            <pc:docMk/>
            <pc:sldMk cId="1011382387" sldId="2147481818"/>
            <ac:spMk id="72" creationId="{663198A1-85C2-1E6E-98BD-B24077AA8A2A}"/>
          </ac:spMkLst>
        </pc:spChg>
        <pc:spChg chg="mod">
          <ac:chgData name="Srikant Kalaga" userId="961c47af-c9bb-4225-b2a0-952af4799497" providerId="ADAL" clId="{925A01D1-6839-4C52-A6CD-0C262EC2BC30}" dt="2026-07-07T08:16:55.684" v="606" actId="1076"/>
          <ac:spMkLst>
            <pc:docMk/>
            <pc:sldMk cId="1011382387" sldId="2147481818"/>
            <ac:spMk id="92" creationId="{2E7507BC-758C-0476-0477-AAB9E7B5CC33}"/>
          </ac:spMkLst>
        </pc:spChg>
        <pc:picChg chg="mod">
          <ac:chgData name="Srikant Kalaga" userId="961c47af-c9bb-4225-b2a0-952af4799497" providerId="ADAL" clId="{925A01D1-6839-4C52-A6CD-0C262EC2BC30}" dt="2026-07-07T11:00:25.124" v="661" actId="1076"/>
          <ac:picMkLst>
            <pc:docMk/>
            <pc:sldMk cId="1011382387" sldId="2147481818"/>
            <ac:picMk id="1060" creationId="{86021F56-38F3-82E6-417F-36F6B07EC07C}"/>
          </ac:picMkLst>
        </pc:picChg>
        <pc:picChg chg="mod">
          <ac:chgData name="Srikant Kalaga" userId="961c47af-c9bb-4225-b2a0-952af4799497" providerId="ADAL" clId="{925A01D1-6839-4C52-A6CD-0C262EC2BC30}" dt="2026-07-07T11:00:33.084" v="663" actId="1076"/>
          <ac:picMkLst>
            <pc:docMk/>
            <pc:sldMk cId="1011382387" sldId="2147481818"/>
            <ac:picMk id="1068" creationId="{49148377-3BF8-ACBC-6716-63F1676A78F6}"/>
          </ac:picMkLst>
        </pc:picChg>
        <pc:cxnChg chg="mod">
          <ac:chgData name="Srikant Kalaga" userId="961c47af-c9bb-4225-b2a0-952af4799497" providerId="ADAL" clId="{925A01D1-6839-4C52-A6CD-0C262EC2BC30}" dt="2026-07-07T11:01:10.835" v="668" actId="1076"/>
          <ac:cxnSpMkLst>
            <pc:docMk/>
            <pc:sldMk cId="1011382387" sldId="2147481818"/>
            <ac:cxnSpMk id="46" creationId="{2FBF2912-0546-6061-F84D-E1C232171F0E}"/>
          </ac:cxnSpMkLst>
        </pc:cxnChg>
        <pc:cxnChg chg="mod">
          <ac:chgData name="Srikant Kalaga" userId="961c47af-c9bb-4225-b2a0-952af4799497" providerId="ADAL" clId="{925A01D1-6839-4C52-A6CD-0C262EC2BC30}" dt="2026-07-07T11:01:00.431" v="665" actId="14100"/>
          <ac:cxnSpMkLst>
            <pc:docMk/>
            <pc:sldMk cId="1011382387" sldId="2147481818"/>
            <ac:cxnSpMk id="65" creationId="{220C0A4A-8CCB-E728-D4A9-6E45333CC897}"/>
          </ac:cxnSpMkLst>
        </pc:cxnChg>
      </pc:sldChg>
      <pc:sldChg chg="modSp mod">
        <pc:chgData name="Srikant Kalaga" userId="961c47af-c9bb-4225-b2a0-952af4799497" providerId="ADAL" clId="{925A01D1-6839-4C52-A6CD-0C262EC2BC30}" dt="2026-07-07T08:18:34.513" v="621" actId="20577"/>
        <pc:sldMkLst>
          <pc:docMk/>
          <pc:sldMk cId="3323764323" sldId="2147481821"/>
        </pc:sldMkLst>
      </pc:sldChg>
      <pc:sldChg chg="addSp modSp mod ord">
        <pc:chgData name="Srikant Kalaga" userId="961c47af-c9bb-4225-b2a0-952af4799497" providerId="ADAL" clId="{925A01D1-6839-4C52-A6CD-0C262EC2BC30}" dt="2026-07-07T11:32:47.930" v="849" actId="1076"/>
        <pc:sldMkLst>
          <pc:docMk/>
          <pc:sldMk cId="2976658370" sldId="2147481824"/>
        </pc:sldMkLst>
        <pc:spChg chg="mod">
          <ac:chgData name="Srikant Kalaga" userId="961c47af-c9bb-4225-b2a0-952af4799497" providerId="ADAL" clId="{925A01D1-6839-4C52-A6CD-0C262EC2BC30}" dt="2026-07-07T08:06:00.975" v="503" actId="20577"/>
          <ac:spMkLst>
            <pc:docMk/>
            <pc:sldMk cId="2976658370" sldId="2147481824"/>
            <ac:spMk id="5" creationId="{B4687BFD-1EE4-30AE-D329-EB40D113FCCF}"/>
          </ac:spMkLst>
        </pc:spChg>
        <pc:spChg chg="mod">
          <ac:chgData name="Srikant Kalaga" userId="961c47af-c9bb-4225-b2a0-952af4799497" providerId="ADAL" clId="{925A01D1-6839-4C52-A6CD-0C262EC2BC30}" dt="2026-07-07T11:32:47.930" v="849" actId="1076"/>
          <ac:spMkLst>
            <pc:docMk/>
            <pc:sldMk cId="2976658370" sldId="2147481824"/>
            <ac:spMk id="10" creationId="{7BAABB32-ECDE-F41E-8E8E-6A97C0D556D2}"/>
          </ac:spMkLst>
        </pc:spChg>
        <pc:spChg chg="mod">
          <ac:chgData name="Srikant Kalaga" userId="961c47af-c9bb-4225-b2a0-952af4799497" providerId="ADAL" clId="{925A01D1-6839-4C52-A6CD-0C262EC2BC30}" dt="2026-07-07T11:32:47.930" v="849" actId="1076"/>
          <ac:spMkLst>
            <pc:docMk/>
            <pc:sldMk cId="2976658370" sldId="2147481824"/>
            <ac:spMk id="11" creationId="{2995DE99-B392-CB2C-8F7F-CBD928509711}"/>
          </ac:spMkLst>
        </pc:spChg>
        <pc:spChg chg="mod">
          <ac:chgData name="Srikant Kalaga" userId="961c47af-c9bb-4225-b2a0-952af4799497" providerId="ADAL" clId="{925A01D1-6839-4C52-A6CD-0C262EC2BC30}" dt="2026-07-07T11:32:47.930" v="849" actId="1076"/>
          <ac:spMkLst>
            <pc:docMk/>
            <pc:sldMk cId="2976658370" sldId="2147481824"/>
            <ac:spMk id="13" creationId="{8451E895-CC7A-59E4-9E21-EE6545CA9C9F}"/>
          </ac:spMkLst>
        </pc:spChg>
        <pc:spChg chg="mod">
          <ac:chgData name="Srikant Kalaga" userId="961c47af-c9bb-4225-b2a0-952af4799497" providerId="ADAL" clId="{925A01D1-6839-4C52-A6CD-0C262EC2BC30}" dt="2026-07-07T11:32:47.930" v="849" actId="1076"/>
          <ac:spMkLst>
            <pc:docMk/>
            <pc:sldMk cId="2976658370" sldId="2147481824"/>
            <ac:spMk id="21" creationId="{D8C49D63-1285-490E-4A2A-BC74A4AB5022}"/>
          </ac:spMkLst>
        </pc:spChg>
        <pc:spChg chg="mod">
          <ac:chgData name="Srikant Kalaga" userId="961c47af-c9bb-4225-b2a0-952af4799497" providerId="ADAL" clId="{925A01D1-6839-4C52-A6CD-0C262EC2BC30}" dt="2026-07-07T11:32:47.930" v="849" actId="1076"/>
          <ac:spMkLst>
            <pc:docMk/>
            <pc:sldMk cId="2976658370" sldId="2147481824"/>
            <ac:spMk id="25" creationId="{1B46BBE4-5EE1-E08A-885C-7037B58C7E9E}"/>
          </ac:spMkLst>
        </pc:spChg>
        <pc:spChg chg="mod">
          <ac:chgData name="Srikant Kalaga" userId="961c47af-c9bb-4225-b2a0-952af4799497" providerId="ADAL" clId="{925A01D1-6839-4C52-A6CD-0C262EC2BC30}" dt="2026-07-07T11:32:47.930" v="849" actId="1076"/>
          <ac:spMkLst>
            <pc:docMk/>
            <pc:sldMk cId="2976658370" sldId="2147481824"/>
            <ac:spMk id="29" creationId="{D27B094E-31E7-154A-6550-99068C8EC6A1}"/>
          </ac:spMkLst>
        </pc:spChg>
        <pc:spChg chg="add mod">
          <ac:chgData name="Srikant Kalaga" userId="961c47af-c9bb-4225-b2a0-952af4799497" providerId="ADAL" clId="{925A01D1-6839-4C52-A6CD-0C262EC2BC30}" dt="2026-07-07T11:01:47.558" v="672" actId="1076"/>
          <ac:spMkLst>
            <pc:docMk/>
            <pc:sldMk cId="2976658370" sldId="2147481824"/>
            <ac:spMk id="31" creationId="{DECD24E1-9B01-61C1-EBD9-633905AC2A22}"/>
          </ac:spMkLst>
        </pc:spChg>
        <pc:spChg chg="mod">
          <ac:chgData name="Srikant Kalaga" userId="961c47af-c9bb-4225-b2a0-952af4799497" providerId="ADAL" clId="{925A01D1-6839-4C52-A6CD-0C262EC2BC30}" dt="2026-07-07T11:32:47.930" v="849" actId="1076"/>
          <ac:spMkLst>
            <pc:docMk/>
            <pc:sldMk cId="2976658370" sldId="2147481824"/>
            <ac:spMk id="55" creationId="{161A0D31-67FD-BB19-E85F-400A1DE11DBD}"/>
          </ac:spMkLst>
        </pc:spChg>
        <pc:spChg chg="mod">
          <ac:chgData name="Srikant Kalaga" userId="961c47af-c9bb-4225-b2a0-952af4799497" providerId="ADAL" clId="{925A01D1-6839-4C52-A6CD-0C262EC2BC30}" dt="2026-07-07T11:07:46.698" v="810" actId="20577"/>
          <ac:spMkLst>
            <pc:docMk/>
            <pc:sldMk cId="2976658370" sldId="2147481824"/>
            <ac:spMk id="454" creationId="{B63699FD-572D-1789-CD26-840BA6E578EC}"/>
          </ac:spMkLst>
        </pc:spChg>
        <pc:spChg chg="mod">
          <ac:chgData name="Srikant Kalaga" userId="961c47af-c9bb-4225-b2a0-952af4799497" providerId="ADAL" clId="{925A01D1-6839-4C52-A6CD-0C262EC2BC30}" dt="2026-07-07T11:32:47.930" v="849" actId="1076"/>
          <ac:spMkLst>
            <pc:docMk/>
            <pc:sldMk cId="2976658370" sldId="2147481824"/>
            <ac:spMk id="464" creationId="{DB5933A6-300E-2617-6DF3-0A7F8D950DCD}"/>
          </ac:spMkLst>
        </pc:spChg>
        <pc:spChg chg="mod">
          <ac:chgData name="Srikant Kalaga" userId="961c47af-c9bb-4225-b2a0-952af4799497" providerId="ADAL" clId="{925A01D1-6839-4C52-A6CD-0C262EC2BC30}" dt="2026-07-07T11:32:47.930" v="849" actId="1076"/>
          <ac:spMkLst>
            <pc:docMk/>
            <pc:sldMk cId="2976658370" sldId="2147481824"/>
            <ac:spMk id="480" creationId="{1843FEB5-D9D2-7B95-9AAB-A886B4337A86}"/>
          </ac:spMkLst>
        </pc:spChg>
      </pc:sldChg>
      <pc:sldChg chg="modSp mod ord">
        <pc:chgData name="Srikant Kalaga" userId="961c47af-c9bb-4225-b2a0-952af4799497" providerId="ADAL" clId="{925A01D1-6839-4C52-A6CD-0C262EC2BC30}" dt="2026-07-07T08:03:49.424" v="467" actId="14100"/>
        <pc:sldMkLst>
          <pc:docMk/>
          <pc:sldMk cId="2399661326" sldId="2147481825"/>
        </pc:sldMkLst>
        <pc:spChg chg="mod">
          <ac:chgData name="Srikant Kalaga" userId="961c47af-c9bb-4225-b2a0-952af4799497" providerId="ADAL" clId="{925A01D1-6839-4C52-A6CD-0C262EC2BC30}" dt="2026-07-07T08:03:49.424" v="467" actId="14100"/>
          <ac:spMkLst>
            <pc:docMk/>
            <pc:sldMk cId="2399661326" sldId="2147481825"/>
            <ac:spMk id="6" creationId="{5C71372B-44FB-D133-48FE-12A74200CF57}"/>
          </ac:spMkLst>
        </pc:spChg>
      </pc:sldChg>
      <pc:sldChg chg="modSp add mod ord modShow">
        <pc:chgData name="Srikant Kalaga" userId="961c47af-c9bb-4225-b2a0-952af4799497" providerId="ADAL" clId="{925A01D1-6839-4C52-A6CD-0C262EC2BC30}" dt="2026-07-07T11:02:49.654" v="679" actId="729"/>
        <pc:sldMkLst>
          <pc:docMk/>
          <pc:sldMk cId="298930293" sldId="2147481827"/>
        </pc:sldMkLst>
        <pc:spChg chg="mod">
          <ac:chgData name="Srikant Kalaga" userId="961c47af-c9bb-4225-b2a0-952af4799497" providerId="ADAL" clId="{925A01D1-6839-4C52-A6CD-0C262EC2BC30}" dt="2026-07-07T08:06:32.907" v="513" actId="255"/>
          <ac:spMkLst>
            <pc:docMk/>
            <pc:sldMk cId="298930293" sldId="2147481827"/>
            <ac:spMk id="5" creationId="{4AF23873-D504-7B6E-B44C-477A7473CB66}"/>
          </ac:spMkLst>
        </pc:spChg>
      </pc:sldChg>
      <pc:sldChg chg="addSp delSp modSp mod ord">
        <pc:chgData name="Srikant Kalaga" userId="961c47af-c9bb-4225-b2a0-952af4799497" providerId="ADAL" clId="{925A01D1-6839-4C52-A6CD-0C262EC2BC30}" dt="2026-07-07T12:38:26.324" v="931" actId="1076"/>
        <pc:sldMkLst>
          <pc:docMk/>
          <pc:sldMk cId="2897892704" sldId="2147481831"/>
        </pc:sldMkLst>
        <pc:spChg chg="mod">
          <ac:chgData name="Srikant Kalaga" userId="961c47af-c9bb-4225-b2a0-952af4799497" providerId="ADAL" clId="{925A01D1-6839-4C52-A6CD-0C262EC2BC30}" dt="2026-07-07T11:07:01.873" v="805" actId="20577"/>
          <ac:spMkLst>
            <pc:docMk/>
            <pc:sldMk cId="2897892704" sldId="2147481831"/>
            <ac:spMk id="47" creationId="{4171F92A-9BD4-B3C9-D1EF-B1B65DE719D8}"/>
          </ac:spMkLst>
        </pc:spChg>
        <pc:spChg chg="mod">
          <ac:chgData name="Srikant Kalaga" userId="961c47af-c9bb-4225-b2a0-952af4799497" providerId="ADAL" clId="{925A01D1-6839-4C52-A6CD-0C262EC2BC30}" dt="2026-07-07T11:07:06.092" v="808" actId="20577"/>
          <ac:spMkLst>
            <pc:docMk/>
            <pc:sldMk cId="2897892704" sldId="2147481831"/>
            <ac:spMk id="48" creationId="{9A2E2F34-2636-99F4-B2DA-7AEEEDCB84FA}"/>
          </ac:spMkLst>
        </pc:spChg>
        <pc:spChg chg="mod">
          <ac:chgData name="Srikant Kalaga" userId="961c47af-c9bb-4225-b2a0-952af4799497" providerId="ADAL" clId="{925A01D1-6839-4C52-A6CD-0C262EC2BC30}" dt="2026-07-07T11:07:12.918" v="809" actId="20577"/>
          <ac:spMkLst>
            <pc:docMk/>
            <pc:sldMk cId="2897892704" sldId="2147481831"/>
            <ac:spMk id="49" creationId="{A82ECEB4-10CB-F51B-3D0D-8BF16D28F295}"/>
          </ac:spMkLst>
        </pc:spChg>
        <pc:spChg chg="add mod">
          <ac:chgData name="Srikant Kalaga" userId="961c47af-c9bb-4225-b2a0-952af4799497" providerId="ADAL" clId="{925A01D1-6839-4C52-A6CD-0C262EC2BC30}" dt="2026-07-07T12:37:48.064" v="925" actId="20577"/>
          <ac:spMkLst>
            <pc:docMk/>
            <pc:sldMk cId="2897892704" sldId="2147481831"/>
            <ac:spMk id="50" creationId="{5CC6D2EE-53FA-6319-589F-7AF953647339}"/>
          </ac:spMkLst>
        </pc:spChg>
        <pc:spChg chg="add mod">
          <ac:chgData name="Srikant Kalaga" userId="961c47af-c9bb-4225-b2a0-952af4799497" providerId="ADAL" clId="{925A01D1-6839-4C52-A6CD-0C262EC2BC30}" dt="2026-07-07T12:36:44.363" v="886" actId="20577"/>
          <ac:spMkLst>
            <pc:docMk/>
            <pc:sldMk cId="2897892704" sldId="2147481831"/>
            <ac:spMk id="51" creationId="{2C31040E-2DA6-FD2F-7F88-CE373662E873}"/>
          </ac:spMkLst>
        </pc:spChg>
        <pc:spChg chg="add mod">
          <ac:chgData name="Srikant Kalaga" userId="961c47af-c9bb-4225-b2a0-952af4799497" providerId="ADAL" clId="{925A01D1-6839-4C52-A6CD-0C262EC2BC30}" dt="2026-07-07T12:38:26.324" v="931" actId="1076"/>
          <ac:spMkLst>
            <pc:docMk/>
            <pc:sldMk cId="2897892704" sldId="2147481831"/>
            <ac:spMk id="53" creationId="{AC2E0B09-B55F-A992-6A6A-9EBDA4A3CED6}"/>
          </ac:spMkLst>
        </pc:spChg>
        <pc:grpChg chg="mod">
          <ac:chgData name="Srikant Kalaga" userId="961c47af-c9bb-4225-b2a0-952af4799497" providerId="ADAL" clId="{925A01D1-6839-4C52-A6CD-0C262EC2BC30}" dt="2026-07-07T12:38:12.043" v="928" actId="14100"/>
          <ac:grpSpMkLst>
            <pc:docMk/>
            <pc:sldMk cId="2897892704" sldId="2147481831"/>
            <ac:grpSpMk id="46" creationId="{0BF20465-1177-343B-A1AE-6455FF9856E3}"/>
          </ac:grpSpMkLst>
        </pc:grpChg>
      </pc:sldChg>
      <pc:sldMasterChg chg="add del addSldLayout delSldLayout">
        <pc:chgData name="Srikant Kalaga" userId="961c47af-c9bb-4225-b2a0-952af4799497" providerId="ADAL" clId="{925A01D1-6839-4C52-A6CD-0C262EC2BC30}" dt="2026-07-07T08:17:00.400" v="609" actId="2696"/>
        <pc:sldMasterMkLst>
          <pc:docMk/>
          <pc:sldMasterMk cId="3191752573" sldId="2147483804"/>
        </pc:sldMasterMkLst>
        <pc:sldLayoutChg chg="add del">
          <pc:chgData name="Srikant Kalaga" userId="961c47af-c9bb-4225-b2a0-952af4799497" providerId="ADAL" clId="{925A01D1-6839-4C52-A6CD-0C262EC2BC30}" dt="2026-07-07T08:17:00.400" v="609" actId="2696"/>
          <pc:sldLayoutMkLst>
            <pc:docMk/>
            <pc:sldMasterMk cId="3191752573" sldId="2147483804"/>
            <pc:sldLayoutMk cId="162705572" sldId="2147483805"/>
          </pc:sldLayoutMkLst>
        </pc:sldLayoutChg>
        <pc:sldLayoutChg chg="add del">
          <pc:chgData name="Srikant Kalaga" userId="961c47af-c9bb-4225-b2a0-952af4799497" providerId="ADAL" clId="{925A01D1-6839-4C52-A6CD-0C262EC2BC30}" dt="2026-07-07T08:17:00.400" v="609" actId="2696"/>
          <pc:sldLayoutMkLst>
            <pc:docMk/>
            <pc:sldMasterMk cId="3191752573" sldId="2147483804"/>
            <pc:sldLayoutMk cId="2961239816" sldId="2147483806"/>
          </pc:sldLayoutMkLst>
        </pc:sldLayoutChg>
        <pc:sldLayoutChg chg="add del">
          <pc:chgData name="Srikant Kalaga" userId="961c47af-c9bb-4225-b2a0-952af4799497" providerId="ADAL" clId="{925A01D1-6839-4C52-A6CD-0C262EC2BC30}" dt="2026-07-07T08:17:00.400" v="609" actId="2696"/>
          <pc:sldLayoutMkLst>
            <pc:docMk/>
            <pc:sldMasterMk cId="3191752573" sldId="2147483804"/>
            <pc:sldLayoutMk cId="1193478382" sldId="2147483807"/>
          </pc:sldLayoutMkLst>
        </pc:sldLayoutChg>
        <pc:sldLayoutChg chg="add del">
          <pc:chgData name="Srikant Kalaga" userId="961c47af-c9bb-4225-b2a0-952af4799497" providerId="ADAL" clId="{925A01D1-6839-4C52-A6CD-0C262EC2BC30}" dt="2026-07-07T08:17:00.400" v="609" actId="2696"/>
          <pc:sldLayoutMkLst>
            <pc:docMk/>
            <pc:sldMasterMk cId="3191752573" sldId="2147483804"/>
            <pc:sldLayoutMk cId="3348096452" sldId="2147483808"/>
          </pc:sldLayoutMkLst>
        </pc:sldLayoutChg>
        <pc:sldLayoutChg chg="add del">
          <pc:chgData name="Srikant Kalaga" userId="961c47af-c9bb-4225-b2a0-952af4799497" providerId="ADAL" clId="{925A01D1-6839-4C52-A6CD-0C262EC2BC30}" dt="2026-07-07T08:17:00.400" v="609" actId="2696"/>
          <pc:sldLayoutMkLst>
            <pc:docMk/>
            <pc:sldMasterMk cId="3191752573" sldId="2147483804"/>
            <pc:sldLayoutMk cId="4218206018" sldId="2147483809"/>
          </pc:sldLayoutMkLst>
        </pc:sldLayoutChg>
        <pc:sldLayoutChg chg="add del">
          <pc:chgData name="Srikant Kalaga" userId="961c47af-c9bb-4225-b2a0-952af4799497" providerId="ADAL" clId="{925A01D1-6839-4C52-A6CD-0C262EC2BC30}" dt="2026-07-07T08:17:00.400" v="609" actId="2696"/>
          <pc:sldLayoutMkLst>
            <pc:docMk/>
            <pc:sldMasterMk cId="3191752573" sldId="2147483804"/>
            <pc:sldLayoutMk cId="1143575942" sldId="2147483810"/>
          </pc:sldLayoutMkLst>
        </pc:sldLayoutChg>
        <pc:sldLayoutChg chg="add del">
          <pc:chgData name="Srikant Kalaga" userId="961c47af-c9bb-4225-b2a0-952af4799497" providerId="ADAL" clId="{925A01D1-6839-4C52-A6CD-0C262EC2BC30}" dt="2026-07-07T08:17:00.400" v="609" actId="2696"/>
          <pc:sldLayoutMkLst>
            <pc:docMk/>
            <pc:sldMasterMk cId="3191752573" sldId="2147483804"/>
            <pc:sldLayoutMk cId="3440228473" sldId="2147483811"/>
          </pc:sldLayoutMkLst>
        </pc:sldLayoutChg>
        <pc:sldLayoutChg chg="add del">
          <pc:chgData name="Srikant Kalaga" userId="961c47af-c9bb-4225-b2a0-952af4799497" providerId="ADAL" clId="{925A01D1-6839-4C52-A6CD-0C262EC2BC30}" dt="2026-07-07T08:17:00.400" v="609" actId="2696"/>
          <pc:sldLayoutMkLst>
            <pc:docMk/>
            <pc:sldMasterMk cId="3191752573" sldId="2147483804"/>
            <pc:sldLayoutMk cId="579196618" sldId="2147483812"/>
          </pc:sldLayoutMkLst>
        </pc:sldLayoutChg>
        <pc:sldLayoutChg chg="add del">
          <pc:chgData name="Srikant Kalaga" userId="961c47af-c9bb-4225-b2a0-952af4799497" providerId="ADAL" clId="{925A01D1-6839-4C52-A6CD-0C262EC2BC30}" dt="2026-07-07T08:17:00.400" v="609" actId="2696"/>
          <pc:sldLayoutMkLst>
            <pc:docMk/>
            <pc:sldMasterMk cId="3191752573" sldId="2147483804"/>
            <pc:sldLayoutMk cId="2727904929" sldId="2147483813"/>
          </pc:sldLayoutMkLst>
        </pc:sldLayoutChg>
        <pc:sldLayoutChg chg="add del">
          <pc:chgData name="Srikant Kalaga" userId="961c47af-c9bb-4225-b2a0-952af4799497" providerId="ADAL" clId="{925A01D1-6839-4C52-A6CD-0C262EC2BC30}" dt="2026-07-07T08:17:00.400" v="609" actId="2696"/>
          <pc:sldLayoutMkLst>
            <pc:docMk/>
            <pc:sldMasterMk cId="3191752573" sldId="2147483804"/>
            <pc:sldLayoutMk cId="2020320317" sldId="2147483814"/>
          </pc:sldLayoutMkLst>
        </pc:sldLayoutChg>
        <pc:sldLayoutChg chg="add del">
          <pc:chgData name="Srikant Kalaga" userId="961c47af-c9bb-4225-b2a0-952af4799497" providerId="ADAL" clId="{925A01D1-6839-4C52-A6CD-0C262EC2BC30}" dt="2026-07-07T08:17:00.400" v="609" actId="2696"/>
          <pc:sldLayoutMkLst>
            <pc:docMk/>
            <pc:sldMasterMk cId="3191752573" sldId="2147483804"/>
            <pc:sldLayoutMk cId="3296114120" sldId="2147483815"/>
          </pc:sldLayoutMkLst>
        </pc:sldLayoutChg>
        <pc:sldLayoutChg chg="add del">
          <pc:chgData name="Srikant Kalaga" userId="961c47af-c9bb-4225-b2a0-952af4799497" providerId="ADAL" clId="{925A01D1-6839-4C52-A6CD-0C262EC2BC30}" dt="2026-07-07T08:17:00.400" v="609" actId="2696"/>
          <pc:sldLayoutMkLst>
            <pc:docMk/>
            <pc:sldMasterMk cId="3191752573" sldId="2147483804"/>
            <pc:sldLayoutMk cId="1851619049" sldId="2147483818"/>
          </pc:sldLayoutMkLst>
        </pc:sldLayoutChg>
        <pc:sldLayoutChg chg="add del">
          <pc:chgData name="Srikant Kalaga" userId="961c47af-c9bb-4225-b2a0-952af4799497" providerId="ADAL" clId="{925A01D1-6839-4C52-A6CD-0C262EC2BC30}" dt="2026-07-07T08:17:00.400" v="609" actId="2696"/>
          <pc:sldLayoutMkLst>
            <pc:docMk/>
            <pc:sldMasterMk cId="3191752573" sldId="2147483804"/>
            <pc:sldLayoutMk cId="2292369329" sldId="2147483848"/>
          </pc:sldLayoutMkLst>
        </pc:sldLayoutChg>
        <pc:sldLayoutChg chg="add del">
          <pc:chgData name="Srikant Kalaga" userId="961c47af-c9bb-4225-b2a0-952af4799497" providerId="ADAL" clId="{925A01D1-6839-4C52-A6CD-0C262EC2BC30}" dt="2026-07-07T08:17:00.400" v="609" actId="2696"/>
          <pc:sldLayoutMkLst>
            <pc:docMk/>
            <pc:sldMasterMk cId="3191752573" sldId="2147483804"/>
            <pc:sldLayoutMk cId="3295785455" sldId="2147484346"/>
          </pc:sldLayoutMkLst>
        </pc:sldLayoutChg>
        <pc:sldLayoutChg chg="add del">
          <pc:chgData name="Srikant Kalaga" userId="961c47af-c9bb-4225-b2a0-952af4799497" providerId="ADAL" clId="{925A01D1-6839-4C52-A6CD-0C262EC2BC30}" dt="2026-07-07T08:17:00.400" v="609" actId="2696"/>
          <pc:sldLayoutMkLst>
            <pc:docMk/>
            <pc:sldMasterMk cId="3191752573" sldId="2147483804"/>
            <pc:sldLayoutMk cId="1543349962" sldId="2147484347"/>
          </pc:sldLayoutMkLst>
        </pc:sldLayoutChg>
        <pc:sldLayoutChg chg="add del">
          <pc:chgData name="Srikant Kalaga" userId="961c47af-c9bb-4225-b2a0-952af4799497" providerId="ADAL" clId="{925A01D1-6839-4C52-A6CD-0C262EC2BC30}" dt="2026-07-07T08:17:00.400" v="609" actId="2696"/>
          <pc:sldLayoutMkLst>
            <pc:docMk/>
            <pc:sldMasterMk cId="3191752573" sldId="2147483804"/>
            <pc:sldLayoutMk cId="2124998665" sldId="2147484348"/>
          </pc:sldLayoutMkLst>
        </pc:sldLayoutChg>
        <pc:sldLayoutChg chg="add del">
          <pc:chgData name="Srikant Kalaga" userId="961c47af-c9bb-4225-b2a0-952af4799497" providerId="ADAL" clId="{925A01D1-6839-4C52-A6CD-0C262EC2BC30}" dt="2026-07-07T08:17:00.400" v="609" actId="2696"/>
          <pc:sldLayoutMkLst>
            <pc:docMk/>
            <pc:sldMasterMk cId="3191752573" sldId="2147483804"/>
            <pc:sldLayoutMk cId="1632181467" sldId="2147484349"/>
          </pc:sldLayoutMkLst>
        </pc:sldLayoutChg>
        <pc:sldLayoutChg chg="add del">
          <pc:chgData name="Srikant Kalaga" userId="961c47af-c9bb-4225-b2a0-952af4799497" providerId="ADAL" clId="{925A01D1-6839-4C52-A6CD-0C262EC2BC30}" dt="2026-07-07T08:17:00.400" v="609" actId="2696"/>
          <pc:sldLayoutMkLst>
            <pc:docMk/>
            <pc:sldMasterMk cId="3191752573" sldId="2147483804"/>
            <pc:sldLayoutMk cId="15599030" sldId="2147484350"/>
          </pc:sldLayoutMkLst>
        </pc:sldLayoutChg>
      </pc:sldMasterChg>
      <pc:sldMasterChg chg="add del addSldLayout delSldLayout">
        <pc:chgData name="Srikant Kalaga" userId="961c47af-c9bb-4225-b2a0-952af4799497" providerId="ADAL" clId="{925A01D1-6839-4C52-A6CD-0C262EC2BC30}" dt="2026-07-07T08:17:00.400" v="609" actId="2696"/>
        <pc:sldMasterMkLst>
          <pc:docMk/>
          <pc:sldMasterMk cId="3379824098" sldId="2147483816"/>
        </pc:sldMasterMkLst>
        <pc:sldLayoutChg chg="add del">
          <pc:chgData name="Srikant Kalaga" userId="961c47af-c9bb-4225-b2a0-952af4799497" providerId="ADAL" clId="{925A01D1-6839-4C52-A6CD-0C262EC2BC30}" dt="2026-07-07T08:17:00.400" v="609" actId="2696"/>
          <pc:sldLayoutMkLst>
            <pc:docMk/>
            <pc:sldMasterMk cId="3379824098" sldId="2147483816"/>
            <pc:sldLayoutMk cId="525908503" sldId="2147483817"/>
          </pc:sldLayoutMkLst>
        </pc:sldLayoutChg>
        <pc:sldLayoutChg chg="add del">
          <pc:chgData name="Srikant Kalaga" userId="961c47af-c9bb-4225-b2a0-952af4799497" providerId="ADAL" clId="{925A01D1-6839-4C52-A6CD-0C262EC2BC30}" dt="2026-07-07T08:17:00.400" v="609" actId="2696"/>
          <pc:sldLayoutMkLst>
            <pc:docMk/>
            <pc:sldMasterMk cId="3379824098" sldId="2147483816"/>
            <pc:sldLayoutMk cId="485172988" sldId="2147483819"/>
          </pc:sldLayoutMkLst>
        </pc:sldLayoutChg>
        <pc:sldLayoutChg chg="add del">
          <pc:chgData name="Srikant Kalaga" userId="961c47af-c9bb-4225-b2a0-952af4799497" providerId="ADAL" clId="{925A01D1-6839-4C52-A6CD-0C262EC2BC30}" dt="2026-07-07T08:17:00.400" v="609" actId="2696"/>
          <pc:sldLayoutMkLst>
            <pc:docMk/>
            <pc:sldMasterMk cId="3379824098" sldId="2147483816"/>
            <pc:sldLayoutMk cId="607608615" sldId="2147483820"/>
          </pc:sldLayoutMkLst>
        </pc:sldLayoutChg>
        <pc:sldLayoutChg chg="add del">
          <pc:chgData name="Srikant Kalaga" userId="961c47af-c9bb-4225-b2a0-952af4799497" providerId="ADAL" clId="{925A01D1-6839-4C52-A6CD-0C262EC2BC30}" dt="2026-07-07T08:17:00.400" v="609" actId="2696"/>
          <pc:sldLayoutMkLst>
            <pc:docMk/>
            <pc:sldMasterMk cId="3379824098" sldId="2147483816"/>
            <pc:sldLayoutMk cId="1493007949" sldId="2147483821"/>
          </pc:sldLayoutMkLst>
        </pc:sldLayoutChg>
        <pc:sldLayoutChg chg="add del">
          <pc:chgData name="Srikant Kalaga" userId="961c47af-c9bb-4225-b2a0-952af4799497" providerId="ADAL" clId="{925A01D1-6839-4C52-A6CD-0C262EC2BC30}" dt="2026-07-07T08:17:00.400" v="609" actId="2696"/>
          <pc:sldLayoutMkLst>
            <pc:docMk/>
            <pc:sldMasterMk cId="3379824098" sldId="2147483816"/>
            <pc:sldLayoutMk cId="907575376" sldId="2147483822"/>
          </pc:sldLayoutMkLst>
        </pc:sldLayoutChg>
        <pc:sldLayoutChg chg="add del">
          <pc:chgData name="Srikant Kalaga" userId="961c47af-c9bb-4225-b2a0-952af4799497" providerId="ADAL" clId="{925A01D1-6839-4C52-A6CD-0C262EC2BC30}" dt="2026-07-07T08:17:00.400" v="609" actId="2696"/>
          <pc:sldLayoutMkLst>
            <pc:docMk/>
            <pc:sldMasterMk cId="3379824098" sldId="2147483816"/>
            <pc:sldLayoutMk cId="1829405500" sldId="2147483823"/>
          </pc:sldLayoutMkLst>
        </pc:sldLayoutChg>
        <pc:sldLayoutChg chg="add del">
          <pc:chgData name="Srikant Kalaga" userId="961c47af-c9bb-4225-b2a0-952af4799497" providerId="ADAL" clId="{925A01D1-6839-4C52-A6CD-0C262EC2BC30}" dt="2026-07-07T08:17:00.400" v="609" actId="2696"/>
          <pc:sldLayoutMkLst>
            <pc:docMk/>
            <pc:sldMasterMk cId="3379824098" sldId="2147483816"/>
            <pc:sldLayoutMk cId="1497143508" sldId="2147483824"/>
          </pc:sldLayoutMkLst>
        </pc:sldLayoutChg>
        <pc:sldLayoutChg chg="add del">
          <pc:chgData name="Srikant Kalaga" userId="961c47af-c9bb-4225-b2a0-952af4799497" providerId="ADAL" clId="{925A01D1-6839-4C52-A6CD-0C262EC2BC30}" dt="2026-07-07T08:17:00.400" v="609" actId="2696"/>
          <pc:sldLayoutMkLst>
            <pc:docMk/>
            <pc:sldMasterMk cId="3379824098" sldId="2147483816"/>
            <pc:sldLayoutMk cId="4064331417" sldId="2147483825"/>
          </pc:sldLayoutMkLst>
        </pc:sldLayoutChg>
        <pc:sldLayoutChg chg="add del">
          <pc:chgData name="Srikant Kalaga" userId="961c47af-c9bb-4225-b2a0-952af4799497" providerId="ADAL" clId="{925A01D1-6839-4C52-A6CD-0C262EC2BC30}" dt="2026-07-07T08:17:00.400" v="609" actId="2696"/>
          <pc:sldLayoutMkLst>
            <pc:docMk/>
            <pc:sldMasterMk cId="3379824098" sldId="2147483816"/>
            <pc:sldLayoutMk cId="4239638208" sldId="2147483826"/>
          </pc:sldLayoutMkLst>
        </pc:sldLayoutChg>
        <pc:sldLayoutChg chg="add del">
          <pc:chgData name="Srikant Kalaga" userId="961c47af-c9bb-4225-b2a0-952af4799497" providerId="ADAL" clId="{925A01D1-6839-4C52-A6CD-0C262EC2BC30}" dt="2026-07-07T08:17:00.400" v="609" actId="2696"/>
          <pc:sldLayoutMkLst>
            <pc:docMk/>
            <pc:sldMasterMk cId="3379824098" sldId="2147483816"/>
            <pc:sldLayoutMk cId="4095018557" sldId="2147483827"/>
          </pc:sldLayoutMkLst>
        </pc:sldLayoutChg>
        <pc:sldLayoutChg chg="add del">
          <pc:chgData name="Srikant Kalaga" userId="961c47af-c9bb-4225-b2a0-952af4799497" providerId="ADAL" clId="{925A01D1-6839-4C52-A6CD-0C262EC2BC30}" dt="2026-07-07T08:17:00.400" v="609" actId="2696"/>
          <pc:sldLayoutMkLst>
            <pc:docMk/>
            <pc:sldMasterMk cId="3379824098" sldId="2147483816"/>
            <pc:sldLayoutMk cId="2610546387" sldId="2147483828"/>
          </pc:sldLayoutMkLst>
        </pc:sldLayoutChg>
        <pc:sldLayoutChg chg="add del">
          <pc:chgData name="Srikant Kalaga" userId="961c47af-c9bb-4225-b2a0-952af4799497" providerId="ADAL" clId="{925A01D1-6839-4C52-A6CD-0C262EC2BC30}" dt="2026-07-07T08:17:00.400" v="609" actId="2696"/>
          <pc:sldLayoutMkLst>
            <pc:docMk/>
            <pc:sldMasterMk cId="3379824098" sldId="2147483816"/>
            <pc:sldLayoutMk cId="629489151" sldId="2147483829"/>
          </pc:sldLayoutMkLst>
        </pc:sldLayoutChg>
        <pc:sldLayoutChg chg="add del">
          <pc:chgData name="Srikant Kalaga" userId="961c47af-c9bb-4225-b2a0-952af4799497" providerId="ADAL" clId="{925A01D1-6839-4C52-A6CD-0C262EC2BC30}" dt="2026-07-07T08:17:00.400" v="609" actId="2696"/>
          <pc:sldLayoutMkLst>
            <pc:docMk/>
            <pc:sldMasterMk cId="3379824098" sldId="2147483816"/>
            <pc:sldLayoutMk cId="4292020696" sldId="2147483832"/>
          </pc:sldLayoutMkLst>
        </pc:sldLayoutChg>
        <pc:sldLayoutChg chg="add del">
          <pc:chgData name="Srikant Kalaga" userId="961c47af-c9bb-4225-b2a0-952af4799497" providerId="ADAL" clId="{925A01D1-6839-4C52-A6CD-0C262EC2BC30}" dt="2026-07-07T08:17:00.400" v="609" actId="2696"/>
          <pc:sldLayoutMkLst>
            <pc:docMk/>
            <pc:sldMasterMk cId="3379824098" sldId="2147483816"/>
            <pc:sldLayoutMk cId="1072318619" sldId="2147484089"/>
          </pc:sldLayoutMkLst>
        </pc:sldLayoutChg>
      </pc:sldMasterChg>
    </pc:docChg>
  </pc:docChgLst>
  <pc:docChgLst>
    <pc:chgData name="Srikant Kalaga" userId="S::srikant.k@syrencloud.com::961c47af-c9bb-4225-b2a0-952af4799497" providerId="AD" clId="Web-{E78C12E2-6233-AA3F-710A-AD045BD3EBB3}"/>
    <pc:docChg chg="modSld">
      <pc:chgData name="Srikant Kalaga" userId="S::srikant.k@syrencloud.com::961c47af-c9bb-4225-b2a0-952af4799497" providerId="AD" clId="Web-{E78C12E2-6233-AA3F-710A-AD045BD3EBB3}" dt="2026-07-01T09:52:59.015" v="16"/>
      <pc:docMkLst>
        <pc:docMk/>
      </pc:docMkLst>
    </pc:docChg>
  </pc:docChgLst>
  <pc:docChgLst>
    <pc:chgData name="Devanand Chintoju" userId="S::devanand.c@syrencloud.com::d8309b23-9736-40f9-b7cb-b8d53c5a2ef2" providerId="AD" clId="Web-{9842924B-A09E-369D-932F-B3EE6B2AEE60}"/>
    <pc:docChg chg="addSld modSld sldOrd">
      <pc:chgData name="Devanand Chintoju" userId="S::devanand.c@syrencloud.com::d8309b23-9736-40f9-b7cb-b8d53c5a2ef2" providerId="AD" clId="Web-{9842924B-A09E-369D-932F-B3EE6B2AEE60}" dt="2026-07-13T11:38:16.053" v="461"/>
      <pc:docMkLst>
        <pc:docMk/>
      </pc:docMkLst>
      <pc:sldChg chg="ord">
        <pc:chgData name="Devanand Chintoju" userId="S::devanand.c@syrencloud.com::d8309b23-9736-40f9-b7cb-b8d53c5a2ef2" providerId="AD" clId="Web-{9842924B-A09E-369D-932F-B3EE6B2AEE60}" dt="2026-07-13T11:37:23.147" v="448"/>
        <pc:sldMkLst>
          <pc:docMk/>
          <pc:sldMk cId="1561129444" sldId="2147481819"/>
        </pc:sldMkLst>
      </pc:sldChg>
      <pc:sldChg chg="ord">
        <pc:chgData name="Devanand Chintoju" userId="S::devanand.c@syrencloud.com::d8309b23-9736-40f9-b7cb-b8d53c5a2ef2" providerId="AD" clId="Web-{9842924B-A09E-369D-932F-B3EE6B2AEE60}" dt="2026-07-13T11:37:23.147" v="447"/>
        <pc:sldMkLst>
          <pc:docMk/>
          <pc:sldMk cId="525997240" sldId="2147481820"/>
        </pc:sldMkLst>
      </pc:sldChg>
      <pc:sldChg chg="delSp modSp">
        <pc:chgData name="Devanand Chintoju" userId="S::devanand.c@syrencloud.com::d8309b23-9736-40f9-b7cb-b8d53c5a2ef2" providerId="AD" clId="Web-{9842924B-A09E-369D-932F-B3EE6B2AEE60}" dt="2026-07-13T11:38:16.053" v="461"/>
        <pc:sldMkLst>
          <pc:docMk/>
          <pc:sldMk cId="3323764323" sldId="2147481821"/>
        </pc:sldMkLst>
        <pc:spChg chg="del mod">
          <ac:chgData name="Devanand Chintoju" userId="S::devanand.c@syrencloud.com::d8309b23-9736-40f9-b7cb-b8d53c5a2ef2" providerId="AD" clId="Web-{9842924B-A09E-369D-932F-B3EE6B2AEE60}" dt="2026-07-13T11:38:16.053" v="461"/>
          <ac:spMkLst>
            <pc:docMk/>
            <pc:sldMk cId="3323764323" sldId="2147481821"/>
            <ac:spMk id="28" creationId="{B2C66DBE-9DB1-CE48-9910-47AF6E5F2571}"/>
          </ac:spMkLst>
        </pc:spChg>
        <pc:spChg chg="mod">
          <ac:chgData name="Devanand Chintoju" userId="S::devanand.c@syrencloud.com::d8309b23-9736-40f9-b7cb-b8d53c5a2ef2" providerId="AD" clId="Web-{9842924B-A09E-369D-932F-B3EE6B2AEE60}" dt="2026-07-13T11:37:58.287" v="459" actId="20577"/>
          <ac:spMkLst>
            <pc:docMk/>
            <pc:sldMk cId="3323764323" sldId="2147481821"/>
            <ac:spMk id="30" creationId="{C35026C3-2AA7-231B-306A-C6A28092BC45}"/>
          </ac:spMkLst>
        </pc:spChg>
      </pc:sldChg>
      <pc:sldChg chg="modSp">
        <pc:chgData name="Devanand Chintoju" userId="S::devanand.c@syrencloud.com::d8309b23-9736-40f9-b7cb-b8d53c5a2ef2" providerId="AD" clId="Web-{9842924B-A09E-369D-932F-B3EE6B2AEE60}" dt="2026-07-13T09:47:56.887" v="23" actId="20577"/>
        <pc:sldMkLst>
          <pc:docMk/>
          <pc:sldMk cId="3996616115" sldId="2147481834"/>
        </pc:sldMkLst>
        <pc:spChg chg="mod">
          <ac:chgData name="Devanand Chintoju" userId="S::devanand.c@syrencloud.com::d8309b23-9736-40f9-b7cb-b8d53c5a2ef2" providerId="AD" clId="Web-{9842924B-A09E-369D-932F-B3EE6B2AEE60}" dt="2026-07-13T09:47:38.449" v="17" actId="1076"/>
          <ac:spMkLst>
            <pc:docMk/>
            <pc:sldMk cId="3996616115" sldId="2147481834"/>
            <ac:spMk id="50" creationId="{C77E2BCB-D64C-C93A-09C2-489E8F7A4CDD}"/>
          </ac:spMkLst>
        </pc:spChg>
        <pc:spChg chg="mod">
          <ac:chgData name="Devanand Chintoju" userId="S::devanand.c@syrencloud.com::d8309b23-9736-40f9-b7cb-b8d53c5a2ef2" providerId="AD" clId="Web-{9842924B-A09E-369D-932F-B3EE6B2AEE60}" dt="2026-07-13T09:47:56.887" v="23" actId="20577"/>
          <ac:spMkLst>
            <pc:docMk/>
            <pc:sldMk cId="3996616115" sldId="2147481834"/>
            <ac:spMk id="66" creationId="{1CA82AAC-069C-948B-1B50-61A35FFDB471}"/>
          </ac:spMkLst>
        </pc:spChg>
      </pc:sldChg>
      <pc:sldChg chg="addSp modSp">
        <pc:chgData name="Devanand Chintoju" userId="S::devanand.c@syrencloud.com::d8309b23-9736-40f9-b7cb-b8d53c5a2ef2" providerId="AD" clId="Web-{9842924B-A09E-369D-932F-B3EE6B2AEE60}" dt="2026-07-13T11:06:11.482" v="259" actId="14100"/>
        <pc:sldMkLst>
          <pc:docMk/>
          <pc:sldMk cId="2623331845" sldId="2147481835"/>
        </pc:sldMkLst>
        <pc:spChg chg="mod">
          <ac:chgData name="Devanand Chintoju" userId="S::devanand.c@syrencloud.com::d8309b23-9736-40f9-b7cb-b8d53c5a2ef2" providerId="AD" clId="Web-{9842924B-A09E-369D-932F-B3EE6B2AEE60}" dt="2026-07-13T11:06:11.482" v="259" actId="14100"/>
          <ac:spMkLst>
            <pc:docMk/>
            <pc:sldMk cId="2623331845" sldId="2147481835"/>
            <ac:spMk id="2" creationId="{3CEDC3F7-87A5-10D4-5B73-34DD4ABAA874}"/>
          </ac:spMkLst>
        </pc:spChg>
        <pc:spChg chg="add">
          <ac:chgData name="Devanand Chintoju" userId="S::devanand.c@syrencloud.com::d8309b23-9736-40f9-b7cb-b8d53c5a2ef2" providerId="AD" clId="Web-{9842924B-A09E-369D-932F-B3EE6B2AEE60}" dt="2026-07-13T09:49:52.592" v="24"/>
          <ac:spMkLst>
            <pc:docMk/>
            <pc:sldMk cId="2623331845" sldId="2147481835"/>
            <ac:spMk id="7" creationId="{67DEF62A-1A0B-68AB-868A-FDCE2BC800B4}"/>
          </ac:spMkLst>
        </pc:spChg>
        <pc:spChg chg="mod">
          <ac:chgData name="Devanand Chintoju" userId="S::devanand.c@syrencloud.com::d8309b23-9736-40f9-b7cb-b8d53c5a2ef2" providerId="AD" clId="Web-{9842924B-A09E-369D-932F-B3EE6B2AEE60}" dt="2026-07-13T09:05:11.414" v="4" actId="20577"/>
          <ac:spMkLst>
            <pc:docMk/>
            <pc:sldMk cId="2623331845" sldId="2147481835"/>
            <ac:spMk id="8" creationId="{0515018C-3B79-18FE-CF5F-8F261C23BD63}"/>
          </ac:spMkLst>
        </pc:spChg>
        <pc:spChg chg="add mod">
          <ac:chgData name="Devanand Chintoju" userId="S::devanand.c@syrencloud.com::d8309b23-9736-40f9-b7cb-b8d53c5a2ef2" providerId="AD" clId="Web-{9842924B-A09E-369D-932F-B3EE6B2AEE60}" dt="2026-07-13T09:50:08.811" v="28" actId="1076"/>
          <ac:spMkLst>
            <pc:docMk/>
            <pc:sldMk cId="2623331845" sldId="2147481835"/>
            <ac:spMk id="12" creationId="{A497E5D5-6DF5-88E5-FC0F-7FDCDB966411}"/>
          </ac:spMkLst>
        </pc:spChg>
        <pc:spChg chg="add mod">
          <ac:chgData name="Devanand Chintoju" userId="S::devanand.c@syrencloud.com::d8309b23-9736-40f9-b7cb-b8d53c5a2ef2" providerId="AD" clId="Web-{9842924B-A09E-369D-932F-B3EE6B2AEE60}" dt="2026-07-13T09:53:28.267" v="141" actId="20577"/>
          <ac:spMkLst>
            <pc:docMk/>
            <pc:sldMk cId="2623331845" sldId="2147481835"/>
            <ac:spMk id="20" creationId="{BE29EFBE-48CE-6137-EF68-D39896D31102}"/>
          </ac:spMkLst>
        </pc:spChg>
        <pc:spChg chg="add mod">
          <ac:chgData name="Devanand Chintoju" userId="S::devanand.c@syrencloud.com::d8309b23-9736-40f9-b7cb-b8d53c5a2ef2" providerId="AD" clId="Web-{9842924B-A09E-369D-932F-B3EE6B2AEE60}" dt="2026-07-13T09:53:48.720" v="143" actId="1076"/>
          <ac:spMkLst>
            <pc:docMk/>
            <pc:sldMk cId="2623331845" sldId="2147481835"/>
            <ac:spMk id="21" creationId="{CACB29B2-115E-4D74-6E77-F9E11A2BCC51}"/>
          </ac:spMkLst>
        </pc:spChg>
        <pc:spChg chg="mod">
          <ac:chgData name="Devanand Chintoju" userId="S::devanand.c@syrencloud.com::d8309b23-9736-40f9-b7cb-b8d53c5a2ef2" providerId="AD" clId="Web-{9842924B-A09E-369D-932F-B3EE6B2AEE60}" dt="2026-07-13T10:48:23.174" v="198" actId="1076"/>
          <ac:spMkLst>
            <pc:docMk/>
            <pc:sldMk cId="2623331845" sldId="2147481835"/>
            <ac:spMk id="25" creationId="{CA3632BE-6DE9-9C4F-B1EC-6450C181DE74}"/>
          </ac:spMkLst>
        </pc:spChg>
        <pc:spChg chg="mod">
          <ac:chgData name="Devanand Chintoju" userId="S::devanand.c@syrencloud.com::d8309b23-9736-40f9-b7cb-b8d53c5a2ef2" providerId="AD" clId="Web-{9842924B-A09E-369D-932F-B3EE6B2AEE60}" dt="2026-07-13T10:48:02.143" v="195" actId="20577"/>
          <ac:spMkLst>
            <pc:docMk/>
            <pc:sldMk cId="2623331845" sldId="2147481835"/>
            <ac:spMk id="26" creationId="{47AFFDD6-FAD8-2DDE-9421-6FA58C8C19D5}"/>
          </ac:spMkLst>
        </pc:spChg>
        <pc:spChg chg="add mod">
          <ac:chgData name="Devanand Chintoju" userId="S::devanand.c@syrencloud.com::d8309b23-9736-40f9-b7cb-b8d53c5a2ef2" providerId="AD" clId="Web-{9842924B-A09E-369D-932F-B3EE6B2AEE60}" dt="2026-07-13T09:53:42.626" v="142" actId="1076"/>
          <ac:spMkLst>
            <pc:docMk/>
            <pc:sldMk cId="2623331845" sldId="2147481835"/>
            <ac:spMk id="28" creationId="{A91E7DB7-73DC-0A48-DAB9-00A1FE86217F}"/>
          </ac:spMkLst>
        </pc:spChg>
        <pc:spChg chg="add mod">
          <ac:chgData name="Devanand Chintoju" userId="S::devanand.c@syrencloud.com::d8309b23-9736-40f9-b7cb-b8d53c5a2ef2" providerId="AD" clId="Web-{9842924B-A09E-369D-932F-B3EE6B2AEE60}" dt="2026-07-13T09:53:56.158" v="145" actId="1076"/>
          <ac:spMkLst>
            <pc:docMk/>
            <pc:sldMk cId="2623331845" sldId="2147481835"/>
            <ac:spMk id="29" creationId="{43B7CDDA-14C3-FE71-8F97-4ABD741BC711}"/>
          </ac:spMkLst>
        </pc:spChg>
        <pc:spChg chg="add mod">
          <ac:chgData name="Devanand Chintoju" userId="S::devanand.c@syrencloud.com::d8309b23-9736-40f9-b7cb-b8d53c5a2ef2" providerId="AD" clId="Web-{9842924B-A09E-369D-932F-B3EE6B2AEE60}" dt="2026-07-13T09:53:52.689" v="144" actId="1076"/>
          <ac:spMkLst>
            <pc:docMk/>
            <pc:sldMk cId="2623331845" sldId="2147481835"/>
            <ac:spMk id="30" creationId="{F651C565-73CB-987E-B55B-B1924AA18E0E}"/>
          </ac:spMkLst>
        </pc:spChg>
        <pc:spChg chg="add mod">
          <ac:chgData name="Devanand Chintoju" userId="S::devanand.c@syrencloud.com::d8309b23-9736-40f9-b7cb-b8d53c5a2ef2" providerId="AD" clId="Web-{9842924B-A09E-369D-932F-B3EE6B2AEE60}" dt="2026-07-13T09:54:00.283" v="146" actId="1076"/>
          <ac:spMkLst>
            <pc:docMk/>
            <pc:sldMk cId="2623331845" sldId="2147481835"/>
            <ac:spMk id="36" creationId="{F4A1105D-86AE-38A4-987A-016935962E88}"/>
          </ac:spMkLst>
        </pc:spChg>
      </pc:sldChg>
      <pc:sldChg chg="delSp modSp">
        <pc:chgData name="Devanand Chintoju" userId="S::devanand.c@syrencloud.com::d8309b23-9736-40f9-b7cb-b8d53c5a2ef2" providerId="AD" clId="Web-{9842924B-A09E-369D-932F-B3EE6B2AEE60}" dt="2026-07-13T11:28:39.665" v="397" actId="1076"/>
        <pc:sldMkLst>
          <pc:docMk/>
          <pc:sldMk cId="259591731" sldId="2147481836"/>
        </pc:sldMkLst>
        <pc:spChg chg="mod">
          <ac:chgData name="Devanand Chintoju" userId="S::devanand.c@syrencloud.com::d8309b23-9736-40f9-b7cb-b8d53c5a2ef2" providerId="AD" clId="Web-{9842924B-A09E-369D-932F-B3EE6B2AEE60}" dt="2026-07-13T11:06:18.795" v="260" actId="20577"/>
          <ac:spMkLst>
            <pc:docMk/>
            <pc:sldMk cId="259591731" sldId="2147481836"/>
            <ac:spMk id="2" creationId="{B5FCA7BF-5C58-D9F2-D48D-A05B2E602E94}"/>
          </ac:spMkLst>
        </pc:spChg>
        <pc:spChg chg="mod">
          <ac:chgData name="Devanand Chintoju" userId="S::devanand.c@syrencloud.com::d8309b23-9736-40f9-b7cb-b8d53c5a2ef2" providerId="AD" clId="Web-{9842924B-A09E-369D-932F-B3EE6B2AEE60}" dt="2026-07-13T11:24:15.603" v="319" actId="1076"/>
          <ac:spMkLst>
            <pc:docMk/>
            <pc:sldMk cId="259591731" sldId="2147481836"/>
            <ac:spMk id="40" creationId="{12839C16-294B-F8AF-0B36-BF5D1045781B}"/>
          </ac:spMkLst>
        </pc:spChg>
        <pc:spChg chg="mod">
          <ac:chgData name="Devanand Chintoju" userId="S::devanand.c@syrencloud.com::d8309b23-9736-40f9-b7cb-b8d53c5a2ef2" providerId="AD" clId="Web-{9842924B-A09E-369D-932F-B3EE6B2AEE60}" dt="2026-07-13T11:28:39.665" v="397" actId="1076"/>
          <ac:spMkLst>
            <pc:docMk/>
            <pc:sldMk cId="259591731" sldId="2147481836"/>
            <ac:spMk id="62" creationId="{66409FB3-0D90-0D6F-148B-4F3312466D1B}"/>
          </ac:spMkLst>
        </pc:spChg>
        <pc:spChg chg="mod">
          <ac:chgData name="Devanand Chintoju" userId="S::devanand.c@syrencloud.com::d8309b23-9736-40f9-b7cb-b8d53c5a2ef2" providerId="AD" clId="Web-{9842924B-A09E-369D-932F-B3EE6B2AEE60}" dt="2026-07-13T11:28:22.196" v="391" actId="1076"/>
          <ac:spMkLst>
            <pc:docMk/>
            <pc:sldMk cId="259591731" sldId="2147481836"/>
            <ac:spMk id="63" creationId="{673D50FA-322F-7F62-FF1C-E6EA34239981}"/>
          </ac:spMkLst>
        </pc:spChg>
        <pc:spChg chg="mod">
          <ac:chgData name="Devanand Chintoju" userId="S::devanand.c@syrencloud.com::d8309b23-9736-40f9-b7cb-b8d53c5a2ef2" providerId="AD" clId="Web-{9842924B-A09E-369D-932F-B3EE6B2AEE60}" dt="2026-07-13T11:28:04.493" v="385" actId="1076"/>
          <ac:spMkLst>
            <pc:docMk/>
            <pc:sldMk cId="259591731" sldId="2147481836"/>
            <ac:spMk id="64" creationId="{7C2BFDB7-B5AC-1DE6-81DF-6F7564B050DB}"/>
          </ac:spMkLst>
        </pc:spChg>
        <pc:spChg chg="mod">
          <ac:chgData name="Devanand Chintoju" userId="S::devanand.c@syrencloud.com::d8309b23-9736-40f9-b7cb-b8d53c5a2ef2" providerId="AD" clId="Web-{9842924B-A09E-369D-932F-B3EE6B2AEE60}" dt="2026-07-13T11:26:46.931" v="365" actId="1076"/>
          <ac:spMkLst>
            <pc:docMk/>
            <pc:sldMk cId="259591731" sldId="2147481836"/>
            <ac:spMk id="65" creationId="{A5034F5F-BA32-BD0B-6DF4-ABFE4469E7A4}"/>
          </ac:spMkLst>
        </pc:spChg>
        <pc:spChg chg="del">
          <ac:chgData name="Devanand Chintoju" userId="S::devanand.c@syrencloud.com::d8309b23-9736-40f9-b7cb-b8d53c5a2ef2" providerId="AD" clId="Web-{9842924B-A09E-369D-932F-B3EE6B2AEE60}" dt="2026-07-13T11:22:15.588" v="271"/>
          <ac:spMkLst>
            <pc:docMk/>
            <pc:sldMk cId="259591731" sldId="2147481836"/>
            <ac:spMk id="66" creationId="{F092ACB1-2A5F-683E-A03E-A0BBFD59A3CE}"/>
          </ac:spMkLst>
        </pc:spChg>
        <pc:spChg chg="mod">
          <ac:chgData name="Devanand Chintoju" userId="S::devanand.c@syrencloud.com::d8309b23-9736-40f9-b7cb-b8d53c5a2ef2" providerId="AD" clId="Web-{9842924B-A09E-369D-932F-B3EE6B2AEE60}" dt="2026-07-13T11:28:34.633" v="392" actId="1076"/>
          <ac:spMkLst>
            <pc:docMk/>
            <pc:sldMk cId="259591731" sldId="2147481836"/>
            <ac:spMk id="85" creationId="{ACB5DDB3-9B72-4446-B733-44B4C3A198AB}"/>
          </ac:spMkLst>
        </pc:spChg>
        <pc:spChg chg="mod">
          <ac:chgData name="Devanand Chintoju" userId="S::devanand.c@syrencloud.com::d8309b23-9736-40f9-b7cb-b8d53c5a2ef2" providerId="AD" clId="Web-{9842924B-A09E-369D-932F-B3EE6B2AEE60}" dt="2026-07-13T11:28:14.774" v="386" actId="1076"/>
          <ac:spMkLst>
            <pc:docMk/>
            <pc:sldMk cId="259591731" sldId="2147481836"/>
            <ac:spMk id="86" creationId="{E939DF06-BA9B-3C17-EC69-C15B21FFF653}"/>
          </ac:spMkLst>
        </pc:spChg>
        <pc:spChg chg="mod">
          <ac:chgData name="Devanand Chintoju" userId="S::devanand.c@syrencloud.com::d8309b23-9736-40f9-b7cb-b8d53c5a2ef2" providerId="AD" clId="Web-{9842924B-A09E-369D-932F-B3EE6B2AEE60}" dt="2026-07-13T11:27:57.665" v="380" actId="1076"/>
          <ac:spMkLst>
            <pc:docMk/>
            <pc:sldMk cId="259591731" sldId="2147481836"/>
            <ac:spMk id="87" creationId="{B8F09C73-94B6-28F1-39A8-22BEF303EB38}"/>
          </ac:spMkLst>
        </pc:spChg>
        <pc:spChg chg="mod">
          <ac:chgData name="Devanand Chintoju" userId="S::devanand.c@syrencloud.com::d8309b23-9736-40f9-b7cb-b8d53c5a2ef2" providerId="AD" clId="Web-{9842924B-A09E-369D-932F-B3EE6B2AEE60}" dt="2026-07-13T11:26:38.228" v="360" actId="1076"/>
          <ac:spMkLst>
            <pc:docMk/>
            <pc:sldMk cId="259591731" sldId="2147481836"/>
            <ac:spMk id="88" creationId="{681B8093-7010-6A7F-2A03-D442BB74D6F8}"/>
          </ac:spMkLst>
        </pc:spChg>
        <pc:spChg chg="del">
          <ac:chgData name="Devanand Chintoju" userId="S::devanand.c@syrencloud.com::d8309b23-9736-40f9-b7cb-b8d53c5a2ef2" providerId="AD" clId="Web-{9842924B-A09E-369D-932F-B3EE6B2AEE60}" dt="2026-07-13T11:22:18.854" v="272"/>
          <ac:spMkLst>
            <pc:docMk/>
            <pc:sldMk cId="259591731" sldId="2147481836"/>
            <ac:spMk id="89" creationId="{A3231A69-8865-0A06-2A69-340443B7DA61}"/>
          </ac:spMkLst>
        </pc:spChg>
        <pc:spChg chg="mod">
          <ac:chgData name="Devanand Chintoju" userId="S::devanand.c@syrencloud.com::d8309b23-9736-40f9-b7cb-b8d53c5a2ef2" providerId="AD" clId="Web-{9842924B-A09E-369D-932F-B3EE6B2AEE60}" dt="2026-07-13T09:57:08.973" v="154" actId="20577"/>
          <ac:spMkLst>
            <pc:docMk/>
            <pc:sldMk cId="259591731" sldId="2147481836"/>
            <ac:spMk id="102" creationId="{EB61C558-ED3F-C7E5-1DE5-B8334A46C4C6}"/>
          </ac:spMkLst>
        </pc:spChg>
        <pc:spChg chg="mod">
          <ac:chgData name="Devanand Chintoju" userId="S::devanand.c@syrencloud.com::d8309b23-9736-40f9-b7cb-b8d53c5a2ef2" providerId="AD" clId="Web-{9842924B-A09E-369D-932F-B3EE6B2AEE60}" dt="2026-07-13T11:28:34.727" v="394" actId="1076"/>
          <ac:spMkLst>
            <pc:docMk/>
            <pc:sldMk cId="259591731" sldId="2147481836"/>
            <ac:spMk id="103" creationId="{199C2C35-2F7F-1EE7-735E-88F554A4EADE}"/>
          </ac:spMkLst>
        </pc:spChg>
        <pc:spChg chg="mod">
          <ac:chgData name="Devanand Chintoju" userId="S::devanand.c@syrencloud.com::d8309b23-9736-40f9-b7cb-b8d53c5a2ef2" providerId="AD" clId="Web-{9842924B-A09E-369D-932F-B3EE6B2AEE60}" dt="2026-07-13T11:28:14.868" v="388" actId="1076"/>
          <ac:spMkLst>
            <pc:docMk/>
            <pc:sldMk cId="259591731" sldId="2147481836"/>
            <ac:spMk id="104" creationId="{09A8E779-D631-8FF6-46F0-266668F667E2}"/>
          </ac:spMkLst>
        </pc:spChg>
        <pc:spChg chg="mod">
          <ac:chgData name="Devanand Chintoju" userId="S::devanand.c@syrencloud.com::d8309b23-9736-40f9-b7cb-b8d53c5a2ef2" providerId="AD" clId="Web-{9842924B-A09E-369D-932F-B3EE6B2AEE60}" dt="2026-07-13T11:27:57.759" v="382" actId="1076"/>
          <ac:spMkLst>
            <pc:docMk/>
            <pc:sldMk cId="259591731" sldId="2147481836"/>
            <ac:spMk id="105" creationId="{B760BF76-EBC0-CA53-CE65-18A87C835854}"/>
          </ac:spMkLst>
        </pc:spChg>
        <pc:spChg chg="mod">
          <ac:chgData name="Devanand Chintoju" userId="S::devanand.c@syrencloud.com::d8309b23-9736-40f9-b7cb-b8d53c5a2ef2" providerId="AD" clId="Web-{9842924B-A09E-369D-932F-B3EE6B2AEE60}" dt="2026-07-13T11:26:38.306" v="362" actId="1076"/>
          <ac:spMkLst>
            <pc:docMk/>
            <pc:sldMk cId="259591731" sldId="2147481836"/>
            <ac:spMk id="106" creationId="{09FB4F95-BAA5-5F89-1FCF-34FE47336DE4}"/>
          </ac:spMkLst>
        </pc:spChg>
        <pc:spChg chg="del">
          <ac:chgData name="Devanand Chintoju" userId="S::devanand.c@syrencloud.com::d8309b23-9736-40f9-b7cb-b8d53c5a2ef2" providerId="AD" clId="Web-{9842924B-A09E-369D-932F-B3EE6B2AEE60}" dt="2026-07-13T11:22:27.135" v="278"/>
          <ac:spMkLst>
            <pc:docMk/>
            <pc:sldMk cId="259591731" sldId="2147481836"/>
            <ac:spMk id="107" creationId="{0AECDFAB-DCAA-D28D-5E18-F47B4EDC92FF}"/>
          </ac:spMkLst>
        </pc:spChg>
        <pc:spChg chg="mod">
          <ac:chgData name="Devanand Chintoju" userId="S::devanand.c@syrencloud.com::d8309b23-9736-40f9-b7cb-b8d53c5a2ef2" providerId="AD" clId="Web-{9842924B-A09E-369D-932F-B3EE6B2AEE60}" dt="2026-07-13T11:28:34.774" v="395" actId="1076"/>
          <ac:spMkLst>
            <pc:docMk/>
            <pc:sldMk cId="259591731" sldId="2147481836"/>
            <ac:spMk id="111" creationId="{D3AE1539-3AB6-A87F-EADB-E1CCF6A3CCF7}"/>
          </ac:spMkLst>
        </pc:spChg>
        <pc:spChg chg="mod">
          <ac:chgData name="Devanand Chintoju" userId="S::devanand.c@syrencloud.com::d8309b23-9736-40f9-b7cb-b8d53c5a2ef2" providerId="AD" clId="Web-{9842924B-A09E-369D-932F-B3EE6B2AEE60}" dt="2026-07-13T11:28:14.930" v="389" actId="1076"/>
          <ac:spMkLst>
            <pc:docMk/>
            <pc:sldMk cId="259591731" sldId="2147481836"/>
            <ac:spMk id="112" creationId="{943C60AD-BC98-1B87-667E-8ABC089CF702}"/>
          </ac:spMkLst>
        </pc:spChg>
        <pc:spChg chg="mod">
          <ac:chgData name="Devanand Chintoju" userId="S::devanand.c@syrencloud.com::d8309b23-9736-40f9-b7cb-b8d53c5a2ef2" providerId="AD" clId="Web-{9842924B-A09E-369D-932F-B3EE6B2AEE60}" dt="2026-07-13T11:27:57.805" v="383" actId="1076"/>
          <ac:spMkLst>
            <pc:docMk/>
            <pc:sldMk cId="259591731" sldId="2147481836"/>
            <ac:spMk id="113" creationId="{98B588B3-A206-FB5F-CA0C-5E0158413917}"/>
          </ac:spMkLst>
        </pc:spChg>
        <pc:spChg chg="mod">
          <ac:chgData name="Devanand Chintoju" userId="S::devanand.c@syrencloud.com::d8309b23-9736-40f9-b7cb-b8d53c5a2ef2" providerId="AD" clId="Web-{9842924B-A09E-369D-932F-B3EE6B2AEE60}" dt="2026-07-13T11:26:38.353" v="363" actId="1076"/>
          <ac:spMkLst>
            <pc:docMk/>
            <pc:sldMk cId="259591731" sldId="2147481836"/>
            <ac:spMk id="114" creationId="{4F53FAD5-912E-77E5-2614-006707DB2295}"/>
          </ac:spMkLst>
        </pc:spChg>
        <pc:spChg chg="del mod">
          <ac:chgData name="Devanand Chintoju" userId="S::devanand.c@syrencloud.com::d8309b23-9736-40f9-b7cb-b8d53c5a2ef2" providerId="AD" clId="Web-{9842924B-A09E-369D-932F-B3EE6B2AEE60}" dt="2026-07-13T11:22:23.947" v="276"/>
          <ac:spMkLst>
            <pc:docMk/>
            <pc:sldMk cId="259591731" sldId="2147481836"/>
            <ac:spMk id="115" creationId="{D90F3054-43AE-C2E4-9032-E35D3A590968}"/>
          </ac:spMkLst>
        </pc:spChg>
        <pc:spChg chg="mod">
          <ac:chgData name="Devanand Chintoju" userId="S::devanand.c@syrencloud.com::d8309b23-9736-40f9-b7cb-b8d53c5a2ef2" providerId="AD" clId="Web-{9842924B-A09E-369D-932F-B3EE6B2AEE60}" dt="2026-07-13T10:51:54.564" v="253" actId="20577"/>
          <ac:spMkLst>
            <pc:docMk/>
            <pc:sldMk cId="259591731" sldId="2147481836"/>
            <ac:spMk id="133" creationId="{14B58D64-8AB8-DE28-694A-5107BEF1070E}"/>
          </ac:spMkLst>
        </pc:spChg>
        <pc:grpChg chg="mod">
          <ac:chgData name="Devanand Chintoju" userId="S::devanand.c@syrencloud.com::d8309b23-9736-40f9-b7cb-b8d53c5a2ef2" providerId="AD" clId="Web-{9842924B-A09E-369D-932F-B3EE6B2AEE60}" dt="2026-07-13T11:26:15.603" v="359" actId="1076"/>
          <ac:grpSpMkLst>
            <pc:docMk/>
            <pc:sldMk cId="259591731" sldId="2147481836"/>
            <ac:grpSpMk id="68" creationId="{1C27D449-150E-11E4-68E0-6BC2A08D81FE}"/>
          </ac:grpSpMkLst>
        </pc:grpChg>
        <pc:picChg chg="mod">
          <ac:chgData name="Devanand Chintoju" userId="S::devanand.c@syrencloud.com::d8309b23-9736-40f9-b7cb-b8d53c5a2ef2" providerId="AD" clId="Web-{9842924B-A09E-369D-932F-B3EE6B2AEE60}" dt="2026-07-13T11:28:34.837" v="396" actId="1076"/>
          <ac:picMkLst>
            <pc:docMk/>
            <pc:sldMk cId="259591731" sldId="2147481836"/>
            <ac:picMk id="26" creationId="{430F9E7D-293E-BAEF-FC33-1831975CE310}"/>
          </ac:picMkLst>
        </pc:picChg>
        <pc:picChg chg="mod">
          <ac:chgData name="Devanand Chintoju" userId="S::devanand.c@syrencloud.com::d8309b23-9736-40f9-b7cb-b8d53c5a2ef2" providerId="AD" clId="Web-{9842924B-A09E-369D-932F-B3EE6B2AEE60}" dt="2026-07-13T11:28:14.977" v="390" actId="1076"/>
          <ac:picMkLst>
            <pc:docMk/>
            <pc:sldMk cId="259591731" sldId="2147481836"/>
            <ac:picMk id="28" creationId="{7D22C19C-BAC9-3D3C-E498-4428512D5667}"/>
          </ac:picMkLst>
        </pc:picChg>
        <pc:picChg chg="mod">
          <ac:chgData name="Devanand Chintoju" userId="S::devanand.c@syrencloud.com::d8309b23-9736-40f9-b7cb-b8d53c5a2ef2" providerId="AD" clId="Web-{9842924B-A09E-369D-932F-B3EE6B2AEE60}" dt="2026-07-13T11:27:57.852" v="384" actId="1076"/>
          <ac:picMkLst>
            <pc:docMk/>
            <pc:sldMk cId="259591731" sldId="2147481836"/>
            <ac:picMk id="31" creationId="{EA2813B3-A7D8-BFE9-7241-2F47D1D01B49}"/>
          </ac:picMkLst>
        </pc:picChg>
        <pc:picChg chg="mod">
          <ac:chgData name="Devanand Chintoju" userId="S::devanand.c@syrencloud.com::d8309b23-9736-40f9-b7cb-b8d53c5a2ef2" providerId="AD" clId="Web-{9842924B-A09E-369D-932F-B3EE6B2AEE60}" dt="2026-07-13T11:26:38.400" v="364" actId="1076"/>
          <ac:picMkLst>
            <pc:docMk/>
            <pc:sldMk cId="259591731" sldId="2147481836"/>
            <ac:picMk id="32" creationId="{4C36E166-390E-BC54-D3D3-F38EEF8C21F1}"/>
          </ac:picMkLst>
        </pc:picChg>
        <pc:picChg chg="del">
          <ac:chgData name="Devanand Chintoju" userId="S::devanand.c@syrencloud.com::d8309b23-9736-40f9-b7cb-b8d53c5a2ef2" providerId="AD" clId="Web-{9842924B-A09E-369D-932F-B3EE6B2AEE60}" dt="2026-07-13T11:22:19.791" v="273"/>
          <ac:picMkLst>
            <pc:docMk/>
            <pc:sldMk cId="259591731" sldId="2147481836"/>
            <ac:picMk id="34" creationId="{75F3338B-4F63-3965-7535-AE7B4B15661C}"/>
          </ac:picMkLst>
        </pc:picChg>
        <pc:cxnChg chg="mod">
          <ac:chgData name="Devanand Chintoju" userId="S::devanand.c@syrencloud.com::d8309b23-9736-40f9-b7cb-b8d53c5a2ef2" providerId="AD" clId="Web-{9842924B-A09E-369D-932F-B3EE6B2AEE60}" dt="2026-07-13T11:28:34.680" v="393" actId="1076"/>
          <ac:cxnSpMkLst>
            <pc:docMk/>
            <pc:sldMk cId="259591731" sldId="2147481836"/>
            <ac:cxnSpMk id="95" creationId="{26D0C897-6B1F-0947-D0AE-3EED8BDD0B1C}"/>
          </ac:cxnSpMkLst>
        </pc:cxnChg>
        <pc:cxnChg chg="mod">
          <ac:chgData name="Devanand Chintoju" userId="S::devanand.c@syrencloud.com::d8309b23-9736-40f9-b7cb-b8d53c5a2ef2" providerId="AD" clId="Web-{9842924B-A09E-369D-932F-B3EE6B2AEE60}" dt="2026-07-13T11:28:14.821" v="387" actId="1076"/>
          <ac:cxnSpMkLst>
            <pc:docMk/>
            <pc:sldMk cId="259591731" sldId="2147481836"/>
            <ac:cxnSpMk id="96" creationId="{60D5E423-9A3B-66FF-92A9-0D749B1C4599}"/>
          </ac:cxnSpMkLst>
        </pc:cxnChg>
        <pc:cxnChg chg="mod">
          <ac:chgData name="Devanand Chintoju" userId="S::devanand.c@syrencloud.com::d8309b23-9736-40f9-b7cb-b8d53c5a2ef2" providerId="AD" clId="Web-{9842924B-A09E-369D-932F-B3EE6B2AEE60}" dt="2026-07-13T11:27:57.712" v="381" actId="1076"/>
          <ac:cxnSpMkLst>
            <pc:docMk/>
            <pc:sldMk cId="259591731" sldId="2147481836"/>
            <ac:cxnSpMk id="97" creationId="{8E9785F8-E800-AEF1-90AF-4462F7AB476F}"/>
          </ac:cxnSpMkLst>
        </pc:cxnChg>
        <pc:cxnChg chg="mod">
          <ac:chgData name="Devanand Chintoju" userId="S::devanand.c@syrencloud.com::d8309b23-9736-40f9-b7cb-b8d53c5a2ef2" providerId="AD" clId="Web-{9842924B-A09E-369D-932F-B3EE6B2AEE60}" dt="2026-07-13T11:26:38.259" v="361" actId="1076"/>
          <ac:cxnSpMkLst>
            <pc:docMk/>
            <pc:sldMk cId="259591731" sldId="2147481836"/>
            <ac:cxnSpMk id="98" creationId="{4FD1ADCF-3B60-58BB-FB94-9EAA2F76C3C5}"/>
          </ac:cxnSpMkLst>
        </pc:cxnChg>
        <pc:cxnChg chg="del">
          <ac:chgData name="Devanand Chintoju" userId="S::devanand.c@syrencloud.com::d8309b23-9736-40f9-b7cb-b8d53c5a2ef2" providerId="AD" clId="Web-{9842924B-A09E-369D-932F-B3EE6B2AEE60}" dt="2026-07-13T11:22:25.541" v="277"/>
          <ac:cxnSpMkLst>
            <pc:docMk/>
            <pc:sldMk cId="259591731" sldId="2147481836"/>
            <ac:cxnSpMk id="99" creationId="{FEF53145-204D-B24E-3336-4070610B2C99}"/>
          </ac:cxnSpMkLst>
        </pc:cxnChg>
      </pc:sldChg>
      <pc:sldChg chg="delSp modSp">
        <pc:chgData name="Devanand Chintoju" userId="S::devanand.c@syrencloud.com::d8309b23-9736-40f9-b7cb-b8d53c5a2ef2" providerId="AD" clId="Web-{9842924B-A09E-369D-932F-B3EE6B2AEE60}" dt="2026-07-13T11:34:13.429" v="403" actId="20577"/>
        <pc:sldMkLst>
          <pc:docMk/>
          <pc:sldMk cId="3281960500" sldId="2147481837"/>
        </pc:sldMkLst>
        <pc:spChg chg="del">
          <ac:chgData name="Devanand Chintoju" userId="S::devanand.c@syrencloud.com::d8309b23-9736-40f9-b7cb-b8d53c5a2ef2" providerId="AD" clId="Web-{9842924B-A09E-369D-932F-B3EE6B2AEE60}" dt="2026-07-13T11:33:50.538" v="398"/>
          <ac:spMkLst>
            <pc:docMk/>
            <pc:sldMk cId="3281960500" sldId="2147481837"/>
            <ac:spMk id="7" creationId="{DABAD9D0-BCA4-98FB-1CC4-F434E262A9CD}"/>
          </ac:spMkLst>
        </pc:spChg>
        <pc:spChg chg="mod">
          <ac:chgData name="Devanand Chintoju" userId="S::devanand.c@syrencloud.com::d8309b23-9736-40f9-b7cb-b8d53c5a2ef2" providerId="AD" clId="Web-{9842924B-A09E-369D-932F-B3EE6B2AEE60}" dt="2026-07-13T11:34:13.429" v="403" actId="20577"/>
          <ac:spMkLst>
            <pc:docMk/>
            <pc:sldMk cId="3281960500" sldId="2147481837"/>
            <ac:spMk id="8" creationId="{F1446EEE-7170-0FF7-5292-C32719B65B24}"/>
          </ac:spMkLst>
        </pc:spChg>
        <pc:spChg chg="mod">
          <ac:chgData name="Devanand Chintoju" userId="S::devanand.c@syrencloud.com::d8309b23-9736-40f9-b7cb-b8d53c5a2ef2" providerId="AD" clId="Web-{9842924B-A09E-369D-932F-B3EE6B2AEE60}" dt="2026-07-13T11:07:06.498" v="270" actId="20577"/>
          <ac:spMkLst>
            <pc:docMk/>
            <pc:sldMk cId="3281960500" sldId="2147481837"/>
            <ac:spMk id="9" creationId="{A3F4A38D-EE6A-7A24-9A7F-EB247576F19E}"/>
          </ac:spMkLst>
        </pc:spChg>
        <pc:spChg chg="mod">
          <ac:chgData name="Devanand Chintoju" userId="S::devanand.c@syrencloud.com::d8309b23-9736-40f9-b7cb-b8d53c5a2ef2" providerId="AD" clId="Web-{9842924B-A09E-369D-932F-B3EE6B2AEE60}" dt="2026-07-13T11:06:41.232" v="262" actId="1076"/>
          <ac:spMkLst>
            <pc:docMk/>
            <pc:sldMk cId="3281960500" sldId="2147481837"/>
            <ac:spMk id="10" creationId="{439D9397-F69D-A5D2-53C2-CF0CD94699DD}"/>
          </ac:spMkLst>
        </pc:spChg>
        <pc:spChg chg="mod">
          <ac:chgData name="Devanand Chintoju" userId="S::devanand.c@syrencloud.com::d8309b23-9736-40f9-b7cb-b8d53c5a2ef2" providerId="AD" clId="Web-{9842924B-A09E-369D-932F-B3EE6B2AEE60}" dt="2026-07-13T11:06:51.404" v="268" actId="20577"/>
          <ac:spMkLst>
            <pc:docMk/>
            <pc:sldMk cId="3281960500" sldId="2147481837"/>
            <ac:spMk id="11" creationId="{031D8BAF-F380-0ECF-44CA-4D32DEB76721}"/>
          </ac:spMkLst>
        </pc:spChg>
      </pc:sldChg>
      <pc:sldChg chg="modSp">
        <pc:chgData name="Devanand Chintoju" userId="S::devanand.c@syrencloud.com::d8309b23-9736-40f9-b7cb-b8d53c5a2ef2" providerId="AD" clId="Web-{9842924B-A09E-369D-932F-B3EE6B2AEE60}" dt="2026-07-13T11:36:53.585" v="446" actId="20577"/>
        <pc:sldMkLst>
          <pc:docMk/>
          <pc:sldMk cId="480491037" sldId="2147481838"/>
        </pc:sldMkLst>
        <pc:spChg chg="mod">
          <ac:chgData name="Devanand Chintoju" userId="S::devanand.c@syrencloud.com::d8309b23-9736-40f9-b7cb-b8d53c5a2ef2" providerId="AD" clId="Web-{9842924B-A09E-369D-932F-B3EE6B2AEE60}" dt="2026-07-13T11:36:53.585" v="446" actId="20577"/>
          <ac:spMkLst>
            <pc:docMk/>
            <pc:sldMk cId="480491037" sldId="2147481838"/>
            <ac:spMk id="2" creationId="{86F379CD-C47E-92E0-DB32-6B7977E7987B}"/>
          </ac:spMkLst>
        </pc:spChg>
      </pc:sldChg>
      <pc:sldChg chg="modSp">
        <pc:chgData name="Devanand Chintoju" userId="S::devanand.c@syrencloud.com::d8309b23-9736-40f9-b7cb-b8d53c5a2ef2" providerId="AD" clId="Web-{9842924B-A09E-369D-932F-B3EE6B2AEE60}" dt="2026-07-13T11:35:24.726" v="427" actId="20577"/>
        <pc:sldMkLst>
          <pc:docMk/>
          <pc:sldMk cId="1700196350" sldId="2147481841"/>
        </pc:sldMkLst>
        <pc:spChg chg="mod">
          <ac:chgData name="Devanand Chintoju" userId="S::devanand.c@syrencloud.com::d8309b23-9736-40f9-b7cb-b8d53c5a2ef2" providerId="AD" clId="Web-{9842924B-A09E-369D-932F-B3EE6B2AEE60}" dt="2026-07-13T11:35:24.726" v="427" actId="20577"/>
          <ac:spMkLst>
            <pc:docMk/>
            <pc:sldMk cId="1700196350" sldId="2147481841"/>
            <ac:spMk id="2" creationId="{1777F522-D95C-A041-60A4-9FE66FF80C61}"/>
          </ac:spMkLst>
        </pc:spChg>
      </pc:sldChg>
      <pc:sldChg chg="modSp add ord replId">
        <pc:chgData name="Devanand Chintoju" userId="S::devanand.c@syrencloud.com::d8309b23-9736-40f9-b7cb-b8d53c5a2ef2" providerId="AD" clId="Web-{9842924B-A09E-369D-932F-B3EE6B2AEE60}" dt="2026-07-13T10:39:48.520" v="173" actId="20577"/>
        <pc:sldMkLst>
          <pc:docMk/>
          <pc:sldMk cId="3767215323" sldId="2147481844"/>
        </pc:sldMkLst>
        <pc:spChg chg="mod">
          <ac:chgData name="Devanand Chintoju" userId="S::devanand.c@syrencloud.com::d8309b23-9736-40f9-b7cb-b8d53c5a2ef2" providerId="AD" clId="Web-{9842924B-A09E-369D-932F-B3EE6B2AEE60}" dt="2026-07-13T10:39:48.520" v="173" actId="20577"/>
          <ac:spMkLst>
            <pc:docMk/>
            <pc:sldMk cId="3767215323" sldId="2147481844"/>
            <ac:spMk id="2" creationId="{BBE3C712-38E0-9F65-5D23-B72BDF69E356}"/>
          </ac:spMkLst>
        </pc:spChg>
      </pc:sldChg>
    </pc:docChg>
  </pc:docChgLst>
</pc:chgInfo>
</file>

<file path=ppt/comments/modernComment_7FFFDDB4_40C0012.xml><?xml version="1.0" encoding="utf-8"?>
<p188:cmLst xmlns:a="http://schemas.openxmlformats.org/drawingml/2006/main" xmlns:r="http://schemas.openxmlformats.org/officeDocument/2006/relationships" xmlns:p188="http://schemas.microsoft.com/office/powerpoint/2018/8/main">
  <p188:cm id="{1455CB4F-8554-40E6-80D6-1B6F21F9FE2C}" authorId="{BB212037-1F64-0763-683F-852CB8898C4F}" created="2026-06-29T11:58:56.207" startDate="2026-06-29T11:58:56.207" dueDate="2026-06-29T11:58:56.207" assignedTo="{9CB38504-E714-7BF9-DE4D-1E313A19EF49}" title="@Vasim Mohammed sir , can you list down those 3 projects which we need to add for Q2 FY 26">
    <pc:sldMkLst xmlns:pc="http://schemas.microsoft.com/office/powerpoint/2013/main/command">
      <pc:docMk/>
      <pc:sldMk cId="67895314" sldId="2147474868"/>
    </pc:sldMkLst>
    <p188:txBody>
      <a:bodyPr/>
      <a:lstStyle/>
      <a:p>
        <a:r>
          <a:rPr lang="en-US"/>
          <a:t>[@Vasim Mohammed] sir , can you list down those 3 projects which we need to add for Q2 FY 26</a:t>
        </a:r>
      </a:p>
    </p188:txBody>
    <p188:extLst>
      <p:ext xmlns:p="http://schemas.openxmlformats.org/presentationml/2006/main" uri="{5BB2D875-25FF-4072-B9AC-8F64D62656EB}">
        <p228:taskDetails xmlns:p228="http://schemas.microsoft.com/office/powerpoint/2022/08/main">
          <p228:history>
            <p228:event time="2026-06-29T11:58:56.207" id="{2D04D333-CC75-4B08-948A-97BED4EC8BB1}">
              <p228:atrbtn authorId="{BB212037-1F64-0763-683F-852CB8898C4F}"/>
              <p228:anchr>
                <p228:comment id="{1455CB4F-8554-40E6-80D6-1B6F21F9FE2C}"/>
              </p228:anchr>
              <p228:add/>
            </p228:event>
            <p228:event time="2026-06-29T11:58:56.207" id="{EAAA98BC-A409-4AA2-B46E-CC58F879E3DA}">
              <p228:atrbtn authorId="{BB212037-1F64-0763-683F-852CB8898C4F}"/>
              <p228:anchr>
                <p228:comment id="{1455CB4F-8554-40E6-80D6-1B6F21F9FE2C}"/>
              </p228:anchr>
              <p228:asgn authorId="{9CB38504-E714-7BF9-DE4D-1E313A19EF49}"/>
            </p228:event>
            <p228:event time="2026-06-29T11:58:56.207" id="{43D14827-0DF6-4077-BBE3-AE3D1467DC72}">
              <p228:atrbtn authorId="{BB212037-1F64-0763-683F-852CB8898C4F}"/>
              <p228:anchr>
                <p228:comment id="{1455CB4F-8554-40E6-80D6-1B6F21F9FE2C}"/>
              </p228:anchr>
              <p228:title val="@Vasim Mohammed sir , can you list down those 3 projects which we need to add for Q2 FY 26"/>
            </p228:event>
            <p228:event time="2026-06-29T11:58:56.207" id="{E1E33A97-D5CA-435C-B1DB-CC1C8BD98348}">
              <p228:atrbtn authorId="{BB212037-1F64-0763-683F-852CB8898C4F}"/>
              <p228:anchr>
                <p228:comment id="{1455CB4F-8554-40E6-80D6-1B6F21F9FE2C}"/>
              </p228:anchr>
              <p228:date stDt="2026-06-29T11:58:56.207" endDt="2026-06-29T11:58:56.207"/>
            </p228:event>
          </p228:history>
        </p228:taskDetails>
      </p:ext>
    </p188:extLst>
  </p188:cm>
</p188:cmLst>
</file>

<file path=ppt/comments/modernComment_7FFFDDC5_BFBBB621.xml><?xml version="1.0" encoding="utf-8"?>
<p188:cmLst xmlns:a="http://schemas.openxmlformats.org/drawingml/2006/main" xmlns:r="http://schemas.openxmlformats.org/officeDocument/2006/relationships" xmlns:p188="http://schemas.microsoft.com/office/powerpoint/2018/8/main">
  <p188:cm id="{E66ABE04-F321-47F3-A041-0C9D60E18C1F}" authorId="{B692F9D9-FFAD-C40A-3B84-B5B105D4555E}" status="resolved" created="2026-07-08T07:22:11.994" complete="100000">
    <pc:sldMkLst xmlns:pc="http://schemas.microsoft.com/office/powerpoint/2013/main/command">
      <pc:docMk/>
      <pc:sldMk cId="3216750113" sldId="2147474885"/>
    </pc:sldMkLst>
    <p188:txBody>
      <a:bodyPr/>
      <a:lstStyle/>
      <a:p>
        <a:r>
          <a:rPr lang="en-US"/>
          <a:t>[@Srikant Kalaga] do you want to remove JJ logo? since we want to project this as usecases we have executed other clients</a:t>
        </a:r>
      </a:p>
    </p188:txBody>
  </p188:cm>
</p188:cmLst>
</file>

<file path=ppt/comments/modernComment_7FFFDDC6_AB87F308.xml><?xml version="1.0" encoding="utf-8"?>
<p188:cmLst xmlns:a="http://schemas.openxmlformats.org/drawingml/2006/main" xmlns:r="http://schemas.openxmlformats.org/officeDocument/2006/relationships" xmlns:p188="http://schemas.microsoft.com/office/powerpoint/2018/8/main">
  <p188:cm id="{E39EC567-EFD8-4771-ADBE-11EBFE5F0B9E}" authorId="{B692F9D9-FFAD-C40A-3B84-B5B105D4555E}" created="2026-07-07T07:44:51.664" startDate="2026-07-07T07:44:51.664" dueDate="2026-07-07T07:44:51.664" assignedTo="{BB212037-1F64-0763-683F-852CB8898C4F}" title="@Srikant Kalaga: Would we need this slide? this is pricing specific which may or may not ne needed for J&amp;J unless you feel otherwise">
    <pc:sldMkLst xmlns:pc="http://schemas.microsoft.com/office/powerpoint/2013/main/command">
      <pc:docMk/>
      <pc:sldMk cId="2877813512" sldId="2147474886"/>
    </pc:sldMkLst>
    <p188:txBody>
      <a:bodyPr/>
      <a:lstStyle/>
      <a:p>
        <a:r>
          <a:rPr lang="en-US"/>
          <a:t>[@Srikant Kalaga]: Would we need this slide? this is pricing specific which may or may not ne needed for J&amp;J unless you feel otherwise</a:t>
        </a:r>
      </a:p>
    </p188:txBody>
    <p188:extLst>
      <p:ext xmlns:p="http://schemas.openxmlformats.org/presentationml/2006/main" uri="{5BB2D875-25FF-4072-B9AC-8F64D62656EB}">
        <p228:taskDetails xmlns:p228="http://schemas.microsoft.com/office/powerpoint/2022/08/main">
          <p228:history>
            <p228:event time="2026-07-07T07:44:51.664" id="{1226E2D6-207F-43F3-A305-E05DBBC47CB2}">
              <p228:atrbtn authorId="{B692F9D9-FFAD-C40A-3B84-B5B105D4555E}"/>
              <p228:anchr>
                <p228:comment id="{E39EC567-EFD8-4771-ADBE-11EBFE5F0B9E}"/>
              </p228:anchr>
              <p228:add/>
            </p228:event>
            <p228:event time="2026-07-07T07:44:51.664" id="{3FA800EC-9D04-4D8F-9A6F-7285F1DE35FB}">
              <p228:atrbtn authorId="{B692F9D9-FFAD-C40A-3B84-B5B105D4555E}"/>
              <p228:anchr>
                <p228:comment id="{E39EC567-EFD8-4771-ADBE-11EBFE5F0B9E}"/>
              </p228:anchr>
              <p228:asgn authorId="{BB212037-1F64-0763-683F-852CB8898C4F}"/>
            </p228:event>
            <p228:event time="2026-07-07T07:44:51.664" id="{FF8A3FB8-BAA3-4A6B-8CE7-4CFEA1470FE4}">
              <p228:atrbtn authorId="{B692F9D9-FFAD-C40A-3B84-B5B105D4555E}"/>
              <p228:anchr>
                <p228:comment id="{E39EC567-EFD8-4771-ADBE-11EBFE5F0B9E}"/>
              </p228:anchr>
              <p228:title val="@Srikant Kalaga: Would we need this slide? this is pricing specific which may or may not ne needed for J&amp;J unless you feel otherwise"/>
            </p228:event>
            <p228:event time="2026-07-07T07:44:51.664" id="{ACD4136F-12A1-4B74-8BC9-1AFA70B5CF68}">
              <p228:atrbtn authorId="{B692F9D9-FFAD-C40A-3B84-B5B105D4555E}"/>
              <p228:anchr>
                <p228:comment id="{E39EC567-EFD8-4771-ADBE-11EBFE5F0B9E}"/>
              </p228:anchr>
              <p228:date stDt="2026-07-07T07:44:51.664" endDt="2026-07-07T07:44:51.664"/>
            </p228:event>
          </p228:history>
        </p228:taskDetails>
      </p:ext>
    </p188:extLst>
  </p188:cm>
</p188:cmLst>
</file>

<file path=ppt/comments/modernComment_7FFFDDC9_C957C615.xml><?xml version="1.0" encoding="utf-8"?>
<p188:cmLst xmlns:a="http://schemas.openxmlformats.org/drawingml/2006/main" xmlns:r="http://schemas.openxmlformats.org/officeDocument/2006/relationships" xmlns:p188="http://schemas.microsoft.com/office/powerpoint/2018/8/main">
  <p188:cm id="{D5CC4F69-06B6-4DD1-B94D-C78123BFAAD9}" authorId="{BB212037-1F64-0763-683F-852CB8898C4F}" status="resolved" created="2026-06-29T12:27:20.916" complete="100000">
    <pc:sldMkLst xmlns:pc="http://schemas.microsoft.com/office/powerpoint/2013/main/command">
      <pc:docMk/>
      <pc:sldMk cId="3675873923" sldId="2147474878"/>
    </pc:sldMkLst>
    <p188:txBody>
      <a:bodyPr/>
      <a:lstStyle/>
      <a:p>
        <a:r>
          <a:rPr lang="en-US"/>
          <a:t>[@Nagotu Dilip Kumar] merge 16-17 into one slide </a:t>
        </a:r>
      </a:p>
    </p188:txBody>
  </p188:cm>
</p188:cmLst>
</file>

<file path=ppt/comments/modernComment_7FFFDDCB_9A066B1F.xml><?xml version="1.0" encoding="utf-8"?>
<p188:cmLst xmlns:a="http://schemas.openxmlformats.org/drawingml/2006/main" xmlns:r="http://schemas.openxmlformats.org/officeDocument/2006/relationships" xmlns:p188="http://schemas.microsoft.com/office/powerpoint/2018/8/main">
  <p188:cm id="{ED4A520E-DAB2-406C-ACC8-E0363653F45B}" authorId="{BB212037-1F64-0763-683F-852CB8898C4F}" status="resolved" created="2026-06-29T12:27:50.926" complete="100000">
    <pc:sldMkLst xmlns:pc="http://schemas.microsoft.com/office/powerpoint/2013/main/command">
      <pc:docMk/>
      <pc:sldMk cId="1719675529" sldId="2147474882"/>
    </pc:sldMkLst>
    <p188:txBody>
      <a:bodyPr/>
      <a:lstStyle/>
      <a:p>
        <a:r>
          <a:rPr lang="en-US"/>
          <a:t>[@Nagotu Dilip Kumar] merge 18-19 into one slide</a:t>
        </a:r>
      </a:p>
    </p188:txBody>
  </p188:cm>
</p188:cmLst>
</file>

<file path=ppt/comments/modernComment_7FFFF8AF_2F197BF0.xml><?xml version="1.0" encoding="utf-8"?>
<p188:cmLst xmlns:a="http://schemas.openxmlformats.org/drawingml/2006/main" xmlns:r="http://schemas.openxmlformats.org/officeDocument/2006/relationships" xmlns:p188="http://schemas.microsoft.com/office/powerpoint/2018/8/main">
  <p188:cm id="{208670A9-3F46-4ABE-8862-032618E605FE}" authorId="{B692F9D9-FFAD-C40A-3B84-B5B105D4555E}" created="2026-07-08T07:25:01.763" startDate="2026-07-08T07:25:01.763" dueDate="2026-07-08T07:25:01.763" assignedTo="{BB212037-1F64-0763-683F-852CB8898C4F}" title="@Srikant Kalaga this is must have slide that shows our accelerators and the foundation to how we are going to solve their problems">
    <pc:sldMkLst xmlns:pc="http://schemas.microsoft.com/office/powerpoint/2013/main/command">
      <pc:docMk/>
      <pc:sldMk cId="790199280" sldId="2147481775"/>
    </pc:sldMkLst>
    <p188:txBody>
      <a:bodyPr/>
      <a:lstStyle/>
      <a:p>
        <a:r>
          <a:rPr lang="en-US"/>
          <a:t>[@Srikant Kalaga] this is must have slide that shows our accelerators and the foundation to how we are going to solve their problems</a:t>
        </a:r>
      </a:p>
    </p188:txBody>
    <p188:extLst>
      <p:ext xmlns:p="http://schemas.openxmlformats.org/presentationml/2006/main" uri="{5BB2D875-25FF-4072-B9AC-8F64D62656EB}">
        <p228:taskDetails xmlns:p228="http://schemas.microsoft.com/office/powerpoint/2022/08/main">
          <p228:history>
            <p228:event time="2026-07-08T07:25:01.763" id="{80F1D7C3-7550-4698-A883-600046984202}">
              <p228:atrbtn authorId="{B692F9D9-FFAD-C40A-3B84-B5B105D4555E}"/>
              <p228:anchr>
                <p228:comment id="{208670A9-3F46-4ABE-8862-032618E605FE}"/>
              </p228:anchr>
              <p228:add/>
            </p228:event>
            <p228:event time="2026-07-08T07:25:01.763" id="{D75E9ECE-51B5-4658-87F6-77EA1133A53B}">
              <p228:atrbtn authorId="{B692F9D9-FFAD-C40A-3B84-B5B105D4555E}"/>
              <p228:anchr>
                <p228:comment id="{208670A9-3F46-4ABE-8862-032618E605FE}"/>
              </p228:anchr>
              <p228:asgn authorId="{BB212037-1F64-0763-683F-852CB8898C4F}"/>
            </p228:event>
            <p228:event time="2026-07-08T07:25:01.763" id="{D0D3AE01-1EEE-444B-9039-7AA7E99F2659}">
              <p228:atrbtn authorId="{B692F9D9-FFAD-C40A-3B84-B5B105D4555E}"/>
              <p228:anchr>
                <p228:comment id="{208670A9-3F46-4ABE-8862-032618E605FE}"/>
              </p228:anchr>
              <p228:title val="@Srikant Kalaga this is must have slide that shows our accelerators and the foundation to how we are going to solve their problems"/>
            </p228:event>
            <p228:event time="2026-07-08T07:25:01.763" id="{905B89BD-90DD-477C-B085-EEA35329B9FB}">
              <p228:atrbtn authorId="{B692F9D9-FFAD-C40A-3B84-B5B105D4555E}"/>
              <p228:anchr>
                <p228:comment id="{208670A9-3F46-4ABE-8862-032618E605FE}"/>
              </p228:anchr>
              <p228:date stDt="2026-07-08T07:25:01.763" endDt="2026-07-08T07:25:01.763"/>
            </p228:event>
          </p228:history>
        </p228:taskDetails>
      </p:ext>
    </p188:extLst>
  </p188:cm>
</p188:cmLst>
</file>

<file path=ppt/comments/modernComment_7FFFF8E1_8F07ED0E.xml><?xml version="1.0" encoding="utf-8"?>
<p188:cmLst xmlns:a="http://schemas.openxmlformats.org/drawingml/2006/main" xmlns:r="http://schemas.openxmlformats.org/officeDocument/2006/relationships" xmlns:p188="http://schemas.microsoft.com/office/powerpoint/2018/8/main">
  <p188:cm id="{6DAB72E3-F348-44CF-9136-A1BF2C690530}" authorId="{B692F9D9-FFAD-C40A-3B84-B5B105D4555E}" status="resolved" created="2026-07-08T07:03:44.069" startDate="2026-07-08T07:03:44.069" dueDate="2026-07-08T07:03:44.069" assignedTo="{BB212037-1F64-0763-683F-852CB8898C4F}" complete="100000" title="@Srikant Kalaga can we add Digital twin in the manufacturing &amp; operations section. Digital Twin is the latest and greatest in the Mfg space that everyone is trying to adopt to">
    <pc:sldMkLst xmlns:pc="http://schemas.microsoft.com/office/powerpoint/2013/main/command">
      <pc:docMk/>
      <pc:sldMk cId="2399661326" sldId="2147481825"/>
    </pc:sldMkLst>
    <p188:replyLst>
      <p188:reply id="{95CAB532-9EDA-4068-946F-0FD878AECEE4}" authorId="{B692F9D9-FFAD-C40A-3B84-B5B105D4555E}" created="2026-07-08T07:17:23.645">
        <p188:txBody>
          <a:bodyPr/>
          <a:lstStyle/>
          <a:p>
            <a:r>
              <a:rPr lang="en-US"/>
              <a:t>advise you to add: Supply Risk Intelligence, traceability/tracking as well</a:t>
            </a:r>
          </a:p>
        </p188:txBody>
      </p188:reply>
    </p188:replyLst>
    <p188:txBody>
      <a:bodyPr/>
      <a:lstStyle/>
      <a:p>
        <a:r>
          <a:rPr lang="en-US"/>
          <a:t>[@Srikant Kalaga] can we add Digital twin in the manufacturing &amp; operations section. Digital Twin is the latest and greatest in the Mfg space that everyone is trying to adopt to</a:t>
        </a:r>
      </a:p>
    </p188:txBody>
    <p188:extLst>
      <p:ext xmlns:p="http://schemas.openxmlformats.org/presentationml/2006/main" uri="{5BB2D875-25FF-4072-B9AC-8F64D62656EB}">
        <p228:taskDetails xmlns:p228="http://schemas.microsoft.com/office/powerpoint/2022/08/main">
          <p228:history>
            <p228:event time="2026-07-08T07:03:44.069" id="{9AE3A9D8-22B4-4E1B-BBE7-161AAC296293}">
              <p228:atrbtn authorId="{B692F9D9-FFAD-C40A-3B84-B5B105D4555E}"/>
              <p228:anchr>
                <p228:comment id="{6DAB72E3-F348-44CF-9136-A1BF2C690530}"/>
              </p228:anchr>
              <p228:add/>
            </p228:event>
            <p228:event time="2026-07-08T07:03:44.069" id="{DFD9CCEB-11FD-44DB-8C40-2EBF7279D263}">
              <p228:atrbtn authorId="{B692F9D9-FFAD-C40A-3B84-B5B105D4555E}"/>
              <p228:anchr>
                <p228:comment id="{6DAB72E3-F348-44CF-9136-A1BF2C690530}"/>
              </p228:anchr>
              <p228:asgn authorId="{BB212037-1F64-0763-683F-852CB8898C4F}"/>
            </p228:event>
            <p228:event time="2026-07-08T07:03:44.069" id="{D7B55655-5866-425B-B54F-E3ED1422CF71}">
              <p228:atrbtn authorId="{B692F9D9-FFAD-C40A-3B84-B5B105D4555E}"/>
              <p228:anchr>
                <p228:comment id="{6DAB72E3-F348-44CF-9136-A1BF2C690530}"/>
              </p228:anchr>
              <p228:title val="@Srikant Kalaga can we add Digital twin in the manufacturing &amp; operations section. Digital Twin is the latest and greatest in the Mfg space that everyone is trying to adopt to"/>
            </p228:event>
            <p228:event time="2026-07-08T07:03:44.069" id="{86C59966-05F4-4D5F-9E7E-32FC3B74BB87}">
              <p228:atrbtn authorId="{B692F9D9-FFAD-C40A-3B84-B5B105D4555E}"/>
              <p228:anchr>
                <p228:comment id="{6DAB72E3-F348-44CF-9136-A1BF2C690530}"/>
              </p228:anchr>
              <p228:date stDt="2026-07-08T07:03:44.069" endDt="2026-07-08T07:03:44.069"/>
            </p228:event>
            <p228:event time="2026-07-13T11:44:16.186" id="{D93AA286-B952-42F4-B691-2284F90A4EDF}">
              <p228:atrbtn authorId="{BB212037-1F64-0763-683F-852CB8898C4F}"/>
              <p228:anchr>
                <p228:comment id="{00000000-0000-0000-0000-000000000000}"/>
              </p228:anchr>
              <p228:pcntCmplt val="100000"/>
            </p228:event>
          </p228:history>
        </p228:taskDetails>
      </p:ext>
    </p188:extLst>
  </p188:cm>
</p188:cmLst>
</file>

<file path=ppt/comments/modernComment_7FFFF8EB_9C5CDE05.xml><?xml version="1.0" encoding="utf-8"?>
<p188:cmLst xmlns:a="http://schemas.openxmlformats.org/drawingml/2006/main" xmlns:r="http://schemas.openxmlformats.org/officeDocument/2006/relationships" xmlns:p188="http://schemas.microsoft.com/office/powerpoint/2018/8/main">
  <p188:cm id="{B84993DC-FD67-4C3F-B59E-89B8B7F4F6E8}" authorId="{B692F9D9-FFAD-C40A-3B84-B5B105D4555E}" status="resolved" created="2026-07-13T09:55:33.816" startDate="2026-07-13T09:55:33.816" dueDate="2026-07-13T09:55:33.816" assignedTo="{FC05FB43-AA35-3586-EF16-AB6E07AD1950}" complete="100000" title="@Kannepamula Mahesh Babu is it possible to add clip arts/images to the grid i added below? 700 stores, 20k SKU's etc?">
    <pc:sldMkLst xmlns:pc="http://schemas.microsoft.com/office/powerpoint/2013/main/command">
      <pc:docMk/>
      <pc:sldMk cId="2623331845" sldId="2147481835"/>
    </pc:sldMkLst>
    <p188:replyLst>
      <p188:reply id="{213039C5-27E5-43DF-A2EA-B75108F46A71}" authorId="{FC05FB43-AA35-3586-EF16-AB6E07AD1950}" created="2026-07-13T10:21:51.734">
        <p188:txBody>
          <a:bodyPr/>
          <a:lstStyle/>
          <a:p>
            <a:r>
              <a:rPr lang="en-IN"/>
              <a:t>Done</a:t>
            </a:r>
          </a:p>
        </p188:txBody>
      </p188:reply>
    </p188:replyLst>
    <p188:txBody>
      <a:bodyPr/>
      <a:lstStyle/>
      <a:p>
        <a:r>
          <a:rPr lang="en-US"/>
          <a:t>[@Kannepamula Mahesh Babu] is it possible to add clip arts/images to the grid i added below? 700 stores, 20k SKU's etc?</a:t>
        </a:r>
      </a:p>
    </p188:txBody>
    <p188:extLst>
      <p:ext xmlns:p="http://schemas.openxmlformats.org/presentationml/2006/main" uri="{5BB2D875-25FF-4072-B9AC-8F64D62656EB}">
        <p228:taskDetails xmlns:p228="http://schemas.microsoft.com/office/powerpoint/2022/08/main">
          <p228:history>
            <p228:event time="2026-07-13T09:55:33.816" id="{0BE4B27C-FB09-45D2-83B7-FF6E2521D9AA}">
              <p228:atrbtn authorId="{B692F9D9-FFAD-C40A-3B84-B5B105D4555E}"/>
              <p228:anchr>
                <p228:comment id="{B84993DC-FD67-4C3F-B59E-89B8B7F4F6E8}"/>
              </p228:anchr>
              <p228:add/>
            </p228:event>
            <p228:event time="2026-07-13T09:55:33.816" id="{7A6E05C4-35B4-4892-A44C-1C1752E97FEA}">
              <p228:atrbtn authorId="{B692F9D9-FFAD-C40A-3B84-B5B105D4555E}"/>
              <p228:anchr>
                <p228:comment id="{B84993DC-FD67-4C3F-B59E-89B8B7F4F6E8}"/>
              </p228:anchr>
              <p228:asgn authorId="{FC05FB43-AA35-3586-EF16-AB6E07AD1950}"/>
            </p228:event>
            <p228:event time="2026-07-13T09:55:33.816" id="{7A70FD9F-1996-42A3-963A-CD19C9FEE423}">
              <p228:atrbtn authorId="{B692F9D9-FFAD-C40A-3B84-B5B105D4555E}"/>
              <p228:anchr>
                <p228:comment id="{B84993DC-FD67-4C3F-B59E-89B8B7F4F6E8}"/>
              </p228:anchr>
              <p228:title val="@Kannepamula Mahesh Babu is it possible to add clip arts/images to the grid i added below? 700 stores, 20k SKU's etc?"/>
            </p228:event>
            <p228:event time="2026-07-13T09:55:33.816" id="{DFD98082-4C30-42BB-80F3-F31E2531C095}">
              <p228:atrbtn authorId="{B692F9D9-FFAD-C40A-3B84-B5B105D4555E}"/>
              <p228:anchr>
                <p228:comment id="{B84993DC-FD67-4C3F-B59E-89B8B7F4F6E8}"/>
              </p228:anchr>
              <p228:date stDt="2026-07-13T09:55:33.816" endDt="2026-07-13T09:55:33.816"/>
            </p228:event>
            <p228:event time="2026-07-13T10:22:17.118" id="{6B6A3479-2481-4365-8E9A-9E09F2B513CD}">
              <p228:atrbtn authorId="{FC05FB43-AA35-3586-EF16-AB6E07AD1950}"/>
              <p228:anchr>
                <p228:comment id="{00000000-0000-0000-0000-000000000000}"/>
              </p228:anchr>
              <p228:pcntCmplt val="100000"/>
            </p228:event>
          </p228:history>
        </p228:taskDetails>
      </p:ext>
      <p:ext xmlns:p="http://schemas.openxmlformats.org/presentationml/2006/main" uri="{57CB4572-C831-44C2-8A1C-0ADB6CCDFE69}">
        <p223:reactions xmlns:p223="http://schemas.microsoft.com/office/powerpoint/2022/03/main">
          <p223:rxn type="👍">
            <p223:instance time="2026-07-13T10:21:45.003" authorId="{FC05FB43-AA35-3586-EF16-AB6E07AD1950}"/>
          </p223:rxn>
        </p223:reaction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6E97F9-52BD-453A-BD82-EBF7F92A2D88}" type="datetimeFigureOut">
              <a:t>7/13/2026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22594A-B2C9-43D4-8EEF-B56681AC5ABE}" type="slidenum">
              <a:t>‹#›</a:t>
            </a:fld>
            <a:endParaRPr lang="en-US"/>
          </a:p>
        </p:txBody>
      </p:sp>
    </p:spTree>
    <p:extLst>
      <p:ext uri="{BB962C8B-B14F-4D97-AF65-F5344CB8AC3E}">
        <p14:creationId xmlns:p14="http://schemas.microsoft.com/office/powerpoint/2010/main" val="1710218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1A3F2-D7B1-19B8-99CD-B74F6A1173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2374CF-9998-38B9-F5F5-16D9B1479C4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4C37827-4E73-3E29-BAA4-94DAC547B10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C6DDD47-9B14-CD7B-1AA9-73BC01118B3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22594A-B2C9-43D4-8EEF-B56681AC5ABE}" type="slidenum">
              <a:rPr kumimoji="0" lang="en-US" sz="1200" b="0" i="0" u="none" strike="noStrike" kern="1200" cap="none" spc="0" normalizeH="0" baseline="0" noProof="0" smtClean="0">
                <a:ln>
                  <a:noFill/>
                </a:ln>
                <a:solidFill>
                  <a:prstClr val="black"/>
                </a:solidFill>
                <a:effectLst/>
                <a:uLnTx/>
                <a:uFillTx/>
                <a:latin typeface="DM Sans"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DM Sans" pitchFamily="2" charset="0"/>
              <a:ea typeface="+mn-ea"/>
              <a:cs typeface="+mn-cs"/>
            </a:endParaRPr>
          </a:p>
        </p:txBody>
      </p:sp>
    </p:spTree>
    <p:extLst>
      <p:ext uri="{BB962C8B-B14F-4D97-AF65-F5344CB8AC3E}">
        <p14:creationId xmlns:p14="http://schemas.microsoft.com/office/powerpoint/2010/main" val="32100305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689C9-F296-190E-B330-E12017453F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75C67D-C6AD-99E0-2013-CCFFB79A80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012637-0FA9-3CCC-C9BB-36F6D841AC9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DF1A5E7-6B1E-C4B3-E9BF-7A9F9884263F}"/>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748017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022594A-B2C9-43D4-8EEF-B56681AC5ABE}" type="slidenum">
              <a:rPr lang="en-IN" smtClean="0"/>
              <a:t>9</a:t>
            </a:fld>
            <a:endParaRPr lang="en-IN"/>
          </a:p>
        </p:txBody>
      </p:sp>
    </p:spTree>
    <p:extLst>
      <p:ext uri="{BB962C8B-B14F-4D97-AF65-F5344CB8AC3E}">
        <p14:creationId xmlns:p14="http://schemas.microsoft.com/office/powerpoint/2010/main" val="16268688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C01EE-179F-23E8-1CE2-18A440DA50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FF8E92-877F-40EE-6397-694B1A9288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4C54AB-1016-0639-4BC5-B5C76DED338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69CCD58-0375-43CA-A071-DA2F34ACF51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22594A-B2C9-43D4-8EEF-B56681AC5ABE}"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56680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1EB7E-3F9C-8EA4-B3D2-17682E3152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AC0A0-F8CE-4E12-5ABD-F9D41C6B8F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011204-21E1-F3C3-A046-B2D2B6D9B8C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0CEA120-AFEE-A820-063B-7C5765B0892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22594A-B2C9-43D4-8EEF-B56681AC5ABE}"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452436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A0C07-4E7A-72FB-6060-96BFA26509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26C4B0-7DF4-3849-960B-923C1F6816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4183B-0D0E-8979-2B66-F2D0369DF77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858DAF8-6183-330A-3695-538AAE48160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DA6FA8-D84B-49C8-A95B-6B28D1D29F66}" type="slidenum">
              <a:rPr kumimoji="0" lang="en-IN"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068690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a:t>Plan today’s route with confidence</a:t>
            </a:r>
            <a:br>
              <a:rPr lang="en-IN" b="0"/>
            </a:br>
            <a:r>
              <a:rPr lang="en-IN" b="0"/>
              <a:t>Prioritise the right outlets first</a:t>
            </a:r>
            <a:br>
              <a:rPr lang="en-IN" b="0"/>
            </a:br>
            <a:r>
              <a:rPr lang="en-IN" b="0"/>
              <a:t>Understand each outlet before the visit</a:t>
            </a:r>
            <a:br>
              <a:rPr lang="en-IN" b="0"/>
            </a:br>
            <a:r>
              <a:rPr lang="en-IN" b="0"/>
              <a:t>Convert store-level insights into action</a:t>
            </a:r>
            <a:br>
              <a:rPr lang="en-IN" b="0"/>
            </a:br>
            <a:r>
              <a:rPr lang="en-IN" b="0"/>
              <a:t>Improve visit productivity and target achievement</a:t>
            </a:r>
            <a:br>
              <a:rPr lang="en-IN" b="0"/>
            </a:br>
            <a:r>
              <a:rPr lang="en-IN" b="0"/>
              <a:t>Give managers visibility into field execution</a:t>
            </a:r>
            <a:endParaRPr lang="en-US" b="0"/>
          </a:p>
        </p:txBody>
      </p:sp>
      <p:sp>
        <p:nvSpPr>
          <p:cNvPr id="4" name="Slide Number Placeholder 3"/>
          <p:cNvSpPr>
            <a:spLocks noGrp="1"/>
          </p:cNvSpPr>
          <p:nvPr>
            <p:ph type="sldNum" sz="quarter" idx="5"/>
          </p:nvPr>
        </p:nvSpPr>
        <p:spPr/>
        <p:txBody>
          <a:bodyPr/>
          <a:lstStyle/>
          <a:p>
            <a:fld id="{F7EDE7AA-0C7E-43C5-91F6-AFEA3A0DE95E}" type="slidenum">
              <a:rPr lang="en-IN" smtClean="0"/>
              <a:t>14</a:t>
            </a:fld>
            <a:endParaRPr lang="en-IN"/>
          </a:p>
        </p:txBody>
      </p:sp>
    </p:spTree>
    <p:extLst>
      <p:ext uri="{BB962C8B-B14F-4D97-AF65-F5344CB8AC3E}">
        <p14:creationId xmlns:p14="http://schemas.microsoft.com/office/powerpoint/2010/main" val="36504706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22594A-B2C9-43D4-8EEF-B56681AC5ABE}" type="slidenum">
              <a:rPr lang="en-US" smtClean="0"/>
              <a:t>18</a:t>
            </a:fld>
            <a:endParaRPr lang="en-US"/>
          </a:p>
        </p:txBody>
      </p:sp>
    </p:spTree>
    <p:extLst>
      <p:ext uri="{BB962C8B-B14F-4D97-AF65-F5344CB8AC3E}">
        <p14:creationId xmlns:p14="http://schemas.microsoft.com/office/powerpoint/2010/main" val="10742759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22594A-B2C9-43D4-8EEF-B56681AC5ABE}" type="slidenum">
              <a:rPr lang="en-US" smtClean="0"/>
              <a:t>19</a:t>
            </a:fld>
            <a:endParaRPr lang="en-US"/>
          </a:p>
        </p:txBody>
      </p:sp>
    </p:spTree>
    <p:extLst>
      <p:ext uri="{BB962C8B-B14F-4D97-AF65-F5344CB8AC3E}">
        <p14:creationId xmlns:p14="http://schemas.microsoft.com/office/powerpoint/2010/main" val="8199821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65122-D0FC-199F-E0F3-0F372EB9F3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744784-5DE9-A53A-BB7D-379A91559E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5B2074-51DB-E532-C38E-D8A96F0CB5C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5295AB1-94DB-72FF-B5B4-351A0468203A}"/>
              </a:ext>
            </a:extLst>
          </p:cNvPr>
          <p:cNvSpPr>
            <a:spLocks noGrp="1"/>
          </p:cNvSpPr>
          <p:nvPr>
            <p:ph type="sldNum" sz="quarter" idx="5"/>
          </p:nvPr>
        </p:nvSpPr>
        <p:spPr/>
        <p:txBody>
          <a:bodyPr/>
          <a:lstStyle/>
          <a:p>
            <a:fld id="{C022594A-B2C9-43D4-8EEF-B56681AC5ABE}" type="slidenum">
              <a:rPr lang="en-US" smtClean="0"/>
              <a:t>21</a:t>
            </a:fld>
            <a:endParaRPr lang="en-US"/>
          </a:p>
        </p:txBody>
      </p:sp>
    </p:spTree>
    <p:extLst>
      <p:ext uri="{BB962C8B-B14F-4D97-AF65-F5344CB8AC3E}">
        <p14:creationId xmlns:p14="http://schemas.microsoft.com/office/powerpoint/2010/main" val="20413927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61ABB-45A8-A0D4-F151-84B4CC534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1A2138-FF22-08B3-3B53-EE81772A44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641D23-D6B7-C781-F9B1-8B3F4144FAA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BB3831D-FA9F-3EB0-EE0E-38BCA896A1E5}"/>
              </a:ext>
            </a:extLst>
          </p:cNvPr>
          <p:cNvSpPr>
            <a:spLocks noGrp="1"/>
          </p:cNvSpPr>
          <p:nvPr>
            <p:ph type="sldNum" sz="quarter" idx="5"/>
          </p:nvPr>
        </p:nvSpPr>
        <p:spPr/>
        <p:txBody>
          <a:bodyPr/>
          <a:lstStyle/>
          <a:p>
            <a:fld id="{C022594A-B2C9-43D4-8EEF-B56681AC5ABE}" type="slidenum">
              <a:rPr lang="en-US" smtClean="0"/>
              <a:t>22</a:t>
            </a:fld>
            <a:endParaRPr lang="en-US"/>
          </a:p>
        </p:txBody>
      </p:sp>
    </p:spTree>
    <p:extLst>
      <p:ext uri="{BB962C8B-B14F-4D97-AF65-F5344CB8AC3E}">
        <p14:creationId xmlns:p14="http://schemas.microsoft.com/office/powerpoint/2010/main" val="20577605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ED969-5932-84BF-6B43-978901539F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C1B3F1-40EF-E353-C6F0-5E7E9D199B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54A325-BFDE-A162-F685-7A324BC362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835C059-7B85-74D7-CF7D-BA3AD9D8D15A}"/>
              </a:ext>
            </a:extLst>
          </p:cNvPr>
          <p:cNvSpPr>
            <a:spLocks noGrp="1"/>
          </p:cNvSpPr>
          <p:nvPr>
            <p:ph type="sldNum" sz="quarter" idx="5"/>
          </p:nvPr>
        </p:nvSpPr>
        <p:spPr/>
        <p:txBody>
          <a:bodyPr/>
          <a:lstStyle/>
          <a:p>
            <a:fld id="{C022594A-B2C9-43D4-8EEF-B56681AC5ABE}" type="slidenum">
              <a:rPr lang="en-US" smtClean="0"/>
              <a:t>25</a:t>
            </a:fld>
            <a:endParaRPr lang="en-US"/>
          </a:p>
        </p:txBody>
      </p:sp>
    </p:spTree>
    <p:extLst>
      <p:ext uri="{BB962C8B-B14F-4D97-AF65-F5344CB8AC3E}">
        <p14:creationId xmlns:p14="http://schemas.microsoft.com/office/powerpoint/2010/main" val="36684047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CB15B-C7FF-1A47-1013-DD933BFB48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A74879-7AE2-8702-7610-F695476B67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F67268-BC7A-117C-94C6-191D24F9FA9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ACFC0D1-831F-0E52-6053-B9FB59EBA0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22594A-B2C9-43D4-8EEF-B56681AC5ABE}"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52734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22594A-B2C9-43D4-8EEF-B56681AC5ABE}" type="slidenum">
              <a:rPr lang="en-US" smtClean="0"/>
              <a:t>31</a:t>
            </a:fld>
            <a:endParaRPr lang="en-US"/>
          </a:p>
        </p:txBody>
      </p:sp>
    </p:spTree>
    <p:extLst>
      <p:ext uri="{BB962C8B-B14F-4D97-AF65-F5344CB8AC3E}">
        <p14:creationId xmlns:p14="http://schemas.microsoft.com/office/powerpoint/2010/main" val="42217367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6F17D-DE9C-E62B-E9CC-6A145A0991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9703C3-2665-D7C9-8BCE-D4D1865433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039AC0-4B79-8977-1AC3-5AB88E14742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E1EC0F-F65D-DBD9-11E5-7ACC2A5C9ED9}"/>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27469816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help global manufacturers transform supply chain decisions using AI, Optimization and Agentic Intelligence.</a:t>
            </a:r>
          </a:p>
        </p:txBody>
      </p:sp>
      <p:sp>
        <p:nvSpPr>
          <p:cNvPr id="4" name="Slide Number Placeholder 3"/>
          <p:cNvSpPr>
            <a:spLocks noGrp="1"/>
          </p:cNvSpPr>
          <p:nvPr>
            <p:ph type="sldNum" sz="quarter" idx="5"/>
          </p:nvPr>
        </p:nvSpPr>
        <p:spPr/>
        <p:txBody>
          <a:bodyPr/>
          <a:lstStyle/>
          <a:p>
            <a:fld id="{C022594A-B2C9-43D4-8EEF-B56681AC5ABE}" type="slidenum">
              <a:rPr lang="en-US"/>
              <a:t>38</a:t>
            </a:fld>
            <a:endParaRPr lang="en-US"/>
          </a:p>
        </p:txBody>
      </p:sp>
    </p:spTree>
    <p:extLst>
      <p:ext uri="{BB962C8B-B14F-4D97-AF65-F5344CB8AC3E}">
        <p14:creationId xmlns:p14="http://schemas.microsoft.com/office/powerpoint/2010/main" val="28654009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ED232-69A6-2BD0-6CF0-71AE6DFEA2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CE6016-868C-7AF0-EF50-2B3F260AE9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049045-53FF-32ED-23EC-708F3CBED662}"/>
              </a:ext>
            </a:extLst>
          </p:cNvPr>
          <p:cNvSpPr>
            <a:spLocks noGrp="1"/>
          </p:cNvSpPr>
          <p:nvPr>
            <p:ph type="body" idx="1"/>
          </p:nvPr>
        </p:nvSpPr>
        <p:spPr/>
        <p:txBody>
          <a:bodyPr/>
          <a:lstStyle/>
          <a:p>
            <a:r>
              <a:rPr lang="en-US"/>
              <a:t>We build Decision Intelligence platforms that help supply chain leaders make better decisions—from sensing and prediction through optimization, recommendation, execution, and continuous learning. Our reusable accelerators shorten time to value, and our approach is readily adapted to MedTech, where service, compliance, and resilience are mission-critical</a:t>
            </a:r>
          </a:p>
        </p:txBody>
      </p:sp>
      <p:sp>
        <p:nvSpPr>
          <p:cNvPr id="4" name="Slide Number Placeholder 3">
            <a:extLst>
              <a:ext uri="{FF2B5EF4-FFF2-40B4-BE49-F238E27FC236}">
                <a16:creationId xmlns:a16="http://schemas.microsoft.com/office/drawing/2014/main" id="{EF536BD6-28EC-C5AE-2489-1AF6E933C608}"/>
              </a:ext>
            </a:extLst>
          </p:cNvPr>
          <p:cNvSpPr>
            <a:spLocks noGrp="1"/>
          </p:cNvSpPr>
          <p:nvPr>
            <p:ph type="sldNum" sz="quarter" idx="5"/>
          </p:nvPr>
        </p:nvSpPr>
        <p:spPr/>
        <p:txBody>
          <a:bodyPr/>
          <a:lstStyle/>
          <a:p>
            <a:fld id="{C022594A-B2C9-43D4-8EEF-B56681AC5ABE}" type="slidenum">
              <a:rPr lang="en-US" smtClean="0"/>
              <a:t>43</a:t>
            </a:fld>
            <a:endParaRPr lang="en-US"/>
          </a:p>
        </p:txBody>
      </p:sp>
    </p:spTree>
    <p:extLst>
      <p:ext uri="{BB962C8B-B14F-4D97-AF65-F5344CB8AC3E}">
        <p14:creationId xmlns:p14="http://schemas.microsoft.com/office/powerpoint/2010/main" val="13107404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F4FF2-5321-FE72-D797-315969E976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3C546C-D537-1414-3CFF-3DC45448F6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2167ED-554E-19E0-8172-79F528FD425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EE16639-EEDB-D6B2-2ECC-77A28919EBDD}"/>
              </a:ext>
            </a:extLst>
          </p:cNvPr>
          <p:cNvSpPr>
            <a:spLocks noGrp="1"/>
          </p:cNvSpPr>
          <p:nvPr>
            <p:ph type="sldNum" sz="quarter" idx="5"/>
          </p:nvPr>
        </p:nvSpPr>
        <p:spPr/>
        <p:txBody>
          <a:bodyPr/>
          <a:lstStyle/>
          <a:p>
            <a:fld id="{C022594A-B2C9-43D4-8EEF-B56681AC5ABE}" type="slidenum">
              <a:rPr lang="en-US" smtClean="0"/>
              <a:t>48</a:t>
            </a:fld>
            <a:endParaRPr lang="en-US"/>
          </a:p>
        </p:txBody>
      </p:sp>
    </p:spTree>
    <p:extLst>
      <p:ext uri="{BB962C8B-B14F-4D97-AF65-F5344CB8AC3E}">
        <p14:creationId xmlns:p14="http://schemas.microsoft.com/office/powerpoint/2010/main" val="6827745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4F51A-E3EF-C70A-8DCC-69BA9548B2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0F3FC3-86CE-8D26-C8C1-4330E031B4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338697-6D43-AFD3-EE1F-60E47BFBBE8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B87A3D7-BE54-63CA-7D45-56387A6BA12D}"/>
              </a:ext>
            </a:extLst>
          </p:cNvPr>
          <p:cNvSpPr>
            <a:spLocks noGrp="1"/>
          </p:cNvSpPr>
          <p:nvPr>
            <p:ph type="sldNum" sz="quarter" idx="5"/>
          </p:nvPr>
        </p:nvSpPr>
        <p:spPr/>
        <p:txBody>
          <a:bodyPr/>
          <a:lstStyle/>
          <a:p>
            <a:fld id="{C022594A-B2C9-43D4-8EEF-B56681AC5ABE}" type="slidenum">
              <a:rPr lang="en-US" smtClean="0"/>
              <a:t>49</a:t>
            </a:fld>
            <a:endParaRPr lang="en-US"/>
          </a:p>
        </p:txBody>
      </p:sp>
    </p:spTree>
    <p:extLst>
      <p:ext uri="{BB962C8B-B14F-4D97-AF65-F5344CB8AC3E}">
        <p14:creationId xmlns:p14="http://schemas.microsoft.com/office/powerpoint/2010/main" val="19558655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9FB7B-D145-867B-3B5E-933920E61C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14DF94-BFDB-D916-2E14-57A8427376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848790-D6A8-F538-9BEE-2753EA370B0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949BEAE-390F-6993-DBC7-21D260DD412C}"/>
              </a:ext>
            </a:extLst>
          </p:cNvPr>
          <p:cNvSpPr>
            <a:spLocks noGrp="1"/>
          </p:cNvSpPr>
          <p:nvPr>
            <p:ph type="sldNum" sz="quarter" idx="5"/>
          </p:nvPr>
        </p:nvSpPr>
        <p:spPr/>
        <p:txBody>
          <a:bodyPr/>
          <a:lstStyle/>
          <a:p>
            <a:fld id="{C022594A-B2C9-43D4-8EEF-B56681AC5ABE}" type="slidenum">
              <a:rPr lang="en-US" smtClean="0"/>
              <a:t>51</a:t>
            </a:fld>
            <a:endParaRPr lang="en-US"/>
          </a:p>
        </p:txBody>
      </p:sp>
    </p:spTree>
    <p:extLst>
      <p:ext uri="{BB962C8B-B14F-4D97-AF65-F5344CB8AC3E}">
        <p14:creationId xmlns:p14="http://schemas.microsoft.com/office/powerpoint/2010/main" val="1581816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7E079-4D48-28D7-9DF5-50CAD6DF4D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15E4FD-481B-CFC6-A619-D698722C81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4C6319-F01A-2BE8-16DB-02577997BA0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6E16186-A551-423F-7849-51624F535D5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22594A-B2C9-43D4-8EEF-B56681AC5ABE}"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68624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FDE17-C1E6-9C10-32F8-CC495132BD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F18B6B-C7EA-921F-DFEA-FD1D06438B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E79AF2-85C7-4687-2036-388F6E92F2E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4DEF8EE-8CA9-A06F-6D39-AB8AC07480D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22594A-B2C9-43D4-8EEF-B56681AC5ABE}"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0304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B61BA-A025-3A6E-6ACA-DBF6743CBC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A9BC61-474F-1C52-7B99-1762AC1601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F6F15F-BF51-87ED-683A-81D12A8DB87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0EA4403-681F-9291-5C9B-9E2E84F9F7B2}"/>
              </a:ext>
            </a:extLst>
          </p:cNvPr>
          <p:cNvSpPr>
            <a:spLocks noGrp="1"/>
          </p:cNvSpPr>
          <p:nvPr>
            <p:ph type="sldNum" sz="quarter" idx="5"/>
          </p:nvPr>
        </p:nvSpPr>
        <p:spPr/>
        <p:txBody>
          <a:bodyPr/>
          <a:lstStyle/>
          <a:p>
            <a:fld id="{C022594A-B2C9-43D4-8EEF-B56681AC5ABE}" type="slidenum">
              <a:rPr lang="en-IN" smtClean="0"/>
              <a:t>64</a:t>
            </a:fld>
            <a:endParaRPr lang="en-IN"/>
          </a:p>
        </p:txBody>
      </p:sp>
    </p:spTree>
    <p:extLst>
      <p:ext uri="{BB962C8B-B14F-4D97-AF65-F5344CB8AC3E}">
        <p14:creationId xmlns:p14="http://schemas.microsoft.com/office/powerpoint/2010/main" val="13563334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A0DA5-90FC-8B17-DE6B-846C6A190A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E83672-E27A-8E27-342D-F362FCB4FA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BAC840-3A09-7963-EC4C-40A408DB22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ED95DCC-2C76-C0CF-1DB6-6622CE4CD76F}"/>
              </a:ext>
            </a:extLst>
          </p:cNvPr>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26687612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81581-D77D-416B-D475-1BCCB3F07B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26125A-D1FD-90C4-C9EB-BF38F1F660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82322A-140F-A5E0-1853-8F7E89D9829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CAA7701-1826-6105-9F68-38C7B9DEE71B}"/>
              </a:ext>
            </a:extLst>
          </p:cNvPr>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28947038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12151-6A3B-41F1-9344-3193430162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28ADA7-27CF-BB29-07AF-4906C73B63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08B4F5-3C74-57FE-9E4E-5454B4BC843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FF5E2FE-782C-8B65-F43C-AB7975D84C12}"/>
              </a:ext>
            </a:extLst>
          </p:cNvPr>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39484866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8CBA9-ECBD-583B-5301-F15244A703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43E47F-AFCA-DD4A-5530-8DC16BE1CB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29BBEA-7D23-5BBD-9BFE-156EC7E8A63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A726CCA-AB1D-5DA2-BEF8-EAA264FB13B7}"/>
              </a:ext>
            </a:extLst>
          </p:cNvPr>
          <p:cNvSpPr>
            <a:spLocks noGrp="1"/>
          </p:cNvSpPr>
          <p:nvPr>
            <p:ph type="sldNum" sz="quarter" idx="5"/>
          </p:nvPr>
        </p:nvSpPr>
        <p:spPr/>
        <p:txBody>
          <a:bodyPr/>
          <a:lstStyle/>
          <a:p>
            <a:fld id="{C022594A-B2C9-43D4-8EEF-B56681AC5ABE}" type="slidenum">
              <a:rPr lang="en-US" smtClean="0"/>
              <a:t>70</a:t>
            </a:fld>
            <a:endParaRPr lang="en-US"/>
          </a:p>
        </p:txBody>
      </p:sp>
    </p:spTree>
    <p:extLst>
      <p:ext uri="{BB962C8B-B14F-4D97-AF65-F5344CB8AC3E}">
        <p14:creationId xmlns:p14="http://schemas.microsoft.com/office/powerpoint/2010/main" val="13334788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4.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www.linkedin.com/company/syrencloud/posts/?feedView=all" TargetMode="External"/><Relationship Id="rId7"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hyperlink" Target="https://x.com/syrenco" TargetMode="External"/><Relationship Id="rId4" Type="http://schemas.openxmlformats.org/officeDocument/2006/relationships/image" Target="../media/image7.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2.xml"/><Relationship Id="rId5" Type="http://schemas.openxmlformats.org/officeDocument/2006/relationships/image" Target="../media/image6.svg"/><Relationship Id="rId4" Type="http://schemas.openxmlformats.org/officeDocument/2006/relationships/image" Target="../media/image4.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2.xml"/><Relationship Id="rId5" Type="http://schemas.openxmlformats.org/officeDocument/2006/relationships/image" Target="../media/image6.svg"/><Relationship Id="rId4" Type="http://schemas.openxmlformats.org/officeDocument/2006/relationships/image" Target="../media/image4.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www.linkedin.com/company/syrencloud/posts/?feedView=all" TargetMode="External"/><Relationship Id="rId7"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hyperlink" Target="https://x.com/syrenco" TargetMode="External"/><Relationship Id="rId4" Type="http://schemas.openxmlformats.org/officeDocument/2006/relationships/image" Target="../media/image7.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www.linkedin.com/company/syrencloud/posts/?feedView=all" TargetMode="External"/><Relationship Id="rId7"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hyperlink" Target="https://x.com/syrenco" TargetMode="External"/><Relationship Id="rId4" Type="http://schemas.openxmlformats.org/officeDocument/2006/relationships/image" Target="../media/image7.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sv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sv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jpe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jpe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www.linkedin.com/company/syrencloud/posts/?feedView=all" TargetMode="External"/><Relationship Id="rId7"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Master" Target="../slideMasters/slideMaster3.xml"/><Relationship Id="rId6" Type="http://schemas.openxmlformats.org/officeDocument/2006/relationships/image" Target="../media/image8.png"/><Relationship Id="rId5" Type="http://schemas.openxmlformats.org/officeDocument/2006/relationships/hyperlink" Target="https://x.com/syrenco" TargetMode="External"/><Relationship Id="rId4" Type="http://schemas.openxmlformats.org/officeDocument/2006/relationships/image" Target="../media/image7.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jpeg"/><Relationship Id="rId1" Type="http://schemas.openxmlformats.org/officeDocument/2006/relationships/slideMaster" Target="../slideMasters/slideMaster3.xml"/><Relationship Id="rId4" Type="http://schemas.openxmlformats.org/officeDocument/2006/relationships/image" Target="../media/image6.svg"/></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svg"/><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svg"/><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svg"/><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svg"/><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jpeg"/><Relationship Id="rId1" Type="http://schemas.openxmlformats.org/officeDocument/2006/relationships/slideMaster" Target="../slideMasters/slideMaster4.xml"/><Relationship Id="rId4" Type="http://schemas.openxmlformats.org/officeDocument/2006/relationships/image" Target="../media/image6.sv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svg"/><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svg"/><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www.linkedin.com/company/syrencloud/posts/?feedView=all" TargetMode="External"/><Relationship Id="rId7" Type="http://schemas.openxmlformats.org/officeDocument/2006/relationships/image" Target="../media/image16.png"/><Relationship Id="rId2" Type="http://schemas.openxmlformats.org/officeDocument/2006/relationships/image" Target="../media/image2.svg"/><Relationship Id="rId1" Type="http://schemas.openxmlformats.org/officeDocument/2006/relationships/slideMaster" Target="../slideMasters/slideMaster4.xml"/><Relationship Id="rId6" Type="http://schemas.openxmlformats.org/officeDocument/2006/relationships/image" Target="../media/image15.png"/><Relationship Id="rId5" Type="http://schemas.openxmlformats.org/officeDocument/2006/relationships/hyperlink" Target="https://x.com/syrenco" TargetMode="External"/><Relationship Id="rId4" Type="http://schemas.openxmlformats.org/officeDocument/2006/relationships/image" Target="../media/image14.png"/></Relationships>
</file>

<file path=ppt/slideLayouts/_rels/slideLayout9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www.linkedin.com/company/syrencloud/posts/?feedView=all" TargetMode="External"/><Relationship Id="rId7" Type="http://schemas.openxmlformats.org/officeDocument/2006/relationships/image" Target="../media/image19.png"/><Relationship Id="rId2" Type="http://schemas.openxmlformats.org/officeDocument/2006/relationships/image" Target="../media/image2.svg"/><Relationship Id="rId1" Type="http://schemas.openxmlformats.org/officeDocument/2006/relationships/slideMaster" Target="../slideMasters/slideMaster4.xml"/><Relationship Id="rId6" Type="http://schemas.openxmlformats.org/officeDocument/2006/relationships/image" Target="../media/image18.png"/><Relationship Id="rId5" Type="http://schemas.openxmlformats.org/officeDocument/2006/relationships/hyperlink" Target="https://x.com/syrenco" TargetMode="External"/><Relationship Id="rId4" Type="http://schemas.openxmlformats.org/officeDocument/2006/relationships/image" Target="../media/image17.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slideMaster" Target="../slideMasters/slideMaster4.xml"/><Relationship Id="rId4" Type="http://schemas.openxmlformats.org/officeDocument/2006/relationships/image" Target="../media/image3.png"/></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sv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sv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svg"/><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svg"/><Relationship Id="rId1" Type="http://schemas.openxmlformats.org/officeDocument/2006/relationships/slideMaster" Target="../slideMasters/slideMaster4.xml"/><Relationship Id="rId4" Type="http://schemas.openxmlformats.org/officeDocument/2006/relationships/image" Target="../media/image21.jpeg"/></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svg"/><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www.linkedin.com/company/syrencloud/posts/?feedView=all" TargetMode="External"/><Relationship Id="rId7" Type="http://schemas.openxmlformats.org/officeDocument/2006/relationships/image" Target="../media/image16.png"/><Relationship Id="rId2" Type="http://schemas.openxmlformats.org/officeDocument/2006/relationships/image" Target="../media/image2.svg"/><Relationship Id="rId1" Type="http://schemas.openxmlformats.org/officeDocument/2006/relationships/slideMaster" Target="../slideMasters/slideMaster4.xml"/><Relationship Id="rId6" Type="http://schemas.openxmlformats.org/officeDocument/2006/relationships/image" Target="../media/image15.png"/><Relationship Id="rId5" Type="http://schemas.openxmlformats.org/officeDocument/2006/relationships/hyperlink" Target="https://x.com/syrenco" TargetMode="External"/><Relationship Id="rId4" Type="http://schemas.openxmlformats.org/officeDocument/2006/relationships/image" Target="../media/image14.png"/></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svg"/><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jpeg"/><Relationship Id="rId1" Type="http://schemas.openxmlformats.org/officeDocument/2006/relationships/slideMaster" Target="../slideMasters/slideMaster5.xml"/><Relationship Id="rId4" Type="http://schemas.openxmlformats.org/officeDocument/2006/relationships/image" Target="../media/image6.svg"/></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svg"/><Relationship Id="rId1" Type="http://schemas.openxmlformats.org/officeDocument/2006/relationships/slideMaster" Target="../slideMasters/slideMaster6.xml"/><Relationship Id="rId4" Type="http://schemas.openxmlformats.org/officeDocument/2006/relationships/image" Target="../media/image3.png"/></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svg"/><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svg"/><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6.xml"/><Relationship Id="rId4" Type="http://schemas.openxmlformats.org/officeDocument/2006/relationships/image" Target="../media/image2.svg"/></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6.xml"/><Relationship Id="rId5" Type="http://schemas.openxmlformats.org/officeDocument/2006/relationships/image" Target="../media/image6.svg"/><Relationship Id="rId4" Type="http://schemas.openxmlformats.org/officeDocument/2006/relationships/image" Target="../media/image4.svg"/></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6.xml"/><Relationship Id="rId4" Type="http://schemas.openxmlformats.org/officeDocument/2006/relationships/image" Target="../media/image2.svg"/></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6.xml"/><Relationship Id="rId4" Type="http://schemas.openxmlformats.org/officeDocument/2006/relationships/image" Target="../media/image6.svg"/></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6.xml"/><Relationship Id="rId4" Type="http://schemas.openxmlformats.org/officeDocument/2006/relationships/image" Target="../media/image2.svg"/></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6.xml"/><Relationship Id="rId4" Type="http://schemas.openxmlformats.org/officeDocument/2006/relationships/image" Target="../media/image6.svg"/></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6.xml"/><Relationship Id="rId4" Type="http://schemas.openxmlformats.org/officeDocument/2006/relationships/image" Target="../media/image1.png"/></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6.xml"/><Relationship Id="rId4" Type="http://schemas.openxmlformats.org/officeDocument/2006/relationships/image" Target="../media/image6.svg"/></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6.xml"/><Relationship Id="rId4" Type="http://schemas.openxmlformats.org/officeDocument/2006/relationships/image" Target="../media/image6.svg"/></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svg"/><Relationship Id="rId1" Type="http://schemas.openxmlformats.org/officeDocument/2006/relationships/slideMaster" Target="../slideMasters/slideMaster6.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Dark">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694362"/>
            <a:ext cx="5887453" cy="1828800"/>
          </a:xfrm>
        </p:spPr>
        <p:txBody>
          <a:bodyPr anchor="b">
            <a:normAutofit/>
          </a:bodyPr>
          <a:lstStyle>
            <a:lvl1pPr marL="6350" indent="0" algn="l">
              <a:tabLst/>
              <a:defRPr sz="4000"/>
            </a:lvl1pPr>
          </a:lstStyle>
          <a:p>
            <a:r>
              <a:rPr lang="en-US"/>
              <a:t>Click to edit Master title style</a:t>
            </a:r>
          </a:p>
        </p:txBody>
      </p:sp>
      <p:sp>
        <p:nvSpPr>
          <p:cNvPr id="3" name="Subtitle 2"/>
          <p:cNvSpPr>
            <a:spLocks noGrp="1"/>
          </p:cNvSpPr>
          <p:nvPr>
            <p:ph type="subTitle" idx="1"/>
          </p:nvPr>
        </p:nvSpPr>
        <p:spPr>
          <a:xfrm>
            <a:off x="381000" y="4651454"/>
            <a:ext cx="9144000" cy="1143000"/>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 Placeholder 10">
            <a:extLst>
              <a:ext uri="{FF2B5EF4-FFF2-40B4-BE49-F238E27FC236}">
                <a16:creationId xmlns:a16="http://schemas.microsoft.com/office/drawing/2014/main" id="{F40A598B-029B-8757-1A8B-9960D1CFC114}"/>
              </a:ext>
            </a:extLst>
          </p:cNvPr>
          <p:cNvSpPr>
            <a:spLocks noGrp="1"/>
          </p:cNvSpPr>
          <p:nvPr>
            <p:ph type="body" sz="quarter" idx="10"/>
          </p:nvPr>
        </p:nvSpPr>
        <p:spPr>
          <a:xfrm>
            <a:off x="381000" y="5922746"/>
            <a:ext cx="5715000" cy="458788"/>
          </a:xfrm>
        </p:spPr>
        <p:txBody>
          <a:bodyPr>
            <a:noAutofit/>
          </a:bodyPr>
          <a:lstStyle>
            <a:lvl1pPr marL="0" indent="0">
              <a:buNone/>
              <a:defRPr sz="800">
                <a:solidFill>
                  <a:srgbClr val="F64F18"/>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13" name="Graphic 12">
            <a:extLst>
              <a:ext uri="{FF2B5EF4-FFF2-40B4-BE49-F238E27FC236}">
                <a16:creationId xmlns:a16="http://schemas.microsoft.com/office/drawing/2014/main" id="{636F04A7-61C4-4311-9002-DCC7789AF38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730279"/>
            <a:ext cx="2123035" cy="666534"/>
          </a:xfrm>
          <a:prstGeom prst="rect">
            <a:avLst/>
          </a:prstGeom>
        </p:spPr>
      </p:pic>
      <p:pic>
        <p:nvPicPr>
          <p:cNvPr id="4" name="Picture 3" descr="A black background with orange circles&#10;&#10;AI-generated content may be incorrect.">
            <a:extLst>
              <a:ext uri="{FF2B5EF4-FFF2-40B4-BE49-F238E27FC236}">
                <a16:creationId xmlns:a16="http://schemas.microsoft.com/office/drawing/2014/main" id="{56143136-D3FB-7460-C7EF-BDDE78501810}"/>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12782" r="28600" b="21101"/>
          <a:stretch/>
        </p:blipFill>
        <p:spPr>
          <a:xfrm>
            <a:off x="4788979" y="0"/>
            <a:ext cx="7403022" cy="6858000"/>
          </a:xfrm>
          <a:prstGeom prst="rect">
            <a:avLst/>
          </a:prstGeom>
        </p:spPr>
      </p:pic>
    </p:spTree>
    <p:extLst>
      <p:ext uri="{BB962C8B-B14F-4D97-AF65-F5344CB8AC3E}">
        <p14:creationId xmlns:p14="http://schemas.microsoft.com/office/powerpoint/2010/main" val="238538789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694362"/>
            <a:ext cx="5887453" cy="1828800"/>
          </a:xfrm>
        </p:spPr>
        <p:txBody>
          <a:bodyPr anchor="b">
            <a:normAutofit/>
          </a:bodyPr>
          <a:lstStyle>
            <a:lvl1pPr marL="6350" indent="0" algn="l">
              <a:tabLst/>
              <a:defRPr sz="4000"/>
            </a:lvl1pPr>
          </a:lstStyle>
          <a:p>
            <a:r>
              <a:rPr lang="en-US"/>
              <a:t>Click to edit Master title style</a:t>
            </a:r>
          </a:p>
        </p:txBody>
      </p:sp>
      <p:sp>
        <p:nvSpPr>
          <p:cNvPr id="3" name="Subtitle 2"/>
          <p:cNvSpPr>
            <a:spLocks noGrp="1"/>
          </p:cNvSpPr>
          <p:nvPr>
            <p:ph type="subTitle" idx="1"/>
          </p:nvPr>
        </p:nvSpPr>
        <p:spPr>
          <a:xfrm>
            <a:off x="381000" y="4651454"/>
            <a:ext cx="9144000" cy="1143000"/>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 Placeholder 10">
            <a:extLst>
              <a:ext uri="{FF2B5EF4-FFF2-40B4-BE49-F238E27FC236}">
                <a16:creationId xmlns:a16="http://schemas.microsoft.com/office/drawing/2014/main" id="{F40A598B-029B-8757-1A8B-9960D1CFC114}"/>
              </a:ext>
            </a:extLst>
          </p:cNvPr>
          <p:cNvSpPr>
            <a:spLocks noGrp="1"/>
          </p:cNvSpPr>
          <p:nvPr>
            <p:ph type="body" sz="quarter" idx="10"/>
          </p:nvPr>
        </p:nvSpPr>
        <p:spPr>
          <a:xfrm>
            <a:off x="381000" y="5922746"/>
            <a:ext cx="5715000" cy="458788"/>
          </a:xfrm>
        </p:spPr>
        <p:txBody>
          <a:bodyPr>
            <a:noAutofit/>
          </a:bodyPr>
          <a:lstStyle>
            <a:lvl1pPr marL="0" indent="0">
              <a:buNone/>
              <a:defRPr sz="800">
                <a:solidFill>
                  <a:srgbClr val="F64F18"/>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13" name="Graphic 12">
            <a:extLst>
              <a:ext uri="{FF2B5EF4-FFF2-40B4-BE49-F238E27FC236}">
                <a16:creationId xmlns:a16="http://schemas.microsoft.com/office/drawing/2014/main" id="{636F04A7-61C4-4311-9002-DCC7789AF38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476466"/>
            <a:ext cx="2123035" cy="666534"/>
          </a:xfrm>
          <a:prstGeom prst="rect">
            <a:avLst/>
          </a:prstGeom>
        </p:spPr>
      </p:pic>
      <p:pic>
        <p:nvPicPr>
          <p:cNvPr id="4" name="Picture 3" descr="A black background with orange circles&#10;&#10;AI-generated content may be incorrect.">
            <a:extLst>
              <a:ext uri="{FF2B5EF4-FFF2-40B4-BE49-F238E27FC236}">
                <a16:creationId xmlns:a16="http://schemas.microsoft.com/office/drawing/2014/main" id="{56143136-D3FB-7460-C7EF-BDDE78501810}"/>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12782" r="28600" b="21101"/>
          <a:stretch/>
        </p:blipFill>
        <p:spPr>
          <a:xfrm>
            <a:off x="4788979" y="0"/>
            <a:ext cx="7403022" cy="6858000"/>
          </a:xfrm>
          <a:prstGeom prst="rect">
            <a:avLst/>
          </a:prstGeom>
        </p:spPr>
      </p:pic>
    </p:spTree>
    <p:extLst>
      <p:ext uri="{BB962C8B-B14F-4D97-AF65-F5344CB8AC3E}">
        <p14:creationId xmlns:p14="http://schemas.microsoft.com/office/powerpoint/2010/main" val="2385387890"/>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Light">
    <p:bg>
      <p:bgPr>
        <a:solidFill>
          <a:schemeClr val="tx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5646C33-A1AD-9804-9559-EB9FE98FF10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964" y="476466"/>
            <a:ext cx="2123035" cy="666534"/>
          </a:xfrm>
          <a:prstGeom prst="rect">
            <a:avLst/>
          </a:prstGeom>
        </p:spPr>
      </p:pic>
      <p:sp>
        <p:nvSpPr>
          <p:cNvPr id="9" name="Title 1">
            <a:extLst>
              <a:ext uri="{FF2B5EF4-FFF2-40B4-BE49-F238E27FC236}">
                <a16:creationId xmlns:a16="http://schemas.microsoft.com/office/drawing/2014/main" id="{4FBF73D9-0881-A73E-A8B1-CD8E49046877}"/>
              </a:ext>
            </a:extLst>
          </p:cNvPr>
          <p:cNvSpPr>
            <a:spLocks noGrp="1"/>
          </p:cNvSpPr>
          <p:nvPr>
            <p:ph type="ctrTitle"/>
          </p:nvPr>
        </p:nvSpPr>
        <p:spPr>
          <a:xfrm>
            <a:off x="381000" y="2694362"/>
            <a:ext cx="5887453" cy="1828800"/>
          </a:xfrm>
        </p:spPr>
        <p:txBody>
          <a:bodyPr anchor="b">
            <a:normAutofit/>
          </a:bodyPr>
          <a:lstStyle>
            <a:lvl1pPr marL="6350" indent="0" algn="l">
              <a:tabLst/>
              <a:defRPr sz="4000">
                <a:solidFill>
                  <a:schemeClr val="bg1"/>
                </a:solidFill>
              </a:defRPr>
            </a:lvl1pPr>
          </a:lstStyle>
          <a:p>
            <a:r>
              <a:rPr lang="en-US"/>
              <a:t>Click to edit Master title style</a:t>
            </a:r>
          </a:p>
        </p:txBody>
      </p:sp>
      <p:sp>
        <p:nvSpPr>
          <p:cNvPr id="12" name="Subtitle 2">
            <a:extLst>
              <a:ext uri="{FF2B5EF4-FFF2-40B4-BE49-F238E27FC236}">
                <a16:creationId xmlns:a16="http://schemas.microsoft.com/office/drawing/2014/main" id="{721F1B40-8720-C869-4A82-E00187BC603B}"/>
              </a:ext>
            </a:extLst>
          </p:cNvPr>
          <p:cNvSpPr>
            <a:spLocks noGrp="1"/>
          </p:cNvSpPr>
          <p:nvPr>
            <p:ph type="subTitle" idx="1"/>
          </p:nvPr>
        </p:nvSpPr>
        <p:spPr>
          <a:xfrm>
            <a:off x="381000" y="4651454"/>
            <a:ext cx="9144000" cy="1143000"/>
          </a:xfrm>
        </p:spPr>
        <p:txBody>
          <a:bodyPr>
            <a:normAutofit/>
          </a:bodyPr>
          <a:lstStyle>
            <a:lvl1pPr marL="285750" indent="-285750" algn="l">
              <a:buFontTx/>
              <a:buBlip>
                <a:blip r:embed="rId3"/>
              </a:buBlip>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Text Placeholder 10">
            <a:extLst>
              <a:ext uri="{FF2B5EF4-FFF2-40B4-BE49-F238E27FC236}">
                <a16:creationId xmlns:a16="http://schemas.microsoft.com/office/drawing/2014/main" id="{38D2D752-871B-972C-6799-1EDBA09B4A33}"/>
              </a:ext>
            </a:extLst>
          </p:cNvPr>
          <p:cNvSpPr>
            <a:spLocks noGrp="1"/>
          </p:cNvSpPr>
          <p:nvPr>
            <p:ph type="body" sz="quarter" idx="10"/>
          </p:nvPr>
        </p:nvSpPr>
        <p:spPr>
          <a:xfrm>
            <a:off x="381000" y="5922746"/>
            <a:ext cx="5715000" cy="458788"/>
          </a:xfrm>
        </p:spPr>
        <p:txBody>
          <a:bodyPr>
            <a:noAutofit/>
          </a:bodyPr>
          <a:lstStyle>
            <a:lvl1pPr marL="0" indent="0">
              <a:buNone/>
              <a:defRPr sz="800">
                <a:solidFill>
                  <a:srgbClr val="F64F18"/>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3" name="Picture 2" descr="A black background with orange circles&#10;&#10;AI-generated content may be incorrect.">
            <a:extLst>
              <a:ext uri="{FF2B5EF4-FFF2-40B4-BE49-F238E27FC236}">
                <a16:creationId xmlns:a16="http://schemas.microsoft.com/office/drawing/2014/main" id="{9F8B6379-2FCC-6CD1-3B82-2EF9342DDA39}"/>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t="12782" r="28600" b="21101"/>
          <a:stretch/>
        </p:blipFill>
        <p:spPr>
          <a:xfrm>
            <a:off x="4788979" y="0"/>
            <a:ext cx="7403022" cy="6858000"/>
          </a:xfrm>
          <a:prstGeom prst="rect">
            <a:avLst/>
          </a:prstGeom>
        </p:spPr>
      </p:pic>
    </p:spTree>
    <p:extLst>
      <p:ext uri="{BB962C8B-B14F-4D97-AF65-F5344CB8AC3E}">
        <p14:creationId xmlns:p14="http://schemas.microsoft.com/office/powerpoint/2010/main" val="241361876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Dark">
    <p:bg>
      <p:bgRef idx="1001">
        <a:schemeClr val="bg1"/>
      </p:bgRef>
    </p:bg>
    <p:spTree>
      <p:nvGrpSpPr>
        <p:cNvPr id="1" name=""/>
        <p:cNvGrpSpPr/>
        <p:nvPr/>
      </p:nvGrpSpPr>
      <p:grpSpPr>
        <a:xfrm>
          <a:off x="0" y="0"/>
          <a:ext cx="0" cy="0"/>
          <a:chOff x="0" y="0"/>
          <a:chExt cx="0" cy="0"/>
        </a:xfrm>
      </p:grpSpPr>
      <p:pic>
        <p:nvPicPr>
          <p:cNvPr id="4" name="Picture 3" descr="A black background with orange circles&#10;&#10;AI-generated content may be incorrect.">
            <a:extLst>
              <a:ext uri="{FF2B5EF4-FFF2-40B4-BE49-F238E27FC236}">
                <a16:creationId xmlns:a16="http://schemas.microsoft.com/office/drawing/2014/main" id="{56143136-D3FB-7460-C7EF-BDDE7850181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t="12782" r="28600" b="21101"/>
          <a:stretch/>
        </p:blipFill>
        <p:spPr>
          <a:xfrm>
            <a:off x="4788979" y="0"/>
            <a:ext cx="7403022" cy="6858000"/>
          </a:xfrm>
          <a:prstGeom prst="rect">
            <a:avLst/>
          </a:prstGeom>
        </p:spPr>
      </p:pic>
      <p:sp>
        <p:nvSpPr>
          <p:cNvPr id="10" name="Rectangle 9">
            <a:extLst>
              <a:ext uri="{FF2B5EF4-FFF2-40B4-BE49-F238E27FC236}">
                <a16:creationId xmlns:a16="http://schemas.microsoft.com/office/drawing/2014/main" id="{131684A9-2CD3-D91A-E740-C49B9A02F278}"/>
              </a:ext>
            </a:extLst>
          </p:cNvPr>
          <p:cNvSpPr/>
          <p:nvPr userDrawn="1"/>
        </p:nvSpPr>
        <p:spPr>
          <a:xfrm>
            <a:off x="0" y="0"/>
            <a:ext cx="12192000" cy="6858000"/>
          </a:xfrm>
          <a:prstGeom prst="rect">
            <a:avLst/>
          </a:prstGeom>
          <a:solidFill>
            <a:schemeClr val="bg1">
              <a:alpha val="4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ctrTitle"/>
          </p:nvPr>
        </p:nvSpPr>
        <p:spPr>
          <a:xfrm>
            <a:off x="381000" y="2694362"/>
            <a:ext cx="5887453" cy="1828800"/>
          </a:xfrm>
        </p:spPr>
        <p:txBody>
          <a:bodyPr anchor="b">
            <a:normAutofit/>
          </a:bodyPr>
          <a:lstStyle>
            <a:lvl1pPr marL="6350" indent="0" algn="l">
              <a:tabLst/>
              <a:defRPr sz="4000"/>
            </a:lvl1pPr>
          </a:lstStyle>
          <a:p>
            <a:r>
              <a:rPr lang="en-US"/>
              <a:t>Click to edit Master title style</a:t>
            </a:r>
          </a:p>
        </p:txBody>
      </p:sp>
      <p:sp>
        <p:nvSpPr>
          <p:cNvPr id="3" name="Subtitle 2"/>
          <p:cNvSpPr>
            <a:spLocks noGrp="1"/>
          </p:cNvSpPr>
          <p:nvPr>
            <p:ph type="subTitle" idx="1"/>
          </p:nvPr>
        </p:nvSpPr>
        <p:spPr>
          <a:xfrm>
            <a:off x="381000" y="4651454"/>
            <a:ext cx="9144000" cy="1143000"/>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 Placeholder 10">
            <a:extLst>
              <a:ext uri="{FF2B5EF4-FFF2-40B4-BE49-F238E27FC236}">
                <a16:creationId xmlns:a16="http://schemas.microsoft.com/office/drawing/2014/main" id="{F40A598B-029B-8757-1A8B-9960D1CFC114}"/>
              </a:ext>
            </a:extLst>
          </p:cNvPr>
          <p:cNvSpPr>
            <a:spLocks noGrp="1"/>
          </p:cNvSpPr>
          <p:nvPr>
            <p:ph type="body" sz="quarter" idx="10"/>
          </p:nvPr>
        </p:nvSpPr>
        <p:spPr>
          <a:xfrm>
            <a:off x="381000" y="5922746"/>
            <a:ext cx="5715000" cy="458788"/>
          </a:xfrm>
        </p:spPr>
        <p:txBody>
          <a:bodyPr>
            <a:noAutofit/>
          </a:bodyPr>
          <a:lstStyle>
            <a:lvl1pPr marL="0" indent="0">
              <a:buNone/>
              <a:defRPr sz="800">
                <a:solidFill>
                  <a:srgbClr val="F64F18"/>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5" name="Graphic 4">
            <a:extLst>
              <a:ext uri="{FF2B5EF4-FFF2-40B4-BE49-F238E27FC236}">
                <a16:creationId xmlns:a16="http://schemas.microsoft.com/office/drawing/2014/main" id="{636F04A7-61C4-4311-9002-DCC7789AF38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476466"/>
            <a:ext cx="2123035" cy="666534"/>
          </a:xfrm>
          <a:prstGeom prst="rect">
            <a:avLst/>
          </a:prstGeom>
        </p:spPr>
      </p:pic>
    </p:spTree>
    <p:extLst>
      <p:ext uri="{BB962C8B-B14F-4D97-AF65-F5344CB8AC3E}">
        <p14:creationId xmlns:p14="http://schemas.microsoft.com/office/powerpoint/2010/main" val="2385387890"/>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Light">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D0557C8-347B-F720-614C-A494B4FD009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58" y="-2"/>
            <a:ext cx="12182742" cy="6858002"/>
          </a:xfrm>
          <a:prstGeom prst="rect">
            <a:avLst/>
          </a:prstGeom>
        </p:spPr>
      </p:pic>
      <p:pic>
        <p:nvPicPr>
          <p:cNvPr id="5" name="Graphic 4">
            <a:extLst>
              <a:ext uri="{FF2B5EF4-FFF2-40B4-BE49-F238E27FC236}">
                <a16:creationId xmlns:a16="http://schemas.microsoft.com/office/drawing/2014/main" id="{75646C33-A1AD-9804-9559-EB9FE98FF10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964" y="476466"/>
            <a:ext cx="2123035" cy="666534"/>
          </a:xfrm>
          <a:prstGeom prst="rect">
            <a:avLst/>
          </a:prstGeom>
        </p:spPr>
      </p:pic>
      <p:sp>
        <p:nvSpPr>
          <p:cNvPr id="9" name="Title 1">
            <a:extLst>
              <a:ext uri="{FF2B5EF4-FFF2-40B4-BE49-F238E27FC236}">
                <a16:creationId xmlns:a16="http://schemas.microsoft.com/office/drawing/2014/main" id="{4FBF73D9-0881-A73E-A8B1-CD8E49046877}"/>
              </a:ext>
            </a:extLst>
          </p:cNvPr>
          <p:cNvSpPr>
            <a:spLocks noGrp="1"/>
          </p:cNvSpPr>
          <p:nvPr>
            <p:ph type="ctrTitle"/>
          </p:nvPr>
        </p:nvSpPr>
        <p:spPr>
          <a:xfrm>
            <a:off x="381000" y="2694362"/>
            <a:ext cx="5887453" cy="1828800"/>
          </a:xfrm>
        </p:spPr>
        <p:txBody>
          <a:bodyPr anchor="b">
            <a:normAutofit/>
          </a:bodyPr>
          <a:lstStyle>
            <a:lvl1pPr marL="6350" indent="0" algn="l">
              <a:tabLst/>
              <a:defRPr sz="4000">
                <a:solidFill>
                  <a:schemeClr val="bg1"/>
                </a:solidFill>
              </a:defRPr>
            </a:lvl1pPr>
          </a:lstStyle>
          <a:p>
            <a:r>
              <a:rPr lang="en-US"/>
              <a:t>Click to edit Master title style</a:t>
            </a:r>
          </a:p>
        </p:txBody>
      </p:sp>
      <p:sp>
        <p:nvSpPr>
          <p:cNvPr id="12" name="Subtitle 2">
            <a:extLst>
              <a:ext uri="{FF2B5EF4-FFF2-40B4-BE49-F238E27FC236}">
                <a16:creationId xmlns:a16="http://schemas.microsoft.com/office/drawing/2014/main" id="{721F1B40-8720-C869-4A82-E00187BC603B}"/>
              </a:ext>
            </a:extLst>
          </p:cNvPr>
          <p:cNvSpPr>
            <a:spLocks noGrp="1"/>
          </p:cNvSpPr>
          <p:nvPr>
            <p:ph type="subTitle" idx="1"/>
          </p:nvPr>
        </p:nvSpPr>
        <p:spPr>
          <a:xfrm>
            <a:off x="381000" y="4651454"/>
            <a:ext cx="9144000" cy="1143000"/>
          </a:xfrm>
        </p:spPr>
        <p:txBody>
          <a:bodyPr>
            <a:normAutofit/>
          </a:bodyPr>
          <a:lstStyle>
            <a:lvl1pPr marL="285750" indent="-285750" algn="l">
              <a:buFontTx/>
              <a:buBlip>
                <a:blip r:embed="rId4"/>
              </a:buBlip>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Text Placeholder 10">
            <a:extLst>
              <a:ext uri="{FF2B5EF4-FFF2-40B4-BE49-F238E27FC236}">
                <a16:creationId xmlns:a16="http://schemas.microsoft.com/office/drawing/2014/main" id="{38D2D752-871B-972C-6799-1EDBA09B4A33}"/>
              </a:ext>
            </a:extLst>
          </p:cNvPr>
          <p:cNvSpPr>
            <a:spLocks noGrp="1"/>
          </p:cNvSpPr>
          <p:nvPr>
            <p:ph type="body" sz="quarter" idx="10"/>
          </p:nvPr>
        </p:nvSpPr>
        <p:spPr>
          <a:xfrm>
            <a:off x="381000" y="5922746"/>
            <a:ext cx="5715000" cy="458788"/>
          </a:xfrm>
        </p:spPr>
        <p:txBody>
          <a:bodyPr>
            <a:noAutofit/>
          </a:bodyPr>
          <a:lstStyle>
            <a:lvl1pPr marL="0" indent="0">
              <a:buNone/>
              <a:defRPr sz="800">
                <a:solidFill>
                  <a:srgbClr val="F64F18"/>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3" name="Picture 2" descr="A black background with orange circles&#10;&#10;AI-generated content may be incorrect.">
            <a:extLst>
              <a:ext uri="{FF2B5EF4-FFF2-40B4-BE49-F238E27FC236}">
                <a16:creationId xmlns:a16="http://schemas.microsoft.com/office/drawing/2014/main" id="{9F8B6379-2FCC-6CD1-3B82-2EF9342DDA39}"/>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t="12782" r="28600" b="21101"/>
          <a:stretch/>
        </p:blipFill>
        <p:spPr>
          <a:xfrm>
            <a:off x="4788979" y="0"/>
            <a:ext cx="7403022" cy="6858000"/>
          </a:xfrm>
          <a:prstGeom prst="rect">
            <a:avLst/>
          </a:prstGeom>
        </p:spPr>
      </p:pic>
    </p:spTree>
    <p:extLst>
      <p:ext uri="{BB962C8B-B14F-4D97-AF65-F5344CB8AC3E}">
        <p14:creationId xmlns:p14="http://schemas.microsoft.com/office/powerpoint/2010/main" val="2413618761"/>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Slide - Ligh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5" name="TextBox 4">
            <a:extLst>
              <a:ext uri="{FF2B5EF4-FFF2-40B4-BE49-F238E27FC236}">
                <a16:creationId xmlns:a16="http://schemas.microsoft.com/office/drawing/2014/main" id="{984A029E-8486-4A47-954F-0DEEEF3042F2}"/>
              </a:ext>
            </a:extLst>
          </p:cNvPr>
          <p:cNvSpPr txBox="1"/>
          <p:nvPr userDrawn="1"/>
        </p:nvSpPr>
        <p:spPr>
          <a:xfrm>
            <a:off x="381000" y="342899"/>
            <a:ext cx="10972800" cy="553998"/>
          </a:xfrm>
          <a:prstGeom prst="rect">
            <a:avLst/>
          </a:prstGeom>
          <a:noFill/>
        </p:spPr>
        <p:txBody>
          <a:bodyPr wrap="square" rtlCol="0">
            <a:spAutoFit/>
          </a:bodyPr>
          <a:lstStyle/>
          <a:p>
            <a:r>
              <a:rPr lang="en-US" sz="3000" b="0" i="0">
                <a:latin typeface="Montserrat Light" pitchFamily="2" charset="77"/>
              </a:rPr>
              <a:t>Agenda</a:t>
            </a:r>
          </a:p>
        </p:txBody>
      </p:sp>
      <p:sp>
        <p:nvSpPr>
          <p:cNvPr id="12" name="Date Placeholder 3">
            <a:extLst>
              <a:ext uri="{FF2B5EF4-FFF2-40B4-BE49-F238E27FC236}">
                <a16:creationId xmlns:a16="http://schemas.microsoft.com/office/drawing/2014/main" id="{356B5CE4-CB9C-2813-E3D0-9CEDCA63520A}"/>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p>
        </p:txBody>
      </p:sp>
      <p:cxnSp>
        <p:nvCxnSpPr>
          <p:cNvPr id="2" name="Straight Connector 1">
            <a:extLst>
              <a:ext uri="{FF2B5EF4-FFF2-40B4-BE49-F238E27FC236}">
                <a16:creationId xmlns:a16="http://schemas.microsoft.com/office/drawing/2014/main" id="{BD4F983D-00ED-00FB-938F-E45332334916}"/>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
        <p:nvSpPr>
          <p:cNvPr id="4" name="Content Placeholder 2">
            <a:extLst>
              <a:ext uri="{FF2B5EF4-FFF2-40B4-BE49-F238E27FC236}">
                <a16:creationId xmlns:a16="http://schemas.microsoft.com/office/drawing/2014/main" id="{F8973339-A9D8-D019-2F11-E2B25F1F13CE}"/>
              </a:ext>
            </a:extLst>
          </p:cNvPr>
          <p:cNvSpPr>
            <a:spLocks noGrp="1"/>
          </p:cNvSpPr>
          <p:nvPr>
            <p:ph idx="13"/>
          </p:nvPr>
        </p:nvSpPr>
        <p:spPr>
          <a:xfrm>
            <a:off x="405384" y="1131124"/>
            <a:ext cx="5462015" cy="457200"/>
          </a:xfrm>
        </p:spPr>
        <p:txBody>
          <a:bodyPr anchor="ctr"/>
          <a:lstStyle>
            <a:lvl1pPr marL="0" indent="0" algn="l">
              <a:buNone/>
              <a:defRPr>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4281907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Slide - Dark">
    <p:bg>
      <p:bgPr>
        <a:solidFill>
          <a:schemeClr val="tx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bg1"/>
                </a:solidFill>
              </a:defRPr>
            </a:lvl1pPr>
          </a:lstStyle>
          <a:p>
            <a:fld id="{330EA680-D336-4FF7-8B7A-9848BB0A1C32}" type="slidenum">
              <a:rPr lang="en-US" smtClean="0"/>
              <a:pPr/>
              <a:t>‹#›</a:t>
            </a:fld>
            <a:endParaRPr lang="en-US"/>
          </a:p>
        </p:txBody>
      </p:sp>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28966" y="342900"/>
            <a:ext cx="220134" cy="228600"/>
          </a:xfrm>
          <a:prstGeom prst="rect">
            <a:avLst/>
          </a:prstGeom>
        </p:spPr>
      </p:pic>
      <p:sp>
        <p:nvSpPr>
          <p:cNvPr id="5" name="TextBox 4">
            <a:extLst>
              <a:ext uri="{FF2B5EF4-FFF2-40B4-BE49-F238E27FC236}">
                <a16:creationId xmlns:a16="http://schemas.microsoft.com/office/drawing/2014/main" id="{984A029E-8486-4A47-954F-0DEEEF3042F2}"/>
              </a:ext>
            </a:extLst>
          </p:cNvPr>
          <p:cNvSpPr txBox="1"/>
          <p:nvPr userDrawn="1"/>
        </p:nvSpPr>
        <p:spPr>
          <a:xfrm>
            <a:off x="381000" y="342899"/>
            <a:ext cx="10972800" cy="553998"/>
          </a:xfrm>
          <a:prstGeom prst="rect">
            <a:avLst/>
          </a:prstGeom>
          <a:noFill/>
        </p:spPr>
        <p:txBody>
          <a:bodyPr wrap="square" rtlCol="0" anchor="t">
            <a:spAutoFit/>
          </a:bodyPr>
          <a:lstStyle/>
          <a:p>
            <a:r>
              <a:rPr lang="en-US" sz="3000" b="0" i="0">
                <a:solidFill>
                  <a:schemeClr val="bg1"/>
                </a:solidFill>
                <a:latin typeface="Montserrat Light" pitchFamily="2" charset="77"/>
              </a:rPr>
              <a:t>Agenda</a:t>
            </a:r>
          </a:p>
        </p:txBody>
      </p:sp>
      <p:sp>
        <p:nvSpPr>
          <p:cNvPr id="12" name="Date Placeholder 3">
            <a:extLst>
              <a:ext uri="{FF2B5EF4-FFF2-40B4-BE49-F238E27FC236}">
                <a16:creationId xmlns:a16="http://schemas.microsoft.com/office/drawing/2014/main" id="{356B5CE4-CB9C-2813-E3D0-9CEDCA63520A}"/>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bg1"/>
                </a:solidFill>
                <a:latin typeface="Montserrat Light" pitchFamily="2" charset="77"/>
              </a:defRPr>
            </a:lvl1pPr>
          </a:lstStyle>
          <a:p>
            <a:r>
              <a:rPr lang="en-US"/>
              <a:t>© SYREN CLOUD INC – 2026 – ALL RIGHTS RESERVED</a:t>
            </a:r>
          </a:p>
        </p:txBody>
      </p:sp>
      <p:pic>
        <p:nvPicPr>
          <p:cNvPr id="4" name="Graphic 3">
            <a:extLst>
              <a:ext uri="{FF2B5EF4-FFF2-40B4-BE49-F238E27FC236}">
                <a16:creationId xmlns:a16="http://schemas.microsoft.com/office/drawing/2014/main" id="{00DC2F79-0561-CA4A-0111-3C8F3F9A1A6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cxnSp>
        <p:nvCxnSpPr>
          <p:cNvPr id="9" name="Straight Connector 8">
            <a:extLst>
              <a:ext uri="{FF2B5EF4-FFF2-40B4-BE49-F238E27FC236}">
                <a16:creationId xmlns:a16="http://schemas.microsoft.com/office/drawing/2014/main" id="{3DF648CB-B53A-97FE-8A66-928C7AC2BFE6}"/>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
        <p:nvSpPr>
          <p:cNvPr id="2" name="Content Placeholder 2">
            <a:extLst>
              <a:ext uri="{FF2B5EF4-FFF2-40B4-BE49-F238E27FC236}">
                <a16:creationId xmlns:a16="http://schemas.microsoft.com/office/drawing/2014/main" id="{367BF5CD-B00A-CD4C-B258-889CE9E83427}"/>
              </a:ext>
            </a:extLst>
          </p:cNvPr>
          <p:cNvSpPr>
            <a:spLocks noGrp="1"/>
          </p:cNvSpPr>
          <p:nvPr>
            <p:ph idx="14"/>
          </p:nvPr>
        </p:nvSpPr>
        <p:spPr>
          <a:xfrm>
            <a:off x="405384" y="1131124"/>
            <a:ext cx="5462015" cy="457200"/>
          </a:xfrm>
        </p:spPr>
        <p:txBody>
          <a:bodyPr anchor="ctr"/>
          <a:lstStyle>
            <a:lvl1pPr marL="0" indent="0" algn="l">
              <a:buNone/>
              <a:defRPr>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2909256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Break - Dar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3441743"/>
            <a:ext cx="10515600" cy="2852737"/>
          </a:xfrm>
        </p:spPr>
        <p:txBody>
          <a:bodyPr anchor="b">
            <a:normAutofit/>
          </a:bodyPr>
          <a:lstStyle>
            <a:lvl1pPr>
              <a:defRPr sz="4000">
                <a:solidFill>
                  <a:schemeClr val="bg1"/>
                </a:solidFill>
              </a:defRPr>
            </a:lvl1pPr>
          </a:lstStyle>
          <a:p>
            <a:r>
              <a:rPr lang="en-US"/>
              <a:t>Click to edit Master title style</a:t>
            </a:r>
          </a:p>
        </p:txBody>
      </p:sp>
      <p:sp>
        <p:nvSpPr>
          <p:cNvPr id="4" name="Date Placeholder 3"/>
          <p:cNvSpPr>
            <a:spLocks noGrp="1"/>
          </p:cNvSpPr>
          <p:nvPr>
            <p:ph type="dt" sz="half" idx="10"/>
          </p:nvPr>
        </p:nvSpPr>
        <p:spPr/>
        <p:txBody>
          <a:bodyPr/>
          <a:lstStyle>
            <a:lvl1pPr>
              <a:defRPr>
                <a:solidFill>
                  <a:schemeClr val="bg1"/>
                </a:solidFill>
              </a:defRPr>
            </a:lvl1pPr>
          </a:lstStyle>
          <a:p>
            <a:r>
              <a:rPr lang="en-US"/>
              <a:t>© SYREN CLOUD INC – 2026 – ALL RIGHTS RESERVED</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330EA680-D336-4FF7-8B7A-9848BB0A1C32}" type="slidenum">
              <a:rPr lang="en-US" smtClean="0"/>
              <a:pPr/>
              <a:t>‹#›</a:t>
            </a:fld>
            <a:endParaRPr lang="en-US"/>
          </a:p>
        </p:txBody>
      </p:sp>
      <p:pic>
        <p:nvPicPr>
          <p:cNvPr id="7" name="Graphic 6">
            <a:extLst>
              <a:ext uri="{FF2B5EF4-FFF2-40B4-BE49-F238E27FC236}">
                <a16:creationId xmlns:a16="http://schemas.microsoft.com/office/drawing/2014/main" id="{010E394F-AE28-1CC6-C7FC-5C379921078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8582" y="6548674"/>
            <a:ext cx="457200" cy="143540"/>
          </a:xfrm>
          <a:prstGeom prst="rect">
            <a:avLst/>
          </a:prstGeom>
        </p:spPr>
      </p:pic>
      <p:pic>
        <p:nvPicPr>
          <p:cNvPr id="9" name="Picture 8" descr="A black background with orange circles&#10;&#10;AI-generated content may be incorrect.">
            <a:extLst>
              <a:ext uri="{FF2B5EF4-FFF2-40B4-BE49-F238E27FC236}">
                <a16:creationId xmlns:a16="http://schemas.microsoft.com/office/drawing/2014/main" id="{DB3A95AF-E38C-4D22-D25E-DE95CBD87D3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501899" y="-899665"/>
            <a:ext cx="7588845" cy="7591879"/>
          </a:xfrm>
          <a:prstGeom prst="rect">
            <a:avLst/>
          </a:prstGeom>
        </p:spPr>
      </p:pic>
    </p:spTree>
    <p:extLst>
      <p:ext uri="{BB962C8B-B14F-4D97-AF65-F5344CB8AC3E}">
        <p14:creationId xmlns:p14="http://schemas.microsoft.com/office/powerpoint/2010/main" val="2591524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Break - Gradi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2002631"/>
            <a:ext cx="4733544" cy="2852737"/>
          </a:xfrm>
        </p:spPr>
        <p:txBody>
          <a:bodyPr anchor="ctr">
            <a:normAutofit/>
          </a:bodyPr>
          <a:lstStyle>
            <a:lvl1pPr>
              <a:defRPr sz="4000">
                <a:solidFill>
                  <a:schemeClr val="bg1"/>
                </a:solidFill>
              </a:defRPr>
            </a:lvl1pPr>
          </a:lstStyle>
          <a:p>
            <a:r>
              <a:rPr lang="en-US"/>
              <a:t>Click to edit Master title style</a:t>
            </a:r>
          </a:p>
        </p:txBody>
      </p:sp>
      <p:sp>
        <p:nvSpPr>
          <p:cNvPr id="4" name="Date Placeholder 3"/>
          <p:cNvSpPr>
            <a:spLocks noGrp="1"/>
          </p:cNvSpPr>
          <p:nvPr>
            <p:ph type="dt" sz="half" idx="10"/>
          </p:nvPr>
        </p:nvSpPr>
        <p:spPr/>
        <p:txBody>
          <a:bodyPr/>
          <a:lstStyle>
            <a:lvl1pPr>
              <a:defRPr sz="600">
                <a:solidFill>
                  <a:schemeClr val="bg1"/>
                </a:solidFill>
              </a:defRPr>
            </a:lvl1pPr>
          </a:lstStyle>
          <a:p>
            <a:r>
              <a:rPr lang="en-US"/>
              <a:t>© SYREN CLOUD INC – 2026 – ALL RIGHTS RESERVED</a:t>
            </a:r>
            <a:endParaRPr lang="en-US" sz="60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330EA680-D336-4FF7-8B7A-9848BB0A1C32}" type="slidenum">
              <a:rPr lang="en-US" smtClean="0"/>
              <a:pPr/>
              <a:t>‹#›</a:t>
            </a:fld>
            <a:endParaRPr lang="en-US"/>
          </a:p>
        </p:txBody>
      </p:sp>
      <p:pic>
        <p:nvPicPr>
          <p:cNvPr id="7" name="Graphic 6">
            <a:extLst>
              <a:ext uri="{FF2B5EF4-FFF2-40B4-BE49-F238E27FC236}">
                <a16:creationId xmlns:a16="http://schemas.microsoft.com/office/drawing/2014/main" id="{010E394F-AE28-1CC6-C7FC-5C379921078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8582" y="6548674"/>
            <a:ext cx="457200" cy="143540"/>
          </a:xfrm>
          <a:prstGeom prst="rect">
            <a:avLst/>
          </a:prstGeom>
        </p:spPr>
      </p:pic>
    </p:spTree>
    <p:extLst>
      <p:ext uri="{BB962C8B-B14F-4D97-AF65-F5344CB8AC3E}">
        <p14:creationId xmlns:p14="http://schemas.microsoft.com/office/powerpoint/2010/main" val="2540149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 Light - Blank">
    <p:spTree>
      <p:nvGrpSpPr>
        <p:cNvPr id="1" name=""/>
        <p:cNvGrpSpPr/>
        <p:nvPr/>
      </p:nvGrpSpPr>
      <p:grpSpPr>
        <a:xfrm>
          <a:off x="0" y="0"/>
          <a:ext cx="0" cy="0"/>
          <a:chOff x="0" y="0"/>
          <a:chExt cx="0" cy="0"/>
        </a:xfrm>
      </p:grpSpPr>
      <p:sp>
        <p:nvSpPr>
          <p:cNvPr id="2" name="Title 1"/>
          <p:cNvSpPr>
            <a:spLocks noGrp="1"/>
          </p:cNvSpPr>
          <p:nvPr>
            <p:ph type="title"/>
          </p:nvPr>
        </p:nvSpPr>
        <p:spPr>
          <a:xfrm>
            <a:off x="381000" y="342899"/>
            <a:ext cx="10515600" cy="553993"/>
          </a:xfrm>
        </p:spPr>
        <p:txBody>
          <a:bodyPr>
            <a:noAutofit/>
          </a:bodyPr>
          <a:lstStyle>
            <a:lvl1pPr>
              <a:defRPr sz="3000" b="0" i="0">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 y="1029730"/>
            <a:ext cx="11468100" cy="5485369"/>
          </a:xfrm>
        </p:spPr>
        <p:txBody>
          <a:bodyPr/>
          <a:lstStyle>
            <a:lvl1pPr marL="285750" indent="-285750">
              <a:buFontTx/>
              <a:buBlip>
                <a:blip r:embed="rId2"/>
              </a:buBlip>
              <a:defRPr/>
            </a:lvl1pPr>
            <a:lvl2pPr marL="628650" indent="-171450">
              <a:buFontTx/>
              <a:buBlip>
                <a:blip r:embed="rId2"/>
              </a:buBlip>
              <a:defRPr/>
            </a:lvl2pPr>
            <a:lvl3pPr marL="1085850" indent="-171450">
              <a:buFontTx/>
              <a:buBlip>
                <a:blip r:embed="rId2"/>
              </a:buBlip>
              <a:defRPr/>
            </a:lvl3pPr>
            <a:lvl4pPr marL="1543050" indent="-171450">
              <a:buFontTx/>
              <a:buBlip>
                <a:blip r:embed="rId2"/>
              </a:buBlip>
              <a:defRPr/>
            </a:lvl4pPr>
            <a:lvl5pPr marL="2000250" indent="-171450">
              <a:buFontTx/>
              <a:buBlip>
                <a:blip r:embed="rId2"/>
              </a:buBlip>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endParaRPr lang="en-US" sz="600"/>
          </a:p>
        </p:txBody>
      </p:sp>
      <p:cxnSp>
        <p:nvCxnSpPr>
          <p:cNvPr id="9" name="Straight Connector 8">
            <a:extLst>
              <a:ext uri="{FF2B5EF4-FFF2-40B4-BE49-F238E27FC236}">
                <a16:creationId xmlns:a16="http://schemas.microsoft.com/office/drawing/2014/main" id="{5CE39CB5-F702-940E-D5A3-9950276C91F2}"/>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9138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 Light - 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2FF1338-D93E-89AA-E58B-1EAEA4AEDC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58" y="-2"/>
            <a:ext cx="12182742" cy="6858002"/>
          </a:xfrm>
          <a:prstGeom prst="rect">
            <a:avLst/>
          </a:prstGeom>
        </p:spPr>
      </p:pic>
      <p:sp>
        <p:nvSpPr>
          <p:cNvPr id="2" name="Title 1"/>
          <p:cNvSpPr>
            <a:spLocks noGrp="1"/>
          </p:cNvSpPr>
          <p:nvPr>
            <p:ph type="title"/>
          </p:nvPr>
        </p:nvSpPr>
        <p:spPr>
          <a:xfrm>
            <a:off x="381000" y="342899"/>
            <a:ext cx="10515600" cy="553993"/>
          </a:xfrm>
        </p:spPr>
        <p:txBody>
          <a:bodyPr>
            <a:noAutofit/>
          </a:bodyPr>
          <a:lstStyle>
            <a:lvl1pPr>
              <a:defRPr sz="3000" b="0" i="0">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 y="1029730"/>
            <a:ext cx="11468100" cy="5485369"/>
          </a:xfrm>
        </p:spPr>
        <p:txBody>
          <a:bodyPr/>
          <a:lstStyle>
            <a:lvl1pPr marL="285750" indent="-285750">
              <a:buFontTx/>
              <a:buBlip>
                <a:blip r:embed="rId3"/>
              </a:buBlip>
              <a:defRPr/>
            </a:lvl1pPr>
            <a:lvl2pPr marL="628650" indent="-171450">
              <a:buFontTx/>
              <a:buBlip>
                <a:blip r:embed="rId3"/>
              </a:buBlip>
              <a:defRPr/>
            </a:lvl2pPr>
            <a:lvl3pPr marL="1085850" indent="-171450">
              <a:buFontTx/>
              <a:buBlip>
                <a:blip r:embed="rId3"/>
              </a:buBlip>
              <a:defRPr/>
            </a:lvl3pPr>
            <a:lvl4pPr marL="1543050" indent="-171450">
              <a:buFontTx/>
              <a:buBlip>
                <a:blip r:embed="rId3"/>
              </a:buBlip>
              <a:defRPr/>
            </a:lvl4pPr>
            <a:lvl5pPr marL="2000250" indent="-171450">
              <a:buFontTx/>
              <a:buBlip>
                <a:blip r:embed="rId3"/>
              </a:buBlip>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endParaRPr lang="en-US" sz="600"/>
          </a:p>
        </p:txBody>
      </p:sp>
      <p:cxnSp>
        <p:nvCxnSpPr>
          <p:cNvPr id="9" name="Straight Connector 8">
            <a:extLst>
              <a:ext uri="{FF2B5EF4-FFF2-40B4-BE49-F238E27FC236}">
                <a16:creationId xmlns:a16="http://schemas.microsoft.com/office/drawing/2014/main" id="{5CE39CB5-F702-940E-D5A3-9950276C91F2}"/>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91384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 Light - Blank">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345D0AA-4993-E0B4-38A4-7EF2AAC68E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58" y="-2"/>
            <a:ext cx="12182742" cy="6858002"/>
          </a:xfrm>
          <a:prstGeom prst="rect">
            <a:avLst/>
          </a:prstGeom>
        </p:spPr>
      </p:pic>
      <p:sp>
        <p:nvSpPr>
          <p:cNvPr id="2" name="Title 1"/>
          <p:cNvSpPr>
            <a:spLocks noGrp="1"/>
          </p:cNvSpPr>
          <p:nvPr>
            <p:ph type="title"/>
          </p:nvPr>
        </p:nvSpPr>
        <p:spPr>
          <a:xfrm>
            <a:off x="381000" y="342899"/>
            <a:ext cx="10515600" cy="553993"/>
          </a:xfrm>
        </p:spPr>
        <p:txBody>
          <a:bodyPr>
            <a:noAutofit/>
          </a:bodyPr>
          <a:lstStyle>
            <a:lvl1pPr>
              <a:defRPr sz="3000" b="0" i="0">
                <a:latin typeface="Montserrat Light" pitchFamily="2" charset="77"/>
              </a:defRPr>
            </a:lvl1pPr>
          </a:lstStyle>
          <a:p>
            <a:r>
              <a:rPr lang="en-US"/>
              <a:t>Click to edit Master title style</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endParaRPr lang="en-US" sz="600"/>
          </a:p>
        </p:txBody>
      </p:sp>
      <p:cxnSp>
        <p:nvCxnSpPr>
          <p:cNvPr id="9" name="Straight Connector 8">
            <a:extLst>
              <a:ext uri="{FF2B5EF4-FFF2-40B4-BE49-F238E27FC236}">
                <a16:creationId xmlns:a16="http://schemas.microsoft.com/office/drawing/2014/main" id="{5CE39CB5-F702-940E-D5A3-9950276C91F2}"/>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91384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Section Break - Dark">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26D698-EC5E-4379-18DF-F39BA01669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58" y="-2"/>
            <a:ext cx="12182742" cy="6858002"/>
          </a:xfrm>
          <a:prstGeom prst="rect">
            <a:avLst/>
          </a:prstGeom>
        </p:spPr>
      </p:pic>
      <p:sp>
        <p:nvSpPr>
          <p:cNvPr id="2" name="Title 1"/>
          <p:cNvSpPr>
            <a:spLocks noGrp="1"/>
          </p:cNvSpPr>
          <p:nvPr>
            <p:ph type="title"/>
          </p:nvPr>
        </p:nvSpPr>
        <p:spPr>
          <a:xfrm>
            <a:off x="381000" y="3441743"/>
            <a:ext cx="10515600" cy="2852737"/>
          </a:xfrm>
        </p:spPr>
        <p:txBody>
          <a:bodyPr anchor="b">
            <a:normAutofit/>
          </a:bodyPr>
          <a:lstStyle>
            <a:lvl1pPr>
              <a:defRPr sz="4000">
                <a:solidFill>
                  <a:schemeClr val="tx1"/>
                </a:solidFill>
              </a:defRPr>
            </a:lvl1pPr>
          </a:lstStyle>
          <a:p>
            <a:r>
              <a:rPr lang="en-US"/>
              <a:t>Click to edit Master title style</a:t>
            </a:r>
          </a:p>
        </p:txBody>
      </p:sp>
      <p:pic>
        <p:nvPicPr>
          <p:cNvPr id="9" name="Picture 8" descr="A black background with orange circles&#10;&#10;AI-generated content may be incorrect.">
            <a:extLst>
              <a:ext uri="{FF2B5EF4-FFF2-40B4-BE49-F238E27FC236}">
                <a16:creationId xmlns:a16="http://schemas.microsoft.com/office/drawing/2014/main" id="{DB3A95AF-E38C-4D22-D25E-DE95CBD87D3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501899" y="-899665"/>
            <a:ext cx="7588845" cy="7591879"/>
          </a:xfrm>
          <a:prstGeom prst="rect">
            <a:avLst/>
          </a:prstGeom>
        </p:spPr>
      </p:pic>
      <p:pic>
        <p:nvPicPr>
          <p:cNvPr id="5" name="Graphic 4">
            <a:extLst>
              <a:ext uri="{FF2B5EF4-FFF2-40B4-BE49-F238E27FC236}">
                <a16:creationId xmlns:a16="http://schemas.microsoft.com/office/drawing/2014/main" id="{73F88B3A-86D0-395B-05CB-269D6502A4A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1000" y="6548674"/>
            <a:ext cx="457200" cy="143540"/>
          </a:xfrm>
          <a:prstGeom prst="rect">
            <a:avLst/>
          </a:prstGeom>
        </p:spPr>
      </p:pic>
      <p:sp>
        <p:nvSpPr>
          <p:cNvPr id="7" name="Slide Number Placeholder 5">
            <a:extLst>
              <a:ext uri="{FF2B5EF4-FFF2-40B4-BE49-F238E27FC236}">
                <a16:creationId xmlns:a16="http://schemas.microsoft.com/office/drawing/2014/main" id="{B8A55E3B-4233-7EFA-A025-714EEA6400CC}"/>
              </a:ext>
            </a:extLst>
          </p:cNvPr>
          <p:cNvSpPr>
            <a:spLocks noGrp="1"/>
          </p:cNvSpPr>
          <p:nvPr>
            <p:ph type="sldNum" sz="quarter" idx="12"/>
          </p:nvPr>
        </p:nvSpPr>
        <p:spPr>
          <a:xfrm>
            <a:off x="9105900" y="6540407"/>
            <a:ext cx="2743200" cy="206375"/>
          </a:xfrm>
        </p:spPr>
        <p:txBody>
          <a:bodyPr/>
          <a:lstStyle/>
          <a:p>
            <a:fld id="{330EA680-D336-4FF7-8B7A-9848BB0A1C32}" type="slidenum">
              <a:rPr lang="en-US" smtClean="0"/>
              <a:t>‹#›</a:t>
            </a:fld>
            <a:endParaRPr lang="en-US"/>
          </a:p>
        </p:txBody>
      </p:sp>
      <p:sp>
        <p:nvSpPr>
          <p:cNvPr id="8" name="Date Placeholder 3">
            <a:extLst>
              <a:ext uri="{FF2B5EF4-FFF2-40B4-BE49-F238E27FC236}">
                <a16:creationId xmlns:a16="http://schemas.microsoft.com/office/drawing/2014/main" id="{898BB8B3-5E7B-6A69-15C7-732149F83E50}"/>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endParaRPr lang="en-US" sz="600"/>
          </a:p>
        </p:txBody>
      </p:sp>
    </p:spTree>
    <p:extLst>
      <p:ext uri="{BB962C8B-B14F-4D97-AF65-F5344CB8AC3E}">
        <p14:creationId xmlns:p14="http://schemas.microsoft.com/office/powerpoint/2010/main" val="976034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 Light - Blank">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345D0AA-4993-E0B4-38A4-7EF2AAC68E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
            <a:ext cx="12192000" cy="6858002"/>
          </a:xfrm>
          <a:prstGeom prst="rect">
            <a:avLst/>
          </a:prstGeom>
        </p:spPr>
      </p:pic>
      <p:sp>
        <p:nvSpPr>
          <p:cNvPr id="2" name="Title 1"/>
          <p:cNvSpPr>
            <a:spLocks noGrp="1"/>
          </p:cNvSpPr>
          <p:nvPr>
            <p:ph type="title"/>
          </p:nvPr>
        </p:nvSpPr>
        <p:spPr>
          <a:xfrm>
            <a:off x="381000" y="342899"/>
            <a:ext cx="11468100" cy="1431472"/>
          </a:xfrm>
        </p:spPr>
        <p:txBody>
          <a:bodyPr>
            <a:noAutofit/>
          </a:bodyPr>
          <a:lstStyle>
            <a:lvl1pPr>
              <a:defRPr sz="3000" b="0" i="0">
                <a:latin typeface="Montserrat Light" pitchFamily="2" charset="77"/>
              </a:defRPr>
            </a:lvl1pPr>
          </a:lstStyle>
          <a:p>
            <a:r>
              <a:rPr lang="en-US"/>
              <a:t>Click to edit Master title style</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endParaRPr lang="en-US" sz="600"/>
          </a:p>
        </p:txBody>
      </p:sp>
      <p:cxnSp>
        <p:nvCxnSpPr>
          <p:cNvPr id="9" name="Straight Connector 8">
            <a:extLst>
              <a:ext uri="{FF2B5EF4-FFF2-40B4-BE49-F238E27FC236}">
                <a16:creationId xmlns:a16="http://schemas.microsoft.com/office/drawing/2014/main" id="{5CE39CB5-F702-940E-D5A3-9950276C91F2}"/>
              </a:ext>
            </a:extLst>
          </p:cNvPr>
          <p:cNvCxnSpPr>
            <a:cxnSpLocks/>
          </p:cNvCxnSpPr>
          <p:nvPr userDrawn="1"/>
        </p:nvCxnSpPr>
        <p:spPr>
          <a:xfrm>
            <a:off x="502666" y="1774371"/>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592916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and Content - Light - Blank">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345D0AA-4993-E0B4-38A4-7EF2AAC68E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
            <a:ext cx="12192000" cy="6858002"/>
          </a:xfrm>
          <a:prstGeom prst="rect">
            <a:avLst/>
          </a:prstGeom>
        </p:spPr>
      </p:pic>
      <p:sp>
        <p:nvSpPr>
          <p:cNvPr id="2" name="Title 1"/>
          <p:cNvSpPr>
            <a:spLocks noGrp="1"/>
          </p:cNvSpPr>
          <p:nvPr>
            <p:ph type="title" hasCustomPrompt="1"/>
          </p:nvPr>
        </p:nvSpPr>
        <p:spPr>
          <a:xfrm>
            <a:off x="381000" y="342899"/>
            <a:ext cx="11468100" cy="939249"/>
          </a:xfrm>
        </p:spPr>
        <p:txBody>
          <a:bodyPr>
            <a:noAutofit/>
          </a:bodyPr>
          <a:lstStyle>
            <a:lvl1pPr>
              <a:defRPr sz="3000" b="0" i="0">
                <a:latin typeface="Montserrat Light" pitchFamily="2" charset="77"/>
              </a:defRPr>
            </a:lvl1pPr>
          </a:lstStyle>
          <a:p>
            <a:r>
              <a:rPr lang="en-US"/>
              <a:t>Click to edit Master title style</a:t>
            </a:r>
            <a:br>
              <a:rPr lang="en-US"/>
            </a:br>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endParaRPr lang="en-US" sz="600"/>
          </a:p>
        </p:txBody>
      </p:sp>
      <p:cxnSp>
        <p:nvCxnSpPr>
          <p:cNvPr id="9" name="Straight Connector 8">
            <a:extLst>
              <a:ext uri="{FF2B5EF4-FFF2-40B4-BE49-F238E27FC236}">
                <a16:creationId xmlns:a16="http://schemas.microsoft.com/office/drawing/2014/main" id="{5CE39CB5-F702-940E-D5A3-9950276C91F2}"/>
              </a:ext>
            </a:extLst>
          </p:cNvPr>
          <p:cNvCxnSpPr>
            <a:cxnSpLocks/>
          </p:cNvCxnSpPr>
          <p:nvPr userDrawn="1"/>
        </p:nvCxnSpPr>
        <p:spPr>
          <a:xfrm>
            <a:off x="502666" y="1282148"/>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2430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and Content - Dark - Blank">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29730"/>
            <a:ext cx="11468100" cy="5485369"/>
          </a:xfrm>
        </p:spPr>
        <p:txBody>
          <a:bodyPr/>
          <a:lstStyle>
            <a:lvl1pPr marL="228600" indent="-228600">
              <a:buFontTx/>
              <a:buBlip>
                <a:blip r:embed="rId2"/>
              </a:buBlip>
              <a:defRPr>
                <a:solidFill>
                  <a:schemeClr val="bg1"/>
                </a:solidFill>
              </a:defRPr>
            </a:lvl1pPr>
            <a:lvl2pPr marL="685800" indent="-228600">
              <a:buFontTx/>
              <a:buBlip>
                <a:blip r:embed="rId2"/>
              </a:buBlip>
              <a:defRPr>
                <a:solidFill>
                  <a:schemeClr val="bg1"/>
                </a:solidFill>
              </a:defRPr>
            </a:lvl2pPr>
            <a:lvl3pPr marL="1143000" indent="-228600">
              <a:buFontTx/>
              <a:buBlip>
                <a:blip r:embed="rId2"/>
              </a:buBlip>
              <a:defRPr>
                <a:solidFill>
                  <a:schemeClr val="bg1"/>
                </a:solidFill>
              </a:defRPr>
            </a:lvl3pPr>
            <a:lvl4pPr marL="1600200" indent="-228600">
              <a:buFontTx/>
              <a:buBlip>
                <a:blip r:embed="rId2"/>
              </a:buBlip>
              <a:defRPr>
                <a:solidFill>
                  <a:schemeClr val="bg1"/>
                </a:solidFill>
              </a:defRPr>
            </a:lvl4pPr>
            <a:lvl5pPr marL="2057400" indent="-228600">
              <a:buFontTx/>
              <a:buBlip>
                <a:blip r:embed="rId2"/>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330EA680-D336-4FF7-8B7A-9848BB0A1C32}" type="slidenum">
              <a:rPr lang="en-US" smtClean="0"/>
              <a:pPr/>
              <a:t>‹#›</a:t>
            </a:fld>
            <a:endParaRPr lang="en-US"/>
          </a:p>
        </p:txBody>
      </p:sp>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bg1"/>
                </a:solidFill>
                <a:latin typeface="Montserrat Light" pitchFamily="2" charset="77"/>
              </a:defRPr>
            </a:lvl1pPr>
          </a:lstStyle>
          <a:p>
            <a:r>
              <a:rPr lang="en-US"/>
              <a:t>© SYREN CLOUD INC – 2026 – ALL RIGHTS RESERVED</a:t>
            </a:r>
            <a:endParaRPr lang="en-US" sz="600"/>
          </a:p>
        </p:txBody>
      </p:sp>
      <p:pic>
        <p:nvPicPr>
          <p:cNvPr id="5" name="Graphic 4">
            <a:extLst>
              <a:ext uri="{FF2B5EF4-FFF2-40B4-BE49-F238E27FC236}">
                <a16:creationId xmlns:a16="http://schemas.microsoft.com/office/drawing/2014/main" id="{5D1A1B21-B93B-E42A-E51E-7A1F7B5E2DC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8582" y="6548674"/>
            <a:ext cx="457200" cy="143540"/>
          </a:xfrm>
          <a:prstGeom prst="rect">
            <a:avLst/>
          </a:prstGeom>
        </p:spPr>
      </p:pic>
      <p:cxnSp>
        <p:nvCxnSpPr>
          <p:cNvPr id="7" name="Straight Connector 6">
            <a:extLst>
              <a:ext uri="{FF2B5EF4-FFF2-40B4-BE49-F238E27FC236}">
                <a16:creationId xmlns:a16="http://schemas.microsoft.com/office/drawing/2014/main" id="{464AB1EB-15E3-CE1B-411E-C1FEC0D2BD24}"/>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88A7821C-3321-6D10-05B6-451DE1DF7328}"/>
              </a:ext>
            </a:extLst>
          </p:cNvPr>
          <p:cNvSpPr>
            <a:spLocks noGrp="1"/>
          </p:cNvSpPr>
          <p:nvPr>
            <p:ph type="title"/>
          </p:nvPr>
        </p:nvSpPr>
        <p:spPr>
          <a:xfrm>
            <a:off x="381000" y="342899"/>
            <a:ext cx="10515600" cy="553993"/>
          </a:xfrm>
        </p:spPr>
        <p:txBody>
          <a:bodyPr>
            <a:noAutofit/>
          </a:bodyPr>
          <a:lstStyle>
            <a:lvl1pPr>
              <a:defRPr sz="3000" b="0" i="0">
                <a:solidFill>
                  <a:schemeClr val="bg1"/>
                </a:solidFill>
                <a:latin typeface="Montserrat Light" pitchFamily="2" charset="77"/>
              </a:defRPr>
            </a:lvl1pPr>
          </a:lstStyle>
          <a:p>
            <a:r>
              <a:rPr lang="en-US"/>
              <a:t>Click to edit Master title style</a:t>
            </a:r>
          </a:p>
        </p:txBody>
      </p:sp>
    </p:spTree>
    <p:extLst>
      <p:ext uri="{BB962C8B-B14F-4D97-AF65-F5344CB8AC3E}">
        <p14:creationId xmlns:p14="http://schemas.microsoft.com/office/powerpoint/2010/main" val="27660085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w Shapes - Ligh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0E0EC3-40EF-2176-A5EB-67D0FB14127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58" y="-2"/>
            <a:ext cx="12182742" cy="6858002"/>
          </a:xfrm>
          <a:prstGeom prst="rect">
            <a:avLst/>
          </a:prstGeom>
        </p:spPr>
      </p:pic>
      <p:sp>
        <p:nvSpPr>
          <p:cNvPr id="2" name="Title 1"/>
          <p:cNvSpPr>
            <a:spLocks noGrp="1"/>
          </p:cNvSpPr>
          <p:nvPr>
            <p:ph type="title"/>
          </p:nvPr>
        </p:nvSpPr>
        <p:spPr>
          <a:xfrm>
            <a:off x="381000" y="342899"/>
            <a:ext cx="10515600" cy="553993"/>
          </a:xfrm>
        </p:spPr>
        <p:txBody>
          <a:bodyPr>
            <a:noAutofit/>
          </a:bodyPr>
          <a:lstStyle>
            <a:lvl1pPr>
              <a:defRPr sz="3000" b="0" i="0">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 y="1029730"/>
            <a:ext cx="11468100" cy="5485369"/>
          </a:xfrm>
        </p:spPr>
        <p:txBody>
          <a:bodyPr/>
          <a:lstStyle>
            <a:lvl1pPr marL="228600" indent="-228600">
              <a:buFontTx/>
              <a:buBlip>
                <a:blip r:embed="rId3"/>
              </a:buBlip>
              <a:defRPr/>
            </a:lvl1pPr>
            <a:lvl2pPr marL="685800" indent="-228600">
              <a:buFontTx/>
              <a:buBlip>
                <a:blip r:embed="rId3"/>
              </a:buBlip>
              <a:defRPr/>
            </a:lvl2pPr>
            <a:lvl3pPr marL="1143000" indent="-228600">
              <a:buFontTx/>
              <a:buBlip>
                <a:blip r:embed="rId3"/>
              </a:buBlip>
              <a:defRPr/>
            </a:lvl3pPr>
            <a:lvl4pPr marL="1600200" indent="-228600">
              <a:buFontTx/>
              <a:buBlip>
                <a:blip r:embed="rId3"/>
              </a:buBlip>
              <a:defRPr/>
            </a:lvl4pPr>
            <a:lvl5pPr marL="2057400" indent="-228600">
              <a:buFontTx/>
              <a:buBlip>
                <a:blip r:embed="rId3"/>
              </a:buBlip>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endParaRPr lang="en-US" sz="600"/>
          </a:p>
        </p:txBody>
      </p:sp>
      <p:cxnSp>
        <p:nvCxnSpPr>
          <p:cNvPr id="9" name="Straight Connector 8">
            <a:extLst>
              <a:ext uri="{FF2B5EF4-FFF2-40B4-BE49-F238E27FC236}">
                <a16:creationId xmlns:a16="http://schemas.microsoft.com/office/drawing/2014/main" id="{5CE39CB5-F702-940E-D5A3-9950276C91F2}"/>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602370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w Shapes - Ligh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0E0EC3-40EF-2176-A5EB-67D0FB14127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58" y="-2"/>
            <a:ext cx="12182742" cy="6858002"/>
          </a:xfrm>
          <a:prstGeom prst="rect">
            <a:avLst/>
          </a:prstGeom>
        </p:spPr>
      </p:pic>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endParaRPr lang="en-US" sz="600"/>
          </a:p>
        </p:txBody>
      </p:sp>
    </p:spTree>
    <p:extLst>
      <p:ext uri="{BB962C8B-B14F-4D97-AF65-F5344CB8AC3E}">
        <p14:creationId xmlns:p14="http://schemas.microsoft.com/office/powerpoint/2010/main" val="5493320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w Shapes - Dark - 1">
    <p:spTree>
      <p:nvGrpSpPr>
        <p:cNvPr id="1" name=""/>
        <p:cNvGrpSpPr/>
        <p:nvPr/>
      </p:nvGrpSpPr>
      <p:grpSpPr>
        <a:xfrm>
          <a:off x="0" y="0"/>
          <a:ext cx="0" cy="0"/>
          <a:chOff x="0" y="0"/>
          <a:chExt cx="0" cy="0"/>
        </a:xfrm>
      </p:grpSpPr>
      <p:sp>
        <p:nvSpPr>
          <p:cNvPr id="2" name="Title 1"/>
          <p:cNvSpPr>
            <a:spLocks noGrp="1"/>
          </p:cNvSpPr>
          <p:nvPr>
            <p:ph type="title"/>
          </p:nvPr>
        </p:nvSpPr>
        <p:spPr>
          <a:xfrm>
            <a:off x="381000" y="342899"/>
            <a:ext cx="10515600" cy="553993"/>
          </a:xfrm>
        </p:spPr>
        <p:txBody>
          <a:bodyPr>
            <a:noAutofit/>
          </a:bodyPr>
          <a:lstStyle>
            <a:lvl1pPr>
              <a:defRPr sz="3000" b="0" i="0">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 y="1029730"/>
            <a:ext cx="11468100" cy="5485369"/>
          </a:xfrm>
        </p:spPr>
        <p:txBody>
          <a:bodyPr/>
          <a:lstStyle>
            <a:lvl1pPr marL="228600" indent="-228600">
              <a:buFontTx/>
              <a:buBlip>
                <a:blip r:embed="rId2"/>
              </a:buBlip>
              <a:defRPr/>
            </a:lvl1pPr>
            <a:lvl2pPr marL="685800" indent="-228600">
              <a:buFontTx/>
              <a:buBlip>
                <a:blip r:embed="rId2"/>
              </a:buBlip>
              <a:defRPr/>
            </a:lvl2pPr>
            <a:lvl3pPr marL="1143000" indent="-228600">
              <a:buFontTx/>
              <a:buBlip>
                <a:blip r:embed="rId2"/>
              </a:buBlip>
              <a:defRPr/>
            </a:lvl3pPr>
            <a:lvl4pPr marL="1600200" indent="-228600">
              <a:buFontTx/>
              <a:buBlip>
                <a:blip r:embed="rId2"/>
              </a:buBlip>
              <a:defRPr/>
            </a:lvl4pPr>
            <a:lvl5pPr marL="2057400" indent="-228600">
              <a:buFontTx/>
              <a:buBlip>
                <a:blip r:embed="rId2"/>
              </a:buBlip>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endParaRPr lang="en-US" sz="600"/>
          </a:p>
        </p:txBody>
      </p:sp>
      <p:cxnSp>
        <p:nvCxnSpPr>
          <p:cNvPr id="9" name="Straight Connector 8">
            <a:extLst>
              <a:ext uri="{FF2B5EF4-FFF2-40B4-BE49-F238E27FC236}">
                <a16:creationId xmlns:a16="http://schemas.microsoft.com/office/drawing/2014/main" id="{5CE39CB5-F702-940E-D5A3-9950276C91F2}"/>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59364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w Image - Light">
    <p:spTree>
      <p:nvGrpSpPr>
        <p:cNvPr id="1" name=""/>
        <p:cNvGrpSpPr/>
        <p:nvPr/>
      </p:nvGrpSpPr>
      <p:grpSpPr>
        <a:xfrm>
          <a:off x="0" y="0"/>
          <a:ext cx="0" cy="0"/>
          <a:chOff x="0" y="0"/>
          <a:chExt cx="0" cy="0"/>
        </a:xfrm>
      </p:grpSpPr>
      <p:sp>
        <p:nvSpPr>
          <p:cNvPr id="2" name="Title 1"/>
          <p:cNvSpPr>
            <a:spLocks noGrp="1"/>
          </p:cNvSpPr>
          <p:nvPr>
            <p:ph type="title"/>
          </p:nvPr>
        </p:nvSpPr>
        <p:spPr>
          <a:xfrm>
            <a:off x="381000" y="342899"/>
            <a:ext cx="10515600" cy="553993"/>
          </a:xfrm>
        </p:spPr>
        <p:txBody>
          <a:bodyPr>
            <a:noAutofit/>
          </a:bodyPr>
          <a:lstStyle>
            <a:lvl1pPr>
              <a:defRPr sz="3000" b="0" i="0">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 y="1029730"/>
            <a:ext cx="5588285" cy="5485369"/>
          </a:xfrm>
        </p:spPr>
        <p:txBody>
          <a:bodyPr/>
          <a:lstStyle>
            <a:lvl1pPr marL="228600" indent="-228600">
              <a:buFontTx/>
              <a:buBlip>
                <a:blip r:embed="rId2"/>
              </a:buBlip>
              <a:defRPr/>
            </a:lvl1pPr>
            <a:lvl2pPr marL="685800" indent="-228600">
              <a:buFontTx/>
              <a:buBlip>
                <a:blip r:embed="rId2"/>
              </a:buBlip>
              <a:defRPr/>
            </a:lvl2pPr>
            <a:lvl3pPr marL="1143000" indent="-228600">
              <a:buFontTx/>
              <a:buBlip>
                <a:blip r:embed="rId2"/>
              </a:buBlip>
              <a:defRPr/>
            </a:lvl3pPr>
            <a:lvl4pPr marL="1600200" indent="-228600">
              <a:buFontTx/>
              <a:buBlip>
                <a:blip r:embed="rId2"/>
              </a:buBlip>
              <a:defRPr/>
            </a:lvl4pPr>
            <a:lvl5pPr marL="2057400" indent="-228600">
              <a:buFontTx/>
              <a:buBlip>
                <a:blip r:embed="rId2"/>
              </a:buBlip>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endParaRPr lang="en-US" sz="600"/>
          </a:p>
        </p:txBody>
      </p:sp>
      <p:cxnSp>
        <p:nvCxnSpPr>
          <p:cNvPr id="9" name="Straight Connector 8">
            <a:extLst>
              <a:ext uri="{FF2B5EF4-FFF2-40B4-BE49-F238E27FC236}">
                <a16:creationId xmlns:a16="http://schemas.microsoft.com/office/drawing/2014/main" id="{5CE39CB5-F702-940E-D5A3-9950276C91F2}"/>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44708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w Image - Dark">
    <p:bg>
      <p:bgPr>
        <a:solidFill>
          <a:schemeClr val="tx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bg1"/>
                </a:solidFill>
              </a:defRPr>
            </a:lvl1pPr>
          </a:lstStyle>
          <a:p>
            <a:fld id="{330EA680-D336-4FF7-8B7A-9848BB0A1C32}" type="slidenum">
              <a:rPr lang="en-US" smtClean="0"/>
              <a:pPr/>
              <a:t>‹#›</a:t>
            </a:fld>
            <a:endParaRPr lang="en-US"/>
          </a:p>
        </p:txBody>
      </p:sp>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bg1"/>
                </a:solidFill>
                <a:latin typeface="Montserrat Light" pitchFamily="2" charset="77"/>
              </a:defRPr>
            </a:lvl1pPr>
          </a:lstStyle>
          <a:p>
            <a:r>
              <a:rPr lang="en-US"/>
              <a:t>© SYREN CLOUD INC – 2026 – ALL RIGHTS RESERVED</a:t>
            </a:r>
            <a:endParaRPr lang="en-US" sz="600"/>
          </a:p>
        </p:txBody>
      </p:sp>
      <p:pic>
        <p:nvPicPr>
          <p:cNvPr id="5" name="Graphic 4">
            <a:extLst>
              <a:ext uri="{FF2B5EF4-FFF2-40B4-BE49-F238E27FC236}">
                <a16:creationId xmlns:a16="http://schemas.microsoft.com/office/drawing/2014/main" id="{5D1A1B21-B93B-E42A-E51E-7A1F7B5E2DC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cxnSp>
        <p:nvCxnSpPr>
          <p:cNvPr id="7" name="Straight Connector 6">
            <a:extLst>
              <a:ext uri="{FF2B5EF4-FFF2-40B4-BE49-F238E27FC236}">
                <a16:creationId xmlns:a16="http://schemas.microsoft.com/office/drawing/2014/main" id="{464AB1EB-15E3-CE1B-411E-C1FEC0D2BD24}"/>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62E7273-4156-86A7-7315-686A67241837}"/>
              </a:ext>
            </a:extLst>
          </p:cNvPr>
          <p:cNvSpPr>
            <a:spLocks noGrp="1"/>
          </p:cNvSpPr>
          <p:nvPr>
            <p:ph type="title"/>
          </p:nvPr>
        </p:nvSpPr>
        <p:spPr>
          <a:xfrm>
            <a:off x="381000" y="342899"/>
            <a:ext cx="10515600" cy="553993"/>
          </a:xfrm>
        </p:spPr>
        <p:txBody>
          <a:bodyPr>
            <a:noAutofit/>
          </a:bodyPr>
          <a:lstStyle>
            <a:lvl1pPr>
              <a:defRPr sz="3000" b="0" i="0">
                <a:solidFill>
                  <a:schemeClr val="bg1"/>
                </a:solidFill>
                <a:latin typeface="Montserrat Light" pitchFamily="2" charset="77"/>
              </a:defRPr>
            </a:lvl1pPr>
          </a:lstStyle>
          <a:p>
            <a:r>
              <a:rPr lang="en-US"/>
              <a:t>Click to edit Master title style</a:t>
            </a:r>
          </a:p>
        </p:txBody>
      </p:sp>
      <p:sp>
        <p:nvSpPr>
          <p:cNvPr id="4" name="Content Placeholder 2">
            <a:extLst>
              <a:ext uri="{FF2B5EF4-FFF2-40B4-BE49-F238E27FC236}">
                <a16:creationId xmlns:a16="http://schemas.microsoft.com/office/drawing/2014/main" id="{323833B9-2874-D264-58E3-467A17E08E84}"/>
              </a:ext>
            </a:extLst>
          </p:cNvPr>
          <p:cNvSpPr>
            <a:spLocks noGrp="1"/>
          </p:cNvSpPr>
          <p:nvPr>
            <p:ph idx="1"/>
          </p:nvPr>
        </p:nvSpPr>
        <p:spPr>
          <a:xfrm>
            <a:off x="381000" y="1029730"/>
            <a:ext cx="5588285" cy="5485369"/>
          </a:xfrm>
        </p:spPr>
        <p:txBody>
          <a:bodyPr/>
          <a:lstStyle>
            <a:lvl1pPr marL="228600" indent="-228600">
              <a:buFontTx/>
              <a:buBlip>
                <a:blip r:embed="rId4"/>
              </a:buBlip>
              <a:defRPr>
                <a:solidFill>
                  <a:schemeClr val="bg1"/>
                </a:solidFill>
              </a:defRPr>
            </a:lvl1pPr>
            <a:lvl2pPr marL="685800" indent="-228600">
              <a:buFontTx/>
              <a:buBlip>
                <a:blip r:embed="rId4"/>
              </a:buBlip>
              <a:defRPr>
                <a:solidFill>
                  <a:schemeClr val="bg1"/>
                </a:solidFill>
              </a:defRPr>
            </a:lvl2pPr>
            <a:lvl3pPr marL="1143000" indent="-228600">
              <a:buFontTx/>
              <a:buBlip>
                <a:blip r:embed="rId4"/>
              </a:buBlip>
              <a:defRPr>
                <a:solidFill>
                  <a:schemeClr val="bg1"/>
                </a:solidFill>
              </a:defRPr>
            </a:lvl3pPr>
            <a:lvl4pPr marL="1600200" indent="-228600">
              <a:buFontTx/>
              <a:buBlip>
                <a:blip r:embed="rId4"/>
              </a:buBlip>
              <a:defRPr>
                <a:solidFill>
                  <a:schemeClr val="bg1"/>
                </a:solidFill>
              </a:defRPr>
            </a:lvl4pPr>
            <a:lvl5pPr marL="2057400" indent="-228600">
              <a:buFontTx/>
              <a:buBlip>
                <a:blip r:embed="rId4"/>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16899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Case Study - Ligh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7FD1701-36B8-0613-0ABA-DC1EE50D4CA2}"/>
              </a:ext>
            </a:extLst>
          </p:cNvPr>
          <p:cNvSpPr/>
          <p:nvPr userDrawn="1"/>
        </p:nvSpPr>
        <p:spPr>
          <a:xfrm>
            <a:off x="0" y="0"/>
            <a:ext cx="12192000" cy="2286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81000" y="571500"/>
            <a:ext cx="4566919" cy="1169551"/>
          </a:xfrm>
        </p:spPr>
        <p:txBody>
          <a:bodyPr>
            <a:noAutofit/>
          </a:bodyPr>
          <a:lstStyle>
            <a:lvl1pPr algn="l">
              <a:defRPr sz="3000" b="0" i="0">
                <a:solidFill>
                  <a:schemeClr val="bg1"/>
                </a:solidFill>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 y="2653066"/>
            <a:ext cx="11468100" cy="3862032"/>
          </a:xfrm>
        </p:spPr>
        <p:txBody>
          <a:bodyPr/>
          <a:lstStyle>
            <a:lvl1pPr marL="228600" indent="-228600">
              <a:buFontTx/>
              <a:buBlip>
                <a:blip r:embed="rId2"/>
              </a:buBlip>
              <a:defRPr/>
            </a:lvl1pPr>
            <a:lvl2pPr marL="685800" indent="-228600">
              <a:buFontTx/>
              <a:buBlip>
                <a:blip r:embed="rId2"/>
              </a:buBlip>
              <a:defRPr/>
            </a:lvl2pPr>
            <a:lvl3pPr marL="1143000" indent="-228600">
              <a:buFontTx/>
              <a:buBlip>
                <a:blip r:embed="rId2"/>
              </a:buBlip>
              <a:defRPr/>
            </a:lvl3pPr>
            <a:lvl4pPr marL="1600200" indent="-228600">
              <a:buFontTx/>
              <a:buBlip>
                <a:blip r:embed="rId2"/>
              </a:buBlip>
              <a:defRPr/>
            </a:lvl4pPr>
            <a:lvl5pPr marL="2057400" indent="-228600">
              <a:buFontTx/>
              <a:buBlip>
                <a:blip r:embed="rId2"/>
              </a:buBlip>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endParaRPr lang="en-US" sz="600"/>
          </a:p>
        </p:txBody>
      </p:sp>
      <p:pic>
        <p:nvPicPr>
          <p:cNvPr id="14" name="Graphic 13">
            <a:extLst>
              <a:ext uri="{FF2B5EF4-FFF2-40B4-BE49-F238E27FC236}">
                <a16:creationId xmlns:a16="http://schemas.microsoft.com/office/drawing/2014/main" id="{2D0D96B5-F681-BDE8-14CE-D66583D19AF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28966" y="342900"/>
            <a:ext cx="220134" cy="228600"/>
          </a:xfrm>
          <a:prstGeom prst="rect">
            <a:avLst/>
          </a:prstGeom>
        </p:spPr>
      </p:pic>
    </p:spTree>
    <p:extLst>
      <p:ext uri="{BB962C8B-B14F-4D97-AF65-F5344CB8AC3E}">
        <p14:creationId xmlns:p14="http://schemas.microsoft.com/office/powerpoint/2010/main" val="5597399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uote Slide Light">
    <p:spTree>
      <p:nvGrpSpPr>
        <p:cNvPr id="1" name=""/>
        <p:cNvGrpSpPr/>
        <p:nvPr/>
      </p:nvGrpSpPr>
      <p:grpSpPr>
        <a:xfrm>
          <a:off x="0" y="0"/>
          <a:ext cx="0" cy="0"/>
          <a:chOff x="0" y="0"/>
          <a:chExt cx="0" cy="0"/>
        </a:xfrm>
      </p:grpSpPr>
      <p:sp>
        <p:nvSpPr>
          <p:cNvPr id="2" name="Title 1"/>
          <p:cNvSpPr>
            <a:spLocks noGrp="1"/>
          </p:cNvSpPr>
          <p:nvPr>
            <p:ph type="title"/>
          </p:nvPr>
        </p:nvSpPr>
        <p:spPr>
          <a:xfrm>
            <a:off x="3810000" y="2875007"/>
            <a:ext cx="6664960" cy="553993"/>
          </a:xfrm>
        </p:spPr>
        <p:txBody>
          <a:bodyPr anchor="b">
            <a:noAutofit/>
          </a:bodyPr>
          <a:lstStyle>
            <a:lvl1pPr>
              <a:defRPr sz="2400" b="0" i="0">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0" y="3561839"/>
            <a:ext cx="6664960" cy="3382250"/>
          </a:xfrm>
        </p:spPr>
        <p:txBody>
          <a:bodyPr>
            <a:normAutofit/>
          </a:bodyPr>
          <a:lstStyle>
            <a:lvl1pPr marL="171450" indent="-171450">
              <a:buFontTx/>
              <a:buBlip>
                <a:blip r:embed="rId2"/>
              </a:buBlip>
              <a:defRPr sz="800">
                <a:solidFill>
                  <a:schemeClr val="bg2"/>
                </a:solidFill>
              </a:defRPr>
            </a:lvl1pPr>
            <a:lvl2pPr marL="628650" indent="-171450">
              <a:buFontTx/>
              <a:buBlip>
                <a:blip r:embed="rId2"/>
              </a:buBlip>
              <a:defRPr sz="800">
                <a:solidFill>
                  <a:schemeClr val="bg2"/>
                </a:solidFill>
              </a:defRPr>
            </a:lvl2pPr>
            <a:lvl3pPr marL="1085850" indent="-171450">
              <a:buFontTx/>
              <a:buBlip>
                <a:blip r:embed="rId2"/>
              </a:buBlip>
              <a:defRPr sz="800">
                <a:solidFill>
                  <a:schemeClr val="bg2"/>
                </a:solidFill>
              </a:defRPr>
            </a:lvl3pPr>
            <a:lvl4pPr marL="1543050" indent="-171450">
              <a:buFontTx/>
              <a:buBlip>
                <a:blip r:embed="rId2"/>
              </a:buBlip>
              <a:defRPr sz="800">
                <a:solidFill>
                  <a:schemeClr val="bg2"/>
                </a:solidFill>
              </a:defRPr>
            </a:lvl4pPr>
            <a:lvl5pPr marL="2000250" indent="-171450">
              <a:buFontTx/>
              <a:buBlip>
                <a:blip r:embed="rId2"/>
              </a:buBlip>
              <a:defRPr sz="8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endParaRPr lang="en-US" sz="600"/>
          </a:p>
        </p:txBody>
      </p:sp>
    </p:spTree>
    <p:extLst>
      <p:ext uri="{BB962C8B-B14F-4D97-AF65-F5344CB8AC3E}">
        <p14:creationId xmlns:p14="http://schemas.microsoft.com/office/powerpoint/2010/main" val="6545331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Quote Slide Dark">
    <p:bg>
      <p:bgPr>
        <a:solidFill>
          <a:schemeClr val="tx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bg1"/>
                </a:solidFill>
              </a:defRPr>
            </a:lvl1pPr>
          </a:lstStyle>
          <a:p>
            <a:fld id="{330EA680-D336-4FF7-8B7A-9848BB0A1C32}" type="slidenum">
              <a:rPr lang="en-US" smtClean="0"/>
              <a:pPr/>
              <a:t>‹#›</a:t>
            </a:fld>
            <a:endParaRPr lang="en-US"/>
          </a:p>
        </p:txBody>
      </p:sp>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bg1"/>
                </a:solidFill>
                <a:latin typeface="Montserrat Light" pitchFamily="2" charset="77"/>
              </a:defRPr>
            </a:lvl1pPr>
          </a:lstStyle>
          <a:p>
            <a:r>
              <a:rPr lang="en-US"/>
              <a:t>© SYREN CLOUD INC – 2026 – ALL RIGHTS RESERVED</a:t>
            </a:r>
            <a:endParaRPr lang="en-US" sz="600"/>
          </a:p>
        </p:txBody>
      </p:sp>
      <p:pic>
        <p:nvPicPr>
          <p:cNvPr id="5" name="Graphic 4">
            <a:extLst>
              <a:ext uri="{FF2B5EF4-FFF2-40B4-BE49-F238E27FC236}">
                <a16:creationId xmlns:a16="http://schemas.microsoft.com/office/drawing/2014/main" id="{5D1A1B21-B93B-E42A-E51E-7A1F7B5E2DC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sp>
        <p:nvSpPr>
          <p:cNvPr id="13" name="Title 1">
            <a:extLst>
              <a:ext uri="{FF2B5EF4-FFF2-40B4-BE49-F238E27FC236}">
                <a16:creationId xmlns:a16="http://schemas.microsoft.com/office/drawing/2014/main" id="{81B27A54-6714-5FF0-5E2A-609831078753}"/>
              </a:ext>
            </a:extLst>
          </p:cNvPr>
          <p:cNvSpPr>
            <a:spLocks noGrp="1"/>
          </p:cNvSpPr>
          <p:nvPr>
            <p:ph type="title"/>
          </p:nvPr>
        </p:nvSpPr>
        <p:spPr>
          <a:xfrm>
            <a:off x="3810000" y="2875007"/>
            <a:ext cx="6664960" cy="553993"/>
          </a:xfrm>
        </p:spPr>
        <p:txBody>
          <a:bodyPr anchor="b">
            <a:noAutofit/>
          </a:bodyPr>
          <a:lstStyle>
            <a:lvl1pPr>
              <a:defRPr sz="2400" b="0" i="0">
                <a:solidFill>
                  <a:schemeClr val="bg1"/>
                </a:solidFill>
                <a:latin typeface="Montserrat Light" pitchFamily="2" charset="77"/>
              </a:defRPr>
            </a:lvl1pPr>
          </a:lstStyle>
          <a:p>
            <a:r>
              <a:rPr lang="en-US"/>
              <a:t>Click to edit Master title style</a:t>
            </a:r>
          </a:p>
        </p:txBody>
      </p:sp>
      <p:sp>
        <p:nvSpPr>
          <p:cNvPr id="14" name="Content Placeholder 2">
            <a:extLst>
              <a:ext uri="{FF2B5EF4-FFF2-40B4-BE49-F238E27FC236}">
                <a16:creationId xmlns:a16="http://schemas.microsoft.com/office/drawing/2014/main" id="{2988A480-D2C2-CE1C-F54F-461025AC56F7}"/>
              </a:ext>
            </a:extLst>
          </p:cNvPr>
          <p:cNvSpPr>
            <a:spLocks noGrp="1"/>
          </p:cNvSpPr>
          <p:nvPr>
            <p:ph idx="1"/>
          </p:nvPr>
        </p:nvSpPr>
        <p:spPr>
          <a:xfrm>
            <a:off x="3810000" y="3561839"/>
            <a:ext cx="6664960" cy="3382250"/>
          </a:xfrm>
        </p:spPr>
        <p:txBody>
          <a:bodyPr>
            <a:normAutofit/>
          </a:bodyPr>
          <a:lstStyle>
            <a:lvl1pPr marL="171450" indent="-171450">
              <a:buFontTx/>
              <a:buBlip>
                <a:blip r:embed="rId4"/>
              </a:buBlip>
              <a:defRPr sz="800">
                <a:solidFill>
                  <a:schemeClr val="bg2"/>
                </a:solidFill>
              </a:defRPr>
            </a:lvl1pPr>
            <a:lvl2pPr marL="628650" indent="-171450">
              <a:buFontTx/>
              <a:buBlip>
                <a:blip r:embed="rId4"/>
              </a:buBlip>
              <a:defRPr sz="800">
                <a:solidFill>
                  <a:schemeClr val="bg2"/>
                </a:solidFill>
              </a:defRPr>
            </a:lvl2pPr>
            <a:lvl3pPr marL="1085850" indent="-171450">
              <a:buFontTx/>
              <a:buBlip>
                <a:blip r:embed="rId4"/>
              </a:buBlip>
              <a:defRPr sz="800">
                <a:solidFill>
                  <a:schemeClr val="bg2"/>
                </a:solidFill>
              </a:defRPr>
            </a:lvl3pPr>
            <a:lvl4pPr marL="1543050" indent="-171450">
              <a:buFontTx/>
              <a:buBlip>
                <a:blip r:embed="rId4"/>
              </a:buBlip>
              <a:defRPr sz="800">
                <a:solidFill>
                  <a:schemeClr val="bg2"/>
                </a:solidFill>
              </a:defRPr>
            </a:lvl4pPr>
            <a:lvl5pPr marL="2000250" indent="-171450">
              <a:buFontTx/>
              <a:buBlip>
                <a:blip r:embed="rId4"/>
              </a:buBlip>
              <a:defRPr sz="8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00391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hankyou Slide">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6F16D9-6A4E-C169-8B00-A71C1B533CCF}"/>
              </a:ext>
            </a:extLst>
          </p:cNvPr>
          <p:cNvSpPr/>
          <p:nvPr userDrawn="1"/>
        </p:nvSpPr>
        <p:spPr>
          <a:xfrm>
            <a:off x="0" y="1"/>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5F4A8B6-E63F-889E-4406-7230D10ABA0C}"/>
              </a:ext>
            </a:extLst>
          </p:cNvPr>
          <p:cNvSpPr/>
          <p:nvPr userDrawn="1"/>
        </p:nvSpPr>
        <p:spPr>
          <a:xfrm>
            <a:off x="12003436" y="0"/>
            <a:ext cx="188563" cy="6858000"/>
          </a:xfrm>
          <a:prstGeom prst="rect">
            <a:avLst/>
          </a:prstGeom>
          <a:solidFill>
            <a:srgbClr val="F64F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1B7033C2-8DD6-6EBA-E49E-203040EFFEDF}"/>
              </a:ext>
            </a:extLst>
          </p:cNvPr>
          <p:cNvSpPr>
            <a:spLocks noGrp="1"/>
          </p:cNvSpPr>
          <p:nvPr>
            <p:ph type="title"/>
          </p:nvPr>
        </p:nvSpPr>
        <p:spPr>
          <a:xfrm>
            <a:off x="1006665" y="2588217"/>
            <a:ext cx="5577840" cy="1307240"/>
          </a:xfrm>
        </p:spPr>
        <p:txBody>
          <a:bodyPr anchor="t">
            <a:normAutofit/>
          </a:bodyPr>
          <a:lstStyle/>
          <a:p>
            <a:r>
              <a:rPr lang="en-US" sz="5600">
                <a:solidFill>
                  <a:schemeClr val="bg1"/>
                </a:solidFill>
                <a:latin typeface="Montserrat Light" pitchFamily="2" charset="77"/>
              </a:rPr>
              <a:t>Thank You</a:t>
            </a:r>
          </a:p>
        </p:txBody>
      </p:sp>
      <p:pic>
        <p:nvPicPr>
          <p:cNvPr id="5" name="Graphic 4">
            <a:extLst>
              <a:ext uri="{FF2B5EF4-FFF2-40B4-BE49-F238E27FC236}">
                <a16:creationId xmlns:a16="http://schemas.microsoft.com/office/drawing/2014/main" id="{38E47622-F214-95FA-CA04-3919D4BB086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8077" y="490307"/>
            <a:ext cx="1245362" cy="390986"/>
          </a:xfrm>
          <a:prstGeom prst="rect">
            <a:avLst/>
          </a:prstGeom>
        </p:spPr>
      </p:pic>
      <p:sp>
        <p:nvSpPr>
          <p:cNvPr id="6" name="Title 1">
            <a:extLst>
              <a:ext uri="{FF2B5EF4-FFF2-40B4-BE49-F238E27FC236}">
                <a16:creationId xmlns:a16="http://schemas.microsoft.com/office/drawing/2014/main" id="{1660E27D-2CED-F61E-6B84-28551D4756D2}"/>
              </a:ext>
            </a:extLst>
          </p:cNvPr>
          <p:cNvSpPr txBox="1">
            <a:spLocks/>
          </p:cNvSpPr>
          <p:nvPr userDrawn="1"/>
        </p:nvSpPr>
        <p:spPr>
          <a:xfrm>
            <a:off x="1045879" y="4729348"/>
            <a:ext cx="5577840" cy="6858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ontserrat" pitchFamily="2" charset="77"/>
                <a:ea typeface="+mj-ea"/>
                <a:cs typeface="+mj-cs"/>
              </a:defRPr>
            </a:lvl1pPr>
          </a:lstStyle>
          <a:p>
            <a:r>
              <a:rPr lang="en-US" sz="1600">
                <a:solidFill>
                  <a:schemeClr val="bg1"/>
                </a:solidFill>
                <a:latin typeface="Montserrat Light" pitchFamily="2" charset="77"/>
              </a:rPr>
              <a:t>Follow Us:</a:t>
            </a:r>
          </a:p>
        </p:txBody>
      </p:sp>
      <p:pic>
        <p:nvPicPr>
          <p:cNvPr id="10" name="Picture 2">
            <a:hlinkClick r:id="rId3"/>
            <a:extLst>
              <a:ext uri="{FF2B5EF4-FFF2-40B4-BE49-F238E27FC236}">
                <a16:creationId xmlns:a16="http://schemas.microsoft.com/office/drawing/2014/main" id="{6301FE0F-2381-2EE3-FB1E-133E56CFFCFE}"/>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128585" y="5486514"/>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3">
            <a:hlinkClick r:id="rId5"/>
            <a:extLst>
              <a:ext uri="{FF2B5EF4-FFF2-40B4-BE49-F238E27FC236}">
                <a16:creationId xmlns:a16="http://schemas.microsoft.com/office/drawing/2014/main" id="{7C19A8D6-9F3D-2D7A-3491-007801C0C7DA}"/>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573598" y="5484370"/>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341C3462-3AF3-AD4F-0DBD-E3FFE01AEE3F}"/>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976178" y="5493548"/>
            <a:ext cx="274320" cy="274320"/>
          </a:xfrm>
          <a:prstGeom prst="rect">
            <a:avLst/>
          </a:prstGeom>
          <a:noFill/>
          <a:extLst>
            <a:ext uri="{909E8E84-426E-40DD-AFC4-6F175D3DCCD1}">
              <a14:hiddenFill xmlns:a14="http://schemas.microsoft.com/office/drawing/2010/main">
                <a:solidFill>
                  <a:srgbClr val="FFFFFF"/>
                </a:solidFill>
              </a14:hiddenFill>
            </a:ext>
          </a:extLst>
        </p:spPr>
      </p:pic>
      <p:sp>
        <p:nvSpPr>
          <p:cNvPr id="13" name="Title 1">
            <a:extLst>
              <a:ext uri="{FF2B5EF4-FFF2-40B4-BE49-F238E27FC236}">
                <a16:creationId xmlns:a16="http://schemas.microsoft.com/office/drawing/2014/main" id="{B7CF5C39-96FC-1D2C-1387-69185E587823}"/>
              </a:ext>
            </a:extLst>
          </p:cNvPr>
          <p:cNvSpPr txBox="1">
            <a:spLocks/>
          </p:cNvSpPr>
          <p:nvPr userDrawn="1"/>
        </p:nvSpPr>
        <p:spPr>
          <a:xfrm>
            <a:off x="1045879" y="3245700"/>
            <a:ext cx="5577840" cy="6858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ontserrat" pitchFamily="2" charset="77"/>
                <a:ea typeface="+mj-ea"/>
                <a:cs typeface="+mj-cs"/>
              </a:defRPr>
            </a:lvl1pPr>
          </a:lstStyle>
          <a:p>
            <a:r>
              <a:rPr lang="en-US" sz="1600" err="1">
                <a:solidFill>
                  <a:schemeClr val="bg1"/>
                </a:solidFill>
                <a:latin typeface="Montserrat Light" pitchFamily="2" charset="77"/>
              </a:rPr>
              <a:t>www.syrencloud.com</a:t>
            </a:r>
            <a:endParaRPr lang="en-US" sz="1600">
              <a:solidFill>
                <a:schemeClr val="bg1"/>
              </a:solidFill>
              <a:latin typeface="Montserrat Light" pitchFamily="2" charset="77"/>
            </a:endParaRPr>
          </a:p>
        </p:txBody>
      </p:sp>
      <p:pic>
        <p:nvPicPr>
          <p:cNvPr id="15" name="Picture 14" descr="A black background with orange circles&#10;&#10;AI-generated content may be incorrect.">
            <a:extLst>
              <a:ext uri="{FF2B5EF4-FFF2-40B4-BE49-F238E27FC236}">
                <a16:creationId xmlns:a16="http://schemas.microsoft.com/office/drawing/2014/main" id="{02F0482B-01AB-757C-2530-68AC9681518C}"/>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3907037" y="-1092631"/>
            <a:ext cx="9024155" cy="9027763"/>
          </a:xfrm>
          <a:prstGeom prst="rect">
            <a:avLst/>
          </a:prstGeom>
        </p:spPr>
      </p:pic>
    </p:spTree>
    <p:extLst>
      <p:ext uri="{BB962C8B-B14F-4D97-AF65-F5344CB8AC3E}">
        <p14:creationId xmlns:p14="http://schemas.microsoft.com/office/powerpoint/2010/main" val="6380239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79043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lide Dark">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694362"/>
            <a:ext cx="5887453" cy="1828800"/>
          </a:xfrm>
        </p:spPr>
        <p:txBody>
          <a:bodyPr anchor="b">
            <a:normAutofit/>
          </a:bodyPr>
          <a:lstStyle>
            <a:lvl1pPr marL="6350" indent="0" algn="l">
              <a:tabLst/>
              <a:defRPr sz="4000"/>
            </a:lvl1pPr>
          </a:lstStyle>
          <a:p>
            <a:r>
              <a:rPr lang="en-US"/>
              <a:t>Click to edit Master title style</a:t>
            </a:r>
          </a:p>
        </p:txBody>
      </p:sp>
      <p:sp>
        <p:nvSpPr>
          <p:cNvPr id="3" name="Subtitle 2"/>
          <p:cNvSpPr>
            <a:spLocks noGrp="1"/>
          </p:cNvSpPr>
          <p:nvPr>
            <p:ph type="subTitle" idx="1"/>
          </p:nvPr>
        </p:nvSpPr>
        <p:spPr>
          <a:xfrm>
            <a:off x="381000" y="4651454"/>
            <a:ext cx="9144000" cy="1143000"/>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 Placeholder 10">
            <a:extLst>
              <a:ext uri="{FF2B5EF4-FFF2-40B4-BE49-F238E27FC236}">
                <a16:creationId xmlns:a16="http://schemas.microsoft.com/office/drawing/2014/main" id="{F40A598B-029B-8757-1A8B-9960D1CFC114}"/>
              </a:ext>
            </a:extLst>
          </p:cNvPr>
          <p:cNvSpPr>
            <a:spLocks noGrp="1"/>
          </p:cNvSpPr>
          <p:nvPr>
            <p:ph type="body" sz="quarter" idx="10"/>
          </p:nvPr>
        </p:nvSpPr>
        <p:spPr>
          <a:xfrm>
            <a:off x="381000" y="5922746"/>
            <a:ext cx="5715000" cy="458788"/>
          </a:xfrm>
        </p:spPr>
        <p:txBody>
          <a:bodyPr>
            <a:noAutofit/>
          </a:bodyPr>
          <a:lstStyle>
            <a:lvl1pPr marL="0" indent="0">
              <a:buNone/>
              <a:defRPr sz="800">
                <a:solidFill>
                  <a:srgbClr val="F64F18"/>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13" name="Graphic 12">
            <a:extLst>
              <a:ext uri="{FF2B5EF4-FFF2-40B4-BE49-F238E27FC236}">
                <a16:creationId xmlns:a16="http://schemas.microsoft.com/office/drawing/2014/main" id="{636F04A7-61C4-4311-9002-DCC7789AF38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476466"/>
            <a:ext cx="2123035" cy="666534"/>
          </a:xfrm>
          <a:prstGeom prst="rect">
            <a:avLst/>
          </a:prstGeom>
        </p:spPr>
      </p:pic>
      <p:pic>
        <p:nvPicPr>
          <p:cNvPr id="4" name="Picture 3" descr="A black background with orange circles&#10;&#10;AI-generated content may be incorrect.">
            <a:extLst>
              <a:ext uri="{FF2B5EF4-FFF2-40B4-BE49-F238E27FC236}">
                <a16:creationId xmlns:a16="http://schemas.microsoft.com/office/drawing/2014/main" id="{56143136-D3FB-7460-C7EF-BDDE78501810}"/>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12782" r="28600" b="21101"/>
          <a:stretch/>
        </p:blipFill>
        <p:spPr>
          <a:xfrm>
            <a:off x="4788979" y="0"/>
            <a:ext cx="7403022" cy="6858000"/>
          </a:xfrm>
          <a:prstGeom prst="rect">
            <a:avLst/>
          </a:prstGeom>
        </p:spPr>
      </p:pic>
    </p:spTree>
    <p:extLst>
      <p:ext uri="{BB962C8B-B14F-4D97-AF65-F5344CB8AC3E}">
        <p14:creationId xmlns:p14="http://schemas.microsoft.com/office/powerpoint/2010/main" val="1959399565"/>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itle Slide Dark">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694362"/>
            <a:ext cx="5887453" cy="1828800"/>
          </a:xfrm>
        </p:spPr>
        <p:txBody>
          <a:bodyPr anchor="b">
            <a:normAutofit/>
          </a:bodyPr>
          <a:lstStyle>
            <a:lvl1pPr marL="6350" indent="0" algn="l">
              <a:tabLst/>
              <a:defRPr sz="4000"/>
            </a:lvl1pPr>
          </a:lstStyle>
          <a:p>
            <a:r>
              <a:rPr lang="en-US"/>
              <a:t>Click to edit Master title style</a:t>
            </a:r>
          </a:p>
        </p:txBody>
      </p:sp>
      <p:sp>
        <p:nvSpPr>
          <p:cNvPr id="3" name="Subtitle 2"/>
          <p:cNvSpPr>
            <a:spLocks noGrp="1"/>
          </p:cNvSpPr>
          <p:nvPr>
            <p:ph type="subTitle" idx="1"/>
          </p:nvPr>
        </p:nvSpPr>
        <p:spPr>
          <a:xfrm>
            <a:off x="381000" y="4651454"/>
            <a:ext cx="9144000" cy="1143000"/>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 Placeholder 10">
            <a:extLst>
              <a:ext uri="{FF2B5EF4-FFF2-40B4-BE49-F238E27FC236}">
                <a16:creationId xmlns:a16="http://schemas.microsoft.com/office/drawing/2014/main" id="{F40A598B-029B-8757-1A8B-9960D1CFC114}"/>
              </a:ext>
            </a:extLst>
          </p:cNvPr>
          <p:cNvSpPr>
            <a:spLocks noGrp="1"/>
          </p:cNvSpPr>
          <p:nvPr>
            <p:ph type="body" sz="quarter" idx="10"/>
          </p:nvPr>
        </p:nvSpPr>
        <p:spPr>
          <a:xfrm>
            <a:off x="381000" y="5922746"/>
            <a:ext cx="5715000" cy="458788"/>
          </a:xfrm>
        </p:spPr>
        <p:txBody>
          <a:bodyPr>
            <a:noAutofit/>
          </a:bodyPr>
          <a:lstStyle>
            <a:lvl1pPr marL="0" indent="0">
              <a:buNone/>
              <a:defRPr sz="800">
                <a:solidFill>
                  <a:srgbClr val="F64F18"/>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4" name="Picture 3" descr="A black background with orange circles&#10;&#10;AI-generated content may be incorrect.">
            <a:extLst>
              <a:ext uri="{FF2B5EF4-FFF2-40B4-BE49-F238E27FC236}">
                <a16:creationId xmlns:a16="http://schemas.microsoft.com/office/drawing/2014/main" id="{56143136-D3FB-7460-C7EF-BDDE7850181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t="12782" r="28600" b="21101"/>
          <a:stretch/>
        </p:blipFill>
        <p:spPr>
          <a:xfrm>
            <a:off x="4788979" y="0"/>
            <a:ext cx="7403022" cy="6858000"/>
          </a:xfrm>
          <a:prstGeom prst="rect">
            <a:avLst/>
          </a:prstGeom>
        </p:spPr>
      </p:pic>
    </p:spTree>
    <p:extLst>
      <p:ext uri="{BB962C8B-B14F-4D97-AF65-F5344CB8AC3E}">
        <p14:creationId xmlns:p14="http://schemas.microsoft.com/office/powerpoint/2010/main" val="1223102465"/>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lide Light">
    <p:bg>
      <p:bgPr>
        <a:solidFill>
          <a:schemeClr val="tx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5646C33-A1AD-9804-9559-EB9FE98FF10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964" y="476466"/>
            <a:ext cx="2123035" cy="666534"/>
          </a:xfrm>
          <a:prstGeom prst="rect">
            <a:avLst/>
          </a:prstGeom>
        </p:spPr>
      </p:pic>
      <p:sp>
        <p:nvSpPr>
          <p:cNvPr id="9" name="Title 1">
            <a:extLst>
              <a:ext uri="{FF2B5EF4-FFF2-40B4-BE49-F238E27FC236}">
                <a16:creationId xmlns:a16="http://schemas.microsoft.com/office/drawing/2014/main" id="{4FBF73D9-0881-A73E-A8B1-CD8E49046877}"/>
              </a:ext>
            </a:extLst>
          </p:cNvPr>
          <p:cNvSpPr>
            <a:spLocks noGrp="1"/>
          </p:cNvSpPr>
          <p:nvPr>
            <p:ph type="ctrTitle"/>
          </p:nvPr>
        </p:nvSpPr>
        <p:spPr>
          <a:xfrm>
            <a:off x="381000" y="2694362"/>
            <a:ext cx="5887453" cy="1828800"/>
          </a:xfrm>
        </p:spPr>
        <p:txBody>
          <a:bodyPr anchor="b">
            <a:normAutofit/>
          </a:bodyPr>
          <a:lstStyle>
            <a:lvl1pPr marL="6350" indent="0" algn="l">
              <a:tabLst/>
              <a:defRPr sz="4000">
                <a:solidFill>
                  <a:schemeClr val="bg1"/>
                </a:solidFill>
              </a:defRPr>
            </a:lvl1pPr>
          </a:lstStyle>
          <a:p>
            <a:r>
              <a:rPr lang="en-US"/>
              <a:t>Click to edit Master title style</a:t>
            </a:r>
          </a:p>
        </p:txBody>
      </p:sp>
      <p:sp>
        <p:nvSpPr>
          <p:cNvPr id="12" name="Subtitle 2">
            <a:extLst>
              <a:ext uri="{FF2B5EF4-FFF2-40B4-BE49-F238E27FC236}">
                <a16:creationId xmlns:a16="http://schemas.microsoft.com/office/drawing/2014/main" id="{721F1B40-8720-C869-4A82-E00187BC603B}"/>
              </a:ext>
            </a:extLst>
          </p:cNvPr>
          <p:cNvSpPr>
            <a:spLocks noGrp="1"/>
          </p:cNvSpPr>
          <p:nvPr>
            <p:ph type="subTitle" idx="1"/>
          </p:nvPr>
        </p:nvSpPr>
        <p:spPr>
          <a:xfrm>
            <a:off x="381000" y="4651454"/>
            <a:ext cx="9144000" cy="1143000"/>
          </a:xfrm>
        </p:spPr>
        <p:txBody>
          <a:bodyPr>
            <a:normAutofit/>
          </a:bodyPr>
          <a:lstStyle>
            <a:lvl1pPr marL="285750" indent="-285750" algn="l">
              <a:buFontTx/>
              <a:buBlip>
                <a:blip r:embed="rId3"/>
              </a:buBlip>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Text Placeholder 10">
            <a:extLst>
              <a:ext uri="{FF2B5EF4-FFF2-40B4-BE49-F238E27FC236}">
                <a16:creationId xmlns:a16="http://schemas.microsoft.com/office/drawing/2014/main" id="{38D2D752-871B-972C-6799-1EDBA09B4A33}"/>
              </a:ext>
            </a:extLst>
          </p:cNvPr>
          <p:cNvSpPr>
            <a:spLocks noGrp="1"/>
          </p:cNvSpPr>
          <p:nvPr>
            <p:ph type="body" sz="quarter" idx="10"/>
          </p:nvPr>
        </p:nvSpPr>
        <p:spPr>
          <a:xfrm>
            <a:off x="381000" y="5922746"/>
            <a:ext cx="5715000" cy="458788"/>
          </a:xfrm>
        </p:spPr>
        <p:txBody>
          <a:bodyPr>
            <a:noAutofit/>
          </a:bodyPr>
          <a:lstStyle>
            <a:lvl1pPr marL="0" indent="0">
              <a:buNone/>
              <a:defRPr sz="800">
                <a:solidFill>
                  <a:srgbClr val="F64F18"/>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3" name="Picture 2" descr="A black background with orange circles&#10;&#10;AI-generated content may be incorrect.">
            <a:extLst>
              <a:ext uri="{FF2B5EF4-FFF2-40B4-BE49-F238E27FC236}">
                <a16:creationId xmlns:a16="http://schemas.microsoft.com/office/drawing/2014/main" id="{9F8B6379-2FCC-6CD1-3B82-2EF9342DDA39}"/>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t="12782" r="28600" b="21101"/>
          <a:stretch/>
        </p:blipFill>
        <p:spPr>
          <a:xfrm>
            <a:off x="4788979" y="0"/>
            <a:ext cx="7403022" cy="6858000"/>
          </a:xfrm>
          <a:prstGeom prst="rect">
            <a:avLst/>
          </a:prstGeom>
        </p:spPr>
      </p:pic>
    </p:spTree>
    <p:extLst>
      <p:ext uri="{BB962C8B-B14F-4D97-AF65-F5344CB8AC3E}">
        <p14:creationId xmlns:p14="http://schemas.microsoft.com/office/powerpoint/2010/main" val="2458929687"/>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genda Slide - Ligh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5" name="TextBox 4">
            <a:extLst>
              <a:ext uri="{FF2B5EF4-FFF2-40B4-BE49-F238E27FC236}">
                <a16:creationId xmlns:a16="http://schemas.microsoft.com/office/drawing/2014/main" id="{984A029E-8486-4A47-954F-0DEEEF3042F2}"/>
              </a:ext>
            </a:extLst>
          </p:cNvPr>
          <p:cNvSpPr txBox="1"/>
          <p:nvPr userDrawn="1"/>
        </p:nvSpPr>
        <p:spPr>
          <a:xfrm>
            <a:off x="381000" y="342899"/>
            <a:ext cx="10972800" cy="553998"/>
          </a:xfrm>
          <a:prstGeom prst="rect">
            <a:avLst/>
          </a:prstGeom>
          <a:noFill/>
        </p:spPr>
        <p:txBody>
          <a:bodyPr wrap="square" rtlCol="0">
            <a:spAutoFit/>
          </a:bodyPr>
          <a:lstStyle/>
          <a:p>
            <a:r>
              <a:rPr lang="en-US" sz="3000" b="0" i="0">
                <a:latin typeface="Montserrat Light" pitchFamily="2" charset="77"/>
              </a:rPr>
              <a:t>Agenda</a:t>
            </a:r>
          </a:p>
        </p:txBody>
      </p:sp>
      <p:sp>
        <p:nvSpPr>
          <p:cNvPr id="12" name="Date Placeholder 3">
            <a:extLst>
              <a:ext uri="{FF2B5EF4-FFF2-40B4-BE49-F238E27FC236}">
                <a16:creationId xmlns:a16="http://schemas.microsoft.com/office/drawing/2014/main" id="{356B5CE4-CB9C-2813-E3D0-9CEDCA63520A}"/>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2025 – ALL RIGHTS RESERVED</a:t>
            </a:r>
          </a:p>
        </p:txBody>
      </p:sp>
      <p:cxnSp>
        <p:nvCxnSpPr>
          <p:cNvPr id="2" name="Straight Connector 1">
            <a:extLst>
              <a:ext uri="{FF2B5EF4-FFF2-40B4-BE49-F238E27FC236}">
                <a16:creationId xmlns:a16="http://schemas.microsoft.com/office/drawing/2014/main" id="{BD4F983D-00ED-00FB-938F-E45332334916}"/>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
        <p:nvSpPr>
          <p:cNvPr id="4" name="Content Placeholder 2">
            <a:extLst>
              <a:ext uri="{FF2B5EF4-FFF2-40B4-BE49-F238E27FC236}">
                <a16:creationId xmlns:a16="http://schemas.microsoft.com/office/drawing/2014/main" id="{F8973339-A9D8-D019-2F11-E2B25F1F13CE}"/>
              </a:ext>
            </a:extLst>
          </p:cNvPr>
          <p:cNvSpPr>
            <a:spLocks noGrp="1"/>
          </p:cNvSpPr>
          <p:nvPr>
            <p:ph idx="13"/>
          </p:nvPr>
        </p:nvSpPr>
        <p:spPr>
          <a:xfrm>
            <a:off x="405384" y="1131124"/>
            <a:ext cx="5462015" cy="457200"/>
          </a:xfrm>
        </p:spPr>
        <p:txBody>
          <a:bodyPr anchor="ctr"/>
          <a:lstStyle>
            <a:lvl1pPr marL="0" indent="0" algn="l">
              <a:buNone/>
              <a:defRPr>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39954381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genda Slide - Dark">
    <p:bg>
      <p:bgPr>
        <a:solidFill>
          <a:schemeClr val="tx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bg1"/>
                </a:solidFill>
              </a:defRPr>
            </a:lvl1pPr>
          </a:lstStyle>
          <a:p>
            <a:fld id="{330EA680-D336-4FF7-8B7A-9848BB0A1C32}" type="slidenum">
              <a:rPr lang="en-US" smtClean="0"/>
              <a:pPr/>
              <a:t>‹#›</a:t>
            </a:fld>
            <a:endParaRPr lang="en-US"/>
          </a:p>
        </p:txBody>
      </p:sp>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28966" y="342900"/>
            <a:ext cx="220134" cy="228600"/>
          </a:xfrm>
          <a:prstGeom prst="rect">
            <a:avLst/>
          </a:prstGeom>
        </p:spPr>
      </p:pic>
      <p:sp>
        <p:nvSpPr>
          <p:cNvPr id="5" name="TextBox 4">
            <a:extLst>
              <a:ext uri="{FF2B5EF4-FFF2-40B4-BE49-F238E27FC236}">
                <a16:creationId xmlns:a16="http://schemas.microsoft.com/office/drawing/2014/main" id="{984A029E-8486-4A47-954F-0DEEEF3042F2}"/>
              </a:ext>
            </a:extLst>
          </p:cNvPr>
          <p:cNvSpPr txBox="1"/>
          <p:nvPr userDrawn="1"/>
        </p:nvSpPr>
        <p:spPr>
          <a:xfrm>
            <a:off x="381000" y="342899"/>
            <a:ext cx="10972800" cy="553998"/>
          </a:xfrm>
          <a:prstGeom prst="rect">
            <a:avLst/>
          </a:prstGeom>
          <a:noFill/>
        </p:spPr>
        <p:txBody>
          <a:bodyPr wrap="square" rtlCol="0" anchor="t">
            <a:spAutoFit/>
          </a:bodyPr>
          <a:lstStyle/>
          <a:p>
            <a:r>
              <a:rPr lang="en-US" sz="3000" b="0" i="0">
                <a:solidFill>
                  <a:schemeClr val="bg1"/>
                </a:solidFill>
                <a:latin typeface="Montserrat Light" pitchFamily="2" charset="77"/>
              </a:rPr>
              <a:t>Agenda</a:t>
            </a:r>
          </a:p>
        </p:txBody>
      </p:sp>
      <p:sp>
        <p:nvSpPr>
          <p:cNvPr id="12" name="Date Placeholder 3">
            <a:extLst>
              <a:ext uri="{FF2B5EF4-FFF2-40B4-BE49-F238E27FC236}">
                <a16:creationId xmlns:a16="http://schemas.microsoft.com/office/drawing/2014/main" id="{356B5CE4-CB9C-2813-E3D0-9CEDCA63520A}"/>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bg1"/>
                </a:solidFill>
                <a:latin typeface="Montserrat Light" pitchFamily="2" charset="77"/>
              </a:defRPr>
            </a:lvl1pPr>
          </a:lstStyle>
          <a:p>
            <a:r>
              <a:rPr lang="en-US"/>
              <a:t>© SYREN CLOUD INC – 2025 – ALL RIGHTS RESERVED</a:t>
            </a:r>
          </a:p>
        </p:txBody>
      </p:sp>
      <p:pic>
        <p:nvPicPr>
          <p:cNvPr id="4" name="Graphic 3">
            <a:extLst>
              <a:ext uri="{FF2B5EF4-FFF2-40B4-BE49-F238E27FC236}">
                <a16:creationId xmlns:a16="http://schemas.microsoft.com/office/drawing/2014/main" id="{00DC2F79-0561-CA4A-0111-3C8F3F9A1A6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cxnSp>
        <p:nvCxnSpPr>
          <p:cNvPr id="9" name="Straight Connector 8">
            <a:extLst>
              <a:ext uri="{FF2B5EF4-FFF2-40B4-BE49-F238E27FC236}">
                <a16:creationId xmlns:a16="http://schemas.microsoft.com/office/drawing/2014/main" id="{3DF648CB-B53A-97FE-8A66-928C7AC2BFE6}"/>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
        <p:nvSpPr>
          <p:cNvPr id="2" name="Content Placeholder 2">
            <a:extLst>
              <a:ext uri="{FF2B5EF4-FFF2-40B4-BE49-F238E27FC236}">
                <a16:creationId xmlns:a16="http://schemas.microsoft.com/office/drawing/2014/main" id="{367BF5CD-B00A-CD4C-B258-889CE9E83427}"/>
              </a:ext>
            </a:extLst>
          </p:cNvPr>
          <p:cNvSpPr>
            <a:spLocks noGrp="1"/>
          </p:cNvSpPr>
          <p:nvPr>
            <p:ph idx="14"/>
          </p:nvPr>
        </p:nvSpPr>
        <p:spPr>
          <a:xfrm>
            <a:off x="405384" y="1131124"/>
            <a:ext cx="5462015" cy="457200"/>
          </a:xfrm>
        </p:spPr>
        <p:txBody>
          <a:bodyPr anchor="ctr"/>
          <a:lstStyle>
            <a:lvl1pPr marL="0" indent="0" algn="l">
              <a:buNone/>
              <a:defRPr>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23525416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 Break - Dar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3441743"/>
            <a:ext cx="10515600" cy="2852737"/>
          </a:xfrm>
        </p:spPr>
        <p:txBody>
          <a:bodyPr anchor="b">
            <a:normAutofit/>
          </a:bodyPr>
          <a:lstStyle>
            <a:lvl1pPr>
              <a:defRPr sz="4000">
                <a:solidFill>
                  <a:schemeClr val="bg1"/>
                </a:solidFill>
              </a:defRPr>
            </a:lvl1pPr>
          </a:lstStyle>
          <a:p>
            <a:r>
              <a:rPr lang="en-US"/>
              <a:t>Click to edit Master title style</a:t>
            </a:r>
          </a:p>
        </p:txBody>
      </p:sp>
      <p:sp>
        <p:nvSpPr>
          <p:cNvPr id="4" name="Date Placeholder 3"/>
          <p:cNvSpPr>
            <a:spLocks noGrp="1"/>
          </p:cNvSpPr>
          <p:nvPr>
            <p:ph type="dt" sz="half" idx="10"/>
          </p:nvPr>
        </p:nvSpPr>
        <p:spPr/>
        <p:txBody>
          <a:bodyPr/>
          <a:lstStyle>
            <a:lvl1pPr>
              <a:defRPr>
                <a:solidFill>
                  <a:schemeClr val="bg1"/>
                </a:solidFill>
              </a:defRPr>
            </a:lvl1pPr>
          </a:lstStyle>
          <a:p>
            <a:r>
              <a:rPr lang="en-US"/>
              <a:t>© SYREN CLOUD INC – 2025 – ALL RIGHTS RESERVED</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330EA680-D336-4FF7-8B7A-9848BB0A1C32}" type="slidenum">
              <a:rPr lang="en-US" smtClean="0"/>
              <a:pPr/>
              <a:t>‹#›</a:t>
            </a:fld>
            <a:endParaRPr lang="en-US"/>
          </a:p>
        </p:txBody>
      </p:sp>
      <p:pic>
        <p:nvPicPr>
          <p:cNvPr id="7" name="Graphic 6">
            <a:extLst>
              <a:ext uri="{FF2B5EF4-FFF2-40B4-BE49-F238E27FC236}">
                <a16:creationId xmlns:a16="http://schemas.microsoft.com/office/drawing/2014/main" id="{010E394F-AE28-1CC6-C7FC-5C379921078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8582" y="6548674"/>
            <a:ext cx="457200" cy="143540"/>
          </a:xfrm>
          <a:prstGeom prst="rect">
            <a:avLst/>
          </a:prstGeom>
        </p:spPr>
      </p:pic>
      <p:pic>
        <p:nvPicPr>
          <p:cNvPr id="9" name="Picture 8" descr="A black background with orange circles&#10;&#10;AI-generated content may be incorrect.">
            <a:extLst>
              <a:ext uri="{FF2B5EF4-FFF2-40B4-BE49-F238E27FC236}">
                <a16:creationId xmlns:a16="http://schemas.microsoft.com/office/drawing/2014/main" id="{DB3A95AF-E38C-4D22-D25E-DE95CBD87D3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501899" y="-733879"/>
            <a:ext cx="7588845" cy="7591879"/>
          </a:xfrm>
          <a:prstGeom prst="rect">
            <a:avLst/>
          </a:prstGeom>
        </p:spPr>
      </p:pic>
    </p:spTree>
    <p:extLst>
      <p:ext uri="{BB962C8B-B14F-4D97-AF65-F5344CB8AC3E}">
        <p14:creationId xmlns:p14="http://schemas.microsoft.com/office/powerpoint/2010/main" val="389924343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Section Break - Dark">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26D698-EC5E-4379-18DF-F39BA01669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58" y="-2"/>
            <a:ext cx="12182742" cy="6858002"/>
          </a:xfrm>
          <a:prstGeom prst="rect">
            <a:avLst/>
          </a:prstGeom>
        </p:spPr>
      </p:pic>
      <p:sp>
        <p:nvSpPr>
          <p:cNvPr id="2" name="Title 1"/>
          <p:cNvSpPr>
            <a:spLocks noGrp="1"/>
          </p:cNvSpPr>
          <p:nvPr>
            <p:ph type="title"/>
          </p:nvPr>
        </p:nvSpPr>
        <p:spPr>
          <a:xfrm>
            <a:off x="381000" y="3441743"/>
            <a:ext cx="10515600" cy="2852737"/>
          </a:xfrm>
        </p:spPr>
        <p:txBody>
          <a:bodyPr anchor="b">
            <a:normAutofit/>
          </a:bodyPr>
          <a:lstStyle>
            <a:lvl1pPr>
              <a:defRPr sz="4000">
                <a:solidFill>
                  <a:schemeClr val="bg1"/>
                </a:solidFill>
              </a:defRPr>
            </a:lvl1pPr>
          </a:lstStyle>
          <a:p>
            <a:r>
              <a:rPr lang="en-US"/>
              <a:t>Click to edit Master title style</a:t>
            </a:r>
          </a:p>
        </p:txBody>
      </p:sp>
      <p:sp>
        <p:nvSpPr>
          <p:cNvPr id="4" name="Date Placeholder 3"/>
          <p:cNvSpPr>
            <a:spLocks noGrp="1"/>
          </p:cNvSpPr>
          <p:nvPr>
            <p:ph type="dt" sz="half" idx="10"/>
          </p:nvPr>
        </p:nvSpPr>
        <p:spPr/>
        <p:txBody>
          <a:bodyPr/>
          <a:lstStyle>
            <a:lvl1pPr>
              <a:defRPr>
                <a:solidFill>
                  <a:schemeClr val="bg1"/>
                </a:solidFill>
              </a:defRPr>
            </a:lvl1pPr>
          </a:lstStyle>
          <a:p>
            <a:r>
              <a:rPr lang="en-US"/>
              <a:t>© SYREN CLOUD INC – 2025 – ALL RIGHTS RESERVED</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330EA680-D336-4FF7-8B7A-9848BB0A1C32}" type="slidenum">
              <a:rPr lang="en-US" smtClean="0"/>
              <a:pPr/>
              <a:t>‹#›</a:t>
            </a:fld>
            <a:endParaRPr lang="en-US"/>
          </a:p>
        </p:txBody>
      </p:sp>
      <p:pic>
        <p:nvPicPr>
          <p:cNvPr id="9" name="Picture 8" descr="A black background with orange circles&#10;&#10;AI-generated content may be incorrect.">
            <a:extLst>
              <a:ext uri="{FF2B5EF4-FFF2-40B4-BE49-F238E27FC236}">
                <a16:creationId xmlns:a16="http://schemas.microsoft.com/office/drawing/2014/main" id="{DB3A95AF-E38C-4D22-D25E-DE95CBD87D3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501899" y="-899665"/>
            <a:ext cx="7588845" cy="7591879"/>
          </a:xfrm>
          <a:prstGeom prst="rect">
            <a:avLst/>
          </a:prstGeom>
        </p:spPr>
      </p:pic>
      <p:pic>
        <p:nvPicPr>
          <p:cNvPr id="5" name="Graphic 4">
            <a:extLst>
              <a:ext uri="{FF2B5EF4-FFF2-40B4-BE49-F238E27FC236}">
                <a16:creationId xmlns:a16="http://schemas.microsoft.com/office/drawing/2014/main" id="{73F88B3A-86D0-395B-05CB-269D6502A4A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1000" y="6548674"/>
            <a:ext cx="457200" cy="143540"/>
          </a:xfrm>
          <a:prstGeom prst="rect">
            <a:avLst/>
          </a:prstGeom>
        </p:spPr>
      </p:pic>
    </p:spTree>
    <p:extLst>
      <p:ext uri="{BB962C8B-B14F-4D97-AF65-F5344CB8AC3E}">
        <p14:creationId xmlns:p14="http://schemas.microsoft.com/office/powerpoint/2010/main" val="106492635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Break - Gradi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2002631"/>
            <a:ext cx="4733544" cy="2852737"/>
          </a:xfrm>
        </p:spPr>
        <p:txBody>
          <a:bodyPr anchor="ctr">
            <a:normAutofit/>
          </a:bodyPr>
          <a:lstStyle>
            <a:lvl1pPr>
              <a:defRPr sz="4000">
                <a:solidFill>
                  <a:schemeClr val="bg1"/>
                </a:solidFill>
              </a:defRPr>
            </a:lvl1pPr>
          </a:lstStyle>
          <a:p>
            <a:r>
              <a:rPr lang="en-US"/>
              <a:t>Click to edit Master title style</a:t>
            </a:r>
          </a:p>
        </p:txBody>
      </p:sp>
      <p:sp>
        <p:nvSpPr>
          <p:cNvPr id="4" name="Date Placeholder 3"/>
          <p:cNvSpPr>
            <a:spLocks noGrp="1"/>
          </p:cNvSpPr>
          <p:nvPr>
            <p:ph type="dt" sz="half" idx="10"/>
          </p:nvPr>
        </p:nvSpPr>
        <p:spPr/>
        <p:txBody>
          <a:bodyPr/>
          <a:lstStyle>
            <a:lvl1pPr>
              <a:defRPr sz="500">
                <a:solidFill>
                  <a:schemeClr val="bg1"/>
                </a:solidFill>
              </a:defRPr>
            </a:lvl1pPr>
          </a:lstStyle>
          <a:p>
            <a:r>
              <a:rPr lang="en-US"/>
              <a:t>© SYREN CLOUD INC – 2025 – ALL RIGHTS RESERVED</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330EA680-D336-4FF7-8B7A-9848BB0A1C32}" type="slidenum">
              <a:rPr lang="en-US" smtClean="0"/>
              <a:pPr/>
              <a:t>‹#›</a:t>
            </a:fld>
            <a:endParaRPr lang="en-US"/>
          </a:p>
        </p:txBody>
      </p:sp>
      <p:pic>
        <p:nvPicPr>
          <p:cNvPr id="7" name="Graphic 6">
            <a:extLst>
              <a:ext uri="{FF2B5EF4-FFF2-40B4-BE49-F238E27FC236}">
                <a16:creationId xmlns:a16="http://schemas.microsoft.com/office/drawing/2014/main" id="{010E394F-AE28-1CC6-C7FC-5C379921078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8582" y="6548674"/>
            <a:ext cx="457200" cy="143540"/>
          </a:xfrm>
          <a:prstGeom prst="rect">
            <a:avLst/>
          </a:prstGeom>
        </p:spPr>
      </p:pic>
    </p:spTree>
    <p:extLst>
      <p:ext uri="{BB962C8B-B14F-4D97-AF65-F5344CB8AC3E}">
        <p14:creationId xmlns:p14="http://schemas.microsoft.com/office/powerpoint/2010/main" val="41267191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 Light - Blank">
    <p:spTree>
      <p:nvGrpSpPr>
        <p:cNvPr id="1" name=""/>
        <p:cNvGrpSpPr/>
        <p:nvPr/>
      </p:nvGrpSpPr>
      <p:grpSpPr>
        <a:xfrm>
          <a:off x="0" y="0"/>
          <a:ext cx="0" cy="0"/>
          <a:chOff x="0" y="0"/>
          <a:chExt cx="0" cy="0"/>
        </a:xfrm>
      </p:grpSpPr>
      <p:sp>
        <p:nvSpPr>
          <p:cNvPr id="2" name="Title 1"/>
          <p:cNvSpPr>
            <a:spLocks noGrp="1"/>
          </p:cNvSpPr>
          <p:nvPr>
            <p:ph type="title"/>
          </p:nvPr>
        </p:nvSpPr>
        <p:spPr>
          <a:xfrm>
            <a:off x="381000" y="342899"/>
            <a:ext cx="10515600" cy="553993"/>
          </a:xfrm>
        </p:spPr>
        <p:txBody>
          <a:bodyPr>
            <a:noAutofit/>
          </a:bodyPr>
          <a:lstStyle>
            <a:lvl1pPr>
              <a:defRPr sz="3000" b="0" i="0">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 y="1029730"/>
            <a:ext cx="11468100" cy="5485369"/>
          </a:xfrm>
        </p:spPr>
        <p:txBody>
          <a:bodyPr/>
          <a:lstStyle>
            <a:lvl1pPr marL="285750" indent="-285750">
              <a:buFontTx/>
              <a:buBlip>
                <a:blip r:embed="rId2"/>
              </a:buBlip>
              <a:defRPr/>
            </a:lvl1pPr>
            <a:lvl2pPr marL="628650" indent="-171450">
              <a:buFontTx/>
              <a:buBlip>
                <a:blip r:embed="rId2"/>
              </a:buBlip>
              <a:defRPr/>
            </a:lvl2pPr>
            <a:lvl3pPr marL="1085850" indent="-171450">
              <a:buFontTx/>
              <a:buBlip>
                <a:blip r:embed="rId2"/>
              </a:buBlip>
              <a:defRPr/>
            </a:lvl3pPr>
            <a:lvl4pPr marL="1543050" indent="-171450">
              <a:buFontTx/>
              <a:buBlip>
                <a:blip r:embed="rId2"/>
              </a:buBlip>
              <a:defRPr/>
            </a:lvl4pPr>
            <a:lvl5pPr marL="2000250" indent="-171450">
              <a:buFontTx/>
              <a:buBlip>
                <a:blip r:embed="rId2"/>
              </a:buBlip>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tx1"/>
                </a:solidFill>
                <a:latin typeface="Montserrat Light" pitchFamily="2" charset="77"/>
              </a:defRPr>
            </a:lvl1pPr>
          </a:lstStyle>
          <a:p>
            <a:r>
              <a:rPr lang="en-US"/>
              <a:t>© SYREN CLOUD INC – 2025 – ALL RIGHTS RESERVED</a:t>
            </a:r>
          </a:p>
        </p:txBody>
      </p:sp>
      <p:cxnSp>
        <p:nvCxnSpPr>
          <p:cNvPr id="9" name="Straight Connector 8">
            <a:extLst>
              <a:ext uri="{FF2B5EF4-FFF2-40B4-BE49-F238E27FC236}">
                <a16:creationId xmlns:a16="http://schemas.microsoft.com/office/drawing/2014/main" id="{5CE39CB5-F702-940E-D5A3-9950276C91F2}"/>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4948290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 Light - 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3031A1E-6ED6-EAFB-5E11-2509F4ABACD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58" y="-2"/>
            <a:ext cx="12182742" cy="6858002"/>
          </a:xfrm>
          <a:prstGeom prst="rect">
            <a:avLst/>
          </a:prstGeom>
        </p:spPr>
      </p:pic>
      <p:sp>
        <p:nvSpPr>
          <p:cNvPr id="2" name="Title 1"/>
          <p:cNvSpPr>
            <a:spLocks noGrp="1"/>
          </p:cNvSpPr>
          <p:nvPr>
            <p:ph type="title"/>
          </p:nvPr>
        </p:nvSpPr>
        <p:spPr>
          <a:xfrm>
            <a:off x="381000" y="342899"/>
            <a:ext cx="10515600" cy="553993"/>
          </a:xfrm>
        </p:spPr>
        <p:txBody>
          <a:bodyPr>
            <a:noAutofit/>
          </a:bodyPr>
          <a:lstStyle>
            <a:lvl1pPr>
              <a:defRPr sz="3000" b="0" i="0">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 y="1029730"/>
            <a:ext cx="11468100" cy="5485369"/>
          </a:xfrm>
        </p:spPr>
        <p:txBody>
          <a:bodyPr/>
          <a:lstStyle>
            <a:lvl1pPr marL="285750" indent="-285750">
              <a:buFontTx/>
              <a:buBlip>
                <a:blip r:embed="rId3"/>
              </a:buBlip>
              <a:defRPr/>
            </a:lvl1pPr>
            <a:lvl2pPr marL="628650" indent="-171450">
              <a:buFontTx/>
              <a:buBlip>
                <a:blip r:embed="rId3"/>
              </a:buBlip>
              <a:defRPr/>
            </a:lvl2pPr>
            <a:lvl3pPr marL="1085850" indent="-171450">
              <a:buFontTx/>
              <a:buBlip>
                <a:blip r:embed="rId3"/>
              </a:buBlip>
              <a:defRPr/>
            </a:lvl3pPr>
            <a:lvl4pPr marL="1543050" indent="-171450">
              <a:buFontTx/>
              <a:buBlip>
                <a:blip r:embed="rId3"/>
              </a:buBlip>
              <a:defRPr/>
            </a:lvl4pPr>
            <a:lvl5pPr marL="2000250" indent="-171450">
              <a:buFontTx/>
              <a:buBlip>
                <a:blip r:embed="rId3"/>
              </a:buBlip>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tx1"/>
                </a:solidFill>
                <a:latin typeface="Montserrat Light" pitchFamily="2" charset="77"/>
              </a:defRPr>
            </a:lvl1pPr>
          </a:lstStyle>
          <a:p>
            <a:r>
              <a:rPr lang="en-US"/>
              <a:t>© SYREN CLOUD INC – 2025 – ALL RIGHTS RESERVED</a:t>
            </a:r>
          </a:p>
        </p:txBody>
      </p:sp>
      <p:cxnSp>
        <p:nvCxnSpPr>
          <p:cNvPr id="9" name="Straight Connector 8">
            <a:extLst>
              <a:ext uri="{FF2B5EF4-FFF2-40B4-BE49-F238E27FC236}">
                <a16:creationId xmlns:a16="http://schemas.microsoft.com/office/drawing/2014/main" id="{5CE39CB5-F702-940E-D5A3-9950276C91F2}"/>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0755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 Light - 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0E7F441-80FA-3503-CFF1-2B16719E0F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58" y="-2"/>
            <a:ext cx="12182742" cy="6858002"/>
          </a:xfrm>
          <a:prstGeom prst="rect">
            <a:avLst/>
          </a:prstGeom>
        </p:spPr>
      </p:pic>
      <p:sp>
        <p:nvSpPr>
          <p:cNvPr id="2" name="Title 1"/>
          <p:cNvSpPr>
            <a:spLocks noGrp="1"/>
          </p:cNvSpPr>
          <p:nvPr>
            <p:ph type="title"/>
          </p:nvPr>
        </p:nvSpPr>
        <p:spPr>
          <a:xfrm>
            <a:off x="381000" y="342899"/>
            <a:ext cx="10515600" cy="553993"/>
          </a:xfrm>
        </p:spPr>
        <p:txBody>
          <a:bodyPr>
            <a:noAutofit/>
          </a:bodyPr>
          <a:lstStyle>
            <a:lvl1pPr>
              <a:defRPr sz="3000" b="0" i="0">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 y="1029730"/>
            <a:ext cx="11468100" cy="5485369"/>
          </a:xfrm>
        </p:spPr>
        <p:txBody>
          <a:bodyPr/>
          <a:lstStyle>
            <a:lvl1pPr marL="285750" indent="-285750">
              <a:buFontTx/>
              <a:buBlip>
                <a:blip r:embed="rId3"/>
              </a:buBlip>
              <a:defRPr/>
            </a:lvl1pPr>
            <a:lvl2pPr marL="628650" indent="-171450">
              <a:buFontTx/>
              <a:buBlip>
                <a:blip r:embed="rId3"/>
              </a:buBlip>
              <a:defRPr/>
            </a:lvl2pPr>
            <a:lvl3pPr marL="1085850" indent="-171450">
              <a:buFontTx/>
              <a:buBlip>
                <a:blip r:embed="rId3"/>
              </a:buBlip>
              <a:defRPr/>
            </a:lvl3pPr>
            <a:lvl4pPr marL="1543050" indent="-171450">
              <a:buFontTx/>
              <a:buBlip>
                <a:blip r:embed="rId3"/>
              </a:buBlip>
              <a:defRPr/>
            </a:lvl4pPr>
            <a:lvl5pPr marL="2000250" indent="-171450">
              <a:buFontTx/>
              <a:buBlip>
                <a:blip r:embed="rId3"/>
              </a:buBlip>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tx1"/>
                </a:solidFill>
                <a:latin typeface="Montserrat Light" pitchFamily="2" charset="77"/>
              </a:defRPr>
            </a:lvl1pPr>
          </a:lstStyle>
          <a:p>
            <a:r>
              <a:rPr lang="en-US"/>
              <a:t>© SYREN CLOUD INC – 2025 – ALL RIGHTS RESERVED</a:t>
            </a:r>
          </a:p>
        </p:txBody>
      </p:sp>
      <p:cxnSp>
        <p:nvCxnSpPr>
          <p:cNvPr id="9" name="Straight Connector 8">
            <a:extLst>
              <a:ext uri="{FF2B5EF4-FFF2-40B4-BE49-F238E27FC236}">
                <a16:creationId xmlns:a16="http://schemas.microsoft.com/office/drawing/2014/main" id="{5CE39CB5-F702-940E-D5A3-9950276C91F2}"/>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0858483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tle and Content - Dark - Blank">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29730"/>
            <a:ext cx="11468100" cy="5485369"/>
          </a:xfrm>
        </p:spPr>
        <p:txBody>
          <a:bodyPr/>
          <a:lstStyle>
            <a:lvl1pPr marL="228600" indent="-228600">
              <a:buFontTx/>
              <a:buBlip>
                <a:blip r:embed="rId2"/>
              </a:buBlip>
              <a:defRPr>
                <a:solidFill>
                  <a:schemeClr val="bg1"/>
                </a:solidFill>
              </a:defRPr>
            </a:lvl1pPr>
            <a:lvl2pPr marL="685800" indent="-228600">
              <a:buFontTx/>
              <a:buBlip>
                <a:blip r:embed="rId2"/>
              </a:buBlip>
              <a:defRPr>
                <a:solidFill>
                  <a:schemeClr val="bg1"/>
                </a:solidFill>
              </a:defRPr>
            </a:lvl2pPr>
            <a:lvl3pPr marL="1143000" indent="-228600">
              <a:buFontTx/>
              <a:buBlip>
                <a:blip r:embed="rId2"/>
              </a:buBlip>
              <a:defRPr>
                <a:solidFill>
                  <a:schemeClr val="bg1"/>
                </a:solidFill>
              </a:defRPr>
            </a:lvl3pPr>
            <a:lvl4pPr marL="1600200" indent="-228600">
              <a:buFontTx/>
              <a:buBlip>
                <a:blip r:embed="rId2"/>
              </a:buBlip>
              <a:defRPr>
                <a:solidFill>
                  <a:schemeClr val="bg1"/>
                </a:solidFill>
              </a:defRPr>
            </a:lvl4pPr>
            <a:lvl5pPr marL="2057400" indent="-228600">
              <a:buFontTx/>
              <a:buBlip>
                <a:blip r:embed="rId2"/>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330EA680-D336-4FF7-8B7A-9848BB0A1C32}" type="slidenum">
              <a:rPr lang="en-US" smtClean="0"/>
              <a:pPr/>
              <a:t>‹#›</a:t>
            </a:fld>
            <a:endParaRPr lang="en-US"/>
          </a:p>
        </p:txBody>
      </p:sp>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bg1"/>
                </a:solidFill>
                <a:latin typeface="Montserrat Light" pitchFamily="2" charset="77"/>
              </a:defRPr>
            </a:lvl1pPr>
          </a:lstStyle>
          <a:p>
            <a:r>
              <a:rPr lang="en-US"/>
              <a:t>© SYREN CLOUD INC – 2025 – ALL RIGHTS RESERVED</a:t>
            </a:r>
          </a:p>
        </p:txBody>
      </p:sp>
      <p:pic>
        <p:nvPicPr>
          <p:cNvPr id="5" name="Graphic 4">
            <a:extLst>
              <a:ext uri="{FF2B5EF4-FFF2-40B4-BE49-F238E27FC236}">
                <a16:creationId xmlns:a16="http://schemas.microsoft.com/office/drawing/2014/main" id="{5D1A1B21-B93B-E42A-E51E-7A1F7B5E2DC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8582" y="6548674"/>
            <a:ext cx="457200" cy="143540"/>
          </a:xfrm>
          <a:prstGeom prst="rect">
            <a:avLst/>
          </a:prstGeom>
        </p:spPr>
      </p:pic>
      <p:cxnSp>
        <p:nvCxnSpPr>
          <p:cNvPr id="7" name="Straight Connector 6">
            <a:extLst>
              <a:ext uri="{FF2B5EF4-FFF2-40B4-BE49-F238E27FC236}">
                <a16:creationId xmlns:a16="http://schemas.microsoft.com/office/drawing/2014/main" id="{464AB1EB-15E3-CE1B-411E-C1FEC0D2BD24}"/>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88A7821C-3321-6D10-05B6-451DE1DF7328}"/>
              </a:ext>
            </a:extLst>
          </p:cNvPr>
          <p:cNvSpPr>
            <a:spLocks noGrp="1"/>
          </p:cNvSpPr>
          <p:nvPr>
            <p:ph type="title"/>
          </p:nvPr>
        </p:nvSpPr>
        <p:spPr>
          <a:xfrm>
            <a:off x="381000" y="342899"/>
            <a:ext cx="10515600" cy="553993"/>
          </a:xfrm>
        </p:spPr>
        <p:txBody>
          <a:bodyPr>
            <a:noAutofit/>
          </a:bodyPr>
          <a:lstStyle>
            <a:lvl1pPr>
              <a:defRPr sz="3000" b="0" i="0">
                <a:solidFill>
                  <a:schemeClr val="bg1"/>
                </a:solidFill>
                <a:latin typeface="Montserrat Light" pitchFamily="2" charset="77"/>
              </a:defRPr>
            </a:lvl1pPr>
          </a:lstStyle>
          <a:p>
            <a:r>
              <a:rPr lang="en-US"/>
              <a:t>Click to edit Master title style</a:t>
            </a:r>
          </a:p>
        </p:txBody>
      </p:sp>
    </p:spTree>
    <p:extLst>
      <p:ext uri="{BB962C8B-B14F-4D97-AF65-F5344CB8AC3E}">
        <p14:creationId xmlns:p14="http://schemas.microsoft.com/office/powerpoint/2010/main" val="171055287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w Shapes - Light">
    <p:spTree>
      <p:nvGrpSpPr>
        <p:cNvPr id="1" name=""/>
        <p:cNvGrpSpPr/>
        <p:nvPr/>
      </p:nvGrpSpPr>
      <p:grpSpPr>
        <a:xfrm>
          <a:off x="0" y="0"/>
          <a:ext cx="0" cy="0"/>
          <a:chOff x="0" y="0"/>
          <a:chExt cx="0" cy="0"/>
        </a:xfrm>
      </p:grpSpPr>
      <p:sp>
        <p:nvSpPr>
          <p:cNvPr id="2" name="Title 1"/>
          <p:cNvSpPr>
            <a:spLocks noGrp="1"/>
          </p:cNvSpPr>
          <p:nvPr>
            <p:ph type="title"/>
          </p:nvPr>
        </p:nvSpPr>
        <p:spPr>
          <a:xfrm>
            <a:off x="381000" y="342899"/>
            <a:ext cx="10515600" cy="553993"/>
          </a:xfrm>
        </p:spPr>
        <p:txBody>
          <a:bodyPr>
            <a:noAutofit/>
          </a:bodyPr>
          <a:lstStyle>
            <a:lvl1pPr>
              <a:defRPr sz="3000" b="0" i="0">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 y="1029730"/>
            <a:ext cx="11468100" cy="5485369"/>
          </a:xfrm>
        </p:spPr>
        <p:txBody>
          <a:bodyPr/>
          <a:lstStyle>
            <a:lvl1pPr marL="228600" indent="-228600">
              <a:buFontTx/>
              <a:buBlip>
                <a:blip r:embed="rId2"/>
              </a:buBlip>
              <a:defRPr/>
            </a:lvl1pPr>
            <a:lvl2pPr marL="685800" indent="-228600">
              <a:buFontTx/>
              <a:buBlip>
                <a:blip r:embed="rId2"/>
              </a:buBlip>
              <a:defRPr/>
            </a:lvl2pPr>
            <a:lvl3pPr marL="1143000" indent="-228600">
              <a:buFontTx/>
              <a:buBlip>
                <a:blip r:embed="rId2"/>
              </a:buBlip>
              <a:defRPr/>
            </a:lvl3pPr>
            <a:lvl4pPr marL="1600200" indent="-228600">
              <a:buFontTx/>
              <a:buBlip>
                <a:blip r:embed="rId2"/>
              </a:buBlip>
              <a:defRPr/>
            </a:lvl4pPr>
            <a:lvl5pPr marL="2057400" indent="-228600">
              <a:buFontTx/>
              <a:buBlip>
                <a:blip r:embed="rId2"/>
              </a:buBlip>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tx1"/>
                </a:solidFill>
                <a:latin typeface="Montserrat Light" pitchFamily="2" charset="77"/>
              </a:defRPr>
            </a:lvl1pPr>
          </a:lstStyle>
          <a:p>
            <a:r>
              <a:rPr lang="en-US"/>
              <a:t>© SYREN CLOUD INC – 2025 – ALL RIGHTS RESERVED</a:t>
            </a:r>
          </a:p>
        </p:txBody>
      </p:sp>
      <p:cxnSp>
        <p:nvCxnSpPr>
          <p:cNvPr id="9" name="Straight Connector 8">
            <a:extLst>
              <a:ext uri="{FF2B5EF4-FFF2-40B4-BE49-F238E27FC236}">
                <a16:creationId xmlns:a16="http://schemas.microsoft.com/office/drawing/2014/main" id="{5CE39CB5-F702-940E-D5A3-9950276C91F2}"/>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4098855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w Shapes - Dark">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29730"/>
            <a:ext cx="11468100" cy="5485369"/>
          </a:xfrm>
        </p:spPr>
        <p:txBody>
          <a:bodyPr/>
          <a:lstStyle>
            <a:lvl1pPr marL="228600" indent="-228600">
              <a:buFontTx/>
              <a:buBlip>
                <a:blip r:embed="rId2"/>
              </a:buBlip>
              <a:defRPr>
                <a:solidFill>
                  <a:schemeClr val="bg1"/>
                </a:solidFill>
              </a:defRPr>
            </a:lvl1pPr>
            <a:lvl2pPr marL="685800" indent="-228600">
              <a:buFontTx/>
              <a:buBlip>
                <a:blip r:embed="rId2"/>
              </a:buBlip>
              <a:defRPr>
                <a:solidFill>
                  <a:schemeClr val="bg1"/>
                </a:solidFill>
              </a:defRPr>
            </a:lvl2pPr>
            <a:lvl3pPr marL="1143000" indent="-228600">
              <a:buFontTx/>
              <a:buBlip>
                <a:blip r:embed="rId2"/>
              </a:buBlip>
              <a:defRPr>
                <a:solidFill>
                  <a:schemeClr val="bg1"/>
                </a:solidFill>
              </a:defRPr>
            </a:lvl3pPr>
            <a:lvl4pPr marL="1600200" indent="-228600">
              <a:buFontTx/>
              <a:buBlip>
                <a:blip r:embed="rId2"/>
              </a:buBlip>
              <a:defRPr>
                <a:solidFill>
                  <a:schemeClr val="bg1"/>
                </a:solidFill>
              </a:defRPr>
            </a:lvl4pPr>
            <a:lvl5pPr marL="2057400" indent="-228600">
              <a:buFontTx/>
              <a:buBlip>
                <a:blip r:embed="rId2"/>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330EA680-D336-4FF7-8B7A-9848BB0A1C32}" type="slidenum">
              <a:rPr lang="en-US" smtClean="0"/>
              <a:pPr/>
              <a:t>‹#›</a:t>
            </a:fld>
            <a:endParaRPr lang="en-US"/>
          </a:p>
        </p:txBody>
      </p:sp>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bg1"/>
                </a:solidFill>
                <a:latin typeface="Montserrat Light" pitchFamily="2" charset="77"/>
              </a:defRPr>
            </a:lvl1pPr>
          </a:lstStyle>
          <a:p>
            <a:r>
              <a:rPr lang="en-US"/>
              <a:t>© SYREN CLOUD INC – 2025 – ALL RIGHTS RESERVED</a:t>
            </a:r>
          </a:p>
        </p:txBody>
      </p:sp>
      <p:pic>
        <p:nvPicPr>
          <p:cNvPr id="5" name="Graphic 4">
            <a:extLst>
              <a:ext uri="{FF2B5EF4-FFF2-40B4-BE49-F238E27FC236}">
                <a16:creationId xmlns:a16="http://schemas.microsoft.com/office/drawing/2014/main" id="{5D1A1B21-B93B-E42A-E51E-7A1F7B5E2DC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8582" y="6548674"/>
            <a:ext cx="457200" cy="143540"/>
          </a:xfrm>
          <a:prstGeom prst="rect">
            <a:avLst/>
          </a:prstGeom>
        </p:spPr>
      </p:pic>
      <p:cxnSp>
        <p:nvCxnSpPr>
          <p:cNvPr id="7" name="Straight Connector 6">
            <a:extLst>
              <a:ext uri="{FF2B5EF4-FFF2-40B4-BE49-F238E27FC236}">
                <a16:creationId xmlns:a16="http://schemas.microsoft.com/office/drawing/2014/main" id="{464AB1EB-15E3-CE1B-411E-C1FEC0D2BD24}"/>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88A7821C-3321-6D10-05B6-451DE1DF7328}"/>
              </a:ext>
            </a:extLst>
          </p:cNvPr>
          <p:cNvSpPr>
            <a:spLocks noGrp="1"/>
          </p:cNvSpPr>
          <p:nvPr>
            <p:ph type="title"/>
          </p:nvPr>
        </p:nvSpPr>
        <p:spPr>
          <a:xfrm>
            <a:off x="381000" y="342899"/>
            <a:ext cx="10515600" cy="553993"/>
          </a:xfrm>
        </p:spPr>
        <p:txBody>
          <a:bodyPr>
            <a:noAutofit/>
          </a:bodyPr>
          <a:lstStyle>
            <a:lvl1pPr>
              <a:defRPr sz="3000" b="0" i="0">
                <a:solidFill>
                  <a:schemeClr val="bg1"/>
                </a:solidFill>
                <a:latin typeface="Montserrat Light" pitchFamily="2" charset="77"/>
              </a:defRPr>
            </a:lvl1pPr>
          </a:lstStyle>
          <a:p>
            <a:r>
              <a:rPr lang="en-US"/>
              <a:t>Click to edit Master title style</a:t>
            </a:r>
          </a:p>
        </p:txBody>
      </p:sp>
    </p:spTree>
    <p:extLst>
      <p:ext uri="{BB962C8B-B14F-4D97-AF65-F5344CB8AC3E}">
        <p14:creationId xmlns:p14="http://schemas.microsoft.com/office/powerpoint/2010/main" val="37197400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Title and Content - Dark - Blank">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29730"/>
            <a:ext cx="11468100" cy="5485369"/>
          </a:xfrm>
        </p:spPr>
        <p:txBody>
          <a:bodyPr/>
          <a:lstStyle>
            <a:lvl1pPr marL="228600" indent="-228600">
              <a:buFont typeface="Wingdings" pitchFamily="2" charset="2"/>
              <a:buChar char="v"/>
              <a:defRPr>
                <a:solidFill>
                  <a:schemeClr val="bg1"/>
                </a:solidFill>
              </a:defRPr>
            </a:lvl1pPr>
            <a:lvl2pPr marL="685800" indent="-228600">
              <a:buFont typeface="Wingdings" pitchFamily="2" charset="2"/>
              <a:buChar char="v"/>
              <a:defRPr>
                <a:solidFill>
                  <a:schemeClr val="bg1"/>
                </a:solidFill>
              </a:defRPr>
            </a:lvl2pPr>
            <a:lvl3pPr marL="1143000" indent="-228600">
              <a:buFont typeface="Wingdings" pitchFamily="2" charset="2"/>
              <a:buChar char="v"/>
              <a:defRPr>
                <a:solidFill>
                  <a:schemeClr val="bg1"/>
                </a:solidFill>
              </a:defRPr>
            </a:lvl3pPr>
            <a:lvl4pPr marL="1600200" indent="-228600">
              <a:buFont typeface="Wingdings" pitchFamily="2" charset="2"/>
              <a:buChar char="v"/>
              <a:defRPr>
                <a:solidFill>
                  <a:schemeClr val="bg1"/>
                </a:solidFill>
              </a:defRPr>
            </a:lvl4pPr>
            <a:lvl5pPr marL="2057400" indent="-228600">
              <a:buFont typeface="Wingdings" pitchFamily="2" charset="2"/>
              <a:buChar char="v"/>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9105900" y="6540407"/>
            <a:ext cx="2743200" cy="206375"/>
          </a:xfrm>
          <a:prstGeom prst="rect">
            <a:avLst/>
          </a:prstGeom>
        </p:spPr>
        <p:txBody>
          <a:bodyPr vert="horz" lIns="91440" tIns="45720" rIns="91440" bIns="45720" rtlCol="0" anchor="ctr"/>
          <a:lstStyle>
            <a:defPPr>
              <a:defRPr lang="en-US"/>
            </a:defPPr>
            <a:lvl1pPr marL="0" algn="r" defTabSz="914400" rtl="0" eaLnBrk="1" latinLnBrk="0" hangingPunct="1">
              <a:defRPr sz="600" b="0" i="0" kern="1200">
                <a:solidFill>
                  <a:schemeClr val="bg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0EA680-D336-4FF7-8B7A-9848BB0A1C32}" type="slidenum">
              <a:rPr lang="en-US" smtClean="0"/>
              <a:pPr/>
              <a:t>‹#›</a:t>
            </a:fld>
            <a:endParaRPr lang="en-US"/>
          </a:p>
        </p:txBody>
      </p:sp>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defPPr>
              <a:defRPr lang="en-US"/>
            </a:defPPr>
            <a:lvl1pPr marL="0" algn="l" defTabSz="914400" rtl="0" eaLnBrk="1" latinLnBrk="0" hangingPunct="1">
              <a:defRPr sz="600" b="0" i="0" kern="1200">
                <a:solidFill>
                  <a:schemeClr val="bg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 SYREN CLOUD INC – 2025 – ALL RIGHTS RESERVED</a:t>
            </a:r>
            <a:endParaRPr lang="en-US"/>
          </a:p>
        </p:txBody>
      </p:sp>
      <p:pic>
        <p:nvPicPr>
          <p:cNvPr id="5" name="Graphic 4">
            <a:extLst>
              <a:ext uri="{FF2B5EF4-FFF2-40B4-BE49-F238E27FC236}">
                <a16:creationId xmlns:a16="http://schemas.microsoft.com/office/drawing/2014/main" id="{5D1A1B21-B93B-E42A-E51E-7A1F7B5E2DC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cxnSp>
        <p:nvCxnSpPr>
          <p:cNvPr id="7" name="Straight Connector 6">
            <a:extLst>
              <a:ext uri="{FF2B5EF4-FFF2-40B4-BE49-F238E27FC236}">
                <a16:creationId xmlns:a16="http://schemas.microsoft.com/office/drawing/2014/main" id="{464AB1EB-15E3-CE1B-411E-C1FEC0D2BD24}"/>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88A7821C-3321-6D10-05B6-451DE1DF7328}"/>
              </a:ext>
            </a:extLst>
          </p:cNvPr>
          <p:cNvSpPr>
            <a:spLocks noGrp="1"/>
          </p:cNvSpPr>
          <p:nvPr>
            <p:ph type="title"/>
          </p:nvPr>
        </p:nvSpPr>
        <p:spPr>
          <a:xfrm>
            <a:off x="381000" y="342899"/>
            <a:ext cx="10515600" cy="553993"/>
          </a:xfrm>
        </p:spPr>
        <p:txBody>
          <a:bodyPr>
            <a:noAutofit/>
          </a:bodyPr>
          <a:lstStyle>
            <a:lvl1pPr>
              <a:defRPr sz="3000" b="0" i="0">
                <a:solidFill>
                  <a:schemeClr val="bg1"/>
                </a:solidFill>
                <a:latin typeface="Montserrat Light" pitchFamily="2" charset="77"/>
              </a:defRPr>
            </a:lvl1pPr>
          </a:lstStyle>
          <a:p>
            <a:r>
              <a:rPr lang="en-US"/>
              <a:t>Click to edit Master title style</a:t>
            </a:r>
          </a:p>
        </p:txBody>
      </p:sp>
    </p:spTree>
    <p:extLst>
      <p:ext uri="{BB962C8B-B14F-4D97-AF65-F5344CB8AC3E}">
        <p14:creationId xmlns:p14="http://schemas.microsoft.com/office/powerpoint/2010/main" val="34420272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w Shapes - Dark - 1">
    <p:spTree>
      <p:nvGrpSpPr>
        <p:cNvPr id="1" name=""/>
        <p:cNvGrpSpPr/>
        <p:nvPr/>
      </p:nvGrpSpPr>
      <p:grpSpPr>
        <a:xfrm>
          <a:off x="0" y="0"/>
          <a:ext cx="0" cy="0"/>
          <a:chOff x="0" y="0"/>
          <a:chExt cx="0" cy="0"/>
        </a:xfrm>
      </p:grpSpPr>
      <p:sp>
        <p:nvSpPr>
          <p:cNvPr id="2" name="Title 1"/>
          <p:cNvSpPr>
            <a:spLocks noGrp="1"/>
          </p:cNvSpPr>
          <p:nvPr>
            <p:ph type="title"/>
          </p:nvPr>
        </p:nvSpPr>
        <p:spPr>
          <a:xfrm>
            <a:off x="381000" y="342899"/>
            <a:ext cx="10515600" cy="553993"/>
          </a:xfrm>
        </p:spPr>
        <p:txBody>
          <a:bodyPr>
            <a:noAutofit/>
          </a:bodyPr>
          <a:lstStyle>
            <a:lvl1pPr>
              <a:defRPr sz="3000" b="0" i="0">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 y="1029730"/>
            <a:ext cx="11468100" cy="5485369"/>
          </a:xfrm>
        </p:spPr>
        <p:txBody>
          <a:bodyPr/>
          <a:lstStyle>
            <a:lvl1pPr marL="228600" indent="-228600">
              <a:buFontTx/>
              <a:buBlip>
                <a:blip r:embed="rId2"/>
              </a:buBlip>
              <a:defRPr/>
            </a:lvl1pPr>
            <a:lvl2pPr marL="685800" indent="-228600">
              <a:buFontTx/>
              <a:buBlip>
                <a:blip r:embed="rId2"/>
              </a:buBlip>
              <a:defRPr/>
            </a:lvl2pPr>
            <a:lvl3pPr marL="1143000" indent="-228600">
              <a:buFontTx/>
              <a:buBlip>
                <a:blip r:embed="rId2"/>
              </a:buBlip>
              <a:defRPr/>
            </a:lvl3pPr>
            <a:lvl4pPr marL="1600200" indent="-228600">
              <a:buFontTx/>
              <a:buBlip>
                <a:blip r:embed="rId2"/>
              </a:buBlip>
              <a:defRPr/>
            </a:lvl4pPr>
            <a:lvl5pPr marL="2057400" indent="-228600">
              <a:buFontTx/>
              <a:buBlip>
                <a:blip r:embed="rId2"/>
              </a:buBlip>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tx1"/>
                </a:solidFill>
                <a:latin typeface="Montserrat Light" pitchFamily="2" charset="77"/>
              </a:defRPr>
            </a:lvl1pPr>
          </a:lstStyle>
          <a:p>
            <a:r>
              <a:rPr lang="en-US"/>
              <a:t>© SYREN CLOUD INC – 2025 – ALL RIGHTS RESERVED</a:t>
            </a:r>
          </a:p>
        </p:txBody>
      </p:sp>
      <p:cxnSp>
        <p:nvCxnSpPr>
          <p:cNvPr id="9" name="Straight Connector 8">
            <a:extLst>
              <a:ext uri="{FF2B5EF4-FFF2-40B4-BE49-F238E27FC236}">
                <a16:creationId xmlns:a16="http://schemas.microsoft.com/office/drawing/2014/main" id="{5CE39CB5-F702-940E-D5A3-9950276C91F2}"/>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9326553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OUR OFFERINGS .1">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F063FBB9-017A-3117-01BF-9C7DE64EE14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6562962"/>
            <a:ext cx="457200" cy="143540"/>
          </a:xfrm>
          <a:prstGeom prst="rect">
            <a:avLst/>
          </a:prstGeom>
        </p:spPr>
      </p:pic>
      <p:pic>
        <p:nvPicPr>
          <p:cNvPr id="3" name="Graphic 2">
            <a:extLst>
              <a:ext uri="{FF2B5EF4-FFF2-40B4-BE49-F238E27FC236}">
                <a16:creationId xmlns:a16="http://schemas.microsoft.com/office/drawing/2014/main" id="{0C2DF325-AFCA-322A-272D-A3359FD65FD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Tree>
    <p:extLst>
      <p:ext uri="{BB962C8B-B14F-4D97-AF65-F5344CB8AC3E}">
        <p14:creationId xmlns:p14="http://schemas.microsoft.com/office/powerpoint/2010/main" val="285398578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title, sub, bullets">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1" hasCustomPrompt="1"/>
          </p:nvPr>
        </p:nvSpPr>
        <p:spPr>
          <a:xfrm>
            <a:off x="601928" y="1713179"/>
            <a:ext cx="10984706" cy="4169410"/>
          </a:xfrm>
        </p:spPr>
        <p:txBody>
          <a:bodyPr/>
          <a:lstStyle>
            <a:lvl1pPr marL="234147" marR="0" indent="-234147" algn="l" defTabSz="761970" rtl="0" eaLnBrk="1" fontAlgn="base" latinLnBrk="0" hangingPunct="1">
              <a:lnSpc>
                <a:spcPct val="100000"/>
              </a:lnSpc>
              <a:spcBef>
                <a:spcPts val="1800"/>
              </a:spcBef>
              <a:spcAft>
                <a:spcPct val="0"/>
              </a:spcAft>
              <a:buClr>
                <a:srgbClr val="212121"/>
              </a:buClr>
              <a:buSzPct val="100000"/>
              <a:buFont typeface="Arial" pitchFamily="-65" charset="0"/>
              <a:buChar char="•"/>
              <a:tabLst/>
              <a:defRPr>
                <a:solidFill>
                  <a:schemeClr val="tx1"/>
                </a:solidFill>
              </a:defRPr>
            </a:lvl1pPr>
            <a:lvl2pPr marL="534437" marR="0" indent="-234147" algn="l" defTabSz="761970" rtl="0" eaLnBrk="1" fontAlgn="base" latinLnBrk="0" hangingPunct="1">
              <a:lnSpc>
                <a:spcPct val="100000"/>
              </a:lnSpc>
              <a:spcBef>
                <a:spcPts val="0"/>
              </a:spcBef>
              <a:spcAft>
                <a:spcPct val="0"/>
              </a:spcAft>
              <a:buClr>
                <a:srgbClr val="212121"/>
              </a:buClr>
              <a:buSzPct val="100000"/>
              <a:buFont typeface="Arial" pitchFamily="-65" charset="0"/>
              <a:buChar char="–"/>
              <a:tabLst/>
              <a:defRPr>
                <a:solidFill>
                  <a:schemeClr val="tx1"/>
                </a:solidFill>
              </a:defRPr>
            </a:lvl2pPr>
            <a:lvl3pPr marL="731491" marR="0" indent="-201160" algn="l" defTabSz="761970" rtl="0" eaLnBrk="1" fontAlgn="base" latinLnBrk="0" hangingPunct="1">
              <a:lnSpc>
                <a:spcPct val="100000"/>
              </a:lnSpc>
              <a:spcBef>
                <a:spcPts val="0"/>
              </a:spcBef>
              <a:spcAft>
                <a:spcPct val="0"/>
              </a:spcAft>
              <a:buClr>
                <a:srgbClr val="212121"/>
              </a:buClr>
              <a:buSzPct val="100000"/>
              <a:buFont typeface="Arial" pitchFamily="-65" charset="0"/>
              <a:buChar char="•"/>
              <a:tabLst/>
              <a:defRPr>
                <a:solidFill>
                  <a:schemeClr val="tx1"/>
                </a:solidFill>
              </a:defRPr>
            </a:lvl3pPr>
            <a:lvl4pPr marL="1097236" marR="0" indent="-201160" algn="l" defTabSz="761970" rtl="0" eaLnBrk="1" fontAlgn="base" latinLnBrk="0" hangingPunct="1">
              <a:lnSpc>
                <a:spcPct val="100000"/>
              </a:lnSpc>
              <a:spcBef>
                <a:spcPts val="0"/>
              </a:spcBef>
              <a:spcAft>
                <a:spcPct val="0"/>
              </a:spcAft>
              <a:buClr>
                <a:srgbClr val="212121"/>
              </a:buClr>
              <a:buSzPct val="100000"/>
              <a:buFont typeface="Arial" pitchFamily="-65" charset="0"/>
              <a:buChar char="–"/>
              <a:tabLst/>
              <a:defRPr>
                <a:solidFill>
                  <a:schemeClr val="tx1"/>
                </a:solidFill>
              </a:defRPr>
            </a:lvl4pPr>
            <a:lvl5pPr marL="1487905" marR="0" indent="-191127" algn="l" defTabSz="761970" rtl="0" eaLnBrk="1" fontAlgn="base" latinLnBrk="0" hangingPunct="1">
              <a:lnSpc>
                <a:spcPct val="100000"/>
              </a:lnSpc>
              <a:spcBef>
                <a:spcPts val="0"/>
              </a:spcBef>
              <a:spcAft>
                <a:spcPct val="0"/>
              </a:spcAft>
              <a:buClr>
                <a:srgbClr val="212121"/>
              </a:buClr>
              <a:buSzPct val="100000"/>
              <a:buFont typeface="Arial" pitchFamily="-65" charset="0"/>
              <a:buChar char="»"/>
              <a:tabLst/>
              <a:defRPr>
                <a:solidFill>
                  <a:schemeClr val="tx1"/>
                </a:solidFill>
              </a:defRPr>
            </a:lvl5pPr>
          </a:lstStyle>
          <a:p>
            <a:pPr marL="234147" marR="0" lvl="0" indent="-234147" algn="l" defTabSz="761970" rtl="0" eaLnBrk="1" fontAlgn="base" latinLnBrk="0" hangingPunct="1">
              <a:lnSpc>
                <a:spcPct val="100000"/>
              </a:lnSpc>
              <a:spcBef>
                <a:spcPts val="1800"/>
              </a:spcBef>
              <a:spcAft>
                <a:spcPct val="0"/>
              </a:spcAft>
              <a:buClr>
                <a:srgbClr val="212121"/>
              </a:buClr>
              <a:buSzPct val="100000"/>
              <a:buFont typeface="Arial" pitchFamily="-65" charset="0"/>
              <a:buChar char="•"/>
              <a:tabLst/>
              <a:defRPr/>
            </a:pPr>
            <a:r>
              <a:rPr kumimoji="0" lang="en-US" sz="2333" b="0" i="0" u="none" strike="noStrike" kern="0" cap="none" spc="0" normalizeH="0" baseline="0" noProof="0">
                <a:ln>
                  <a:noFill/>
                </a:ln>
                <a:solidFill>
                  <a:srgbClr val="212121"/>
                </a:solidFill>
                <a:effectLst/>
                <a:uLnTx/>
                <a:uFillTx/>
                <a:latin typeface="Verdana" charset="0"/>
                <a:ea typeface="Verdana" charset="0"/>
                <a:cs typeface="Verdana" charset="0"/>
                <a:sym typeface="Arial" pitchFamily="-65" charset="0"/>
              </a:rPr>
              <a:t>Edit Master text styles</a:t>
            </a:r>
          </a:p>
          <a:p>
            <a:pPr marL="534437" marR="0" lvl="1" indent="-234147" algn="l" defTabSz="761970" rtl="0" eaLnBrk="1" fontAlgn="base" latinLnBrk="0" hangingPunct="1">
              <a:lnSpc>
                <a:spcPct val="100000"/>
              </a:lnSpc>
              <a:spcBef>
                <a:spcPts val="0"/>
              </a:spcBef>
              <a:spcAft>
                <a:spcPct val="0"/>
              </a:spcAft>
              <a:buClr>
                <a:srgbClr val="212121"/>
              </a:buClr>
              <a:buSzPct val="100000"/>
              <a:buFont typeface="Arial" pitchFamily="-65" charset="0"/>
              <a:buChar char="–"/>
              <a:tabLst/>
              <a:defRPr/>
            </a:pPr>
            <a:r>
              <a:rPr kumimoji="0" lang="en-US" sz="2000" b="0" i="0" u="none" strike="noStrike" kern="0" cap="none" spc="0" normalizeH="0" baseline="0" noProof="0">
                <a:ln>
                  <a:noFill/>
                </a:ln>
                <a:solidFill>
                  <a:srgbClr val="212121"/>
                </a:solidFill>
                <a:effectLst/>
                <a:uLnTx/>
                <a:uFillTx/>
                <a:latin typeface="Verdana" charset="0"/>
                <a:ea typeface="Verdana" charset="0"/>
                <a:cs typeface="Verdana" charset="0"/>
                <a:sym typeface="Arial" pitchFamily="-65" charset="0"/>
              </a:rPr>
              <a:t>Second level</a:t>
            </a:r>
          </a:p>
          <a:p>
            <a:pPr marL="731491" marR="0" lvl="2" indent="-201160" algn="l" defTabSz="761970" rtl="0" eaLnBrk="1" fontAlgn="base" latinLnBrk="0" hangingPunct="1">
              <a:lnSpc>
                <a:spcPct val="100000"/>
              </a:lnSpc>
              <a:spcBef>
                <a:spcPts val="0"/>
              </a:spcBef>
              <a:spcAft>
                <a:spcPct val="0"/>
              </a:spcAft>
              <a:buClr>
                <a:srgbClr val="212121"/>
              </a:buClr>
              <a:buSzPct val="100000"/>
              <a:buFont typeface="Arial" pitchFamily="-65" charset="0"/>
              <a:buChar char="•"/>
              <a:tabLst/>
              <a:defRPr/>
            </a:pPr>
            <a:r>
              <a:rPr kumimoji="0" lang="en-US" sz="1800" b="0" i="0" u="none" strike="noStrike" kern="0" cap="none" spc="0" normalizeH="0" baseline="0" noProof="0">
                <a:ln>
                  <a:noFill/>
                </a:ln>
                <a:solidFill>
                  <a:srgbClr val="212121"/>
                </a:solidFill>
                <a:effectLst/>
                <a:uLnTx/>
                <a:uFillTx/>
                <a:latin typeface="Verdana" charset="0"/>
                <a:ea typeface="Verdana" charset="0"/>
                <a:cs typeface="Verdana" charset="0"/>
                <a:sym typeface="Arial" pitchFamily="-65" charset="0"/>
              </a:rPr>
              <a:t>Third level</a:t>
            </a:r>
          </a:p>
          <a:p>
            <a:pPr marL="1097236" marR="0" lvl="3" indent="-201160" algn="l" defTabSz="761970" rtl="0" eaLnBrk="1" fontAlgn="base" latinLnBrk="0" hangingPunct="1">
              <a:lnSpc>
                <a:spcPct val="100000"/>
              </a:lnSpc>
              <a:spcBef>
                <a:spcPts val="0"/>
              </a:spcBef>
              <a:spcAft>
                <a:spcPct val="0"/>
              </a:spcAft>
              <a:buClr>
                <a:srgbClr val="212121"/>
              </a:buClr>
              <a:buSzPct val="100000"/>
              <a:buFont typeface="Arial" pitchFamily="-65" charset="0"/>
              <a:buChar char="–"/>
              <a:tabLst/>
              <a:defRPr/>
            </a:pPr>
            <a:r>
              <a:rPr kumimoji="0" lang="en-US" sz="1500" b="0" i="0" u="none" strike="noStrike" kern="0" cap="none" spc="0" normalizeH="0" baseline="0" noProof="0">
                <a:ln>
                  <a:noFill/>
                </a:ln>
                <a:solidFill>
                  <a:srgbClr val="212121"/>
                </a:solidFill>
                <a:effectLst/>
                <a:uLnTx/>
                <a:uFillTx/>
                <a:latin typeface="Verdana" charset="0"/>
                <a:ea typeface="Verdana" charset="0"/>
                <a:cs typeface="Verdana" charset="0"/>
                <a:sym typeface="Arial" pitchFamily="-65" charset="0"/>
              </a:rPr>
              <a:t>Fourth level</a:t>
            </a:r>
          </a:p>
          <a:p>
            <a:pPr marL="1487905" marR="0" lvl="4" indent="-191127" algn="l" defTabSz="761970" rtl="0" eaLnBrk="1" fontAlgn="base" latinLnBrk="0" hangingPunct="1">
              <a:lnSpc>
                <a:spcPct val="100000"/>
              </a:lnSpc>
              <a:spcBef>
                <a:spcPts val="0"/>
              </a:spcBef>
              <a:spcAft>
                <a:spcPct val="0"/>
              </a:spcAft>
              <a:buClr>
                <a:srgbClr val="212121"/>
              </a:buClr>
              <a:buSzPct val="100000"/>
              <a:buFont typeface="Arial" pitchFamily="-65" charset="0"/>
              <a:buChar char="»"/>
              <a:tabLst/>
              <a:defRPr/>
            </a:pPr>
            <a:r>
              <a:rPr kumimoji="0" lang="en-US" sz="1300" b="0" i="0" u="none" strike="noStrike" kern="0" cap="none" spc="0" normalizeH="0" baseline="0" noProof="0">
                <a:ln>
                  <a:noFill/>
                </a:ln>
                <a:solidFill>
                  <a:srgbClr val="212121"/>
                </a:solidFill>
                <a:effectLst/>
                <a:uLnTx/>
                <a:uFillTx/>
                <a:latin typeface="Verdana" charset="0"/>
                <a:ea typeface="Verdana" charset="0"/>
                <a:cs typeface="Verdana" charset="0"/>
                <a:sym typeface="Arial" pitchFamily="-65" charset="0"/>
              </a:rPr>
              <a:t>Fifth level</a:t>
            </a:r>
          </a:p>
        </p:txBody>
      </p:sp>
      <p:sp>
        <p:nvSpPr>
          <p:cNvPr id="14" name="Title 1"/>
          <p:cNvSpPr>
            <a:spLocks noGrp="1"/>
          </p:cNvSpPr>
          <p:nvPr>
            <p:ph type="title"/>
          </p:nvPr>
        </p:nvSpPr>
        <p:spPr>
          <a:xfrm>
            <a:off x="605367" y="378458"/>
            <a:ext cx="10981267" cy="461601"/>
          </a:xfrm>
        </p:spPr>
        <p:txBody>
          <a:bodyPr/>
          <a:lstStyle>
            <a:lvl1pPr>
              <a:defRPr>
                <a:solidFill>
                  <a:schemeClr val="tx1"/>
                </a:solidFill>
              </a:defRPr>
            </a:lvl1pPr>
          </a:lstStyle>
          <a:p>
            <a:r>
              <a:rPr lang="en-US"/>
              <a:t>Click to edit Master title style</a:t>
            </a:r>
          </a:p>
        </p:txBody>
      </p:sp>
      <p:sp>
        <p:nvSpPr>
          <p:cNvPr id="15" name="Text Placeholder 4"/>
          <p:cNvSpPr>
            <a:spLocks noGrp="1"/>
          </p:cNvSpPr>
          <p:nvPr>
            <p:ph type="body" sz="quarter" idx="10"/>
          </p:nvPr>
        </p:nvSpPr>
        <p:spPr>
          <a:xfrm>
            <a:off x="605367" y="974216"/>
            <a:ext cx="10981267" cy="359009"/>
          </a:xfrm>
          <a:noFill/>
          <a:ln w="12700">
            <a:noFill/>
            <a:miter lim="800000"/>
            <a:headEnd/>
            <a:tailEnd/>
          </a:ln>
        </p:spPr>
        <p:txBody>
          <a:bodyPr vert="horz" wrap="square" lIns="0" tIns="0" rIns="0" bIns="0" numCol="1" anchor="t" anchorCtr="0" compatLnSpc="1">
            <a:prstTxWarp prst="textNoShape">
              <a:avLst/>
            </a:prstTxWarp>
            <a:spAutoFit/>
          </a:bodyPr>
          <a:lstStyle>
            <a:lvl1pPr marL="0" indent="0">
              <a:buNone/>
              <a:defRPr lang="en-US" sz="2333" dirty="0">
                <a:solidFill>
                  <a:schemeClr val="accent3"/>
                </a:solidFill>
                <a:latin typeface="Verdana" charset="0"/>
                <a:ea typeface="Verdana" charset="0"/>
                <a:cs typeface="Verdana" charset="0"/>
                <a:sym typeface="Arial" pitchFamily="-65" charset="0"/>
              </a:defRPr>
            </a:lvl1pPr>
            <a:lvl2pPr>
              <a:defRPr sz="2100"/>
            </a:lvl2pPr>
            <a:lvl3pPr>
              <a:defRPr sz="2100"/>
            </a:lvl3pPr>
            <a:lvl4pPr>
              <a:defRPr sz="2100"/>
            </a:lvl4pPr>
            <a:lvl5pPr>
              <a:defRPr sz="2100"/>
            </a:lvl5pPr>
          </a:lstStyle>
          <a:p>
            <a:pPr marL="0" lvl="0" indent="0" algn="l" rtl="0" eaLnBrk="0" fontAlgn="base" hangingPunct="0">
              <a:spcBef>
                <a:spcPts val="2100"/>
              </a:spcBef>
              <a:spcAft>
                <a:spcPct val="0"/>
              </a:spcAft>
              <a:buClr>
                <a:schemeClr val="tx1"/>
              </a:buClr>
              <a:buSzPct val="100000"/>
              <a:buFont typeface="Arial" pitchFamily="-65" charset="0"/>
              <a:buNone/>
            </a:pPr>
            <a:r>
              <a:rPr lang="en-US"/>
              <a:t>Edit Master text styles</a:t>
            </a:r>
          </a:p>
        </p:txBody>
      </p:sp>
      <p:sp>
        <p:nvSpPr>
          <p:cNvPr id="8" name="Slide Number Placeholder 5">
            <a:extLst>
              <a:ext uri="{FF2B5EF4-FFF2-40B4-BE49-F238E27FC236}">
                <a16:creationId xmlns:a16="http://schemas.microsoft.com/office/drawing/2014/main" id="{CD2F08FA-1E8F-464B-8CF2-AA480329BCCB}"/>
              </a:ext>
            </a:extLst>
          </p:cNvPr>
          <p:cNvSpPr>
            <a:spLocks noGrp="1"/>
          </p:cNvSpPr>
          <p:nvPr>
            <p:ph type="sldNum" sz="quarter" idx="4"/>
          </p:nvPr>
        </p:nvSpPr>
        <p:spPr>
          <a:xfrm>
            <a:off x="11640709" y="6297783"/>
            <a:ext cx="379678" cy="333375"/>
          </a:xfrm>
          <a:prstGeom prst="rect">
            <a:avLst/>
          </a:prstGeom>
        </p:spPr>
        <p:txBody>
          <a:bodyPr vert="horz" lIns="91440" tIns="45720" rIns="91440" bIns="45720" rtlCol="0" anchor="ctr"/>
          <a:lstStyle>
            <a:lvl1pPr algn="r">
              <a:defRPr sz="800">
                <a:solidFill>
                  <a:schemeClr val="tx2"/>
                </a:solidFill>
              </a:defRPr>
            </a:lvl1pPr>
          </a:lstStyle>
          <a:p>
            <a:fld id="{AD816501-AAE5-214E-B100-00C3DC5F5E3F}" type="slidenum">
              <a:rPr lang="en-US" smtClean="0"/>
              <a:pPr/>
              <a:t>‹#›</a:t>
            </a:fld>
            <a:endParaRPr lang="en-US"/>
          </a:p>
        </p:txBody>
      </p:sp>
      <p:sp>
        <p:nvSpPr>
          <p:cNvPr id="9" name="Text Placeholder 4"/>
          <p:cNvSpPr>
            <a:spLocks noGrp="1"/>
          </p:cNvSpPr>
          <p:nvPr>
            <p:ph type="body" sz="quarter" idx="17" hasCustomPrompt="1"/>
          </p:nvPr>
        </p:nvSpPr>
        <p:spPr>
          <a:xfrm>
            <a:off x="601928" y="6279363"/>
            <a:ext cx="8382000" cy="275167"/>
          </a:xfrm>
        </p:spPr>
        <p:txBody>
          <a:bodyPr anchor="b"/>
          <a:lstStyle>
            <a:lvl1pPr marL="0" indent="0">
              <a:spcBef>
                <a:spcPts val="167"/>
              </a:spcBef>
              <a:buNone/>
              <a:defRPr sz="750">
                <a:solidFill>
                  <a:schemeClr val="tx1"/>
                </a:solidFill>
              </a:defRPr>
            </a:lvl1pPr>
          </a:lstStyle>
          <a:p>
            <a:pPr lvl="0"/>
            <a:r>
              <a:rPr lang="en-US"/>
              <a:t>Footnotes and Sources</a:t>
            </a:r>
          </a:p>
        </p:txBody>
      </p:sp>
    </p:spTree>
    <p:extLst>
      <p:ext uri="{BB962C8B-B14F-4D97-AF65-F5344CB8AC3E}">
        <p14:creationId xmlns:p14="http://schemas.microsoft.com/office/powerpoint/2010/main" val="2597177090"/>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Thankyou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F8A5B6A-39EF-828D-4EEB-40BAAA8DCA6B}"/>
              </a:ext>
            </a:extLst>
          </p:cNvPr>
          <p:cNvSpPr/>
          <p:nvPr userDrawn="1"/>
        </p:nvSpPr>
        <p:spPr>
          <a:xfrm>
            <a:off x="0" y="1"/>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58AA39A-E7DF-A24F-9C58-5B333402D200}"/>
              </a:ext>
            </a:extLst>
          </p:cNvPr>
          <p:cNvSpPr/>
          <p:nvPr userDrawn="1"/>
        </p:nvSpPr>
        <p:spPr>
          <a:xfrm>
            <a:off x="12003436" y="0"/>
            <a:ext cx="188563" cy="6858000"/>
          </a:xfrm>
          <a:prstGeom prst="rect">
            <a:avLst/>
          </a:prstGeom>
          <a:solidFill>
            <a:srgbClr val="F64F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693C18E8-8A1D-FAE1-20FF-6EAD35A44AAA}"/>
              </a:ext>
            </a:extLst>
          </p:cNvPr>
          <p:cNvSpPr>
            <a:spLocks noGrp="1"/>
          </p:cNvSpPr>
          <p:nvPr>
            <p:ph type="title"/>
          </p:nvPr>
        </p:nvSpPr>
        <p:spPr>
          <a:xfrm>
            <a:off x="1006665" y="2588217"/>
            <a:ext cx="5577840" cy="1307240"/>
          </a:xfrm>
        </p:spPr>
        <p:txBody>
          <a:bodyPr anchor="t">
            <a:normAutofit/>
          </a:bodyPr>
          <a:lstStyle/>
          <a:p>
            <a:r>
              <a:rPr lang="en-US" sz="5600">
                <a:solidFill>
                  <a:schemeClr val="bg1"/>
                </a:solidFill>
                <a:latin typeface="Montserrat Light" pitchFamily="2" charset="77"/>
              </a:rPr>
              <a:t>Thank You</a:t>
            </a:r>
          </a:p>
        </p:txBody>
      </p:sp>
      <p:pic>
        <p:nvPicPr>
          <p:cNvPr id="7" name="Graphic 6">
            <a:extLst>
              <a:ext uri="{FF2B5EF4-FFF2-40B4-BE49-F238E27FC236}">
                <a16:creationId xmlns:a16="http://schemas.microsoft.com/office/drawing/2014/main" id="{D23DF081-F1D1-B77C-A9F6-5625A2D0E02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8077" y="490307"/>
            <a:ext cx="1245362" cy="390986"/>
          </a:xfrm>
          <a:prstGeom prst="rect">
            <a:avLst/>
          </a:prstGeom>
        </p:spPr>
      </p:pic>
      <p:sp>
        <p:nvSpPr>
          <p:cNvPr id="8" name="Title 1">
            <a:extLst>
              <a:ext uri="{FF2B5EF4-FFF2-40B4-BE49-F238E27FC236}">
                <a16:creationId xmlns:a16="http://schemas.microsoft.com/office/drawing/2014/main" id="{25A65ADA-DF9F-2C03-8C15-44D1CD64C97F}"/>
              </a:ext>
            </a:extLst>
          </p:cNvPr>
          <p:cNvSpPr txBox="1">
            <a:spLocks/>
          </p:cNvSpPr>
          <p:nvPr userDrawn="1"/>
        </p:nvSpPr>
        <p:spPr>
          <a:xfrm>
            <a:off x="1045879" y="4729348"/>
            <a:ext cx="5577840" cy="6858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ontserrat" pitchFamily="2" charset="77"/>
                <a:ea typeface="+mj-ea"/>
                <a:cs typeface="+mj-cs"/>
              </a:defRPr>
            </a:lvl1pPr>
          </a:lstStyle>
          <a:p>
            <a:r>
              <a:rPr lang="en-US" sz="1600">
                <a:solidFill>
                  <a:schemeClr val="bg1"/>
                </a:solidFill>
                <a:latin typeface="Montserrat Light" pitchFamily="2" charset="77"/>
              </a:rPr>
              <a:t>Follow Us:</a:t>
            </a:r>
          </a:p>
        </p:txBody>
      </p:sp>
      <p:sp>
        <p:nvSpPr>
          <p:cNvPr id="12" name="Title 1">
            <a:extLst>
              <a:ext uri="{FF2B5EF4-FFF2-40B4-BE49-F238E27FC236}">
                <a16:creationId xmlns:a16="http://schemas.microsoft.com/office/drawing/2014/main" id="{0883F6D5-28CA-851A-44F9-6A6DCE67E18B}"/>
              </a:ext>
            </a:extLst>
          </p:cNvPr>
          <p:cNvSpPr txBox="1">
            <a:spLocks/>
          </p:cNvSpPr>
          <p:nvPr userDrawn="1"/>
        </p:nvSpPr>
        <p:spPr>
          <a:xfrm>
            <a:off x="1045879" y="3245700"/>
            <a:ext cx="5577840" cy="6858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ontserrat" pitchFamily="2" charset="77"/>
                <a:ea typeface="+mj-ea"/>
                <a:cs typeface="+mj-cs"/>
              </a:defRPr>
            </a:lvl1pPr>
          </a:lstStyle>
          <a:p>
            <a:r>
              <a:rPr lang="en-US" sz="1600">
                <a:solidFill>
                  <a:schemeClr val="bg1"/>
                </a:solidFill>
                <a:latin typeface="Montserrat Light" pitchFamily="2" charset="77"/>
              </a:rPr>
              <a:t>www.syren.com</a:t>
            </a:r>
          </a:p>
        </p:txBody>
      </p:sp>
      <p:pic>
        <p:nvPicPr>
          <p:cNvPr id="13" name="Picture 12" descr="A black background with orange circles&#10;&#10;AI-generated content may be incorrect.">
            <a:extLst>
              <a:ext uri="{FF2B5EF4-FFF2-40B4-BE49-F238E27FC236}">
                <a16:creationId xmlns:a16="http://schemas.microsoft.com/office/drawing/2014/main" id="{C68FEF77-035D-23AA-B6BE-E81FAABE685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07037" y="-1084882"/>
            <a:ext cx="9024155" cy="9027763"/>
          </a:xfrm>
          <a:prstGeom prst="rect">
            <a:avLst/>
          </a:prstGeom>
        </p:spPr>
      </p:pic>
    </p:spTree>
    <p:extLst>
      <p:ext uri="{BB962C8B-B14F-4D97-AF65-F5344CB8AC3E}">
        <p14:creationId xmlns:p14="http://schemas.microsoft.com/office/powerpoint/2010/main" val="31447622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hankyou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F8A5B6A-39EF-828D-4EEB-40BAAA8DCA6B}"/>
              </a:ext>
            </a:extLst>
          </p:cNvPr>
          <p:cNvSpPr/>
          <p:nvPr userDrawn="1"/>
        </p:nvSpPr>
        <p:spPr>
          <a:xfrm>
            <a:off x="0" y="1"/>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58AA39A-E7DF-A24F-9C58-5B333402D200}"/>
              </a:ext>
            </a:extLst>
          </p:cNvPr>
          <p:cNvSpPr/>
          <p:nvPr userDrawn="1"/>
        </p:nvSpPr>
        <p:spPr>
          <a:xfrm>
            <a:off x="12003436" y="0"/>
            <a:ext cx="188563" cy="6858000"/>
          </a:xfrm>
          <a:prstGeom prst="rect">
            <a:avLst/>
          </a:prstGeom>
          <a:solidFill>
            <a:srgbClr val="F64F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693C18E8-8A1D-FAE1-20FF-6EAD35A44AAA}"/>
              </a:ext>
            </a:extLst>
          </p:cNvPr>
          <p:cNvSpPr>
            <a:spLocks noGrp="1"/>
          </p:cNvSpPr>
          <p:nvPr>
            <p:ph type="title"/>
          </p:nvPr>
        </p:nvSpPr>
        <p:spPr>
          <a:xfrm>
            <a:off x="1006665" y="2588217"/>
            <a:ext cx="5577840" cy="1307240"/>
          </a:xfrm>
        </p:spPr>
        <p:txBody>
          <a:bodyPr anchor="t">
            <a:normAutofit/>
          </a:bodyPr>
          <a:lstStyle/>
          <a:p>
            <a:r>
              <a:rPr lang="en-US" sz="5600">
                <a:solidFill>
                  <a:schemeClr val="bg1"/>
                </a:solidFill>
                <a:latin typeface="Montserrat Light" pitchFamily="2" charset="77"/>
              </a:rPr>
              <a:t>Thank You</a:t>
            </a:r>
          </a:p>
        </p:txBody>
      </p:sp>
      <p:pic>
        <p:nvPicPr>
          <p:cNvPr id="7" name="Graphic 6">
            <a:extLst>
              <a:ext uri="{FF2B5EF4-FFF2-40B4-BE49-F238E27FC236}">
                <a16:creationId xmlns:a16="http://schemas.microsoft.com/office/drawing/2014/main" id="{D23DF081-F1D1-B77C-A9F6-5625A2D0E02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8077" y="490307"/>
            <a:ext cx="1245362" cy="390986"/>
          </a:xfrm>
          <a:prstGeom prst="rect">
            <a:avLst/>
          </a:prstGeom>
        </p:spPr>
      </p:pic>
      <p:sp>
        <p:nvSpPr>
          <p:cNvPr id="8" name="Title 1">
            <a:extLst>
              <a:ext uri="{FF2B5EF4-FFF2-40B4-BE49-F238E27FC236}">
                <a16:creationId xmlns:a16="http://schemas.microsoft.com/office/drawing/2014/main" id="{25A65ADA-DF9F-2C03-8C15-44D1CD64C97F}"/>
              </a:ext>
            </a:extLst>
          </p:cNvPr>
          <p:cNvSpPr txBox="1">
            <a:spLocks/>
          </p:cNvSpPr>
          <p:nvPr userDrawn="1"/>
        </p:nvSpPr>
        <p:spPr>
          <a:xfrm>
            <a:off x="1045879" y="4729348"/>
            <a:ext cx="5577840" cy="6858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ontserrat" pitchFamily="2" charset="77"/>
                <a:ea typeface="+mj-ea"/>
                <a:cs typeface="+mj-cs"/>
              </a:defRPr>
            </a:lvl1pPr>
          </a:lstStyle>
          <a:p>
            <a:r>
              <a:rPr lang="en-US" sz="1600">
                <a:solidFill>
                  <a:schemeClr val="bg1"/>
                </a:solidFill>
                <a:latin typeface="Montserrat Light" pitchFamily="2" charset="77"/>
              </a:rPr>
              <a:t>Follow Us:</a:t>
            </a:r>
          </a:p>
        </p:txBody>
      </p:sp>
      <p:pic>
        <p:nvPicPr>
          <p:cNvPr id="9" name="Picture 2">
            <a:hlinkClick r:id="rId3"/>
            <a:extLst>
              <a:ext uri="{FF2B5EF4-FFF2-40B4-BE49-F238E27FC236}">
                <a16:creationId xmlns:a16="http://schemas.microsoft.com/office/drawing/2014/main" id="{BEA4C082-3A50-CF7F-547F-5306AA0EE360}"/>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128585" y="5486514"/>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3">
            <a:hlinkClick r:id="rId5"/>
            <a:extLst>
              <a:ext uri="{FF2B5EF4-FFF2-40B4-BE49-F238E27FC236}">
                <a16:creationId xmlns:a16="http://schemas.microsoft.com/office/drawing/2014/main" id="{409C06F1-58E0-A7E9-36EF-84BEFB59B085}"/>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573598" y="5484370"/>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a:extLst>
              <a:ext uri="{FF2B5EF4-FFF2-40B4-BE49-F238E27FC236}">
                <a16:creationId xmlns:a16="http://schemas.microsoft.com/office/drawing/2014/main" id="{5C818429-83CA-442F-FB11-051A1261F48E}"/>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976178" y="5493548"/>
            <a:ext cx="274320" cy="274320"/>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a:extLst>
              <a:ext uri="{FF2B5EF4-FFF2-40B4-BE49-F238E27FC236}">
                <a16:creationId xmlns:a16="http://schemas.microsoft.com/office/drawing/2014/main" id="{0883F6D5-28CA-851A-44F9-6A6DCE67E18B}"/>
              </a:ext>
            </a:extLst>
          </p:cNvPr>
          <p:cNvSpPr txBox="1">
            <a:spLocks/>
          </p:cNvSpPr>
          <p:nvPr userDrawn="1"/>
        </p:nvSpPr>
        <p:spPr>
          <a:xfrm>
            <a:off x="1045879" y="3245700"/>
            <a:ext cx="5577840" cy="6858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ontserrat" pitchFamily="2" charset="77"/>
                <a:ea typeface="+mj-ea"/>
                <a:cs typeface="+mj-cs"/>
              </a:defRPr>
            </a:lvl1pPr>
          </a:lstStyle>
          <a:p>
            <a:r>
              <a:rPr lang="en-US" sz="1600" err="1">
                <a:solidFill>
                  <a:schemeClr val="bg1"/>
                </a:solidFill>
                <a:latin typeface="Montserrat Light" pitchFamily="2" charset="77"/>
              </a:rPr>
              <a:t>www.syren.com</a:t>
            </a:r>
            <a:endParaRPr lang="en-US" sz="1600">
              <a:solidFill>
                <a:schemeClr val="bg1"/>
              </a:solidFill>
              <a:latin typeface="Montserrat Light" pitchFamily="2" charset="77"/>
            </a:endParaRPr>
          </a:p>
        </p:txBody>
      </p:sp>
      <p:pic>
        <p:nvPicPr>
          <p:cNvPr id="13" name="Picture 12" descr="A black background with orange circles&#10;&#10;AI-generated content may be incorrect.">
            <a:extLst>
              <a:ext uri="{FF2B5EF4-FFF2-40B4-BE49-F238E27FC236}">
                <a16:creationId xmlns:a16="http://schemas.microsoft.com/office/drawing/2014/main" id="{C68FEF77-035D-23AA-B6BE-E81FAABE685A}"/>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3907037" y="-1084882"/>
            <a:ext cx="9024155" cy="9027763"/>
          </a:xfrm>
          <a:prstGeom prst="rect">
            <a:avLst/>
          </a:prstGeom>
        </p:spPr>
      </p:pic>
    </p:spTree>
    <p:extLst>
      <p:ext uri="{BB962C8B-B14F-4D97-AF65-F5344CB8AC3E}">
        <p14:creationId xmlns:p14="http://schemas.microsoft.com/office/powerpoint/2010/main" val="314476222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Title and Content - Light - Blank">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59A0D10-B6E9-E91C-2185-E6A9911E37DE}"/>
              </a:ext>
            </a:extLst>
          </p:cNvPr>
          <p:cNvSpPr>
            <a:spLocks noGrp="1"/>
          </p:cNvSpPr>
          <p:nvPr>
            <p:ph type="title"/>
          </p:nvPr>
        </p:nvSpPr>
        <p:spPr>
          <a:xfrm>
            <a:off x="381000" y="342899"/>
            <a:ext cx="10515600" cy="553993"/>
          </a:xfrm>
        </p:spPr>
        <p:txBody>
          <a:bodyPr>
            <a:noAutofit/>
          </a:bodyPr>
          <a:lstStyle>
            <a:lvl1pPr>
              <a:defRPr sz="3000" b="0" i="0">
                <a:latin typeface="Montserrat Light" pitchFamily="2" charset="77"/>
              </a:defRPr>
            </a:lvl1pPr>
          </a:lstStyle>
          <a:p>
            <a:r>
              <a:rPr lang="en-US"/>
              <a:t>Click to edit Master title style</a:t>
            </a:r>
          </a:p>
        </p:txBody>
      </p:sp>
      <p:sp>
        <p:nvSpPr>
          <p:cNvPr id="5" name="Content Placeholder 2">
            <a:extLst>
              <a:ext uri="{FF2B5EF4-FFF2-40B4-BE49-F238E27FC236}">
                <a16:creationId xmlns:a16="http://schemas.microsoft.com/office/drawing/2014/main" id="{9B3B395D-3134-7110-EF6E-52B4211F6027}"/>
              </a:ext>
            </a:extLst>
          </p:cNvPr>
          <p:cNvSpPr>
            <a:spLocks noGrp="1"/>
          </p:cNvSpPr>
          <p:nvPr>
            <p:ph idx="1"/>
          </p:nvPr>
        </p:nvSpPr>
        <p:spPr>
          <a:xfrm>
            <a:off x="381000" y="1029730"/>
            <a:ext cx="11468100" cy="5485369"/>
          </a:xfrm>
        </p:spPr>
        <p:txBody>
          <a:bodyPr/>
          <a:lstStyle>
            <a:lvl1pPr marL="285750" indent="-285750">
              <a:buFont typeface="Wingdings" pitchFamily="2" charset="2"/>
              <a:buChar char="v"/>
              <a:defRPr/>
            </a:lvl1pPr>
            <a:lvl2pPr marL="628650" indent="-171450">
              <a:buFont typeface="Wingdings" pitchFamily="2" charset="2"/>
              <a:buChar char="v"/>
              <a:defRPr/>
            </a:lvl2pPr>
            <a:lvl3pPr marL="1085850" indent="-171450">
              <a:buFont typeface="Wingdings" pitchFamily="2" charset="2"/>
              <a:buChar char="v"/>
              <a:defRPr/>
            </a:lvl3pPr>
            <a:lvl4pPr marL="1543050" indent="-171450">
              <a:buFont typeface="Wingdings" pitchFamily="2" charset="2"/>
              <a:buChar char="v"/>
              <a:defRPr/>
            </a:lvl4pPr>
            <a:lvl5pPr marL="2000250" indent="-171450">
              <a:buFont typeface="Wingdings" pitchFamily="2" charset="2"/>
              <a:buChar char="v"/>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22FAB99D-7B1C-0120-0D09-EF00C86215B4}"/>
              </a:ext>
            </a:extLst>
          </p:cNvPr>
          <p:cNvSpPr>
            <a:spLocks noGrp="1"/>
          </p:cNvSpPr>
          <p:nvPr>
            <p:ph type="sldNum" sz="quarter" idx="12"/>
          </p:nvPr>
        </p:nvSpPr>
        <p:spPr>
          <a:xfrm>
            <a:off x="9105900" y="6540407"/>
            <a:ext cx="2743200" cy="206375"/>
          </a:xfrm>
          <a:prstGeom prst="rect">
            <a:avLst/>
          </a:prstGeom>
        </p:spPr>
        <p:txBody>
          <a:bodyPr vert="horz" lIns="91440" tIns="45720" rIns="91440" bIns="45720" rtlCol="0" anchor="ctr"/>
          <a:lstStyle>
            <a:defPPr>
              <a:defRPr lang="en-US"/>
            </a:defPPr>
            <a:lvl1pPr marL="0" algn="r" defTabSz="914400" rtl="0" eaLnBrk="1" latinLnBrk="0" hangingPunct="1">
              <a:defRPr sz="600" b="0" i="0" kern="1200">
                <a:solidFill>
                  <a:schemeClr val="tx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0EA680-D336-4FF7-8B7A-9848BB0A1C32}" type="slidenum">
              <a:rPr lang="en-US" smtClean="0"/>
              <a:pPr/>
              <a:t>‹#›</a:t>
            </a:fld>
            <a:endParaRPr lang="en-US"/>
          </a:p>
        </p:txBody>
      </p:sp>
      <p:pic>
        <p:nvPicPr>
          <p:cNvPr id="12" name="Graphic 11">
            <a:extLst>
              <a:ext uri="{FF2B5EF4-FFF2-40B4-BE49-F238E27FC236}">
                <a16:creationId xmlns:a16="http://schemas.microsoft.com/office/drawing/2014/main" id="{FB12AB68-E2CC-140A-7DA4-83AC40F07A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6548674"/>
            <a:ext cx="457200" cy="143540"/>
          </a:xfrm>
          <a:prstGeom prst="rect">
            <a:avLst/>
          </a:prstGeom>
        </p:spPr>
      </p:pic>
      <p:pic>
        <p:nvPicPr>
          <p:cNvPr id="13" name="Graphic 12">
            <a:extLst>
              <a:ext uri="{FF2B5EF4-FFF2-40B4-BE49-F238E27FC236}">
                <a16:creationId xmlns:a16="http://schemas.microsoft.com/office/drawing/2014/main" id="{E6D8179C-8EB1-AC77-BCF0-99148481158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14" name="Date Placeholder 3">
            <a:extLst>
              <a:ext uri="{FF2B5EF4-FFF2-40B4-BE49-F238E27FC236}">
                <a16:creationId xmlns:a16="http://schemas.microsoft.com/office/drawing/2014/main" id="{511A5B44-2226-E55D-4BA4-99F86F99F95D}"/>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defPPr>
              <a:defRPr lang="en-US"/>
            </a:defPPr>
            <a:lvl1pPr marL="0" algn="l" defTabSz="914400" rtl="0" eaLnBrk="1" latinLnBrk="0" hangingPunct="1">
              <a:defRPr sz="600" b="0" i="0" kern="1200">
                <a:solidFill>
                  <a:schemeClr val="tx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 SYREN CLOUD INC – 2025 – ALL RIGHTS RESERVED</a:t>
            </a:r>
            <a:endParaRPr lang="en-US"/>
          </a:p>
        </p:txBody>
      </p:sp>
      <p:cxnSp>
        <p:nvCxnSpPr>
          <p:cNvPr id="15" name="Straight Connector 14">
            <a:extLst>
              <a:ext uri="{FF2B5EF4-FFF2-40B4-BE49-F238E27FC236}">
                <a16:creationId xmlns:a16="http://schemas.microsoft.com/office/drawing/2014/main" id="{6804407B-910D-2DBF-EEE0-7086B151E4F8}"/>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8375395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2_Title Slide Dark">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694362"/>
            <a:ext cx="5887453" cy="1828800"/>
          </a:xfrm>
          <a:prstGeom prst="rect">
            <a:avLst/>
          </a:prstGeom>
        </p:spPr>
        <p:txBody>
          <a:bodyPr anchor="b">
            <a:normAutofit/>
          </a:bodyPr>
          <a:lstStyle>
            <a:lvl1pPr marL="6350" indent="0" algn="l">
              <a:tabLst/>
              <a:defRPr sz="4000"/>
            </a:lvl1pPr>
          </a:lstStyle>
          <a:p>
            <a:r>
              <a:rPr lang="en-US"/>
              <a:t>Click to edit Master title style</a:t>
            </a:r>
          </a:p>
        </p:txBody>
      </p:sp>
      <p:sp>
        <p:nvSpPr>
          <p:cNvPr id="3" name="Subtitle 2"/>
          <p:cNvSpPr>
            <a:spLocks noGrp="1"/>
          </p:cNvSpPr>
          <p:nvPr>
            <p:ph type="subTitle" idx="1"/>
          </p:nvPr>
        </p:nvSpPr>
        <p:spPr>
          <a:xfrm>
            <a:off x="381000" y="4651454"/>
            <a:ext cx="9144000" cy="1143000"/>
          </a:xfrm>
          <a:prstGeom prst="rect">
            <a:avLst/>
          </a:prstGeom>
        </p:spPr>
        <p:txBody>
          <a:bodyPr>
            <a:normAutofit/>
          </a:bodyPr>
          <a:lstStyle>
            <a:lvl1pPr marL="285750" indent="-285750" algn="l">
              <a:buFont typeface="Wingdings" pitchFamily="2" charset="2"/>
              <a:buChar char="v"/>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 Placeholder 10">
            <a:extLst>
              <a:ext uri="{FF2B5EF4-FFF2-40B4-BE49-F238E27FC236}">
                <a16:creationId xmlns:a16="http://schemas.microsoft.com/office/drawing/2014/main" id="{F40A598B-029B-8757-1A8B-9960D1CFC114}"/>
              </a:ext>
            </a:extLst>
          </p:cNvPr>
          <p:cNvSpPr>
            <a:spLocks noGrp="1"/>
          </p:cNvSpPr>
          <p:nvPr>
            <p:ph type="body" sz="quarter" idx="10"/>
          </p:nvPr>
        </p:nvSpPr>
        <p:spPr>
          <a:xfrm>
            <a:off x="381000" y="5922746"/>
            <a:ext cx="5715000" cy="458788"/>
          </a:xfrm>
          <a:prstGeom prst="rect">
            <a:avLst/>
          </a:prstGeom>
        </p:spPr>
        <p:txBody>
          <a:bodyPr>
            <a:noAutofit/>
          </a:bodyPr>
          <a:lstStyle>
            <a:lvl1pPr marL="0" indent="0">
              <a:buFont typeface="Wingdings" pitchFamily="2" charset="2"/>
              <a:buNone/>
              <a:defRPr sz="800">
                <a:solidFill>
                  <a:srgbClr val="F64F18"/>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13" name="Graphic 12">
            <a:extLst>
              <a:ext uri="{FF2B5EF4-FFF2-40B4-BE49-F238E27FC236}">
                <a16:creationId xmlns:a16="http://schemas.microsoft.com/office/drawing/2014/main" id="{636F04A7-61C4-4311-9002-DCC7789AF38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476466"/>
            <a:ext cx="2123035" cy="666534"/>
          </a:xfrm>
          <a:prstGeom prst="rect">
            <a:avLst/>
          </a:prstGeom>
        </p:spPr>
      </p:pic>
      <p:pic>
        <p:nvPicPr>
          <p:cNvPr id="4" name="Picture 3" descr="A black background with orange circles&#10;&#10;AI-generated content may be incorrect.">
            <a:extLst>
              <a:ext uri="{FF2B5EF4-FFF2-40B4-BE49-F238E27FC236}">
                <a16:creationId xmlns:a16="http://schemas.microsoft.com/office/drawing/2014/main" id="{56143136-D3FB-7460-C7EF-BDDE78501810}"/>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12782" r="28600" b="21101"/>
          <a:stretch/>
        </p:blipFill>
        <p:spPr>
          <a:xfrm>
            <a:off x="4788979" y="0"/>
            <a:ext cx="7403022" cy="6858000"/>
          </a:xfrm>
          <a:prstGeom prst="rect">
            <a:avLst/>
          </a:prstGeom>
        </p:spPr>
      </p:pic>
    </p:spTree>
    <p:extLst>
      <p:ext uri="{BB962C8B-B14F-4D97-AF65-F5344CB8AC3E}">
        <p14:creationId xmlns:p14="http://schemas.microsoft.com/office/powerpoint/2010/main" val="3599490746"/>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Agenda Slide - Ligh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5" name="TextBox 4">
            <a:extLst>
              <a:ext uri="{FF2B5EF4-FFF2-40B4-BE49-F238E27FC236}">
                <a16:creationId xmlns:a16="http://schemas.microsoft.com/office/drawing/2014/main" id="{984A029E-8486-4A47-954F-0DEEEF3042F2}"/>
              </a:ext>
            </a:extLst>
          </p:cNvPr>
          <p:cNvSpPr txBox="1"/>
          <p:nvPr userDrawn="1"/>
        </p:nvSpPr>
        <p:spPr>
          <a:xfrm>
            <a:off x="381000" y="342899"/>
            <a:ext cx="10972800" cy="553998"/>
          </a:xfrm>
          <a:prstGeom prst="rect">
            <a:avLst/>
          </a:prstGeom>
          <a:noFill/>
        </p:spPr>
        <p:txBody>
          <a:bodyPr wrap="square" rtlCol="0">
            <a:spAutoFit/>
          </a:bodyPr>
          <a:lstStyle/>
          <a:p>
            <a:r>
              <a:rPr lang="en-US" sz="3000" b="0" i="0">
                <a:latin typeface="Montserrat Light" pitchFamily="2" charset="77"/>
              </a:rPr>
              <a:t>Agenda</a:t>
            </a:r>
          </a:p>
        </p:txBody>
      </p:sp>
      <p:sp>
        <p:nvSpPr>
          <p:cNvPr id="12" name="Date Placeholder 3">
            <a:extLst>
              <a:ext uri="{FF2B5EF4-FFF2-40B4-BE49-F238E27FC236}">
                <a16:creationId xmlns:a16="http://schemas.microsoft.com/office/drawing/2014/main" id="{356B5CE4-CB9C-2813-E3D0-9CEDCA63520A}"/>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2025 – ALL RIGHTS RESERVED</a:t>
            </a:r>
          </a:p>
        </p:txBody>
      </p:sp>
      <p:cxnSp>
        <p:nvCxnSpPr>
          <p:cNvPr id="2" name="Straight Connector 1">
            <a:extLst>
              <a:ext uri="{FF2B5EF4-FFF2-40B4-BE49-F238E27FC236}">
                <a16:creationId xmlns:a16="http://schemas.microsoft.com/office/drawing/2014/main" id="{BD4F983D-00ED-00FB-938F-E45332334916}"/>
              </a:ext>
            </a:extLst>
          </p:cNvPr>
          <p:cNvCxnSpPr>
            <a:cxnSpLocks/>
          </p:cNvCxnSpPr>
          <p:nvPr userDrawn="1"/>
        </p:nvCxnSpPr>
        <p:spPr>
          <a:xfrm>
            <a:off x="502666" y="896897"/>
            <a:ext cx="451866" cy="0"/>
          </a:xfrm>
          <a:prstGeom prst="line">
            <a:avLst/>
          </a:prstGeom>
          <a:ln w="15875">
            <a:solidFill>
              <a:srgbClr val="F64F18"/>
            </a:solidFill>
          </a:ln>
        </p:spPr>
        <p:style>
          <a:lnRef idx="2">
            <a:schemeClr val="accent1"/>
          </a:lnRef>
          <a:fillRef idx="0">
            <a:schemeClr val="accent1"/>
          </a:fillRef>
          <a:effectRef idx="1">
            <a:schemeClr val="accent1"/>
          </a:effectRef>
          <a:fontRef idx="minor">
            <a:schemeClr val="tx1"/>
          </a:fontRef>
        </p:style>
      </p:cxnSp>
      <p:sp>
        <p:nvSpPr>
          <p:cNvPr id="4" name="Content Placeholder 2">
            <a:extLst>
              <a:ext uri="{FF2B5EF4-FFF2-40B4-BE49-F238E27FC236}">
                <a16:creationId xmlns:a16="http://schemas.microsoft.com/office/drawing/2014/main" id="{F8973339-A9D8-D019-2F11-E2B25F1F13CE}"/>
              </a:ext>
            </a:extLst>
          </p:cNvPr>
          <p:cNvSpPr>
            <a:spLocks noGrp="1"/>
          </p:cNvSpPr>
          <p:nvPr>
            <p:ph idx="13"/>
          </p:nvPr>
        </p:nvSpPr>
        <p:spPr>
          <a:xfrm>
            <a:off x="405384" y="1131124"/>
            <a:ext cx="5462015" cy="457200"/>
          </a:xfrm>
          <a:prstGeom prst="rect">
            <a:avLst/>
          </a:prstGeom>
        </p:spPr>
        <p:txBody>
          <a:bodyPr anchor="ctr"/>
          <a:lstStyle>
            <a:lvl1pPr marL="0" indent="0" algn="l">
              <a:buNone/>
              <a:defRPr>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 name="Slide Number Placeholder 5">
            <a:extLst>
              <a:ext uri="{FF2B5EF4-FFF2-40B4-BE49-F238E27FC236}">
                <a16:creationId xmlns:a16="http://schemas.microsoft.com/office/drawing/2014/main" id="{BDA86C24-1036-E010-D7A0-33AB348C1945}"/>
              </a:ext>
            </a:extLst>
          </p:cNvPr>
          <p:cNvSpPr>
            <a:spLocks noGrp="1"/>
          </p:cNvSpPr>
          <p:nvPr>
            <p:ph type="sldNum" sz="quarter" idx="4"/>
          </p:nvPr>
        </p:nvSpPr>
        <p:spPr>
          <a:xfrm>
            <a:off x="9105900" y="6540407"/>
            <a:ext cx="2743200" cy="206375"/>
          </a:xfrm>
          <a:prstGeom prst="rect">
            <a:avLst/>
          </a:prstGeom>
        </p:spPr>
        <p:txBody>
          <a:bodyPr vert="horz" lIns="91440" tIns="45720" rIns="91440" bIns="45720" rtlCol="0" anchor="ctr"/>
          <a:lstStyle>
            <a:lvl1pPr algn="r">
              <a:defRPr sz="600" b="0" i="0">
                <a:solidFill>
                  <a:schemeClr val="tx1"/>
                </a:solidFill>
                <a:latin typeface="Montserrat Light" pitchFamily="2" charset="77"/>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124926998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Thankyou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F8A5B6A-39EF-828D-4EEB-40BAAA8DCA6B}"/>
              </a:ext>
            </a:extLst>
          </p:cNvPr>
          <p:cNvSpPr/>
          <p:nvPr userDrawn="1"/>
        </p:nvSpPr>
        <p:spPr>
          <a:xfrm>
            <a:off x="0" y="1"/>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58AA39A-E7DF-A24F-9C58-5B333402D200}"/>
              </a:ext>
            </a:extLst>
          </p:cNvPr>
          <p:cNvSpPr/>
          <p:nvPr userDrawn="1"/>
        </p:nvSpPr>
        <p:spPr>
          <a:xfrm>
            <a:off x="12003436" y="0"/>
            <a:ext cx="188563" cy="6858000"/>
          </a:xfrm>
          <a:prstGeom prst="rect">
            <a:avLst/>
          </a:prstGeom>
          <a:solidFill>
            <a:srgbClr val="F64F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693C18E8-8A1D-FAE1-20FF-6EAD35A44AAA}"/>
              </a:ext>
            </a:extLst>
          </p:cNvPr>
          <p:cNvSpPr>
            <a:spLocks noGrp="1"/>
          </p:cNvSpPr>
          <p:nvPr>
            <p:ph type="title"/>
          </p:nvPr>
        </p:nvSpPr>
        <p:spPr>
          <a:xfrm>
            <a:off x="1006665" y="2588217"/>
            <a:ext cx="5577840" cy="1307240"/>
          </a:xfrm>
        </p:spPr>
        <p:txBody>
          <a:bodyPr anchor="t">
            <a:normAutofit/>
          </a:bodyPr>
          <a:lstStyle/>
          <a:p>
            <a:r>
              <a:rPr lang="en-US" sz="5600">
                <a:solidFill>
                  <a:schemeClr val="bg1"/>
                </a:solidFill>
                <a:latin typeface="Montserrat Light" pitchFamily="2" charset="77"/>
              </a:rPr>
              <a:t>Thank You</a:t>
            </a:r>
          </a:p>
        </p:txBody>
      </p:sp>
      <p:pic>
        <p:nvPicPr>
          <p:cNvPr id="7" name="Graphic 6">
            <a:extLst>
              <a:ext uri="{FF2B5EF4-FFF2-40B4-BE49-F238E27FC236}">
                <a16:creationId xmlns:a16="http://schemas.microsoft.com/office/drawing/2014/main" id="{D23DF081-F1D1-B77C-A9F6-5625A2D0E02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8077" y="490307"/>
            <a:ext cx="1245362" cy="390986"/>
          </a:xfrm>
          <a:prstGeom prst="rect">
            <a:avLst/>
          </a:prstGeom>
        </p:spPr>
      </p:pic>
      <p:sp>
        <p:nvSpPr>
          <p:cNvPr id="8" name="Title 1">
            <a:extLst>
              <a:ext uri="{FF2B5EF4-FFF2-40B4-BE49-F238E27FC236}">
                <a16:creationId xmlns:a16="http://schemas.microsoft.com/office/drawing/2014/main" id="{25A65ADA-DF9F-2C03-8C15-44D1CD64C97F}"/>
              </a:ext>
            </a:extLst>
          </p:cNvPr>
          <p:cNvSpPr txBox="1">
            <a:spLocks/>
          </p:cNvSpPr>
          <p:nvPr userDrawn="1"/>
        </p:nvSpPr>
        <p:spPr>
          <a:xfrm>
            <a:off x="1045879" y="4729348"/>
            <a:ext cx="5577840" cy="6858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ontserrat" pitchFamily="2" charset="77"/>
                <a:ea typeface="+mj-ea"/>
                <a:cs typeface="+mj-cs"/>
              </a:defRPr>
            </a:lvl1pPr>
          </a:lstStyle>
          <a:p>
            <a:r>
              <a:rPr lang="en-US" sz="1600">
                <a:solidFill>
                  <a:schemeClr val="bg1"/>
                </a:solidFill>
                <a:latin typeface="Montserrat Light" pitchFamily="2" charset="77"/>
              </a:rPr>
              <a:t>Follow Us:</a:t>
            </a:r>
          </a:p>
        </p:txBody>
      </p:sp>
      <p:pic>
        <p:nvPicPr>
          <p:cNvPr id="9" name="Picture 2">
            <a:hlinkClick r:id="rId3"/>
            <a:extLst>
              <a:ext uri="{FF2B5EF4-FFF2-40B4-BE49-F238E27FC236}">
                <a16:creationId xmlns:a16="http://schemas.microsoft.com/office/drawing/2014/main" id="{BEA4C082-3A50-CF7F-547F-5306AA0EE360}"/>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128585" y="5486514"/>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3">
            <a:hlinkClick r:id="rId5"/>
            <a:extLst>
              <a:ext uri="{FF2B5EF4-FFF2-40B4-BE49-F238E27FC236}">
                <a16:creationId xmlns:a16="http://schemas.microsoft.com/office/drawing/2014/main" id="{409C06F1-58E0-A7E9-36EF-84BEFB59B085}"/>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573598" y="5484370"/>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a:extLst>
              <a:ext uri="{FF2B5EF4-FFF2-40B4-BE49-F238E27FC236}">
                <a16:creationId xmlns:a16="http://schemas.microsoft.com/office/drawing/2014/main" id="{5C818429-83CA-442F-FB11-051A1261F48E}"/>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976178" y="5493548"/>
            <a:ext cx="274320" cy="274320"/>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a:extLst>
              <a:ext uri="{FF2B5EF4-FFF2-40B4-BE49-F238E27FC236}">
                <a16:creationId xmlns:a16="http://schemas.microsoft.com/office/drawing/2014/main" id="{0883F6D5-28CA-851A-44F9-6A6DCE67E18B}"/>
              </a:ext>
            </a:extLst>
          </p:cNvPr>
          <p:cNvSpPr txBox="1">
            <a:spLocks/>
          </p:cNvSpPr>
          <p:nvPr userDrawn="1"/>
        </p:nvSpPr>
        <p:spPr>
          <a:xfrm>
            <a:off x="1045879" y="3245700"/>
            <a:ext cx="5577840" cy="6858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ontserrat" pitchFamily="2" charset="77"/>
                <a:ea typeface="+mj-ea"/>
                <a:cs typeface="+mj-cs"/>
              </a:defRPr>
            </a:lvl1pPr>
          </a:lstStyle>
          <a:p>
            <a:r>
              <a:rPr lang="en-US" sz="1600" err="1">
                <a:solidFill>
                  <a:schemeClr val="bg1"/>
                </a:solidFill>
                <a:latin typeface="Montserrat Light" pitchFamily="2" charset="77"/>
              </a:rPr>
              <a:t>www.syrencloud.com</a:t>
            </a:r>
            <a:endParaRPr lang="en-US" sz="1600">
              <a:solidFill>
                <a:schemeClr val="bg1"/>
              </a:solidFill>
              <a:latin typeface="Montserrat Light" pitchFamily="2" charset="77"/>
            </a:endParaRPr>
          </a:p>
        </p:txBody>
      </p:sp>
      <p:pic>
        <p:nvPicPr>
          <p:cNvPr id="13" name="Picture 12" descr="A black background with orange circles&#10;&#10;AI-generated content may be incorrect.">
            <a:extLst>
              <a:ext uri="{FF2B5EF4-FFF2-40B4-BE49-F238E27FC236}">
                <a16:creationId xmlns:a16="http://schemas.microsoft.com/office/drawing/2014/main" id="{C68FEF77-035D-23AA-B6BE-E81FAABE685A}"/>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3907037" y="-1084882"/>
            <a:ext cx="9024155" cy="9027763"/>
          </a:xfrm>
          <a:prstGeom prst="rect">
            <a:avLst/>
          </a:prstGeom>
        </p:spPr>
      </p:pic>
    </p:spTree>
    <p:extLst>
      <p:ext uri="{BB962C8B-B14F-4D97-AF65-F5344CB8AC3E}">
        <p14:creationId xmlns:p14="http://schemas.microsoft.com/office/powerpoint/2010/main" val="193322709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Content w Shapes - Dark - 2">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29730"/>
            <a:ext cx="11468100" cy="5485369"/>
          </a:xfrm>
        </p:spPr>
        <p:txBody>
          <a:bodyPr/>
          <a:lstStyle>
            <a:lvl1pPr marL="228600" indent="-228600">
              <a:buFontTx/>
              <a:buBlip>
                <a:blip r:embed="rId2"/>
              </a:buBlip>
              <a:defRPr>
                <a:solidFill>
                  <a:schemeClr val="bg1"/>
                </a:solidFill>
              </a:defRPr>
            </a:lvl1pPr>
            <a:lvl2pPr marL="685800" indent="-228600">
              <a:buFontTx/>
              <a:buBlip>
                <a:blip r:embed="rId2"/>
              </a:buBlip>
              <a:defRPr>
                <a:solidFill>
                  <a:schemeClr val="bg1"/>
                </a:solidFill>
              </a:defRPr>
            </a:lvl2pPr>
            <a:lvl3pPr marL="1143000" indent="-228600">
              <a:buFontTx/>
              <a:buBlip>
                <a:blip r:embed="rId2"/>
              </a:buBlip>
              <a:defRPr>
                <a:solidFill>
                  <a:schemeClr val="bg1"/>
                </a:solidFill>
              </a:defRPr>
            </a:lvl3pPr>
            <a:lvl4pPr marL="1600200" indent="-228600">
              <a:buFontTx/>
              <a:buBlip>
                <a:blip r:embed="rId2"/>
              </a:buBlip>
              <a:defRPr>
                <a:solidFill>
                  <a:schemeClr val="bg1"/>
                </a:solidFill>
              </a:defRPr>
            </a:lvl4pPr>
            <a:lvl5pPr marL="2057400" indent="-228600">
              <a:buFontTx/>
              <a:buBlip>
                <a:blip r:embed="rId2"/>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330EA680-D336-4FF7-8B7A-9848BB0A1C32}" type="slidenum">
              <a:rPr lang="en-US" smtClean="0"/>
              <a:pPr/>
              <a:t>‹#›</a:t>
            </a:fld>
            <a:endParaRPr lang="en-US"/>
          </a:p>
        </p:txBody>
      </p:sp>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bg1"/>
                </a:solidFill>
                <a:latin typeface="Montserrat Light" pitchFamily="2" charset="77"/>
              </a:defRPr>
            </a:lvl1pPr>
          </a:lstStyle>
          <a:p>
            <a:r>
              <a:rPr lang="en-US"/>
              <a:t>© SYREN CLOUD INC – 2025 – ALL RIGHTS RESERVED</a:t>
            </a:r>
          </a:p>
        </p:txBody>
      </p:sp>
      <p:pic>
        <p:nvPicPr>
          <p:cNvPr id="5" name="Graphic 4">
            <a:extLst>
              <a:ext uri="{FF2B5EF4-FFF2-40B4-BE49-F238E27FC236}">
                <a16:creationId xmlns:a16="http://schemas.microsoft.com/office/drawing/2014/main" id="{5D1A1B21-B93B-E42A-E51E-7A1F7B5E2DC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8582" y="6548674"/>
            <a:ext cx="457200" cy="143540"/>
          </a:xfrm>
          <a:prstGeom prst="rect">
            <a:avLst/>
          </a:prstGeom>
        </p:spPr>
      </p:pic>
      <p:cxnSp>
        <p:nvCxnSpPr>
          <p:cNvPr id="7" name="Straight Connector 6">
            <a:extLst>
              <a:ext uri="{FF2B5EF4-FFF2-40B4-BE49-F238E27FC236}">
                <a16:creationId xmlns:a16="http://schemas.microsoft.com/office/drawing/2014/main" id="{464AB1EB-15E3-CE1B-411E-C1FEC0D2BD24}"/>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88A7821C-3321-6D10-05B6-451DE1DF7328}"/>
              </a:ext>
            </a:extLst>
          </p:cNvPr>
          <p:cNvSpPr>
            <a:spLocks noGrp="1"/>
          </p:cNvSpPr>
          <p:nvPr>
            <p:ph type="title"/>
          </p:nvPr>
        </p:nvSpPr>
        <p:spPr>
          <a:xfrm>
            <a:off x="381000" y="342899"/>
            <a:ext cx="10515600" cy="553993"/>
          </a:xfrm>
        </p:spPr>
        <p:txBody>
          <a:bodyPr>
            <a:noAutofit/>
          </a:bodyPr>
          <a:lstStyle>
            <a:lvl1pPr>
              <a:defRPr sz="3000" b="0" i="0">
                <a:solidFill>
                  <a:schemeClr val="bg1"/>
                </a:solidFill>
                <a:latin typeface="Montserrat Light" pitchFamily="2" charset="77"/>
              </a:defRPr>
            </a:lvl1pPr>
          </a:lstStyle>
          <a:p>
            <a:r>
              <a:rPr lang="en-US"/>
              <a:t>Click to edit Master title style</a:t>
            </a:r>
          </a:p>
        </p:txBody>
      </p:sp>
    </p:spTree>
    <p:extLst>
      <p:ext uri="{BB962C8B-B14F-4D97-AF65-F5344CB8AC3E}">
        <p14:creationId xmlns:p14="http://schemas.microsoft.com/office/powerpoint/2010/main" val="24066190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w Image - Light">
    <p:spTree>
      <p:nvGrpSpPr>
        <p:cNvPr id="1" name=""/>
        <p:cNvGrpSpPr/>
        <p:nvPr/>
      </p:nvGrpSpPr>
      <p:grpSpPr>
        <a:xfrm>
          <a:off x="0" y="0"/>
          <a:ext cx="0" cy="0"/>
          <a:chOff x="0" y="0"/>
          <a:chExt cx="0" cy="0"/>
        </a:xfrm>
      </p:grpSpPr>
      <p:sp>
        <p:nvSpPr>
          <p:cNvPr id="2" name="Title 1"/>
          <p:cNvSpPr>
            <a:spLocks noGrp="1"/>
          </p:cNvSpPr>
          <p:nvPr>
            <p:ph type="title"/>
          </p:nvPr>
        </p:nvSpPr>
        <p:spPr>
          <a:xfrm>
            <a:off x="381000" y="342899"/>
            <a:ext cx="10515600" cy="553993"/>
          </a:xfrm>
        </p:spPr>
        <p:txBody>
          <a:bodyPr>
            <a:noAutofit/>
          </a:bodyPr>
          <a:lstStyle>
            <a:lvl1pPr>
              <a:defRPr sz="3000" b="0" i="0">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 y="1029730"/>
            <a:ext cx="5588285" cy="5485369"/>
          </a:xfrm>
        </p:spPr>
        <p:txBody>
          <a:bodyPr/>
          <a:lstStyle>
            <a:lvl1pPr marL="228600" indent="-228600">
              <a:buFontTx/>
              <a:buBlip>
                <a:blip r:embed="rId2"/>
              </a:buBlip>
              <a:defRPr/>
            </a:lvl1pPr>
            <a:lvl2pPr marL="685800" indent="-228600">
              <a:buFontTx/>
              <a:buBlip>
                <a:blip r:embed="rId2"/>
              </a:buBlip>
              <a:defRPr/>
            </a:lvl2pPr>
            <a:lvl3pPr marL="1143000" indent="-228600">
              <a:buFontTx/>
              <a:buBlip>
                <a:blip r:embed="rId2"/>
              </a:buBlip>
              <a:defRPr/>
            </a:lvl3pPr>
            <a:lvl4pPr marL="1600200" indent="-228600">
              <a:buFontTx/>
              <a:buBlip>
                <a:blip r:embed="rId2"/>
              </a:buBlip>
              <a:defRPr/>
            </a:lvl4pPr>
            <a:lvl5pPr marL="2057400" indent="-228600">
              <a:buFontTx/>
              <a:buBlip>
                <a:blip r:embed="rId2"/>
              </a:buBlip>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tx1"/>
                </a:solidFill>
                <a:latin typeface="Montserrat Light" pitchFamily="2" charset="77"/>
              </a:defRPr>
            </a:lvl1pPr>
          </a:lstStyle>
          <a:p>
            <a:r>
              <a:rPr lang="en-US"/>
              <a:t>© SYREN CLOUD INC – 2025 – ALL RIGHTS RESERVED</a:t>
            </a:r>
          </a:p>
        </p:txBody>
      </p:sp>
      <p:cxnSp>
        <p:nvCxnSpPr>
          <p:cNvPr id="9" name="Straight Connector 8">
            <a:extLst>
              <a:ext uri="{FF2B5EF4-FFF2-40B4-BE49-F238E27FC236}">
                <a16:creationId xmlns:a16="http://schemas.microsoft.com/office/drawing/2014/main" id="{5CE39CB5-F702-940E-D5A3-9950276C91F2}"/>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5984611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nd Content w Image - Dark">
    <p:bg>
      <p:bgPr>
        <a:solidFill>
          <a:schemeClr val="tx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bg1"/>
                </a:solidFill>
              </a:defRPr>
            </a:lvl1pPr>
          </a:lstStyle>
          <a:p>
            <a:fld id="{330EA680-D336-4FF7-8B7A-9848BB0A1C32}" type="slidenum">
              <a:rPr lang="en-US" smtClean="0"/>
              <a:pPr/>
              <a:t>‹#›</a:t>
            </a:fld>
            <a:endParaRPr lang="en-US"/>
          </a:p>
        </p:txBody>
      </p:sp>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bg1"/>
                </a:solidFill>
                <a:latin typeface="Montserrat Light" pitchFamily="2" charset="77"/>
              </a:defRPr>
            </a:lvl1pPr>
          </a:lstStyle>
          <a:p>
            <a:r>
              <a:rPr lang="en-US"/>
              <a:t>© SYREN CLOUD INC – 2025 – ALL RIGHTS RESERVED</a:t>
            </a:r>
          </a:p>
        </p:txBody>
      </p:sp>
      <p:pic>
        <p:nvPicPr>
          <p:cNvPr id="5" name="Graphic 4">
            <a:extLst>
              <a:ext uri="{FF2B5EF4-FFF2-40B4-BE49-F238E27FC236}">
                <a16:creationId xmlns:a16="http://schemas.microsoft.com/office/drawing/2014/main" id="{5D1A1B21-B93B-E42A-E51E-7A1F7B5E2DC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cxnSp>
        <p:nvCxnSpPr>
          <p:cNvPr id="7" name="Straight Connector 6">
            <a:extLst>
              <a:ext uri="{FF2B5EF4-FFF2-40B4-BE49-F238E27FC236}">
                <a16:creationId xmlns:a16="http://schemas.microsoft.com/office/drawing/2014/main" id="{464AB1EB-15E3-CE1B-411E-C1FEC0D2BD24}"/>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62E7273-4156-86A7-7315-686A67241837}"/>
              </a:ext>
            </a:extLst>
          </p:cNvPr>
          <p:cNvSpPr>
            <a:spLocks noGrp="1"/>
          </p:cNvSpPr>
          <p:nvPr>
            <p:ph type="title"/>
          </p:nvPr>
        </p:nvSpPr>
        <p:spPr>
          <a:xfrm>
            <a:off x="381000" y="342899"/>
            <a:ext cx="10515600" cy="553993"/>
          </a:xfrm>
        </p:spPr>
        <p:txBody>
          <a:bodyPr>
            <a:noAutofit/>
          </a:bodyPr>
          <a:lstStyle>
            <a:lvl1pPr>
              <a:defRPr sz="3000" b="0" i="0">
                <a:solidFill>
                  <a:schemeClr val="bg1"/>
                </a:solidFill>
                <a:latin typeface="Montserrat Light" pitchFamily="2" charset="77"/>
              </a:defRPr>
            </a:lvl1pPr>
          </a:lstStyle>
          <a:p>
            <a:r>
              <a:rPr lang="en-US"/>
              <a:t>Click to edit Master title style</a:t>
            </a:r>
          </a:p>
        </p:txBody>
      </p:sp>
      <p:sp>
        <p:nvSpPr>
          <p:cNvPr id="4" name="Content Placeholder 2">
            <a:extLst>
              <a:ext uri="{FF2B5EF4-FFF2-40B4-BE49-F238E27FC236}">
                <a16:creationId xmlns:a16="http://schemas.microsoft.com/office/drawing/2014/main" id="{323833B9-2874-D264-58E3-467A17E08E84}"/>
              </a:ext>
            </a:extLst>
          </p:cNvPr>
          <p:cNvSpPr>
            <a:spLocks noGrp="1"/>
          </p:cNvSpPr>
          <p:nvPr>
            <p:ph idx="1"/>
          </p:nvPr>
        </p:nvSpPr>
        <p:spPr>
          <a:xfrm>
            <a:off x="381000" y="1029730"/>
            <a:ext cx="5588285" cy="5485369"/>
          </a:xfrm>
        </p:spPr>
        <p:txBody>
          <a:bodyPr/>
          <a:lstStyle>
            <a:lvl1pPr marL="228600" indent="-228600">
              <a:buFontTx/>
              <a:buBlip>
                <a:blip r:embed="rId4"/>
              </a:buBlip>
              <a:defRPr>
                <a:solidFill>
                  <a:schemeClr val="bg1"/>
                </a:solidFill>
              </a:defRPr>
            </a:lvl1pPr>
            <a:lvl2pPr marL="685800" indent="-228600">
              <a:buFontTx/>
              <a:buBlip>
                <a:blip r:embed="rId4"/>
              </a:buBlip>
              <a:defRPr>
                <a:solidFill>
                  <a:schemeClr val="bg1"/>
                </a:solidFill>
              </a:defRPr>
            </a:lvl2pPr>
            <a:lvl3pPr marL="1143000" indent="-228600">
              <a:buFontTx/>
              <a:buBlip>
                <a:blip r:embed="rId4"/>
              </a:buBlip>
              <a:defRPr>
                <a:solidFill>
                  <a:schemeClr val="bg1"/>
                </a:solidFill>
              </a:defRPr>
            </a:lvl3pPr>
            <a:lvl4pPr marL="1600200" indent="-228600">
              <a:buFontTx/>
              <a:buBlip>
                <a:blip r:embed="rId4"/>
              </a:buBlip>
              <a:defRPr>
                <a:solidFill>
                  <a:schemeClr val="bg1"/>
                </a:solidFill>
              </a:defRPr>
            </a:lvl4pPr>
            <a:lvl5pPr marL="2057400" indent="-228600">
              <a:buFontTx/>
              <a:buBlip>
                <a:blip r:embed="rId4"/>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3634144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Case Study - Light">
    <p:spTree>
      <p:nvGrpSpPr>
        <p:cNvPr id="1" name=""/>
        <p:cNvGrpSpPr/>
        <p:nvPr/>
      </p:nvGrpSpPr>
      <p:grpSpPr>
        <a:xfrm>
          <a:off x="0" y="0"/>
          <a:ext cx="0" cy="0"/>
          <a:chOff x="0" y="0"/>
          <a:chExt cx="0" cy="0"/>
        </a:xfrm>
      </p:grpSpPr>
      <p:sp>
        <p:nvSpPr>
          <p:cNvPr id="2" name="Title 1"/>
          <p:cNvSpPr>
            <a:spLocks noGrp="1"/>
          </p:cNvSpPr>
          <p:nvPr>
            <p:ph type="title"/>
          </p:nvPr>
        </p:nvSpPr>
        <p:spPr>
          <a:xfrm>
            <a:off x="381000" y="571500"/>
            <a:ext cx="4566919" cy="1169551"/>
          </a:xfrm>
        </p:spPr>
        <p:txBody>
          <a:bodyPr>
            <a:noAutofit/>
          </a:bodyPr>
          <a:lstStyle>
            <a:lvl1pPr algn="l">
              <a:defRPr sz="3000" b="0" i="0">
                <a:solidFill>
                  <a:schemeClr val="bg1"/>
                </a:solidFill>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 y="2653066"/>
            <a:ext cx="11468100" cy="3862032"/>
          </a:xfrm>
        </p:spPr>
        <p:txBody>
          <a:bodyPr/>
          <a:lstStyle>
            <a:lvl1pPr marL="228600" indent="-228600">
              <a:buFontTx/>
              <a:buBlip>
                <a:blip r:embed="rId2"/>
              </a:buBlip>
              <a:defRPr/>
            </a:lvl1pPr>
            <a:lvl2pPr marL="685800" indent="-228600">
              <a:buFontTx/>
              <a:buBlip>
                <a:blip r:embed="rId2"/>
              </a:buBlip>
              <a:defRPr/>
            </a:lvl2pPr>
            <a:lvl3pPr marL="1143000" indent="-228600">
              <a:buFontTx/>
              <a:buBlip>
                <a:blip r:embed="rId2"/>
              </a:buBlip>
              <a:defRPr/>
            </a:lvl3pPr>
            <a:lvl4pPr marL="1600200" indent="-228600">
              <a:buFontTx/>
              <a:buBlip>
                <a:blip r:embed="rId2"/>
              </a:buBlip>
              <a:defRPr/>
            </a:lvl4pPr>
            <a:lvl5pPr marL="2057400" indent="-228600">
              <a:buFontTx/>
              <a:buBlip>
                <a:blip r:embed="rId2"/>
              </a:buBlip>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tx1"/>
                </a:solidFill>
                <a:latin typeface="Montserrat Light" pitchFamily="2" charset="77"/>
              </a:defRPr>
            </a:lvl1pPr>
          </a:lstStyle>
          <a:p>
            <a:r>
              <a:rPr lang="en-US"/>
              <a:t>© SYREN CLOUD INC – 2025 – ALL RIGHTS RESERVED</a:t>
            </a:r>
          </a:p>
        </p:txBody>
      </p:sp>
      <p:pic>
        <p:nvPicPr>
          <p:cNvPr id="14" name="Graphic 13">
            <a:extLst>
              <a:ext uri="{FF2B5EF4-FFF2-40B4-BE49-F238E27FC236}">
                <a16:creationId xmlns:a16="http://schemas.microsoft.com/office/drawing/2014/main" id="{2D0D96B5-F681-BDE8-14CE-D66583D19AF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28966" y="342900"/>
            <a:ext cx="220134" cy="228600"/>
          </a:xfrm>
          <a:prstGeom prst="rect">
            <a:avLst/>
          </a:prstGeom>
        </p:spPr>
      </p:pic>
    </p:spTree>
    <p:extLst>
      <p:ext uri="{BB962C8B-B14F-4D97-AF65-F5344CB8AC3E}">
        <p14:creationId xmlns:p14="http://schemas.microsoft.com/office/powerpoint/2010/main" val="8209931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1_Case Study - Ligh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7FD1701-36B8-0613-0ABA-DC1EE50D4CA2}"/>
              </a:ext>
            </a:extLst>
          </p:cNvPr>
          <p:cNvSpPr/>
          <p:nvPr userDrawn="1"/>
        </p:nvSpPr>
        <p:spPr>
          <a:xfrm>
            <a:off x="0" y="0"/>
            <a:ext cx="12192000" cy="2286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81000" y="571500"/>
            <a:ext cx="4566919" cy="1169551"/>
          </a:xfrm>
        </p:spPr>
        <p:txBody>
          <a:bodyPr>
            <a:noAutofit/>
          </a:bodyPr>
          <a:lstStyle>
            <a:lvl1pPr algn="l">
              <a:defRPr sz="3000" b="0" i="0">
                <a:solidFill>
                  <a:schemeClr val="bg1"/>
                </a:solidFill>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 y="2653066"/>
            <a:ext cx="11468100" cy="3862032"/>
          </a:xfrm>
        </p:spPr>
        <p:txBody>
          <a:bodyPr/>
          <a:lstStyle>
            <a:lvl1pPr marL="228600" indent="-228600">
              <a:buFontTx/>
              <a:buBlip>
                <a:blip r:embed="rId2"/>
              </a:buBlip>
              <a:defRPr/>
            </a:lvl1pPr>
            <a:lvl2pPr marL="685800" indent="-228600">
              <a:buFontTx/>
              <a:buBlip>
                <a:blip r:embed="rId2"/>
              </a:buBlip>
              <a:defRPr/>
            </a:lvl2pPr>
            <a:lvl3pPr marL="1143000" indent="-228600">
              <a:buFontTx/>
              <a:buBlip>
                <a:blip r:embed="rId2"/>
              </a:buBlip>
              <a:defRPr/>
            </a:lvl3pPr>
            <a:lvl4pPr marL="1600200" indent="-228600">
              <a:buFontTx/>
              <a:buBlip>
                <a:blip r:embed="rId2"/>
              </a:buBlip>
              <a:defRPr/>
            </a:lvl4pPr>
            <a:lvl5pPr marL="2057400" indent="-228600">
              <a:buFontTx/>
              <a:buBlip>
                <a:blip r:embed="rId2"/>
              </a:buBlip>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tx1"/>
                </a:solidFill>
                <a:latin typeface="Montserrat Light" pitchFamily="2" charset="77"/>
              </a:defRPr>
            </a:lvl1pPr>
          </a:lstStyle>
          <a:p>
            <a:r>
              <a:rPr lang="en-US"/>
              <a:t>© SYREN CLOUD INC – 2025 – ALL RIGHTS RESERVED</a:t>
            </a:r>
          </a:p>
        </p:txBody>
      </p:sp>
      <p:pic>
        <p:nvPicPr>
          <p:cNvPr id="14" name="Graphic 13">
            <a:extLst>
              <a:ext uri="{FF2B5EF4-FFF2-40B4-BE49-F238E27FC236}">
                <a16:creationId xmlns:a16="http://schemas.microsoft.com/office/drawing/2014/main" id="{2D0D96B5-F681-BDE8-14CE-D66583D19AF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28966" y="342900"/>
            <a:ext cx="220134" cy="228600"/>
          </a:xfrm>
          <a:prstGeom prst="rect">
            <a:avLst/>
          </a:prstGeom>
        </p:spPr>
      </p:pic>
    </p:spTree>
    <p:extLst>
      <p:ext uri="{BB962C8B-B14F-4D97-AF65-F5344CB8AC3E}">
        <p14:creationId xmlns:p14="http://schemas.microsoft.com/office/powerpoint/2010/main" val="276261551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Quote Slide Light">
    <p:spTree>
      <p:nvGrpSpPr>
        <p:cNvPr id="1" name=""/>
        <p:cNvGrpSpPr/>
        <p:nvPr/>
      </p:nvGrpSpPr>
      <p:grpSpPr>
        <a:xfrm>
          <a:off x="0" y="0"/>
          <a:ext cx="0" cy="0"/>
          <a:chOff x="0" y="0"/>
          <a:chExt cx="0" cy="0"/>
        </a:xfrm>
      </p:grpSpPr>
      <p:sp>
        <p:nvSpPr>
          <p:cNvPr id="2" name="Title 1"/>
          <p:cNvSpPr>
            <a:spLocks noGrp="1"/>
          </p:cNvSpPr>
          <p:nvPr>
            <p:ph type="title"/>
          </p:nvPr>
        </p:nvSpPr>
        <p:spPr>
          <a:xfrm>
            <a:off x="3810000" y="2875007"/>
            <a:ext cx="6664960" cy="553993"/>
          </a:xfrm>
        </p:spPr>
        <p:txBody>
          <a:bodyPr anchor="b">
            <a:noAutofit/>
          </a:bodyPr>
          <a:lstStyle>
            <a:lvl1pPr>
              <a:defRPr sz="2400" b="0" i="0">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0" y="3561839"/>
            <a:ext cx="6664960" cy="3382250"/>
          </a:xfrm>
        </p:spPr>
        <p:txBody>
          <a:bodyPr>
            <a:normAutofit/>
          </a:bodyPr>
          <a:lstStyle>
            <a:lvl1pPr marL="171450" indent="-171450">
              <a:buFontTx/>
              <a:buBlip>
                <a:blip r:embed="rId2"/>
              </a:buBlip>
              <a:defRPr sz="800">
                <a:solidFill>
                  <a:schemeClr val="bg2"/>
                </a:solidFill>
              </a:defRPr>
            </a:lvl1pPr>
            <a:lvl2pPr marL="628650" indent="-171450">
              <a:buFontTx/>
              <a:buBlip>
                <a:blip r:embed="rId2"/>
              </a:buBlip>
              <a:defRPr sz="800">
                <a:solidFill>
                  <a:schemeClr val="bg2"/>
                </a:solidFill>
              </a:defRPr>
            </a:lvl2pPr>
            <a:lvl3pPr marL="1085850" indent="-171450">
              <a:buFontTx/>
              <a:buBlip>
                <a:blip r:embed="rId2"/>
              </a:buBlip>
              <a:defRPr sz="800">
                <a:solidFill>
                  <a:schemeClr val="bg2"/>
                </a:solidFill>
              </a:defRPr>
            </a:lvl3pPr>
            <a:lvl4pPr marL="1543050" indent="-171450">
              <a:buFontTx/>
              <a:buBlip>
                <a:blip r:embed="rId2"/>
              </a:buBlip>
              <a:defRPr sz="800">
                <a:solidFill>
                  <a:schemeClr val="bg2"/>
                </a:solidFill>
              </a:defRPr>
            </a:lvl4pPr>
            <a:lvl5pPr marL="2000250" indent="-171450">
              <a:buFontTx/>
              <a:buBlip>
                <a:blip r:embed="rId2"/>
              </a:buBlip>
              <a:defRPr sz="8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tx1"/>
                </a:solidFill>
                <a:latin typeface="Montserrat Light" pitchFamily="2" charset="77"/>
              </a:defRPr>
            </a:lvl1pPr>
          </a:lstStyle>
          <a:p>
            <a:r>
              <a:rPr lang="en-US"/>
              <a:t>© SYREN CLOUD INC – 2025 – ALL RIGHTS RESERVED</a:t>
            </a:r>
          </a:p>
        </p:txBody>
      </p:sp>
    </p:spTree>
    <p:extLst>
      <p:ext uri="{BB962C8B-B14F-4D97-AF65-F5344CB8AC3E}">
        <p14:creationId xmlns:p14="http://schemas.microsoft.com/office/powerpoint/2010/main" val="137440865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Quote Slide Dark">
    <p:bg>
      <p:bgPr>
        <a:solidFill>
          <a:schemeClr val="tx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bg1"/>
                </a:solidFill>
              </a:defRPr>
            </a:lvl1pPr>
          </a:lstStyle>
          <a:p>
            <a:fld id="{330EA680-D336-4FF7-8B7A-9848BB0A1C32}" type="slidenum">
              <a:rPr lang="en-US" smtClean="0"/>
              <a:pPr/>
              <a:t>‹#›</a:t>
            </a:fld>
            <a:endParaRPr lang="en-US"/>
          </a:p>
        </p:txBody>
      </p:sp>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bg1"/>
                </a:solidFill>
                <a:latin typeface="Montserrat Light" pitchFamily="2" charset="77"/>
              </a:defRPr>
            </a:lvl1pPr>
          </a:lstStyle>
          <a:p>
            <a:r>
              <a:rPr lang="en-US"/>
              <a:t>© SYREN CLOUD INC – 2025 – ALL RIGHTS RESERVED</a:t>
            </a:r>
          </a:p>
        </p:txBody>
      </p:sp>
      <p:pic>
        <p:nvPicPr>
          <p:cNvPr id="5" name="Graphic 4">
            <a:extLst>
              <a:ext uri="{FF2B5EF4-FFF2-40B4-BE49-F238E27FC236}">
                <a16:creationId xmlns:a16="http://schemas.microsoft.com/office/drawing/2014/main" id="{5D1A1B21-B93B-E42A-E51E-7A1F7B5E2DC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sp>
        <p:nvSpPr>
          <p:cNvPr id="13" name="Title 1">
            <a:extLst>
              <a:ext uri="{FF2B5EF4-FFF2-40B4-BE49-F238E27FC236}">
                <a16:creationId xmlns:a16="http://schemas.microsoft.com/office/drawing/2014/main" id="{81B27A54-6714-5FF0-5E2A-609831078753}"/>
              </a:ext>
            </a:extLst>
          </p:cNvPr>
          <p:cNvSpPr>
            <a:spLocks noGrp="1"/>
          </p:cNvSpPr>
          <p:nvPr>
            <p:ph type="title"/>
          </p:nvPr>
        </p:nvSpPr>
        <p:spPr>
          <a:xfrm>
            <a:off x="3810000" y="2875007"/>
            <a:ext cx="6664960" cy="553993"/>
          </a:xfrm>
        </p:spPr>
        <p:txBody>
          <a:bodyPr anchor="b">
            <a:noAutofit/>
          </a:bodyPr>
          <a:lstStyle>
            <a:lvl1pPr>
              <a:defRPr sz="2400" b="0" i="0">
                <a:solidFill>
                  <a:schemeClr val="bg1"/>
                </a:solidFill>
                <a:latin typeface="Montserrat Light" pitchFamily="2" charset="77"/>
              </a:defRPr>
            </a:lvl1pPr>
          </a:lstStyle>
          <a:p>
            <a:r>
              <a:rPr lang="en-US"/>
              <a:t>Click to edit Master title style</a:t>
            </a:r>
          </a:p>
        </p:txBody>
      </p:sp>
      <p:sp>
        <p:nvSpPr>
          <p:cNvPr id="14" name="Content Placeholder 2">
            <a:extLst>
              <a:ext uri="{FF2B5EF4-FFF2-40B4-BE49-F238E27FC236}">
                <a16:creationId xmlns:a16="http://schemas.microsoft.com/office/drawing/2014/main" id="{2988A480-D2C2-CE1C-F54F-461025AC56F7}"/>
              </a:ext>
            </a:extLst>
          </p:cNvPr>
          <p:cNvSpPr>
            <a:spLocks noGrp="1"/>
          </p:cNvSpPr>
          <p:nvPr>
            <p:ph idx="1"/>
          </p:nvPr>
        </p:nvSpPr>
        <p:spPr>
          <a:xfrm>
            <a:off x="3810000" y="3561839"/>
            <a:ext cx="6664960" cy="3382250"/>
          </a:xfrm>
        </p:spPr>
        <p:txBody>
          <a:bodyPr>
            <a:normAutofit/>
          </a:bodyPr>
          <a:lstStyle>
            <a:lvl1pPr marL="171450" indent="-171450">
              <a:buFontTx/>
              <a:buBlip>
                <a:blip r:embed="rId4"/>
              </a:buBlip>
              <a:defRPr sz="800">
                <a:solidFill>
                  <a:schemeClr val="bg2"/>
                </a:solidFill>
              </a:defRPr>
            </a:lvl1pPr>
            <a:lvl2pPr marL="628650" indent="-171450">
              <a:buFontTx/>
              <a:buBlip>
                <a:blip r:embed="rId4"/>
              </a:buBlip>
              <a:defRPr sz="800">
                <a:solidFill>
                  <a:schemeClr val="bg2"/>
                </a:solidFill>
              </a:defRPr>
            </a:lvl2pPr>
            <a:lvl3pPr marL="1085850" indent="-171450">
              <a:buFontTx/>
              <a:buBlip>
                <a:blip r:embed="rId4"/>
              </a:buBlip>
              <a:defRPr sz="800">
                <a:solidFill>
                  <a:schemeClr val="bg2"/>
                </a:solidFill>
              </a:defRPr>
            </a:lvl3pPr>
            <a:lvl4pPr marL="1543050" indent="-171450">
              <a:buFontTx/>
              <a:buBlip>
                <a:blip r:embed="rId4"/>
              </a:buBlip>
              <a:defRPr sz="800">
                <a:solidFill>
                  <a:schemeClr val="bg2"/>
                </a:solidFill>
              </a:defRPr>
            </a:lvl4pPr>
            <a:lvl5pPr marL="2000250" indent="-171450">
              <a:buFontTx/>
              <a:buBlip>
                <a:blip r:embed="rId4"/>
              </a:buBlip>
              <a:defRPr sz="8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8624135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Blank01">
    <p:spTree>
      <p:nvGrpSpPr>
        <p:cNvPr id="1" name=""/>
        <p:cNvGrpSpPr/>
        <p:nvPr/>
      </p:nvGrpSpPr>
      <p:grpSpPr>
        <a:xfrm>
          <a:off x="0" y="0"/>
          <a:ext cx="0" cy="0"/>
          <a:chOff x="0" y="0"/>
          <a:chExt cx="0" cy="0"/>
        </a:xfrm>
      </p:grpSpPr>
      <p:pic>
        <p:nvPicPr>
          <p:cNvPr id="21" name="Picture 20" descr="A picture containing text, sign, vector graphics, close&#10;&#10;Description automatically generated">
            <a:extLst>
              <a:ext uri="{FF2B5EF4-FFF2-40B4-BE49-F238E27FC236}">
                <a16:creationId xmlns:a16="http://schemas.microsoft.com/office/drawing/2014/main" id="{EFF482D8-EDAE-0B67-2150-037A217233A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712575" y="185372"/>
            <a:ext cx="328612" cy="328612"/>
          </a:xfrm>
          <a:prstGeom prst="rect">
            <a:avLst/>
          </a:prstGeom>
        </p:spPr>
      </p:pic>
      <p:graphicFrame>
        <p:nvGraphicFramePr>
          <p:cNvPr id="22" name="Table 8">
            <a:extLst>
              <a:ext uri="{FF2B5EF4-FFF2-40B4-BE49-F238E27FC236}">
                <a16:creationId xmlns:a16="http://schemas.microsoft.com/office/drawing/2014/main" id="{AB1F8B5D-260D-8E4C-2BBB-FFB9BEDF85D2}"/>
              </a:ext>
            </a:extLst>
          </p:cNvPr>
          <p:cNvGraphicFramePr>
            <a:graphicFrameLocks noGrp="1"/>
          </p:cNvGraphicFramePr>
          <p:nvPr userDrawn="1"/>
        </p:nvGraphicFramePr>
        <p:xfrm>
          <a:off x="290443" y="6493858"/>
          <a:ext cx="11601174" cy="242366"/>
        </p:xfrm>
        <a:graphic>
          <a:graphicData uri="http://schemas.openxmlformats.org/drawingml/2006/table">
            <a:tbl>
              <a:tblPr firstRow="1" bandRow="1">
                <a:tableStyleId>{5C22544A-7EE6-4342-B048-85BDC9FD1C3A}</a:tableStyleId>
              </a:tblPr>
              <a:tblGrid>
                <a:gridCol w="3867058">
                  <a:extLst>
                    <a:ext uri="{9D8B030D-6E8A-4147-A177-3AD203B41FA5}">
                      <a16:colId xmlns:a16="http://schemas.microsoft.com/office/drawing/2014/main" val="3496470726"/>
                    </a:ext>
                  </a:extLst>
                </a:gridCol>
                <a:gridCol w="3867058">
                  <a:extLst>
                    <a:ext uri="{9D8B030D-6E8A-4147-A177-3AD203B41FA5}">
                      <a16:colId xmlns:a16="http://schemas.microsoft.com/office/drawing/2014/main" val="3156149483"/>
                    </a:ext>
                  </a:extLst>
                </a:gridCol>
                <a:gridCol w="3867058">
                  <a:extLst>
                    <a:ext uri="{9D8B030D-6E8A-4147-A177-3AD203B41FA5}">
                      <a16:colId xmlns:a16="http://schemas.microsoft.com/office/drawing/2014/main" val="3202111035"/>
                    </a:ext>
                  </a:extLst>
                </a:gridCol>
              </a:tblGrid>
              <a:tr h="242366">
                <a:tc>
                  <a:txBody>
                    <a:bodyPr/>
                    <a:lstStyle/>
                    <a:p>
                      <a:r>
                        <a:rPr lang="en-US" sz="700" b="0" u="none" cap="all" baseline="0">
                          <a:solidFill>
                            <a:schemeClr val="bg1">
                              <a:lumMod val="50000"/>
                            </a:schemeClr>
                          </a:solidFill>
                          <a:uFill>
                            <a:solidFill>
                              <a:srgbClr val="34A496"/>
                            </a:solidFill>
                          </a:uFill>
                          <a:latin typeface="+mj-lt"/>
                          <a:ea typeface="Inter" panose="020B0502030000000004" pitchFamily="34" charset="0"/>
                          <a:cs typeface="Inter" panose="020B0502030000000004" pitchFamily="34" charset="0"/>
                        </a:rPr>
                        <a:t>© Syren cloud inc – 2024 – All RIGHTS RESERVED</a:t>
                      </a:r>
                      <a:endParaRPr lang="en-IN" sz="700" b="0" u="none" cap="all" baseline="0">
                        <a:solidFill>
                          <a:schemeClr val="bg1">
                            <a:lumMod val="50000"/>
                          </a:schemeClr>
                        </a:solidFill>
                        <a:uFill>
                          <a:solidFill>
                            <a:srgbClr val="34A496"/>
                          </a:solidFill>
                        </a:uFill>
                        <a:latin typeface="+mj-lt"/>
                        <a:ea typeface="Inter" panose="020B0502030000000004" pitchFamily="34" charset="0"/>
                        <a:cs typeface="Inter" panose="020B05020300000000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en-IN" sz="700" b="0" u="none" cap="all" baseline="0">
                        <a:solidFill>
                          <a:schemeClr val="bg1">
                            <a:lumMod val="50000"/>
                          </a:schemeClr>
                        </a:solidFill>
                        <a:uFill>
                          <a:solidFill>
                            <a:srgbClr val="34A496"/>
                          </a:solidFill>
                        </a:uFill>
                        <a:latin typeface="+mj-lt"/>
                        <a:ea typeface="Inter" panose="020B0502030000000004" pitchFamily="34" charset="0"/>
                        <a:cs typeface="Inter" panose="020B05020300000000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sz="700" b="0" u="none" cap="all" baseline="0">
                          <a:solidFill>
                            <a:schemeClr val="bg1">
                              <a:lumMod val="50000"/>
                            </a:schemeClr>
                          </a:solidFill>
                          <a:uFill>
                            <a:solidFill>
                              <a:srgbClr val="34A496"/>
                            </a:solidFill>
                          </a:uFill>
                          <a:latin typeface="+mj-lt"/>
                          <a:ea typeface="Inter" panose="020B0502030000000004" pitchFamily="34" charset="0"/>
                          <a:cs typeface="Inter" panose="020B0502030000000004" pitchFamily="34" charset="0"/>
                        </a:rPr>
                        <a:t>Private &amp; Confidential</a:t>
                      </a:r>
                      <a:endParaRPr lang="en-IN" sz="700" b="0" u="none" cap="all" baseline="0">
                        <a:solidFill>
                          <a:schemeClr val="bg1">
                            <a:lumMod val="50000"/>
                          </a:schemeClr>
                        </a:solidFill>
                        <a:uFill>
                          <a:solidFill>
                            <a:srgbClr val="34A496"/>
                          </a:solidFill>
                        </a:uFill>
                        <a:latin typeface="+mj-lt"/>
                        <a:ea typeface="Inter" panose="020B0502030000000004" pitchFamily="34" charset="0"/>
                        <a:cs typeface="Inter" panose="020B05020300000000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51752372"/>
                  </a:ext>
                </a:extLst>
              </a:tr>
            </a:tbl>
          </a:graphicData>
        </a:graphic>
      </p:graphicFrame>
    </p:spTree>
    <p:extLst>
      <p:ext uri="{BB962C8B-B14F-4D97-AF65-F5344CB8AC3E}">
        <p14:creationId xmlns:p14="http://schemas.microsoft.com/office/powerpoint/2010/main" val="423902796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3_OUR OFFERINGS .1">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D5D8E0A4-415D-2AB5-B0E8-A567354F0EB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 y="0"/>
            <a:ext cx="12192002" cy="6858001"/>
          </a:xfrm>
          <a:prstGeom prst="rect">
            <a:avLst/>
          </a:prstGeom>
        </p:spPr>
      </p:pic>
      <p:pic>
        <p:nvPicPr>
          <p:cNvPr id="6" name="Picture 5" descr="A picture containing text, sign, vector graphics, close&#10;&#10;Description automatically generated">
            <a:extLst>
              <a:ext uri="{FF2B5EF4-FFF2-40B4-BE49-F238E27FC236}">
                <a16:creationId xmlns:a16="http://schemas.microsoft.com/office/drawing/2014/main" id="{45A883E1-E7F3-FA06-8BC1-58298C1E281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712575" y="185372"/>
            <a:ext cx="328612" cy="328612"/>
          </a:xfrm>
          <a:prstGeom prst="rect">
            <a:avLst/>
          </a:prstGeom>
        </p:spPr>
      </p:pic>
      <p:graphicFrame>
        <p:nvGraphicFramePr>
          <p:cNvPr id="7" name="Table 8">
            <a:extLst>
              <a:ext uri="{FF2B5EF4-FFF2-40B4-BE49-F238E27FC236}">
                <a16:creationId xmlns:a16="http://schemas.microsoft.com/office/drawing/2014/main" id="{5DA4F1DE-668A-C2DA-A385-01A3373634C8}"/>
              </a:ext>
            </a:extLst>
          </p:cNvPr>
          <p:cNvGraphicFramePr>
            <a:graphicFrameLocks noGrp="1"/>
          </p:cNvGraphicFramePr>
          <p:nvPr userDrawn="1"/>
        </p:nvGraphicFramePr>
        <p:xfrm>
          <a:off x="290443" y="6493858"/>
          <a:ext cx="11601174" cy="242366"/>
        </p:xfrm>
        <a:graphic>
          <a:graphicData uri="http://schemas.openxmlformats.org/drawingml/2006/table">
            <a:tbl>
              <a:tblPr firstRow="1" bandRow="1">
                <a:tableStyleId>{5C22544A-7EE6-4342-B048-85BDC9FD1C3A}</a:tableStyleId>
              </a:tblPr>
              <a:tblGrid>
                <a:gridCol w="3867058">
                  <a:extLst>
                    <a:ext uri="{9D8B030D-6E8A-4147-A177-3AD203B41FA5}">
                      <a16:colId xmlns:a16="http://schemas.microsoft.com/office/drawing/2014/main" val="3496470726"/>
                    </a:ext>
                  </a:extLst>
                </a:gridCol>
                <a:gridCol w="3867058">
                  <a:extLst>
                    <a:ext uri="{9D8B030D-6E8A-4147-A177-3AD203B41FA5}">
                      <a16:colId xmlns:a16="http://schemas.microsoft.com/office/drawing/2014/main" val="3156149483"/>
                    </a:ext>
                  </a:extLst>
                </a:gridCol>
                <a:gridCol w="3867058">
                  <a:extLst>
                    <a:ext uri="{9D8B030D-6E8A-4147-A177-3AD203B41FA5}">
                      <a16:colId xmlns:a16="http://schemas.microsoft.com/office/drawing/2014/main" val="3202111035"/>
                    </a:ext>
                  </a:extLst>
                </a:gridCol>
              </a:tblGrid>
              <a:tr h="242366">
                <a:tc>
                  <a:txBody>
                    <a:bodyPr/>
                    <a:lstStyle/>
                    <a:p>
                      <a:r>
                        <a:rPr lang="en-US" sz="700" b="0" u="none" cap="all" baseline="0">
                          <a:solidFill>
                            <a:schemeClr val="bg1">
                              <a:lumMod val="50000"/>
                            </a:schemeClr>
                          </a:solidFill>
                          <a:uFill>
                            <a:solidFill>
                              <a:srgbClr val="34A496"/>
                            </a:solidFill>
                          </a:uFill>
                          <a:latin typeface="+mj-lt"/>
                          <a:ea typeface="Inter" panose="020B0502030000000004" pitchFamily="34" charset="0"/>
                          <a:cs typeface="Inter" panose="020B0502030000000004" pitchFamily="34" charset="0"/>
                        </a:rPr>
                        <a:t>© Syren cloud inc – 2024 – All RIGHTS RESERVED</a:t>
                      </a:r>
                      <a:endParaRPr lang="en-IN" sz="700" b="0" u="none" cap="all" baseline="0">
                        <a:solidFill>
                          <a:schemeClr val="bg1">
                            <a:lumMod val="50000"/>
                          </a:schemeClr>
                        </a:solidFill>
                        <a:uFill>
                          <a:solidFill>
                            <a:srgbClr val="34A496"/>
                          </a:solidFill>
                        </a:uFill>
                        <a:latin typeface="+mj-lt"/>
                        <a:ea typeface="Inter" panose="020B0502030000000004" pitchFamily="34" charset="0"/>
                        <a:cs typeface="Inter" panose="020B05020300000000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en-IN" sz="700" b="0" u="none" cap="all" baseline="0">
                        <a:solidFill>
                          <a:schemeClr val="bg1"/>
                        </a:solidFill>
                        <a:uFill>
                          <a:solidFill>
                            <a:srgbClr val="34A496"/>
                          </a:solidFill>
                        </a:uFill>
                        <a:latin typeface="+mj-lt"/>
                        <a:ea typeface="Inter" panose="020B0502030000000004" pitchFamily="34" charset="0"/>
                        <a:cs typeface="Inter" panose="020B05020300000000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sz="700" b="0" u="none" cap="all" baseline="0">
                          <a:solidFill>
                            <a:schemeClr val="bg1"/>
                          </a:solidFill>
                          <a:uFill>
                            <a:solidFill>
                              <a:srgbClr val="34A496"/>
                            </a:solidFill>
                          </a:uFill>
                          <a:latin typeface="+mj-lt"/>
                          <a:ea typeface="Inter" panose="020B0502030000000004" pitchFamily="34" charset="0"/>
                          <a:cs typeface="Inter" panose="020B0502030000000004" pitchFamily="34" charset="0"/>
                        </a:rPr>
                        <a:t>Private &amp; Confidential</a:t>
                      </a:r>
                      <a:endParaRPr lang="en-IN" sz="700" b="0" u="none" cap="all" baseline="0">
                        <a:solidFill>
                          <a:schemeClr val="bg1"/>
                        </a:solidFill>
                        <a:uFill>
                          <a:solidFill>
                            <a:srgbClr val="34A496"/>
                          </a:solidFill>
                        </a:uFill>
                        <a:latin typeface="+mj-lt"/>
                        <a:ea typeface="Inter" panose="020B0502030000000004" pitchFamily="34" charset="0"/>
                        <a:cs typeface="Inter" panose="020B05020300000000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51752372"/>
                  </a:ext>
                </a:extLst>
              </a:tr>
            </a:tbl>
          </a:graphicData>
        </a:graphic>
      </p:graphicFrame>
    </p:spTree>
    <p:extLst>
      <p:ext uri="{BB962C8B-B14F-4D97-AF65-F5344CB8AC3E}">
        <p14:creationId xmlns:p14="http://schemas.microsoft.com/office/powerpoint/2010/main" val="2274181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4_OUR OFFERINGS .1">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88B268B-4397-368D-37DB-66C5E85274D0}"/>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020" t="1020" r="1020" b="1020"/>
          <a:stretch/>
        </p:blipFill>
        <p:spPr>
          <a:xfrm>
            <a:off x="0" y="0"/>
            <a:ext cx="12192000" cy="6858000"/>
          </a:xfrm>
          <a:prstGeom prst="rect">
            <a:avLst/>
          </a:prstGeom>
        </p:spPr>
      </p:pic>
      <p:pic>
        <p:nvPicPr>
          <p:cNvPr id="6" name="Picture 5" descr="A picture containing text, sign, vector graphics, close&#10;&#10;Description automatically generated">
            <a:extLst>
              <a:ext uri="{FF2B5EF4-FFF2-40B4-BE49-F238E27FC236}">
                <a16:creationId xmlns:a16="http://schemas.microsoft.com/office/drawing/2014/main" id="{45A883E1-E7F3-FA06-8BC1-58298C1E281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712575" y="185372"/>
            <a:ext cx="328612" cy="328612"/>
          </a:xfrm>
          <a:prstGeom prst="rect">
            <a:avLst/>
          </a:prstGeom>
        </p:spPr>
      </p:pic>
      <p:graphicFrame>
        <p:nvGraphicFramePr>
          <p:cNvPr id="7" name="Table 8">
            <a:extLst>
              <a:ext uri="{FF2B5EF4-FFF2-40B4-BE49-F238E27FC236}">
                <a16:creationId xmlns:a16="http://schemas.microsoft.com/office/drawing/2014/main" id="{5DA4F1DE-668A-C2DA-A385-01A3373634C8}"/>
              </a:ext>
            </a:extLst>
          </p:cNvPr>
          <p:cNvGraphicFramePr>
            <a:graphicFrameLocks noGrp="1"/>
          </p:cNvGraphicFramePr>
          <p:nvPr userDrawn="1"/>
        </p:nvGraphicFramePr>
        <p:xfrm>
          <a:off x="290443" y="6528122"/>
          <a:ext cx="11601174" cy="208102"/>
        </p:xfrm>
        <a:graphic>
          <a:graphicData uri="http://schemas.openxmlformats.org/drawingml/2006/table">
            <a:tbl>
              <a:tblPr firstRow="1" bandRow="1">
                <a:tableStyleId>{5C22544A-7EE6-4342-B048-85BDC9FD1C3A}</a:tableStyleId>
              </a:tblPr>
              <a:tblGrid>
                <a:gridCol w="3867058">
                  <a:extLst>
                    <a:ext uri="{9D8B030D-6E8A-4147-A177-3AD203B41FA5}">
                      <a16:colId xmlns:a16="http://schemas.microsoft.com/office/drawing/2014/main" val="3496470726"/>
                    </a:ext>
                  </a:extLst>
                </a:gridCol>
                <a:gridCol w="3867058">
                  <a:extLst>
                    <a:ext uri="{9D8B030D-6E8A-4147-A177-3AD203B41FA5}">
                      <a16:colId xmlns:a16="http://schemas.microsoft.com/office/drawing/2014/main" val="3156149483"/>
                    </a:ext>
                  </a:extLst>
                </a:gridCol>
                <a:gridCol w="3867058">
                  <a:extLst>
                    <a:ext uri="{9D8B030D-6E8A-4147-A177-3AD203B41FA5}">
                      <a16:colId xmlns:a16="http://schemas.microsoft.com/office/drawing/2014/main" val="3202111035"/>
                    </a:ext>
                  </a:extLst>
                </a:gridCol>
              </a:tblGrid>
              <a:tr h="208102">
                <a:tc>
                  <a:txBody>
                    <a:bodyPr/>
                    <a:lstStyle/>
                    <a:p>
                      <a:r>
                        <a:rPr lang="en-US" sz="700" b="0" u="none" cap="all" baseline="0">
                          <a:solidFill>
                            <a:schemeClr val="bg1"/>
                          </a:solidFill>
                          <a:uFill>
                            <a:solidFill>
                              <a:srgbClr val="34A496"/>
                            </a:solidFill>
                          </a:uFill>
                          <a:latin typeface="+mj-lt"/>
                          <a:ea typeface="Inter" panose="020B0502030000000004" pitchFamily="34" charset="0"/>
                          <a:cs typeface="Inter" panose="020B0502030000000004" pitchFamily="34" charset="0"/>
                        </a:rPr>
                        <a:t>© </a:t>
                      </a:r>
                      <a:r>
                        <a:rPr lang="en-US" sz="700" b="0" u="none" cap="all" baseline="0" err="1">
                          <a:solidFill>
                            <a:schemeClr val="bg1"/>
                          </a:solidFill>
                          <a:uFill>
                            <a:solidFill>
                              <a:srgbClr val="34A496"/>
                            </a:solidFill>
                          </a:uFill>
                          <a:latin typeface="+mj-lt"/>
                          <a:ea typeface="Inter" panose="020B0502030000000004" pitchFamily="34" charset="0"/>
                          <a:cs typeface="Inter" panose="020B0502030000000004" pitchFamily="34" charset="0"/>
                        </a:rPr>
                        <a:t>Syren</a:t>
                      </a:r>
                      <a:r>
                        <a:rPr lang="en-US" sz="700" b="0" u="none" cap="all" baseline="0">
                          <a:solidFill>
                            <a:schemeClr val="bg1"/>
                          </a:solidFill>
                          <a:uFill>
                            <a:solidFill>
                              <a:srgbClr val="34A496"/>
                            </a:solidFill>
                          </a:uFill>
                          <a:latin typeface="+mj-lt"/>
                          <a:ea typeface="Inter" panose="020B0502030000000004" pitchFamily="34" charset="0"/>
                          <a:cs typeface="Inter" panose="020B0502030000000004" pitchFamily="34" charset="0"/>
                        </a:rPr>
                        <a:t> cloud </a:t>
                      </a:r>
                      <a:r>
                        <a:rPr lang="en-US" sz="700" b="0" u="none" cap="all" baseline="0" err="1">
                          <a:solidFill>
                            <a:schemeClr val="bg1"/>
                          </a:solidFill>
                          <a:uFill>
                            <a:solidFill>
                              <a:srgbClr val="34A496"/>
                            </a:solidFill>
                          </a:uFill>
                          <a:latin typeface="+mj-lt"/>
                          <a:ea typeface="Inter" panose="020B0502030000000004" pitchFamily="34" charset="0"/>
                          <a:cs typeface="Inter" panose="020B0502030000000004" pitchFamily="34" charset="0"/>
                        </a:rPr>
                        <a:t>inc</a:t>
                      </a:r>
                      <a:r>
                        <a:rPr lang="en-US" sz="700" b="0" u="none" cap="all" baseline="0">
                          <a:solidFill>
                            <a:schemeClr val="bg1"/>
                          </a:solidFill>
                          <a:uFill>
                            <a:solidFill>
                              <a:srgbClr val="34A496"/>
                            </a:solidFill>
                          </a:uFill>
                          <a:latin typeface="+mj-lt"/>
                          <a:ea typeface="Inter" panose="020B0502030000000004" pitchFamily="34" charset="0"/>
                          <a:cs typeface="Inter" panose="020B0502030000000004" pitchFamily="34" charset="0"/>
                        </a:rPr>
                        <a:t> – 2024 – All RIGHTS RESERVED</a:t>
                      </a:r>
                      <a:endParaRPr lang="en-IN" sz="700" b="0" u="none" cap="all" baseline="0">
                        <a:solidFill>
                          <a:schemeClr val="bg1"/>
                        </a:solidFill>
                        <a:uFill>
                          <a:solidFill>
                            <a:srgbClr val="34A496"/>
                          </a:solidFill>
                        </a:uFill>
                        <a:latin typeface="+mj-lt"/>
                        <a:ea typeface="Inter" panose="020B0502030000000004" pitchFamily="34" charset="0"/>
                        <a:cs typeface="Inter" panose="020B05020300000000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en-IN" sz="700" b="0" u="none" cap="all" baseline="0">
                        <a:solidFill>
                          <a:schemeClr val="bg1"/>
                        </a:solidFill>
                        <a:uFill>
                          <a:solidFill>
                            <a:srgbClr val="34A496"/>
                          </a:solidFill>
                        </a:uFill>
                        <a:latin typeface="+mj-lt"/>
                        <a:ea typeface="Inter" panose="020B0502030000000004" pitchFamily="34" charset="0"/>
                        <a:cs typeface="Inter" panose="020B05020300000000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sz="700" b="0" u="none" cap="all" baseline="0">
                          <a:solidFill>
                            <a:schemeClr val="bg1">
                              <a:lumMod val="50000"/>
                            </a:schemeClr>
                          </a:solidFill>
                          <a:uFill>
                            <a:solidFill>
                              <a:srgbClr val="34A496"/>
                            </a:solidFill>
                          </a:uFill>
                          <a:latin typeface="+mj-lt"/>
                          <a:ea typeface="Inter" panose="020B0502030000000004" pitchFamily="34" charset="0"/>
                          <a:cs typeface="Inter" panose="020B0502030000000004" pitchFamily="34" charset="0"/>
                        </a:rPr>
                        <a:t>Private &amp; Confidential</a:t>
                      </a:r>
                      <a:endParaRPr lang="en-IN" sz="700" b="0" u="none" cap="all" baseline="0">
                        <a:solidFill>
                          <a:schemeClr val="bg1">
                            <a:lumMod val="50000"/>
                          </a:schemeClr>
                        </a:solidFill>
                        <a:uFill>
                          <a:solidFill>
                            <a:srgbClr val="34A496"/>
                          </a:solidFill>
                        </a:uFill>
                        <a:latin typeface="+mj-lt"/>
                        <a:ea typeface="Inter" panose="020B0502030000000004" pitchFamily="34" charset="0"/>
                        <a:cs typeface="Inter" panose="020B05020300000000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51752372"/>
                  </a:ext>
                </a:extLst>
              </a:tr>
            </a:tbl>
          </a:graphicData>
        </a:graphic>
      </p:graphicFrame>
    </p:spTree>
    <p:extLst>
      <p:ext uri="{BB962C8B-B14F-4D97-AF65-F5344CB8AC3E}">
        <p14:creationId xmlns:p14="http://schemas.microsoft.com/office/powerpoint/2010/main" val="95336992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094AA36-CE0C-2A42-AB7C-2FC67E10B5B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31823" y="268942"/>
            <a:ext cx="1665671" cy="596351"/>
          </a:xfrm>
          <a:prstGeom prst="rect">
            <a:avLst/>
          </a:prstGeom>
        </p:spPr>
      </p:pic>
      <p:sp>
        <p:nvSpPr>
          <p:cNvPr id="7" name="Date Placeholder 6">
            <a:extLst>
              <a:ext uri="{FF2B5EF4-FFF2-40B4-BE49-F238E27FC236}">
                <a16:creationId xmlns:a16="http://schemas.microsoft.com/office/drawing/2014/main" id="{C0E2DA73-8919-6944-A76A-2F7D9D834D9D}"/>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207A8E9-F9AF-7542-BEC9-D4D9CD66CEDE}"/>
              </a:ext>
            </a:extLst>
          </p:cNvPr>
          <p:cNvSpPr>
            <a:spLocks noGrp="1"/>
          </p:cNvSpPr>
          <p:nvPr>
            <p:ph type="ftr" sz="quarter" idx="11"/>
          </p:nvPr>
        </p:nvSpPr>
        <p:spPr/>
        <p:txBody>
          <a:bodyPr/>
          <a:lstStyle/>
          <a:p>
            <a:r>
              <a:rPr lang="en-US"/>
              <a:t>Floor &amp; Decor® Confidential</a:t>
            </a:r>
          </a:p>
        </p:txBody>
      </p:sp>
      <p:sp>
        <p:nvSpPr>
          <p:cNvPr id="9" name="Slide Number Placeholder 8">
            <a:extLst>
              <a:ext uri="{FF2B5EF4-FFF2-40B4-BE49-F238E27FC236}">
                <a16:creationId xmlns:a16="http://schemas.microsoft.com/office/drawing/2014/main" id="{4EEC694E-0350-7747-8411-3E105E1E7EC0}"/>
              </a:ext>
            </a:extLst>
          </p:cNvPr>
          <p:cNvSpPr>
            <a:spLocks noGrp="1"/>
          </p:cNvSpPr>
          <p:nvPr>
            <p:ph type="sldNum" sz="quarter" idx="12"/>
          </p:nvPr>
        </p:nvSpPr>
        <p:spPr/>
        <p:txBody>
          <a:bodyPr/>
          <a:lstStyle/>
          <a:p>
            <a:fld id="{E34EF7AB-77C2-42B7-A567-8578E20320C1}" type="slidenum">
              <a:rPr lang="en-US" smtClean="0"/>
              <a:pPr/>
              <a:t>‹#›</a:t>
            </a:fld>
            <a:endParaRPr lang="en-US"/>
          </a:p>
        </p:txBody>
      </p:sp>
      <p:sp>
        <p:nvSpPr>
          <p:cNvPr id="14" name="Parallelogram 13">
            <a:extLst>
              <a:ext uri="{FF2B5EF4-FFF2-40B4-BE49-F238E27FC236}">
                <a16:creationId xmlns:a16="http://schemas.microsoft.com/office/drawing/2014/main" id="{520D24F4-CDE6-9D4F-9708-787463343624}"/>
              </a:ext>
            </a:extLst>
          </p:cNvPr>
          <p:cNvSpPr/>
          <p:nvPr userDrawn="1"/>
        </p:nvSpPr>
        <p:spPr>
          <a:xfrm>
            <a:off x="-1" y="1"/>
            <a:ext cx="10202075" cy="1008530"/>
          </a:xfrm>
          <a:custGeom>
            <a:avLst/>
            <a:gdLst>
              <a:gd name="connsiteX0" fmla="*/ 0 w 12268200"/>
              <a:gd name="connsiteY0" fmla="*/ 1143000 h 1143000"/>
              <a:gd name="connsiteX1" fmla="*/ 285750 w 12268200"/>
              <a:gd name="connsiteY1" fmla="*/ 0 h 1143000"/>
              <a:gd name="connsiteX2" fmla="*/ 12268200 w 12268200"/>
              <a:gd name="connsiteY2" fmla="*/ 0 h 1143000"/>
              <a:gd name="connsiteX3" fmla="*/ 11982450 w 12268200"/>
              <a:gd name="connsiteY3" fmla="*/ 1143000 h 1143000"/>
              <a:gd name="connsiteX4" fmla="*/ 0 w 12268200"/>
              <a:gd name="connsiteY4" fmla="*/ 1143000 h 1143000"/>
              <a:gd name="connsiteX0" fmla="*/ 416214 w 11982450"/>
              <a:gd name="connsiteY0" fmla="*/ 1143000 h 1143000"/>
              <a:gd name="connsiteX1" fmla="*/ 0 w 11982450"/>
              <a:gd name="connsiteY1" fmla="*/ 0 h 1143000"/>
              <a:gd name="connsiteX2" fmla="*/ 11982450 w 11982450"/>
              <a:gd name="connsiteY2" fmla="*/ 0 h 1143000"/>
              <a:gd name="connsiteX3" fmla="*/ 11696700 w 11982450"/>
              <a:gd name="connsiteY3" fmla="*/ 1143000 h 1143000"/>
              <a:gd name="connsiteX4" fmla="*/ 416214 w 11982450"/>
              <a:gd name="connsiteY4" fmla="*/ 1143000 h 1143000"/>
              <a:gd name="connsiteX0" fmla="*/ 0 w 11566236"/>
              <a:gd name="connsiteY0" fmla="*/ 1143000 h 1143000"/>
              <a:gd name="connsiteX1" fmla="*/ 198004 w 11566236"/>
              <a:gd name="connsiteY1" fmla="*/ 230909 h 1143000"/>
              <a:gd name="connsiteX2" fmla="*/ 11566236 w 11566236"/>
              <a:gd name="connsiteY2" fmla="*/ 0 h 1143000"/>
              <a:gd name="connsiteX3" fmla="*/ 11280486 w 11566236"/>
              <a:gd name="connsiteY3" fmla="*/ 1143000 h 1143000"/>
              <a:gd name="connsiteX4" fmla="*/ 0 w 11566236"/>
              <a:gd name="connsiteY4" fmla="*/ 1143000 h 1143000"/>
              <a:gd name="connsiteX0" fmla="*/ 0 w 11566236"/>
              <a:gd name="connsiteY0" fmla="*/ 1143001 h 1143001"/>
              <a:gd name="connsiteX1" fmla="*/ 4040 w 11566236"/>
              <a:gd name="connsiteY1" fmla="*/ 0 h 1143001"/>
              <a:gd name="connsiteX2" fmla="*/ 11566236 w 11566236"/>
              <a:gd name="connsiteY2" fmla="*/ 1 h 1143001"/>
              <a:gd name="connsiteX3" fmla="*/ 11280486 w 11566236"/>
              <a:gd name="connsiteY3" fmla="*/ 1143001 h 1143001"/>
              <a:gd name="connsiteX4" fmla="*/ 0 w 11566236"/>
              <a:gd name="connsiteY4" fmla="*/ 1143001 h 1143001"/>
              <a:gd name="connsiteX0" fmla="*/ 5352 w 11562352"/>
              <a:gd name="connsiteY0" fmla="*/ 1143001 h 1143001"/>
              <a:gd name="connsiteX1" fmla="*/ 156 w 11562352"/>
              <a:gd name="connsiteY1" fmla="*/ 0 h 1143001"/>
              <a:gd name="connsiteX2" fmla="*/ 11562352 w 11562352"/>
              <a:gd name="connsiteY2" fmla="*/ 1 h 1143001"/>
              <a:gd name="connsiteX3" fmla="*/ 11276602 w 11562352"/>
              <a:gd name="connsiteY3" fmla="*/ 1143001 h 1143001"/>
              <a:gd name="connsiteX4" fmla="*/ 5352 w 11562352"/>
              <a:gd name="connsiteY4" fmla="*/ 1143001 h 1143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62352" h="1143001">
                <a:moveTo>
                  <a:pt x="5352" y="1143001"/>
                </a:moveTo>
                <a:cubicBezTo>
                  <a:pt x="6699" y="762001"/>
                  <a:pt x="-1191" y="381000"/>
                  <a:pt x="156" y="0"/>
                </a:cubicBezTo>
                <a:lnTo>
                  <a:pt x="11562352" y="1"/>
                </a:lnTo>
                <a:lnTo>
                  <a:pt x="11276602" y="1143001"/>
                </a:lnTo>
                <a:lnTo>
                  <a:pt x="5352" y="1143001"/>
                </a:lnTo>
                <a:close/>
              </a:path>
            </a:pathLst>
          </a:custGeom>
          <a:solidFill>
            <a:srgbClr val="ED1C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3177" b="1">
              <a:latin typeface="+mj-lt"/>
            </a:endParaRPr>
          </a:p>
        </p:txBody>
      </p:sp>
    </p:spTree>
    <p:extLst>
      <p:ext uri="{BB962C8B-B14F-4D97-AF65-F5344CB8AC3E}">
        <p14:creationId xmlns:p14="http://schemas.microsoft.com/office/powerpoint/2010/main" val="181747042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76147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2_Title and Content - Light - Blank">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345D0AA-4993-E0B4-38A4-7EF2AAC68E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58" y="-2"/>
            <a:ext cx="12182742" cy="6858002"/>
          </a:xfrm>
          <a:prstGeom prst="rect">
            <a:avLst/>
          </a:prstGeom>
        </p:spPr>
      </p:pic>
      <p:sp>
        <p:nvSpPr>
          <p:cNvPr id="2" name="Title 1"/>
          <p:cNvSpPr>
            <a:spLocks noGrp="1"/>
          </p:cNvSpPr>
          <p:nvPr>
            <p:ph type="title"/>
          </p:nvPr>
        </p:nvSpPr>
        <p:spPr>
          <a:xfrm>
            <a:off x="381000" y="342899"/>
            <a:ext cx="10515600" cy="553993"/>
          </a:xfrm>
        </p:spPr>
        <p:txBody>
          <a:bodyPr>
            <a:noAutofit/>
          </a:bodyPr>
          <a:lstStyle>
            <a:lvl1pPr>
              <a:defRPr sz="3000" b="0" i="0">
                <a:latin typeface="Montserrat Light" pitchFamily="2" charset="77"/>
              </a:defRPr>
            </a:lvl1pPr>
          </a:lstStyle>
          <a:p>
            <a:r>
              <a:rPr lang="en-US"/>
              <a:t>Click to edit Master title style</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endParaRPr lang="en-US" sz="600"/>
          </a:p>
        </p:txBody>
      </p:sp>
      <p:cxnSp>
        <p:nvCxnSpPr>
          <p:cNvPr id="9" name="Straight Connector 8">
            <a:extLst>
              <a:ext uri="{FF2B5EF4-FFF2-40B4-BE49-F238E27FC236}">
                <a16:creationId xmlns:a16="http://schemas.microsoft.com/office/drawing/2014/main" id="{5CE39CB5-F702-940E-D5A3-9950276C91F2}"/>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607072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itle and Content w Shapes - Ligh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0E0EC3-40EF-2176-A5EB-67D0FB14127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58" y="-2"/>
            <a:ext cx="12182742" cy="6858002"/>
          </a:xfrm>
          <a:prstGeom prst="rect">
            <a:avLst/>
          </a:prstGeom>
        </p:spPr>
      </p:pic>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endParaRPr lang="en-US" sz="600"/>
          </a:p>
        </p:txBody>
      </p:sp>
    </p:spTree>
    <p:extLst>
      <p:ext uri="{BB962C8B-B14F-4D97-AF65-F5344CB8AC3E}">
        <p14:creationId xmlns:p14="http://schemas.microsoft.com/office/powerpoint/2010/main" val="387613167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lide Dark">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694362"/>
            <a:ext cx="5887453" cy="1828800"/>
          </a:xfrm>
          <a:prstGeom prst="rect">
            <a:avLst/>
          </a:prstGeom>
        </p:spPr>
        <p:txBody>
          <a:bodyPr anchor="b">
            <a:normAutofit/>
          </a:bodyPr>
          <a:lstStyle>
            <a:lvl1pPr marL="6350" indent="0" algn="l">
              <a:tabLst/>
              <a:defRPr sz="4000"/>
            </a:lvl1pPr>
          </a:lstStyle>
          <a:p>
            <a:r>
              <a:rPr lang="en-US"/>
              <a:t>Click to edit Master title style</a:t>
            </a:r>
          </a:p>
        </p:txBody>
      </p:sp>
      <p:sp>
        <p:nvSpPr>
          <p:cNvPr id="3" name="Subtitle 2"/>
          <p:cNvSpPr>
            <a:spLocks noGrp="1"/>
          </p:cNvSpPr>
          <p:nvPr>
            <p:ph type="subTitle" idx="1"/>
          </p:nvPr>
        </p:nvSpPr>
        <p:spPr>
          <a:xfrm>
            <a:off x="381000" y="4651454"/>
            <a:ext cx="9144000" cy="1143000"/>
          </a:xfrm>
          <a:prstGeom prst="rect">
            <a:avLst/>
          </a:prstGeom>
        </p:spPr>
        <p:txBody>
          <a:bodyPr>
            <a:normAutofit/>
          </a:bodyPr>
          <a:lstStyle>
            <a:lvl1pPr marL="285750" indent="-285750" algn="l">
              <a:buFont typeface="Wingdings" pitchFamily="2" charset="2"/>
              <a:buChar char="v"/>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 Placeholder 10">
            <a:extLst>
              <a:ext uri="{FF2B5EF4-FFF2-40B4-BE49-F238E27FC236}">
                <a16:creationId xmlns:a16="http://schemas.microsoft.com/office/drawing/2014/main" id="{F40A598B-029B-8757-1A8B-9960D1CFC114}"/>
              </a:ext>
            </a:extLst>
          </p:cNvPr>
          <p:cNvSpPr>
            <a:spLocks noGrp="1"/>
          </p:cNvSpPr>
          <p:nvPr>
            <p:ph type="body" sz="quarter" idx="10"/>
          </p:nvPr>
        </p:nvSpPr>
        <p:spPr>
          <a:xfrm>
            <a:off x="381000" y="5922746"/>
            <a:ext cx="5715000" cy="458788"/>
          </a:xfrm>
          <a:prstGeom prst="rect">
            <a:avLst/>
          </a:prstGeom>
        </p:spPr>
        <p:txBody>
          <a:bodyPr>
            <a:noAutofit/>
          </a:bodyPr>
          <a:lstStyle>
            <a:lvl1pPr marL="0" indent="0">
              <a:buFont typeface="Wingdings" pitchFamily="2" charset="2"/>
              <a:buNone/>
              <a:defRPr sz="800">
                <a:solidFill>
                  <a:srgbClr val="F64F18"/>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4" name="Picture 3" descr="A black background with orange circles&#10;&#10;AI-generated content may be incorrect.">
            <a:extLst>
              <a:ext uri="{FF2B5EF4-FFF2-40B4-BE49-F238E27FC236}">
                <a16:creationId xmlns:a16="http://schemas.microsoft.com/office/drawing/2014/main" id="{56143136-D3FB-7460-C7EF-BDDE7850181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t="12782" r="28600" b="21101"/>
          <a:stretch/>
        </p:blipFill>
        <p:spPr>
          <a:xfrm>
            <a:off x="4788979" y="0"/>
            <a:ext cx="7403022" cy="6858000"/>
          </a:xfrm>
          <a:prstGeom prst="rect">
            <a:avLst/>
          </a:prstGeom>
        </p:spPr>
      </p:pic>
    </p:spTree>
    <p:extLst>
      <p:ext uri="{BB962C8B-B14F-4D97-AF65-F5344CB8AC3E}">
        <p14:creationId xmlns:p14="http://schemas.microsoft.com/office/powerpoint/2010/main" val="162705572"/>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Slide Light">
    <p:bg>
      <p:bgPr>
        <a:solidFill>
          <a:schemeClr val="tx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5646C33-A1AD-9804-9559-EB9FE98FF10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964" y="476466"/>
            <a:ext cx="2123035" cy="666534"/>
          </a:xfrm>
          <a:prstGeom prst="rect">
            <a:avLst/>
          </a:prstGeom>
        </p:spPr>
      </p:pic>
      <p:sp>
        <p:nvSpPr>
          <p:cNvPr id="9" name="Title 1">
            <a:extLst>
              <a:ext uri="{FF2B5EF4-FFF2-40B4-BE49-F238E27FC236}">
                <a16:creationId xmlns:a16="http://schemas.microsoft.com/office/drawing/2014/main" id="{4FBF73D9-0881-A73E-A8B1-CD8E49046877}"/>
              </a:ext>
            </a:extLst>
          </p:cNvPr>
          <p:cNvSpPr>
            <a:spLocks noGrp="1"/>
          </p:cNvSpPr>
          <p:nvPr>
            <p:ph type="ctrTitle"/>
          </p:nvPr>
        </p:nvSpPr>
        <p:spPr>
          <a:xfrm>
            <a:off x="381000" y="2694362"/>
            <a:ext cx="5887453" cy="1828800"/>
          </a:xfrm>
          <a:prstGeom prst="rect">
            <a:avLst/>
          </a:prstGeom>
        </p:spPr>
        <p:txBody>
          <a:bodyPr anchor="b">
            <a:normAutofit/>
          </a:bodyPr>
          <a:lstStyle>
            <a:lvl1pPr marL="6350" indent="0" algn="l">
              <a:tabLst/>
              <a:defRPr sz="4000">
                <a:solidFill>
                  <a:schemeClr val="bg1"/>
                </a:solidFill>
              </a:defRPr>
            </a:lvl1pPr>
          </a:lstStyle>
          <a:p>
            <a:r>
              <a:rPr lang="en-US"/>
              <a:t>Click to edit Master title style</a:t>
            </a:r>
          </a:p>
        </p:txBody>
      </p:sp>
      <p:sp>
        <p:nvSpPr>
          <p:cNvPr id="12" name="Subtitle 2">
            <a:extLst>
              <a:ext uri="{FF2B5EF4-FFF2-40B4-BE49-F238E27FC236}">
                <a16:creationId xmlns:a16="http://schemas.microsoft.com/office/drawing/2014/main" id="{721F1B40-8720-C869-4A82-E00187BC603B}"/>
              </a:ext>
            </a:extLst>
          </p:cNvPr>
          <p:cNvSpPr>
            <a:spLocks noGrp="1"/>
          </p:cNvSpPr>
          <p:nvPr>
            <p:ph type="subTitle" idx="1"/>
          </p:nvPr>
        </p:nvSpPr>
        <p:spPr>
          <a:xfrm>
            <a:off x="381000" y="4651454"/>
            <a:ext cx="9144000" cy="1143000"/>
          </a:xfrm>
          <a:prstGeom prst="rect">
            <a:avLst/>
          </a:prstGeom>
        </p:spPr>
        <p:txBody>
          <a:bodyPr>
            <a:normAutofit/>
          </a:bodyPr>
          <a:lstStyle>
            <a:lvl1pPr marL="285750" indent="-285750" algn="l">
              <a:buFont typeface="Wingdings" pitchFamily="2" charset="2"/>
              <a:buChar char="v"/>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Text Placeholder 10">
            <a:extLst>
              <a:ext uri="{FF2B5EF4-FFF2-40B4-BE49-F238E27FC236}">
                <a16:creationId xmlns:a16="http://schemas.microsoft.com/office/drawing/2014/main" id="{38D2D752-871B-972C-6799-1EDBA09B4A33}"/>
              </a:ext>
            </a:extLst>
          </p:cNvPr>
          <p:cNvSpPr>
            <a:spLocks noGrp="1"/>
          </p:cNvSpPr>
          <p:nvPr>
            <p:ph type="body" sz="quarter" idx="10"/>
          </p:nvPr>
        </p:nvSpPr>
        <p:spPr>
          <a:xfrm>
            <a:off x="381000" y="5922746"/>
            <a:ext cx="5715000" cy="458788"/>
          </a:xfrm>
          <a:prstGeom prst="rect">
            <a:avLst/>
          </a:prstGeom>
        </p:spPr>
        <p:txBody>
          <a:bodyPr>
            <a:noAutofit/>
          </a:bodyPr>
          <a:lstStyle>
            <a:lvl1pPr marL="0" indent="0">
              <a:buNone/>
              <a:defRPr sz="800">
                <a:solidFill>
                  <a:srgbClr val="F64F18"/>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3" name="Picture 2" descr="A black background with orange circles&#10;&#10;AI-generated content may be incorrect.">
            <a:extLst>
              <a:ext uri="{FF2B5EF4-FFF2-40B4-BE49-F238E27FC236}">
                <a16:creationId xmlns:a16="http://schemas.microsoft.com/office/drawing/2014/main" id="{9F8B6379-2FCC-6CD1-3B82-2EF9342DDA39}"/>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12782" r="28600" b="21101"/>
          <a:stretch/>
        </p:blipFill>
        <p:spPr>
          <a:xfrm>
            <a:off x="4788979" y="0"/>
            <a:ext cx="7403022" cy="6858000"/>
          </a:xfrm>
          <a:prstGeom prst="rect">
            <a:avLst/>
          </a:prstGeom>
        </p:spPr>
      </p:pic>
    </p:spTree>
    <p:extLst>
      <p:ext uri="{BB962C8B-B14F-4D97-AF65-F5344CB8AC3E}">
        <p14:creationId xmlns:p14="http://schemas.microsoft.com/office/powerpoint/2010/main" val="2961239816"/>
      </p:ext>
    </p:extLst>
  </p:cSld>
  <p:clrMapOvr>
    <a:overrideClrMapping bg1="dk1" tx1="lt1" bg2="dk2" tx2="lt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Agenda Slide - Ligh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5" name="TextBox 4">
            <a:extLst>
              <a:ext uri="{FF2B5EF4-FFF2-40B4-BE49-F238E27FC236}">
                <a16:creationId xmlns:a16="http://schemas.microsoft.com/office/drawing/2014/main" id="{984A029E-8486-4A47-954F-0DEEEF3042F2}"/>
              </a:ext>
            </a:extLst>
          </p:cNvPr>
          <p:cNvSpPr txBox="1"/>
          <p:nvPr userDrawn="1"/>
        </p:nvSpPr>
        <p:spPr>
          <a:xfrm>
            <a:off x="381000" y="342899"/>
            <a:ext cx="10972800" cy="553998"/>
          </a:xfrm>
          <a:prstGeom prst="rect">
            <a:avLst/>
          </a:prstGeom>
          <a:noFill/>
        </p:spPr>
        <p:txBody>
          <a:bodyPr wrap="square" rtlCol="0">
            <a:spAutoFit/>
          </a:bodyPr>
          <a:lstStyle/>
          <a:p>
            <a:r>
              <a:rPr lang="en-US" sz="3000" b="0" i="0">
                <a:latin typeface="Montserrat Light" pitchFamily="2" charset="77"/>
              </a:rPr>
              <a:t>Agenda</a:t>
            </a:r>
          </a:p>
        </p:txBody>
      </p:sp>
      <p:sp>
        <p:nvSpPr>
          <p:cNvPr id="12" name="Date Placeholder 3">
            <a:extLst>
              <a:ext uri="{FF2B5EF4-FFF2-40B4-BE49-F238E27FC236}">
                <a16:creationId xmlns:a16="http://schemas.microsoft.com/office/drawing/2014/main" id="{356B5CE4-CB9C-2813-E3D0-9CEDCA63520A}"/>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p>
        </p:txBody>
      </p:sp>
      <p:cxnSp>
        <p:nvCxnSpPr>
          <p:cNvPr id="2" name="Straight Connector 1">
            <a:extLst>
              <a:ext uri="{FF2B5EF4-FFF2-40B4-BE49-F238E27FC236}">
                <a16:creationId xmlns:a16="http://schemas.microsoft.com/office/drawing/2014/main" id="{BD4F983D-00ED-00FB-938F-E45332334916}"/>
              </a:ext>
            </a:extLst>
          </p:cNvPr>
          <p:cNvCxnSpPr>
            <a:cxnSpLocks/>
          </p:cNvCxnSpPr>
          <p:nvPr userDrawn="1"/>
        </p:nvCxnSpPr>
        <p:spPr>
          <a:xfrm>
            <a:off x="502666" y="896897"/>
            <a:ext cx="451866" cy="0"/>
          </a:xfrm>
          <a:prstGeom prst="line">
            <a:avLst/>
          </a:prstGeom>
          <a:ln w="15875">
            <a:solidFill>
              <a:srgbClr val="F64F18"/>
            </a:solidFill>
          </a:ln>
        </p:spPr>
        <p:style>
          <a:lnRef idx="2">
            <a:schemeClr val="accent1"/>
          </a:lnRef>
          <a:fillRef idx="0">
            <a:schemeClr val="accent1"/>
          </a:fillRef>
          <a:effectRef idx="1">
            <a:schemeClr val="accent1"/>
          </a:effectRef>
          <a:fontRef idx="minor">
            <a:schemeClr val="tx1"/>
          </a:fontRef>
        </p:style>
      </p:cxnSp>
      <p:sp>
        <p:nvSpPr>
          <p:cNvPr id="4" name="Content Placeholder 2">
            <a:extLst>
              <a:ext uri="{FF2B5EF4-FFF2-40B4-BE49-F238E27FC236}">
                <a16:creationId xmlns:a16="http://schemas.microsoft.com/office/drawing/2014/main" id="{F8973339-A9D8-D019-2F11-E2B25F1F13CE}"/>
              </a:ext>
            </a:extLst>
          </p:cNvPr>
          <p:cNvSpPr>
            <a:spLocks noGrp="1"/>
          </p:cNvSpPr>
          <p:nvPr>
            <p:ph idx="13"/>
          </p:nvPr>
        </p:nvSpPr>
        <p:spPr>
          <a:xfrm>
            <a:off x="405384" y="1131124"/>
            <a:ext cx="5462015" cy="457200"/>
          </a:xfrm>
          <a:prstGeom prst="rect">
            <a:avLst/>
          </a:prstGeom>
        </p:spPr>
        <p:txBody>
          <a:bodyPr anchor="ctr"/>
          <a:lstStyle>
            <a:lvl1pPr marL="0" indent="0" algn="l">
              <a:buNone/>
              <a:defRPr>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 name="Slide Number Placeholder 5">
            <a:extLst>
              <a:ext uri="{FF2B5EF4-FFF2-40B4-BE49-F238E27FC236}">
                <a16:creationId xmlns:a16="http://schemas.microsoft.com/office/drawing/2014/main" id="{BDA86C24-1036-E010-D7A0-33AB348C1945}"/>
              </a:ext>
            </a:extLst>
          </p:cNvPr>
          <p:cNvSpPr>
            <a:spLocks noGrp="1"/>
          </p:cNvSpPr>
          <p:nvPr>
            <p:ph type="sldNum" sz="quarter" idx="4"/>
          </p:nvPr>
        </p:nvSpPr>
        <p:spPr>
          <a:xfrm>
            <a:off x="9105900" y="6540407"/>
            <a:ext cx="2743200" cy="206375"/>
          </a:xfrm>
          <a:prstGeom prst="rect">
            <a:avLst/>
          </a:prstGeom>
        </p:spPr>
        <p:txBody>
          <a:bodyPr vert="horz" lIns="91440" tIns="45720" rIns="91440" bIns="45720" rtlCol="0" anchor="ctr"/>
          <a:lstStyle>
            <a:lvl1pPr algn="r">
              <a:defRPr sz="600" b="0" i="0">
                <a:solidFill>
                  <a:schemeClr val="tx1"/>
                </a:solidFill>
                <a:latin typeface="Montserrat Light" pitchFamily="2" charset="77"/>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119347838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Agenda Slide - Dark">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28966" y="342900"/>
            <a:ext cx="220134" cy="228600"/>
          </a:xfrm>
          <a:prstGeom prst="rect">
            <a:avLst/>
          </a:prstGeom>
        </p:spPr>
      </p:pic>
      <p:sp>
        <p:nvSpPr>
          <p:cNvPr id="5" name="TextBox 4">
            <a:extLst>
              <a:ext uri="{FF2B5EF4-FFF2-40B4-BE49-F238E27FC236}">
                <a16:creationId xmlns:a16="http://schemas.microsoft.com/office/drawing/2014/main" id="{984A029E-8486-4A47-954F-0DEEEF3042F2}"/>
              </a:ext>
            </a:extLst>
          </p:cNvPr>
          <p:cNvSpPr txBox="1"/>
          <p:nvPr userDrawn="1"/>
        </p:nvSpPr>
        <p:spPr>
          <a:xfrm>
            <a:off x="381000" y="342899"/>
            <a:ext cx="10972800" cy="553998"/>
          </a:xfrm>
          <a:prstGeom prst="rect">
            <a:avLst/>
          </a:prstGeom>
          <a:noFill/>
        </p:spPr>
        <p:txBody>
          <a:bodyPr wrap="square" rtlCol="0" anchor="t">
            <a:spAutoFit/>
          </a:bodyPr>
          <a:lstStyle/>
          <a:p>
            <a:r>
              <a:rPr lang="en-US" sz="3000" b="0" i="0">
                <a:solidFill>
                  <a:schemeClr val="bg1"/>
                </a:solidFill>
                <a:latin typeface="Montserrat Light" pitchFamily="2" charset="77"/>
              </a:rPr>
              <a:t>Agenda</a:t>
            </a:r>
          </a:p>
        </p:txBody>
      </p:sp>
      <p:sp>
        <p:nvSpPr>
          <p:cNvPr id="12" name="Date Placeholder 3">
            <a:extLst>
              <a:ext uri="{FF2B5EF4-FFF2-40B4-BE49-F238E27FC236}">
                <a16:creationId xmlns:a16="http://schemas.microsoft.com/office/drawing/2014/main" id="{356B5CE4-CB9C-2813-E3D0-9CEDCA63520A}"/>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bg1"/>
                </a:solidFill>
                <a:latin typeface="Montserrat Light" pitchFamily="2" charset="77"/>
              </a:defRPr>
            </a:lvl1pPr>
          </a:lstStyle>
          <a:p>
            <a:r>
              <a:rPr lang="en-US"/>
              <a:t>© SYREN CLOUD INC – 2026 – ALL RIGHTS RESERVED</a:t>
            </a:r>
          </a:p>
        </p:txBody>
      </p:sp>
      <p:pic>
        <p:nvPicPr>
          <p:cNvPr id="4" name="Graphic 3">
            <a:extLst>
              <a:ext uri="{FF2B5EF4-FFF2-40B4-BE49-F238E27FC236}">
                <a16:creationId xmlns:a16="http://schemas.microsoft.com/office/drawing/2014/main" id="{00DC2F79-0561-CA4A-0111-3C8F3F9A1A6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cxnSp>
        <p:nvCxnSpPr>
          <p:cNvPr id="9" name="Straight Connector 8">
            <a:extLst>
              <a:ext uri="{FF2B5EF4-FFF2-40B4-BE49-F238E27FC236}">
                <a16:creationId xmlns:a16="http://schemas.microsoft.com/office/drawing/2014/main" id="{3DF648CB-B53A-97FE-8A66-928C7AC2BFE6}"/>
              </a:ext>
            </a:extLst>
          </p:cNvPr>
          <p:cNvCxnSpPr>
            <a:cxnSpLocks/>
          </p:cNvCxnSpPr>
          <p:nvPr userDrawn="1"/>
        </p:nvCxnSpPr>
        <p:spPr>
          <a:xfrm>
            <a:off x="502666" y="896897"/>
            <a:ext cx="451866" cy="0"/>
          </a:xfrm>
          <a:prstGeom prst="line">
            <a:avLst/>
          </a:prstGeom>
          <a:ln w="15875">
            <a:solidFill>
              <a:srgbClr val="F64F18"/>
            </a:solidFill>
          </a:ln>
        </p:spPr>
        <p:style>
          <a:lnRef idx="2">
            <a:schemeClr val="accent1"/>
          </a:lnRef>
          <a:fillRef idx="0">
            <a:schemeClr val="accent1"/>
          </a:fillRef>
          <a:effectRef idx="1">
            <a:schemeClr val="accent1"/>
          </a:effectRef>
          <a:fontRef idx="minor">
            <a:schemeClr val="tx1"/>
          </a:fontRef>
        </p:style>
      </p:cxnSp>
      <p:sp>
        <p:nvSpPr>
          <p:cNvPr id="2" name="Content Placeholder 2">
            <a:extLst>
              <a:ext uri="{FF2B5EF4-FFF2-40B4-BE49-F238E27FC236}">
                <a16:creationId xmlns:a16="http://schemas.microsoft.com/office/drawing/2014/main" id="{367BF5CD-B00A-CD4C-B258-889CE9E83427}"/>
              </a:ext>
            </a:extLst>
          </p:cNvPr>
          <p:cNvSpPr>
            <a:spLocks noGrp="1"/>
          </p:cNvSpPr>
          <p:nvPr>
            <p:ph idx="14"/>
          </p:nvPr>
        </p:nvSpPr>
        <p:spPr>
          <a:xfrm>
            <a:off x="405384" y="1131124"/>
            <a:ext cx="5462015" cy="457200"/>
          </a:xfrm>
          <a:prstGeom prst="rect">
            <a:avLst/>
          </a:prstGeom>
        </p:spPr>
        <p:txBody>
          <a:bodyPr anchor="ctr"/>
          <a:lstStyle>
            <a:lvl1pPr marL="0" indent="0" algn="l">
              <a:buNone/>
              <a:defRPr>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 name="Slide Number Placeholder 5">
            <a:extLst>
              <a:ext uri="{FF2B5EF4-FFF2-40B4-BE49-F238E27FC236}">
                <a16:creationId xmlns:a16="http://schemas.microsoft.com/office/drawing/2014/main" id="{617054AB-B988-63CE-6A1E-6B621E7924BB}"/>
              </a:ext>
            </a:extLst>
          </p:cNvPr>
          <p:cNvSpPr>
            <a:spLocks noGrp="1"/>
          </p:cNvSpPr>
          <p:nvPr>
            <p:ph type="sldNum" sz="quarter" idx="12"/>
          </p:nvPr>
        </p:nvSpPr>
        <p:spPr>
          <a:xfrm>
            <a:off x="9105900" y="6540407"/>
            <a:ext cx="2743200" cy="206375"/>
          </a:xfrm>
          <a:prstGeom prst="rect">
            <a:avLst/>
          </a:prstGeom>
        </p:spPr>
        <p:txBody>
          <a:bodyPr/>
          <a:lstStyle>
            <a:lvl1pPr>
              <a:defRPr>
                <a:solidFill>
                  <a:schemeClr val="bg1"/>
                </a:solidFill>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334809645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Section Break - Dar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3441743"/>
            <a:ext cx="10515600" cy="2852737"/>
          </a:xfrm>
          <a:prstGeom prst="rect">
            <a:avLst/>
          </a:prstGeom>
        </p:spPr>
        <p:txBody>
          <a:bodyPr anchor="b">
            <a:normAutofit/>
          </a:bodyPr>
          <a:lstStyle>
            <a:lvl1pPr>
              <a:defRPr sz="4000">
                <a:solidFill>
                  <a:schemeClr val="bg1"/>
                </a:solidFill>
                <a:latin typeface="Montserrat" pitchFamily="2" charset="77"/>
              </a:defRPr>
            </a:lvl1pPr>
          </a:lstStyle>
          <a:p>
            <a:r>
              <a:rPr lang="en-US"/>
              <a:t>Click to edit Master title style</a:t>
            </a:r>
          </a:p>
        </p:txBody>
      </p:sp>
      <p:pic>
        <p:nvPicPr>
          <p:cNvPr id="9" name="Picture 8" descr="A black background with orange circles&#10;&#10;AI-generated content may be incorrect.">
            <a:extLst>
              <a:ext uri="{FF2B5EF4-FFF2-40B4-BE49-F238E27FC236}">
                <a16:creationId xmlns:a16="http://schemas.microsoft.com/office/drawing/2014/main" id="{DB3A95AF-E38C-4D22-D25E-DE95CBD87D3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501899" y="-899665"/>
            <a:ext cx="7588845" cy="7591879"/>
          </a:xfrm>
          <a:prstGeom prst="rect">
            <a:avLst/>
          </a:prstGeom>
        </p:spPr>
      </p:pic>
      <p:sp>
        <p:nvSpPr>
          <p:cNvPr id="3" name="Slide Number Placeholder 5">
            <a:extLst>
              <a:ext uri="{FF2B5EF4-FFF2-40B4-BE49-F238E27FC236}">
                <a16:creationId xmlns:a16="http://schemas.microsoft.com/office/drawing/2014/main" id="{6BB4D9B1-BE92-1134-E6C8-BB87B70999B0}"/>
              </a:ext>
            </a:extLst>
          </p:cNvPr>
          <p:cNvSpPr>
            <a:spLocks noGrp="1"/>
          </p:cNvSpPr>
          <p:nvPr>
            <p:ph type="sldNum" sz="quarter" idx="4"/>
          </p:nvPr>
        </p:nvSpPr>
        <p:spPr>
          <a:xfrm>
            <a:off x="9105900" y="6540407"/>
            <a:ext cx="2743200" cy="206375"/>
          </a:xfrm>
          <a:prstGeom prst="rect">
            <a:avLst/>
          </a:prstGeom>
        </p:spPr>
        <p:txBody>
          <a:bodyPr vert="horz" lIns="91440" tIns="45720" rIns="91440" bIns="45720" rtlCol="0" anchor="ctr"/>
          <a:lstStyle>
            <a:lvl1pPr algn="r">
              <a:defRPr sz="600" b="0" i="0">
                <a:solidFill>
                  <a:schemeClr val="bg1"/>
                </a:solidFill>
                <a:latin typeface="Montserrat Light" pitchFamily="2" charset="77"/>
              </a:defRPr>
            </a:lvl1pPr>
          </a:lstStyle>
          <a:p>
            <a:fld id="{330EA680-D336-4FF7-8B7A-9848BB0A1C32}" type="slidenum">
              <a:rPr lang="en-US" smtClean="0"/>
              <a:pPr/>
              <a:t>‹#›</a:t>
            </a:fld>
            <a:endParaRPr lang="en-US"/>
          </a:p>
        </p:txBody>
      </p:sp>
      <p:sp>
        <p:nvSpPr>
          <p:cNvPr id="5" name="Date Placeholder 3">
            <a:extLst>
              <a:ext uri="{FF2B5EF4-FFF2-40B4-BE49-F238E27FC236}">
                <a16:creationId xmlns:a16="http://schemas.microsoft.com/office/drawing/2014/main" id="{D8A23B48-F504-E2FE-0543-A56DE6A60440}"/>
              </a:ext>
            </a:extLst>
          </p:cNvPr>
          <p:cNvSpPr>
            <a:spLocks noGrp="1"/>
          </p:cNvSpPr>
          <p:nvPr>
            <p:ph type="dt" sz="half" idx="10"/>
          </p:nvPr>
        </p:nvSpPr>
        <p:spPr>
          <a:xfrm>
            <a:off x="857250" y="6540407"/>
            <a:ext cx="2743200" cy="206375"/>
          </a:xfrm>
        </p:spPr>
        <p:txBody>
          <a:bodyPr/>
          <a:lstStyle>
            <a:lvl1pPr>
              <a:defRPr>
                <a:solidFill>
                  <a:schemeClr val="bg1"/>
                </a:solidFill>
              </a:defRPr>
            </a:lvl1pPr>
          </a:lstStyle>
          <a:p>
            <a:r>
              <a:rPr lang="en-US"/>
              <a:t>© SYREN CLOUD INC – 2026 – ALL RIGHTS RESERVED</a:t>
            </a:r>
          </a:p>
        </p:txBody>
      </p:sp>
      <p:pic>
        <p:nvPicPr>
          <p:cNvPr id="8" name="Graphic 7">
            <a:extLst>
              <a:ext uri="{FF2B5EF4-FFF2-40B4-BE49-F238E27FC236}">
                <a16:creationId xmlns:a16="http://schemas.microsoft.com/office/drawing/2014/main" id="{A89FD60E-F535-21E0-F9AD-57081DB37EC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spTree>
    <p:extLst>
      <p:ext uri="{BB962C8B-B14F-4D97-AF65-F5344CB8AC3E}">
        <p14:creationId xmlns:p14="http://schemas.microsoft.com/office/powerpoint/2010/main" val="421820601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 Light - Blank">
    <p:spTree>
      <p:nvGrpSpPr>
        <p:cNvPr id="1" name=""/>
        <p:cNvGrpSpPr/>
        <p:nvPr/>
      </p:nvGrpSpPr>
      <p:grpSpPr>
        <a:xfrm>
          <a:off x="0" y="0"/>
          <a:ext cx="0" cy="0"/>
          <a:chOff x="0" y="0"/>
          <a:chExt cx="0" cy="0"/>
        </a:xfrm>
      </p:grpSpPr>
      <p:sp>
        <p:nvSpPr>
          <p:cNvPr id="2" name="Title 1"/>
          <p:cNvSpPr>
            <a:spLocks noGrp="1"/>
          </p:cNvSpPr>
          <p:nvPr>
            <p:ph type="title"/>
          </p:nvPr>
        </p:nvSpPr>
        <p:spPr>
          <a:xfrm>
            <a:off x="381000" y="342899"/>
            <a:ext cx="10515600" cy="553993"/>
          </a:xfrm>
          <a:prstGeom prst="rect">
            <a:avLst/>
          </a:prstGeom>
        </p:spPr>
        <p:txBody>
          <a:bodyPr>
            <a:noAutofit/>
          </a:bodyPr>
          <a:lstStyle>
            <a:lvl1pPr>
              <a:defRPr sz="3000" b="0" i="0">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 y="1029730"/>
            <a:ext cx="11468100" cy="5485369"/>
          </a:xfrm>
          <a:prstGeom prst="rect">
            <a:avLst/>
          </a:prstGeom>
        </p:spPr>
        <p:txBody>
          <a:bodyPr/>
          <a:lstStyle>
            <a:lvl1pPr marL="285750" indent="-285750">
              <a:buClr>
                <a:srgbClr val="F64F18"/>
              </a:buClr>
              <a:buSzPct val="80000"/>
              <a:buFont typeface="Wingdings" pitchFamily="2" charset="2"/>
              <a:buChar char="v"/>
              <a:defRPr/>
            </a:lvl1pPr>
            <a:lvl2pPr marL="628650" indent="-171450">
              <a:buClr>
                <a:srgbClr val="F64F18"/>
              </a:buClr>
              <a:buSzPct val="80000"/>
              <a:buFont typeface="Wingdings" pitchFamily="2" charset="2"/>
              <a:buChar char="v"/>
              <a:defRPr/>
            </a:lvl2pPr>
            <a:lvl3pPr marL="1085850" indent="-171450">
              <a:buClr>
                <a:srgbClr val="F64F18"/>
              </a:buClr>
              <a:buSzPct val="80000"/>
              <a:buFont typeface="Wingdings" pitchFamily="2" charset="2"/>
              <a:buChar char="v"/>
              <a:defRPr/>
            </a:lvl3pPr>
            <a:lvl4pPr marL="1543050" indent="-171450">
              <a:buClr>
                <a:srgbClr val="F64F18"/>
              </a:buClr>
              <a:buSzPct val="80000"/>
              <a:buFont typeface="Wingdings" pitchFamily="2" charset="2"/>
              <a:buChar char="v"/>
              <a:defRPr/>
            </a:lvl4pPr>
            <a:lvl5pPr marL="2000250" indent="-171450">
              <a:buClr>
                <a:srgbClr val="F64F18"/>
              </a:buClr>
              <a:buSzPct val="80000"/>
              <a:buFont typeface="Wingdings" pitchFamily="2" charset="2"/>
              <a:buChar char="v"/>
              <a:defRPr sz="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tx1"/>
                </a:solidFill>
                <a:latin typeface="Montserrat Light" pitchFamily="2" charset="77"/>
              </a:defRPr>
            </a:lvl1pPr>
          </a:lstStyle>
          <a:p>
            <a:r>
              <a:rPr lang="en-US"/>
              <a:t>© SYREN CLOUD INC – 2026 – ALL RIGHTS RESERVED</a:t>
            </a:r>
          </a:p>
        </p:txBody>
      </p:sp>
      <p:cxnSp>
        <p:nvCxnSpPr>
          <p:cNvPr id="9" name="Straight Connector 8">
            <a:extLst>
              <a:ext uri="{FF2B5EF4-FFF2-40B4-BE49-F238E27FC236}">
                <a16:creationId xmlns:a16="http://schemas.microsoft.com/office/drawing/2014/main" id="{5CE39CB5-F702-940E-D5A3-9950276C91F2}"/>
              </a:ext>
            </a:extLst>
          </p:cNvPr>
          <p:cNvCxnSpPr>
            <a:cxnSpLocks/>
          </p:cNvCxnSpPr>
          <p:nvPr userDrawn="1"/>
        </p:nvCxnSpPr>
        <p:spPr>
          <a:xfrm>
            <a:off x="502666" y="896897"/>
            <a:ext cx="451866" cy="0"/>
          </a:xfrm>
          <a:prstGeom prst="line">
            <a:avLst/>
          </a:prstGeom>
          <a:ln w="15875">
            <a:solidFill>
              <a:srgbClr val="F64F18"/>
            </a:solidFill>
          </a:ln>
        </p:spPr>
        <p:style>
          <a:lnRef idx="2">
            <a:schemeClr val="accent1"/>
          </a:lnRef>
          <a:fillRef idx="0">
            <a:schemeClr val="accent1"/>
          </a:fillRef>
          <a:effectRef idx="1">
            <a:schemeClr val="accent1"/>
          </a:effectRef>
          <a:fontRef idx="minor">
            <a:schemeClr val="tx1"/>
          </a:fontRef>
        </p:style>
      </p:cxnSp>
      <p:sp>
        <p:nvSpPr>
          <p:cNvPr id="4" name="Slide Number Placeholder 5">
            <a:extLst>
              <a:ext uri="{FF2B5EF4-FFF2-40B4-BE49-F238E27FC236}">
                <a16:creationId xmlns:a16="http://schemas.microsoft.com/office/drawing/2014/main" id="{105E4BFA-10D2-3C85-0CDF-D3F915AFB73B}"/>
              </a:ext>
            </a:extLst>
          </p:cNvPr>
          <p:cNvSpPr>
            <a:spLocks noGrp="1"/>
          </p:cNvSpPr>
          <p:nvPr>
            <p:ph type="sldNum" sz="quarter" idx="12"/>
          </p:nvPr>
        </p:nvSpPr>
        <p:spPr>
          <a:xfrm>
            <a:off x="9105900" y="6540407"/>
            <a:ext cx="2743200" cy="206375"/>
          </a:xfr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14357594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Title and Content - Dark - Blank">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29730"/>
            <a:ext cx="11468100" cy="5485369"/>
          </a:xfrm>
          <a:prstGeom prst="rect">
            <a:avLst/>
          </a:prstGeom>
        </p:spPr>
        <p:txBody>
          <a:bodyPr/>
          <a:lstStyle>
            <a:lvl1pPr marL="228600" indent="-228600">
              <a:buFont typeface="Wingdings" pitchFamily="2" charset="2"/>
              <a:buChar char="v"/>
              <a:defRPr>
                <a:solidFill>
                  <a:schemeClr val="bg1"/>
                </a:solidFill>
              </a:defRPr>
            </a:lvl1pPr>
            <a:lvl2pPr marL="685800" indent="-228600">
              <a:buFont typeface="Wingdings" pitchFamily="2" charset="2"/>
              <a:buChar char="v"/>
              <a:defRPr>
                <a:solidFill>
                  <a:schemeClr val="bg1"/>
                </a:solidFill>
              </a:defRPr>
            </a:lvl2pPr>
            <a:lvl3pPr marL="1143000" indent="-228600">
              <a:buFont typeface="Wingdings" pitchFamily="2" charset="2"/>
              <a:buChar char="v"/>
              <a:defRPr>
                <a:solidFill>
                  <a:schemeClr val="bg1"/>
                </a:solidFill>
              </a:defRPr>
            </a:lvl3pPr>
            <a:lvl4pPr marL="1600200" indent="-228600">
              <a:buFont typeface="Wingdings" pitchFamily="2" charset="2"/>
              <a:buChar char="v"/>
              <a:defRPr>
                <a:solidFill>
                  <a:schemeClr val="bg1"/>
                </a:solidFill>
              </a:defRPr>
            </a:lvl4pPr>
            <a:lvl5pPr marL="2057400" indent="-228600">
              <a:buFont typeface="Wingdings" pitchFamily="2" charset="2"/>
              <a:buChar char="v"/>
              <a:defRPr sz="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bg1"/>
                </a:solidFill>
                <a:latin typeface="Montserrat Light" pitchFamily="2" charset="77"/>
              </a:defRPr>
            </a:lvl1pPr>
          </a:lstStyle>
          <a:p>
            <a:r>
              <a:rPr lang="en-US"/>
              <a:t>© SYREN CLOUD INC – 2026 – ALL RIGHTS RESERVED</a:t>
            </a:r>
          </a:p>
        </p:txBody>
      </p:sp>
      <p:pic>
        <p:nvPicPr>
          <p:cNvPr id="5" name="Graphic 4">
            <a:extLst>
              <a:ext uri="{FF2B5EF4-FFF2-40B4-BE49-F238E27FC236}">
                <a16:creationId xmlns:a16="http://schemas.microsoft.com/office/drawing/2014/main" id="{5D1A1B21-B93B-E42A-E51E-7A1F7B5E2DC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cxnSp>
        <p:nvCxnSpPr>
          <p:cNvPr id="7" name="Straight Connector 6">
            <a:extLst>
              <a:ext uri="{FF2B5EF4-FFF2-40B4-BE49-F238E27FC236}">
                <a16:creationId xmlns:a16="http://schemas.microsoft.com/office/drawing/2014/main" id="{464AB1EB-15E3-CE1B-411E-C1FEC0D2BD24}"/>
              </a:ext>
            </a:extLst>
          </p:cNvPr>
          <p:cNvCxnSpPr>
            <a:cxnSpLocks/>
          </p:cNvCxnSpPr>
          <p:nvPr userDrawn="1"/>
        </p:nvCxnSpPr>
        <p:spPr>
          <a:xfrm>
            <a:off x="502666" y="896897"/>
            <a:ext cx="451866" cy="0"/>
          </a:xfrm>
          <a:prstGeom prst="line">
            <a:avLst/>
          </a:prstGeom>
          <a:ln w="15875">
            <a:solidFill>
              <a:srgbClr val="F64F18"/>
            </a:solidFill>
          </a:ln>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88A7821C-3321-6D10-05B6-451DE1DF7328}"/>
              </a:ext>
            </a:extLst>
          </p:cNvPr>
          <p:cNvSpPr>
            <a:spLocks noGrp="1"/>
          </p:cNvSpPr>
          <p:nvPr>
            <p:ph type="title"/>
          </p:nvPr>
        </p:nvSpPr>
        <p:spPr>
          <a:xfrm>
            <a:off x="381000" y="342899"/>
            <a:ext cx="10515600" cy="553993"/>
          </a:xfrm>
          <a:prstGeom prst="rect">
            <a:avLst/>
          </a:prstGeom>
        </p:spPr>
        <p:txBody>
          <a:bodyPr>
            <a:noAutofit/>
          </a:bodyPr>
          <a:lstStyle>
            <a:lvl1pPr>
              <a:defRPr sz="3000" b="0" i="0">
                <a:solidFill>
                  <a:schemeClr val="bg1"/>
                </a:solidFill>
                <a:latin typeface="Montserrat Light" pitchFamily="2" charset="77"/>
              </a:defRPr>
            </a:lvl1pPr>
          </a:lstStyle>
          <a:p>
            <a:r>
              <a:rPr lang="en-US"/>
              <a:t>Click to edit Master title style</a:t>
            </a:r>
          </a:p>
        </p:txBody>
      </p:sp>
      <p:sp>
        <p:nvSpPr>
          <p:cNvPr id="2" name="Slide Number Placeholder 5">
            <a:extLst>
              <a:ext uri="{FF2B5EF4-FFF2-40B4-BE49-F238E27FC236}">
                <a16:creationId xmlns:a16="http://schemas.microsoft.com/office/drawing/2014/main" id="{A922A9A2-9B4B-D851-01DF-A7A8E19BBFCA}"/>
              </a:ext>
            </a:extLst>
          </p:cNvPr>
          <p:cNvSpPr>
            <a:spLocks noGrp="1"/>
          </p:cNvSpPr>
          <p:nvPr>
            <p:ph type="sldNum" sz="quarter" idx="12"/>
          </p:nvPr>
        </p:nvSpPr>
        <p:spPr>
          <a:xfrm>
            <a:off x="9105900" y="6540407"/>
            <a:ext cx="2743200" cy="206375"/>
          </a:xfrm>
        </p:spPr>
        <p:txBody>
          <a:bodyPr/>
          <a:lstStyle>
            <a:lvl1pPr>
              <a:defRPr>
                <a:solidFill>
                  <a:schemeClr val="bg1"/>
                </a:solidFill>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344022847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Title and Content w Image - Light">
    <p:spTree>
      <p:nvGrpSpPr>
        <p:cNvPr id="1" name=""/>
        <p:cNvGrpSpPr/>
        <p:nvPr/>
      </p:nvGrpSpPr>
      <p:grpSpPr>
        <a:xfrm>
          <a:off x="0" y="0"/>
          <a:ext cx="0" cy="0"/>
          <a:chOff x="0" y="0"/>
          <a:chExt cx="0" cy="0"/>
        </a:xfrm>
      </p:grpSpPr>
      <p:sp>
        <p:nvSpPr>
          <p:cNvPr id="2" name="Title 1"/>
          <p:cNvSpPr>
            <a:spLocks noGrp="1"/>
          </p:cNvSpPr>
          <p:nvPr>
            <p:ph type="title"/>
          </p:nvPr>
        </p:nvSpPr>
        <p:spPr>
          <a:xfrm>
            <a:off x="381000" y="342899"/>
            <a:ext cx="10515600" cy="553993"/>
          </a:xfrm>
          <a:prstGeom prst="rect">
            <a:avLst/>
          </a:prstGeom>
        </p:spPr>
        <p:txBody>
          <a:bodyPr>
            <a:noAutofit/>
          </a:bodyPr>
          <a:lstStyle>
            <a:lvl1pPr>
              <a:defRPr sz="3000" b="0" i="0">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 y="1029730"/>
            <a:ext cx="5588285" cy="5485369"/>
          </a:xfrm>
          <a:prstGeom prst="rect">
            <a:avLst/>
          </a:prstGeom>
        </p:spPr>
        <p:txBody>
          <a:bodyPr/>
          <a:lstStyle>
            <a:lvl1pPr marL="228600" indent="-228600">
              <a:buFont typeface="Wingdings" pitchFamily="2" charset="2"/>
              <a:buChar char="v"/>
              <a:defRPr/>
            </a:lvl1pPr>
            <a:lvl2pPr marL="685800" indent="-228600">
              <a:buFont typeface="Wingdings" pitchFamily="2" charset="2"/>
              <a:buChar char="v"/>
              <a:defRPr/>
            </a:lvl2pPr>
            <a:lvl3pPr marL="1143000" indent="-228600">
              <a:buFont typeface="Wingdings" pitchFamily="2" charset="2"/>
              <a:buChar char="v"/>
              <a:defRPr/>
            </a:lvl3pPr>
            <a:lvl4pPr marL="1600200" indent="-228600">
              <a:buFont typeface="Wingdings" pitchFamily="2" charset="2"/>
              <a:buChar char="v"/>
              <a:defRPr/>
            </a:lvl4pPr>
            <a:lvl5pPr marL="2057400" indent="-228600">
              <a:buFont typeface="Wingdings" pitchFamily="2" charset="2"/>
              <a:buChar char="v"/>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tx1"/>
                </a:solidFill>
                <a:latin typeface="Montserrat Light" pitchFamily="2" charset="77"/>
              </a:defRPr>
            </a:lvl1pPr>
          </a:lstStyle>
          <a:p>
            <a:r>
              <a:rPr lang="en-US"/>
              <a:t>© SYREN CLOUD INC – 2026 – ALL RIGHTS RESERVED</a:t>
            </a:r>
          </a:p>
        </p:txBody>
      </p:sp>
      <p:cxnSp>
        <p:nvCxnSpPr>
          <p:cNvPr id="9" name="Straight Connector 8">
            <a:extLst>
              <a:ext uri="{FF2B5EF4-FFF2-40B4-BE49-F238E27FC236}">
                <a16:creationId xmlns:a16="http://schemas.microsoft.com/office/drawing/2014/main" id="{5CE39CB5-F702-940E-D5A3-9950276C91F2}"/>
              </a:ext>
            </a:extLst>
          </p:cNvPr>
          <p:cNvCxnSpPr>
            <a:cxnSpLocks/>
          </p:cNvCxnSpPr>
          <p:nvPr userDrawn="1"/>
        </p:nvCxnSpPr>
        <p:spPr>
          <a:xfrm>
            <a:off x="502666" y="896897"/>
            <a:ext cx="451866" cy="0"/>
          </a:xfrm>
          <a:prstGeom prst="line">
            <a:avLst/>
          </a:prstGeom>
          <a:ln w="15875">
            <a:solidFill>
              <a:srgbClr val="F64F18"/>
            </a:solidFill>
          </a:ln>
        </p:spPr>
        <p:style>
          <a:lnRef idx="2">
            <a:schemeClr val="accent1"/>
          </a:lnRef>
          <a:fillRef idx="0">
            <a:schemeClr val="accent1"/>
          </a:fillRef>
          <a:effectRef idx="1">
            <a:schemeClr val="accent1"/>
          </a:effectRef>
          <a:fontRef idx="minor">
            <a:schemeClr val="tx1"/>
          </a:fontRef>
        </p:style>
      </p:cxnSp>
      <p:sp>
        <p:nvSpPr>
          <p:cNvPr id="4" name="Slide Number Placeholder 5">
            <a:extLst>
              <a:ext uri="{FF2B5EF4-FFF2-40B4-BE49-F238E27FC236}">
                <a16:creationId xmlns:a16="http://schemas.microsoft.com/office/drawing/2014/main" id="{44C7F66F-0C0C-FAF4-0123-F422F9839A60}"/>
              </a:ext>
            </a:extLst>
          </p:cNvPr>
          <p:cNvSpPr>
            <a:spLocks noGrp="1"/>
          </p:cNvSpPr>
          <p:nvPr>
            <p:ph type="sldNum" sz="quarter" idx="12"/>
          </p:nvPr>
        </p:nvSpPr>
        <p:spPr>
          <a:xfrm>
            <a:off x="9105900" y="6540407"/>
            <a:ext cx="2743200" cy="206375"/>
          </a:xfr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57919661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and Content w Image - Dark">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bg1"/>
                </a:solidFill>
                <a:latin typeface="Montserrat Light" pitchFamily="2" charset="77"/>
              </a:defRPr>
            </a:lvl1pPr>
          </a:lstStyle>
          <a:p>
            <a:r>
              <a:rPr lang="en-US"/>
              <a:t>© SYREN CLOUD INC – 2026 – ALL RIGHTS RESERVED</a:t>
            </a:r>
          </a:p>
        </p:txBody>
      </p:sp>
      <p:pic>
        <p:nvPicPr>
          <p:cNvPr id="5" name="Graphic 4">
            <a:extLst>
              <a:ext uri="{FF2B5EF4-FFF2-40B4-BE49-F238E27FC236}">
                <a16:creationId xmlns:a16="http://schemas.microsoft.com/office/drawing/2014/main" id="{5D1A1B21-B93B-E42A-E51E-7A1F7B5E2DC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cxnSp>
        <p:nvCxnSpPr>
          <p:cNvPr id="7" name="Straight Connector 6">
            <a:extLst>
              <a:ext uri="{FF2B5EF4-FFF2-40B4-BE49-F238E27FC236}">
                <a16:creationId xmlns:a16="http://schemas.microsoft.com/office/drawing/2014/main" id="{464AB1EB-15E3-CE1B-411E-C1FEC0D2BD24}"/>
              </a:ext>
            </a:extLst>
          </p:cNvPr>
          <p:cNvCxnSpPr>
            <a:cxnSpLocks/>
          </p:cNvCxnSpPr>
          <p:nvPr userDrawn="1"/>
        </p:nvCxnSpPr>
        <p:spPr>
          <a:xfrm>
            <a:off x="502666" y="896897"/>
            <a:ext cx="451866" cy="0"/>
          </a:xfrm>
          <a:prstGeom prst="line">
            <a:avLst/>
          </a:prstGeom>
          <a:ln w="15875">
            <a:solidFill>
              <a:srgbClr val="F64F18"/>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62E7273-4156-86A7-7315-686A67241837}"/>
              </a:ext>
            </a:extLst>
          </p:cNvPr>
          <p:cNvSpPr>
            <a:spLocks noGrp="1"/>
          </p:cNvSpPr>
          <p:nvPr>
            <p:ph type="title"/>
          </p:nvPr>
        </p:nvSpPr>
        <p:spPr>
          <a:xfrm>
            <a:off x="381000" y="342899"/>
            <a:ext cx="10515600" cy="553993"/>
          </a:xfrm>
          <a:prstGeom prst="rect">
            <a:avLst/>
          </a:prstGeom>
        </p:spPr>
        <p:txBody>
          <a:bodyPr>
            <a:noAutofit/>
          </a:bodyPr>
          <a:lstStyle>
            <a:lvl1pPr>
              <a:defRPr sz="3000" b="0" i="0">
                <a:solidFill>
                  <a:schemeClr val="bg1"/>
                </a:solidFill>
                <a:latin typeface="Montserrat Light" pitchFamily="2" charset="77"/>
              </a:defRPr>
            </a:lvl1pPr>
          </a:lstStyle>
          <a:p>
            <a:r>
              <a:rPr lang="en-US"/>
              <a:t>Click to edit Master title style</a:t>
            </a:r>
          </a:p>
        </p:txBody>
      </p:sp>
      <p:sp>
        <p:nvSpPr>
          <p:cNvPr id="4" name="Content Placeholder 2">
            <a:extLst>
              <a:ext uri="{FF2B5EF4-FFF2-40B4-BE49-F238E27FC236}">
                <a16:creationId xmlns:a16="http://schemas.microsoft.com/office/drawing/2014/main" id="{323833B9-2874-D264-58E3-467A17E08E84}"/>
              </a:ext>
            </a:extLst>
          </p:cNvPr>
          <p:cNvSpPr>
            <a:spLocks noGrp="1"/>
          </p:cNvSpPr>
          <p:nvPr>
            <p:ph idx="1"/>
          </p:nvPr>
        </p:nvSpPr>
        <p:spPr>
          <a:xfrm>
            <a:off x="381000" y="1029730"/>
            <a:ext cx="5588285" cy="5485369"/>
          </a:xfrm>
          <a:prstGeom prst="rect">
            <a:avLst/>
          </a:prstGeom>
        </p:spPr>
        <p:txBody>
          <a:bodyPr/>
          <a:lstStyle>
            <a:lvl1pPr marL="228600" indent="-228600">
              <a:buFont typeface="Wingdings" pitchFamily="2" charset="2"/>
              <a:buChar char="v"/>
              <a:defRPr>
                <a:solidFill>
                  <a:schemeClr val="bg1"/>
                </a:solidFill>
              </a:defRPr>
            </a:lvl1pPr>
            <a:lvl2pPr marL="685800" indent="-228600">
              <a:buFont typeface="Wingdings" pitchFamily="2" charset="2"/>
              <a:buChar char="v"/>
              <a:defRPr>
                <a:solidFill>
                  <a:schemeClr val="bg1"/>
                </a:solidFill>
              </a:defRPr>
            </a:lvl2pPr>
            <a:lvl3pPr marL="1143000" indent="-228600">
              <a:buFont typeface="Wingdings" pitchFamily="2" charset="2"/>
              <a:buChar char="v"/>
              <a:defRPr>
                <a:solidFill>
                  <a:schemeClr val="bg1"/>
                </a:solidFill>
              </a:defRPr>
            </a:lvl3pPr>
            <a:lvl4pPr marL="1600200" indent="-228600">
              <a:buFont typeface="Wingdings" pitchFamily="2" charset="2"/>
              <a:buChar char="v"/>
              <a:defRPr>
                <a:solidFill>
                  <a:schemeClr val="bg1"/>
                </a:solidFill>
              </a:defRPr>
            </a:lvl4pPr>
            <a:lvl5pPr marL="2057400" indent="-228600">
              <a:buFont typeface="Wingdings" pitchFamily="2" charset="2"/>
              <a:buChar char="v"/>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5">
            <a:extLst>
              <a:ext uri="{FF2B5EF4-FFF2-40B4-BE49-F238E27FC236}">
                <a16:creationId xmlns:a16="http://schemas.microsoft.com/office/drawing/2014/main" id="{F91B9BCA-AD99-7F73-8548-207721CEB155}"/>
              </a:ext>
            </a:extLst>
          </p:cNvPr>
          <p:cNvSpPr>
            <a:spLocks noGrp="1"/>
          </p:cNvSpPr>
          <p:nvPr>
            <p:ph type="sldNum" sz="quarter" idx="12"/>
          </p:nvPr>
        </p:nvSpPr>
        <p:spPr>
          <a:xfrm>
            <a:off x="9105900" y="6540407"/>
            <a:ext cx="2743200" cy="206375"/>
          </a:xfrm>
        </p:spPr>
        <p:txBody>
          <a:bodyPr/>
          <a:lstStyle>
            <a:lvl1pPr>
              <a:defRPr>
                <a:solidFill>
                  <a:schemeClr val="bg1"/>
                </a:solidFill>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272790492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Case Study - Ligh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7FD1701-36B8-0613-0ABA-DC1EE50D4CA2}"/>
              </a:ext>
            </a:extLst>
          </p:cNvPr>
          <p:cNvSpPr/>
          <p:nvPr userDrawn="1"/>
        </p:nvSpPr>
        <p:spPr>
          <a:xfrm>
            <a:off x="0" y="0"/>
            <a:ext cx="12192000" cy="2286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81000" y="571500"/>
            <a:ext cx="4566919" cy="1169551"/>
          </a:xfrm>
          <a:prstGeom prst="rect">
            <a:avLst/>
          </a:prstGeom>
        </p:spPr>
        <p:txBody>
          <a:bodyPr>
            <a:noAutofit/>
          </a:bodyPr>
          <a:lstStyle>
            <a:lvl1pPr algn="l">
              <a:defRPr sz="3000" b="0" i="0">
                <a:solidFill>
                  <a:schemeClr val="bg1"/>
                </a:solidFill>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 y="2653066"/>
            <a:ext cx="11468100" cy="3862032"/>
          </a:xfrm>
          <a:prstGeom prst="rect">
            <a:avLst/>
          </a:prstGeom>
        </p:spPr>
        <p:txBody>
          <a:bodyPr/>
          <a:lstStyle>
            <a:lvl1pPr marL="228600" indent="-228600">
              <a:buFont typeface="Wingdings" pitchFamily="2" charset="2"/>
              <a:buChar char="v"/>
              <a:defRPr/>
            </a:lvl1pPr>
            <a:lvl2pPr marL="685800" indent="-228600">
              <a:buFont typeface="Wingdings" pitchFamily="2" charset="2"/>
              <a:buChar char="v"/>
              <a:defRPr/>
            </a:lvl2pPr>
            <a:lvl3pPr marL="1143000" indent="-228600">
              <a:buFont typeface="Wingdings" pitchFamily="2" charset="2"/>
              <a:buChar char="v"/>
              <a:defRPr/>
            </a:lvl3pPr>
            <a:lvl4pPr marL="1600200" indent="-228600">
              <a:buFont typeface="Wingdings" pitchFamily="2" charset="2"/>
              <a:buChar char="v"/>
              <a:defRPr/>
            </a:lvl4pPr>
            <a:lvl5pPr marL="2057400" indent="-228600">
              <a:buFont typeface="Wingdings" pitchFamily="2" charset="2"/>
              <a:buChar char="v"/>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6548674"/>
            <a:ext cx="457200" cy="14354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tx1"/>
                </a:solidFill>
                <a:latin typeface="Montserrat Light" pitchFamily="2" charset="77"/>
              </a:defRPr>
            </a:lvl1pPr>
          </a:lstStyle>
          <a:p>
            <a:r>
              <a:rPr lang="en-US"/>
              <a:t>© SYREN CLOUD INC – 2026 – ALL RIGHTS RESERVED</a:t>
            </a:r>
          </a:p>
        </p:txBody>
      </p:sp>
      <p:pic>
        <p:nvPicPr>
          <p:cNvPr id="14" name="Graphic 13">
            <a:extLst>
              <a:ext uri="{FF2B5EF4-FFF2-40B4-BE49-F238E27FC236}">
                <a16:creationId xmlns:a16="http://schemas.microsoft.com/office/drawing/2014/main" id="{2D0D96B5-F681-BDE8-14CE-D66583D19AF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5" name="Slide Number Placeholder 5">
            <a:extLst>
              <a:ext uri="{FF2B5EF4-FFF2-40B4-BE49-F238E27FC236}">
                <a16:creationId xmlns:a16="http://schemas.microsoft.com/office/drawing/2014/main" id="{E9807B2E-F43A-84A1-CC44-73A838B0392E}"/>
              </a:ext>
            </a:extLst>
          </p:cNvPr>
          <p:cNvSpPr>
            <a:spLocks noGrp="1"/>
          </p:cNvSpPr>
          <p:nvPr>
            <p:ph type="sldNum" sz="quarter" idx="12"/>
          </p:nvPr>
        </p:nvSpPr>
        <p:spPr>
          <a:xfrm>
            <a:off x="9105900" y="6540407"/>
            <a:ext cx="2743200" cy="206375"/>
          </a:xfr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02032031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 preserve="1">
  <p:cSld name="1_Title and Content - Light - Blan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1000" y="342899"/>
            <a:ext cx="10515600" cy="926137"/>
          </a:xfrm>
          <a:prstGeom prst="rect">
            <a:avLst/>
          </a:prstGeom>
        </p:spPr>
        <p:txBody>
          <a:bodyPr>
            <a:noAutofit/>
          </a:bodyPr>
          <a:lstStyle>
            <a:lvl1pPr>
              <a:defRPr sz="3000" b="0" i="0">
                <a:latin typeface="Montserrat Light" pitchFamily="2" charset="77"/>
              </a:defRPr>
            </a:lvl1pPr>
          </a:lstStyle>
          <a:p>
            <a:r>
              <a:rPr lang="en-US"/>
              <a:t>Click to edit Master title style</a:t>
            </a:r>
            <a:br>
              <a:rPr lang="en-US"/>
            </a:br>
            <a:r>
              <a:rPr lang="en-US"/>
              <a:t>Click to edit Master title style</a:t>
            </a:r>
            <a:br>
              <a:rPr lang="en-US"/>
            </a:br>
            <a:endParaRPr lang="en-US"/>
          </a:p>
        </p:txBody>
      </p:sp>
      <p:sp>
        <p:nvSpPr>
          <p:cNvPr id="3" name="Content Placeholder 2"/>
          <p:cNvSpPr>
            <a:spLocks noGrp="1"/>
          </p:cNvSpPr>
          <p:nvPr>
            <p:ph idx="1"/>
          </p:nvPr>
        </p:nvSpPr>
        <p:spPr>
          <a:xfrm>
            <a:off x="381000" y="1738435"/>
            <a:ext cx="11468100" cy="4776664"/>
          </a:xfrm>
          <a:prstGeom prst="rect">
            <a:avLst/>
          </a:prstGeom>
        </p:spPr>
        <p:txBody>
          <a:bodyPr/>
          <a:lstStyle>
            <a:lvl1pPr marL="285750" indent="-285750">
              <a:buClr>
                <a:srgbClr val="F64F18"/>
              </a:buClr>
              <a:buSzPct val="80000"/>
              <a:buFont typeface="Wingdings" pitchFamily="2" charset="2"/>
              <a:buChar char="v"/>
              <a:defRPr/>
            </a:lvl1pPr>
            <a:lvl2pPr marL="628650" indent="-171450">
              <a:buClr>
                <a:srgbClr val="F64F18"/>
              </a:buClr>
              <a:buSzPct val="80000"/>
              <a:buFont typeface="Wingdings" pitchFamily="2" charset="2"/>
              <a:buChar char="v"/>
              <a:defRPr/>
            </a:lvl2pPr>
            <a:lvl3pPr marL="1085850" indent="-171450">
              <a:buClr>
                <a:srgbClr val="F64F18"/>
              </a:buClr>
              <a:buSzPct val="80000"/>
              <a:buFont typeface="Wingdings" pitchFamily="2" charset="2"/>
              <a:buChar char="v"/>
              <a:defRPr/>
            </a:lvl3pPr>
            <a:lvl4pPr marL="1543050" indent="-171450">
              <a:buClr>
                <a:srgbClr val="F64F18"/>
              </a:buClr>
              <a:buSzPct val="80000"/>
              <a:buFont typeface="Wingdings" pitchFamily="2" charset="2"/>
              <a:buChar char="v"/>
              <a:defRPr/>
            </a:lvl4pPr>
            <a:lvl5pPr marL="2000250" indent="-171450">
              <a:buClr>
                <a:srgbClr val="F64F18"/>
              </a:buClr>
              <a:buSzPct val="80000"/>
              <a:buFont typeface="Wingdings" pitchFamily="2" charset="2"/>
              <a:buChar char="v"/>
              <a:defRPr sz="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tx1"/>
                </a:solidFill>
                <a:latin typeface="Montserrat Light" pitchFamily="2" charset="77"/>
              </a:defRPr>
            </a:lvl1pPr>
          </a:lstStyle>
          <a:p>
            <a:r>
              <a:rPr lang="en-US"/>
              <a:t>© SYREN CLOUD INC – 2026 – ALL RIGHTS RESERVED</a:t>
            </a:r>
          </a:p>
        </p:txBody>
      </p:sp>
      <p:cxnSp>
        <p:nvCxnSpPr>
          <p:cNvPr id="9" name="Straight Connector 8">
            <a:extLst>
              <a:ext uri="{FF2B5EF4-FFF2-40B4-BE49-F238E27FC236}">
                <a16:creationId xmlns:a16="http://schemas.microsoft.com/office/drawing/2014/main" id="{5CE39CB5-F702-940E-D5A3-9950276C91F2}"/>
              </a:ext>
            </a:extLst>
          </p:cNvPr>
          <p:cNvCxnSpPr>
            <a:cxnSpLocks/>
          </p:cNvCxnSpPr>
          <p:nvPr userDrawn="1"/>
        </p:nvCxnSpPr>
        <p:spPr>
          <a:xfrm>
            <a:off x="500890" y="1269036"/>
            <a:ext cx="451866" cy="0"/>
          </a:xfrm>
          <a:prstGeom prst="line">
            <a:avLst/>
          </a:prstGeom>
          <a:ln w="15875">
            <a:solidFill>
              <a:srgbClr val="F64F18"/>
            </a:solidFill>
          </a:ln>
        </p:spPr>
        <p:style>
          <a:lnRef idx="2">
            <a:schemeClr val="accent1"/>
          </a:lnRef>
          <a:fillRef idx="0">
            <a:schemeClr val="accent1"/>
          </a:fillRef>
          <a:effectRef idx="1">
            <a:schemeClr val="accent1"/>
          </a:effectRef>
          <a:fontRef idx="minor">
            <a:schemeClr val="tx1"/>
          </a:fontRef>
        </p:style>
      </p:cxnSp>
      <p:sp>
        <p:nvSpPr>
          <p:cNvPr id="4" name="Slide Number Placeholder 5">
            <a:extLst>
              <a:ext uri="{FF2B5EF4-FFF2-40B4-BE49-F238E27FC236}">
                <a16:creationId xmlns:a16="http://schemas.microsoft.com/office/drawing/2014/main" id="{105E4BFA-10D2-3C85-0CDF-D3F915AFB73B}"/>
              </a:ext>
            </a:extLst>
          </p:cNvPr>
          <p:cNvSpPr>
            <a:spLocks noGrp="1"/>
          </p:cNvSpPr>
          <p:nvPr>
            <p:ph type="sldNum" sz="quarter" idx="12"/>
          </p:nvPr>
        </p:nvSpPr>
        <p:spPr>
          <a:xfrm>
            <a:off x="9105900" y="6540407"/>
            <a:ext cx="2743200" cy="206375"/>
          </a:xfr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9611412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Quote Slide Light">
    <p:spTree>
      <p:nvGrpSpPr>
        <p:cNvPr id="1" name=""/>
        <p:cNvGrpSpPr/>
        <p:nvPr/>
      </p:nvGrpSpPr>
      <p:grpSpPr>
        <a:xfrm>
          <a:off x="0" y="0"/>
          <a:ext cx="0" cy="0"/>
          <a:chOff x="0" y="0"/>
          <a:chExt cx="0" cy="0"/>
        </a:xfrm>
      </p:grpSpPr>
      <p:sp>
        <p:nvSpPr>
          <p:cNvPr id="2" name="Title 1"/>
          <p:cNvSpPr>
            <a:spLocks noGrp="1"/>
          </p:cNvSpPr>
          <p:nvPr>
            <p:ph type="title"/>
          </p:nvPr>
        </p:nvSpPr>
        <p:spPr>
          <a:xfrm>
            <a:off x="3810000" y="2875007"/>
            <a:ext cx="6664960" cy="553993"/>
          </a:xfrm>
          <a:prstGeom prst="rect">
            <a:avLst/>
          </a:prstGeom>
        </p:spPr>
        <p:txBody>
          <a:bodyPr anchor="b">
            <a:noAutofit/>
          </a:bodyPr>
          <a:lstStyle>
            <a:lvl1pPr>
              <a:defRPr sz="2400" b="0" i="0">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0" y="3561839"/>
            <a:ext cx="6664960" cy="3382250"/>
          </a:xfrm>
          <a:prstGeom prst="rect">
            <a:avLst/>
          </a:prstGeom>
        </p:spPr>
        <p:txBody>
          <a:bodyPr>
            <a:normAutofit/>
          </a:bodyPr>
          <a:lstStyle>
            <a:lvl1pPr marL="171450" indent="-171450">
              <a:buFont typeface="Wingdings" pitchFamily="2" charset="2"/>
              <a:buChar char="v"/>
              <a:defRPr sz="800">
                <a:solidFill>
                  <a:schemeClr val="bg2"/>
                </a:solidFill>
              </a:defRPr>
            </a:lvl1pPr>
            <a:lvl2pPr marL="628650" indent="-171450">
              <a:buFont typeface="Wingdings" pitchFamily="2" charset="2"/>
              <a:buChar char="v"/>
              <a:defRPr sz="800">
                <a:solidFill>
                  <a:schemeClr val="bg2"/>
                </a:solidFill>
              </a:defRPr>
            </a:lvl2pPr>
            <a:lvl3pPr marL="1085850" indent="-171450">
              <a:buFont typeface="Wingdings" pitchFamily="2" charset="2"/>
              <a:buChar char="v"/>
              <a:defRPr sz="800">
                <a:solidFill>
                  <a:schemeClr val="bg2"/>
                </a:solidFill>
              </a:defRPr>
            </a:lvl3pPr>
            <a:lvl4pPr marL="1543050" indent="-171450">
              <a:buFont typeface="Wingdings" pitchFamily="2" charset="2"/>
              <a:buChar char="v"/>
              <a:defRPr sz="800">
                <a:solidFill>
                  <a:schemeClr val="bg2"/>
                </a:solidFill>
              </a:defRPr>
            </a:lvl4pPr>
            <a:lvl5pPr marL="2000250" indent="-171450">
              <a:buFont typeface="Wingdings" pitchFamily="2" charset="2"/>
              <a:buChar char="v"/>
              <a:defRPr sz="8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tx1"/>
                </a:solidFill>
                <a:latin typeface="Montserrat Light" pitchFamily="2" charset="77"/>
              </a:defRPr>
            </a:lvl1pPr>
          </a:lstStyle>
          <a:p>
            <a:r>
              <a:rPr lang="en-US"/>
              <a:t>© SYREN CLOUD INC – 2026 – ALL RIGHTS RESERVED</a:t>
            </a:r>
          </a:p>
        </p:txBody>
      </p:sp>
      <p:sp>
        <p:nvSpPr>
          <p:cNvPr id="4" name="Slide Number Placeholder 5">
            <a:extLst>
              <a:ext uri="{FF2B5EF4-FFF2-40B4-BE49-F238E27FC236}">
                <a16:creationId xmlns:a16="http://schemas.microsoft.com/office/drawing/2014/main" id="{1AE51D1F-2521-8D8C-190E-BA894BAA0F38}"/>
              </a:ext>
            </a:extLst>
          </p:cNvPr>
          <p:cNvSpPr>
            <a:spLocks noGrp="1"/>
          </p:cNvSpPr>
          <p:nvPr>
            <p:ph type="sldNum" sz="quarter" idx="12"/>
          </p:nvPr>
        </p:nvSpPr>
        <p:spPr>
          <a:xfrm>
            <a:off x="9105900" y="6540407"/>
            <a:ext cx="2743200" cy="206375"/>
          </a:xfr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54334996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Quote Slide Dark">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bg1"/>
                </a:solidFill>
                <a:latin typeface="Montserrat Light" pitchFamily="2" charset="77"/>
              </a:defRPr>
            </a:lvl1pPr>
          </a:lstStyle>
          <a:p>
            <a:r>
              <a:rPr lang="en-US"/>
              <a:t>© SYREN CLOUD INC – 2026 – ALL RIGHTS RESERVED</a:t>
            </a:r>
          </a:p>
        </p:txBody>
      </p:sp>
      <p:pic>
        <p:nvPicPr>
          <p:cNvPr id="5" name="Graphic 4">
            <a:extLst>
              <a:ext uri="{FF2B5EF4-FFF2-40B4-BE49-F238E27FC236}">
                <a16:creationId xmlns:a16="http://schemas.microsoft.com/office/drawing/2014/main" id="{5D1A1B21-B93B-E42A-E51E-7A1F7B5E2DC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sp>
        <p:nvSpPr>
          <p:cNvPr id="13" name="Title 1">
            <a:extLst>
              <a:ext uri="{FF2B5EF4-FFF2-40B4-BE49-F238E27FC236}">
                <a16:creationId xmlns:a16="http://schemas.microsoft.com/office/drawing/2014/main" id="{81B27A54-6714-5FF0-5E2A-609831078753}"/>
              </a:ext>
            </a:extLst>
          </p:cNvPr>
          <p:cNvSpPr>
            <a:spLocks noGrp="1"/>
          </p:cNvSpPr>
          <p:nvPr>
            <p:ph type="title"/>
          </p:nvPr>
        </p:nvSpPr>
        <p:spPr>
          <a:xfrm>
            <a:off x="3810000" y="2875007"/>
            <a:ext cx="6664960" cy="553993"/>
          </a:xfrm>
          <a:prstGeom prst="rect">
            <a:avLst/>
          </a:prstGeom>
        </p:spPr>
        <p:txBody>
          <a:bodyPr anchor="b">
            <a:noAutofit/>
          </a:bodyPr>
          <a:lstStyle>
            <a:lvl1pPr>
              <a:defRPr sz="2400" b="0" i="0">
                <a:solidFill>
                  <a:schemeClr val="bg1"/>
                </a:solidFill>
                <a:latin typeface="Montserrat Light" pitchFamily="2" charset="77"/>
              </a:defRPr>
            </a:lvl1pPr>
          </a:lstStyle>
          <a:p>
            <a:r>
              <a:rPr lang="en-US"/>
              <a:t>Click to edit Master title style</a:t>
            </a:r>
          </a:p>
        </p:txBody>
      </p:sp>
      <p:sp>
        <p:nvSpPr>
          <p:cNvPr id="14" name="Content Placeholder 2">
            <a:extLst>
              <a:ext uri="{FF2B5EF4-FFF2-40B4-BE49-F238E27FC236}">
                <a16:creationId xmlns:a16="http://schemas.microsoft.com/office/drawing/2014/main" id="{2988A480-D2C2-CE1C-F54F-461025AC56F7}"/>
              </a:ext>
            </a:extLst>
          </p:cNvPr>
          <p:cNvSpPr>
            <a:spLocks noGrp="1"/>
          </p:cNvSpPr>
          <p:nvPr>
            <p:ph idx="1"/>
          </p:nvPr>
        </p:nvSpPr>
        <p:spPr>
          <a:xfrm>
            <a:off x="3810000" y="3561839"/>
            <a:ext cx="6664960" cy="3382250"/>
          </a:xfrm>
          <a:prstGeom prst="rect">
            <a:avLst/>
          </a:prstGeom>
        </p:spPr>
        <p:txBody>
          <a:bodyPr>
            <a:normAutofit/>
          </a:bodyPr>
          <a:lstStyle>
            <a:lvl1pPr marL="171450" indent="-171450">
              <a:buFont typeface="Wingdings" pitchFamily="2" charset="2"/>
              <a:buChar char="v"/>
              <a:defRPr sz="800">
                <a:solidFill>
                  <a:schemeClr val="bg2"/>
                </a:solidFill>
              </a:defRPr>
            </a:lvl1pPr>
            <a:lvl2pPr marL="628650" indent="-171450">
              <a:buFont typeface="Wingdings" pitchFamily="2" charset="2"/>
              <a:buChar char="v"/>
              <a:defRPr sz="800">
                <a:solidFill>
                  <a:schemeClr val="bg2"/>
                </a:solidFill>
              </a:defRPr>
            </a:lvl2pPr>
            <a:lvl3pPr marL="1085850" indent="-171450">
              <a:buFont typeface="Wingdings" pitchFamily="2" charset="2"/>
              <a:buChar char="v"/>
              <a:defRPr sz="800">
                <a:solidFill>
                  <a:schemeClr val="bg2"/>
                </a:solidFill>
              </a:defRPr>
            </a:lvl3pPr>
            <a:lvl4pPr marL="1543050" indent="-171450">
              <a:buFont typeface="Wingdings" pitchFamily="2" charset="2"/>
              <a:buChar char="v"/>
              <a:defRPr sz="800">
                <a:solidFill>
                  <a:schemeClr val="bg2"/>
                </a:solidFill>
              </a:defRPr>
            </a:lvl4pPr>
            <a:lvl5pPr marL="2000250" indent="-171450">
              <a:buFont typeface="Wingdings" pitchFamily="2" charset="2"/>
              <a:buChar char="v"/>
              <a:defRPr sz="8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5">
            <a:extLst>
              <a:ext uri="{FF2B5EF4-FFF2-40B4-BE49-F238E27FC236}">
                <a16:creationId xmlns:a16="http://schemas.microsoft.com/office/drawing/2014/main" id="{2280FF4F-D970-316B-7801-881833E7418D}"/>
              </a:ext>
            </a:extLst>
          </p:cNvPr>
          <p:cNvSpPr>
            <a:spLocks noGrp="1"/>
          </p:cNvSpPr>
          <p:nvPr>
            <p:ph type="sldNum" sz="quarter" idx="12"/>
          </p:nvPr>
        </p:nvSpPr>
        <p:spPr>
          <a:xfrm>
            <a:off x="9105900" y="6540407"/>
            <a:ext cx="2743200" cy="206375"/>
          </a:xfrm>
        </p:spPr>
        <p:txBody>
          <a:bodyPr/>
          <a:lstStyle>
            <a:lvl1pPr>
              <a:defRPr>
                <a:solidFill>
                  <a:schemeClr val="bg1"/>
                </a:solidFill>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212499866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hankyou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F8A5B6A-39EF-828D-4EEB-40BAAA8DCA6B}"/>
              </a:ext>
            </a:extLst>
          </p:cNvPr>
          <p:cNvSpPr/>
          <p:nvPr userDrawn="1"/>
        </p:nvSpPr>
        <p:spPr>
          <a:xfrm>
            <a:off x="0" y="1"/>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58AA39A-E7DF-A24F-9C58-5B333402D200}"/>
              </a:ext>
            </a:extLst>
          </p:cNvPr>
          <p:cNvSpPr/>
          <p:nvPr userDrawn="1"/>
        </p:nvSpPr>
        <p:spPr>
          <a:xfrm>
            <a:off x="12003436" y="0"/>
            <a:ext cx="188563" cy="6858000"/>
          </a:xfrm>
          <a:prstGeom prst="rect">
            <a:avLst/>
          </a:prstGeom>
          <a:solidFill>
            <a:srgbClr val="F64F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693C18E8-8A1D-FAE1-20FF-6EAD35A44AAA}"/>
              </a:ext>
            </a:extLst>
          </p:cNvPr>
          <p:cNvSpPr>
            <a:spLocks noGrp="1"/>
          </p:cNvSpPr>
          <p:nvPr>
            <p:ph type="title"/>
          </p:nvPr>
        </p:nvSpPr>
        <p:spPr>
          <a:xfrm>
            <a:off x="1006665" y="2588217"/>
            <a:ext cx="5577840" cy="1307240"/>
          </a:xfrm>
        </p:spPr>
        <p:txBody>
          <a:bodyPr anchor="t">
            <a:normAutofit/>
          </a:bodyPr>
          <a:lstStyle/>
          <a:p>
            <a:r>
              <a:rPr lang="en-US" sz="5600">
                <a:solidFill>
                  <a:schemeClr val="bg1"/>
                </a:solidFill>
                <a:latin typeface="Montserrat Light" pitchFamily="2" charset="77"/>
              </a:rPr>
              <a:t>Thank You</a:t>
            </a:r>
          </a:p>
        </p:txBody>
      </p:sp>
      <p:pic>
        <p:nvPicPr>
          <p:cNvPr id="7" name="Graphic 6">
            <a:extLst>
              <a:ext uri="{FF2B5EF4-FFF2-40B4-BE49-F238E27FC236}">
                <a16:creationId xmlns:a16="http://schemas.microsoft.com/office/drawing/2014/main" id="{D23DF081-F1D1-B77C-A9F6-5625A2D0E02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8077" y="490307"/>
            <a:ext cx="1245362" cy="390986"/>
          </a:xfrm>
          <a:prstGeom prst="rect">
            <a:avLst/>
          </a:prstGeom>
        </p:spPr>
      </p:pic>
      <p:sp>
        <p:nvSpPr>
          <p:cNvPr id="8" name="Title 1">
            <a:extLst>
              <a:ext uri="{FF2B5EF4-FFF2-40B4-BE49-F238E27FC236}">
                <a16:creationId xmlns:a16="http://schemas.microsoft.com/office/drawing/2014/main" id="{25A65ADA-DF9F-2C03-8C15-44D1CD64C97F}"/>
              </a:ext>
            </a:extLst>
          </p:cNvPr>
          <p:cNvSpPr txBox="1">
            <a:spLocks/>
          </p:cNvSpPr>
          <p:nvPr userDrawn="1"/>
        </p:nvSpPr>
        <p:spPr>
          <a:xfrm>
            <a:off x="1045879" y="4729348"/>
            <a:ext cx="5577840" cy="6858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ontserrat" pitchFamily="2" charset="77"/>
                <a:ea typeface="+mj-ea"/>
                <a:cs typeface="+mj-cs"/>
              </a:defRPr>
            </a:lvl1pPr>
          </a:lstStyle>
          <a:p>
            <a:r>
              <a:rPr lang="en-US" sz="1600">
                <a:solidFill>
                  <a:schemeClr val="bg1"/>
                </a:solidFill>
                <a:latin typeface="Montserrat Light" pitchFamily="2" charset="77"/>
              </a:rPr>
              <a:t>Follow Us:</a:t>
            </a:r>
          </a:p>
        </p:txBody>
      </p:sp>
      <p:pic>
        <p:nvPicPr>
          <p:cNvPr id="9" name="Picture 2">
            <a:hlinkClick r:id="rId3"/>
            <a:extLst>
              <a:ext uri="{FF2B5EF4-FFF2-40B4-BE49-F238E27FC236}">
                <a16:creationId xmlns:a16="http://schemas.microsoft.com/office/drawing/2014/main" id="{BEA4C082-3A50-CF7F-547F-5306AA0EE360}"/>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128585" y="5486514"/>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3">
            <a:hlinkClick r:id="rId5"/>
            <a:extLst>
              <a:ext uri="{FF2B5EF4-FFF2-40B4-BE49-F238E27FC236}">
                <a16:creationId xmlns:a16="http://schemas.microsoft.com/office/drawing/2014/main" id="{409C06F1-58E0-A7E9-36EF-84BEFB59B085}"/>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573598" y="5484370"/>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a:extLst>
              <a:ext uri="{FF2B5EF4-FFF2-40B4-BE49-F238E27FC236}">
                <a16:creationId xmlns:a16="http://schemas.microsoft.com/office/drawing/2014/main" id="{5C818429-83CA-442F-FB11-051A1261F48E}"/>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976178" y="5493548"/>
            <a:ext cx="274320" cy="274320"/>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a:extLst>
              <a:ext uri="{FF2B5EF4-FFF2-40B4-BE49-F238E27FC236}">
                <a16:creationId xmlns:a16="http://schemas.microsoft.com/office/drawing/2014/main" id="{0883F6D5-28CA-851A-44F9-6A6DCE67E18B}"/>
              </a:ext>
            </a:extLst>
          </p:cNvPr>
          <p:cNvSpPr txBox="1">
            <a:spLocks/>
          </p:cNvSpPr>
          <p:nvPr userDrawn="1"/>
        </p:nvSpPr>
        <p:spPr>
          <a:xfrm>
            <a:off x="1045879" y="3245700"/>
            <a:ext cx="5577840" cy="6858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ontserrat" pitchFamily="2" charset="77"/>
                <a:ea typeface="+mj-ea"/>
                <a:cs typeface="+mj-cs"/>
              </a:defRPr>
            </a:lvl1pPr>
          </a:lstStyle>
          <a:p>
            <a:r>
              <a:rPr lang="en-US" sz="1600">
                <a:solidFill>
                  <a:schemeClr val="bg1"/>
                </a:solidFill>
                <a:latin typeface="Montserrat Light" pitchFamily="2" charset="77"/>
              </a:rPr>
              <a:t>www.syrencloud.com</a:t>
            </a:r>
          </a:p>
        </p:txBody>
      </p:sp>
      <p:pic>
        <p:nvPicPr>
          <p:cNvPr id="13" name="Picture 12" descr="A black background with orange circles&#10;&#10;AI-generated content may be incorrect.">
            <a:extLst>
              <a:ext uri="{FF2B5EF4-FFF2-40B4-BE49-F238E27FC236}">
                <a16:creationId xmlns:a16="http://schemas.microsoft.com/office/drawing/2014/main" id="{C68FEF77-035D-23AA-B6BE-E81FAABE685A}"/>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3907037" y="-1084882"/>
            <a:ext cx="9024155" cy="9027763"/>
          </a:xfrm>
          <a:prstGeom prst="rect">
            <a:avLst/>
          </a:prstGeom>
        </p:spPr>
      </p:pic>
    </p:spTree>
    <p:extLst>
      <p:ext uri="{BB962C8B-B14F-4D97-AF65-F5344CB8AC3E}">
        <p14:creationId xmlns:p14="http://schemas.microsoft.com/office/powerpoint/2010/main" val="185161904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_OUR OFFERINGS .1">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218146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Title Slide Dark">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970212"/>
            <a:ext cx="9144000" cy="1828800"/>
          </a:xfrm>
        </p:spPr>
        <p:txBody>
          <a:bodyPr anchor="b">
            <a:normAutofit/>
          </a:bodyPr>
          <a:lstStyle>
            <a:lvl1pPr marL="6350" indent="0" algn="l">
              <a:tabLst/>
              <a:defRPr sz="4800"/>
            </a:lvl1pPr>
          </a:lstStyle>
          <a:p>
            <a:r>
              <a:rPr lang="en-US"/>
              <a:t>Click to edit Master title style</a:t>
            </a:r>
          </a:p>
        </p:txBody>
      </p:sp>
      <p:sp>
        <p:nvSpPr>
          <p:cNvPr id="3" name="Subtitle 2"/>
          <p:cNvSpPr>
            <a:spLocks noGrp="1"/>
          </p:cNvSpPr>
          <p:nvPr>
            <p:ph type="subTitle" idx="1"/>
          </p:nvPr>
        </p:nvSpPr>
        <p:spPr>
          <a:xfrm>
            <a:off x="381000" y="4813880"/>
            <a:ext cx="9144000" cy="1143000"/>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 Placeholder 10">
            <a:extLst>
              <a:ext uri="{FF2B5EF4-FFF2-40B4-BE49-F238E27FC236}">
                <a16:creationId xmlns:a16="http://schemas.microsoft.com/office/drawing/2014/main" id="{F40A598B-029B-8757-1A8B-9960D1CFC114}"/>
              </a:ext>
            </a:extLst>
          </p:cNvPr>
          <p:cNvSpPr>
            <a:spLocks noGrp="1"/>
          </p:cNvSpPr>
          <p:nvPr>
            <p:ph type="body" sz="quarter" idx="10"/>
          </p:nvPr>
        </p:nvSpPr>
        <p:spPr>
          <a:xfrm>
            <a:off x="381000" y="6056312"/>
            <a:ext cx="5715000" cy="458788"/>
          </a:xfrm>
        </p:spPr>
        <p:txBody>
          <a:bodyPr>
            <a:noAutofit/>
          </a:bodyPr>
          <a:lstStyle>
            <a:lvl1pPr marL="0" indent="0">
              <a:buNone/>
              <a:defRPr sz="800">
                <a:solidFill>
                  <a:schemeClr val="tx1"/>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13" name="Graphic 12">
            <a:extLst>
              <a:ext uri="{FF2B5EF4-FFF2-40B4-BE49-F238E27FC236}">
                <a16:creationId xmlns:a16="http://schemas.microsoft.com/office/drawing/2014/main" id="{636F04A7-61C4-4311-9002-DCC7789AF38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921634"/>
            <a:ext cx="1829765" cy="574461"/>
          </a:xfrm>
          <a:prstGeom prst="rect">
            <a:avLst/>
          </a:prstGeom>
        </p:spPr>
      </p:pic>
    </p:spTree>
    <p:extLst>
      <p:ext uri="{BB962C8B-B14F-4D97-AF65-F5344CB8AC3E}">
        <p14:creationId xmlns:p14="http://schemas.microsoft.com/office/powerpoint/2010/main" val="2292369329"/>
      </p:ext>
    </p:extLst>
  </p:cSld>
  <p:clrMapOvr>
    <a:overrideClrMapping bg1="dk1" tx1="lt1" bg2="dk2" tx2="lt2" accent1="accent1" accent2="accent2" accent3="accent3" accent4="accent4" accent5="accent5" accent6="accent6" hlink="hlink" folHlink="folHlink"/>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7265AA-5BBC-2862-EA88-8F70D4B0B9C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58" y="-2"/>
            <a:ext cx="12182742" cy="6858002"/>
          </a:xfrm>
          <a:prstGeom prst="rect">
            <a:avLst/>
          </a:prstGeom>
        </p:spPr>
      </p:pic>
    </p:spTree>
    <p:extLst>
      <p:ext uri="{BB962C8B-B14F-4D97-AF65-F5344CB8AC3E}">
        <p14:creationId xmlns:p14="http://schemas.microsoft.com/office/powerpoint/2010/main" val="329578545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2_Title and Content - Light - Blank">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345D0AA-4993-E0B4-38A4-7EF2AAC68E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58" y="-2"/>
            <a:ext cx="12182742" cy="6858002"/>
          </a:xfrm>
          <a:prstGeom prst="rect">
            <a:avLst/>
          </a:prstGeom>
        </p:spPr>
      </p:pic>
      <p:sp>
        <p:nvSpPr>
          <p:cNvPr id="2" name="Title 1"/>
          <p:cNvSpPr>
            <a:spLocks noGrp="1"/>
          </p:cNvSpPr>
          <p:nvPr>
            <p:ph type="title"/>
          </p:nvPr>
        </p:nvSpPr>
        <p:spPr>
          <a:xfrm>
            <a:off x="381000" y="342899"/>
            <a:ext cx="10515600" cy="553993"/>
          </a:xfrm>
        </p:spPr>
        <p:txBody>
          <a:bodyPr>
            <a:noAutofit/>
          </a:bodyPr>
          <a:lstStyle>
            <a:lvl1pPr>
              <a:defRPr sz="3000" b="0" i="0">
                <a:latin typeface="Montserrat Light" pitchFamily="2" charset="77"/>
              </a:defRPr>
            </a:lvl1pPr>
          </a:lstStyle>
          <a:p>
            <a:r>
              <a:rPr lang="en-US"/>
              <a:t>Click to edit Master title style</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endParaRPr lang="en-US" sz="600"/>
          </a:p>
        </p:txBody>
      </p:sp>
      <p:cxnSp>
        <p:nvCxnSpPr>
          <p:cNvPr id="9" name="Straight Connector 8">
            <a:extLst>
              <a:ext uri="{FF2B5EF4-FFF2-40B4-BE49-F238E27FC236}">
                <a16:creationId xmlns:a16="http://schemas.microsoft.com/office/drawing/2014/main" id="{5CE39CB5-F702-940E-D5A3-9950276C91F2}"/>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9903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Slide Dark">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694362"/>
            <a:ext cx="5887453" cy="1828800"/>
          </a:xfrm>
          <a:prstGeom prst="rect">
            <a:avLst/>
          </a:prstGeom>
        </p:spPr>
        <p:txBody>
          <a:bodyPr anchor="b">
            <a:normAutofit/>
          </a:bodyPr>
          <a:lstStyle>
            <a:lvl1pPr marL="6350" indent="0" algn="l">
              <a:tabLst/>
              <a:defRPr sz="4000"/>
            </a:lvl1pPr>
          </a:lstStyle>
          <a:p>
            <a:r>
              <a:rPr lang="en-US"/>
              <a:t>Click to edit Master title style</a:t>
            </a:r>
          </a:p>
        </p:txBody>
      </p:sp>
      <p:sp>
        <p:nvSpPr>
          <p:cNvPr id="3" name="Subtitle 2"/>
          <p:cNvSpPr>
            <a:spLocks noGrp="1"/>
          </p:cNvSpPr>
          <p:nvPr>
            <p:ph type="subTitle" idx="1"/>
          </p:nvPr>
        </p:nvSpPr>
        <p:spPr>
          <a:xfrm>
            <a:off x="381000" y="4651454"/>
            <a:ext cx="9144000" cy="1143000"/>
          </a:xfrm>
          <a:prstGeom prst="rect">
            <a:avLst/>
          </a:prstGeom>
        </p:spPr>
        <p:txBody>
          <a:bodyPr>
            <a:normAutofit/>
          </a:bodyPr>
          <a:lstStyle>
            <a:lvl1pPr marL="285750" indent="-285750" algn="l">
              <a:buFont typeface="Wingdings" pitchFamily="2" charset="2"/>
              <a:buChar char="v"/>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 Placeholder 10">
            <a:extLst>
              <a:ext uri="{FF2B5EF4-FFF2-40B4-BE49-F238E27FC236}">
                <a16:creationId xmlns:a16="http://schemas.microsoft.com/office/drawing/2014/main" id="{F40A598B-029B-8757-1A8B-9960D1CFC114}"/>
              </a:ext>
            </a:extLst>
          </p:cNvPr>
          <p:cNvSpPr>
            <a:spLocks noGrp="1"/>
          </p:cNvSpPr>
          <p:nvPr>
            <p:ph type="body" sz="quarter" idx="10"/>
          </p:nvPr>
        </p:nvSpPr>
        <p:spPr>
          <a:xfrm>
            <a:off x="381000" y="5922746"/>
            <a:ext cx="5715000" cy="458788"/>
          </a:xfrm>
          <a:prstGeom prst="rect">
            <a:avLst/>
          </a:prstGeom>
        </p:spPr>
        <p:txBody>
          <a:bodyPr>
            <a:noAutofit/>
          </a:bodyPr>
          <a:lstStyle>
            <a:lvl1pPr marL="0" indent="0">
              <a:buFont typeface="Wingdings" pitchFamily="2" charset="2"/>
              <a:buNone/>
              <a:defRPr sz="800">
                <a:solidFill>
                  <a:srgbClr val="F64F18"/>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4" name="Picture 3" descr="A black background with orange circles&#10;&#10;AI-generated content may be incorrect.">
            <a:extLst>
              <a:ext uri="{FF2B5EF4-FFF2-40B4-BE49-F238E27FC236}">
                <a16:creationId xmlns:a16="http://schemas.microsoft.com/office/drawing/2014/main" id="{56143136-D3FB-7460-C7EF-BDDE78501810}"/>
              </a:ext>
            </a:extLst>
          </p:cNvPr>
          <p:cNvPicPr>
            <a:picLocks noChangeAspect="1"/>
          </p:cNvPicPr>
          <p:nvPr userDrawn="1"/>
        </p:nvPicPr>
        <p:blipFill>
          <a:blip r:embed="rId2">
            <a:extLst>
              <a:ext uri="{28A0092B-C50C-407E-A947-70E740481C1C}">
                <a14:useLocalDpi xmlns:a14="http://schemas.microsoft.com/office/drawing/2010/main" val="0"/>
              </a:ext>
            </a:extLst>
          </a:blip>
          <a:srcRect t="12782" r="28600" b="21101"/>
          <a:stretch/>
        </p:blipFill>
        <p:spPr>
          <a:xfrm>
            <a:off x="4788979" y="0"/>
            <a:ext cx="7403022" cy="6858000"/>
          </a:xfrm>
          <a:prstGeom prst="rect">
            <a:avLst/>
          </a:prstGeom>
        </p:spPr>
      </p:pic>
    </p:spTree>
    <p:extLst>
      <p:ext uri="{BB962C8B-B14F-4D97-AF65-F5344CB8AC3E}">
        <p14:creationId xmlns:p14="http://schemas.microsoft.com/office/powerpoint/2010/main" val="3443908142"/>
      </p:ext>
    </p:extLst>
  </p:cSld>
  <p:clrMapOvr>
    <a:overrideClrMapping bg1="dk1" tx1="lt1" bg2="dk2" tx2="lt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Title Slide Dark">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694362"/>
            <a:ext cx="5887453" cy="1828800"/>
          </a:xfrm>
          <a:prstGeom prst="rect">
            <a:avLst/>
          </a:prstGeom>
        </p:spPr>
        <p:txBody>
          <a:bodyPr anchor="b">
            <a:normAutofit/>
          </a:bodyPr>
          <a:lstStyle>
            <a:lvl1pPr marL="6350" indent="0" algn="l">
              <a:tabLst/>
              <a:defRPr sz="4000"/>
            </a:lvl1pPr>
          </a:lstStyle>
          <a:p>
            <a:r>
              <a:rPr lang="en-US"/>
              <a:t>Click to edit Master title style</a:t>
            </a:r>
          </a:p>
        </p:txBody>
      </p:sp>
      <p:sp>
        <p:nvSpPr>
          <p:cNvPr id="3" name="Subtitle 2"/>
          <p:cNvSpPr>
            <a:spLocks noGrp="1"/>
          </p:cNvSpPr>
          <p:nvPr>
            <p:ph type="subTitle" idx="1"/>
          </p:nvPr>
        </p:nvSpPr>
        <p:spPr>
          <a:xfrm>
            <a:off x="381000" y="4651454"/>
            <a:ext cx="9144000" cy="1143000"/>
          </a:xfrm>
          <a:prstGeom prst="rect">
            <a:avLst/>
          </a:prstGeom>
        </p:spPr>
        <p:txBody>
          <a:bodyPr>
            <a:normAutofit/>
          </a:bodyPr>
          <a:lstStyle>
            <a:lvl1pPr marL="285750" indent="-285750" algn="l">
              <a:buFont typeface="Wingdings" pitchFamily="2" charset="2"/>
              <a:buChar char="v"/>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 Placeholder 10">
            <a:extLst>
              <a:ext uri="{FF2B5EF4-FFF2-40B4-BE49-F238E27FC236}">
                <a16:creationId xmlns:a16="http://schemas.microsoft.com/office/drawing/2014/main" id="{F40A598B-029B-8757-1A8B-9960D1CFC114}"/>
              </a:ext>
            </a:extLst>
          </p:cNvPr>
          <p:cNvSpPr>
            <a:spLocks noGrp="1"/>
          </p:cNvSpPr>
          <p:nvPr>
            <p:ph type="body" sz="quarter" idx="10"/>
          </p:nvPr>
        </p:nvSpPr>
        <p:spPr>
          <a:xfrm>
            <a:off x="381000" y="5922746"/>
            <a:ext cx="5715000" cy="458788"/>
          </a:xfrm>
          <a:prstGeom prst="rect">
            <a:avLst/>
          </a:prstGeom>
        </p:spPr>
        <p:txBody>
          <a:bodyPr>
            <a:noAutofit/>
          </a:bodyPr>
          <a:lstStyle>
            <a:lvl1pPr marL="0" indent="0">
              <a:buFont typeface="Wingdings" pitchFamily="2" charset="2"/>
              <a:buNone/>
              <a:defRPr sz="800">
                <a:solidFill>
                  <a:srgbClr val="F64F18"/>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13" name="Graphic 12">
            <a:extLst>
              <a:ext uri="{FF2B5EF4-FFF2-40B4-BE49-F238E27FC236}">
                <a16:creationId xmlns:a16="http://schemas.microsoft.com/office/drawing/2014/main" id="{636F04A7-61C4-4311-9002-DCC7789AF38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476466"/>
            <a:ext cx="2123035" cy="666534"/>
          </a:xfrm>
          <a:prstGeom prst="rect">
            <a:avLst/>
          </a:prstGeom>
        </p:spPr>
      </p:pic>
      <p:pic>
        <p:nvPicPr>
          <p:cNvPr id="4" name="Picture 3" descr="A black background with orange circles&#10;&#10;AI-generated content may be incorrect.">
            <a:extLst>
              <a:ext uri="{FF2B5EF4-FFF2-40B4-BE49-F238E27FC236}">
                <a16:creationId xmlns:a16="http://schemas.microsoft.com/office/drawing/2014/main" id="{56143136-D3FB-7460-C7EF-BDDE78501810}"/>
              </a:ext>
            </a:extLst>
          </p:cNvPr>
          <p:cNvPicPr>
            <a:picLocks noChangeAspect="1"/>
          </p:cNvPicPr>
          <p:nvPr userDrawn="1"/>
        </p:nvPicPr>
        <p:blipFill>
          <a:blip r:embed="rId3">
            <a:extLst>
              <a:ext uri="{28A0092B-C50C-407E-A947-70E740481C1C}">
                <a14:useLocalDpi xmlns:a14="http://schemas.microsoft.com/office/drawing/2010/main" val="0"/>
              </a:ext>
            </a:extLst>
          </a:blip>
          <a:srcRect t="12782" r="28600" b="21101"/>
          <a:stretch/>
        </p:blipFill>
        <p:spPr>
          <a:xfrm>
            <a:off x="4788979" y="0"/>
            <a:ext cx="7403022" cy="6858000"/>
          </a:xfrm>
          <a:prstGeom prst="rect">
            <a:avLst/>
          </a:prstGeom>
        </p:spPr>
      </p:pic>
    </p:spTree>
    <p:extLst>
      <p:ext uri="{BB962C8B-B14F-4D97-AF65-F5344CB8AC3E}">
        <p14:creationId xmlns:p14="http://schemas.microsoft.com/office/powerpoint/2010/main" val="1848923315"/>
      </p:ext>
    </p:extLst>
  </p:cSld>
  <p:clrMapOvr>
    <a:overrideClrMapping bg1="dk1" tx1="lt1" bg2="dk2" tx2="lt2" accent1="accent1" accent2="accent2" accent3="accent3" accent4="accent4" accent5="accent5" accent6="accent6" hlink="hlink" folHlink="folHlink"/>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Slide Light">
    <p:bg>
      <p:bgPr>
        <a:solidFill>
          <a:schemeClr val="tx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5646C33-A1AD-9804-9559-EB9FE98FF10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964" y="476466"/>
            <a:ext cx="2123035" cy="666534"/>
          </a:xfrm>
          <a:prstGeom prst="rect">
            <a:avLst/>
          </a:prstGeom>
        </p:spPr>
      </p:pic>
      <p:sp>
        <p:nvSpPr>
          <p:cNvPr id="9" name="Title 1">
            <a:extLst>
              <a:ext uri="{FF2B5EF4-FFF2-40B4-BE49-F238E27FC236}">
                <a16:creationId xmlns:a16="http://schemas.microsoft.com/office/drawing/2014/main" id="{4FBF73D9-0881-A73E-A8B1-CD8E49046877}"/>
              </a:ext>
            </a:extLst>
          </p:cNvPr>
          <p:cNvSpPr>
            <a:spLocks noGrp="1"/>
          </p:cNvSpPr>
          <p:nvPr>
            <p:ph type="ctrTitle"/>
          </p:nvPr>
        </p:nvSpPr>
        <p:spPr>
          <a:xfrm>
            <a:off x="381000" y="2694362"/>
            <a:ext cx="5887453" cy="1828800"/>
          </a:xfrm>
          <a:prstGeom prst="rect">
            <a:avLst/>
          </a:prstGeom>
        </p:spPr>
        <p:txBody>
          <a:bodyPr anchor="b">
            <a:normAutofit/>
          </a:bodyPr>
          <a:lstStyle>
            <a:lvl1pPr marL="6350" indent="0" algn="l">
              <a:tabLst/>
              <a:defRPr sz="4000">
                <a:solidFill>
                  <a:schemeClr val="bg1"/>
                </a:solidFill>
              </a:defRPr>
            </a:lvl1pPr>
          </a:lstStyle>
          <a:p>
            <a:r>
              <a:rPr lang="en-US"/>
              <a:t>Click to edit Master title style</a:t>
            </a:r>
          </a:p>
        </p:txBody>
      </p:sp>
      <p:sp>
        <p:nvSpPr>
          <p:cNvPr id="12" name="Subtitle 2">
            <a:extLst>
              <a:ext uri="{FF2B5EF4-FFF2-40B4-BE49-F238E27FC236}">
                <a16:creationId xmlns:a16="http://schemas.microsoft.com/office/drawing/2014/main" id="{721F1B40-8720-C869-4A82-E00187BC603B}"/>
              </a:ext>
            </a:extLst>
          </p:cNvPr>
          <p:cNvSpPr>
            <a:spLocks noGrp="1"/>
          </p:cNvSpPr>
          <p:nvPr>
            <p:ph type="subTitle" idx="1"/>
          </p:nvPr>
        </p:nvSpPr>
        <p:spPr>
          <a:xfrm>
            <a:off x="381000" y="4651454"/>
            <a:ext cx="9144000" cy="1143000"/>
          </a:xfrm>
          <a:prstGeom prst="rect">
            <a:avLst/>
          </a:prstGeom>
        </p:spPr>
        <p:txBody>
          <a:bodyPr>
            <a:normAutofit/>
          </a:bodyPr>
          <a:lstStyle>
            <a:lvl1pPr marL="285750" indent="-285750" algn="l">
              <a:buFont typeface="Wingdings" pitchFamily="2" charset="2"/>
              <a:buChar char="v"/>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Text Placeholder 10">
            <a:extLst>
              <a:ext uri="{FF2B5EF4-FFF2-40B4-BE49-F238E27FC236}">
                <a16:creationId xmlns:a16="http://schemas.microsoft.com/office/drawing/2014/main" id="{38D2D752-871B-972C-6799-1EDBA09B4A33}"/>
              </a:ext>
            </a:extLst>
          </p:cNvPr>
          <p:cNvSpPr>
            <a:spLocks noGrp="1"/>
          </p:cNvSpPr>
          <p:nvPr>
            <p:ph type="body" sz="quarter" idx="10"/>
          </p:nvPr>
        </p:nvSpPr>
        <p:spPr>
          <a:xfrm>
            <a:off x="381000" y="5922746"/>
            <a:ext cx="5715000" cy="458788"/>
          </a:xfrm>
          <a:prstGeom prst="rect">
            <a:avLst/>
          </a:prstGeom>
        </p:spPr>
        <p:txBody>
          <a:bodyPr>
            <a:noAutofit/>
          </a:bodyPr>
          <a:lstStyle>
            <a:lvl1pPr marL="0" indent="0">
              <a:buNone/>
              <a:defRPr sz="800">
                <a:solidFill>
                  <a:srgbClr val="F64F18"/>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3" name="Picture 2" descr="A black background with orange circles&#10;&#10;AI-generated content may be incorrect.">
            <a:extLst>
              <a:ext uri="{FF2B5EF4-FFF2-40B4-BE49-F238E27FC236}">
                <a16:creationId xmlns:a16="http://schemas.microsoft.com/office/drawing/2014/main" id="{9F8B6379-2FCC-6CD1-3B82-2EF9342DDA39}"/>
              </a:ext>
            </a:extLst>
          </p:cNvPr>
          <p:cNvPicPr>
            <a:picLocks noChangeAspect="1"/>
          </p:cNvPicPr>
          <p:nvPr userDrawn="1"/>
        </p:nvPicPr>
        <p:blipFill>
          <a:blip r:embed="rId3">
            <a:extLst>
              <a:ext uri="{28A0092B-C50C-407E-A947-70E740481C1C}">
                <a14:useLocalDpi xmlns:a14="http://schemas.microsoft.com/office/drawing/2010/main" val="0"/>
              </a:ext>
            </a:extLst>
          </a:blip>
          <a:srcRect t="12782" r="28600" b="21101"/>
          <a:stretch/>
        </p:blipFill>
        <p:spPr>
          <a:xfrm>
            <a:off x="4788979" y="0"/>
            <a:ext cx="7403022" cy="6858000"/>
          </a:xfrm>
          <a:prstGeom prst="rect">
            <a:avLst/>
          </a:prstGeom>
        </p:spPr>
      </p:pic>
    </p:spTree>
    <p:extLst>
      <p:ext uri="{BB962C8B-B14F-4D97-AF65-F5344CB8AC3E}">
        <p14:creationId xmlns:p14="http://schemas.microsoft.com/office/powerpoint/2010/main" val="2392435538"/>
      </p:ext>
    </p:extLst>
  </p:cSld>
  <p:clrMapOvr>
    <a:overrideClrMapping bg1="dk1" tx1="lt1" bg2="dk2" tx2="lt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Agenda Slide - Light">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5" name="TextBox 4">
            <a:extLst>
              <a:ext uri="{FF2B5EF4-FFF2-40B4-BE49-F238E27FC236}">
                <a16:creationId xmlns:a16="http://schemas.microsoft.com/office/drawing/2014/main" id="{984A029E-8486-4A47-954F-0DEEEF3042F2}"/>
              </a:ext>
            </a:extLst>
          </p:cNvPr>
          <p:cNvSpPr txBox="1"/>
          <p:nvPr userDrawn="1"/>
        </p:nvSpPr>
        <p:spPr>
          <a:xfrm>
            <a:off x="381000" y="342899"/>
            <a:ext cx="10972800" cy="553998"/>
          </a:xfrm>
          <a:prstGeom prst="rect">
            <a:avLst/>
          </a:prstGeom>
          <a:noFill/>
        </p:spPr>
        <p:txBody>
          <a:bodyPr wrap="square" rtlCol="0">
            <a:spAutoFit/>
          </a:bodyPr>
          <a:lstStyle/>
          <a:p>
            <a:r>
              <a:rPr lang="en-US" sz="3000" b="0" i="0">
                <a:latin typeface="Montserrat Light" pitchFamily="2" charset="77"/>
              </a:rPr>
              <a:t>Agenda</a:t>
            </a:r>
          </a:p>
        </p:txBody>
      </p:sp>
      <p:sp>
        <p:nvSpPr>
          <p:cNvPr id="12" name="Date Placeholder 3">
            <a:extLst>
              <a:ext uri="{FF2B5EF4-FFF2-40B4-BE49-F238E27FC236}">
                <a16:creationId xmlns:a16="http://schemas.microsoft.com/office/drawing/2014/main" id="{356B5CE4-CB9C-2813-E3D0-9CEDCA63520A}"/>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2025 – ALL RIGHTS RESERVED</a:t>
            </a:r>
          </a:p>
        </p:txBody>
      </p:sp>
      <p:cxnSp>
        <p:nvCxnSpPr>
          <p:cNvPr id="2" name="Straight Connector 1">
            <a:extLst>
              <a:ext uri="{FF2B5EF4-FFF2-40B4-BE49-F238E27FC236}">
                <a16:creationId xmlns:a16="http://schemas.microsoft.com/office/drawing/2014/main" id="{BD4F983D-00ED-00FB-938F-E45332334916}"/>
              </a:ext>
            </a:extLst>
          </p:cNvPr>
          <p:cNvCxnSpPr>
            <a:cxnSpLocks/>
          </p:cNvCxnSpPr>
          <p:nvPr userDrawn="1"/>
        </p:nvCxnSpPr>
        <p:spPr>
          <a:xfrm>
            <a:off x="502666" y="896897"/>
            <a:ext cx="451866" cy="0"/>
          </a:xfrm>
          <a:prstGeom prst="line">
            <a:avLst/>
          </a:prstGeom>
          <a:ln w="15875">
            <a:solidFill>
              <a:srgbClr val="F64F18"/>
            </a:solidFill>
          </a:ln>
        </p:spPr>
        <p:style>
          <a:lnRef idx="2">
            <a:schemeClr val="accent1"/>
          </a:lnRef>
          <a:fillRef idx="0">
            <a:schemeClr val="accent1"/>
          </a:fillRef>
          <a:effectRef idx="1">
            <a:schemeClr val="accent1"/>
          </a:effectRef>
          <a:fontRef idx="minor">
            <a:schemeClr val="tx1"/>
          </a:fontRef>
        </p:style>
      </p:cxnSp>
      <p:sp>
        <p:nvSpPr>
          <p:cNvPr id="4" name="Content Placeholder 2">
            <a:extLst>
              <a:ext uri="{FF2B5EF4-FFF2-40B4-BE49-F238E27FC236}">
                <a16:creationId xmlns:a16="http://schemas.microsoft.com/office/drawing/2014/main" id="{F8973339-A9D8-D019-2F11-E2B25F1F13CE}"/>
              </a:ext>
            </a:extLst>
          </p:cNvPr>
          <p:cNvSpPr>
            <a:spLocks noGrp="1"/>
          </p:cNvSpPr>
          <p:nvPr>
            <p:ph idx="13"/>
          </p:nvPr>
        </p:nvSpPr>
        <p:spPr>
          <a:xfrm>
            <a:off x="405384" y="1131124"/>
            <a:ext cx="5462015" cy="457200"/>
          </a:xfrm>
          <a:prstGeom prst="rect">
            <a:avLst/>
          </a:prstGeom>
        </p:spPr>
        <p:txBody>
          <a:bodyPr anchor="ctr"/>
          <a:lstStyle>
            <a:lvl1pPr marL="0" indent="0" algn="l">
              <a:buNone/>
              <a:defRPr>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 name="Slide Number Placeholder 5">
            <a:extLst>
              <a:ext uri="{FF2B5EF4-FFF2-40B4-BE49-F238E27FC236}">
                <a16:creationId xmlns:a16="http://schemas.microsoft.com/office/drawing/2014/main" id="{BDA86C24-1036-E010-D7A0-33AB348C1945}"/>
              </a:ext>
            </a:extLst>
          </p:cNvPr>
          <p:cNvSpPr>
            <a:spLocks noGrp="1"/>
          </p:cNvSpPr>
          <p:nvPr>
            <p:ph type="sldNum" sz="quarter" idx="4"/>
          </p:nvPr>
        </p:nvSpPr>
        <p:spPr>
          <a:xfrm>
            <a:off x="9105900" y="6540407"/>
            <a:ext cx="2743200" cy="206375"/>
          </a:xfrm>
          <a:prstGeom prst="rect">
            <a:avLst/>
          </a:prstGeom>
        </p:spPr>
        <p:txBody>
          <a:bodyPr vert="horz" lIns="91440" tIns="45720" rIns="91440" bIns="45720" rtlCol="0" anchor="ctr"/>
          <a:lstStyle>
            <a:lvl1pPr algn="r">
              <a:defRPr sz="600" b="0" i="0">
                <a:solidFill>
                  <a:schemeClr val="tx1"/>
                </a:solidFill>
                <a:latin typeface="Montserrat Light" pitchFamily="2" charset="77"/>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368582957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Agenda Slide - Dark">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28966" y="342900"/>
            <a:ext cx="220134" cy="228600"/>
          </a:xfrm>
          <a:prstGeom prst="rect">
            <a:avLst/>
          </a:prstGeom>
        </p:spPr>
      </p:pic>
      <p:sp>
        <p:nvSpPr>
          <p:cNvPr id="5" name="TextBox 4">
            <a:extLst>
              <a:ext uri="{FF2B5EF4-FFF2-40B4-BE49-F238E27FC236}">
                <a16:creationId xmlns:a16="http://schemas.microsoft.com/office/drawing/2014/main" id="{984A029E-8486-4A47-954F-0DEEEF3042F2}"/>
              </a:ext>
            </a:extLst>
          </p:cNvPr>
          <p:cNvSpPr txBox="1"/>
          <p:nvPr userDrawn="1"/>
        </p:nvSpPr>
        <p:spPr>
          <a:xfrm>
            <a:off x="381000" y="342899"/>
            <a:ext cx="10972800" cy="553998"/>
          </a:xfrm>
          <a:prstGeom prst="rect">
            <a:avLst/>
          </a:prstGeom>
          <a:noFill/>
        </p:spPr>
        <p:txBody>
          <a:bodyPr wrap="square" rtlCol="0" anchor="t">
            <a:spAutoFit/>
          </a:bodyPr>
          <a:lstStyle/>
          <a:p>
            <a:r>
              <a:rPr lang="en-US" sz="3000" b="0" i="0">
                <a:solidFill>
                  <a:schemeClr val="bg1"/>
                </a:solidFill>
                <a:latin typeface="Montserrat Light" pitchFamily="2" charset="77"/>
              </a:rPr>
              <a:t>Agenda</a:t>
            </a:r>
          </a:p>
        </p:txBody>
      </p:sp>
      <p:sp>
        <p:nvSpPr>
          <p:cNvPr id="12" name="Date Placeholder 3">
            <a:extLst>
              <a:ext uri="{FF2B5EF4-FFF2-40B4-BE49-F238E27FC236}">
                <a16:creationId xmlns:a16="http://schemas.microsoft.com/office/drawing/2014/main" id="{356B5CE4-CB9C-2813-E3D0-9CEDCA63520A}"/>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bg1"/>
                </a:solidFill>
                <a:latin typeface="Montserrat Light" pitchFamily="2" charset="77"/>
              </a:defRPr>
            </a:lvl1pPr>
          </a:lstStyle>
          <a:p>
            <a:r>
              <a:rPr lang="en-US"/>
              <a:t>© SYREN CLOUD INC – 2025 – ALL RIGHTS RESERVED</a:t>
            </a:r>
          </a:p>
        </p:txBody>
      </p:sp>
      <p:pic>
        <p:nvPicPr>
          <p:cNvPr id="4" name="Graphic 3">
            <a:extLst>
              <a:ext uri="{FF2B5EF4-FFF2-40B4-BE49-F238E27FC236}">
                <a16:creationId xmlns:a16="http://schemas.microsoft.com/office/drawing/2014/main" id="{00DC2F79-0561-CA4A-0111-3C8F3F9A1A6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cxnSp>
        <p:nvCxnSpPr>
          <p:cNvPr id="9" name="Straight Connector 8">
            <a:extLst>
              <a:ext uri="{FF2B5EF4-FFF2-40B4-BE49-F238E27FC236}">
                <a16:creationId xmlns:a16="http://schemas.microsoft.com/office/drawing/2014/main" id="{3DF648CB-B53A-97FE-8A66-928C7AC2BFE6}"/>
              </a:ext>
            </a:extLst>
          </p:cNvPr>
          <p:cNvCxnSpPr>
            <a:cxnSpLocks/>
          </p:cNvCxnSpPr>
          <p:nvPr userDrawn="1"/>
        </p:nvCxnSpPr>
        <p:spPr>
          <a:xfrm>
            <a:off x="502666" y="896897"/>
            <a:ext cx="451866" cy="0"/>
          </a:xfrm>
          <a:prstGeom prst="line">
            <a:avLst/>
          </a:prstGeom>
          <a:ln w="15875">
            <a:solidFill>
              <a:srgbClr val="F64F18"/>
            </a:solidFill>
          </a:ln>
        </p:spPr>
        <p:style>
          <a:lnRef idx="2">
            <a:schemeClr val="accent1"/>
          </a:lnRef>
          <a:fillRef idx="0">
            <a:schemeClr val="accent1"/>
          </a:fillRef>
          <a:effectRef idx="1">
            <a:schemeClr val="accent1"/>
          </a:effectRef>
          <a:fontRef idx="minor">
            <a:schemeClr val="tx1"/>
          </a:fontRef>
        </p:style>
      </p:cxnSp>
      <p:sp>
        <p:nvSpPr>
          <p:cNvPr id="2" name="Content Placeholder 2">
            <a:extLst>
              <a:ext uri="{FF2B5EF4-FFF2-40B4-BE49-F238E27FC236}">
                <a16:creationId xmlns:a16="http://schemas.microsoft.com/office/drawing/2014/main" id="{367BF5CD-B00A-CD4C-B258-889CE9E83427}"/>
              </a:ext>
            </a:extLst>
          </p:cNvPr>
          <p:cNvSpPr>
            <a:spLocks noGrp="1"/>
          </p:cNvSpPr>
          <p:nvPr>
            <p:ph idx="14"/>
          </p:nvPr>
        </p:nvSpPr>
        <p:spPr>
          <a:xfrm>
            <a:off x="405384" y="1131124"/>
            <a:ext cx="5462015" cy="457200"/>
          </a:xfrm>
          <a:prstGeom prst="rect">
            <a:avLst/>
          </a:prstGeom>
        </p:spPr>
        <p:txBody>
          <a:bodyPr anchor="ctr"/>
          <a:lstStyle>
            <a:lvl1pPr marL="0" indent="0" algn="l">
              <a:buNone/>
              <a:defRPr>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 name="Slide Number Placeholder 5">
            <a:extLst>
              <a:ext uri="{FF2B5EF4-FFF2-40B4-BE49-F238E27FC236}">
                <a16:creationId xmlns:a16="http://schemas.microsoft.com/office/drawing/2014/main" id="{617054AB-B988-63CE-6A1E-6B621E7924BB}"/>
              </a:ext>
            </a:extLst>
          </p:cNvPr>
          <p:cNvSpPr>
            <a:spLocks noGrp="1"/>
          </p:cNvSpPr>
          <p:nvPr>
            <p:ph type="sldNum" sz="quarter" idx="12"/>
          </p:nvPr>
        </p:nvSpPr>
        <p:spPr>
          <a:xfrm>
            <a:off x="9105900" y="6540407"/>
            <a:ext cx="2743200" cy="206375"/>
          </a:xfrm>
          <a:prstGeom prst="rect">
            <a:avLst/>
          </a:prstGeom>
        </p:spPr>
        <p:txBody>
          <a:bodyPr/>
          <a:lstStyle>
            <a:lvl1pPr>
              <a:defRPr>
                <a:solidFill>
                  <a:schemeClr val="bg1"/>
                </a:solidFill>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112091941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_Section Break - Dar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3441743"/>
            <a:ext cx="10515600" cy="2852737"/>
          </a:xfrm>
          <a:prstGeom prst="rect">
            <a:avLst/>
          </a:prstGeom>
        </p:spPr>
        <p:txBody>
          <a:bodyPr anchor="b">
            <a:normAutofit/>
          </a:bodyPr>
          <a:lstStyle>
            <a:lvl1pPr>
              <a:defRPr sz="4000">
                <a:solidFill>
                  <a:schemeClr val="bg1"/>
                </a:solidFill>
                <a:latin typeface="Montserrat" pitchFamily="2" charset="77"/>
              </a:defRPr>
            </a:lvl1pPr>
          </a:lstStyle>
          <a:p>
            <a:r>
              <a:rPr lang="en-US"/>
              <a:t>Click to edit Master title style</a:t>
            </a:r>
          </a:p>
        </p:txBody>
      </p:sp>
      <p:pic>
        <p:nvPicPr>
          <p:cNvPr id="9" name="Picture 8" descr="A black background with orange circles&#10;&#10;AI-generated content may be incorrect.">
            <a:extLst>
              <a:ext uri="{FF2B5EF4-FFF2-40B4-BE49-F238E27FC236}">
                <a16:creationId xmlns:a16="http://schemas.microsoft.com/office/drawing/2014/main" id="{DB3A95AF-E38C-4D22-D25E-DE95CBD87D3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501899" y="-899665"/>
            <a:ext cx="7588845" cy="7591879"/>
          </a:xfrm>
          <a:prstGeom prst="rect">
            <a:avLst/>
          </a:prstGeom>
        </p:spPr>
      </p:pic>
      <p:sp>
        <p:nvSpPr>
          <p:cNvPr id="3" name="Slide Number Placeholder 5">
            <a:extLst>
              <a:ext uri="{FF2B5EF4-FFF2-40B4-BE49-F238E27FC236}">
                <a16:creationId xmlns:a16="http://schemas.microsoft.com/office/drawing/2014/main" id="{6BB4D9B1-BE92-1134-E6C8-BB87B70999B0}"/>
              </a:ext>
            </a:extLst>
          </p:cNvPr>
          <p:cNvSpPr>
            <a:spLocks noGrp="1"/>
          </p:cNvSpPr>
          <p:nvPr>
            <p:ph type="sldNum" sz="quarter" idx="4"/>
          </p:nvPr>
        </p:nvSpPr>
        <p:spPr>
          <a:xfrm>
            <a:off x="9105900" y="6540407"/>
            <a:ext cx="2743200" cy="206375"/>
          </a:xfrm>
          <a:prstGeom prst="rect">
            <a:avLst/>
          </a:prstGeom>
        </p:spPr>
        <p:txBody>
          <a:bodyPr vert="horz" lIns="91440" tIns="45720" rIns="91440" bIns="45720" rtlCol="0" anchor="ctr"/>
          <a:lstStyle>
            <a:lvl1pPr algn="r">
              <a:defRPr sz="600" b="0" i="0">
                <a:solidFill>
                  <a:schemeClr val="bg1"/>
                </a:solidFill>
                <a:latin typeface="Montserrat Light" pitchFamily="2" charset="77"/>
              </a:defRPr>
            </a:lvl1pPr>
          </a:lstStyle>
          <a:p>
            <a:fld id="{330EA680-D336-4FF7-8B7A-9848BB0A1C32}" type="slidenum">
              <a:rPr lang="en-US" smtClean="0"/>
              <a:pPr/>
              <a:t>‹#›</a:t>
            </a:fld>
            <a:endParaRPr lang="en-US"/>
          </a:p>
        </p:txBody>
      </p:sp>
      <p:sp>
        <p:nvSpPr>
          <p:cNvPr id="5" name="Date Placeholder 3">
            <a:extLst>
              <a:ext uri="{FF2B5EF4-FFF2-40B4-BE49-F238E27FC236}">
                <a16:creationId xmlns:a16="http://schemas.microsoft.com/office/drawing/2014/main" id="{D8A23B48-F504-E2FE-0543-A56DE6A60440}"/>
              </a:ext>
            </a:extLst>
          </p:cNvPr>
          <p:cNvSpPr>
            <a:spLocks noGrp="1"/>
          </p:cNvSpPr>
          <p:nvPr>
            <p:ph type="dt" sz="half" idx="10"/>
          </p:nvPr>
        </p:nvSpPr>
        <p:spPr>
          <a:xfrm>
            <a:off x="857250" y="6540407"/>
            <a:ext cx="2743200" cy="206375"/>
          </a:xfrm>
        </p:spPr>
        <p:txBody>
          <a:bodyPr/>
          <a:lstStyle>
            <a:lvl1pPr>
              <a:defRPr>
                <a:solidFill>
                  <a:schemeClr val="bg1"/>
                </a:solidFill>
              </a:defRPr>
            </a:lvl1pPr>
          </a:lstStyle>
          <a:p>
            <a:r>
              <a:rPr lang="en-US"/>
              <a:t>© SYREN CLOUD INC – 2025 – ALL RIGHTS RESERVED</a:t>
            </a:r>
          </a:p>
        </p:txBody>
      </p:sp>
      <p:pic>
        <p:nvPicPr>
          <p:cNvPr id="8" name="Graphic 7">
            <a:extLst>
              <a:ext uri="{FF2B5EF4-FFF2-40B4-BE49-F238E27FC236}">
                <a16:creationId xmlns:a16="http://schemas.microsoft.com/office/drawing/2014/main" id="{A89FD60E-F535-21E0-F9AD-57081DB37EC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spTree>
    <p:extLst>
      <p:ext uri="{BB962C8B-B14F-4D97-AF65-F5344CB8AC3E}">
        <p14:creationId xmlns:p14="http://schemas.microsoft.com/office/powerpoint/2010/main" val="2548294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obj" preserve="1">
  <p:cSld name="Title and Content - Light - Blank">
    <p:spTree>
      <p:nvGrpSpPr>
        <p:cNvPr id="1" name=""/>
        <p:cNvGrpSpPr/>
        <p:nvPr/>
      </p:nvGrpSpPr>
      <p:grpSpPr>
        <a:xfrm>
          <a:off x="0" y="0"/>
          <a:ext cx="0" cy="0"/>
          <a:chOff x="0" y="0"/>
          <a:chExt cx="0" cy="0"/>
        </a:xfrm>
      </p:grpSpPr>
      <p:sp>
        <p:nvSpPr>
          <p:cNvPr id="2" name="Title 1"/>
          <p:cNvSpPr>
            <a:spLocks noGrp="1"/>
          </p:cNvSpPr>
          <p:nvPr>
            <p:ph type="title"/>
          </p:nvPr>
        </p:nvSpPr>
        <p:spPr>
          <a:xfrm>
            <a:off x="381000" y="342899"/>
            <a:ext cx="10515600" cy="553993"/>
          </a:xfrm>
          <a:prstGeom prst="rect">
            <a:avLst/>
          </a:prstGeom>
        </p:spPr>
        <p:txBody>
          <a:bodyPr>
            <a:noAutofit/>
          </a:bodyPr>
          <a:lstStyle>
            <a:lvl1pPr>
              <a:defRPr sz="3000" b="0" i="0">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 y="1029730"/>
            <a:ext cx="11468100" cy="5485369"/>
          </a:xfrm>
          <a:prstGeom prst="rect">
            <a:avLst/>
          </a:prstGeom>
        </p:spPr>
        <p:txBody>
          <a:bodyPr/>
          <a:lstStyle>
            <a:lvl1pPr marL="285750" indent="-285750">
              <a:buClr>
                <a:srgbClr val="F64F18"/>
              </a:buClr>
              <a:buSzPct val="80000"/>
              <a:buFont typeface="Wingdings" pitchFamily="2" charset="2"/>
              <a:buChar char="v"/>
              <a:defRPr/>
            </a:lvl1pPr>
            <a:lvl2pPr marL="628650" indent="-171450">
              <a:buClr>
                <a:srgbClr val="F64F18"/>
              </a:buClr>
              <a:buSzPct val="80000"/>
              <a:buFont typeface="Wingdings" pitchFamily="2" charset="2"/>
              <a:buChar char="v"/>
              <a:defRPr/>
            </a:lvl2pPr>
            <a:lvl3pPr marL="1085850" indent="-171450">
              <a:buClr>
                <a:srgbClr val="F64F18"/>
              </a:buClr>
              <a:buSzPct val="80000"/>
              <a:buFont typeface="Wingdings" pitchFamily="2" charset="2"/>
              <a:buChar char="v"/>
              <a:defRPr/>
            </a:lvl3pPr>
            <a:lvl4pPr marL="1543050" indent="-171450">
              <a:buClr>
                <a:srgbClr val="F64F18"/>
              </a:buClr>
              <a:buSzPct val="80000"/>
              <a:buFont typeface="Wingdings" pitchFamily="2" charset="2"/>
              <a:buChar char="v"/>
              <a:defRPr/>
            </a:lvl4pPr>
            <a:lvl5pPr marL="2000250" indent="-171450">
              <a:buClr>
                <a:srgbClr val="F64F18"/>
              </a:buClr>
              <a:buSzPct val="80000"/>
              <a:buFont typeface="Wingdings" pitchFamily="2" charset="2"/>
              <a:buChar char="v"/>
              <a:defRPr sz="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tx1"/>
                </a:solidFill>
                <a:latin typeface="Montserrat Light" pitchFamily="2" charset="77"/>
              </a:defRPr>
            </a:lvl1pPr>
          </a:lstStyle>
          <a:p>
            <a:r>
              <a:rPr lang="en-US"/>
              <a:t>© SYREN CLOUD INC – 2025 – ALL RIGHTS RESERVED</a:t>
            </a:r>
          </a:p>
        </p:txBody>
      </p:sp>
      <p:sp>
        <p:nvSpPr>
          <p:cNvPr id="4" name="Slide Number Placeholder 5">
            <a:extLst>
              <a:ext uri="{FF2B5EF4-FFF2-40B4-BE49-F238E27FC236}">
                <a16:creationId xmlns:a16="http://schemas.microsoft.com/office/drawing/2014/main" id="{105E4BFA-10D2-3C85-0CDF-D3F915AFB73B}"/>
              </a:ext>
            </a:extLst>
          </p:cNvPr>
          <p:cNvSpPr>
            <a:spLocks noGrp="1"/>
          </p:cNvSpPr>
          <p:nvPr>
            <p:ph type="sldNum" sz="quarter" idx="12"/>
          </p:nvPr>
        </p:nvSpPr>
        <p:spPr>
          <a:xfrm>
            <a:off x="9105900" y="6540407"/>
            <a:ext cx="2743200" cy="206375"/>
          </a:xfr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89051744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1_Title and Content - Light - Blank">
    <p:spTree>
      <p:nvGrpSpPr>
        <p:cNvPr id="1" name=""/>
        <p:cNvGrpSpPr/>
        <p:nvPr/>
      </p:nvGrpSpPr>
      <p:grpSpPr>
        <a:xfrm>
          <a:off x="0" y="0"/>
          <a:ext cx="0" cy="0"/>
          <a:chOff x="0" y="0"/>
          <a:chExt cx="0" cy="0"/>
        </a:xfrm>
      </p:grpSpPr>
      <p:sp>
        <p:nvSpPr>
          <p:cNvPr id="2" name="Title 1"/>
          <p:cNvSpPr>
            <a:spLocks noGrp="1"/>
          </p:cNvSpPr>
          <p:nvPr>
            <p:ph type="title"/>
          </p:nvPr>
        </p:nvSpPr>
        <p:spPr>
          <a:xfrm>
            <a:off x="381000" y="342899"/>
            <a:ext cx="10515600" cy="553993"/>
          </a:xfrm>
          <a:prstGeom prst="rect">
            <a:avLst/>
          </a:prstGeom>
        </p:spPr>
        <p:txBody>
          <a:bodyPr>
            <a:noAutofit/>
          </a:bodyPr>
          <a:lstStyle>
            <a:lvl1pPr>
              <a:defRPr sz="3000" b="0" i="0">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 y="1029730"/>
            <a:ext cx="11468100" cy="5485369"/>
          </a:xfrm>
          <a:prstGeom prst="rect">
            <a:avLst/>
          </a:prstGeom>
        </p:spPr>
        <p:txBody>
          <a:bodyPr/>
          <a:lstStyle>
            <a:lvl1pPr marL="285750" indent="-285750">
              <a:buClr>
                <a:srgbClr val="F64F18"/>
              </a:buClr>
              <a:buSzPct val="80000"/>
              <a:buFont typeface="Wingdings" pitchFamily="2" charset="2"/>
              <a:buChar char="v"/>
              <a:defRPr/>
            </a:lvl1pPr>
            <a:lvl2pPr marL="628650" indent="-171450">
              <a:buClr>
                <a:srgbClr val="F64F18"/>
              </a:buClr>
              <a:buSzPct val="80000"/>
              <a:buFont typeface="Wingdings" pitchFamily="2" charset="2"/>
              <a:buChar char="v"/>
              <a:defRPr/>
            </a:lvl2pPr>
            <a:lvl3pPr marL="1085850" indent="-171450">
              <a:buClr>
                <a:srgbClr val="F64F18"/>
              </a:buClr>
              <a:buSzPct val="80000"/>
              <a:buFont typeface="Wingdings" pitchFamily="2" charset="2"/>
              <a:buChar char="v"/>
              <a:defRPr/>
            </a:lvl3pPr>
            <a:lvl4pPr marL="1543050" indent="-171450">
              <a:buClr>
                <a:srgbClr val="F64F18"/>
              </a:buClr>
              <a:buSzPct val="80000"/>
              <a:buFont typeface="Wingdings" pitchFamily="2" charset="2"/>
              <a:buChar char="v"/>
              <a:defRPr/>
            </a:lvl4pPr>
            <a:lvl5pPr marL="2000250" indent="-171450">
              <a:buClr>
                <a:srgbClr val="F64F18"/>
              </a:buClr>
              <a:buSzPct val="80000"/>
              <a:buFont typeface="Wingdings" pitchFamily="2" charset="2"/>
              <a:buChar char="v"/>
              <a:defRPr sz="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tx1"/>
                </a:solidFill>
                <a:latin typeface="Montserrat Light" pitchFamily="2" charset="77"/>
              </a:defRPr>
            </a:lvl1pPr>
          </a:lstStyle>
          <a:p>
            <a:r>
              <a:rPr lang="en-US"/>
              <a:t>© SYREN CLOUD INC – 2025 – ALL RIGHTS RESERVED</a:t>
            </a:r>
          </a:p>
        </p:txBody>
      </p:sp>
      <p:cxnSp>
        <p:nvCxnSpPr>
          <p:cNvPr id="9" name="Straight Connector 8">
            <a:extLst>
              <a:ext uri="{FF2B5EF4-FFF2-40B4-BE49-F238E27FC236}">
                <a16:creationId xmlns:a16="http://schemas.microsoft.com/office/drawing/2014/main" id="{5CE39CB5-F702-940E-D5A3-9950276C91F2}"/>
              </a:ext>
            </a:extLst>
          </p:cNvPr>
          <p:cNvCxnSpPr>
            <a:cxnSpLocks/>
          </p:cNvCxnSpPr>
          <p:nvPr userDrawn="1"/>
        </p:nvCxnSpPr>
        <p:spPr>
          <a:xfrm>
            <a:off x="502666" y="896897"/>
            <a:ext cx="451866" cy="0"/>
          </a:xfrm>
          <a:prstGeom prst="line">
            <a:avLst/>
          </a:prstGeom>
          <a:ln w="15875">
            <a:solidFill>
              <a:srgbClr val="F64F18"/>
            </a:solidFill>
          </a:ln>
        </p:spPr>
        <p:style>
          <a:lnRef idx="2">
            <a:schemeClr val="accent1"/>
          </a:lnRef>
          <a:fillRef idx="0">
            <a:schemeClr val="accent1"/>
          </a:fillRef>
          <a:effectRef idx="1">
            <a:schemeClr val="accent1"/>
          </a:effectRef>
          <a:fontRef idx="minor">
            <a:schemeClr val="tx1"/>
          </a:fontRef>
        </p:style>
      </p:cxnSp>
      <p:sp>
        <p:nvSpPr>
          <p:cNvPr id="4" name="Slide Number Placeholder 5">
            <a:extLst>
              <a:ext uri="{FF2B5EF4-FFF2-40B4-BE49-F238E27FC236}">
                <a16:creationId xmlns:a16="http://schemas.microsoft.com/office/drawing/2014/main" id="{105E4BFA-10D2-3C85-0CDF-D3F915AFB73B}"/>
              </a:ext>
            </a:extLst>
          </p:cNvPr>
          <p:cNvSpPr>
            <a:spLocks noGrp="1"/>
          </p:cNvSpPr>
          <p:nvPr>
            <p:ph type="sldNum" sz="quarter" idx="12"/>
          </p:nvPr>
        </p:nvSpPr>
        <p:spPr>
          <a:xfrm>
            <a:off x="9105900" y="6540407"/>
            <a:ext cx="2743200" cy="206375"/>
          </a:xfr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4239077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1_Title and Content - Dark - Blank">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29730"/>
            <a:ext cx="11468100" cy="5485369"/>
          </a:xfrm>
          <a:prstGeom prst="rect">
            <a:avLst/>
          </a:prstGeom>
        </p:spPr>
        <p:txBody>
          <a:bodyPr/>
          <a:lstStyle>
            <a:lvl1pPr marL="228600" indent="-228600">
              <a:buFont typeface="Wingdings" pitchFamily="2" charset="2"/>
              <a:buChar char="v"/>
              <a:defRPr>
                <a:solidFill>
                  <a:schemeClr val="bg1"/>
                </a:solidFill>
              </a:defRPr>
            </a:lvl1pPr>
            <a:lvl2pPr marL="685800" indent="-228600">
              <a:buFont typeface="Wingdings" pitchFamily="2" charset="2"/>
              <a:buChar char="v"/>
              <a:defRPr>
                <a:solidFill>
                  <a:schemeClr val="bg1"/>
                </a:solidFill>
              </a:defRPr>
            </a:lvl2pPr>
            <a:lvl3pPr marL="1143000" indent="-228600">
              <a:buFont typeface="Wingdings" pitchFamily="2" charset="2"/>
              <a:buChar char="v"/>
              <a:defRPr>
                <a:solidFill>
                  <a:schemeClr val="bg1"/>
                </a:solidFill>
              </a:defRPr>
            </a:lvl3pPr>
            <a:lvl4pPr marL="1600200" indent="-228600">
              <a:buFont typeface="Wingdings" pitchFamily="2" charset="2"/>
              <a:buChar char="v"/>
              <a:defRPr>
                <a:solidFill>
                  <a:schemeClr val="bg1"/>
                </a:solidFill>
              </a:defRPr>
            </a:lvl4pPr>
            <a:lvl5pPr marL="2057400" indent="-228600">
              <a:buFont typeface="Wingdings" pitchFamily="2" charset="2"/>
              <a:buChar char="v"/>
              <a:defRPr sz="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bg1"/>
                </a:solidFill>
                <a:latin typeface="Montserrat Light" pitchFamily="2" charset="77"/>
              </a:defRPr>
            </a:lvl1pPr>
          </a:lstStyle>
          <a:p>
            <a:r>
              <a:rPr lang="en-US"/>
              <a:t>© SYREN CLOUD INC – 2025 – ALL RIGHTS RESERVED</a:t>
            </a:r>
          </a:p>
        </p:txBody>
      </p:sp>
      <p:pic>
        <p:nvPicPr>
          <p:cNvPr id="5" name="Graphic 4">
            <a:extLst>
              <a:ext uri="{FF2B5EF4-FFF2-40B4-BE49-F238E27FC236}">
                <a16:creationId xmlns:a16="http://schemas.microsoft.com/office/drawing/2014/main" id="{5D1A1B21-B93B-E42A-E51E-7A1F7B5E2DC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cxnSp>
        <p:nvCxnSpPr>
          <p:cNvPr id="7" name="Straight Connector 6">
            <a:extLst>
              <a:ext uri="{FF2B5EF4-FFF2-40B4-BE49-F238E27FC236}">
                <a16:creationId xmlns:a16="http://schemas.microsoft.com/office/drawing/2014/main" id="{464AB1EB-15E3-CE1B-411E-C1FEC0D2BD24}"/>
              </a:ext>
            </a:extLst>
          </p:cNvPr>
          <p:cNvCxnSpPr>
            <a:cxnSpLocks/>
          </p:cNvCxnSpPr>
          <p:nvPr userDrawn="1"/>
        </p:nvCxnSpPr>
        <p:spPr>
          <a:xfrm>
            <a:off x="502666" y="896897"/>
            <a:ext cx="451866" cy="0"/>
          </a:xfrm>
          <a:prstGeom prst="line">
            <a:avLst/>
          </a:prstGeom>
          <a:ln w="15875">
            <a:solidFill>
              <a:srgbClr val="F64F18"/>
            </a:solidFill>
          </a:ln>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88A7821C-3321-6D10-05B6-451DE1DF7328}"/>
              </a:ext>
            </a:extLst>
          </p:cNvPr>
          <p:cNvSpPr>
            <a:spLocks noGrp="1"/>
          </p:cNvSpPr>
          <p:nvPr>
            <p:ph type="title"/>
          </p:nvPr>
        </p:nvSpPr>
        <p:spPr>
          <a:xfrm>
            <a:off x="381000" y="342899"/>
            <a:ext cx="10515600" cy="553993"/>
          </a:xfrm>
          <a:prstGeom prst="rect">
            <a:avLst/>
          </a:prstGeom>
        </p:spPr>
        <p:txBody>
          <a:bodyPr>
            <a:noAutofit/>
          </a:bodyPr>
          <a:lstStyle>
            <a:lvl1pPr>
              <a:defRPr sz="3000" b="0" i="0">
                <a:solidFill>
                  <a:schemeClr val="bg1"/>
                </a:solidFill>
                <a:latin typeface="Montserrat Light" pitchFamily="2" charset="77"/>
              </a:defRPr>
            </a:lvl1pPr>
          </a:lstStyle>
          <a:p>
            <a:r>
              <a:rPr lang="en-US"/>
              <a:t>Click to edit Master title style</a:t>
            </a:r>
          </a:p>
        </p:txBody>
      </p:sp>
      <p:sp>
        <p:nvSpPr>
          <p:cNvPr id="2" name="Slide Number Placeholder 5">
            <a:extLst>
              <a:ext uri="{FF2B5EF4-FFF2-40B4-BE49-F238E27FC236}">
                <a16:creationId xmlns:a16="http://schemas.microsoft.com/office/drawing/2014/main" id="{A922A9A2-9B4B-D851-01DF-A7A8E19BBFCA}"/>
              </a:ext>
            </a:extLst>
          </p:cNvPr>
          <p:cNvSpPr>
            <a:spLocks noGrp="1"/>
          </p:cNvSpPr>
          <p:nvPr>
            <p:ph type="sldNum" sz="quarter" idx="12"/>
          </p:nvPr>
        </p:nvSpPr>
        <p:spPr>
          <a:xfrm>
            <a:off x="9105900" y="6540407"/>
            <a:ext cx="2743200" cy="206375"/>
          </a:xfrm>
        </p:spPr>
        <p:txBody>
          <a:bodyPr/>
          <a:lstStyle>
            <a:lvl1pPr>
              <a:defRPr>
                <a:solidFill>
                  <a:schemeClr val="bg1"/>
                </a:solidFill>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3233785792"/>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 preserve="1">
  <p:cSld name="Title and Content w Image - Ligh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5BA9E9-80E2-6F21-A8AC-18B2BE212FA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58" y="-2"/>
            <a:ext cx="12182742" cy="6858002"/>
          </a:xfrm>
          <a:prstGeom prst="rect">
            <a:avLst/>
          </a:prstGeom>
        </p:spPr>
      </p:pic>
      <p:sp>
        <p:nvSpPr>
          <p:cNvPr id="2" name="Title 1"/>
          <p:cNvSpPr>
            <a:spLocks noGrp="1"/>
          </p:cNvSpPr>
          <p:nvPr>
            <p:ph type="title"/>
          </p:nvPr>
        </p:nvSpPr>
        <p:spPr>
          <a:xfrm>
            <a:off x="381000" y="342899"/>
            <a:ext cx="10515600" cy="553993"/>
          </a:xfrm>
          <a:prstGeom prst="rect">
            <a:avLst/>
          </a:prstGeom>
        </p:spPr>
        <p:txBody>
          <a:bodyPr>
            <a:noAutofit/>
          </a:bodyPr>
          <a:lstStyle>
            <a:lvl1pPr>
              <a:defRPr sz="3000" b="0" i="0">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 y="1029730"/>
            <a:ext cx="5588285" cy="5485369"/>
          </a:xfrm>
          <a:prstGeom prst="rect">
            <a:avLst/>
          </a:prstGeom>
        </p:spPr>
        <p:txBody>
          <a:bodyPr/>
          <a:lstStyle>
            <a:lvl1pPr marL="228600" indent="-228600">
              <a:buFont typeface="Wingdings" pitchFamily="2" charset="2"/>
              <a:buChar char="v"/>
              <a:defRPr/>
            </a:lvl1pPr>
            <a:lvl2pPr marL="685800" indent="-228600">
              <a:buFont typeface="Wingdings" pitchFamily="2" charset="2"/>
              <a:buChar char="v"/>
              <a:defRPr/>
            </a:lvl2pPr>
            <a:lvl3pPr marL="1143000" indent="-228600">
              <a:buFont typeface="Wingdings" pitchFamily="2" charset="2"/>
              <a:buChar char="v"/>
              <a:defRPr/>
            </a:lvl3pPr>
            <a:lvl4pPr marL="1600200" indent="-228600">
              <a:buFont typeface="Wingdings" pitchFamily="2" charset="2"/>
              <a:buChar char="v"/>
              <a:defRPr/>
            </a:lvl4pPr>
            <a:lvl5pPr marL="2057400" indent="-228600">
              <a:buFont typeface="Wingdings" pitchFamily="2" charset="2"/>
              <a:buChar char="v"/>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tx1"/>
                </a:solidFill>
                <a:latin typeface="Montserrat Light" pitchFamily="2" charset="77"/>
              </a:defRPr>
            </a:lvl1pPr>
          </a:lstStyle>
          <a:p>
            <a:r>
              <a:rPr lang="en-US"/>
              <a:t>© SYREN CLOUD INC – 2025 – ALL RIGHTS RESERVED</a:t>
            </a:r>
          </a:p>
        </p:txBody>
      </p:sp>
      <p:cxnSp>
        <p:nvCxnSpPr>
          <p:cNvPr id="9" name="Straight Connector 8">
            <a:extLst>
              <a:ext uri="{FF2B5EF4-FFF2-40B4-BE49-F238E27FC236}">
                <a16:creationId xmlns:a16="http://schemas.microsoft.com/office/drawing/2014/main" id="{5CE39CB5-F702-940E-D5A3-9950276C91F2}"/>
              </a:ext>
            </a:extLst>
          </p:cNvPr>
          <p:cNvCxnSpPr>
            <a:cxnSpLocks/>
          </p:cNvCxnSpPr>
          <p:nvPr userDrawn="1"/>
        </p:nvCxnSpPr>
        <p:spPr>
          <a:xfrm>
            <a:off x="502666" y="896897"/>
            <a:ext cx="451866" cy="0"/>
          </a:xfrm>
          <a:prstGeom prst="line">
            <a:avLst/>
          </a:prstGeom>
          <a:ln w="15875">
            <a:solidFill>
              <a:srgbClr val="F64F18"/>
            </a:solidFill>
          </a:ln>
        </p:spPr>
        <p:style>
          <a:lnRef idx="2">
            <a:schemeClr val="accent1"/>
          </a:lnRef>
          <a:fillRef idx="0">
            <a:schemeClr val="accent1"/>
          </a:fillRef>
          <a:effectRef idx="1">
            <a:schemeClr val="accent1"/>
          </a:effectRef>
          <a:fontRef idx="minor">
            <a:schemeClr val="tx1"/>
          </a:fontRef>
        </p:style>
      </p:cxnSp>
      <p:sp>
        <p:nvSpPr>
          <p:cNvPr id="4" name="Slide Number Placeholder 5">
            <a:extLst>
              <a:ext uri="{FF2B5EF4-FFF2-40B4-BE49-F238E27FC236}">
                <a16:creationId xmlns:a16="http://schemas.microsoft.com/office/drawing/2014/main" id="{44C7F66F-0C0C-FAF4-0123-F422F9839A60}"/>
              </a:ext>
            </a:extLst>
          </p:cNvPr>
          <p:cNvSpPr>
            <a:spLocks noGrp="1"/>
          </p:cNvSpPr>
          <p:nvPr>
            <p:ph type="sldNum" sz="quarter" idx="12"/>
          </p:nvPr>
        </p:nvSpPr>
        <p:spPr>
          <a:xfrm>
            <a:off x="9105900" y="6540407"/>
            <a:ext cx="2743200" cy="206375"/>
          </a:xfr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1453527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and Content w Image - Dark">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bg1"/>
                </a:solidFill>
                <a:latin typeface="Montserrat Light" pitchFamily="2" charset="77"/>
              </a:defRPr>
            </a:lvl1pPr>
          </a:lstStyle>
          <a:p>
            <a:r>
              <a:rPr lang="en-US"/>
              <a:t>© SYREN CLOUD INC – 2025 – ALL RIGHTS RESERVED</a:t>
            </a:r>
          </a:p>
        </p:txBody>
      </p:sp>
      <p:pic>
        <p:nvPicPr>
          <p:cNvPr id="5" name="Graphic 4">
            <a:extLst>
              <a:ext uri="{FF2B5EF4-FFF2-40B4-BE49-F238E27FC236}">
                <a16:creationId xmlns:a16="http://schemas.microsoft.com/office/drawing/2014/main" id="{5D1A1B21-B93B-E42A-E51E-7A1F7B5E2DC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cxnSp>
        <p:nvCxnSpPr>
          <p:cNvPr id="7" name="Straight Connector 6">
            <a:extLst>
              <a:ext uri="{FF2B5EF4-FFF2-40B4-BE49-F238E27FC236}">
                <a16:creationId xmlns:a16="http://schemas.microsoft.com/office/drawing/2014/main" id="{464AB1EB-15E3-CE1B-411E-C1FEC0D2BD24}"/>
              </a:ext>
            </a:extLst>
          </p:cNvPr>
          <p:cNvCxnSpPr>
            <a:cxnSpLocks/>
          </p:cNvCxnSpPr>
          <p:nvPr userDrawn="1"/>
        </p:nvCxnSpPr>
        <p:spPr>
          <a:xfrm>
            <a:off x="502666" y="896897"/>
            <a:ext cx="451866" cy="0"/>
          </a:xfrm>
          <a:prstGeom prst="line">
            <a:avLst/>
          </a:prstGeom>
          <a:ln w="15875">
            <a:solidFill>
              <a:srgbClr val="F64F18"/>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62E7273-4156-86A7-7315-686A67241837}"/>
              </a:ext>
            </a:extLst>
          </p:cNvPr>
          <p:cNvSpPr>
            <a:spLocks noGrp="1"/>
          </p:cNvSpPr>
          <p:nvPr>
            <p:ph type="title"/>
          </p:nvPr>
        </p:nvSpPr>
        <p:spPr>
          <a:xfrm>
            <a:off x="381000" y="342899"/>
            <a:ext cx="10515600" cy="553993"/>
          </a:xfrm>
          <a:prstGeom prst="rect">
            <a:avLst/>
          </a:prstGeom>
        </p:spPr>
        <p:txBody>
          <a:bodyPr>
            <a:noAutofit/>
          </a:bodyPr>
          <a:lstStyle>
            <a:lvl1pPr>
              <a:defRPr sz="3000" b="0" i="0">
                <a:solidFill>
                  <a:schemeClr val="bg1"/>
                </a:solidFill>
                <a:latin typeface="Montserrat Light" pitchFamily="2" charset="77"/>
              </a:defRPr>
            </a:lvl1pPr>
          </a:lstStyle>
          <a:p>
            <a:r>
              <a:rPr lang="en-US"/>
              <a:t>Click to edit Master title style</a:t>
            </a:r>
          </a:p>
        </p:txBody>
      </p:sp>
      <p:sp>
        <p:nvSpPr>
          <p:cNvPr id="4" name="Content Placeholder 2">
            <a:extLst>
              <a:ext uri="{FF2B5EF4-FFF2-40B4-BE49-F238E27FC236}">
                <a16:creationId xmlns:a16="http://schemas.microsoft.com/office/drawing/2014/main" id="{323833B9-2874-D264-58E3-467A17E08E84}"/>
              </a:ext>
            </a:extLst>
          </p:cNvPr>
          <p:cNvSpPr>
            <a:spLocks noGrp="1"/>
          </p:cNvSpPr>
          <p:nvPr>
            <p:ph idx="1"/>
          </p:nvPr>
        </p:nvSpPr>
        <p:spPr>
          <a:xfrm>
            <a:off x="381000" y="1029730"/>
            <a:ext cx="5588285" cy="5485369"/>
          </a:xfrm>
          <a:prstGeom prst="rect">
            <a:avLst/>
          </a:prstGeom>
        </p:spPr>
        <p:txBody>
          <a:bodyPr/>
          <a:lstStyle>
            <a:lvl1pPr marL="228600" indent="-228600">
              <a:buFont typeface="Wingdings" pitchFamily="2" charset="2"/>
              <a:buChar char="v"/>
              <a:defRPr>
                <a:solidFill>
                  <a:schemeClr val="bg1"/>
                </a:solidFill>
              </a:defRPr>
            </a:lvl1pPr>
            <a:lvl2pPr marL="685800" indent="-228600">
              <a:buFont typeface="Wingdings" pitchFamily="2" charset="2"/>
              <a:buChar char="v"/>
              <a:defRPr>
                <a:solidFill>
                  <a:schemeClr val="bg1"/>
                </a:solidFill>
              </a:defRPr>
            </a:lvl2pPr>
            <a:lvl3pPr marL="1143000" indent="-228600">
              <a:buFont typeface="Wingdings" pitchFamily="2" charset="2"/>
              <a:buChar char="v"/>
              <a:defRPr>
                <a:solidFill>
                  <a:schemeClr val="bg1"/>
                </a:solidFill>
              </a:defRPr>
            </a:lvl3pPr>
            <a:lvl4pPr marL="1600200" indent="-228600">
              <a:buFont typeface="Wingdings" pitchFamily="2" charset="2"/>
              <a:buChar char="v"/>
              <a:defRPr>
                <a:solidFill>
                  <a:schemeClr val="bg1"/>
                </a:solidFill>
              </a:defRPr>
            </a:lvl4pPr>
            <a:lvl5pPr marL="2057400" indent="-228600">
              <a:buFont typeface="Wingdings" pitchFamily="2" charset="2"/>
              <a:buChar char="v"/>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5">
            <a:extLst>
              <a:ext uri="{FF2B5EF4-FFF2-40B4-BE49-F238E27FC236}">
                <a16:creationId xmlns:a16="http://schemas.microsoft.com/office/drawing/2014/main" id="{F91B9BCA-AD99-7F73-8548-207721CEB155}"/>
              </a:ext>
            </a:extLst>
          </p:cNvPr>
          <p:cNvSpPr>
            <a:spLocks noGrp="1"/>
          </p:cNvSpPr>
          <p:nvPr>
            <p:ph type="sldNum" sz="quarter" idx="12"/>
          </p:nvPr>
        </p:nvSpPr>
        <p:spPr>
          <a:xfrm>
            <a:off x="9105900" y="6540407"/>
            <a:ext cx="2743200" cy="206375"/>
          </a:xfrm>
        </p:spPr>
        <p:txBody>
          <a:bodyPr/>
          <a:lstStyle>
            <a:lvl1pPr>
              <a:defRPr>
                <a:solidFill>
                  <a:schemeClr val="bg1"/>
                </a:solidFill>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41804221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obj" preserve="1">
  <p:cSld name="Case Study - Ligh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7FD1701-36B8-0613-0ABA-DC1EE50D4CA2}"/>
              </a:ext>
            </a:extLst>
          </p:cNvPr>
          <p:cNvSpPr/>
          <p:nvPr userDrawn="1"/>
        </p:nvSpPr>
        <p:spPr>
          <a:xfrm>
            <a:off x="0" y="0"/>
            <a:ext cx="12192000" cy="2286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81000" y="571500"/>
            <a:ext cx="4566919" cy="1169551"/>
          </a:xfrm>
          <a:prstGeom prst="rect">
            <a:avLst/>
          </a:prstGeom>
        </p:spPr>
        <p:txBody>
          <a:bodyPr>
            <a:noAutofit/>
          </a:bodyPr>
          <a:lstStyle>
            <a:lvl1pPr algn="l">
              <a:defRPr sz="3000" b="0" i="0">
                <a:solidFill>
                  <a:schemeClr val="bg1"/>
                </a:solidFill>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 y="2653066"/>
            <a:ext cx="11468100" cy="3862032"/>
          </a:xfrm>
          <a:prstGeom prst="rect">
            <a:avLst/>
          </a:prstGeom>
        </p:spPr>
        <p:txBody>
          <a:bodyPr/>
          <a:lstStyle>
            <a:lvl1pPr marL="228600" indent="-228600">
              <a:buFont typeface="Wingdings" pitchFamily="2" charset="2"/>
              <a:buChar char="v"/>
              <a:defRPr/>
            </a:lvl1pPr>
            <a:lvl2pPr marL="685800" indent="-228600">
              <a:buFont typeface="Wingdings" pitchFamily="2" charset="2"/>
              <a:buChar char="v"/>
              <a:defRPr/>
            </a:lvl2pPr>
            <a:lvl3pPr marL="1143000" indent="-228600">
              <a:buFont typeface="Wingdings" pitchFamily="2" charset="2"/>
              <a:buChar char="v"/>
              <a:defRPr/>
            </a:lvl3pPr>
            <a:lvl4pPr marL="1600200" indent="-228600">
              <a:buFont typeface="Wingdings" pitchFamily="2" charset="2"/>
              <a:buChar char="v"/>
              <a:defRPr/>
            </a:lvl4pPr>
            <a:lvl5pPr marL="2057400" indent="-228600">
              <a:buFont typeface="Wingdings" pitchFamily="2" charset="2"/>
              <a:buChar char="v"/>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6548674"/>
            <a:ext cx="457200" cy="14354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tx1"/>
                </a:solidFill>
                <a:latin typeface="Montserrat Light" pitchFamily="2" charset="77"/>
              </a:defRPr>
            </a:lvl1pPr>
          </a:lstStyle>
          <a:p>
            <a:r>
              <a:rPr lang="en-US"/>
              <a:t>© SYREN CLOUD INC – 2025 – ALL RIGHTS RESERVED</a:t>
            </a:r>
          </a:p>
        </p:txBody>
      </p:sp>
      <p:pic>
        <p:nvPicPr>
          <p:cNvPr id="14" name="Graphic 13">
            <a:extLst>
              <a:ext uri="{FF2B5EF4-FFF2-40B4-BE49-F238E27FC236}">
                <a16:creationId xmlns:a16="http://schemas.microsoft.com/office/drawing/2014/main" id="{2D0D96B5-F681-BDE8-14CE-D66583D19AF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5" name="Slide Number Placeholder 5">
            <a:extLst>
              <a:ext uri="{FF2B5EF4-FFF2-40B4-BE49-F238E27FC236}">
                <a16:creationId xmlns:a16="http://schemas.microsoft.com/office/drawing/2014/main" id="{E9807B2E-F43A-84A1-CC44-73A838B0392E}"/>
              </a:ext>
            </a:extLst>
          </p:cNvPr>
          <p:cNvSpPr>
            <a:spLocks noGrp="1"/>
          </p:cNvSpPr>
          <p:nvPr>
            <p:ph type="sldNum" sz="quarter" idx="12"/>
          </p:nvPr>
        </p:nvSpPr>
        <p:spPr>
          <a:xfrm>
            <a:off x="9105900" y="6540407"/>
            <a:ext cx="2743200" cy="206375"/>
          </a:xfr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08016355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Quote Slide Light">
    <p:spTree>
      <p:nvGrpSpPr>
        <p:cNvPr id="1" name=""/>
        <p:cNvGrpSpPr/>
        <p:nvPr/>
      </p:nvGrpSpPr>
      <p:grpSpPr>
        <a:xfrm>
          <a:off x="0" y="0"/>
          <a:ext cx="0" cy="0"/>
          <a:chOff x="0" y="0"/>
          <a:chExt cx="0" cy="0"/>
        </a:xfrm>
      </p:grpSpPr>
      <p:sp>
        <p:nvSpPr>
          <p:cNvPr id="2" name="Title 1"/>
          <p:cNvSpPr>
            <a:spLocks noGrp="1"/>
          </p:cNvSpPr>
          <p:nvPr>
            <p:ph type="title"/>
          </p:nvPr>
        </p:nvSpPr>
        <p:spPr>
          <a:xfrm>
            <a:off x="3810000" y="2875007"/>
            <a:ext cx="6664960" cy="553993"/>
          </a:xfrm>
          <a:prstGeom prst="rect">
            <a:avLst/>
          </a:prstGeom>
        </p:spPr>
        <p:txBody>
          <a:bodyPr anchor="b">
            <a:noAutofit/>
          </a:bodyPr>
          <a:lstStyle>
            <a:lvl1pPr>
              <a:defRPr sz="2400" b="0" i="0">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0" y="3561839"/>
            <a:ext cx="6664960" cy="3382250"/>
          </a:xfrm>
          <a:prstGeom prst="rect">
            <a:avLst/>
          </a:prstGeom>
        </p:spPr>
        <p:txBody>
          <a:bodyPr>
            <a:normAutofit/>
          </a:bodyPr>
          <a:lstStyle>
            <a:lvl1pPr marL="171450" indent="-171450">
              <a:buFont typeface="Wingdings" pitchFamily="2" charset="2"/>
              <a:buChar char="v"/>
              <a:defRPr sz="800">
                <a:solidFill>
                  <a:schemeClr val="bg2"/>
                </a:solidFill>
              </a:defRPr>
            </a:lvl1pPr>
            <a:lvl2pPr marL="628650" indent="-171450">
              <a:buFont typeface="Wingdings" pitchFamily="2" charset="2"/>
              <a:buChar char="v"/>
              <a:defRPr sz="800">
                <a:solidFill>
                  <a:schemeClr val="bg2"/>
                </a:solidFill>
              </a:defRPr>
            </a:lvl2pPr>
            <a:lvl3pPr marL="1085850" indent="-171450">
              <a:buFont typeface="Wingdings" pitchFamily="2" charset="2"/>
              <a:buChar char="v"/>
              <a:defRPr sz="800">
                <a:solidFill>
                  <a:schemeClr val="bg2"/>
                </a:solidFill>
              </a:defRPr>
            </a:lvl3pPr>
            <a:lvl4pPr marL="1543050" indent="-171450">
              <a:buFont typeface="Wingdings" pitchFamily="2" charset="2"/>
              <a:buChar char="v"/>
              <a:defRPr sz="800">
                <a:solidFill>
                  <a:schemeClr val="bg2"/>
                </a:solidFill>
              </a:defRPr>
            </a:lvl4pPr>
            <a:lvl5pPr marL="2000250" indent="-171450">
              <a:buFont typeface="Wingdings" pitchFamily="2" charset="2"/>
              <a:buChar char="v"/>
              <a:defRPr sz="8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tx1"/>
                </a:solidFill>
                <a:latin typeface="Montserrat Light" pitchFamily="2" charset="77"/>
              </a:defRPr>
            </a:lvl1pPr>
          </a:lstStyle>
          <a:p>
            <a:r>
              <a:rPr lang="en-US"/>
              <a:t>© SYREN CLOUD INC – 2025 – ALL RIGHTS RESERVED</a:t>
            </a:r>
          </a:p>
        </p:txBody>
      </p:sp>
      <p:sp>
        <p:nvSpPr>
          <p:cNvPr id="4" name="Slide Number Placeholder 5">
            <a:extLst>
              <a:ext uri="{FF2B5EF4-FFF2-40B4-BE49-F238E27FC236}">
                <a16:creationId xmlns:a16="http://schemas.microsoft.com/office/drawing/2014/main" id="{1AE51D1F-2521-8D8C-190E-BA894BAA0F38}"/>
              </a:ext>
            </a:extLst>
          </p:cNvPr>
          <p:cNvSpPr>
            <a:spLocks noGrp="1"/>
          </p:cNvSpPr>
          <p:nvPr>
            <p:ph type="sldNum" sz="quarter" idx="12"/>
          </p:nvPr>
        </p:nvSpPr>
        <p:spPr>
          <a:xfrm>
            <a:off x="9105900" y="6540407"/>
            <a:ext cx="2743200" cy="206375"/>
          </a:xfr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7314418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Quote Slide Dark">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500" b="0" i="0">
                <a:solidFill>
                  <a:schemeClr val="bg1"/>
                </a:solidFill>
                <a:latin typeface="Montserrat Light" pitchFamily="2" charset="77"/>
              </a:defRPr>
            </a:lvl1pPr>
          </a:lstStyle>
          <a:p>
            <a:r>
              <a:rPr lang="en-US"/>
              <a:t>© SYREN CLOUD INC – 2025 – ALL RIGHTS RESERVED</a:t>
            </a:r>
          </a:p>
        </p:txBody>
      </p:sp>
      <p:pic>
        <p:nvPicPr>
          <p:cNvPr id="5" name="Graphic 4">
            <a:extLst>
              <a:ext uri="{FF2B5EF4-FFF2-40B4-BE49-F238E27FC236}">
                <a16:creationId xmlns:a16="http://schemas.microsoft.com/office/drawing/2014/main" id="{5D1A1B21-B93B-E42A-E51E-7A1F7B5E2DC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sp>
        <p:nvSpPr>
          <p:cNvPr id="13" name="Title 1">
            <a:extLst>
              <a:ext uri="{FF2B5EF4-FFF2-40B4-BE49-F238E27FC236}">
                <a16:creationId xmlns:a16="http://schemas.microsoft.com/office/drawing/2014/main" id="{81B27A54-6714-5FF0-5E2A-609831078753}"/>
              </a:ext>
            </a:extLst>
          </p:cNvPr>
          <p:cNvSpPr>
            <a:spLocks noGrp="1"/>
          </p:cNvSpPr>
          <p:nvPr>
            <p:ph type="title"/>
          </p:nvPr>
        </p:nvSpPr>
        <p:spPr>
          <a:xfrm>
            <a:off x="3810000" y="2875007"/>
            <a:ext cx="6664960" cy="553993"/>
          </a:xfrm>
          <a:prstGeom prst="rect">
            <a:avLst/>
          </a:prstGeom>
        </p:spPr>
        <p:txBody>
          <a:bodyPr anchor="b">
            <a:noAutofit/>
          </a:bodyPr>
          <a:lstStyle>
            <a:lvl1pPr>
              <a:defRPr sz="2400" b="0" i="0">
                <a:solidFill>
                  <a:schemeClr val="bg1"/>
                </a:solidFill>
                <a:latin typeface="Montserrat Light" pitchFamily="2" charset="77"/>
              </a:defRPr>
            </a:lvl1pPr>
          </a:lstStyle>
          <a:p>
            <a:r>
              <a:rPr lang="en-US"/>
              <a:t>Click to edit Master title style</a:t>
            </a:r>
          </a:p>
        </p:txBody>
      </p:sp>
      <p:sp>
        <p:nvSpPr>
          <p:cNvPr id="14" name="Content Placeholder 2">
            <a:extLst>
              <a:ext uri="{FF2B5EF4-FFF2-40B4-BE49-F238E27FC236}">
                <a16:creationId xmlns:a16="http://schemas.microsoft.com/office/drawing/2014/main" id="{2988A480-D2C2-CE1C-F54F-461025AC56F7}"/>
              </a:ext>
            </a:extLst>
          </p:cNvPr>
          <p:cNvSpPr>
            <a:spLocks noGrp="1"/>
          </p:cNvSpPr>
          <p:nvPr>
            <p:ph idx="1"/>
          </p:nvPr>
        </p:nvSpPr>
        <p:spPr>
          <a:xfrm>
            <a:off x="3810000" y="3561839"/>
            <a:ext cx="6664960" cy="3382250"/>
          </a:xfrm>
          <a:prstGeom prst="rect">
            <a:avLst/>
          </a:prstGeom>
        </p:spPr>
        <p:txBody>
          <a:bodyPr>
            <a:normAutofit/>
          </a:bodyPr>
          <a:lstStyle>
            <a:lvl1pPr marL="171450" indent="-171450">
              <a:buFont typeface="Wingdings" pitchFamily="2" charset="2"/>
              <a:buChar char="v"/>
              <a:defRPr sz="800">
                <a:solidFill>
                  <a:schemeClr val="bg2"/>
                </a:solidFill>
              </a:defRPr>
            </a:lvl1pPr>
            <a:lvl2pPr marL="628650" indent="-171450">
              <a:buFont typeface="Wingdings" pitchFamily="2" charset="2"/>
              <a:buChar char="v"/>
              <a:defRPr sz="800">
                <a:solidFill>
                  <a:schemeClr val="bg2"/>
                </a:solidFill>
              </a:defRPr>
            </a:lvl2pPr>
            <a:lvl3pPr marL="1085850" indent="-171450">
              <a:buFont typeface="Wingdings" pitchFamily="2" charset="2"/>
              <a:buChar char="v"/>
              <a:defRPr sz="800">
                <a:solidFill>
                  <a:schemeClr val="bg2"/>
                </a:solidFill>
              </a:defRPr>
            </a:lvl3pPr>
            <a:lvl4pPr marL="1543050" indent="-171450">
              <a:buFont typeface="Wingdings" pitchFamily="2" charset="2"/>
              <a:buChar char="v"/>
              <a:defRPr sz="800">
                <a:solidFill>
                  <a:schemeClr val="bg2"/>
                </a:solidFill>
              </a:defRPr>
            </a:lvl4pPr>
            <a:lvl5pPr marL="2000250" indent="-171450">
              <a:buFont typeface="Wingdings" pitchFamily="2" charset="2"/>
              <a:buChar char="v"/>
              <a:defRPr sz="8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5">
            <a:extLst>
              <a:ext uri="{FF2B5EF4-FFF2-40B4-BE49-F238E27FC236}">
                <a16:creationId xmlns:a16="http://schemas.microsoft.com/office/drawing/2014/main" id="{2280FF4F-D970-316B-7801-881833E7418D}"/>
              </a:ext>
            </a:extLst>
          </p:cNvPr>
          <p:cNvSpPr>
            <a:spLocks noGrp="1"/>
          </p:cNvSpPr>
          <p:nvPr>
            <p:ph type="sldNum" sz="quarter" idx="12"/>
          </p:nvPr>
        </p:nvSpPr>
        <p:spPr>
          <a:xfrm>
            <a:off x="9105900" y="6540407"/>
            <a:ext cx="2743200" cy="206375"/>
          </a:xfrm>
        </p:spPr>
        <p:txBody>
          <a:bodyPr/>
          <a:lstStyle>
            <a:lvl1pPr>
              <a:defRPr>
                <a:solidFill>
                  <a:schemeClr val="bg1"/>
                </a:solidFill>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165316966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hankyou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F8A5B6A-39EF-828D-4EEB-40BAAA8DCA6B}"/>
              </a:ext>
            </a:extLst>
          </p:cNvPr>
          <p:cNvSpPr/>
          <p:nvPr userDrawn="1"/>
        </p:nvSpPr>
        <p:spPr>
          <a:xfrm>
            <a:off x="0" y="1"/>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58AA39A-E7DF-A24F-9C58-5B333402D200}"/>
              </a:ext>
            </a:extLst>
          </p:cNvPr>
          <p:cNvSpPr/>
          <p:nvPr userDrawn="1"/>
        </p:nvSpPr>
        <p:spPr>
          <a:xfrm>
            <a:off x="12003436" y="0"/>
            <a:ext cx="188563" cy="6858000"/>
          </a:xfrm>
          <a:prstGeom prst="rect">
            <a:avLst/>
          </a:prstGeom>
          <a:solidFill>
            <a:srgbClr val="F64F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693C18E8-8A1D-FAE1-20FF-6EAD35A44AAA}"/>
              </a:ext>
            </a:extLst>
          </p:cNvPr>
          <p:cNvSpPr>
            <a:spLocks noGrp="1"/>
          </p:cNvSpPr>
          <p:nvPr>
            <p:ph type="title"/>
          </p:nvPr>
        </p:nvSpPr>
        <p:spPr>
          <a:xfrm>
            <a:off x="1006665" y="2588217"/>
            <a:ext cx="5577840" cy="1307240"/>
          </a:xfrm>
        </p:spPr>
        <p:txBody>
          <a:bodyPr anchor="t">
            <a:normAutofit/>
          </a:bodyPr>
          <a:lstStyle/>
          <a:p>
            <a:r>
              <a:rPr lang="en-US" sz="5600">
                <a:solidFill>
                  <a:schemeClr val="bg1"/>
                </a:solidFill>
                <a:latin typeface="Montserrat Light" pitchFamily="2" charset="77"/>
              </a:rPr>
              <a:t>Thank You</a:t>
            </a:r>
          </a:p>
        </p:txBody>
      </p:sp>
      <p:pic>
        <p:nvPicPr>
          <p:cNvPr id="7" name="Graphic 6">
            <a:extLst>
              <a:ext uri="{FF2B5EF4-FFF2-40B4-BE49-F238E27FC236}">
                <a16:creationId xmlns:a16="http://schemas.microsoft.com/office/drawing/2014/main" id="{D23DF081-F1D1-B77C-A9F6-5625A2D0E02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8077" y="490307"/>
            <a:ext cx="1245362" cy="390986"/>
          </a:xfrm>
          <a:prstGeom prst="rect">
            <a:avLst/>
          </a:prstGeom>
        </p:spPr>
      </p:pic>
      <p:sp>
        <p:nvSpPr>
          <p:cNvPr id="8" name="Title 1">
            <a:extLst>
              <a:ext uri="{FF2B5EF4-FFF2-40B4-BE49-F238E27FC236}">
                <a16:creationId xmlns:a16="http://schemas.microsoft.com/office/drawing/2014/main" id="{25A65ADA-DF9F-2C03-8C15-44D1CD64C97F}"/>
              </a:ext>
            </a:extLst>
          </p:cNvPr>
          <p:cNvSpPr txBox="1">
            <a:spLocks/>
          </p:cNvSpPr>
          <p:nvPr userDrawn="1"/>
        </p:nvSpPr>
        <p:spPr>
          <a:xfrm>
            <a:off x="1045879" y="4729348"/>
            <a:ext cx="5577840" cy="6858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ontserrat" pitchFamily="2" charset="77"/>
                <a:ea typeface="+mj-ea"/>
                <a:cs typeface="+mj-cs"/>
              </a:defRPr>
            </a:lvl1pPr>
          </a:lstStyle>
          <a:p>
            <a:r>
              <a:rPr lang="en-US" sz="1600">
                <a:solidFill>
                  <a:schemeClr val="bg1"/>
                </a:solidFill>
                <a:latin typeface="Montserrat Light" pitchFamily="2" charset="77"/>
              </a:rPr>
              <a:t>Follow Us:</a:t>
            </a:r>
          </a:p>
        </p:txBody>
      </p:sp>
      <p:pic>
        <p:nvPicPr>
          <p:cNvPr id="9" name="Picture 2">
            <a:hlinkClick r:id="rId3"/>
            <a:extLst>
              <a:ext uri="{FF2B5EF4-FFF2-40B4-BE49-F238E27FC236}">
                <a16:creationId xmlns:a16="http://schemas.microsoft.com/office/drawing/2014/main" id="{BEA4C082-3A50-CF7F-547F-5306AA0EE360}"/>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128585" y="5486514"/>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3">
            <a:hlinkClick r:id="rId5"/>
            <a:extLst>
              <a:ext uri="{FF2B5EF4-FFF2-40B4-BE49-F238E27FC236}">
                <a16:creationId xmlns:a16="http://schemas.microsoft.com/office/drawing/2014/main" id="{409C06F1-58E0-A7E9-36EF-84BEFB59B085}"/>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573598" y="5484370"/>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a:extLst>
              <a:ext uri="{FF2B5EF4-FFF2-40B4-BE49-F238E27FC236}">
                <a16:creationId xmlns:a16="http://schemas.microsoft.com/office/drawing/2014/main" id="{5C818429-83CA-442F-FB11-051A1261F48E}"/>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976178" y="5493548"/>
            <a:ext cx="274320" cy="274320"/>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a:extLst>
              <a:ext uri="{FF2B5EF4-FFF2-40B4-BE49-F238E27FC236}">
                <a16:creationId xmlns:a16="http://schemas.microsoft.com/office/drawing/2014/main" id="{0883F6D5-28CA-851A-44F9-6A6DCE67E18B}"/>
              </a:ext>
            </a:extLst>
          </p:cNvPr>
          <p:cNvSpPr txBox="1">
            <a:spLocks/>
          </p:cNvSpPr>
          <p:nvPr userDrawn="1"/>
        </p:nvSpPr>
        <p:spPr>
          <a:xfrm>
            <a:off x="1045879" y="3245700"/>
            <a:ext cx="5577840" cy="6858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ontserrat" pitchFamily="2" charset="77"/>
                <a:ea typeface="+mj-ea"/>
                <a:cs typeface="+mj-cs"/>
              </a:defRPr>
            </a:lvl1pPr>
          </a:lstStyle>
          <a:p>
            <a:r>
              <a:rPr lang="en-US" sz="1600" err="1">
                <a:solidFill>
                  <a:schemeClr val="bg1"/>
                </a:solidFill>
                <a:latin typeface="Montserrat Light" pitchFamily="2" charset="77"/>
              </a:rPr>
              <a:t>www.syrencloud.com</a:t>
            </a:r>
            <a:endParaRPr lang="en-US" sz="1600">
              <a:solidFill>
                <a:schemeClr val="bg1"/>
              </a:solidFill>
              <a:latin typeface="Montserrat Light" pitchFamily="2" charset="77"/>
            </a:endParaRPr>
          </a:p>
        </p:txBody>
      </p:sp>
      <p:pic>
        <p:nvPicPr>
          <p:cNvPr id="13" name="Picture 12" descr="A black background with orange circles&#10;&#10;AI-generated content may be incorrect.">
            <a:extLst>
              <a:ext uri="{FF2B5EF4-FFF2-40B4-BE49-F238E27FC236}">
                <a16:creationId xmlns:a16="http://schemas.microsoft.com/office/drawing/2014/main" id="{C68FEF77-035D-23AA-B6BE-E81FAABE685A}"/>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3907037" y="-1084882"/>
            <a:ext cx="9024155" cy="9027763"/>
          </a:xfrm>
          <a:prstGeom prst="rect">
            <a:avLst/>
          </a:prstGeom>
        </p:spPr>
      </p:pic>
    </p:spTree>
    <p:extLst>
      <p:ext uri="{BB962C8B-B14F-4D97-AF65-F5344CB8AC3E}">
        <p14:creationId xmlns:p14="http://schemas.microsoft.com/office/powerpoint/2010/main" val="68318105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_Thankyou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F8A5B6A-39EF-828D-4EEB-40BAAA8DCA6B}"/>
              </a:ext>
            </a:extLst>
          </p:cNvPr>
          <p:cNvSpPr/>
          <p:nvPr userDrawn="1"/>
        </p:nvSpPr>
        <p:spPr>
          <a:xfrm>
            <a:off x="0" y="1"/>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58AA39A-E7DF-A24F-9C58-5B333402D200}"/>
              </a:ext>
            </a:extLst>
          </p:cNvPr>
          <p:cNvSpPr/>
          <p:nvPr userDrawn="1"/>
        </p:nvSpPr>
        <p:spPr>
          <a:xfrm>
            <a:off x="12003436" y="0"/>
            <a:ext cx="188563" cy="6858000"/>
          </a:xfrm>
          <a:prstGeom prst="rect">
            <a:avLst/>
          </a:prstGeom>
          <a:solidFill>
            <a:srgbClr val="F64F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693C18E8-8A1D-FAE1-20FF-6EAD35A44AAA}"/>
              </a:ext>
            </a:extLst>
          </p:cNvPr>
          <p:cNvSpPr>
            <a:spLocks noGrp="1"/>
          </p:cNvSpPr>
          <p:nvPr>
            <p:ph type="title"/>
          </p:nvPr>
        </p:nvSpPr>
        <p:spPr>
          <a:xfrm>
            <a:off x="1006665" y="2588217"/>
            <a:ext cx="5577840" cy="1307240"/>
          </a:xfrm>
        </p:spPr>
        <p:txBody>
          <a:bodyPr anchor="t">
            <a:normAutofit/>
          </a:bodyPr>
          <a:lstStyle/>
          <a:p>
            <a:r>
              <a:rPr lang="en-US" sz="5600">
                <a:solidFill>
                  <a:schemeClr val="bg1"/>
                </a:solidFill>
                <a:latin typeface="Montserrat Light" pitchFamily="2" charset="77"/>
              </a:rPr>
              <a:t>Thank You</a:t>
            </a:r>
          </a:p>
        </p:txBody>
      </p:sp>
      <p:pic>
        <p:nvPicPr>
          <p:cNvPr id="7" name="Graphic 6">
            <a:extLst>
              <a:ext uri="{FF2B5EF4-FFF2-40B4-BE49-F238E27FC236}">
                <a16:creationId xmlns:a16="http://schemas.microsoft.com/office/drawing/2014/main" id="{D23DF081-F1D1-B77C-A9F6-5625A2D0E02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8077" y="490307"/>
            <a:ext cx="1245362" cy="390986"/>
          </a:xfrm>
          <a:prstGeom prst="rect">
            <a:avLst/>
          </a:prstGeom>
        </p:spPr>
      </p:pic>
      <p:sp>
        <p:nvSpPr>
          <p:cNvPr id="8" name="Title 1">
            <a:extLst>
              <a:ext uri="{FF2B5EF4-FFF2-40B4-BE49-F238E27FC236}">
                <a16:creationId xmlns:a16="http://schemas.microsoft.com/office/drawing/2014/main" id="{25A65ADA-DF9F-2C03-8C15-44D1CD64C97F}"/>
              </a:ext>
            </a:extLst>
          </p:cNvPr>
          <p:cNvSpPr txBox="1">
            <a:spLocks/>
          </p:cNvSpPr>
          <p:nvPr userDrawn="1"/>
        </p:nvSpPr>
        <p:spPr>
          <a:xfrm>
            <a:off x="1045879" y="4729348"/>
            <a:ext cx="5577840" cy="6858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ontserrat" pitchFamily="2" charset="77"/>
                <a:ea typeface="+mj-ea"/>
                <a:cs typeface="+mj-cs"/>
              </a:defRPr>
            </a:lvl1pPr>
          </a:lstStyle>
          <a:p>
            <a:r>
              <a:rPr lang="en-US" sz="1600">
                <a:solidFill>
                  <a:schemeClr val="bg1"/>
                </a:solidFill>
                <a:latin typeface="Montserrat Light" pitchFamily="2" charset="77"/>
              </a:rPr>
              <a:t>Follow Us:</a:t>
            </a:r>
          </a:p>
        </p:txBody>
      </p:sp>
      <p:pic>
        <p:nvPicPr>
          <p:cNvPr id="9" name="Picture 2">
            <a:hlinkClick r:id="rId3"/>
            <a:extLst>
              <a:ext uri="{FF2B5EF4-FFF2-40B4-BE49-F238E27FC236}">
                <a16:creationId xmlns:a16="http://schemas.microsoft.com/office/drawing/2014/main" id="{BEA4C082-3A50-CF7F-547F-5306AA0EE360}"/>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128585" y="5486514"/>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3">
            <a:hlinkClick r:id="rId5"/>
            <a:extLst>
              <a:ext uri="{FF2B5EF4-FFF2-40B4-BE49-F238E27FC236}">
                <a16:creationId xmlns:a16="http://schemas.microsoft.com/office/drawing/2014/main" id="{409C06F1-58E0-A7E9-36EF-84BEFB59B085}"/>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573598" y="5484370"/>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a:extLst>
              <a:ext uri="{FF2B5EF4-FFF2-40B4-BE49-F238E27FC236}">
                <a16:creationId xmlns:a16="http://schemas.microsoft.com/office/drawing/2014/main" id="{5C818429-83CA-442F-FB11-051A1261F48E}"/>
              </a:ext>
            </a:extLst>
          </p:cNvPr>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976178" y="5493548"/>
            <a:ext cx="274320" cy="274320"/>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a:extLst>
              <a:ext uri="{FF2B5EF4-FFF2-40B4-BE49-F238E27FC236}">
                <a16:creationId xmlns:a16="http://schemas.microsoft.com/office/drawing/2014/main" id="{0883F6D5-28CA-851A-44F9-6A6DCE67E18B}"/>
              </a:ext>
            </a:extLst>
          </p:cNvPr>
          <p:cNvSpPr txBox="1">
            <a:spLocks/>
          </p:cNvSpPr>
          <p:nvPr userDrawn="1"/>
        </p:nvSpPr>
        <p:spPr>
          <a:xfrm>
            <a:off x="1045879" y="3245700"/>
            <a:ext cx="5577840" cy="6858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ontserrat" pitchFamily="2" charset="77"/>
                <a:ea typeface="+mj-ea"/>
                <a:cs typeface="+mj-cs"/>
              </a:defRPr>
            </a:lvl1pPr>
          </a:lstStyle>
          <a:p>
            <a:r>
              <a:rPr lang="en-US" sz="1600" err="1">
                <a:solidFill>
                  <a:schemeClr val="bg1"/>
                </a:solidFill>
                <a:latin typeface="Montserrat Light" pitchFamily="2" charset="77"/>
              </a:rPr>
              <a:t>www.syrencloud.com</a:t>
            </a:r>
            <a:endParaRPr lang="en-US" sz="1600">
              <a:solidFill>
                <a:schemeClr val="bg1"/>
              </a:solidFill>
              <a:latin typeface="Montserrat Light" pitchFamily="2" charset="77"/>
            </a:endParaRPr>
          </a:p>
        </p:txBody>
      </p:sp>
      <p:pic>
        <p:nvPicPr>
          <p:cNvPr id="13" name="Picture 12" descr="A black background with orange circles&#10;&#10;AI-generated content may be incorrect.">
            <a:extLst>
              <a:ext uri="{FF2B5EF4-FFF2-40B4-BE49-F238E27FC236}">
                <a16:creationId xmlns:a16="http://schemas.microsoft.com/office/drawing/2014/main" id="{C68FEF77-035D-23AA-B6BE-E81FAABE685A}"/>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3907037" y="-1084882"/>
            <a:ext cx="9024155" cy="9027763"/>
          </a:xfrm>
          <a:prstGeom prst="rect">
            <a:avLst/>
          </a:prstGeom>
        </p:spPr>
      </p:pic>
    </p:spTree>
    <p:extLst>
      <p:ext uri="{BB962C8B-B14F-4D97-AF65-F5344CB8AC3E}">
        <p14:creationId xmlns:p14="http://schemas.microsoft.com/office/powerpoint/2010/main" val="1498540237"/>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452543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Blank2">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8122964"/>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Blank3">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659325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2_Title Slide Dark">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6BE1339C-4725-57D3-6AB8-519AB262FB24}"/>
              </a:ext>
            </a:extLst>
          </p:cNvPr>
          <p:cNvSpPr>
            <a:spLocks noGrp="1"/>
          </p:cNvSpPr>
          <p:nvPr>
            <p:ph type="ctrTitle"/>
          </p:nvPr>
        </p:nvSpPr>
        <p:spPr>
          <a:xfrm>
            <a:off x="381000" y="2694362"/>
            <a:ext cx="5887453" cy="1828800"/>
          </a:xfrm>
        </p:spPr>
        <p:txBody>
          <a:bodyPr anchor="b">
            <a:normAutofit/>
          </a:bodyPr>
          <a:lstStyle>
            <a:lvl1pPr marL="6350" indent="0" algn="l">
              <a:tabLst/>
              <a:defRPr sz="4000"/>
            </a:lvl1pPr>
          </a:lstStyle>
          <a:p>
            <a:r>
              <a:rPr lang="en-US"/>
              <a:t>Click to edit Master title style</a:t>
            </a:r>
          </a:p>
        </p:txBody>
      </p:sp>
      <p:sp>
        <p:nvSpPr>
          <p:cNvPr id="12" name="Subtitle 2">
            <a:extLst>
              <a:ext uri="{FF2B5EF4-FFF2-40B4-BE49-F238E27FC236}">
                <a16:creationId xmlns:a16="http://schemas.microsoft.com/office/drawing/2014/main" id="{8AF08BF8-8AFE-703D-1949-EBF115C2B78A}"/>
              </a:ext>
            </a:extLst>
          </p:cNvPr>
          <p:cNvSpPr>
            <a:spLocks noGrp="1"/>
          </p:cNvSpPr>
          <p:nvPr>
            <p:ph type="subTitle" idx="1"/>
          </p:nvPr>
        </p:nvSpPr>
        <p:spPr>
          <a:xfrm>
            <a:off x="381000" y="4651454"/>
            <a:ext cx="9144000" cy="1143000"/>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4" name="Text Placeholder 10">
            <a:extLst>
              <a:ext uri="{FF2B5EF4-FFF2-40B4-BE49-F238E27FC236}">
                <a16:creationId xmlns:a16="http://schemas.microsoft.com/office/drawing/2014/main" id="{C6E5A200-2C13-001B-B10A-BBD04BC4B22E}"/>
              </a:ext>
            </a:extLst>
          </p:cNvPr>
          <p:cNvSpPr>
            <a:spLocks noGrp="1"/>
          </p:cNvSpPr>
          <p:nvPr>
            <p:ph type="body" sz="quarter" idx="10"/>
          </p:nvPr>
        </p:nvSpPr>
        <p:spPr>
          <a:xfrm>
            <a:off x="381000" y="5922746"/>
            <a:ext cx="5715000" cy="458788"/>
          </a:xfrm>
        </p:spPr>
        <p:txBody>
          <a:bodyPr>
            <a:noAutofit/>
          </a:bodyPr>
          <a:lstStyle>
            <a:lvl1pPr marL="0" indent="0">
              <a:buNone/>
              <a:defRPr sz="800">
                <a:solidFill>
                  <a:srgbClr val="F64F18"/>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15" name="Graphic 14">
            <a:extLst>
              <a:ext uri="{FF2B5EF4-FFF2-40B4-BE49-F238E27FC236}">
                <a16:creationId xmlns:a16="http://schemas.microsoft.com/office/drawing/2014/main" id="{9C970DA4-1FCF-84C5-F7EB-3EDAAAB470A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476466"/>
            <a:ext cx="2123035" cy="666534"/>
          </a:xfrm>
          <a:prstGeom prst="rect">
            <a:avLst/>
          </a:prstGeom>
        </p:spPr>
      </p:pic>
      <p:pic>
        <p:nvPicPr>
          <p:cNvPr id="16" name="Picture 15" descr="A black background with orange circles&#10;&#10;AI-generated content may be incorrect.">
            <a:extLst>
              <a:ext uri="{FF2B5EF4-FFF2-40B4-BE49-F238E27FC236}">
                <a16:creationId xmlns:a16="http://schemas.microsoft.com/office/drawing/2014/main" id="{6DE84E4B-0C65-A596-3547-F6953A72A86F}"/>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12782" r="28600" b="21101"/>
          <a:stretch/>
        </p:blipFill>
        <p:spPr>
          <a:xfrm>
            <a:off x="4788979" y="0"/>
            <a:ext cx="7403022" cy="6858000"/>
          </a:xfrm>
          <a:prstGeom prst="rect">
            <a:avLst/>
          </a:prstGeom>
        </p:spPr>
      </p:pic>
    </p:spTree>
    <p:extLst>
      <p:ext uri="{BB962C8B-B14F-4D97-AF65-F5344CB8AC3E}">
        <p14:creationId xmlns:p14="http://schemas.microsoft.com/office/powerpoint/2010/main" val="1620627767"/>
      </p:ext>
    </p:extLst>
  </p:cSld>
  <p:clrMapOvr>
    <a:overrideClrMapping bg1="dk1" tx1="lt1" bg2="dk2" tx2="lt2" accent1="accent1" accent2="accent2" accent3="accent3" accent4="accent4" accent5="accent5" accent6="accent6" hlink="hlink" folHlink="folHlink"/>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OUR OFFERINGS .1">
    <p:spTree>
      <p:nvGrpSpPr>
        <p:cNvPr id="1" name=""/>
        <p:cNvGrpSpPr/>
        <p:nvPr/>
      </p:nvGrpSpPr>
      <p:grpSpPr>
        <a:xfrm>
          <a:off x="0" y="0"/>
          <a:ext cx="0" cy="0"/>
          <a:chOff x="0" y="0"/>
          <a:chExt cx="0" cy="0"/>
        </a:xfrm>
      </p:grpSpPr>
      <p:pic>
        <p:nvPicPr>
          <p:cNvPr id="6" name="Picture 5" descr="A picture containing text, sign, vector graphics, close&#10;&#10;Description automatically generated">
            <a:extLst>
              <a:ext uri="{FF2B5EF4-FFF2-40B4-BE49-F238E27FC236}">
                <a16:creationId xmlns:a16="http://schemas.microsoft.com/office/drawing/2014/main" id="{45A883E1-E7F3-FA06-8BC1-58298C1E28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12575" y="185372"/>
            <a:ext cx="328612" cy="328612"/>
          </a:xfrm>
          <a:prstGeom prst="rect">
            <a:avLst/>
          </a:prstGeom>
        </p:spPr>
      </p:pic>
      <p:graphicFrame>
        <p:nvGraphicFramePr>
          <p:cNvPr id="7" name="Table 8">
            <a:extLst>
              <a:ext uri="{FF2B5EF4-FFF2-40B4-BE49-F238E27FC236}">
                <a16:creationId xmlns:a16="http://schemas.microsoft.com/office/drawing/2014/main" id="{5DA4F1DE-668A-C2DA-A385-01A3373634C8}"/>
              </a:ext>
            </a:extLst>
          </p:cNvPr>
          <p:cNvGraphicFramePr>
            <a:graphicFrameLocks noGrp="1"/>
          </p:cNvGraphicFramePr>
          <p:nvPr userDrawn="1"/>
        </p:nvGraphicFramePr>
        <p:xfrm>
          <a:off x="290443" y="6493858"/>
          <a:ext cx="11601174" cy="242366"/>
        </p:xfrm>
        <a:graphic>
          <a:graphicData uri="http://schemas.openxmlformats.org/drawingml/2006/table">
            <a:tbl>
              <a:tblPr firstRow="1" bandRow="1">
                <a:tableStyleId>{5C22544A-7EE6-4342-B048-85BDC9FD1C3A}</a:tableStyleId>
              </a:tblPr>
              <a:tblGrid>
                <a:gridCol w="3867058">
                  <a:extLst>
                    <a:ext uri="{9D8B030D-6E8A-4147-A177-3AD203B41FA5}">
                      <a16:colId xmlns:a16="http://schemas.microsoft.com/office/drawing/2014/main" val="3496470726"/>
                    </a:ext>
                  </a:extLst>
                </a:gridCol>
                <a:gridCol w="3867058">
                  <a:extLst>
                    <a:ext uri="{9D8B030D-6E8A-4147-A177-3AD203B41FA5}">
                      <a16:colId xmlns:a16="http://schemas.microsoft.com/office/drawing/2014/main" val="3156149483"/>
                    </a:ext>
                  </a:extLst>
                </a:gridCol>
                <a:gridCol w="3867058">
                  <a:extLst>
                    <a:ext uri="{9D8B030D-6E8A-4147-A177-3AD203B41FA5}">
                      <a16:colId xmlns:a16="http://schemas.microsoft.com/office/drawing/2014/main" val="3202111035"/>
                    </a:ext>
                  </a:extLst>
                </a:gridCol>
              </a:tblGrid>
              <a:tr h="242366">
                <a:tc>
                  <a:txBody>
                    <a:bodyPr/>
                    <a:lstStyle/>
                    <a:p>
                      <a:r>
                        <a:rPr lang="en-US" sz="700" b="0" u="none" cap="all" baseline="0">
                          <a:solidFill>
                            <a:schemeClr val="bg1">
                              <a:lumMod val="50000"/>
                            </a:schemeClr>
                          </a:solidFill>
                          <a:uFill>
                            <a:solidFill>
                              <a:srgbClr val="34A496"/>
                            </a:solidFill>
                          </a:uFill>
                          <a:latin typeface="+mj-lt"/>
                          <a:ea typeface="Inter" panose="020B0502030000000004" pitchFamily="34" charset="0"/>
                          <a:cs typeface="Inter" panose="020B0502030000000004" pitchFamily="34" charset="0"/>
                        </a:rPr>
                        <a:t>© </a:t>
                      </a:r>
                      <a:r>
                        <a:rPr lang="en-US" sz="700" b="0" u="none" cap="all" baseline="0" err="1">
                          <a:solidFill>
                            <a:schemeClr val="bg1">
                              <a:lumMod val="50000"/>
                            </a:schemeClr>
                          </a:solidFill>
                          <a:uFill>
                            <a:solidFill>
                              <a:srgbClr val="34A496"/>
                            </a:solidFill>
                          </a:uFill>
                          <a:latin typeface="+mj-lt"/>
                          <a:ea typeface="Inter" panose="020B0502030000000004" pitchFamily="34" charset="0"/>
                          <a:cs typeface="Inter" panose="020B0502030000000004" pitchFamily="34" charset="0"/>
                        </a:rPr>
                        <a:t>Syren</a:t>
                      </a:r>
                      <a:r>
                        <a:rPr lang="en-US" sz="700" b="0" u="none" cap="all" baseline="0">
                          <a:solidFill>
                            <a:schemeClr val="bg1">
                              <a:lumMod val="50000"/>
                            </a:schemeClr>
                          </a:solidFill>
                          <a:uFill>
                            <a:solidFill>
                              <a:srgbClr val="34A496"/>
                            </a:solidFill>
                          </a:uFill>
                          <a:latin typeface="+mj-lt"/>
                          <a:ea typeface="Inter" panose="020B0502030000000004" pitchFamily="34" charset="0"/>
                          <a:cs typeface="Inter" panose="020B0502030000000004" pitchFamily="34" charset="0"/>
                        </a:rPr>
                        <a:t> cloud </a:t>
                      </a:r>
                      <a:r>
                        <a:rPr lang="en-US" sz="700" b="0" u="none" cap="all" baseline="0" err="1">
                          <a:solidFill>
                            <a:schemeClr val="bg1">
                              <a:lumMod val="50000"/>
                            </a:schemeClr>
                          </a:solidFill>
                          <a:uFill>
                            <a:solidFill>
                              <a:srgbClr val="34A496"/>
                            </a:solidFill>
                          </a:uFill>
                          <a:latin typeface="+mj-lt"/>
                          <a:ea typeface="Inter" panose="020B0502030000000004" pitchFamily="34" charset="0"/>
                          <a:cs typeface="Inter" panose="020B0502030000000004" pitchFamily="34" charset="0"/>
                        </a:rPr>
                        <a:t>inc</a:t>
                      </a:r>
                      <a:r>
                        <a:rPr lang="en-US" sz="700" b="0" u="none" cap="all" baseline="0">
                          <a:solidFill>
                            <a:schemeClr val="bg1">
                              <a:lumMod val="50000"/>
                            </a:schemeClr>
                          </a:solidFill>
                          <a:uFill>
                            <a:solidFill>
                              <a:srgbClr val="34A496"/>
                            </a:solidFill>
                          </a:uFill>
                          <a:latin typeface="+mj-lt"/>
                          <a:ea typeface="Inter" panose="020B0502030000000004" pitchFamily="34" charset="0"/>
                          <a:cs typeface="Inter" panose="020B0502030000000004" pitchFamily="34" charset="0"/>
                        </a:rPr>
                        <a:t> – 2024 – All RIGHTS RESERVED</a:t>
                      </a:r>
                      <a:endParaRPr lang="en-IN" sz="700" b="0" u="none" cap="all" baseline="0">
                        <a:solidFill>
                          <a:schemeClr val="bg1">
                            <a:lumMod val="50000"/>
                          </a:schemeClr>
                        </a:solidFill>
                        <a:uFill>
                          <a:solidFill>
                            <a:srgbClr val="34A496"/>
                          </a:solidFill>
                        </a:uFill>
                        <a:latin typeface="+mj-lt"/>
                        <a:ea typeface="Inter" panose="020B0502030000000004" pitchFamily="34" charset="0"/>
                        <a:cs typeface="Inter" panose="020B05020300000000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endParaRPr lang="en-IN" sz="700" b="0" u="none" cap="all" baseline="0">
                        <a:solidFill>
                          <a:schemeClr val="bg1">
                            <a:lumMod val="50000"/>
                          </a:schemeClr>
                        </a:solidFill>
                        <a:uFill>
                          <a:solidFill>
                            <a:srgbClr val="34A496"/>
                          </a:solidFill>
                        </a:uFill>
                        <a:latin typeface="+mj-lt"/>
                        <a:ea typeface="Inter" panose="020B0502030000000004" pitchFamily="34" charset="0"/>
                        <a:cs typeface="Inter" panose="020B05020300000000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r>
                        <a:rPr lang="en-US" sz="700" b="0" u="none" cap="all" baseline="0">
                          <a:solidFill>
                            <a:schemeClr val="bg1">
                              <a:lumMod val="50000"/>
                            </a:schemeClr>
                          </a:solidFill>
                          <a:uFill>
                            <a:solidFill>
                              <a:srgbClr val="34A496"/>
                            </a:solidFill>
                          </a:uFill>
                          <a:latin typeface="+mj-lt"/>
                          <a:ea typeface="Inter" panose="020B0502030000000004" pitchFamily="34" charset="0"/>
                          <a:cs typeface="Inter" panose="020B0502030000000004" pitchFamily="34" charset="0"/>
                        </a:rPr>
                        <a:t>Private &amp; Confidential</a:t>
                      </a:r>
                      <a:endParaRPr lang="en-IN" sz="700" b="0" u="none" cap="all" baseline="0">
                        <a:solidFill>
                          <a:schemeClr val="bg1">
                            <a:lumMod val="50000"/>
                          </a:schemeClr>
                        </a:solidFill>
                        <a:uFill>
                          <a:solidFill>
                            <a:srgbClr val="34A496"/>
                          </a:solidFill>
                        </a:uFill>
                        <a:latin typeface="+mj-lt"/>
                        <a:ea typeface="Inter" panose="020B0502030000000004" pitchFamily="34" charset="0"/>
                        <a:cs typeface="Inter" panose="020B05020300000000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51752372"/>
                  </a:ext>
                </a:extLst>
              </a:tr>
            </a:tbl>
          </a:graphicData>
        </a:graphic>
      </p:graphicFrame>
    </p:spTree>
    <p:extLst>
      <p:ext uri="{BB962C8B-B14F-4D97-AF65-F5344CB8AC3E}">
        <p14:creationId xmlns:p14="http://schemas.microsoft.com/office/powerpoint/2010/main" val="78357033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3_Title Slide Dark">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694362"/>
            <a:ext cx="5887453" cy="1828800"/>
          </a:xfrm>
        </p:spPr>
        <p:txBody>
          <a:bodyPr anchor="b">
            <a:normAutofit/>
          </a:bodyPr>
          <a:lstStyle>
            <a:lvl1pPr marL="6350" indent="0" algn="l">
              <a:tabLst/>
              <a:defRPr sz="4000"/>
            </a:lvl1pPr>
          </a:lstStyle>
          <a:p>
            <a:r>
              <a:rPr lang="en-US"/>
              <a:t>Click to edit Master title style</a:t>
            </a:r>
          </a:p>
        </p:txBody>
      </p:sp>
      <p:sp>
        <p:nvSpPr>
          <p:cNvPr id="3" name="Subtitle 2"/>
          <p:cNvSpPr>
            <a:spLocks noGrp="1"/>
          </p:cNvSpPr>
          <p:nvPr>
            <p:ph type="subTitle" idx="1"/>
          </p:nvPr>
        </p:nvSpPr>
        <p:spPr>
          <a:xfrm>
            <a:off x="381000" y="4651454"/>
            <a:ext cx="9144000" cy="1143000"/>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 Placeholder 10">
            <a:extLst>
              <a:ext uri="{FF2B5EF4-FFF2-40B4-BE49-F238E27FC236}">
                <a16:creationId xmlns:a16="http://schemas.microsoft.com/office/drawing/2014/main" id="{F40A598B-029B-8757-1A8B-9960D1CFC114}"/>
              </a:ext>
            </a:extLst>
          </p:cNvPr>
          <p:cNvSpPr>
            <a:spLocks noGrp="1"/>
          </p:cNvSpPr>
          <p:nvPr>
            <p:ph type="body" sz="quarter" idx="10"/>
          </p:nvPr>
        </p:nvSpPr>
        <p:spPr>
          <a:xfrm>
            <a:off x="381000" y="5922746"/>
            <a:ext cx="5715000" cy="458788"/>
          </a:xfrm>
        </p:spPr>
        <p:txBody>
          <a:bodyPr>
            <a:noAutofit/>
          </a:bodyPr>
          <a:lstStyle>
            <a:lvl1pPr marL="0" indent="0">
              <a:buNone/>
              <a:defRPr sz="800">
                <a:solidFill>
                  <a:srgbClr val="F64F18"/>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13" name="Graphic 12">
            <a:extLst>
              <a:ext uri="{FF2B5EF4-FFF2-40B4-BE49-F238E27FC236}">
                <a16:creationId xmlns:a16="http://schemas.microsoft.com/office/drawing/2014/main" id="{636F04A7-61C4-4311-9002-DCC7789AF38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476466"/>
            <a:ext cx="2123035" cy="666534"/>
          </a:xfrm>
          <a:prstGeom prst="rect">
            <a:avLst/>
          </a:prstGeom>
        </p:spPr>
      </p:pic>
      <p:pic>
        <p:nvPicPr>
          <p:cNvPr id="4" name="Picture 3" descr="A black background with orange circles&#10;&#10;AI-generated content may be incorrect.">
            <a:extLst>
              <a:ext uri="{FF2B5EF4-FFF2-40B4-BE49-F238E27FC236}">
                <a16:creationId xmlns:a16="http://schemas.microsoft.com/office/drawing/2014/main" id="{56143136-D3FB-7460-C7EF-BDDE78501810}"/>
              </a:ext>
            </a:extLst>
          </p:cNvPr>
          <p:cNvPicPr>
            <a:picLocks noChangeAspect="1"/>
          </p:cNvPicPr>
          <p:nvPr userDrawn="1"/>
        </p:nvPicPr>
        <p:blipFill>
          <a:blip r:embed="rId3">
            <a:extLst>
              <a:ext uri="{28A0092B-C50C-407E-A947-70E740481C1C}">
                <a14:useLocalDpi xmlns:a14="http://schemas.microsoft.com/office/drawing/2010/main" val="0"/>
              </a:ext>
            </a:extLst>
          </a:blip>
          <a:srcRect t="12782" r="28600" b="21101"/>
          <a:stretch/>
        </p:blipFill>
        <p:spPr>
          <a:xfrm>
            <a:off x="4788979" y="0"/>
            <a:ext cx="7403022" cy="6858000"/>
          </a:xfrm>
          <a:prstGeom prst="rect">
            <a:avLst/>
          </a:prstGeom>
        </p:spPr>
      </p:pic>
    </p:spTree>
    <p:extLst>
      <p:ext uri="{BB962C8B-B14F-4D97-AF65-F5344CB8AC3E}">
        <p14:creationId xmlns:p14="http://schemas.microsoft.com/office/powerpoint/2010/main" val="2754597419"/>
      </p:ext>
    </p:extLst>
  </p:cSld>
  <p:clrMapOvr>
    <a:overrideClrMapping bg1="dk1" tx1="lt1" bg2="dk2" tx2="lt2" accent1="accent1" accent2="accent2" accent3="accent3" accent4="accent4" accent5="accent5" accent6="accent6" hlink="hlink" folHlink="folHlink"/>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Title Slide Light">
    <p:bg>
      <p:bgPr>
        <a:solidFill>
          <a:schemeClr val="tx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5646C33-A1AD-9804-9559-EB9FE98FF10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964" y="476466"/>
            <a:ext cx="2123035" cy="666534"/>
          </a:xfrm>
          <a:prstGeom prst="rect">
            <a:avLst/>
          </a:prstGeom>
        </p:spPr>
      </p:pic>
      <p:sp>
        <p:nvSpPr>
          <p:cNvPr id="9" name="Title 1">
            <a:extLst>
              <a:ext uri="{FF2B5EF4-FFF2-40B4-BE49-F238E27FC236}">
                <a16:creationId xmlns:a16="http://schemas.microsoft.com/office/drawing/2014/main" id="{4FBF73D9-0881-A73E-A8B1-CD8E49046877}"/>
              </a:ext>
            </a:extLst>
          </p:cNvPr>
          <p:cNvSpPr>
            <a:spLocks noGrp="1"/>
          </p:cNvSpPr>
          <p:nvPr>
            <p:ph type="ctrTitle"/>
          </p:nvPr>
        </p:nvSpPr>
        <p:spPr>
          <a:xfrm>
            <a:off x="381000" y="2694362"/>
            <a:ext cx="5887453" cy="1828800"/>
          </a:xfrm>
        </p:spPr>
        <p:txBody>
          <a:bodyPr anchor="b">
            <a:normAutofit/>
          </a:bodyPr>
          <a:lstStyle>
            <a:lvl1pPr marL="6350" indent="0" algn="l">
              <a:tabLst/>
              <a:defRPr sz="4000">
                <a:solidFill>
                  <a:schemeClr val="bg1"/>
                </a:solidFill>
              </a:defRPr>
            </a:lvl1pPr>
          </a:lstStyle>
          <a:p>
            <a:r>
              <a:rPr lang="en-US"/>
              <a:t>Click to edit Master title style</a:t>
            </a:r>
          </a:p>
        </p:txBody>
      </p:sp>
      <p:sp>
        <p:nvSpPr>
          <p:cNvPr id="12" name="Subtitle 2">
            <a:extLst>
              <a:ext uri="{FF2B5EF4-FFF2-40B4-BE49-F238E27FC236}">
                <a16:creationId xmlns:a16="http://schemas.microsoft.com/office/drawing/2014/main" id="{721F1B40-8720-C869-4A82-E00187BC603B}"/>
              </a:ext>
            </a:extLst>
          </p:cNvPr>
          <p:cNvSpPr>
            <a:spLocks noGrp="1"/>
          </p:cNvSpPr>
          <p:nvPr>
            <p:ph type="subTitle" idx="1"/>
          </p:nvPr>
        </p:nvSpPr>
        <p:spPr>
          <a:xfrm>
            <a:off x="381000" y="4651454"/>
            <a:ext cx="9144000" cy="1143000"/>
          </a:xfrm>
        </p:spPr>
        <p:txBody>
          <a:bodyPr>
            <a:normAutofit/>
          </a:bodyPr>
          <a:lstStyle>
            <a:lvl1pPr marL="285750" indent="-285750" algn="l">
              <a:buFontTx/>
              <a:buBlip>
                <a:blip r:embed="rId3"/>
              </a:buBlip>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Text Placeholder 10">
            <a:extLst>
              <a:ext uri="{FF2B5EF4-FFF2-40B4-BE49-F238E27FC236}">
                <a16:creationId xmlns:a16="http://schemas.microsoft.com/office/drawing/2014/main" id="{38D2D752-871B-972C-6799-1EDBA09B4A33}"/>
              </a:ext>
            </a:extLst>
          </p:cNvPr>
          <p:cNvSpPr>
            <a:spLocks noGrp="1"/>
          </p:cNvSpPr>
          <p:nvPr>
            <p:ph type="body" sz="quarter" idx="10"/>
          </p:nvPr>
        </p:nvSpPr>
        <p:spPr>
          <a:xfrm>
            <a:off x="381000" y="5922746"/>
            <a:ext cx="5715000" cy="458788"/>
          </a:xfrm>
        </p:spPr>
        <p:txBody>
          <a:bodyPr>
            <a:noAutofit/>
          </a:bodyPr>
          <a:lstStyle>
            <a:lvl1pPr marL="0" indent="0">
              <a:buNone/>
              <a:defRPr sz="800">
                <a:solidFill>
                  <a:srgbClr val="F64F18"/>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3" name="Picture 2" descr="A black background with orange circles&#10;&#10;AI-generated content may be incorrect.">
            <a:extLst>
              <a:ext uri="{FF2B5EF4-FFF2-40B4-BE49-F238E27FC236}">
                <a16:creationId xmlns:a16="http://schemas.microsoft.com/office/drawing/2014/main" id="{9F8B6379-2FCC-6CD1-3B82-2EF9342DDA39}"/>
              </a:ext>
            </a:extLst>
          </p:cNvPr>
          <p:cNvPicPr>
            <a:picLocks noChangeAspect="1"/>
          </p:cNvPicPr>
          <p:nvPr userDrawn="1"/>
        </p:nvPicPr>
        <p:blipFill>
          <a:blip r:embed="rId4">
            <a:extLst>
              <a:ext uri="{28A0092B-C50C-407E-A947-70E740481C1C}">
                <a14:useLocalDpi xmlns:a14="http://schemas.microsoft.com/office/drawing/2010/main" val="0"/>
              </a:ext>
            </a:extLst>
          </a:blip>
          <a:srcRect t="12782" r="28600" b="21101"/>
          <a:stretch/>
        </p:blipFill>
        <p:spPr>
          <a:xfrm>
            <a:off x="4788979" y="0"/>
            <a:ext cx="7403022" cy="6858000"/>
          </a:xfrm>
          <a:prstGeom prst="rect">
            <a:avLst/>
          </a:prstGeom>
        </p:spPr>
      </p:pic>
    </p:spTree>
    <p:extLst>
      <p:ext uri="{BB962C8B-B14F-4D97-AF65-F5344CB8AC3E}">
        <p14:creationId xmlns:p14="http://schemas.microsoft.com/office/powerpoint/2010/main" val="783666842"/>
      </p:ext>
    </p:extLst>
  </p:cSld>
  <p:clrMapOvr>
    <a:overrideClrMapping bg1="dk1" tx1="lt1" bg2="dk2" tx2="lt2" accent1="accent1" accent2="accent2" accent3="accent3" accent4="accent4" accent5="accent5" accent6="accent6" hlink="hlink" folHlink="folHlink"/>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_Agenda Slide - Ligh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75713D7E-6F05-D8D7-3ED2-E1436934066B}"/>
              </a:ext>
            </a:extLst>
          </p:cNvPr>
          <p:cNvSpPr>
            <a:spLocks noGrp="1"/>
          </p:cNvSpPr>
          <p:nvPr>
            <p:ph type="sldNum" sz="quarter" idx="12"/>
          </p:nvPr>
        </p:nvSpPr>
        <p:spPr>
          <a:xfrm>
            <a:off x="9105900" y="6540407"/>
            <a:ext cx="2743200" cy="206375"/>
          </a:xfrm>
          <a:prstGeom prst="rect">
            <a:avLst/>
          </a:prstGeom>
        </p:spPr>
        <p:txBody>
          <a:bodyPr vert="horz" lIns="91440" tIns="45720" rIns="91440" bIns="45720" rtlCol="0" anchor="ctr"/>
          <a:lstStyle>
            <a:defPPr>
              <a:defRPr lang="en-US"/>
            </a:defPPr>
            <a:lvl1pPr marL="0" algn="r" defTabSz="914400" rtl="0" eaLnBrk="1" latinLnBrk="0" hangingPunct="1">
              <a:defRPr sz="600" b="0" i="0" kern="1200">
                <a:solidFill>
                  <a:schemeClr val="tx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0EA680-D336-4FF7-8B7A-9848BB0A1C32}" type="slidenum">
              <a:rPr lang="en-US" smtClean="0"/>
              <a:pPr/>
              <a:t>‹#›</a:t>
            </a:fld>
            <a:endParaRPr lang="en-US"/>
          </a:p>
        </p:txBody>
      </p:sp>
      <p:pic>
        <p:nvPicPr>
          <p:cNvPr id="10" name="Graphic 9">
            <a:extLst>
              <a:ext uri="{FF2B5EF4-FFF2-40B4-BE49-F238E27FC236}">
                <a16:creationId xmlns:a16="http://schemas.microsoft.com/office/drawing/2014/main" id="{A10ADDAF-FE95-112A-FA1F-56FC8AAC2C3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6548674"/>
            <a:ext cx="457200" cy="143540"/>
          </a:xfrm>
          <a:prstGeom prst="rect">
            <a:avLst/>
          </a:prstGeom>
        </p:spPr>
      </p:pic>
      <p:pic>
        <p:nvPicPr>
          <p:cNvPr id="11" name="Graphic 10">
            <a:extLst>
              <a:ext uri="{FF2B5EF4-FFF2-40B4-BE49-F238E27FC236}">
                <a16:creationId xmlns:a16="http://schemas.microsoft.com/office/drawing/2014/main" id="{3372FD3C-968C-602C-3FAD-03EE811C256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14" name="TextBox 13">
            <a:extLst>
              <a:ext uri="{FF2B5EF4-FFF2-40B4-BE49-F238E27FC236}">
                <a16:creationId xmlns:a16="http://schemas.microsoft.com/office/drawing/2014/main" id="{5E6AE126-71C2-1C6D-EACB-04FC7C035A73}"/>
              </a:ext>
            </a:extLst>
          </p:cNvPr>
          <p:cNvSpPr txBox="1"/>
          <p:nvPr userDrawn="1"/>
        </p:nvSpPr>
        <p:spPr>
          <a:xfrm>
            <a:off x="381000" y="342899"/>
            <a:ext cx="10972800" cy="553998"/>
          </a:xfrm>
          <a:prstGeom prst="rect">
            <a:avLst/>
          </a:prstGeom>
          <a:noFill/>
        </p:spPr>
        <p:txBody>
          <a:bodyPr wrap="square" rtlCol="0">
            <a:spAutoFit/>
          </a:bodyPr>
          <a:lstStyle/>
          <a:p>
            <a:r>
              <a:rPr lang="en-US" sz="3000" b="0" i="0">
                <a:latin typeface="Montserrat Light" pitchFamily="2" charset="77"/>
              </a:rPr>
              <a:t>Agenda</a:t>
            </a:r>
          </a:p>
        </p:txBody>
      </p:sp>
      <p:cxnSp>
        <p:nvCxnSpPr>
          <p:cNvPr id="16" name="Straight Connector 15">
            <a:extLst>
              <a:ext uri="{FF2B5EF4-FFF2-40B4-BE49-F238E27FC236}">
                <a16:creationId xmlns:a16="http://schemas.microsoft.com/office/drawing/2014/main" id="{9E89C495-D791-5438-FF52-9196B3766A1D}"/>
              </a:ext>
            </a:extLst>
          </p:cNvPr>
          <p:cNvCxnSpPr>
            <a:cxnSpLocks/>
          </p:cNvCxnSpPr>
          <p:nvPr userDrawn="1"/>
        </p:nvCxnSpPr>
        <p:spPr>
          <a:xfrm>
            <a:off x="502666" y="896897"/>
            <a:ext cx="451866" cy="0"/>
          </a:xfrm>
          <a:prstGeom prst="line">
            <a:avLst/>
          </a:prstGeom>
          <a:ln w="15875">
            <a:solidFill>
              <a:srgbClr val="F64F17"/>
            </a:solidFill>
          </a:ln>
        </p:spPr>
        <p:style>
          <a:lnRef idx="2">
            <a:schemeClr val="accent1"/>
          </a:lnRef>
          <a:fillRef idx="0">
            <a:schemeClr val="accent1"/>
          </a:fillRef>
          <a:effectRef idx="1">
            <a:schemeClr val="accent1"/>
          </a:effectRef>
          <a:fontRef idx="minor">
            <a:schemeClr val="tx1"/>
          </a:fontRef>
        </p:style>
      </p:cxnSp>
      <p:sp>
        <p:nvSpPr>
          <p:cNvPr id="17" name="Content Placeholder 2">
            <a:extLst>
              <a:ext uri="{FF2B5EF4-FFF2-40B4-BE49-F238E27FC236}">
                <a16:creationId xmlns:a16="http://schemas.microsoft.com/office/drawing/2014/main" id="{A1EA3D56-4207-7FC3-2A05-D7D385398845}"/>
              </a:ext>
            </a:extLst>
          </p:cNvPr>
          <p:cNvSpPr>
            <a:spLocks noGrp="1"/>
          </p:cNvSpPr>
          <p:nvPr>
            <p:ph idx="13"/>
          </p:nvPr>
        </p:nvSpPr>
        <p:spPr>
          <a:xfrm>
            <a:off x="405384" y="1131124"/>
            <a:ext cx="5462015" cy="457200"/>
          </a:xfrm>
        </p:spPr>
        <p:txBody>
          <a:bodyPr anchor="ctr"/>
          <a:lstStyle>
            <a:lvl1pPr marL="0" indent="0" algn="l">
              <a:buNone/>
              <a:defRPr>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294328416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2_Agenda Slide - Ligh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9105900" y="6540407"/>
            <a:ext cx="2743200" cy="206375"/>
          </a:xfrm>
          <a:prstGeom prst="rect">
            <a:avLst/>
          </a:prstGeom>
        </p:spPr>
        <p:txBody>
          <a:bodyPr vert="horz" lIns="91440" tIns="45720" rIns="91440" bIns="45720" rtlCol="0" anchor="ctr"/>
          <a:lstStyle>
            <a:defPPr>
              <a:defRPr lang="en-US"/>
            </a:defPPr>
            <a:lvl1pPr marL="0" algn="r" defTabSz="914400" rtl="0" eaLnBrk="1" latinLnBrk="0" hangingPunct="1">
              <a:defRPr sz="600" b="0" i="0" kern="1200">
                <a:solidFill>
                  <a:schemeClr val="tx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0EA680-D336-4FF7-8B7A-9848BB0A1C32}" type="slidenum">
              <a:rPr lang="en-US" smtClean="0"/>
              <a:pPr/>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5" name="TextBox 4">
            <a:extLst>
              <a:ext uri="{FF2B5EF4-FFF2-40B4-BE49-F238E27FC236}">
                <a16:creationId xmlns:a16="http://schemas.microsoft.com/office/drawing/2014/main" id="{984A029E-8486-4A47-954F-0DEEEF3042F2}"/>
              </a:ext>
            </a:extLst>
          </p:cNvPr>
          <p:cNvSpPr txBox="1"/>
          <p:nvPr userDrawn="1"/>
        </p:nvSpPr>
        <p:spPr>
          <a:xfrm>
            <a:off x="381000" y="342899"/>
            <a:ext cx="10972800" cy="553998"/>
          </a:xfrm>
          <a:prstGeom prst="rect">
            <a:avLst/>
          </a:prstGeom>
          <a:noFill/>
        </p:spPr>
        <p:txBody>
          <a:bodyPr wrap="square" rtlCol="0">
            <a:spAutoFit/>
          </a:bodyPr>
          <a:lstStyle/>
          <a:p>
            <a:r>
              <a:rPr lang="en-US" sz="3000" b="0" i="0">
                <a:latin typeface="Montserrat Light" pitchFamily="2" charset="77"/>
              </a:rPr>
              <a:t>Agenda</a:t>
            </a:r>
          </a:p>
        </p:txBody>
      </p:sp>
      <p:sp>
        <p:nvSpPr>
          <p:cNvPr id="12" name="Date Placeholder 3">
            <a:extLst>
              <a:ext uri="{FF2B5EF4-FFF2-40B4-BE49-F238E27FC236}">
                <a16:creationId xmlns:a16="http://schemas.microsoft.com/office/drawing/2014/main" id="{356B5CE4-CB9C-2813-E3D0-9CEDCA63520A}"/>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defPPr>
              <a:defRPr lang="en-US"/>
            </a:defPPr>
            <a:lvl1pPr marL="0" algn="l" defTabSz="914400" rtl="0" eaLnBrk="1" latinLnBrk="0" hangingPunct="1">
              <a:defRPr sz="600" b="0" i="0" kern="1200">
                <a:solidFill>
                  <a:schemeClr val="tx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 SYREN CLOUD INC – 2025 – ALL RIGHTS RESERVED</a:t>
            </a:r>
            <a:endParaRPr lang="en-US"/>
          </a:p>
        </p:txBody>
      </p:sp>
      <p:cxnSp>
        <p:nvCxnSpPr>
          <p:cNvPr id="2" name="Straight Connector 1">
            <a:extLst>
              <a:ext uri="{FF2B5EF4-FFF2-40B4-BE49-F238E27FC236}">
                <a16:creationId xmlns:a16="http://schemas.microsoft.com/office/drawing/2014/main" id="{BD4F983D-00ED-00FB-938F-E45332334916}"/>
              </a:ext>
            </a:extLst>
          </p:cNvPr>
          <p:cNvCxnSpPr>
            <a:cxnSpLocks/>
          </p:cNvCxnSpPr>
          <p:nvPr userDrawn="1"/>
        </p:nvCxnSpPr>
        <p:spPr>
          <a:xfrm>
            <a:off x="502666" y="896897"/>
            <a:ext cx="451866" cy="0"/>
          </a:xfrm>
          <a:prstGeom prst="line">
            <a:avLst/>
          </a:prstGeom>
          <a:ln w="15875">
            <a:solidFill>
              <a:srgbClr val="F64F17"/>
            </a:solidFill>
          </a:ln>
        </p:spPr>
        <p:style>
          <a:lnRef idx="2">
            <a:schemeClr val="accent1"/>
          </a:lnRef>
          <a:fillRef idx="0">
            <a:schemeClr val="accent1"/>
          </a:fillRef>
          <a:effectRef idx="1">
            <a:schemeClr val="accent1"/>
          </a:effectRef>
          <a:fontRef idx="minor">
            <a:schemeClr val="tx1"/>
          </a:fontRef>
        </p:style>
      </p:cxnSp>
      <p:sp>
        <p:nvSpPr>
          <p:cNvPr id="4" name="Content Placeholder 2">
            <a:extLst>
              <a:ext uri="{FF2B5EF4-FFF2-40B4-BE49-F238E27FC236}">
                <a16:creationId xmlns:a16="http://schemas.microsoft.com/office/drawing/2014/main" id="{F8973339-A9D8-D019-2F11-E2B25F1F13CE}"/>
              </a:ext>
            </a:extLst>
          </p:cNvPr>
          <p:cNvSpPr>
            <a:spLocks noGrp="1"/>
          </p:cNvSpPr>
          <p:nvPr>
            <p:ph idx="13"/>
          </p:nvPr>
        </p:nvSpPr>
        <p:spPr>
          <a:xfrm>
            <a:off x="405384" y="1131124"/>
            <a:ext cx="5462015" cy="457200"/>
          </a:xfrm>
        </p:spPr>
        <p:txBody>
          <a:bodyPr anchor="ctr"/>
          <a:lstStyle>
            <a:lvl1pPr marL="0" indent="0" algn="l">
              <a:buNone/>
              <a:defRPr>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86096762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1_Agenda Slide - Dark">
    <p:bg>
      <p:bgPr>
        <a:solidFill>
          <a:schemeClr val="tx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9105900" y="6540407"/>
            <a:ext cx="2743200" cy="206375"/>
          </a:xfrm>
          <a:prstGeom prst="rect">
            <a:avLst/>
          </a:prstGeom>
        </p:spPr>
        <p:txBody>
          <a:bodyPr vert="horz" lIns="91440" tIns="45720" rIns="91440" bIns="45720" rtlCol="0" anchor="ctr"/>
          <a:lstStyle>
            <a:defPPr>
              <a:defRPr lang="en-US"/>
            </a:defPPr>
            <a:lvl1pPr marL="0" algn="r" defTabSz="914400" rtl="0" eaLnBrk="1" latinLnBrk="0" hangingPunct="1">
              <a:defRPr sz="600" b="0" i="0" kern="1200">
                <a:solidFill>
                  <a:schemeClr val="bg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0EA680-D336-4FF7-8B7A-9848BB0A1C32}" type="slidenum">
              <a:rPr lang="en-US" smtClean="0"/>
              <a:pPr/>
              <a:t>‹#›</a:t>
            </a:fld>
            <a:endParaRPr lang="en-US"/>
          </a:p>
        </p:txBody>
      </p:sp>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28966" y="342900"/>
            <a:ext cx="220134" cy="228600"/>
          </a:xfrm>
          <a:prstGeom prst="rect">
            <a:avLst/>
          </a:prstGeom>
        </p:spPr>
      </p:pic>
      <p:sp>
        <p:nvSpPr>
          <p:cNvPr id="5" name="TextBox 4">
            <a:extLst>
              <a:ext uri="{FF2B5EF4-FFF2-40B4-BE49-F238E27FC236}">
                <a16:creationId xmlns:a16="http://schemas.microsoft.com/office/drawing/2014/main" id="{984A029E-8486-4A47-954F-0DEEEF3042F2}"/>
              </a:ext>
            </a:extLst>
          </p:cNvPr>
          <p:cNvSpPr txBox="1"/>
          <p:nvPr userDrawn="1"/>
        </p:nvSpPr>
        <p:spPr>
          <a:xfrm>
            <a:off x="381000" y="342899"/>
            <a:ext cx="10972800" cy="553998"/>
          </a:xfrm>
          <a:prstGeom prst="rect">
            <a:avLst/>
          </a:prstGeom>
          <a:noFill/>
        </p:spPr>
        <p:txBody>
          <a:bodyPr wrap="square" rtlCol="0" anchor="t">
            <a:spAutoFit/>
          </a:bodyPr>
          <a:lstStyle/>
          <a:p>
            <a:r>
              <a:rPr lang="en-US" sz="3000" b="0" i="0">
                <a:solidFill>
                  <a:schemeClr val="bg1"/>
                </a:solidFill>
                <a:latin typeface="Montserrat Light" pitchFamily="2" charset="77"/>
              </a:rPr>
              <a:t>Agenda</a:t>
            </a:r>
          </a:p>
        </p:txBody>
      </p:sp>
      <p:sp>
        <p:nvSpPr>
          <p:cNvPr id="12" name="Date Placeholder 3">
            <a:extLst>
              <a:ext uri="{FF2B5EF4-FFF2-40B4-BE49-F238E27FC236}">
                <a16:creationId xmlns:a16="http://schemas.microsoft.com/office/drawing/2014/main" id="{356B5CE4-CB9C-2813-E3D0-9CEDCA63520A}"/>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defPPr>
              <a:defRPr lang="en-US"/>
            </a:defPPr>
            <a:lvl1pPr marL="0" algn="l" defTabSz="914400" rtl="0" eaLnBrk="1" latinLnBrk="0" hangingPunct="1">
              <a:defRPr sz="600" b="0" i="0" kern="1200">
                <a:solidFill>
                  <a:schemeClr val="bg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 SYREN CLOUD INC – 2025 – ALL RIGHTS RESERVED</a:t>
            </a:r>
            <a:endParaRPr lang="en-US"/>
          </a:p>
        </p:txBody>
      </p:sp>
      <p:pic>
        <p:nvPicPr>
          <p:cNvPr id="4" name="Graphic 3">
            <a:extLst>
              <a:ext uri="{FF2B5EF4-FFF2-40B4-BE49-F238E27FC236}">
                <a16:creationId xmlns:a16="http://schemas.microsoft.com/office/drawing/2014/main" id="{00DC2F79-0561-CA4A-0111-3C8F3F9A1A6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cxnSp>
        <p:nvCxnSpPr>
          <p:cNvPr id="9" name="Straight Connector 8">
            <a:extLst>
              <a:ext uri="{FF2B5EF4-FFF2-40B4-BE49-F238E27FC236}">
                <a16:creationId xmlns:a16="http://schemas.microsoft.com/office/drawing/2014/main" id="{3DF648CB-B53A-97FE-8A66-928C7AC2BFE6}"/>
              </a:ext>
            </a:extLst>
          </p:cNvPr>
          <p:cNvCxnSpPr>
            <a:cxnSpLocks/>
          </p:cNvCxnSpPr>
          <p:nvPr userDrawn="1"/>
        </p:nvCxnSpPr>
        <p:spPr>
          <a:xfrm>
            <a:off x="502666" y="896897"/>
            <a:ext cx="451866" cy="0"/>
          </a:xfrm>
          <a:prstGeom prst="line">
            <a:avLst/>
          </a:prstGeom>
          <a:ln w="15875">
            <a:solidFill>
              <a:srgbClr val="F64F17"/>
            </a:solidFill>
          </a:ln>
        </p:spPr>
        <p:style>
          <a:lnRef idx="2">
            <a:schemeClr val="accent1"/>
          </a:lnRef>
          <a:fillRef idx="0">
            <a:schemeClr val="accent1"/>
          </a:fillRef>
          <a:effectRef idx="1">
            <a:schemeClr val="accent1"/>
          </a:effectRef>
          <a:fontRef idx="minor">
            <a:schemeClr val="tx1"/>
          </a:fontRef>
        </p:style>
      </p:cxnSp>
      <p:sp>
        <p:nvSpPr>
          <p:cNvPr id="2" name="Content Placeholder 2">
            <a:extLst>
              <a:ext uri="{FF2B5EF4-FFF2-40B4-BE49-F238E27FC236}">
                <a16:creationId xmlns:a16="http://schemas.microsoft.com/office/drawing/2014/main" id="{367BF5CD-B00A-CD4C-B258-889CE9E83427}"/>
              </a:ext>
            </a:extLst>
          </p:cNvPr>
          <p:cNvSpPr>
            <a:spLocks noGrp="1"/>
          </p:cNvSpPr>
          <p:nvPr>
            <p:ph idx="14"/>
          </p:nvPr>
        </p:nvSpPr>
        <p:spPr>
          <a:xfrm>
            <a:off x="405384" y="1131124"/>
            <a:ext cx="5462015" cy="457200"/>
          </a:xfrm>
        </p:spPr>
        <p:txBody>
          <a:bodyPr anchor="ctr"/>
          <a:lstStyle>
            <a:lvl1pPr marL="0" indent="0" algn="l">
              <a:buNone/>
              <a:defRPr>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373228881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Section Break - Dark">
    <p:bg>
      <p:bgPr>
        <a:solidFill>
          <a:schemeClr val="tx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57250" y="6540407"/>
            <a:ext cx="2743200" cy="206375"/>
          </a:xfrm>
          <a:prstGeom prst="rect">
            <a:avLst/>
          </a:prstGeom>
        </p:spPr>
        <p:txBody>
          <a:bodyPr vert="horz" lIns="91440" tIns="45720" rIns="91440" bIns="45720" rtlCol="0" anchor="ctr"/>
          <a:lstStyle>
            <a:defPPr>
              <a:defRPr lang="en-US"/>
            </a:defPPr>
            <a:lvl1pPr marL="0" algn="l" defTabSz="914400" rtl="0" eaLnBrk="1" latinLnBrk="0" hangingPunct="1">
              <a:defRPr sz="600" b="0" i="0" kern="1200">
                <a:solidFill>
                  <a:schemeClr val="bg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 SYREN CLOUD INC – 2025 – ALL RIGHTS RESERVED</a:t>
            </a:r>
            <a:endParaRPr lang="en-US"/>
          </a:p>
        </p:txBody>
      </p:sp>
      <p:sp>
        <p:nvSpPr>
          <p:cNvPr id="6" name="Slide Number Placeholder 5"/>
          <p:cNvSpPr>
            <a:spLocks noGrp="1"/>
          </p:cNvSpPr>
          <p:nvPr>
            <p:ph type="sldNum" sz="quarter" idx="12"/>
          </p:nvPr>
        </p:nvSpPr>
        <p:spPr>
          <a:xfrm>
            <a:off x="9105900" y="6540407"/>
            <a:ext cx="2743200" cy="206375"/>
          </a:xfrm>
          <a:prstGeom prst="rect">
            <a:avLst/>
          </a:prstGeom>
        </p:spPr>
        <p:txBody>
          <a:bodyPr vert="horz" lIns="91440" tIns="45720" rIns="91440" bIns="45720" rtlCol="0" anchor="ctr"/>
          <a:lstStyle>
            <a:defPPr>
              <a:defRPr lang="en-US"/>
            </a:defPPr>
            <a:lvl1pPr marL="0" algn="r" defTabSz="914400" rtl="0" eaLnBrk="1" latinLnBrk="0" hangingPunct="1">
              <a:defRPr sz="600" b="0" i="0" kern="1200">
                <a:solidFill>
                  <a:schemeClr val="bg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0EA680-D336-4FF7-8B7A-9848BB0A1C32}" type="slidenum">
              <a:rPr lang="en-US" smtClean="0"/>
              <a:pPr/>
              <a:t>‹#›</a:t>
            </a:fld>
            <a:endParaRPr lang="en-US"/>
          </a:p>
        </p:txBody>
      </p:sp>
      <p:pic>
        <p:nvPicPr>
          <p:cNvPr id="7" name="Graphic 6">
            <a:extLst>
              <a:ext uri="{FF2B5EF4-FFF2-40B4-BE49-F238E27FC236}">
                <a16:creationId xmlns:a16="http://schemas.microsoft.com/office/drawing/2014/main" id="{010E394F-AE28-1CC6-C7FC-5C379921078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8582" y="6548674"/>
            <a:ext cx="457200" cy="143540"/>
          </a:xfrm>
          <a:prstGeom prst="rect">
            <a:avLst/>
          </a:prstGeom>
        </p:spPr>
      </p:pic>
      <p:pic>
        <p:nvPicPr>
          <p:cNvPr id="9" name="Picture 8" descr="A black background with orange circles&#10;&#10;AI-generated content may be incorrect.">
            <a:extLst>
              <a:ext uri="{FF2B5EF4-FFF2-40B4-BE49-F238E27FC236}">
                <a16:creationId xmlns:a16="http://schemas.microsoft.com/office/drawing/2014/main" id="{DB3A95AF-E38C-4D22-D25E-DE95CBD87D3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501899" y="-899665"/>
            <a:ext cx="7588845" cy="7591879"/>
          </a:xfrm>
          <a:prstGeom prst="rect">
            <a:avLst/>
          </a:prstGeom>
        </p:spPr>
      </p:pic>
      <p:sp>
        <p:nvSpPr>
          <p:cNvPr id="3" name="Title 1">
            <a:extLst>
              <a:ext uri="{FF2B5EF4-FFF2-40B4-BE49-F238E27FC236}">
                <a16:creationId xmlns:a16="http://schemas.microsoft.com/office/drawing/2014/main" id="{CD2DE7F7-ED0F-264D-A7D5-F6EDB9D76982}"/>
              </a:ext>
            </a:extLst>
          </p:cNvPr>
          <p:cNvSpPr>
            <a:spLocks noGrp="1"/>
          </p:cNvSpPr>
          <p:nvPr>
            <p:ph type="ctrTitle"/>
          </p:nvPr>
        </p:nvSpPr>
        <p:spPr>
          <a:xfrm>
            <a:off x="381000" y="4523162"/>
            <a:ext cx="5887453" cy="1828800"/>
          </a:xfrm>
        </p:spPr>
        <p:txBody>
          <a:bodyPr anchor="b">
            <a:normAutofit/>
          </a:bodyPr>
          <a:lstStyle>
            <a:lvl1pPr marL="6350" indent="0" algn="l">
              <a:tabLst/>
              <a:defRPr sz="4000">
                <a:solidFill>
                  <a:schemeClr val="bg1"/>
                </a:solidFill>
              </a:defRPr>
            </a:lvl1pPr>
          </a:lstStyle>
          <a:p>
            <a:r>
              <a:rPr lang="en-US"/>
              <a:t>Click to edit Master title style</a:t>
            </a:r>
          </a:p>
        </p:txBody>
      </p:sp>
    </p:spTree>
    <p:extLst>
      <p:ext uri="{BB962C8B-B14F-4D97-AF65-F5344CB8AC3E}">
        <p14:creationId xmlns:p14="http://schemas.microsoft.com/office/powerpoint/2010/main" val="3078743132"/>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Section Break - Gradient">
    <p:bg>
      <p:bgPr>
        <a:solidFill>
          <a:schemeClr val="tx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57250" y="6540407"/>
            <a:ext cx="2743200" cy="206375"/>
          </a:xfrm>
          <a:prstGeom prst="rect">
            <a:avLst/>
          </a:prstGeom>
        </p:spPr>
        <p:txBody>
          <a:bodyPr vert="horz" lIns="91440" tIns="45720" rIns="91440" bIns="45720" rtlCol="0" anchor="ctr"/>
          <a:lstStyle>
            <a:defPPr>
              <a:defRPr lang="en-US"/>
            </a:defPPr>
            <a:lvl1pPr marL="0" algn="l" defTabSz="914400" rtl="0" eaLnBrk="1" latinLnBrk="0" hangingPunct="1">
              <a:defRPr sz="600" b="0" i="0" kern="1200">
                <a:solidFill>
                  <a:schemeClr val="bg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 SYREN CLOUD INC – 2025 – ALL RIGHTS RESERVED</a:t>
            </a:r>
            <a:endParaRPr lang="en-US"/>
          </a:p>
        </p:txBody>
      </p:sp>
      <p:sp>
        <p:nvSpPr>
          <p:cNvPr id="6" name="Slide Number Placeholder 5"/>
          <p:cNvSpPr>
            <a:spLocks noGrp="1"/>
          </p:cNvSpPr>
          <p:nvPr>
            <p:ph type="sldNum" sz="quarter" idx="12"/>
          </p:nvPr>
        </p:nvSpPr>
        <p:spPr>
          <a:xfrm>
            <a:off x="9105900" y="6540407"/>
            <a:ext cx="2743200" cy="206375"/>
          </a:xfrm>
          <a:prstGeom prst="rect">
            <a:avLst/>
          </a:prstGeom>
        </p:spPr>
        <p:txBody>
          <a:bodyPr vert="horz" lIns="91440" tIns="45720" rIns="91440" bIns="45720" rtlCol="0" anchor="ctr"/>
          <a:lstStyle>
            <a:defPPr>
              <a:defRPr lang="en-US"/>
            </a:defPPr>
            <a:lvl1pPr marL="0" algn="r" defTabSz="914400" rtl="0" eaLnBrk="1" latinLnBrk="0" hangingPunct="1">
              <a:defRPr sz="600" b="0" i="0" kern="1200">
                <a:solidFill>
                  <a:schemeClr val="bg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0EA680-D336-4FF7-8B7A-9848BB0A1C32}" type="slidenum">
              <a:rPr lang="en-US" smtClean="0"/>
              <a:pPr/>
              <a:t>‹#›</a:t>
            </a:fld>
            <a:endParaRPr lang="en-US"/>
          </a:p>
        </p:txBody>
      </p:sp>
      <p:pic>
        <p:nvPicPr>
          <p:cNvPr id="7" name="Graphic 6">
            <a:extLst>
              <a:ext uri="{FF2B5EF4-FFF2-40B4-BE49-F238E27FC236}">
                <a16:creationId xmlns:a16="http://schemas.microsoft.com/office/drawing/2014/main" id="{010E394F-AE28-1CC6-C7FC-5C379921078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8582" y="6548674"/>
            <a:ext cx="457200" cy="143540"/>
          </a:xfrm>
          <a:prstGeom prst="rect">
            <a:avLst/>
          </a:prstGeom>
        </p:spPr>
      </p:pic>
      <p:sp>
        <p:nvSpPr>
          <p:cNvPr id="5" name="Title 1">
            <a:extLst>
              <a:ext uri="{FF2B5EF4-FFF2-40B4-BE49-F238E27FC236}">
                <a16:creationId xmlns:a16="http://schemas.microsoft.com/office/drawing/2014/main" id="{906E3DAE-CF51-7DF2-2E9A-3361B71E13BC}"/>
              </a:ext>
            </a:extLst>
          </p:cNvPr>
          <p:cNvSpPr txBox="1">
            <a:spLocks/>
          </p:cNvSpPr>
          <p:nvPr userDrawn="1"/>
        </p:nvSpPr>
        <p:spPr>
          <a:xfrm>
            <a:off x="381000" y="2000250"/>
            <a:ext cx="4566919" cy="28575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0" i="0" kern="1200">
                <a:solidFill>
                  <a:schemeClr val="bg1"/>
                </a:solidFill>
                <a:latin typeface="Montserrat Light" pitchFamily="2" charset="77"/>
                <a:ea typeface="+mj-ea"/>
                <a:cs typeface="+mj-cs"/>
              </a:defRPr>
            </a:lvl1pPr>
          </a:lstStyle>
          <a:p>
            <a:r>
              <a:rPr lang="en-US" sz="4000"/>
              <a:t>Click to edit Master title style</a:t>
            </a:r>
          </a:p>
        </p:txBody>
      </p:sp>
    </p:spTree>
    <p:extLst>
      <p:ext uri="{BB962C8B-B14F-4D97-AF65-F5344CB8AC3E}">
        <p14:creationId xmlns:p14="http://schemas.microsoft.com/office/powerpoint/2010/main" val="199153026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2_Title and Content - Light - Blank">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59A0D10-B6E9-E91C-2185-E6A9911E37DE}"/>
              </a:ext>
            </a:extLst>
          </p:cNvPr>
          <p:cNvSpPr>
            <a:spLocks noGrp="1"/>
          </p:cNvSpPr>
          <p:nvPr>
            <p:ph type="title"/>
          </p:nvPr>
        </p:nvSpPr>
        <p:spPr>
          <a:xfrm>
            <a:off x="381000" y="342899"/>
            <a:ext cx="10515600" cy="553993"/>
          </a:xfrm>
        </p:spPr>
        <p:txBody>
          <a:bodyPr>
            <a:noAutofit/>
          </a:bodyPr>
          <a:lstStyle>
            <a:lvl1pPr>
              <a:defRPr sz="3000" b="0" i="0">
                <a:latin typeface="Montserrat Light" pitchFamily="2" charset="77"/>
              </a:defRPr>
            </a:lvl1pPr>
          </a:lstStyle>
          <a:p>
            <a:r>
              <a:rPr lang="en-US"/>
              <a:t>Click to edit Master title style</a:t>
            </a:r>
          </a:p>
        </p:txBody>
      </p:sp>
      <p:sp>
        <p:nvSpPr>
          <p:cNvPr id="5" name="Content Placeholder 2">
            <a:extLst>
              <a:ext uri="{FF2B5EF4-FFF2-40B4-BE49-F238E27FC236}">
                <a16:creationId xmlns:a16="http://schemas.microsoft.com/office/drawing/2014/main" id="{9B3B395D-3134-7110-EF6E-52B4211F6027}"/>
              </a:ext>
            </a:extLst>
          </p:cNvPr>
          <p:cNvSpPr>
            <a:spLocks noGrp="1"/>
          </p:cNvSpPr>
          <p:nvPr>
            <p:ph idx="1"/>
          </p:nvPr>
        </p:nvSpPr>
        <p:spPr>
          <a:xfrm>
            <a:off x="381000" y="1029730"/>
            <a:ext cx="11468100" cy="5485369"/>
          </a:xfrm>
        </p:spPr>
        <p:txBody>
          <a:bodyPr/>
          <a:lstStyle>
            <a:lvl1pPr marL="285750" indent="-285750">
              <a:buFont typeface="Wingdings" pitchFamily="2" charset="2"/>
              <a:buChar char="v"/>
              <a:defRPr/>
            </a:lvl1pPr>
            <a:lvl2pPr marL="628650" indent="-171450">
              <a:buFont typeface="Wingdings" pitchFamily="2" charset="2"/>
              <a:buChar char="v"/>
              <a:defRPr/>
            </a:lvl2pPr>
            <a:lvl3pPr marL="1085850" indent="-171450">
              <a:buFont typeface="Wingdings" pitchFamily="2" charset="2"/>
              <a:buChar char="v"/>
              <a:defRPr/>
            </a:lvl3pPr>
            <a:lvl4pPr marL="1543050" indent="-171450">
              <a:buFont typeface="Wingdings" pitchFamily="2" charset="2"/>
              <a:buChar char="v"/>
              <a:defRPr/>
            </a:lvl4pPr>
            <a:lvl5pPr marL="2000250" indent="-171450">
              <a:buFont typeface="Wingdings" pitchFamily="2" charset="2"/>
              <a:buChar char="v"/>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22FAB99D-7B1C-0120-0D09-EF00C86215B4}"/>
              </a:ext>
            </a:extLst>
          </p:cNvPr>
          <p:cNvSpPr>
            <a:spLocks noGrp="1"/>
          </p:cNvSpPr>
          <p:nvPr>
            <p:ph type="sldNum" sz="quarter" idx="12"/>
          </p:nvPr>
        </p:nvSpPr>
        <p:spPr>
          <a:xfrm>
            <a:off x="9105900" y="6540407"/>
            <a:ext cx="2743200" cy="206375"/>
          </a:xfrm>
          <a:prstGeom prst="rect">
            <a:avLst/>
          </a:prstGeom>
        </p:spPr>
        <p:txBody>
          <a:bodyPr vert="horz" lIns="91440" tIns="45720" rIns="91440" bIns="45720" rtlCol="0" anchor="ctr"/>
          <a:lstStyle>
            <a:defPPr>
              <a:defRPr lang="en-US"/>
            </a:defPPr>
            <a:lvl1pPr marL="0" algn="r" defTabSz="914400" rtl="0" eaLnBrk="1" latinLnBrk="0" hangingPunct="1">
              <a:defRPr sz="600" b="0" i="0" kern="1200">
                <a:solidFill>
                  <a:schemeClr val="tx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0EA680-D336-4FF7-8B7A-9848BB0A1C32}" type="slidenum">
              <a:rPr lang="en-US" smtClean="0"/>
              <a:pPr/>
              <a:t>‹#›</a:t>
            </a:fld>
            <a:endParaRPr lang="en-US"/>
          </a:p>
        </p:txBody>
      </p:sp>
      <p:pic>
        <p:nvPicPr>
          <p:cNvPr id="12" name="Graphic 11">
            <a:extLst>
              <a:ext uri="{FF2B5EF4-FFF2-40B4-BE49-F238E27FC236}">
                <a16:creationId xmlns:a16="http://schemas.microsoft.com/office/drawing/2014/main" id="{FB12AB68-E2CC-140A-7DA4-83AC40F07A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6548674"/>
            <a:ext cx="457200" cy="143540"/>
          </a:xfrm>
          <a:prstGeom prst="rect">
            <a:avLst/>
          </a:prstGeom>
        </p:spPr>
      </p:pic>
      <p:pic>
        <p:nvPicPr>
          <p:cNvPr id="13" name="Graphic 12">
            <a:extLst>
              <a:ext uri="{FF2B5EF4-FFF2-40B4-BE49-F238E27FC236}">
                <a16:creationId xmlns:a16="http://schemas.microsoft.com/office/drawing/2014/main" id="{E6D8179C-8EB1-AC77-BCF0-99148481158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14" name="Date Placeholder 3">
            <a:extLst>
              <a:ext uri="{FF2B5EF4-FFF2-40B4-BE49-F238E27FC236}">
                <a16:creationId xmlns:a16="http://schemas.microsoft.com/office/drawing/2014/main" id="{511A5B44-2226-E55D-4BA4-99F86F99F95D}"/>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defPPr>
              <a:defRPr lang="en-US"/>
            </a:defPPr>
            <a:lvl1pPr marL="0" algn="l" defTabSz="914400" rtl="0" eaLnBrk="1" latinLnBrk="0" hangingPunct="1">
              <a:defRPr sz="600" b="0" i="0" kern="1200">
                <a:solidFill>
                  <a:schemeClr val="tx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 SYREN CLOUD INC – 2025 – ALL RIGHTS RESERVED</a:t>
            </a:r>
            <a:endParaRPr lang="en-US"/>
          </a:p>
        </p:txBody>
      </p:sp>
      <p:cxnSp>
        <p:nvCxnSpPr>
          <p:cNvPr id="15" name="Straight Connector 14">
            <a:extLst>
              <a:ext uri="{FF2B5EF4-FFF2-40B4-BE49-F238E27FC236}">
                <a16:creationId xmlns:a16="http://schemas.microsoft.com/office/drawing/2014/main" id="{6804407B-910D-2DBF-EEE0-7086B151E4F8}"/>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66855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3_Title and Content - Light - Blank">
    <p:spTree>
      <p:nvGrpSpPr>
        <p:cNvPr id="1" name=""/>
        <p:cNvGrpSpPr/>
        <p:nvPr/>
      </p:nvGrpSpPr>
      <p:grpSpPr>
        <a:xfrm>
          <a:off x="0" y="0"/>
          <a:ext cx="0" cy="0"/>
          <a:chOff x="0" y="0"/>
          <a:chExt cx="0" cy="0"/>
        </a:xfrm>
      </p:grpSpPr>
      <p:sp>
        <p:nvSpPr>
          <p:cNvPr id="2" name="Title 1"/>
          <p:cNvSpPr>
            <a:spLocks noGrp="1"/>
          </p:cNvSpPr>
          <p:nvPr>
            <p:ph type="title"/>
          </p:nvPr>
        </p:nvSpPr>
        <p:spPr>
          <a:xfrm>
            <a:off x="381000" y="342899"/>
            <a:ext cx="10515600" cy="553993"/>
          </a:xfrm>
        </p:spPr>
        <p:txBody>
          <a:bodyPr>
            <a:noAutofit/>
          </a:bodyPr>
          <a:lstStyle>
            <a:lvl1pPr>
              <a:defRPr sz="3000" b="0" i="0">
                <a:latin typeface="Montserrat Light" pitchFamily="2" charset="77"/>
              </a:defRPr>
            </a:lvl1pPr>
          </a:lstStyle>
          <a:p>
            <a:r>
              <a:rPr lang="en-US"/>
              <a:t>Click to edit Master title style</a:t>
            </a:r>
          </a:p>
        </p:txBody>
      </p:sp>
      <p:sp>
        <p:nvSpPr>
          <p:cNvPr id="6" name="Slide Number Placeholder 5"/>
          <p:cNvSpPr>
            <a:spLocks noGrp="1"/>
          </p:cNvSpPr>
          <p:nvPr>
            <p:ph type="sldNum" sz="quarter" idx="12"/>
          </p:nvPr>
        </p:nvSpPr>
        <p:spPr>
          <a:xfrm>
            <a:off x="9105900" y="6540407"/>
            <a:ext cx="2743200" cy="206375"/>
          </a:xfrm>
          <a:prstGeom prst="rect">
            <a:avLst/>
          </a:prstGeom>
        </p:spPr>
        <p:txBody>
          <a:bodyPr vert="horz" lIns="91440" tIns="45720" rIns="91440" bIns="45720" rtlCol="0" anchor="ctr"/>
          <a:lstStyle>
            <a:defPPr>
              <a:defRPr lang="en-US"/>
            </a:defPPr>
            <a:lvl1pPr marL="0" algn="r" defTabSz="914400" rtl="0" eaLnBrk="1" latinLnBrk="0" hangingPunct="1">
              <a:defRPr sz="600" b="0" i="0" kern="1200">
                <a:solidFill>
                  <a:schemeClr val="tx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0EA680-D336-4FF7-8B7A-9848BB0A1C32}" type="slidenum">
              <a:rPr lang="en-US" smtClean="0"/>
              <a:pPr/>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defPPr>
              <a:defRPr lang="en-US"/>
            </a:defPPr>
            <a:lvl1pPr marL="0" algn="l" defTabSz="914400" rtl="0" eaLnBrk="1" latinLnBrk="0" hangingPunct="1">
              <a:defRPr sz="600" b="0" i="0" kern="1200">
                <a:solidFill>
                  <a:schemeClr val="tx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 SYREN CLOUD INC – 2025 – ALL RIGHTS RESERVED</a:t>
            </a:r>
            <a:endParaRPr lang="en-US"/>
          </a:p>
        </p:txBody>
      </p:sp>
      <p:cxnSp>
        <p:nvCxnSpPr>
          <p:cNvPr id="9" name="Straight Connector 8">
            <a:extLst>
              <a:ext uri="{FF2B5EF4-FFF2-40B4-BE49-F238E27FC236}">
                <a16:creationId xmlns:a16="http://schemas.microsoft.com/office/drawing/2014/main" id="{5CE39CB5-F702-940E-D5A3-9950276C91F2}"/>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pic>
        <p:nvPicPr>
          <p:cNvPr id="4" name="Picture 3" descr="A grey map of asia&#10;&#10;AI-generated content may be incorrect.">
            <a:extLst>
              <a:ext uri="{FF2B5EF4-FFF2-40B4-BE49-F238E27FC236}">
                <a16:creationId xmlns:a16="http://schemas.microsoft.com/office/drawing/2014/main" id="{FB95F198-69EF-1AAC-D349-DDA5C609B002}"/>
              </a:ext>
            </a:extLst>
          </p:cNvPr>
          <p:cNvPicPr>
            <a:picLocks noChangeAspect="1"/>
          </p:cNvPicPr>
          <p:nvPr userDrawn="1"/>
        </p:nvPicPr>
        <p:blipFill>
          <a:blip r:embed="rId4">
            <a:alphaModFix amt="23000"/>
            <a:duotone>
              <a:schemeClr val="bg2">
                <a:shade val="45000"/>
                <a:satMod val="135000"/>
              </a:schemeClr>
              <a:prstClr val="white"/>
            </a:duotone>
            <a:extLst>
              <a:ext uri="{28A0092B-C50C-407E-A947-70E740481C1C}">
                <a14:useLocalDpi xmlns:a14="http://schemas.microsoft.com/office/drawing/2010/main" val="0"/>
              </a:ext>
            </a:extLst>
          </a:blip>
          <a:srcRect l="13257" t="15066" r="8152" b="14978"/>
          <a:stretch/>
        </p:blipFill>
        <p:spPr>
          <a:xfrm>
            <a:off x="2840324" y="385550"/>
            <a:ext cx="6885999" cy="6129551"/>
          </a:xfrm>
          <a:prstGeom prst="rect">
            <a:avLst/>
          </a:prstGeom>
          <a:ln>
            <a:noFill/>
          </a:ln>
          <a:effectLst/>
        </p:spPr>
      </p:pic>
    </p:spTree>
    <p:extLst>
      <p:ext uri="{BB962C8B-B14F-4D97-AF65-F5344CB8AC3E}">
        <p14:creationId xmlns:p14="http://schemas.microsoft.com/office/powerpoint/2010/main" val="164208039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2_Title and Content - Dark - Blank">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29730"/>
            <a:ext cx="11468100" cy="5485369"/>
          </a:xfrm>
        </p:spPr>
        <p:txBody>
          <a:bodyPr/>
          <a:lstStyle>
            <a:lvl1pPr marL="228600" indent="-228600">
              <a:buFont typeface="Wingdings" pitchFamily="2" charset="2"/>
              <a:buChar char="v"/>
              <a:defRPr>
                <a:solidFill>
                  <a:schemeClr val="bg1"/>
                </a:solidFill>
              </a:defRPr>
            </a:lvl1pPr>
            <a:lvl2pPr marL="685800" indent="-228600">
              <a:buFont typeface="Wingdings" pitchFamily="2" charset="2"/>
              <a:buChar char="v"/>
              <a:defRPr>
                <a:solidFill>
                  <a:schemeClr val="bg1"/>
                </a:solidFill>
              </a:defRPr>
            </a:lvl2pPr>
            <a:lvl3pPr marL="1143000" indent="-228600">
              <a:buFont typeface="Wingdings" pitchFamily="2" charset="2"/>
              <a:buChar char="v"/>
              <a:defRPr>
                <a:solidFill>
                  <a:schemeClr val="bg1"/>
                </a:solidFill>
              </a:defRPr>
            </a:lvl3pPr>
            <a:lvl4pPr marL="1600200" indent="-228600">
              <a:buFont typeface="Wingdings" pitchFamily="2" charset="2"/>
              <a:buChar char="v"/>
              <a:defRPr>
                <a:solidFill>
                  <a:schemeClr val="bg1"/>
                </a:solidFill>
              </a:defRPr>
            </a:lvl4pPr>
            <a:lvl5pPr marL="2057400" indent="-228600">
              <a:buFont typeface="Wingdings" pitchFamily="2" charset="2"/>
              <a:buChar char="v"/>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9105900" y="6540407"/>
            <a:ext cx="2743200" cy="206375"/>
          </a:xfrm>
          <a:prstGeom prst="rect">
            <a:avLst/>
          </a:prstGeom>
        </p:spPr>
        <p:txBody>
          <a:bodyPr vert="horz" lIns="91440" tIns="45720" rIns="91440" bIns="45720" rtlCol="0" anchor="ctr"/>
          <a:lstStyle>
            <a:defPPr>
              <a:defRPr lang="en-US"/>
            </a:defPPr>
            <a:lvl1pPr marL="0" algn="r" defTabSz="914400" rtl="0" eaLnBrk="1" latinLnBrk="0" hangingPunct="1">
              <a:defRPr sz="600" b="0" i="0" kern="1200">
                <a:solidFill>
                  <a:schemeClr val="bg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0EA680-D336-4FF7-8B7A-9848BB0A1C32}" type="slidenum">
              <a:rPr lang="en-US" smtClean="0"/>
              <a:pPr/>
              <a:t>‹#›</a:t>
            </a:fld>
            <a:endParaRPr lang="en-US"/>
          </a:p>
        </p:txBody>
      </p:sp>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defPPr>
              <a:defRPr lang="en-US"/>
            </a:defPPr>
            <a:lvl1pPr marL="0" algn="l" defTabSz="914400" rtl="0" eaLnBrk="1" latinLnBrk="0" hangingPunct="1">
              <a:defRPr sz="600" b="0" i="0" kern="1200">
                <a:solidFill>
                  <a:schemeClr val="bg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 SYREN CLOUD INC – 2025 – ALL RIGHTS RESERVED</a:t>
            </a:r>
            <a:endParaRPr lang="en-US"/>
          </a:p>
        </p:txBody>
      </p:sp>
      <p:pic>
        <p:nvPicPr>
          <p:cNvPr id="5" name="Graphic 4">
            <a:extLst>
              <a:ext uri="{FF2B5EF4-FFF2-40B4-BE49-F238E27FC236}">
                <a16:creationId xmlns:a16="http://schemas.microsoft.com/office/drawing/2014/main" id="{5D1A1B21-B93B-E42A-E51E-7A1F7B5E2DC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cxnSp>
        <p:nvCxnSpPr>
          <p:cNvPr id="7" name="Straight Connector 6">
            <a:extLst>
              <a:ext uri="{FF2B5EF4-FFF2-40B4-BE49-F238E27FC236}">
                <a16:creationId xmlns:a16="http://schemas.microsoft.com/office/drawing/2014/main" id="{464AB1EB-15E3-CE1B-411E-C1FEC0D2BD24}"/>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88A7821C-3321-6D10-05B6-451DE1DF7328}"/>
              </a:ext>
            </a:extLst>
          </p:cNvPr>
          <p:cNvSpPr>
            <a:spLocks noGrp="1"/>
          </p:cNvSpPr>
          <p:nvPr>
            <p:ph type="title"/>
          </p:nvPr>
        </p:nvSpPr>
        <p:spPr>
          <a:xfrm>
            <a:off x="381000" y="342899"/>
            <a:ext cx="10515600" cy="553993"/>
          </a:xfrm>
        </p:spPr>
        <p:txBody>
          <a:bodyPr>
            <a:noAutofit/>
          </a:bodyPr>
          <a:lstStyle>
            <a:lvl1pPr>
              <a:defRPr sz="3000" b="0" i="0">
                <a:solidFill>
                  <a:schemeClr val="bg1"/>
                </a:solidFill>
                <a:latin typeface="Montserrat Light" pitchFamily="2" charset="77"/>
              </a:defRPr>
            </a:lvl1pPr>
          </a:lstStyle>
          <a:p>
            <a:r>
              <a:rPr lang="en-US"/>
              <a:t>Click to edit Master title style</a:t>
            </a:r>
          </a:p>
        </p:txBody>
      </p:sp>
    </p:spTree>
    <p:extLst>
      <p:ext uri="{BB962C8B-B14F-4D97-AF65-F5344CB8AC3E}">
        <p14:creationId xmlns:p14="http://schemas.microsoft.com/office/powerpoint/2010/main" val="2948798309"/>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Title and Content w Image - Dark">
    <p:bg>
      <p:bgPr>
        <a:solidFill>
          <a:schemeClr val="tx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9105900" y="6540407"/>
            <a:ext cx="2743200" cy="206375"/>
          </a:xfrm>
          <a:prstGeom prst="rect">
            <a:avLst/>
          </a:prstGeom>
        </p:spPr>
        <p:txBody>
          <a:bodyPr vert="horz" lIns="91440" tIns="45720" rIns="91440" bIns="45720" rtlCol="0" anchor="ctr"/>
          <a:lstStyle>
            <a:defPPr>
              <a:defRPr lang="en-US"/>
            </a:defPPr>
            <a:lvl1pPr marL="0" algn="r" defTabSz="914400" rtl="0" eaLnBrk="1" latinLnBrk="0" hangingPunct="1">
              <a:defRPr sz="600" b="0" i="0" kern="1200">
                <a:solidFill>
                  <a:schemeClr val="bg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0EA680-D336-4FF7-8B7A-9848BB0A1C32}" type="slidenum">
              <a:rPr lang="en-US" smtClean="0"/>
              <a:pPr/>
              <a:t>‹#›</a:t>
            </a:fld>
            <a:endParaRPr lang="en-US"/>
          </a:p>
        </p:txBody>
      </p:sp>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defPPr>
              <a:defRPr lang="en-US"/>
            </a:defPPr>
            <a:lvl1pPr marL="0" algn="l" defTabSz="914400" rtl="0" eaLnBrk="1" latinLnBrk="0" hangingPunct="1">
              <a:defRPr sz="600" b="0" i="0" kern="1200">
                <a:solidFill>
                  <a:schemeClr val="bg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 SYREN CLOUD INC – 2025 – ALL RIGHTS RESERVED</a:t>
            </a:r>
            <a:endParaRPr lang="en-US"/>
          </a:p>
        </p:txBody>
      </p:sp>
      <p:pic>
        <p:nvPicPr>
          <p:cNvPr id="5" name="Graphic 4">
            <a:extLst>
              <a:ext uri="{FF2B5EF4-FFF2-40B4-BE49-F238E27FC236}">
                <a16:creationId xmlns:a16="http://schemas.microsoft.com/office/drawing/2014/main" id="{5D1A1B21-B93B-E42A-E51E-7A1F7B5E2DC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cxnSp>
        <p:nvCxnSpPr>
          <p:cNvPr id="7" name="Straight Connector 6">
            <a:extLst>
              <a:ext uri="{FF2B5EF4-FFF2-40B4-BE49-F238E27FC236}">
                <a16:creationId xmlns:a16="http://schemas.microsoft.com/office/drawing/2014/main" id="{464AB1EB-15E3-CE1B-411E-C1FEC0D2BD24}"/>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62E7273-4156-86A7-7315-686A67241837}"/>
              </a:ext>
            </a:extLst>
          </p:cNvPr>
          <p:cNvSpPr>
            <a:spLocks noGrp="1"/>
          </p:cNvSpPr>
          <p:nvPr>
            <p:ph type="title"/>
          </p:nvPr>
        </p:nvSpPr>
        <p:spPr>
          <a:xfrm>
            <a:off x="381000" y="342899"/>
            <a:ext cx="10515600" cy="553993"/>
          </a:xfrm>
        </p:spPr>
        <p:txBody>
          <a:bodyPr>
            <a:noAutofit/>
          </a:bodyPr>
          <a:lstStyle>
            <a:lvl1pPr>
              <a:defRPr sz="3000" b="0" i="0">
                <a:solidFill>
                  <a:schemeClr val="bg1"/>
                </a:solidFill>
                <a:latin typeface="Montserrat Light" pitchFamily="2" charset="77"/>
              </a:defRPr>
            </a:lvl1pPr>
          </a:lstStyle>
          <a:p>
            <a:r>
              <a:rPr lang="en-US"/>
              <a:t>Click to edit Master title style</a:t>
            </a:r>
          </a:p>
        </p:txBody>
      </p:sp>
      <p:sp>
        <p:nvSpPr>
          <p:cNvPr id="4" name="Content Placeholder 2">
            <a:extLst>
              <a:ext uri="{FF2B5EF4-FFF2-40B4-BE49-F238E27FC236}">
                <a16:creationId xmlns:a16="http://schemas.microsoft.com/office/drawing/2014/main" id="{323833B9-2874-D264-58E3-467A17E08E84}"/>
              </a:ext>
            </a:extLst>
          </p:cNvPr>
          <p:cNvSpPr>
            <a:spLocks noGrp="1"/>
          </p:cNvSpPr>
          <p:nvPr>
            <p:ph idx="1"/>
          </p:nvPr>
        </p:nvSpPr>
        <p:spPr>
          <a:xfrm>
            <a:off x="381000" y="1029730"/>
            <a:ext cx="5588285" cy="5485369"/>
          </a:xfrm>
        </p:spPr>
        <p:txBody>
          <a:bodyPr/>
          <a:lstStyle>
            <a:lvl1pPr marL="228600" indent="-228600">
              <a:buFont typeface="Wingdings" pitchFamily="2" charset="2"/>
              <a:buChar char="v"/>
              <a:defRPr>
                <a:solidFill>
                  <a:schemeClr val="bg1"/>
                </a:solidFill>
              </a:defRPr>
            </a:lvl1pPr>
            <a:lvl2pPr marL="685800" indent="-228600">
              <a:buFont typeface="Wingdings" pitchFamily="2" charset="2"/>
              <a:buChar char="v"/>
              <a:defRPr>
                <a:solidFill>
                  <a:schemeClr val="bg1"/>
                </a:solidFill>
              </a:defRPr>
            </a:lvl2pPr>
            <a:lvl3pPr marL="1143000" indent="-228600">
              <a:buFont typeface="Wingdings" pitchFamily="2" charset="2"/>
              <a:buChar char="v"/>
              <a:defRPr>
                <a:solidFill>
                  <a:schemeClr val="bg1"/>
                </a:solidFill>
              </a:defRPr>
            </a:lvl3pPr>
            <a:lvl4pPr marL="1600200" indent="-228600">
              <a:buFont typeface="Wingdings" pitchFamily="2" charset="2"/>
              <a:buChar char="v"/>
              <a:defRPr>
                <a:solidFill>
                  <a:schemeClr val="bg1"/>
                </a:solidFill>
              </a:defRPr>
            </a:lvl4pPr>
            <a:lvl5pPr marL="2057400" indent="-228600">
              <a:buFont typeface="Wingdings" pitchFamily="2" charset="2"/>
              <a:buChar char="v"/>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322878"/>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Quote Slide Light">
    <p:spTree>
      <p:nvGrpSpPr>
        <p:cNvPr id="1" name=""/>
        <p:cNvGrpSpPr/>
        <p:nvPr/>
      </p:nvGrpSpPr>
      <p:grpSpPr>
        <a:xfrm>
          <a:off x="0" y="0"/>
          <a:ext cx="0" cy="0"/>
          <a:chOff x="0" y="0"/>
          <a:chExt cx="0" cy="0"/>
        </a:xfrm>
      </p:grpSpPr>
      <p:sp>
        <p:nvSpPr>
          <p:cNvPr id="2" name="Title 1"/>
          <p:cNvSpPr>
            <a:spLocks noGrp="1"/>
          </p:cNvSpPr>
          <p:nvPr>
            <p:ph type="title"/>
          </p:nvPr>
        </p:nvSpPr>
        <p:spPr>
          <a:xfrm>
            <a:off x="3810000" y="2875007"/>
            <a:ext cx="6664960" cy="553993"/>
          </a:xfrm>
        </p:spPr>
        <p:txBody>
          <a:bodyPr anchor="b">
            <a:noAutofit/>
          </a:bodyPr>
          <a:lstStyle>
            <a:lvl1pPr>
              <a:defRPr sz="2400" b="0" i="0">
                <a:solidFill>
                  <a:srgbClr val="F64F17"/>
                </a:solidFill>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0" y="3561839"/>
            <a:ext cx="6664960" cy="3382250"/>
          </a:xfrm>
        </p:spPr>
        <p:txBody>
          <a:bodyPr>
            <a:normAutofit/>
          </a:bodyPr>
          <a:lstStyle>
            <a:lvl1pPr marL="171450" indent="-171450">
              <a:buFont typeface="Wingdings" pitchFamily="2" charset="2"/>
              <a:buChar char="v"/>
              <a:defRPr sz="800">
                <a:solidFill>
                  <a:schemeClr val="bg2"/>
                </a:solidFill>
              </a:defRPr>
            </a:lvl1pPr>
            <a:lvl2pPr marL="628650" indent="-171450">
              <a:buFont typeface="Wingdings" pitchFamily="2" charset="2"/>
              <a:buChar char="v"/>
              <a:defRPr sz="800">
                <a:solidFill>
                  <a:schemeClr val="bg2"/>
                </a:solidFill>
              </a:defRPr>
            </a:lvl2pPr>
            <a:lvl3pPr marL="1085850" indent="-171450">
              <a:buFont typeface="Wingdings" pitchFamily="2" charset="2"/>
              <a:buChar char="v"/>
              <a:defRPr sz="800">
                <a:solidFill>
                  <a:schemeClr val="bg2"/>
                </a:solidFill>
              </a:defRPr>
            </a:lvl3pPr>
            <a:lvl4pPr marL="1543050" indent="-171450">
              <a:buFont typeface="Wingdings" pitchFamily="2" charset="2"/>
              <a:buChar char="v"/>
              <a:defRPr sz="800">
                <a:solidFill>
                  <a:schemeClr val="bg2"/>
                </a:solidFill>
              </a:defRPr>
            </a:lvl4pPr>
            <a:lvl5pPr marL="2000250" indent="-171450">
              <a:buFont typeface="Wingdings" pitchFamily="2" charset="2"/>
              <a:buChar char="v"/>
              <a:defRPr sz="8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9105900" y="6540407"/>
            <a:ext cx="2743200" cy="206375"/>
          </a:xfrm>
          <a:prstGeom prst="rect">
            <a:avLst/>
          </a:prstGeom>
        </p:spPr>
        <p:txBody>
          <a:bodyPr vert="horz" lIns="91440" tIns="45720" rIns="91440" bIns="45720" rtlCol="0" anchor="ctr"/>
          <a:lstStyle>
            <a:defPPr>
              <a:defRPr lang="en-US"/>
            </a:defPPr>
            <a:lvl1pPr marL="0" algn="r" defTabSz="914400" rtl="0" eaLnBrk="1" latinLnBrk="0" hangingPunct="1">
              <a:defRPr sz="600" b="0" i="0" kern="1200">
                <a:solidFill>
                  <a:schemeClr val="tx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0EA680-D336-4FF7-8B7A-9848BB0A1C32}" type="slidenum">
              <a:rPr lang="en-US" smtClean="0"/>
              <a:pPr/>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defPPr>
              <a:defRPr lang="en-US"/>
            </a:defPPr>
            <a:lvl1pPr marL="0" algn="l" defTabSz="914400" rtl="0" eaLnBrk="1" latinLnBrk="0" hangingPunct="1">
              <a:defRPr sz="600" b="0" i="0" kern="1200">
                <a:solidFill>
                  <a:schemeClr val="tx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 SYREN CLOUD INC – 2025 – ALL RIGHTS RESERVED</a:t>
            </a:r>
            <a:endParaRPr lang="en-US"/>
          </a:p>
        </p:txBody>
      </p:sp>
    </p:spTree>
    <p:extLst>
      <p:ext uri="{BB962C8B-B14F-4D97-AF65-F5344CB8AC3E}">
        <p14:creationId xmlns:p14="http://schemas.microsoft.com/office/powerpoint/2010/main" val="314100304"/>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Quote Slide Dark">
    <p:bg>
      <p:bgPr>
        <a:solidFill>
          <a:schemeClr val="tx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9105900" y="6540407"/>
            <a:ext cx="2743200" cy="206375"/>
          </a:xfrm>
          <a:prstGeom prst="rect">
            <a:avLst/>
          </a:prstGeom>
        </p:spPr>
        <p:txBody>
          <a:bodyPr vert="horz" lIns="91440" tIns="45720" rIns="91440" bIns="45720" rtlCol="0" anchor="ctr"/>
          <a:lstStyle>
            <a:defPPr>
              <a:defRPr lang="en-US"/>
            </a:defPPr>
            <a:lvl1pPr marL="0" algn="r" defTabSz="914400" rtl="0" eaLnBrk="1" latinLnBrk="0" hangingPunct="1">
              <a:defRPr sz="600" b="0" i="0" kern="1200">
                <a:solidFill>
                  <a:schemeClr val="bg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0EA680-D336-4FF7-8B7A-9848BB0A1C32}" type="slidenum">
              <a:rPr lang="en-US" smtClean="0"/>
              <a:pPr/>
              <a:t>‹#›</a:t>
            </a:fld>
            <a:endParaRPr lang="en-US"/>
          </a:p>
        </p:txBody>
      </p:sp>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defPPr>
              <a:defRPr lang="en-US"/>
            </a:defPPr>
            <a:lvl1pPr marL="0" algn="l" defTabSz="914400" rtl="0" eaLnBrk="1" latinLnBrk="0" hangingPunct="1">
              <a:defRPr sz="600" b="0" i="0" kern="1200">
                <a:solidFill>
                  <a:schemeClr val="bg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 SYREN CLOUD INC – 2025 – ALL RIGHTS RESERVED</a:t>
            </a:r>
            <a:endParaRPr lang="en-US"/>
          </a:p>
        </p:txBody>
      </p:sp>
      <p:pic>
        <p:nvPicPr>
          <p:cNvPr id="5" name="Graphic 4">
            <a:extLst>
              <a:ext uri="{FF2B5EF4-FFF2-40B4-BE49-F238E27FC236}">
                <a16:creationId xmlns:a16="http://schemas.microsoft.com/office/drawing/2014/main" id="{5D1A1B21-B93B-E42A-E51E-7A1F7B5E2DC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sp>
        <p:nvSpPr>
          <p:cNvPr id="13" name="Title 1">
            <a:extLst>
              <a:ext uri="{FF2B5EF4-FFF2-40B4-BE49-F238E27FC236}">
                <a16:creationId xmlns:a16="http://schemas.microsoft.com/office/drawing/2014/main" id="{81B27A54-6714-5FF0-5E2A-609831078753}"/>
              </a:ext>
            </a:extLst>
          </p:cNvPr>
          <p:cNvSpPr>
            <a:spLocks noGrp="1"/>
          </p:cNvSpPr>
          <p:nvPr>
            <p:ph type="title"/>
          </p:nvPr>
        </p:nvSpPr>
        <p:spPr>
          <a:xfrm>
            <a:off x="3810000" y="2875007"/>
            <a:ext cx="6664960" cy="553993"/>
          </a:xfrm>
        </p:spPr>
        <p:txBody>
          <a:bodyPr anchor="b">
            <a:noAutofit/>
          </a:bodyPr>
          <a:lstStyle>
            <a:lvl1pPr>
              <a:defRPr sz="2400" b="0" i="0">
                <a:solidFill>
                  <a:srgbClr val="F64F17"/>
                </a:solidFill>
                <a:latin typeface="Montserrat Light" pitchFamily="2" charset="77"/>
              </a:defRPr>
            </a:lvl1pPr>
          </a:lstStyle>
          <a:p>
            <a:r>
              <a:rPr lang="en-US"/>
              <a:t>Click to edit Master title style</a:t>
            </a:r>
          </a:p>
        </p:txBody>
      </p:sp>
      <p:sp>
        <p:nvSpPr>
          <p:cNvPr id="14" name="Content Placeholder 2">
            <a:extLst>
              <a:ext uri="{FF2B5EF4-FFF2-40B4-BE49-F238E27FC236}">
                <a16:creationId xmlns:a16="http://schemas.microsoft.com/office/drawing/2014/main" id="{2988A480-D2C2-CE1C-F54F-461025AC56F7}"/>
              </a:ext>
            </a:extLst>
          </p:cNvPr>
          <p:cNvSpPr>
            <a:spLocks noGrp="1"/>
          </p:cNvSpPr>
          <p:nvPr>
            <p:ph idx="1"/>
          </p:nvPr>
        </p:nvSpPr>
        <p:spPr>
          <a:xfrm>
            <a:off x="3810000" y="3561839"/>
            <a:ext cx="6664960" cy="3382250"/>
          </a:xfrm>
        </p:spPr>
        <p:txBody>
          <a:bodyPr>
            <a:normAutofit/>
          </a:bodyPr>
          <a:lstStyle>
            <a:lvl1pPr marL="171450" indent="-171450">
              <a:buFont typeface="Wingdings" pitchFamily="2" charset="2"/>
              <a:buChar char="v"/>
              <a:defRPr sz="800">
                <a:solidFill>
                  <a:schemeClr val="bg2"/>
                </a:solidFill>
              </a:defRPr>
            </a:lvl1pPr>
            <a:lvl2pPr marL="628650" indent="-171450">
              <a:buFont typeface="Wingdings" pitchFamily="2" charset="2"/>
              <a:buChar char="v"/>
              <a:defRPr sz="800">
                <a:solidFill>
                  <a:schemeClr val="bg2"/>
                </a:solidFill>
              </a:defRPr>
            </a:lvl2pPr>
            <a:lvl3pPr marL="1085850" indent="-171450">
              <a:buFont typeface="Wingdings" pitchFamily="2" charset="2"/>
              <a:buChar char="v"/>
              <a:defRPr sz="800">
                <a:solidFill>
                  <a:schemeClr val="bg2"/>
                </a:solidFill>
              </a:defRPr>
            </a:lvl3pPr>
            <a:lvl4pPr marL="1543050" indent="-171450">
              <a:buFont typeface="Wingdings" pitchFamily="2" charset="2"/>
              <a:buChar char="v"/>
              <a:defRPr sz="800">
                <a:solidFill>
                  <a:schemeClr val="bg2"/>
                </a:solidFill>
              </a:defRPr>
            </a:lvl4pPr>
            <a:lvl5pPr marL="2000250" indent="-171450">
              <a:buFont typeface="Wingdings" pitchFamily="2" charset="2"/>
              <a:buChar char="v"/>
              <a:defRPr sz="8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5380566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2_Thankyou Slide">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6F16D9-6A4E-C169-8B00-A71C1B533CCF}"/>
              </a:ext>
            </a:extLst>
          </p:cNvPr>
          <p:cNvSpPr/>
          <p:nvPr userDrawn="1"/>
        </p:nvSpPr>
        <p:spPr>
          <a:xfrm>
            <a:off x="0" y="1"/>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5F4A8B6-E63F-889E-4406-7230D10ABA0C}"/>
              </a:ext>
            </a:extLst>
          </p:cNvPr>
          <p:cNvSpPr/>
          <p:nvPr userDrawn="1"/>
        </p:nvSpPr>
        <p:spPr>
          <a:xfrm>
            <a:off x="12003436" y="0"/>
            <a:ext cx="188563" cy="6858000"/>
          </a:xfrm>
          <a:prstGeom prst="rect">
            <a:avLst/>
          </a:prstGeom>
          <a:solidFill>
            <a:srgbClr val="F64F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1B7033C2-8DD6-6EBA-E49E-203040EFFEDF}"/>
              </a:ext>
            </a:extLst>
          </p:cNvPr>
          <p:cNvSpPr>
            <a:spLocks noGrp="1"/>
          </p:cNvSpPr>
          <p:nvPr>
            <p:ph type="title"/>
          </p:nvPr>
        </p:nvSpPr>
        <p:spPr>
          <a:xfrm>
            <a:off x="1006665" y="2588217"/>
            <a:ext cx="5577840" cy="1307240"/>
          </a:xfrm>
        </p:spPr>
        <p:txBody>
          <a:bodyPr anchor="t">
            <a:normAutofit/>
          </a:bodyPr>
          <a:lstStyle/>
          <a:p>
            <a:r>
              <a:rPr lang="en-US" sz="5600">
                <a:solidFill>
                  <a:schemeClr val="bg1"/>
                </a:solidFill>
                <a:latin typeface="Montserrat Light" pitchFamily="2" charset="77"/>
              </a:rPr>
              <a:t>Thank You</a:t>
            </a:r>
          </a:p>
        </p:txBody>
      </p:sp>
      <p:pic>
        <p:nvPicPr>
          <p:cNvPr id="5" name="Graphic 4">
            <a:extLst>
              <a:ext uri="{FF2B5EF4-FFF2-40B4-BE49-F238E27FC236}">
                <a16:creationId xmlns:a16="http://schemas.microsoft.com/office/drawing/2014/main" id="{38E47622-F214-95FA-CA04-3919D4BB086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8077" y="490307"/>
            <a:ext cx="1245362" cy="390986"/>
          </a:xfrm>
          <a:prstGeom prst="rect">
            <a:avLst/>
          </a:prstGeom>
        </p:spPr>
      </p:pic>
      <p:sp>
        <p:nvSpPr>
          <p:cNvPr id="6" name="Title 1">
            <a:extLst>
              <a:ext uri="{FF2B5EF4-FFF2-40B4-BE49-F238E27FC236}">
                <a16:creationId xmlns:a16="http://schemas.microsoft.com/office/drawing/2014/main" id="{1660E27D-2CED-F61E-6B84-28551D4756D2}"/>
              </a:ext>
            </a:extLst>
          </p:cNvPr>
          <p:cNvSpPr txBox="1">
            <a:spLocks/>
          </p:cNvSpPr>
          <p:nvPr userDrawn="1"/>
        </p:nvSpPr>
        <p:spPr>
          <a:xfrm>
            <a:off x="1045879" y="4729348"/>
            <a:ext cx="5577840" cy="6858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ontserrat" pitchFamily="2" charset="77"/>
                <a:ea typeface="+mj-ea"/>
                <a:cs typeface="+mj-cs"/>
              </a:defRPr>
            </a:lvl1pPr>
          </a:lstStyle>
          <a:p>
            <a:r>
              <a:rPr lang="en-US" sz="1600">
                <a:solidFill>
                  <a:schemeClr val="bg1"/>
                </a:solidFill>
                <a:latin typeface="Montserrat Light" pitchFamily="2" charset="77"/>
              </a:rPr>
              <a:t>Follow Us:</a:t>
            </a:r>
          </a:p>
        </p:txBody>
      </p:sp>
      <p:pic>
        <p:nvPicPr>
          <p:cNvPr id="10" name="Picture 2">
            <a:hlinkClick r:id="rId3"/>
            <a:extLst>
              <a:ext uri="{FF2B5EF4-FFF2-40B4-BE49-F238E27FC236}">
                <a16:creationId xmlns:a16="http://schemas.microsoft.com/office/drawing/2014/main" id="{6301FE0F-2381-2EE3-FB1E-133E56CFFCFE}"/>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128585" y="5486514"/>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3">
            <a:hlinkClick r:id="rId5"/>
            <a:extLst>
              <a:ext uri="{FF2B5EF4-FFF2-40B4-BE49-F238E27FC236}">
                <a16:creationId xmlns:a16="http://schemas.microsoft.com/office/drawing/2014/main" id="{7C19A8D6-9F3D-2D7A-3491-007801C0C7DA}"/>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573598" y="5484370"/>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341C3462-3AF3-AD4F-0DBD-E3FFE01AEE3F}"/>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976178" y="5493548"/>
            <a:ext cx="274320" cy="274320"/>
          </a:xfrm>
          <a:prstGeom prst="rect">
            <a:avLst/>
          </a:prstGeom>
          <a:noFill/>
          <a:extLst>
            <a:ext uri="{909E8E84-426E-40DD-AFC4-6F175D3DCCD1}">
              <a14:hiddenFill xmlns:a14="http://schemas.microsoft.com/office/drawing/2010/main">
                <a:solidFill>
                  <a:srgbClr val="FFFFFF"/>
                </a:solidFill>
              </a14:hiddenFill>
            </a:ext>
          </a:extLst>
        </p:spPr>
      </p:pic>
      <p:sp>
        <p:nvSpPr>
          <p:cNvPr id="13" name="Title 1">
            <a:extLst>
              <a:ext uri="{FF2B5EF4-FFF2-40B4-BE49-F238E27FC236}">
                <a16:creationId xmlns:a16="http://schemas.microsoft.com/office/drawing/2014/main" id="{B7CF5C39-96FC-1D2C-1387-69185E587823}"/>
              </a:ext>
            </a:extLst>
          </p:cNvPr>
          <p:cNvSpPr txBox="1">
            <a:spLocks/>
          </p:cNvSpPr>
          <p:nvPr userDrawn="1"/>
        </p:nvSpPr>
        <p:spPr>
          <a:xfrm>
            <a:off x="1045879" y="3245700"/>
            <a:ext cx="5577840" cy="6858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ontserrat" pitchFamily="2" charset="77"/>
                <a:ea typeface="+mj-ea"/>
                <a:cs typeface="+mj-cs"/>
              </a:defRPr>
            </a:lvl1pPr>
          </a:lstStyle>
          <a:p>
            <a:r>
              <a:rPr lang="en-US" sz="1600" err="1">
                <a:solidFill>
                  <a:schemeClr val="bg1"/>
                </a:solidFill>
                <a:latin typeface="Montserrat Light" pitchFamily="2" charset="77"/>
              </a:rPr>
              <a:t>www.syrencloud.com</a:t>
            </a:r>
            <a:endParaRPr lang="en-US" sz="1600">
              <a:solidFill>
                <a:schemeClr val="bg1"/>
              </a:solidFill>
              <a:latin typeface="Montserrat Light" pitchFamily="2" charset="77"/>
            </a:endParaRPr>
          </a:p>
        </p:txBody>
      </p:sp>
      <p:pic>
        <p:nvPicPr>
          <p:cNvPr id="15" name="Picture 14" descr="A black background with orange circles&#10;&#10;AI-generated content may be incorrect.">
            <a:extLst>
              <a:ext uri="{FF2B5EF4-FFF2-40B4-BE49-F238E27FC236}">
                <a16:creationId xmlns:a16="http://schemas.microsoft.com/office/drawing/2014/main" id="{02F0482B-01AB-757C-2530-68AC9681518C}"/>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3907037" y="-1092631"/>
            <a:ext cx="9024155" cy="9027763"/>
          </a:xfrm>
          <a:prstGeom prst="rect">
            <a:avLst/>
          </a:prstGeom>
        </p:spPr>
      </p:pic>
    </p:spTree>
    <p:extLst>
      <p:ext uri="{BB962C8B-B14F-4D97-AF65-F5344CB8AC3E}">
        <p14:creationId xmlns:p14="http://schemas.microsoft.com/office/powerpoint/2010/main" val="3669315339"/>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1_OUR OFFERINGS .1">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F063FBB9-017A-3117-01BF-9C7DE64EE14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6562962"/>
            <a:ext cx="457200" cy="143540"/>
          </a:xfrm>
          <a:prstGeom prst="rect">
            <a:avLst/>
          </a:prstGeom>
        </p:spPr>
      </p:pic>
      <p:pic>
        <p:nvPicPr>
          <p:cNvPr id="3" name="Graphic 2">
            <a:extLst>
              <a:ext uri="{FF2B5EF4-FFF2-40B4-BE49-F238E27FC236}">
                <a16:creationId xmlns:a16="http://schemas.microsoft.com/office/drawing/2014/main" id="{0C2DF325-AFCA-322A-272D-A3359FD65FD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Tree>
    <p:extLst>
      <p:ext uri="{BB962C8B-B14F-4D97-AF65-F5344CB8AC3E}">
        <p14:creationId xmlns:p14="http://schemas.microsoft.com/office/powerpoint/2010/main" val="501429485"/>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2_OUR OFFERINGS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848199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3_1/">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7828761"/>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137716"/>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525908503"/>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072318619"/>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85172988"/>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607608615"/>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7/13/2026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493007949"/>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7/13/2026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07575376"/>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7/13/2026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29405500"/>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497143508"/>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064331417"/>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239638208"/>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095018557"/>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1_Section Break - Dar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3441743"/>
            <a:ext cx="10515600" cy="2852737"/>
          </a:xfrm>
          <a:prstGeom prst="rect">
            <a:avLst/>
          </a:prstGeom>
        </p:spPr>
        <p:txBody>
          <a:bodyPr anchor="b">
            <a:normAutofit/>
          </a:bodyPr>
          <a:lstStyle>
            <a:lvl1pPr>
              <a:defRPr sz="4000">
                <a:solidFill>
                  <a:schemeClr val="bg1"/>
                </a:solidFill>
                <a:latin typeface="Montserrat" pitchFamily="2" charset="77"/>
              </a:defRPr>
            </a:lvl1pPr>
          </a:lstStyle>
          <a:p>
            <a:r>
              <a:rPr lang="en-US"/>
              <a:t>Click to edit Master title style</a:t>
            </a:r>
          </a:p>
        </p:txBody>
      </p:sp>
      <p:pic>
        <p:nvPicPr>
          <p:cNvPr id="9" name="Picture 8" descr="A black background with orange circles&#10;&#10;AI-generated content may be incorrect.">
            <a:extLst>
              <a:ext uri="{FF2B5EF4-FFF2-40B4-BE49-F238E27FC236}">
                <a16:creationId xmlns:a16="http://schemas.microsoft.com/office/drawing/2014/main" id="{DB3A95AF-E38C-4D22-D25E-DE95CBD87D3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501899" y="-899665"/>
            <a:ext cx="7588845" cy="7591879"/>
          </a:xfrm>
          <a:prstGeom prst="rect">
            <a:avLst/>
          </a:prstGeom>
        </p:spPr>
      </p:pic>
      <p:sp>
        <p:nvSpPr>
          <p:cNvPr id="3" name="Slide Number Placeholder 5">
            <a:extLst>
              <a:ext uri="{FF2B5EF4-FFF2-40B4-BE49-F238E27FC236}">
                <a16:creationId xmlns:a16="http://schemas.microsoft.com/office/drawing/2014/main" id="{6BB4D9B1-BE92-1134-E6C8-BB87B70999B0}"/>
              </a:ext>
            </a:extLst>
          </p:cNvPr>
          <p:cNvSpPr>
            <a:spLocks noGrp="1"/>
          </p:cNvSpPr>
          <p:nvPr>
            <p:ph type="sldNum" sz="quarter" idx="4"/>
          </p:nvPr>
        </p:nvSpPr>
        <p:spPr>
          <a:xfrm>
            <a:off x="9105900" y="6540407"/>
            <a:ext cx="2743200" cy="206375"/>
          </a:xfrm>
          <a:prstGeom prst="rect">
            <a:avLst/>
          </a:prstGeom>
        </p:spPr>
        <p:txBody>
          <a:bodyPr vert="horz" lIns="91440" tIns="45720" rIns="91440" bIns="45720" rtlCol="0" anchor="ctr"/>
          <a:lstStyle>
            <a:lvl1pPr algn="r">
              <a:defRPr sz="600" b="0" i="0">
                <a:solidFill>
                  <a:schemeClr val="bg1"/>
                </a:solidFill>
                <a:latin typeface="Montserrat Light" pitchFamily="2" charset="77"/>
              </a:defRPr>
            </a:lvl1pPr>
          </a:lstStyle>
          <a:p>
            <a:fld id="{330EA680-D336-4FF7-8B7A-9848BB0A1C32}" type="slidenum">
              <a:rPr lang="en-US" smtClean="0"/>
              <a:pPr/>
              <a:t>‹#›</a:t>
            </a:fld>
            <a:endParaRPr lang="en-US"/>
          </a:p>
        </p:txBody>
      </p:sp>
      <p:sp>
        <p:nvSpPr>
          <p:cNvPr id="5" name="Date Placeholder 3">
            <a:extLst>
              <a:ext uri="{FF2B5EF4-FFF2-40B4-BE49-F238E27FC236}">
                <a16:creationId xmlns:a16="http://schemas.microsoft.com/office/drawing/2014/main" id="{D8A23B48-F504-E2FE-0543-A56DE6A60440}"/>
              </a:ext>
            </a:extLst>
          </p:cNvPr>
          <p:cNvSpPr>
            <a:spLocks noGrp="1"/>
          </p:cNvSpPr>
          <p:nvPr>
            <p:ph type="dt" sz="half" idx="10"/>
          </p:nvPr>
        </p:nvSpPr>
        <p:spPr>
          <a:xfrm>
            <a:off x="857250" y="6540407"/>
            <a:ext cx="2743200" cy="206375"/>
          </a:xfrm>
        </p:spPr>
        <p:txBody>
          <a:bodyPr/>
          <a:lstStyle>
            <a:lvl1pPr>
              <a:defRPr>
                <a:solidFill>
                  <a:schemeClr val="bg1"/>
                </a:solidFill>
              </a:defRPr>
            </a:lvl1pPr>
          </a:lstStyle>
          <a:p>
            <a:r>
              <a:rPr lang="en-US"/>
              <a:t>© SYREN CLOUD INC – 2025 – ALL RIGHTS RESERVED</a:t>
            </a:r>
          </a:p>
        </p:txBody>
      </p:sp>
      <p:pic>
        <p:nvPicPr>
          <p:cNvPr id="8" name="Graphic 7">
            <a:extLst>
              <a:ext uri="{FF2B5EF4-FFF2-40B4-BE49-F238E27FC236}">
                <a16:creationId xmlns:a16="http://schemas.microsoft.com/office/drawing/2014/main" id="{A89FD60E-F535-21E0-F9AD-57081DB37EC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spTree>
    <p:extLst>
      <p:ext uri="{BB962C8B-B14F-4D97-AF65-F5344CB8AC3E}">
        <p14:creationId xmlns:p14="http://schemas.microsoft.com/office/powerpoint/2010/main" val="2610546387"/>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itle and Content - Light - 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7F47F17-A795-25D3-0ED9-40E7CEE5C9F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58" y="-2"/>
            <a:ext cx="12182742" cy="6858002"/>
          </a:xfrm>
          <a:prstGeom prst="rect">
            <a:avLst/>
          </a:prstGeom>
        </p:spPr>
      </p:pic>
      <p:sp>
        <p:nvSpPr>
          <p:cNvPr id="4" name="Title 1">
            <a:extLst>
              <a:ext uri="{FF2B5EF4-FFF2-40B4-BE49-F238E27FC236}">
                <a16:creationId xmlns:a16="http://schemas.microsoft.com/office/drawing/2014/main" id="{059A0D10-B6E9-E91C-2185-E6A9911E37DE}"/>
              </a:ext>
            </a:extLst>
          </p:cNvPr>
          <p:cNvSpPr>
            <a:spLocks noGrp="1"/>
          </p:cNvSpPr>
          <p:nvPr>
            <p:ph type="title"/>
          </p:nvPr>
        </p:nvSpPr>
        <p:spPr>
          <a:xfrm>
            <a:off x="381000" y="342899"/>
            <a:ext cx="10515600" cy="553993"/>
          </a:xfrm>
        </p:spPr>
        <p:txBody>
          <a:bodyPr>
            <a:noAutofit/>
          </a:bodyPr>
          <a:lstStyle>
            <a:lvl1pPr>
              <a:defRPr sz="3000" b="0" i="0">
                <a:latin typeface="Montserrat Light" pitchFamily="2" charset="77"/>
              </a:defRPr>
            </a:lvl1pPr>
          </a:lstStyle>
          <a:p>
            <a:r>
              <a:rPr lang="en-US"/>
              <a:t>Click to edit Master title style</a:t>
            </a:r>
          </a:p>
        </p:txBody>
      </p:sp>
      <p:sp>
        <p:nvSpPr>
          <p:cNvPr id="5" name="Content Placeholder 2">
            <a:extLst>
              <a:ext uri="{FF2B5EF4-FFF2-40B4-BE49-F238E27FC236}">
                <a16:creationId xmlns:a16="http://schemas.microsoft.com/office/drawing/2014/main" id="{9B3B395D-3134-7110-EF6E-52B4211F6027}"/>
              </a:ext>
            </a:extLst>
          </p:cNvPr>
          <p:cNvSpPr>
            <a:spLocks noGrp="1"/>
          </p:cNvSpPr>
          <p:nvPr>
            <p:ph idx="1"/>
          </p:nvPr>
        </p:nvSpPr>
        <p:spPr>
          <a:xfrm>
            <a:off x="381000" y="1029730"/>
            <a:ext cx="11468100" cy="5485369"/>
          </a:xfrm>
        </p:spPr>
        <p:txBody>
          <a:bodyPr/>
          <a:lstStyle>
            <a:lvl1pPr marL="285750" indent="-285750">
              <a:buFont typeface="Wingdings" pitchFamily="2" charset="2"/>
              <a:buChar char="v"/>
              <a:defRPr/>
            </a:lvl1pPr>
            <a:lvl2pPr marL="628650" indent="-171450">
              <a:buFont typeface="Wingdings" pitchFamily="2" charset="2"/>
              <a:buChar char="v"/>
              <a:defRPr/>
            </a:lvl2pPr>
            <a:lvl3pPr marL="1085850" indent="-171450">
              <a:buFont typeface="Wingdings" pitchFamily="2" charset="2"/>
              <a:buChar char="v"/>
              <a:defRPr/>
            </a:lvl3pPr>
            <a:lvl4pPr marL="1543050" indent="-171450">
              <a:buFont typeface="Wingdings" pitchFamily="2" charset="2"/>
              <a:buChar char="v"/>
              <a:defRPr/>
            </a:lvl4pPr>
            <a:lvl5pPr marL="2000250" indent="-171450">
              <a:buFont typeface="Wingdings" pitchFamily="2" charset="2"/>
              <a:buChar char="v"/>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22FAB99D-7B1C-0120-0D09-EF00C86215B4}"/>
              </a:ext>
            </a:extLst>
          </p:cNvPr>
          <p:cNvSpPr>
            <a:spLocks noGrp="1"/>
          </p:cNvSpPr>
          <p:nvPr>
            <p:ph type="sldNum" sz="quarter" idx="12"/>
          </p:nvPr>
        </p:nvSpPr>
        <p:spPr>
          <a:xfrm>
            <a:off x="9105900" y="6540407"/>
            <a:ext cx="2743200" cy="206375"/>
          </a:xfrm>
          <a:prstGeom prst="rect">
            <a:avLst/>
          </a:prstGeom>
        </p:spPr>
        <p:txBody>
          <a:bodyPr vert="horz" lIns="91440" tIns="45720" rIns="91440" bIns="45720" rtlCol="0" anchor="ctr"/>
          <a:lstStyle>
            <a:defPPr>
              <a:defRPr lang="en-US"/>
            </a:defPPr>
            <a:lvl1pPr marL="0" algn="r" defTabSz="914400" rtl="0" eaLnBrk="1" latinLnBrk="0" hangingPunct="1">
              <a:defRPr sz="600" b="0" i="0" kern="1200">
                <a:solidFill>
                  <a:schemeClr val="tx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0EA680-D336-4FF7-8B7A-9848BB0A1C32}" type="slidenum">
              <a:rPr lang="en-US" smtClean="0"/>
              <a:pPr/>
              <a:t>‹#›</a:t>
            </a:fld>
            <a:endParaRPr lang="en-US"/>
          </a:p>
        </p:txBody>
      </p:sp>
      <p:pic>
        <p:nvPicPr>
          <p:cNvPr id="12" name="Graphic 11">
            <a:extLst>
              <a:ext uri="{FF2B5EF4-FFF2-40B4-BE49-F238E27FC236}">
                <a16:creationId xmlns:a16="http://schemas.microsoft.com/office/drawing/2014/main" id="{FB12AB68-E2CC-140A-7DA4-83AC40F07A3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pic>
        <p:nvPicPr>
          <p:cNvPr id="13" name="Graphic 12">
            <a:extLst>
              <a:ext uri="{FF2B5EF4-FFF2-40B4-BE49-F238E27FC236}">
                <a16:creationId xmlns:a16="http://schemas.microsoft.com/office/drawing/2014/main" id="{E6D8179C-8EB1-AC77-BCF0-99148481158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28966" y="342900"/>
            <a:ext cx="220134" cy="228600"/>
          </a:xfrm>
          <a:prstGeom prst="rect">
            <a:avLst/>
          </a:prstGeom>
        </p:spPr>
      </p:pic>
      <p:sp>
        <p:nvSpPr>
          <p:cNvPr id="14" name="Date Placeholder 3">
            <a:extLst>
              <a:ext uri="{FF2B5EF4-FFF2-40B4-BE49-F238E27FC236}">
                <a16:creationId xmlns:a16="http://schemas.microsoft.com/office/drawing/2014/main" id="{511A5B44-2226-E55D-4BA4-99F86F99F95D}"/>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defPPr>
              <a:defRPr lang="en-US"/>
            </a:defPPr>
            <a:lvl1pPr marL="0" algn="l" defTabSz="914400" rtl="0" eaLnBrk="1" latinLnBrk="0" hangingPunct="1">
              <a:defRPr sz="600" b="0" i="0" kern="1200">
                <a:solidFill>
                  <a:schemeClr val="tx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 SYREN CLOUD INC – 2025 – ALL RIGHTS RESERVED</a:t>
            </a:r>
            <a:endParaRPr lang="en-US"/>
          </a:p>
        </p:txBody>
      </p:sp>
      <p:cxnSp>
        <p:nvCxnSpPr>
          <p:cNvPr id="15" name="Straight Connector 14">
            <a:extLst>
              <a:ext uri="{FF2B5EF4-FFF2-40B4-BE49-F238E27FC236}">
                <a16:creationId xmlns:a16="http://schemas.microsoft.com/office/drawing/2014/main" id="{6804407B-910D-2DBF-EEE0-7086B151E4F8}"/>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9489151"/>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userDrawn="1">
  <p:cSld name="Title Slide Dark">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694362"/>
            <a:ext cx="5887453" cy="1828800"/>
          </a:xfrm>
          <a:prstGeom prst="rect">
            <a:avLst/>
          </a:prstGeom>
        </p:spPr>
        <p:txBody>
          <a:bodyPr anchor="b">
            <a:normAutofit/>
          </a:bodyPr>
          <a:lstStyle>
            <a:lvl1pPr marL="6350" indent="0" algn="l">
              <a:tabLst/>
              <a:defRPr sz="4000"/>
            </a:lvl1pPr>
          </a:lstStyle>
          <a:p>
            <a:r>
              <a:rPr lang="en-US"/>
              <a:t>Click to edit Master title style</a:t>
            </a:r>
          </a:p>
        </p:txBody>
      </p:sp>
      <p:sp>
        <p:nvSpPr>
          <p:cNvPr id="3" name="Subtitle 2"/>
          <p:cNvSpPr>
            <a:spLocks noGrp="1"/>
          </p:cNvSpPr>
          <p:nvPr>
            <p:ph type="subTitle" idx="1"/>
          </p:nvPr>
        </p:nvSpPr>
        <p:spPr>
          <a:xfrm>
            <a:off x="381000" y="4651454"/>
            <a:ext cx="9144000" cy="1143000"/>
          </a:xfrm>
          <a:prstGeom prst="rect">
            <a:avLst/>
          </a:prstGeom>
        </p:spPr>
        <p:txBody>
          <a:bodyPr>
            <a:normAutofit/>
          </a:bodyPr>
          <a:lstStyle>
            <a:lvl1pPr marL="285750" indent="-285750" algn="l">
              <a:buFont typeface="Wingdings" pitchFamily="2" charset="2"/>
              <a:buChar char="v"/>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 Placeholder 10">
            <a:extLst>
              <a:ext uri="{FF2B5EF4-FFF2-40B4-BE49-F238E27FC236}">
                <a16:creationId xmlns:a16="http://schemas.microsoft.com/office/drawing/2014/main" id="{F40A598B-029B-8757-1A8B-9960D1CFC114}"/>
              </a:ext>
            </a:extLst>
          </p:cNvPr>
          <p:cNvSpPr>
            <a:spLocks noGrp="1"/>
          </p:cNvSpPr>
          <p:nvPr>
            <p:ph type="body" sz="quarter" idx="10"/>
          </p:nvPr>
        </p:nvSpPr>
        <p:spPr>
          <a:xfrm>
            <a:off x="381000" y="5922746"/>
            <a:ext cx="5715000" cy="458788"/>
          </a:xfrm>
          <a:prstGeom prst="rect">
            <a:avLst/>
          </a:prstGeom>
        </p:spPr>
        <p:txBody>
          <a:bodyPr>
            <a:noAutofit/>
          </a:bodyPr>
          <a:lstStyle>
            <a:lvl1pPr marL="0" indent="0">
              <a:buFont typeface="Wingdings" pitchFamily="2" charset="2"/>
              <a:buNone/>
              <a:defRPr sz="800">
                <a:solidFill>
                  <a:srgbClr val="F64F18"/>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13" name="Graphic 12">
            <a:extLst>
              <a:ext uri="{FF2B5EF4-FFF2-40B4-BE49-F238E27FC236}">
                <a16:creationId xmlns:a16="http://schemas.microsoft.com/office/drawing/2014/main" id="{636F04A7-61C4-4311-9002-DCC7789AF38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476466"/>
            <a:ext cx="2123035" cy="666534"/>
          </a:xfrm>
          <a:prstGeom prst="rect">
            <a:avLst/>
          </a:prstGeom>
        </p:spPr>
      </p:pic>
      <p:pic>
        <p:nvPicPr>
          <p:cNvPr id="4" name="Picture 3" descr="A black background with orange circles&#10;&#10;AI-generated content may be incorrect.">
            <a:extLst>
              <a:ext uri="{FF2B5EF4-FFF2-40B4-BE49-F238E27FC236}">
                <a16:creationId xmlns:a16="http://schemas.microsoft.com/office/drawing/2014/main" id="{56143136-D3FB-7460-C7EF-BDDE78501810}"/>
              </a:ext>
            </a:extLst>
          </p:cNvPr>
          <p:cNvPicPr>
            <a:picLocks noChangeAspect="1"/>
          </p:cNvPicPr>
          <p:nvPr userDrawn="1"/>
        </p:nvPicPr>
        <p:blipFill>
          <a:blip r:embed="rId3">
            <a:extLst>
              <a:ext uri="{28A0092B-C50C-407E-A947-70E740481C1C}">
                <a14:useLocalDpi xmlns:a14="http://schemas.microsoft.com/office/drawing/2010/main" val="0"/>
              </a:ext>
            </a:extLst>
          </a:blip>
          <a:srcRect t="12782" r="28600" b="21101"/>
          <a:stretch/>
        </p:blipFill>
        <p:spPr>
          <a:xfrm>
            <a:off x="4788979" y="0"/>
            <a:ext cx="7403022" cy="6858000"/>
          </a:xfrm>
          <a:prstGeom prst="rect">
            <a:avLst/>
          </a:prstGeom>
        </p:spPr>
      </p:pic>
    </p:spTree>
    <p:extLst>
      <p:ext uri="{BB962C8B-B14F-4D97-AF65-F5344CB8AC3E}">
        <p14:creationId xmlns:p14="http://schemas.microsoft.com/office/powerpoint/2010/main" val="4292020696"/>
      </p:ext>
    </p:extLst>
  </p:cSld>
  <p:clrMapOvr>
    <a:overrideClrMapping bg1="dk1" tx1="lt1" bg2="dk2" tx2="lt2" accent1="accent1" accent2="accent2" accent3="accent3" accent4="accent4" accent5="accent5" accent6="accent6" hlink="hlink" folHlink="folHlink"/>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itle Slide Dark">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694362"/>
            <a:ext cx="5887453" cy="1828800"/>
          </a:xfrm>
        </p:spPr>
        <p:txBody>
          <a:bodyPr anchor="b">
            <a:normAutofit/>
          </a:bodyPr>
          <a:lstStyle>
            <a:lvl1pPr marL="6350" indent="0" algn="l">
              <a:tabLst/>
              <a:defRPr sz="4000"/>
            </a:lvl1pPr>
          </a:lstStyle>
          <a:p>
            <a:r>
              <a:rPr lang="en-US"/>
              <a:t>Click to edit Master title style</a:t>
            </a:r>
          </a:p>
        </p:txBody>
      </p:sp>
      <p:sp>
        <p:nvSpPr>
          <p:cNvPr id="3" name="Subtitle 2"/>
          <p:cNvSpPr>
            <a:spLocks noGrp="1"/>
          </p:cNvSpPr>
          <p:nvPr>
            <p:ph type="subTitle" idx="1"/>
          </p:nvPr>
        </p:nvSpPr>
        <p:spPr>
          <a:xfrm>
            <a:off x="381000" y="4651454"/>
            <a:ext cx="9144000" cy="1143000"/>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 Placeholder 10">
            <a:extLst>
              <a:ext uri="{FF2B5EF4-FFF2-40B4-BE49-F238E27FC236}">
                <a16:creationId xmlns:a16="http://schemas.microsoft.com/office/drawing/2014/main" id="{F40A598B-029B-8757-1A8B-9960D1CFC114}"/>
              </a:ext>
            </a:extLst>
          </p:cNvPr>
          <p:cNvSpPr>
            <a:spLocks noGrp="1"/>
          </p:cNvSpPr>
          <p:nvPr>
            <p:ph type="body" sz="quarter" idx="10"/>
          </p:nvPr>
        </p:nvSpPr>
        <p:spPr>
          <a:xfrm>
            <a:off x="381000" y="5922746"/>
            <a:ext cx="5715000" cy="458788"/>
          </a:xfrm>
        </p:spPr>
        <p:txBody>
          <a:bodyPr>
            <a:noAutofit/>
          </a:bodyPr>
          <a:lstStyle>
            <a:lvl1pPr marL="0" indent="0">
              <a:buNone/>
              <a:defRPr sz="800">
                <a:solidFill>
                  <a:srgbClr val="F64F18"/>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13" name="Graphic 12">
            <a:extLst>
              <a:ext uri="{FF2B5EF4-FFF2-40B4-BE49-F238E27FC236}">
                <a16:creationId xmlns:a16="http://schemas.microsoft.com/office/drawing/2014/main" id="{636F04A7-61C4-4311-9002-DCC7789AF38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730279"/>
            <a:ext cx="2123035" cy="666534"/>
          </a:xfrm>
          <a:prstGeom prst="rect">
            <a:avLst/>
          </a:prstGeom>
        </p:spPr>
      </p:pic>
      <p:pic>
        <p:nvPicPr>
          <p:cNvPr id="4" name="Picture 3" descr="A black background with orange circles&#10;&#10;AI-generated content may be incorrect.">
            <a:extLst>
              <a:ext uri="{FF2B5EF4-FFF2-40B4-BE49-F238E27FC236}">
                <a16:creationId xmlns:a16="http://schemas.microsoft.com/office/drawing/2014/main" id="{56143136-D3FB-7460-C7EF-BDDE78501810}"/>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t="12782" r="28600" b="21101"/>
          <a:stretch/>
        </p:blipFill>
        <p:spPr>
          <a:xfrm>
            <a:off x="4788979" y="0"/>
            <a:ext cx="7403022" cy="6858000"/>
          </a:xfrm>
          <a:prstGeom prst="rect">
            <a:avLst/>
          </a:prstGeom>
        </p:spPr>
      </p:pic>
    </p:spTree>
    <p:extLst>
      <p:ext uri="{BB962C8B-B14F-4D97-AF65-F5344CB8AC3E}">
        <p14:creationId xmlns:p14="http://schemas.microsoft.com/office/powerpoint/2010/main" val="242175930"/>
      </p:ext>
    </p:extLst>
  </p:cSld>
  <p:clrMapOvr>
    <a:overrideClrMapping bg1="dk1" tx1="lt1" bg2="dk2" tx2="lt2" accent1="accent1" accent2="accent2" accent3="accent3" accent4="accent4" accent5="accent5" accent6="accent6" hlink="hlink" folHlink="folHlink"/>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itle Slide Light">
    <p:bg>
      <p:bgPr>
        <a:solidFill>
          <a:schemeClr val="tx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5646C33-A1AD-9804-9559-EB9FE98FF10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964" y="476466"/>
            <a:ext cx="2123035" cy="666534"/>
          </a:xfrm>
          <a:prstGeom prst="rect">
            <a:avLst/>
          </a:prstGeom>
        </p:spPr>
      </p:pic>
      <p:sp>
        <p:nvSpPr>
          <p:cNvPr id="9" name="Title 1">
            <a:extLst>
              <a:ext uri="{FF2B5EF4-FFF2-40B4-BE49-F238E27FC236}">
                <a16:creationId xmlns:a16="http://schemas.microsoft.com/office/drawing/2014/main" id="{4FBF73D9-0881-A73E-A8B1-CD8E49046877}"/>
              </a:ext>
            </a:extLst>
          </p:cNvPr>
          <p:cNvSpPr>
            <a:spLocks noGrp="1"/>
          </p:cNvSpPr>
          <p:nvPr>
            <p:ph type="ctrTitle"/>
          </p:nvPr>
        </p:nvSpPr>
        <p:spPr>
          <a:xfrm>
            <a:off x="381000" y="2694362"/>
            <a:ext cx="5887453" cy="1828800"/>
          </a:xfrm>
        </p:spPr>
        <p:txBody>
          <a:bodyPr anchor="b">
            <a:normAutofit/>
          </a:bodyPr>
          <a:lstStyle>
            <a:lvl1pPr marL="6350" indent="0" algn="l">
              <a:tabLst/>
              <a:defRPr sz="4000">
                <a:solidFill>
                  <a:schemeClr val="bg1"/>
                </a:solidFill>
              </a:defRPr>
            </a:lvl1pPr>
          </a:lstStyle>
          <a:p>
            <a:r>
              <a:rPr lang="en-US"/>
              <a:t>Click to edit Master title style</a:t>
            </a:r>
          </a:p>
        </p:txBody>
      </p:sp>
      <p:sp>
        <p:nvSpPr>
          <p:cNvPr id="12" name="Subtitle 2">
            <a:extLst>
              <a:ext uri="{FF2B5EF4-FFF2-40B4-BE49-F238E27FC236}">
                <a16:creationId xmlns:a16="http://schemas.microsoft.com/office/drawing/2014/main" id="{721F1B40-8720-C869-4A82-E00187BC603B}"/>
              </a:ext>
            </a:extLst>
          </p:cNvPr>
          <p:cNvSpPr>
            <a:spLocks noGrp="1"/>
          </p:cNvSpPr>
          <p:nvPr>
            <p:ph type="subTitle" idx="1"/>
          </p:nvPr>
        </p:nvSpPr>
        <p:spPr>
          <a:xfrm>
            <a:off x="381000" y="4651454"/>
            <a:ext cx="9144000" cy="1143000"/>
          </a:xfrm>
        </p:spPr>
        <p:txBody>
          <a:bodyPr>
            <a:normAutofit/>
          </a:bodyPr>
          <a:lstStyle>
            <a:lvl1pPr marL="285750" indent="-285750" algn="l">
              <a:buFontTx/>
              <a:buBlip>
                <a:blip r:embed="rId3"/>
              </a:buBlip>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Text Placeholder 10">
            <a:extLst>
              <a:ext uri="{FF2B5EF4-FFF2-40B4-BE49-F238E27FC236}">
                <a16:creationId xmlns:a16="http://schemas.microsoft.com/office/drawing/2014/main" id="{38D2D752-871B-972C-6799-1EDBA09B4A33}"/>
              </a:ext>
            </a:extLst>
          </p:cNvPr>
          <p:cNvSpPr>
            <a:spLocks noGrp="1"/>
          </p:cNvSpPr>
          <p:nvPr>
            <p:ph type="body" sz="quarter" idx="10"/>
          </p:nvPr>
        </p:nvSpPr>
        <p:spPr>
          <a:xfrm>
            <a:off x="381000" y="5922746"/>
            <a:ext cx="5715000" cy="458788"/>
          </a:xfrm>
        </p:spPr>
        <p:txBody>
          <a:bodyPr>
            <a:noAutofit/>
          </a:bodyPr>
          <a:lstStyle>
            <a:lvl1pPr marL="0" indent="0">
              <a:buNone/>
              <a:defRPr sz="800">
                <a:solidFill>
                  <a:srgbClr val="F64F18"/>
                </a:solidFill>
              </a:defRPr>
            </a:lvl1pPr>
            <a:lvl2pPr marL="457200" indent="0">
              <a:buNone/>
              <a:defRPr sz="800"/>
            </a:lvl2pPr>
            <a:lvl3pPr marL="914400" indent="0">
              <a:buNone/>
              <a:defRPr sz="800"/>
            </a:lvl3pPr>
            <a:lvl4pPr marL="1371600" indent="0">
              <a:buNone/>
              <a:defRPr sz="800"/>
            </a:lvl4pPr>
            <a:lvl5pPr marL="1828800" indent="0">
              <a:buNone/>
              <a:defRPr sz="800"/>
            </a:lvl5pPr>
          </a:lstStyle>
          <a:p>
            <a:pPr lvl="0"/>
            <a:r>
              <a:rPr lang="en-US"/>
              <a:t>Click to edit Master text styles</a:t>
            </a:r>
          </a:p>
        </p:txBody>
      </p:sp>
      <p:pic>
        <p:nvPicPr>
          <p:cNvPr id="3" name="Picture 2" descr="A black background with orange circles&#10;&#10;AI-generated content may be incorrect.">
            <a:extLst>
              <a:ext uri="{FF2B5EF4-FFF2-40B4-BE49-F238E27FC236}">
                <a16:creationId xmlns:a16="http://schemas.microsoft.com/office/drawing/2014/main" id="{9F8B6379-2FCC-6CD1-3B82-2EF9342DDA39}"/>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t="12782" r="28600" b="21101"/>
          <a:stretch/>
        </p:blipFill>
        <p:spPr>
          <a:xfrm>
            <a:off x="4788979" y="0"/>
            <a:ext cx="7403022" cy="6858000"/>
          </a:xfrm>
          <a:prstGeom prst="rect">
            <a:avLst/>
          </a:prstGeom>
        </p:spPr>
      </p:pic>
    </p:spTree>
    <p:extLst>
      <p:ext uri="{BB962C8B-B14F-4D97-AF65-F5344CB8AC3E}">
        <p14:creationId xmlns:p14="http://schemas.microsoft.com/office/powerpoint/2010/main" val="214032752"/>
      </p:ext>
    </p:extLst>
  </p:cSld>
  <p:clrMapOvr>
    <a:overrideClrMapping bg1="dk1" tx1="lt1" bg2="dk2" tx2="lt2" accent1="accent1" accent2="accent2" accent3="accent3" accent4="accent4" accent5="accent5" accent6="accent6" hlink="hlink" folHlink="folHlink"/>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Agenda Slide - Ligh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5" name="TextBox 4">
            <a:extLst>
              <a:ext uri="{FF2B5EF4-FFF2-40B4-BE49-F238E27FC236}">
                <a16:creationId xmlns:a16="http://schemas.microsoft.com/office/drawing/2014/main" id="{984A029E-8486-4A47-954F-0DEEEF3042F2}"/>
              </a:ext>
            </a:extLst>
          </p:cNvPr>
          <p:cNvSpPr txBox="1"/>
          <p:nvPr userDrawn="1"/>
        </p:nvSpPr>
        <p:spPr>
          <a:xfrm>
            <a:off x="381000" y="342899"/>
            <a:ext cx="10972800" cy="553998"/>
          </a:xfrm>
          <a:prstGeom prst="rect">
            <a:avLst/>
          </a:prstGeom>
          <a:noFill/>
        </p:spPr>
        <p:txBody>
          <a:bodyPr wrap="square" rtlCol="0">
            <a:spAutoFit/>
          </a:bodyPr>
          <a:lstStyle/>
          <a:p>
            <a:r>
              <a:rPr lang="en-US" sz="3000" b="0" i="0">
                <a:latin typeface="Montserrat Light" pitchFamily="2" charset="77"/>
              </a:rPr>
              <a:t>Agenda</a:t>
            </a:r>
          </a:p>
        </p:txBody>
      </p:sp>
      <p:sp>
        <p:nvSpPr>
          <p:cNvPr id="12" name="Date Placeholder 3">
            <a:extLst>
              <a:ext uri="{FF2B5EF4-FFF2-40B4-BE49-F238E27FC236}">
                <a16:creationId xmlns:a16="http://schemas.microsoft.com/office/drawing/2014/main" id="{356B5CE4-CB9C-2813-E3D0-9CEDCA63520A}"/>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p>
        </p:txBody>
      </p:sp>
      <p:cxnSp>
        <p:nvCxnSpPr>
          <p:cNvPr id="2" name="Straight Connector 1">
            <a:extLst>
              <a:ext uri="{FF2B5EF4-FFF2-40B4-BE49-F238E27FC236}">
                <a16:creationId xmlns:a16="http://schemas.microsoft.com/office/drawing/2014/main" id="{BD4F983D-00ED-00FB-938F-E45332334916}"/>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
        <p:nvSpPr>
          <p:cNvPr id="4" name="Content Placeholder 2">
            <a:extLst>
              <a:ext uri="{FF2B5EF4-FFF2-40B4-BE49-F238E27FC236}">
                <a16:creationId xmlns:a16="http://schemas.microsoft.com/office/drawing/2014/main" id="{F8973339-A9D8-D019-2F11-E2B25F1F13CE}"/>
              </a:ext>
            </a:extLst>
          </p:cNvPr>
          <p:cNvSpPr>
            <a:spLocks noGrp="1"/>
          </p:cNvSpPr>
          <p:nvPr>
            <p:ph idx="13"/>
          </p:nvPr>
        </p:nvSpPr>
        <p:spPr>
          <a:xfrm>
            <a:off x="405384" y="1131124"/>
            <a:ext cx="5462015" cy="457200"/>
          </a:xfrm>
        </p:spPr>
        <p:txBody>
          <a:bodyPr anchor="ctr"/>
          <a:lstStyle>
            <a:lvl1pPr marL="0" indent="0" algn="l">
              <a:buNone/>
              <a:defRPr>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1961534432"/>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Agenda Slide - Dark">
    <p:bg>
      <p:bgPr>
        <a:solidFill>
          <a:schemeClr val="tx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bg1"/>
                </a:solidFill>
              </a:defRPr>
            </a:lvl1pPr>
          </a:lstStyle>
          <a:p>
            <a:fld id="{330EA680-D336-4FF7-8B7A-9848BB0A1C32}" type="slidenum">
              <a:rPr lang="en-US" smtClean="0"/>
              <a:pPr/>
              <a:t>‹#›</a:t>
            </a:fld>
            <a:endParaRPr lang="en-US"/>
          </a:p>
        </p:txBody>
      </p:sp>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28966" y="342900"/>
            <a:ext cx="220134" cy="228600"/>
          </a:xfrm>
          <a:prstGeom prst="rect">
            <a:avLst/>
          </a:prstGeom>
        </p:spPr>
      </p:pic>
      <p:sp>
        <p:nvSpPr>
          <p:cNvPr id="5" name="TextBox 4">
            <a:extLst>
              <a:ext uri="{FF2B5EF4-FFF2-40B4-BE49-F238E27FC236}">
                <a16:creationId xmlns:a16="http://schemas.microsoft.com/office/drawing/2014/main" id="{984A029E-8486-4A47-954F-0DEEEF3042F2}"/>
              </a:ext>
            </a:extLst>
          </p:cNvPr>
          <p:cNvSpPr txBox="1"/>
          <p:nvPr userDrawn="1"/>
        </p:nvSpPr>
        <p:spPr>
          <a:xfrm>
            <a:off x="381000" y="342899"/>
            <a:ext cx="10972800" cy="553998"/>
          </a:xfrm>
          <a:prstGeom prst="rect">
            <a:avLst/>
          </a:prstGeom>
          <a:noFill/>
        </p:spPr>
        <p:txBody>
          <a:bodyPr wrap="square" rtlCol="0" anchor="t">
            <a:spAutoFit/>
          </a:bodyPr>
          <a:lstStyle/>
          <a:p>
            <a:r>
              <a:rPr lang="en-US" sz="3000" b="0" i="0">
                <a:solidFill>
                  <a:schemeClr val="bg1"/>
                </a:solidFill>
                <a:latin typeface="Montserrat Light" pitchFamily="2" charset="77"/>
              </a:rPr>
              <a:t>Agenda</a:t>
            </a:r>
          </a:p>
        </p:txBody>
      </p:sp>
      <p:sp>
        <p:nvSpPr>
          <p:cNvPr id="12" name="Date Placeholder 3">
            <a:extLst>
              <a:ext uri="{FF2B5EF4-FFF2-40B4-BE49-F238E27FC236}">
                <a16:creationId xmlns:a16="http://schemas.microsoft.com/office/drawing/2014/main" id="{356B5CE4-CB9C-2813-E3D0-9CEDCA63520A}"/>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bg1"/>
                </a:solidFill>
                <a:latin typeface="Montserrat Light" pitchFamily="2" charset="77"/>
              </a:defRPr>
            </a:lvl1pPr>
          </a:lstStyle>
          <a:p>
            <a:r>
              <a:rPr lang="en-US"/>
              <a:t>© SYREN CLOUD INC – 2026 – ALL RIGHTS RESERVED</a:t>
            </a:r>
          </a:p>
        </p:txBody>
      </p:sp>
      <p:pic>
        <p:nvPicPr>
          <p:cNvPr id="4" name="Graphic 3">
            <a:extLst>
              <a:ext uri="{FF2B5EF4-FFF2-40B4-BE49-F238E27FC236}">
                <a16:creationId xmlns:a16="http://schemas.microsoft.com/office/drawing/2014/main" id="{00DC2F79-0561-CA4A-0111-3C8F3F9A1A6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cxnSp>
        <p:nvCxnSpPr>
          <p:cNvPr id="9" name="Straight Connector 8">
            <a:extLst>
              <a:ext uri="{FF2B5EF4-FFF2-40B4-BE49-F238E27FC236}">
                <a16:creationId xmlns:a16="http://schemas.microsoft.com/office/drawing/2014/main" id="{3DF648CB-B53A-97FE-8A66-928C7AC2BFE6}"/>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
        <p:nvSpPr>
          <p:cNvPr id="2" name="Content Placeholder 2">
            <a:extLst>
              <a:ext uri="{FF2B5EF4-FFF2-40B4-BE49-F238E27FC236}">
                <a16:creationId xmlns:a16="http://schemas.microsoft.com/office/drawing/2014/main" id="{367BF5CD-B00A-CD4C-B258-889CE9E83427}"/>
              </a:ext>
            </a:extLst>
          </p:cNvPr>
          <p:cNvSpPr>
            <a:spLocks noGrp="1"/>
          </p:cNvSpPr>
          <p:nvPr>
            <p:ph idx="14"/>
          </p:nvPr>
        </p:nvSpPr>
        <p:spPr>
          <a:xfrm>
            <a:off x="405384" y="1131124"/>
            <a:ext cx="5462015" cy="457200"/>
          </a:xfrm>
        </p:spPr>
        <p:txBody>
          <a:bodyPr anchor="ctr"/>
          <a:lstStyle>
            <a:lvl1pPr marL="0" indent="0" algn="l">
              <a:buNone/>
              <a:defRPr>
                <a:solidFill>
                  <a:schemeClr val="bg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1990946993"/>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Section Break - Dar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3441743"/>
            <a:ext cx="10515600" cy="2852737"/>
          </a:xfrm>
        </p:spPr>
        <p:txBody>
          <a:bodyPr anchor="b">
            <a:normAutofit/>
          </a:bodyPr>
          <a:lstStyle>
            <a:lvl1pPr>
              <a:defRPr sz="4000">
                <a:solidFill>
                  <a:schemeClr val="bg1"/>
                </a:solidFill>
              </a:defRPr>
            </a:lvl1pPr>
          </a:lstStyle>
          <a:p>
            <a:r>
              <a:rPr lang="en-US"/>
              <a:t>Click to edit Master title style</a:t>
            </a:r>
          </a:p>
        </p:txBody>
      </p:sp>
      <p:sp>
        <p:nvSpPr>
          <p:cNvPr id="4" name="Date Placeholder 3"/>
          <p:cNvSpPr>
            <a:spLocks noGrp="1"/>
          </p:cNvSpPr>
          <p:nvPr>
            <p:ph type="dt" sz="half" idx="10"/>
          </p:nvPr>
        </p:nvSpPr>
        <p:spPr/>
        <p:txBody>
          <a:bodyPr/>
          <a:lstStyle>
            <a:lvl1pPr>
              <a:defRPr>
                <a:solidFill>
                  <a:schemeClr val="bg1"/>
                </a:solidFill>
              </a:defRPr>
            </a:lvl1pPr>
          </a:lstStyle>
          <a:p>
            <a:r>
              <a:rPr lang="en-US"/>
              <a:t>© SYREN CLOUD INC – 2026 – ALL RIGHTS RESERVED</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330EA680-D336-4FF7-8B7A-9848BB0A1C32}" type="slidenum">
              <a:rPr lang="en-US" smtClean="0"/>
              <a:pPr/>
              <a:t>‹#›</a:t>
            </a:fld>
            <a:endParaRPr lang="en-US"/>
          </a:p>
        </p:txBody>
      </p:sp>
      <p:pic>
        <p:nvPicPr>
          <p:cNvPr id="7" name="Graphic 6">
            <a:extLst>
              <a:ext uri="{FF2B5EF4-FFF2-40B4-BE49-F238E27FC236}">
                <a16:creationId xmlns:a16="http://schemas.microsoft.com/office/drawing/2014/main" id="{010E394F-AE28-1CC6-C7FC-5C379921078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8582" y="6548674"/>
            <a:ext cx="457200" cy="143540"/>
          </a:xfrm>
          <a:prstGeom prst="rect">
            <a:avLst/>
          </a:prstGeom>
        </p:spPr>
      </p:pic>
      <p:pic>
        <p:nvPicPr>
          <p:cNvPr id="9" name="Picture 8" descr="A black background with orange circles&#10;&#10;AI-generated content may be incorrect.">
            <a:extLst>
              <a:ext uri="{FF2B5EF4-FFF2-40B4-BE49-F238E27FC236}">
                <a16:creationId xmlns:a16="http://schemas.microsoft.com/office/drawing/2014/main" id="{DB3A95AF-E38C-4D22-D25E-DE95CBD87D3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501899" y="-899665"/>
            <a:ext cx="7588845" cy="7591879"/>
          </a:xfrm>
          <a:prstGeom prst="rect">
            <a:avLst/>
          </a:prstGeom>
        </p:spPr>
      </p:pic>
    </p:spTree>
    <p:extLst>
      <p:ext uri="{BB962C8B-B14F-4D97-AF65-F5344CB8AC3E}">
        <p14:creationId xmlns:p14="http://schemas.microsoft.com/office/powerpoint/2010/main" val="78190026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Section Break - Gradi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2002631"/>
            <a:ext cx="4733544" cy="2852737"/>
          </a:xfrm>
        </p:spPr>
        <p:txBody>
          <a:bodyPr anchor="ctr">
            <a:normAutofit/>
          </a:bodyPr>
          <a:lstStyle>
            <a:lvl1pPr>
              <a:defRPr sz="4000">
                <a:solidFill>
                  <a:schemeClr val="bg1"/>
                </a:solidFill>
              </a:defRPr>
            </a:lvl1pPr>
          </a:lstStyle>
          <a:p>
            <a:r>
              <a:rPr lang="en-US"/>
              <a:t>Click to edit Master title style</a:t>
            </a:r>
          </a:p>
        </p:txBody>
      </p:sp>
      <p:sp>
        <p:nvSpPr>
          <p:cNvPr id="4" name="Date Placeholder 3"/>
          <p:cNvSpPr>
            <a:spLocks noGrp="1"/>
          </p:cNvSpPr>
          <p:nvPr>
            <p:ph type="dt" sz="half" idx="10"/>
          </p:nvPr>
        </p:nvSpPr>
        <p:spPr/>
        <p:txBody>
          <a:bodyPr/>
          <a:lstStyle>
            <a:lvl1pPr>
              <a:defRPr sz="600">
                <a:solidFill>
                  <a:schemeClr val="bg1"/>
                </a:solidFill>
              </a:defRPr>
            </a:lvl1pPr>
          </a:lstStyle>
          <a:p>
            <a:r>
              <a:rPr lang="en-US"/>
              <a:t>© SYREN CLOUD INC – 2026 – ALL RIGHTS RESERVED</a:t>
            </a:r>
            <a:endParaRPr lang="en-US" sz="60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330EA680-D336-4FF7-8B7A-9848BB0A1C32}" type="slidenum">
              <a:rPr lang="en-US" smtClean="0"/>
              <a:pPr/>
              <a:t>‹#›</a:t>
            </a:fld>
            <a:endParaRPr lang="en-US"/>
          </a:p>
        </p:txBody>
      </p:sp>
      <p:pic>
        <p:nvPicPr>
          <p:cNvPr id="7" name="Graphic 6">
            <a:extLst>
              <a:ext uri="{FF2B5EF4-FFF2-40B4-BE49-F238E27FC236}">
                <a16:creationId xmlns:a16="http://schemas.microsoft.com/office/drawing/2014/main" id="{010E394F-AE28-1CC6-C7FC-5C379921078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8582" y="6548674"/>
            <a:ext cx="457200" cy="143540"/>
          </a:xfrm>
          <a:prstGeom prst="rect">
            <a:avLst/>
          </a:prstGeom>
        </p:spPr>
      </p:pic>
    </p:spTree>
    <p:extLst>
      <p:ext uri="{BB962C8B-B14F-4D97-AF65-F5344CB8AC3E}">
        <p14:creationId xmlns:p14="http://schemas.microsoft.com/office/powerpoint/2010/main" val="1072935331"/>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and Content - Light - Blank">
    <p:spTree>
      <p:nvGrpSpPr>
        <p:cNvPr id="1" name=""/>
        <p:cNvGrpSpPr/>
        <p:nvPr/>
      </p:nvGrpSpPr>
      <p:grpSpPr>
        <a:xfrm>
          <a:off x="0" y="0"/>
          <a:ext cx="0" cy="0"/>
          <a:chOff x="0" y="0"/>
          <a:chExt cx="0" cy="0"/>
        </a:xfrm>
      </p:grpSpPr>
      <p:sp>
        <p:nvSpPr>
          <p:cNvPr id="2" name="Title 1"/>
          <p:cNvSpPr>
            <a:spLocks noGrp="1"/>
          </p:cNvSpPr>
          <p:nvPr>
            <p:ph type="title"/>
          </p:nvPr>
        </p:nvSpPr>
        <p:spPr>
          <a:xfrm>
            <a:off x="381000" y="342899"/>
            <a:ext cx="10515600" cy="553993"/>
          </a:xfrm>
        </p:spPr>
        <p:txBody>
          <a:bodyPr>
            <a:noAutofit/>
          </a:bodyPr>
          <a:lstStyle>
            <a:lvl1pPr>
              <a:defRPr sz="3000" b="0" i="0">
                <a:latin typeface="Montserrat Light" pitchFamily="2" charset="77"/>
              </a:defRPr>
            </a:lvl1pPr>
          </a:lstStyle>
          <a:p>
            <a:r>
              <a:rPr lang="en-US"/>
              <a:t>Click to edit Master title style</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endParaRPr lang="en-US" sz="600"/>
          </a:p>
        </p:txBody>
      </p:sp>
    </p:spTree>
    <p:extLst>
      <p:ext uri="{BB962C8B-B14F-4D97-AF65-F5344CB8AC3E}">
        <p14:creationId xmlns:p14="http://schemas.microsoft.com/office/powerpoint/2010/main" val="227399427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1_Title and Content - Dark - Blank">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29730"/>
            <a:ext cx="11468100" cy="5485369"/>
          </a:xfrm>
        </p:spPr>
        <p:txBody>
          <a:bodyPr/>
          <a:lstStyle>
            <a:lvl1pPr marL="228600" indent="-228600">
              <a:buFontTx/>
              <a:buBlip>
                <a:blip r:embed="rId2"/>
              </a:buBlip>
              <a:defRPr>
                <a:solidFill>
                  <a:schemeClr val="bg1"/>
                </a:solidFill>
              </a:defRPr>
            </a:lvl1pPr>
            <a:lvl2pPr marL="685800" indent="-228600">
              <a:buFontTx/>
              <a:buBlip>
                <a:blip r:embed="rId2"/>
              </a:buBlip>
              <a:defRPr>
                <a:solidFill>
                  <a:schemeClr val="bg1"/>
                </a:solidFill>
              </a:defRPr>
            </a:lvl2pPr>
            <a:lvl3pPr marL="1143000" indent="-228600">
              <a:buFontTx/>
              <a:buBlip>
                <a:blip r:embed="rId2"/>
              </a:buBlip>
              <a:defRPr>
                <a:solidFill>
                  <a:schemeClr val="bg1"/>
                </a:solidFill>
              </a:defRPr>
            </a:lvl3pPr>
            <a:lvl4pPr marL="1600200" indent="-228600">
              <a:buFontTx/>
              <a:buBlip>
                <a:blip r:embed="rId2"/>
              </a:buBlip>
              <a:defRPr>
                <a:solidFill>
                  <a:schemeClr val="bg1"/>
                </a:solidFill>
              </a:defRPr>
            </a:lvl4pPr>
            <a:lvl5pPr marL="2057400" indent="-228600">
              <a:buFontTx/>
              <a:buBlip>
                <a:blip r:embed="rId2"/>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330EA680-D336-4FF7-8B7A-9848BB0A1C32}" type="slidenum">
              <a:rPr lang="en-US" smtClean="0"/>
              <a:pPr/>
              <a:t>‹#›</a:t>
            </a:fld>
            <a:endParaRPr lang="en-US"/>
          </a:p>
        </p:txBody>
      </p:sp>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bg1"/>
                </a:solidFill>
                <a:latin typeface="Montserrat Light" pitchFamily="2" charset="77"/>
              </a:defRPr>
            </a:lvl1pPr>
          </a:lstStyle>
          <a:p>
            <a:r>
              <a:rPr lang="en-US"/>
              <a:t>© SYREN CLOUD INC – 2026 – ALL RIGHTS RESERVED</a:t>
            </a:r>
            <a:endParaRPr lang="en-US" sz="600"/>
          </a:p>
        </p:txBody>
      </p:sp>
      <p:pic>
        <p:nvPicPr>
          <p:cNvPr id="5" name="Graphic 4">
            <a:extLst>
              <a:ext uri="{FF2B5EF4-FFF2-40B4-BE49-F238E27FC236}">
                <a16:creationId xmlns:a16="http://schemas.microsoft.com/office/drawing/2014/main" id="{5D1A1B21-B93B-E42A-E51E-7A1F7B5E2DC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8582" y="6548674"/>
            <a:ext cx="457200" cy="143540"/>
          </a:xfrm>
          <a:prstGeom prst="rect">
            <a:avLst/>
          </a:prstGeom>
        </p:spPr>
      </p:pic>
      <p:cxnSp>
        <p:nvCxnSpPr>
          <p:cNvPr id="7" name="Straight Connector 6">
            <a:extLst>
              <a:ext uri="{FF2B5EF4-FFF2-40B4-BE49-F238E27FC236}">
                <a16:creationId xmlns:a16="http://schemas.microsoft.com/office/drawing/2014/main" id="{464AB1EB-15E3-CE1B-411E-C1FEC0D2BD24}"/>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88A7821C-3321-6D10-05B6-451DE1DF7328}"/>
              </a:ext>
            </a:extLst>
          </p:cNvPr>
          <p:cNvSpPr>
            <a:spLocks noGrp="1"/>
          </p:cNvSpPr>
          <p:nvPr>
            <p:ph type="title"/>
          </p:nvPr>
        </p:nvSpPr>
        <p:spPr>
          <a:xfrm>
            <a:off x="381000" y="342899"/>
            <a:ext cx="10515600" cy="553993"/>
          </a:xfrm>
        </p:spPr>
        <p:txBody>
          <a:bodyPr>
            <a:noAutofit/>
          </a:bodyPr>
          <a:lstStyle>
            <a:lvl1pPr>
              <a:defRPr sz="3000" b="0" i="0">
                <a:solidFill>
                  <a:schemeClr val="bg1"/>
                </a:solidFill>
                <a:latin typeface="Montserrat Light" pitchFamily="2" charset="77"/>
              </a:defRPr>
            </a:lvl1pPr>
          </a:lstStyle>
          <a:p>
            <a:r>
              <a:rPr lang="en-US"/>
              <a:t>Click to edit Master title style</a:t>
            </a:r>
          </a:p>
        </p:txBody>
      </p:sp>
    </p:spTree>
    <p:extLst>
      <p:ext uri="{BB962C8B-B14F-4D97-AF65-F5344CB8AC3E}">
        <p14:creationId xmlns:p14="http://schemas.microsoft.com/office/powerpoint/2010/main" val="571560652"/>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obj" preserve="1">
  <p:cSld name="Title and Content w Shapes - Ligh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C5035C-4754-CF66-A9E2-C9E05D51C65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258" y="-2"/>
            <a:ext cx="12182742" cy="6858002"/>
          </a:xfrm>
          <a:prstGeom prst="rect">
            <a:avLst/>
          </a:prstGeom>
        </p:spPr>
      </p:pic>
      <p:sp>
        <p:nvSpPr>
          <p:cNvPr id="2" name="Title 1"/>
          <p:cNvSpPr>
            <a:spLocks noGrp="1"/>
          </p:cNvSpPr>
          <p:nvPr>
            <p:ph type="title"/>
          </p:nvPr>
        </p:nvSpPr>
        <p:spPr>
          <a:xfrm>
            <a:off x="381000" y="342899"/>
            <a:ext cx="10515600" cy="553993"/>
          </a:xfrm>
        </p:spPr>
        <p:txBody>
          <a:bodyPr>
            <a:noAutofit/>
          </a:bodyPr>
          <a:lstStyle>
            <a:lvl1pPr>
              <a:defRPr sz="3000" b="0" i="0">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 y="1029730"/>
            <a:ext cx="11468100" cy="5485369"/>
          </a:xfrm>
        </p:spPr>
        <p:txBody>
          <a:bodyPr/>
          <a:lstStyle>
            <a:lvl1pPr marL="228600" indent="-228600">
              <a:buFontTx/>
              <a:buBlip>
                <a:blip r:embed="rId3"/>
              </a:buBlip>
              <a:defRPr/>
            </a:lvl1pPr>
            <a:lvl2pPr marL="685800" indent="-228600">
              <a:buFontTx/>
              <a:buBlip>
                <a:blip r:embed="rId3"/>
              </a:buBlip>
              <a:defRPr/>
            </a:lvl2pPr>
            <a:lvl3pPr marL="1143000" indent="-228600">
              <a:buFontTx/>
              <a:buBlip>
                <a:blip r:embed="rId3"/>
              </a:buBlip>
              <a:defRPr/>
            </a:lvl3pPr>
            <a:lvl4pPr marL="1600200" indent="-228600">
              <a:buFontTx/>
              <a:buBlip>
                <a:blip r:embed="rId3"/>
              </a:buBlip>
              <a:defRPr/>
            </a:lvl4pPr>
            <a:lvl5pPr marL="2057400" indent="-228600">
              <a:buFontTx/>
              <a:buBlip>
                <a:blip r:embed="rId3"/>
              </a:buBlip>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endParaRPr lang="en-US" sz="600"/>
          </a:p>
        </p:txBody>
      </p:sp>
      <p:cxnSp>
        <p:nvCxnSpPr>
          <p:cNvPr id="9" name="Straight Connector 8">
            <a:extLst>
              <a:ext uri="{FF2B5EF4-FFF2-40B4-BE49-F238E27FC236}">
                <a16:creationId xmlns:a16="http://schemas.microsoft.com/office/drawing/2014/main" id="{5CE39CB5-F702-940E-D5A3-9950276C91F2}"/>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75023940"/>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and Content w Shapes - Dark">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29730"/>
            <a:ext cx="11468100" cy="5485369"/>
          </a:xfrm>
        </p:spPr>
        <p:txBody>
          <a:bodyPr/>
          <a:lstStyle>
            <a:lvl1pPr marL="228600" indent="-228600">
              <a:buFontTx/>
              <a:buBlip>
                <a:blip r:embed="rId2"/>
              </a:buBlip>
              <a:defRPr>
                <a:solidFill>
                  <a:schemeClr val="bg1"/>
                </a:solidFill>
              </a:defRPr>
            </a:lvl1pPr>
            <a:lvl2pPr marL="685800" indent="-228600">
              <a:buFontTx/>
              <a:buBlip>
                <a:blip r:embed="rId2"/>
              </a:buBlip>
              <a:defRPr>
                <a:solidFill>
                  <a:schemeClr val="bg1"/>
                </a:solidFill>
              </a:defRPr>
            </a:lvl2pPr>
            <a:lvl3pPr marL="1143000" indent="-228600">
              <a:buFontTx/>
              <a:buBlip>
                <a:blip r:embed="rId2"/>
              </a:buBlip>
              <a:defRPr>
                <a:solidFill>
                  <a:schemeClr val="bg1"/>
                </a:solidFill>
              </a:defRPr>
            </a:lvl3pPr>
            <a:lvl4pPr marL="1600200" indent="-228600">
              <a:buFontTx/>
              <a:buBlip>
                <a:blip r:embed="rId2"/>
              </a:buBlip>
              <a:defRPr>
                <a:solidFill>
                  <a:schemeClr val="bg1"/>
                </a:solidFill>
              </a:defRPr>
            </a:lvl4pPr>
            <a:lvl5pPr marL="2057400" indent="-228600">
              <a:buFontTx/>
              <a:buBlip>
                <a:blip r:embed="rId2"/>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330EA680-D336-4FF7-8B7A-9848BB0A1C32}" type="slidenum">
              <a:rPr lang="en-US" smtClean="0"/>
              <a:pPr/>
              <a:t>‹#›</a:t>
            </a:fld>
            <a:endParaRPr lang="en-US"/>
          </a:p>
        </p:txBody>
      </p:sp>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bg1"/>
                </a:solidFill>
                <a:latin typeface="Montserrat Light" pitchFamily="2" charset="77"/>
              </a:defRPr>
            </a:lvl1pPr>
          </a:lstStyle>
          <a:p>
            <a:r>
              <a:rPr lang="en-US"/>
              <a:t>© SYREN CLOUD INC – 2026 – ALL RIGHTS RESERVED</a:t>
            </a:r>
            <a:endParaRPr lang="en-US" sz="600"/>
          </a:p>
        </p:txBody>
      </p:sp>
      <p:pic>
        <p:nvPicPr>
          <p:cNvPr id="5" name="Graphic 4">
            <a:extLst>
              <a:ext uri="{FF2B5EF4-FFF2-40B4-BE49-F238E27FC236}">
                <a16:creationId xmlns:a16="http://schemas.microsoft.com/office/drawing/2014/main" id="{5D1A1B21-B93B-E42A-E51E-7A1F7B5E2DC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8582" y="6548674"/>
            <a:ext cx="457200" cy="143540"/>
          </a:xfrm>
          <a:prstGeom prst="rect">
            <a:avLst/>
          </a:prstGeom>
        </p:spPr>
      </p:pic>
      <p:cxnSp>
        <p:nvCxnSpPr>
          <p:cNvPr id="7" name="Straight Connector 6">
            <a:extLst>
              <a:ext uri="{FF2B5EF4-FFF2-40B4-BE49-F238E27FC236}">
                <a16:creationId xmlns:a16="http://schemas.microsoft.com/office/drawing/2014/main" id="{464AB1EB-15E3-CE1B-411E-C1FEC0D2BD24}"/>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88A7821C-3321-6D10-05B6-451DE1DF7328}"/>
              </a:ext>
            </a:extLst>
          </p:cNvPr>
          <p:cNvSpPr>
            <a:spLocks noGrp="1"/>
          </p:cNvSpPr>
          <p:nvPr>
            <p:ph type="title"/>
          </p:nvPr>
        </p:nvSpPr>
        <p:spPr>
          <a:xfrm>
            <a:off x="381000" y="342899"/>
            <a:ext cx="10515600" cy="553993"/>
          </a:xfrm>
        </p:spPr>
        <p:txBody>
          <a:bodyPr>
            <a:noAutofit/>
          </a:bodyPr>
          <a:lstStyle>
            <a:lvl1pPr>
              <a:defRPr sz="3000" b="0" i="0">
                <a:solidFill>
                  <a:schemeClr val="bg1"/>
                </a:solidFill>
                <a:latin typeface="Montserrat Light" pitchFamily="2" charset="77"/>
              </a:defRPr>
            </a:lvl1pPr>
          </a:lstStyle>
          <a:p>
            <a:r>
              <a:rPr lang="en-US"/>
              <a:t>Click to edit Master title style</a:t>
            </a:r>
          </a:p>
        </p:txBody>
      </p:sp>
    </p:spTree>
    <p:extLst>
      <p:ext uri="{BB962C8B-B14F-4D97-AF65-F5344CB8AC3E}">
        <p14:creationId xmlns:p14="http://schemas.microsoft.com/office/powerpoint/2010/main" val="2218333916"/>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obj" preserve="1">
  <p:cSld name="Title and Content w Shapes - Dark - 1">
    <p:spTree>
      <p:nvGrpSpPr>
        <p:cNvPr id="1" name=""/>
        <p:cNvGrpSpPr/>
        <p:nvPr/>
      </p:nvGrpSpPr>
      <p:grpSpPr>
        <a:xfrm>
          <a:off x="0" y="0"/>
          <a:ext cx="0" cy="0"/>
          <a:chOff x="0" y="0"/>
          <a:chExt cx="0" cy="0"/>
        </a:xfrm>
      </p:grpSpPr>
      <p:sp>
        <p:nvSpPr>
          <p:cNvPr id="2" name="Title 1"/>
          <p:cNvSpPr>
            <a:spLocks noGrp="1"/>
          </p:cNvSpPr>
          <p:nvPr>
            <p:ph type="title"/>
          </p:nvPr>
        </p:nvSpPr>
        <p:spPr>
          <a:xfrm>
            <a:off x="381000" y="342899"/>
            <a:ext cx="10515600" cy="553993"/>
          </a:xfrm>
        </p:spPr>
        <p:txBody>
          <a:bodyPr>
            <a:noAutofit/>
          </a:bodyPr>
          <a:lstStyle>
            <a:lvl1pPr>
              <a:defRPr sz="3000" b="0" i="0">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 y="1029730"/>
            <a:ext cx="11468100" cy="5485369"/>
          </a:xfrm>
        </p:spPr>
        <p:txBody>
          <a:bodyPr/>
          <a:lstStyle>
            <a:lvl1pPr marL="228600" indent="-228600">
              <a:buFontTx/>
              <a:buBlip>
                <a:blip r:embed="rId2"/>
              </a:buBlip>
              <a:defRPr/>
            </a:lvl1pPr>
            <a:lvl2pPr marL="685800" indent="-228600">
              <a:buFontTx/>
              <a:buBlip>
                <a:blip r:embed="rId2"/>
              </a:buBlip>
              <a:defRPr/>
            </a:lvl2pPr>
            <a:lvl3pPr marL="1143000" indent="-228600">
              <a:buFontTx/>
              <a:buBlip>
                <a:blip r:embed="rId2"/>
              </a:buBlip>
              <a:defRPr/>
            </a:lvl3pPr>
            <a:lvl4pPr marL="1600200" indent="-228600">
              <a:buFontTx/>
              <a:buBlip>
                <a:blip r:embed="rId2"/>
              </a:buBlip>
              <a:defRPr/>
            </a:lvl4pPr>
            <a:lvl5pPr marL="2057400" indent="-228600">
              <a:buFontTx/>
              <a:buBlip>
                <a:blip r:embed="rId2"/>
              </a:buBlip>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endParaRPr lang="en-US" sz="600"/>
          </a:p>
        </p:txBody>
      </p:sp>
      <p:cxnSp>
        <p:nvCxnSpPr>
          <p:cNvPr id="9" name="Straight Connector 8">
            <a:extLst>
              <a:ext uri="{FF2B5EF4-FFF2-40B4-BE49-F238E27FC236}">
                <a16:creationId xmlns:a16="http://schemas.microsoft.com/office/drawing/2014/main" id="{5CE39CB5-F702-940E-D5A3-9950276C91F2}"/>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27025428"/>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itle and Content w Shapes - Dark - 2">
    <p:bg>
      <p:bgPr>
        <a:solidFill>
          <a:schemeClr val="tx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29730"/>
            <a:ext cx="11468100" cy="5485369"/>
          </a:xfrm>
        </p:spPr>
        <p:txBody>
          <a:bodyPr/>
          <a:lstStyle>
            <a:lvl1pPr marL="228600" indent="-228600">
              <a:buFontTx/>
              <a:buBlip>
                <a:blip r:embed="rId2"/>
              </a:buBlip>
              <a:defRPr>
                <a:solidFill>
                  <a:schemeClr val="bg1"/>
                </a:solidFill>
              </a:defRPr>
            </a:lvl1pPr>
            <a:lvl2pPr marL="685800" indent="-228600">
              <a:buFontTx/>
              <a:buBlip>
                <a:blip r:embed="rId2"/>
              </a:buBlip>
              <a:defRPr>
                <a:solidFill>
                  <a:schemeClr val="bg1"/>
                </a:solidFill>
              </a:defRPr>
            </a:lvl2pPr>
            <a:lvl3pPr marL="1143000" indent="-228600">
              <a:buFontTx/>
              <a:buBlip>
                <a:blip r:embed="rId2"/>
              </a:buBlip>
              <a:defRPr>
                <a:solidFill>
                  <a:schemeClr val="bg1"/>
                </a:solidFill>
              </a:defRPr>
            </a:lvl3pPr>
            <a:lvl4pPr marL="1600200" indent="-228600">
              <a:buFontTx/>
              <a:buBlip>
                <a:blip r:embed="rId2"/>
              </a:buBlip>
              <a:defRPr>
                <a:solidFill>
                  <a:schemeClr val="bg1"/>
                </a:solidFill>
              </a:defRPr>
            </a:lvl4pPr>
            <a:lvl5pPr marL="2057400" indent="-228600">
              <a:buFontTx/>
              <a:buBlip>
                <a:blip r:embed="rId2"/>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330EA680-D336-4FF7-8B7A-9848BB0A1C32}" type="slidenum">
              <a:rPr lang="en-US" smtClean="0"/>
              <a:pPr/>
              <a:t>‹#›</a:t>
            </a:fld>
            <a:endParaRPr lang="en-US"/>
          </a:p>
        </p:txBody>
      </p:sp>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bg1"/>
                </a:solidFill>
                <a:latin typeface="Montserrat Light" pitchFamily="2" charset="77"/>
              </a:defRPr>
            </a:lvl1pPr>
          </a:lstStyle>
          <a:p>
            <a:r>
              <a:rPr lang="en-US"/>
              <a:t>© SYREN CLOUD INC – 2026 – ALL RIGHTS RESERVED</a:t>
            </a:r>
            <a:endParaRPr lang="en-US" sz="600"/>
          </a:p>
        </p:txBody>
      </p:sp>
      <p:pic>
        <p:nvPicPr>
          <p:cNvPr id="5" name="Graphic 4">
            <a:extLst>
              <a:ext uri="{FF2B5EF4-FFF2-40B4-BE49-F238E27FC236}">
                <a16:creationId xmlns:a16="http://schemas.microsoft.com/office/drawing/2014/main" id="{5D1A1B21-B93B-E42A-E51E-7A1F7B5E2DC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88582" y="6548674"/>
            <a:ext cx="457200" cy="143540"/>
          </a:xfrm>
          <a:prstGeom prst="rect">
            <a:avLst/>
          </a:prstGeom>
        </p:spPr>
      </p:pic>
      <p:cxnSp>
        <p:nvCxnSpPr>
          <p:cNvPr id="7" name="Straight Connector 6">
            <a:extLst>
              <a:ext uri="{FF2B5EF4-FFF2-40B4-BE49-F238E27FC236}">
                <a16:creationId xmlns:a16="http://schemas.microsoft.com/office/drawing/2014/main" id="{464AB1EB-15E3-CE1B-411E-C1FEC0D2BD24}"/>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
        <p:nvSpPr>
          <p:cNvPr id="9" name="Title 1">
            <a:extLst>
              <a:ext uri="{FF2B5EF4-FFF2-40B4-BE49-F238E27FC236}">
                <a16:creationId xmlns:a16="http://schemas.microsoft.com/office/drawing/2014/main" id="{88A7821C-3321-6D10-05B6-451DE1DF7328}"/>
              </a:ext>
            </a:extLst>
          </p:cNvPr>
          <p:cNvSpPr>
            <a:spLocks noGrp="1"/>
          </p:cNvSpPr>
          <p:nvPr>
            <p:ph type="title"/>
          </p:nvPr>
        </p:nvSpPr>
        <p:spPr>
          <a:xfrm>
            <a:off x="381000" y="342899"/>
            <a:ext cx="10515600" cy="553993"/>
          </a:xfrm>
        </p:spPr>
        <p:txBody>
          <a:bodyPr>
            <a:noAutofit/>
          </a:bodyPr>
          <a:lstStyle>
            <a:lvl1pPr>
              <a:defRPr sz="3000" b="0" i="0">
                <a:solidFill>
                  <a:schemeClr val="bg1"/>
                </a:solidFill>
                <a:latin typeface="Montserrat Light" pitchFamily="2" charset="77"/>
              </a:defRPr>
            </a:lvl1pPr>
          </a:lstStyle>
          <a:p>
            <a:r>
              <a:rPr lang="en-US"/>
              <a:t>Click to edit Master title style</a:t>
            </a:r>
          </a:p>
        </p:txBody>
      </p:sp>
    </p:spTree>
    <p:extLst>
      <p:ext uri="{BB962C8B-B14F-4D97-AF65-F5344CB8AC3E}">
        <p14:creationId xmlns:p14="http://schemas.microsoft.com/office/powerpoint/2010/main" val="1845848438"/>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obj" preserve="1">
  <p:cSld name="Title and Content w Image - Light">
    <p:spTree>
      <p:nvGrpSpPr>
        <p:cNvPr id="1" name=""/>
        <p:cNvGrpSpPr/>
        <p:nvPr/>
      </p:nvGrpSpPr>
      <p:grpSpPr>
        <a:xfrm>
          <a:off x="0" y="0"/>
          <a:ext cx="0" cy="0"/>
          <a:chOff x="0" y="0"/>
          <a:chExt cx="0" cy="0"/>
        </a:xfrm>
      </p:grpSpPr>
      <p:sp>
        <p:nvSpPr>
          <p:cNvPr id="2" name="Title 1"/>
          <p:cNvSpPr>
            <a:spLocks noGrp="1"/>
          </p:cNvSpPr>
          <p:nvPr>
            <p:ph type="title"/>
          </p:nvPr>
        </p:nvSpPr>
        <p:spPr>
          <a:xfrm>
            <a:off x="381000" y="342899"/>
            <a:ext cx="10515600" cy="553993"/>
          </a:xfrm>
        </p:spPr>
        <p:txBody>
          <a:bodyPr>
            <a:noAutofit/>
          </a:bodyPr>
          <a:lstStyle>
            <a:lvl1pPr>
              <a:defRPr sz="3000" b="0" i="0">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 y="1029730"/>
            <a:ext cx="5588285" cy="5485369"/>
          </a:xfrm>
        </p:spPr>
        <p:txBody>
          <a:bodyPr/>
          <a:lstStyle>
            <a:lvl1pPr marL="228600" indent="-228600">
              <a:buFontTx/>
              <a:buBlip>
                <a:blip r:embed="rId2"/>
              </a:buBlip>
              <a:defRPr/>
            </a:lvl1pPr>
            <a:lvl2pPr marL="685800" indent="-228600">
              <a:buFontTx/>
              <a:buBlip>
                <a:blip r:embed="rId2"/>
              </a:buBlip>
              <a:defRPr/>
            </a:lvl2pPr>
            <a:lvl3pPr marL="1143000" indent="-228600">
              <a:buFontTx/>
              <a:buBlip>
                <a:blip r:embed="rId2"/>
              </a:buBlip>
              <a:defRPr/>
            </a:lvl3pPr>
            <a:lvl4pPr marL="1600200" indent="-228600">
              <a:buFontTx/>
              <a:buBlip>
                <a:blip r:embed="rId2"/>
              </a:buBlip>
              <a:defRPr/>
            </a:lvl4pPr>
            <a:lvl5pPr marL="2057400" indent="-228600">
              <a:buFontTx/>
              <a:buBlip>
                <a:blip r:embed="rId2"/>
              </a:buBlip>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endParaRPr lang="en-US" sz="600"/>
          </a:p>
        </p:txBody>
      </p:sp>
      <p:cxnSp>
        <p:nvCxnSpPr>
          <p:cNvPr id="9" name="Straight Connector 8">
            <a:extLst>
              <a:ext uri="{FF2B5EF4-FFF2-40B4-BE49-F238E27FC236}">
                <a16:creationId xmlns:a16="http://schemas.microsoft.com/office/drawing/2014/main" id="{5CE39CB5-F702-940E-D5A3-9950276C91F2}"/>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82350971"/>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itle and Content w Image - Dark">
    <p:bg>
      <p:bgPr>
        <a:solidFill>
          <a:schemeClr val="tx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bg1"/>
                </a:solidFill>
              </a:defRPr>
            </a:lvl1pPr>
          </a:lstStyle>
          <a:p>
            <a:fld id="{330EA680-D336-4FF7-8B7A-9848BB0A1C32}" type="slidenum">
              <a:rPr lang="en-US" smtClean="0"/>
              <a:pPr/>
              <a:t>‹#›</a:t>
            </a:fld>
            <a:endParaRPr lang="en-US"/>
          </a:p>
        </p:txBody>
      </p:sp>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bg1"/>
                </a:solidFill>
                <a:latin typeface="Montserrat Light" pitchFamily="2" charset="77"/>
              </a:defRPr>
            </a:lvl1pPr>
          </a:lstStyle>
          <a:p>
            <a:r>
              <a:rPr lang="en-US"/>
              <a:t>© SYREN CLOUD INC – 2026 – ALL RIGHTS RESERVED</a:t>
            </a:r>
            <a:endParaRPr lang="en-US" sz="600"/>
          </a:p>
        </p:txBody>
      </p:sp>
      <p:pic>
        <p:nvPicPr>
          <p:cNvPr id="5" name="Graphic 4">
            <a:extLst>
              <a:ext uri="{FF2B5EF4-FFF2-40B4-BE49-F238E27FC236}">
                <a16:creationId xmlns:a16="http://schemas.microsoft.com/office/drawing/2014/main" id="{5D1A1B21-B93B-E42A-E51E-7A1F7B5E2DC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cxnSp>
        <p:nvCxnSpPr>
          <p:cNvPr id="7" name="Straight Connector 6">
            <a:extLst>
              <a:ext uri="{FF2B5EF4-FFF2-40B4-BE49-F238E27FC236}">
                <a16:creationId xmlns:a16="http://schemas.microsoft.com/office/drawing/2014/main" id="{464AB1EB-15E3-CE1B-411E-C1FEC0D2BD24}"/>
              </a:ext>
            </a:extLst>
          </p:cNvPr>
          <p:cNvCxnSpPr>
            <a:cxnSpLocks/>
          </p:cNvCxnSpPr>
          <p:nvPr userDrawn="1"/>
        </p:nvCxnSpPr>
        <p:spPr>
          <a:xfrm>
            <a:off x="502666" y="896897"/>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62E7273-4156-86A7-7315-686A67241837}"/>
              </a:ext>
            </a:extLst>
          </p:cNvPr>
          <p:cNvSpPr>
            <a:spLocks noGrp="1"/>
          </p:cNvSpPr>
          <p:nvPr>
            <p:ph type="title"/>
          </p:nvPr>
        </p:nvSpPr>
        <p:spPr>
          <a:xfrm>
            <a:off x="381000" y="342899"/>
            <a:ext cx="10515600" cy="553993"/>
          </a:xfrm>
        </p:spPr>
        <p:txBody>
          <a:bodyPr>
            <a:noAutofit/>
          </a:bodyPr>
          <a:lstStyle>
            <a:lvl1pPr>
              <a:defRPr sz="3000" b="0" i="0">
                <a:solidFill>
                  <a:schemeClr val="bg1"/>
                </a:solidFill>
                <a:latin typeface="Montserrat Light" pitchFamily="2" charset="77"/>
              </a:defRPr>
            </a:lvl1pPr>
          </a:lstStyle>
          <a:p>
            <a:r>
              <a:rPr lang="en-US"/>
              <a:t>Click to edit Master title style</a:t>
            </a:r>
          </a:p>
        </p:txBody>
      </p:sp>
      <p:sp>
        <p:nvSpPr>
          <p:cNvPr id="4" name="Content Placeholder 2">
            <a:extLst>
              <a:ext uri="{FF2B5EF4-FFF2-40B4-BE49-F238E27FC236}">
                <a16:creationId xmlns:a16="http://schemas.microsoft.com/office/drawing/2014/main" id="{323833B9-2874-D264-58E3-467A17E08E84}"/>
              </a:ext>
            </a:extLst>
          </p:cNvPr>
          <p:cNvSpPr>
            <a:spLocks noGrp="1"/>
          </p:cNvSpPr>
          <p:nvPr>
            <p:ph idx="1"/>
          </p:nvPr>
        </p:nvSpPr>
        <p:spPr>
          <a:xfrm>
            <a:off x="381000" y="1029730"/>
            <a:ext cx="5588285" cy="5485369"/>
          </a:xfrm>
        </p:spPr>
        <p:txBody>
          <a:bodyPr/>
          <a:lstStyle>
            <a:lvl1pPr marL="228600" indent="-228600">
              <a:buFontTx/>
              <a:buBlip>
                <a:blip r:embed="rId4"/>
              </a:buBlip>
              <a:defRPr>
                <a:solidFill>
                  <a:schemeClr val="bg1"/>
                </a:solidFill>
              </a:defRPr>
            </a:lvl1pPr>
            <a:lvl2pPr marL="685800" indent="-228600">
              <a:buFontTx/>
              <a:buBlip>
                <a:blip r:embed="rId4"/>
              </a:buBlip>
              <a:defRPr>
                <a:solidFill>
                  <a:schemeClr val="bg1"/>
                </a:solidFill>
              </a:defRPr>
            </a:lvl2pPr>
            <a:lvl3pPr marL="1143000" indent="-228600">
              <a:buFontTx/>
              <a:buBlip>
                <a:blip r:embed="rId4"/>
              </a:buBlip>
              <a:defRPr>
                <a:solidFill>
                  <a:schemeClr val="bg1"/>
                </a:solidFill>
              </a:defRPr>
            </a:lvl3pPr>
            <a:lvl4pPr marL="1600200" indent="-228600">
              <a:buFontTx/>
              <a:buBlip>
                <a:blip r:embed="rId4"/>
              </a:buBlip>
              <a:defRPr>
                <a:solidFill>
                  <a:schemeClr val="bg1"/>
                </a:solidFill>
              </a:defRPr>
            </a:lvl4pPr>
            <a:lvl5pPr marL="2057400" indent="-228600">
              <a:buFontTx/>
              <a:buBlip>
                <a:blip r:embed="rId4"/>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71453065"/>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obj" preserve="1">
  <p:cSld name="Case Study - Ligh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7FD1701-36B8-0613-0ABA-DC1EE50D4CA2}"/>
              </a:ext>
            </a:extLst>
          </p:cNvPr>
          <p:cNvSpPr/>
          <p:nvPr userDrawn="1"/>
        </p:nvSpPr>
        <p:spPr>
          <a:xfrm>
            <a:off x="0" y="0"/>
            <a:ext cx="12192000" cy="2286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81000" y="571500"/>
            <a:ext cx="4566919" cy="1169551"/>
          </a:xfrm>
        </p:spPr>
        <p:txBody>
          <a:bodyPr>
            <a:noAutofit/>
          </a:bodyPr>
          <a:lstStyle>
            <a:lvl1pPr algn="l">
              <a:defRPr sz="3000" b="0" i="0">
                <a:solidFill>
                  <a:schemeClr val="bg1"/>
                </a:solidFill>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 y="2653066"/>
            <a:ext cx="11468100" cy="3862032"/>
          </a:xfrm>
        </p:spPr>
        <p:txBody>
          <a:bodyPr/>
          <a:lstStyle>
            <a:lvl1pPr marL="228600" indent="-228600">
              <a:buFontTx/>
              <a:buBlip>
                <a:blip r:embed="rId2"/>
              </a:buBlip>
              <a:defRPr/>
            </a:lvl1pPr>
            <a:lvl2pPr marL="685800" indent="-228600">
              <a:buFontTx/>
              <a:buBlip>
                <a:blip r:embed="rId2"/>
              </a:buBlip>
              <a:defRPr/>
            </a:lvl2pPr>
            <a:lvl3pPr marL="1143000" indent="-228600">
              <a:buFontTx/>
              <a:buBlip>
                <a:blip r:embed="rId2"/>
              </a:buBlip>
              <a:defRPr/>
            </a:lvl3pPr>
            <a:lvl4pPr marL="1600200" indent="-228600">
              <a:buFontTx/>
              <a:buBlip>
                <a:blip r:embed="rId2"/>
              </a:buBlip>
              <a:defRPr/>
            </a:lvl4pPr>
            <a:lvl5pPr marL="2057400" indent="-228600">
              <a:buFontTx/>
              <a:buBlip>
                <a:blip r:embed="rId2"/>
              </a:buBlip>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endParaRPr lang="en-US" sz="600"/>
          </a:p>
        </p:txBody>
      </p:sp>
      <p:pic>
        <p:nvPicPr>
          <p:cNvPr id="14" name="Graphic 13">
            <a:extLst>
              <a:ext uri="{FF2B5EF4-FFF2-40B4-BE49-F238E27FC236}">
                <a16:creationId xmlns:a16="http://schemas.microsoft.com/office/drawing/2014/main" id="{2D0D96B5-F681-BDE8-14CE-D66583D19AF8}"/>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28966" y="342900"/>
            <a:ext cx="220134" cy="228600"/>
          </a:xfrm>
          <a:prstGeom prst="rect">
            <a:avLst/>
          </a:prstGeom>
        </p:spPr>
      </p:pic>
    </p:spTree>
    <p:extLst>
      <p:ext uri="{BB962C8B-B14F-4D97-AF65-F5344CB8AC3E}">
        <p14:creationId xmlns:p14="http://schemas.microsoft.com/office/powerpoint/2010/main" val="2483096610"/>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Quote Slide Light">
    <p:spTree>
      <p:nvGrpSpPr>
        <p:cNvPr id="1" name=""/>
        <p:cNvGrpSpPr/>
        <p:nvPr/>
      </p:nvGrpSpPr>
      <p:grpSpPr>
        <a:xfrm>
          <a:off x="0" y="0"/>
          <a:ext cx="0" cy="0"/>
          <a:chOff x="0" y="0"/>
          <a:chExt cx="0" cy="0"/>
        </a:xfrm>
      </p:grpSpPr>
      <p:sp>
        <p:nvSpPr>
          <p:cNvPr id="2" name="Title 1"/>
          <p:cNvSpPr>
            <a:spLocks noGrp="1"/>
          </p:cNvSpPr>
          <p:nvPr>
            <p:ph type="title"/>
          </p:nvPr>
        </p:nvSpPr>
        <p:spPr>
          <a:xfrm>
            <a:off x="3810000" y="2875007"/>
            <a:ext cx="6664960" cy="553993"/>
          </a:xfrm>
        </p:spPr>
        <p:txBody>
          <a:bodyPr anchor="b">
            <a:noAutofit/>
          </a:bodyPr>
          <a:lstStyle>
            <a:lvl1pPr>
              <a:defRPr sz="2400" b="0" i="0">
                <a:latin typeface="Montserrat Light" pitchFamily="2" charset="77"/>
              </a:defRPr>
            </a:lvl1pPr>
          </a:lstStyle>
          <a:p>
            <a:r>
              <a:rPr lang="en-US"/>
              <a:t>Click to edit Master title style</a:t>
            </a:r>
          </a:p>
        </p:txBody>
      </p:sp>
      <p:sp>
        <p:nvSpPr>
          <p:cNvPr id="3" name="Content Placeholder 2"/>
          <p:cNvSpPr>
            <a:spLocks noGrp="1"/>
          </p:cNvSpPr>
          <p:nvPr>
            <p:ph idx="1"/>
          </p:nvPr>
        </p:nvSpPr>
        <p:spPr>
          <a:xfrm>
            <a:off x="3810000" y="3561839"/>
            <a:ext cx="6664960" cy="3382250"/>
          </a:xfrm>
        </p:spPr>
        <p:txBody>
          <a:bodyPr>
            <a:normAutofit/>
          </a:bodyPr>
          <a:lstStyle>
            <a:lvl1pPr marL="171450" indent="-171450">
              <a:buFontTx/>
              <a:buBlip>
                <a:blip r:embed="rId2"/>
              </a:buBlip>
              <a:defRPr sz="800">
                <a:solidFill>
                  <a:schemeClr val="bg2"/>
                </a:solidFill>
              </a:defRPr>
            </a:lvl1pPr>
            <a:lvl2pPr marL="628650" indent="-171450">
              <a:buFontTx/>
              <a:buBlip>
                <a:blip r:embed="rId2"/>
              </a:buBlip>
              <a:defRPr sz="800">
                <a:solidFill>
                  <a:schemeClr val="bg2"/>
                </a:solidFill>
              </a:defRPr>
            </a:lvl2pPr>
            <a:lvl3pPr marL="1085850" indent="-171450">
              <a:buFontTx/>
              <a:buBlip>
                <a:blip r:embed="rId2"/>
              </a:buBlip>
              <a:defRPr sz="800">
                <a:solidFill>
                  <a:schemeClr val="bg2"/>
                </a:solidFill>
              </a:defRPr>
            </a:lvl3pPr>
            <a:lvl4pPr marL="1543050" indent="-171450">
              <a:buFontTx/>
              <a:buBlip>
                <a:blip r:embed="rId2"/>
              </a:buBlip>
              <a:defRPr sz="800">
                <a:solidFill>
                  <a:schemeClr val="bg2"/>
                </a:solidFill>
              </a:defRPr>
            </a:lvl4pPr>
            <a:lvl5pPr marL="2000250" indent="-171450">
              <a:buFontTx/>
              <a:buBlip>
                <a:blip r:embed="rId2"/>
              </a:buBlip>
              <a:defRPr sz="8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pic>
        <p:nvPicPr>
          <p:cNvPr id="7" name="Graphic 6">
            <a:extLst>
              <a:ext uri="{FF2B5EF4-FFF2-40B4-BE49-F238E27FC236}">
                <a16:creationId xmlns:a16="http://schemas.microsoft.com/office/drawing/2014/main" id="{66408D25-F6C2-B50C-1071-179EE9265FD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1000" y="6548674"/>
            <a:ext cx="457200" cy="143540"/>
          </a:xfrm>
          <a:prstGeom prst="rect">
            <a:avLst/>
          </a:prstGeom>
        </p:spPr>
      </p:pic>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endParaRPr lang="en-US" sz="600"/>
          </a:p>
        </p:txBody>
      </p:sp>
    </p:spTree>
    <p:extLst>
      <p:ext uri="{BB962C8B-B14F-4D97-AF65-F5344CB8AC3E}">
        <p14:creationId xmlns:p14="http://schemas.microsoft.com/office/powerpoint/2010/main" val="948336164"/>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Quote Slide Dark">
    <p:bg>
      <p:bgPr>
        <a:solidFill>
          <a:schemeClr val="tx1"/>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bg1"/>
                </a:solidFill>
              </a:defRPr>
            </a:lvl1pPr>
          </a:lstStyle>
          <a:p>
            <a:fld id="{330EA680-D336-4FF7-8B7A-9848BB0A1C32}" type="slidenum">
              <a:rPr lang="en-US" smtClean="0"/>
              <a:pPr/>
              <a:t>‹#›</a:t>
            </a:fld>
            <a:endParaRPr lang="en-US"/>
          </a:p>
        </p:txBody>
      </p:sp>
      <p:pic>
        <p:nvPicPr>
          <p:cNvPr id="8" name="Graphic 7">
            <a:extLst>
              <a:ext uri="{FF2B5EF4-FFF2-40B4-BE49-F238E27FC236}">
                <a16:creationId xmlns:a16="http://schemas.microsoft.com/office/drawing/2014/main" id="{01AC1EDD-1D21-43BE-A5A1-86BAF38CD76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28966" y="342900"/>
            <a:ext cx="220134" cy="228600"/>
          </a:xfrm>
          <a:prstGeom prst="rect">
            <a:avLst/>
          </a:prstGeom>
        </p:spPr>
      </p:pic>
      <p:sp>
        <p:nvSpPr>
          <p:cNvPr id="10" name="Date Placeholder 3">
            <a:extLst>
              <a:ext uri="{FF2B5EF4-FFF2-40B4-BE49-F238E27FC236}">
                <a16:creationId xmlns:a16="http://schemas.microsoft.com/office/drawing/2014/main" id="{9E2532C5-A3D4-42EF-4C26-6FE35804A518}"/>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bg1"/>
                </a:solidFill>
                <a:latin typeface="Montserrat Light" pitchFamily="2" charset="77"/>
              </a:defRPr>
            </a:lvl1pPr>
          </a:lstStyle>
          <a:p>
            <a:r>
              <a:rPr lang="en-US"/>
              <a:t>© SYREN CLOUD INC – 2026 – ALL RIGHTS RESERVED</a:t>
            </a:r>
            <a:endParaRPr lang="en-US" sz="600"/>
          </a:p>
        </p:txBody>
      </p:sp>
      <p:pic>
        <p:nvPicPr>
          <p:cNvPr id="5" name="Graphic 4">
            <a:extLst>
              <a:ext uri="{FF2B5EF4-FFF2-40B4-BE49-F238E27FC236}">
                <a16:creationId xmlns:a16="http://schemas.microsoft.com/office/drawing/2014/main" id="{5D1A1B21-B93B-E42A-E51E-7A1F7B5E2DC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88582" y="6548674"/>
            <a:ext cx="457200" cy="143540"/>
          </a:xfrm>
          <a:prstGeom prst="rect">
            <a:avLst/>
          </a:prstGeom>
        </p:spPr>
      </p:pic>
      <p:sp>
        <p:nvSpPr>
          <p:cNvPr id="13" name="Title 1">
            <a:extLst>
              <a:ext uri="{FF2B5EF4-FFF2-40B4-BE49-F238E27FC236}">
                <a16:creationId xmlns:a16="http://schemas.microsoft.com/office/drawing/2014/main" id="{81B27A54-6714-5FF0-5E2A-609831078753}"/>
              </a:ext>
            </a:extLst>
          </p:cNvPr>
          <p:cNvSpPr>
            <a:spLocks noGrp="1"/>
          </p:cNvSpPr>
          <p:nvPr>
            <p:ph type="title"/>
          </p:nvPr>
        </p:nvSpPr>
        <p:spPr>
          <a:xfrm>
            <a:off x="3810000" y="2875007"/>
            <a:ext cx="6664960" cy="553993"/>
          </a:xfrm>
        </p:spPr>
        <p:txBody>
          <a:bodyPr anchor="b">
            <a:noAutofit/>
          </a:bodyPr>
          <a:lstStyle>
            <a:lvl1pPr>
              <a:defRPr sz="2400" b="0" i="0">
                <a:solidFill>
                  <a:schemeClr val="bg1"/>
                </a:solidFill>
                <a:latin typeface="Montserrat Light" pitchFamily="2" charset="77"/>
              </a:defRPr>
            </a:lvl1pPr>
          </a:lstStyle>
          <a:p>
            <a:r>
              <a:rPr lang="en-US"/>
              <a:t>Click to edit Master title style</a:t>
            </a:r>
          </a:p>
        </p:txBody>
      </p:sp>
      <p:sp>
        <p:nvSpPr>
          <p:cNvPr id="14" name="Content Placeholder 2">
            <a:extLst>
              <a:ext uri="{FF2B5EF4-FFF2-40B4-BE49-F238E27FC236}">
                <a16:creationId xmlns:a16="http://schemas.microsoft.com/office/drawing/2014/main" id="{2988A480-D2C2-CE1C-F54F-461025AC56F7}"/>
              </a:ext>
            </a:extLst>
          </p:cNvPr>
          <p:cNvSpPr>
            <a:spLocks noGrp="1"/>
          </p:cNvSpPr>
          <p:nvPr>
            <p:ph idx="1"/>
          </p:nvPr>
        </p:nvSpPr>
        <p:spPr>
          <a:xfrm>
            <a:off x="3810000" y="3561839"/>
            <a:ext cx="6664960" cy="3382250"/>
          </a:xfrm>
        </p:spPr>
        <p:txBody>
          <a:bodyPr>
            <a:normAutofit/>
          </a:bodyPr>
          <a:lstStyle>
            <a:lvl1pPr marL="171450" indent="-171450">
              <a:buFontTx/>
              <a:buBlip>
                <a:blip r:embed="rId4"/>
              </a:buBlip>
              <a:defRPr sz="800">
                <a:solidFill>
                  <a:schemeClr val="bg2"/>
                </a:solidFill>
              </a:defRPr>
            </a:lvl1pPr>
            <a:lvl2pPr marL="628650" indent="-171450">
              <a:buFontTx/>
              <a:buBlip>
                <a:blip r:embed="rId4"/>
              </a:buBlip>
              <a:defRPr sz="800">
                <a:solidFill>
                  <a:schemeClr val="bg2"/>
                </a:solidFill>
              </a:defRPr>
            </a:lvl2pPr>
            <a:lvl3pPr marL="1085850" indent="-171450">
              <a:buFontTx/>
              <a:buBlip>
                <a:blip r:embed="rId4"/>
              </a:buBlip>
              <a:defRPr sz="800">
                <a:solidFill>
                  <a:schemeClr val="bg2"/>
                </a:solidFill>
              </a:defRPr>
            </a:lvl3pPr>
            <a:lvl4pPr marL="1543050" indent="-171450">
              <a:buFontTx/>
              <a:buBlip>
                <a:blip r:embed="rId4"/>
              </a:buBlip>
              <a:defRPr sz="800">
                <a:solidFill>
                  <a:schemeClr val="bg2"/>
                </a:solidFill>
              </a:defRPr>
            </a:lvl4pPr>
            <a:lvl5pPr marL="2000250" indent="-171450">
              <a:buFontTx/>
              <a:buBlip>
                <a:blip r:embed="rId4"/>
              </a:buBlip>
              <a:defRPr sz="8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90107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9" Type="http://schemas.openxmlformats.org/officeDocument/2006/relationships/theme" Target="../theme/theme2.xml"/><Relationship Id="rId21" Type="http://schemas.openxmlformats.org/officeDocument/2006/relationships/slideLayout" Target="../slideLayouts/slideLayout47.xml"/><Relationship Id="rId34" Type="http://schemas.openxmlformats.org/officeDocument/2006/relationships/slideLayout" Target="../slideLayouts/slideLayout60.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33" Type="http://schemas.openxmlformats.org/officeDocument/2006/relationships/slideLayout" Target="../slideLayouts/slideLayout59.xml"/><Relationship Id="rId38" Type="http://schemas.openxmlformats.org/officeDocument/2006/relationships/slideLayout" Target="../slideLayouts/slideLayout64.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29" Type="http://schemas.openxmlformats.org/officeDocument/2006/relationships/slideLayout" Target="../slideLayouts/slideLayout55.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32" Type="http://schemas.openxmlformats.org/officeDocument/2006/relationships/slideLayout" Target="../slideLayouts/slideLayout58.xml"/><Relationship Id="rId37" Type="http://schemas.openxmlformats.org/officeDocument/2006/relationships/slideLayout" Target="../slideLayouts/slideLayout63.xml"/><Relationship Id="rId40" Type="http://schemas.openxmlformats.org/officeDocument/2006/relationships/image" Target="../media/image1.png"/><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slideLayout" Target="../slideLayouts/slideLayout54.xml"/><Relationship Id="rId36" Type="http://schemas.openxmlformats.org/officeDocument/2006/relationships/slideLayout" Target="../slideLayouts/slideLayout62.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31" Type="http://schemas.openxmlformats.org/officeDocument/2006/relationships/slideLayout" Target="../slideLayouts/slideLayout57.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slideLayout" Target="../slideLayouts/slideLayout53.xml"/><Relationship Id="rId30" Type="http://schemas.openxmlformats.org/officeDocument/2006/relationships/slideLayout" Target="../slideLayouts/slideLayout56.xml"/><Relationship Id="rId35" Type="http://schemas.openxmlformats.org/officeDocument/2006/relationships/slideLayout" Target="../slideLayouts/slideLayout61.xml"/><Relationship Id="rId8" Type="http://schemas.openxmlformats.org/officeDocument/2006/relationships/slideLayout" Target="../slideLayouts/slideLayout34.xml"/><Relationship Id="rId3"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18" Type="http://schemas.openxmlformats.org/officeDocument/2006/relationships/slideLayout" Target="../slideLayouts/slideLayout82.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17" Type="http://schemas.openxmlformats.org/officeDocument/2006/relationships/slideLayout" Target="../slideLayouts/slideLayout81.xml"/><Relationship Id="rId2" Type="http://schemas.openxmlformats.org/officeDocument/2006/relationships/slideLayout" Target="../slideLayouts/slideLayout66.xml"/><Relationship Id="rId16" Type="http://schemas.openxmlformats.org/officeDocument/2006/relationships/slideLayout" Target="../slideLayouts/slideLayout80.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slideLayout" Target="../slideLayouts/slideLayout79.xml"/><Relationship Id="rId10" Type="http://schemas.openxmlformats.org/officeDocument/2006/relationships/slideLayout" Target="../slideLayouts/slideLayout74.xml"/><Relationship Id="rId19" Type="http://schemas.openxmlformats.org/officeDocument/2006/relationships/theme" Target="../theme/theme3.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slideLayout" Target="../slideLayouts/slideLayout78.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95.xml"/><Relationship Id="rId18" Type="http://schemas.openxmlformats.org/officeDocument/2006/relationships/slideLayout" Target="../slideLayouts/slideLayout100.xml"/><Relationship Id="rId26" Type="http://schemas.openxmlformats.org/officeDocument/2006/relationships/slideLayout" Target="../slideLayouts/slideLayout108.xml"/><Relationship Id="rId39" Type="http://schemas.openxmlformats.org/officeDocument/2006/relationships/slideLayout" Target="../slideLayouts/slideLayout121.xml"/><Relationship Id="rId21" Type="http://schemas.openxmlformats.org/officeDocument/2006/relationships/slideLayout" Target="../slideLayouts/slideLayout103.xml"/><Relationship Id="rId34" Type="http://schemas.openxmlformats.org/officeDocument/2006/relationships/slideLayout" Target="../slideLayouts/slideLayout116.xml"/><Relationship Id="rId7" Type="http://schemas.openxmlformats.org/officeDocument/2006/relationships/slideLayout" Target="../slideLayouts/slideLayout89.xml"/><Relationship Id="rId12" Type="http://schemas.openxmlformats.org/officeDocument/2006/relationships/slideLayout" Target="../slideLayouts/slideLayout94.xml"/><Relationship Id="rId17" Type="http://schemas.openxmlformats.org/officeDocument/2006/relationships/slideLayout" Target="../slideLayouts/slideLayout99.xml"/><Relationship Id="rId25" Type="http://schemas.openxmlformats.org/officeDocument/2006/relationships/slideLayout" Target="../slideLayouts/slideLayout107.xml"/><Relationship Id="rId33" Type="http://schemas.openxmlformats.org/officeDocument/2006/relationships/slideLayout" Target="../slideLayouts/slideLayout115.xml"/><Relationship Id="rId38" Type="http://schemas.openxmlformats.org/officeDocument/2006/relationships/slideLayout" Target="../slideLayouts/slideLayout120.xml"/><Relationship Id="rId2" Type="http://schemas.openxmlformats.org/officeDocument/2006/relationships/slideLayout" Target="../slideLayouts/slideLayout84.xml"/><Relationship Id="rId16" Type="http://schemas.openxmlformats.org/officeDocument/2006/relationships/slideLayout" Target="../slideLayouts/slideLayout98.xml"/><Relationship Id="rId20" Type="http://schemas.openxmlformats.org/officeDocument/2006/relationships/slideLayout" Target="../slideLayouts/slideLayout102.xml"/><Relationship Id="rId29" Type="http://schemas.openxmlformats.org/officeDocument/2006/relationships/slideLayout" Target="../slideLayouts/slideLayout111.xml"/><Relationship Id="rId1" Type="http://schemas.openxmlformats.org/officeDocument/2006/relationships/slideLayout" Target="../slideLayouts/slideLayout83.xml"/><Relationship Id="rId6" Type="http://schemas.openxmlformats.org/officeDocument/2006/relationships/slideLayout" Target="../slideLayouts/slideLayout88.xml"/><Relationship Id="rId11" Type="http://schemas.openxmlformats.org/officeDocument/2006/relationships/slideLayout" Target="../slideLayouts/slideLayout93.xml"/><Relationship Id="rId24" Type="http://schemas.openxmlformats.org/officeDocument/2006/relationships/slideLayout" Target="../slideLayouts/slideLayout106.xml"/><Relationship Id="rId32" Type="http://schemas.openxmlformats.org/officeDocument/2006/relationships/slideLayout" Target="../slideLayouts/slideLayout114.xml"/><Relationship Id="rId37" Type="http://schemas.openxmlformats.org/officeDocument/2006/relationships/slideLayout" Target="../slideLayouts/slideLayout119.xml"/><Relationship Id="rId40" Type="http://schemas.openxmlformats.org/officeDocument/2006/relationships/theme" Target="../theme/theme4.xml"/><Relationship Id="rId5" Type="http://schemas.openxmlformats.org/officeDocument/2006/relationships/slideLayout" Target="../slideLayouts/slideLayout87.xml"/><Relationship Id="rId15" Type="http://schemas.openxmlformats.org/officeDocument/2006/relationships/slideLayout" Target="../slideLayouts/slideLayout97.xml"/><Relationship Id="rId23" Type="http://schemas.openxmlformats.org/officeDocument/2006/relationships/slideLayout" Target="../slideLayouts/slideLayout105.xml"/><Relationship Id="rId28" Type="http://schemas.openxmlformats.org/officeDocument/2006/relationships/slideLayout" Target="../slideLayouts/slideLayout110.xml"/><Relationship Id="rId36" Type="http://schemas.openxmlformats.org/officeDocument/2006/relationships/slideLayout" Target="../slideLayouts/slideLayout118.xml"/><Relationship Id="rId10" Type="http://schemas.openxmlformats.org/officeDocument/2006/relationships/slideLayout" Target="../slideLayouts/slideLayout92.xml"/><Relationship Id="rId19" Type="http://schemas.openxmlformats.org/officeDocument/2006/relationships/slideLayout" Target="../slideLayouts/slideLayout101.xml"/><Relationship Id="rId31" Type="http://schemas.openxmlformats.org/officeDocument/2006/relationships/slideLayout" Target="../slideLayouts/slideLayout113.xml"/><Relationship Id="rId4" Type="http://schemas.openxmlformats.org/officeDocument/2006/relationships/slideLayout" Target="../slideLayouts/slideLayout86.xml"/><Relationship Id="rId9" Type="http://schemas.openxmlformats.org/officeDocument/2006/relationships/slideLayout" Target="../slideLayouts/slideLayout91.xml"/><Relationship Id="rId14" Type="http://schemas.openxmlformats.org/officeDocument/2006/relationships/slideLayout" Target="../slideLayouts/slideLayout96.xml"/><Relationship Id="rId22" Type="http://schemas.openxmlformats.org/officeDocument/2006/relationships/slideLayout" Target="../slideLayouts/slideLayout104.xml"/><Relationship Id="rId27" Type="http://schemas.openxmlformats.org/officeDocument/2006/relationships/slideLayout" Target="../slideLayouts/slideLayout109.xml"/><Relationship Id="rId30" Type="http://schemas.openxmlformats.org/officeDocument/2006/relationships/slideLayout" Target="../slideLayouts/slideLayout112.xml"/><Relationship Id="rId35" Type="http://schemas.openxmlformats.org/officeDocument/2006/relationships/slideLayout" Target="../slideLayouts/slideLayout117.xml"/><Relationship Id="rId8" Type="http://schemas.openxmlformats.org/officeDocument/2006/relationships/slideLayout" Target="../slideLayouts/slideLayout90.xml"/><Relationship Id="rId3" Type="http://schemas.openxmlformats.org/officeDocument/2006/relationships/slideLayout" Target="../slideLayouts/slideLayout8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29.xml"/><Relationship Id="rId13" Type="http://schemas.openxmlformats.org/officeDocument/2006/relationships/slideLayout" Target="../slideLayouts/slideLayout134.xml"/><Relationship Id="rId3" Type="http://schemas.openxmlformats.org/officeDocument/2006/relationships/slideLayout" Target="../slideLayouts/slideLayout124.xml"/><Relationship Id="rId7" Type="http://schemas.openxmlformats.org/officeDocument/2006/relationships/slideLayout" Target="../slideLayouts/slideLayout128.xml"/><Relationship Id="rId12" Type="http://schemas.openxmlformats.org/officeDocument/2006/relationships/slideLayout" Target="../slideLayouts/slideLayout133.xml"/><Relationship Id="rId2" Type="http://schemas.openxmlformats.org/officeDocument/2006/relationships/slideLayout" Target="../slideLayouts/slideLayout123.xml"/><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5" Type="http://schemas.openxmlformats.org/officeDocument/2006/relationships/slideLayout" Target="../slideLayouts/slideLayout126.xml"/><Relationship Id="rId15" Type="http://schemas.openxmlformats.org/officeDocument/2006/relationships/theme" Target="../theme/theme5.xml"/><Relationship Id="rId10" Type="http://schemas.openxmlformats.org/officeDocument/2006/relationships/slideLayout" Target="../slideLayouts/slideLayout131.xml"/><Relationship Id="rId4" Type="http://schemas.openxmlformats.org/officeDocument/2006/relationships/slideLayout" Target="../slideLayouts/slideLayout125.xml"/><Relationship Id="rId9" Type="http://schemas.openxmlformats.org/officeDocument/2006/relationships/slideLayout" Target="../slideLayouts/slideLayout130.xml"/><Relationship Id="rId14" Type="http://schemas.openxmlformats.org/officeDocument/2006/relationships/slideLayout" Target="../slideLayouts/slideLayout13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43.xml"/><Relationship Id="rId13" Type="http://schemas.openxmlformats.org/officeDocument/2006/relationships/slideLayout" Target="../slideLayouts/slideLayout148.xml"/><Relationship Id="rId18" Type="http://schemas.openxmlformats.org/officeDocument/2006/relationships/theme" Target="../theme/theme6.xml"/><Relationship Id="rId3" Type="http://schemas.openxmlformats.org/officeDocument/2006/relationships/slideLayout" Target="../slideLayouts/slideLayout138.xml"/><Relationship Id="rId7" Type="http://schemas.openxmlformats.org/officeDocument/2006/relationships/slideLayout" Target="../slideLayouts/slideLayout142.xml"/><Relationship Id="rId12" Type="http://schemas.openxmlformats.org/officeDocument/2006/relationships/slideLayout" Target="../slideLayouts/slideLayout147.xml"/><Relationship Id="rId17" Type="http://schemas.openxmlformats.org/officeDocument/2006/relationships/slideLayout" Target="../slideLayouts/slideLayout152.xml"/><Relationship Id="rId2" Type="http://schemas.openxmlformats.org/officeDocument/2006/relationships/slideLayout" Target="../slideLayouts/slideLayout137.xml"/><Relationship Id="rId16" Type="http://schemas.openxmlformats.org/officeDocument/2006/relationships/slideLayout" Target="../slideLayouts/slideLayout151.xml"/><Relationship Id="rId1" Type="http://schemas.openxmlformats.org/officeDocument/2006/relationships/slideLayout" Target="../slideLayouts/slideLayout136.xml"/><Relationship Id="rId6" Type="http://schemas.openxmlformats.org/officeDocument/2006/relationships/slideLayout" Target="../slideLayouts/slideLayout141.xml"/><Relationship Id="rId11" Type="http://schemas.openxmlformats.org/officeDocument/2006/relationships/slideLayout" Target="../slideLayouts/slideLayout146.xml"/><Relationship Id="rId5" Type="http://schemas.openxmlformats.org/officeDocument/2006/relationships/slideLayout" Target="../slideLayouts/slideLayout140.xml"/><Relationship Id="rId15" Type="http://schemas.openxmlformats.org/officeDocument/2006/relationships/slideLayout" Target="../slideLayouts/slideLayout150.xml"/><Relationship Id="rId10" Type="http://schemas.openxmlformats.org/officeDocument/2006/relationships/slideLayout" Target="../slideLayouts/slideLayout145.xml"/><Relationship Id="rId19" Type="http://schemas.openxmlformats.org/officeDocument/2006/relationships/image" Target="../media/image1.png"/><Relationship Id="rId4" Type="http://schemas.openxmlformats.org/officeDocument/2006/relationships/slideLayout" Target="../slideLayouts/slideLayout139.xml"/><Relationship Id="rId9" Type="http://schemas.openxmlformats.org/officeDocument/2006/relationships/slideLayout" Target="../slideLayouts/slideLayout144.xml"/><Relationship Id="rId14" Type="http://schemas.openxmlformats.org/officeDocument/2006/relationships/slideLayout" Target="../slideLayouts/slideLayout1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42900"/>
            <a:ext cx="10515600" cy="457200"/>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p:cNvSpPr>
            <a:spLocks noGrp="1"/>
          </p:cNvSpPr>
          <p:nvPr>
            <p:ph type="body" idx="1"/>
          </p:nvPr>
        </p:nvSpPr>
        <p:spPr>
          <a:xfrm>
            <a:off x="381000" y="800100"/>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p>
        </p:txBody>
      </p:sp>
      <p:sp>
        <p:nvSpPr>
          <p:cNvPr id="6" name="Slide Number Placeholder 5"/>
          <p:cNvSpPr>
            <a:spLocks noGrp="1"/>
          </p:cNvSpPr>
          <p:nvPr>
            <p:ph type="sldNum" sz="quarter" idx="4"/>
          </p:nvPr>
        </p:nvSpPr>
        <p:spPr>
          <a:xfrm>
            <a:off x="9105900" y="6540407"/>
            <a:ext cx="2743200" cy="206375"/>
          </a:xfrm>
          <a:prstGeom prst="rect">
            <a:avLst/>
          </a:prstGeom>
        </p:spPr>
        <p:txBody>
          <a:bodyPr vert="horz" lIns="91440" tIns="45720" rIns="91440" bIns="45720" rtlCol="0" anchor="ctr"/>
          <a:lstStyle>
            <a:lvl1pPr algn="r">
              <a:defRPr sz="600" b="0" i="0">
                <a:solidFill>
                  <a:schemeClr val="tx1"/>
                </a:solidFill>
                <a:latin typeface="Montserrat Light" pitchFamily="2" charset="77"/>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759" r:id="rId1"/>
    <p:sldLayoutId id="2147484386" r:id="rId2"/>
    <p:sldLayoutId id="2147484387" r:id="rId3"/>
    <p:sldLayoutId id="2147483700" r:id="rId4"/>
    <p:sldLayoutId id="2147483710" r:id="rId5"/>
    <p:sldLayoutId id="2147483705" r:id="rId6"/>
    <p:sldLayoutId id="2147483706" r:id="rId7"/>
    <p:sldLayoutId id="2147484345" r:id="rId8"/>
    <p:sldLayoutId id="2147484344" r:id="rId9"/>
    <p:sldLayoutId id="2147484388" r:id="rId10"/>
    <p:sldLayoutId id="2147483760" r:id="rId11"/>
    <p:sldLayoutId id="2147483707" r:id="rId12"/>
    <p:sldLayoutId id="2147484399" r:id="rId13"/>
    <p:sldLayoutId id="2147484400" r:id="rId14"/>
    <p:sldLayoutId id="2147483738" r:id="rId15"/>
    <p:sldLayoutId id="2147483708" r:id="rId16"/>
    <p:sldLayoutId id="2147483711" r:id="rId17"/>
    <p:sldLayoutId id="2147484380" r:id="rId18"/>
    <p:sldLayoutId id="2147483713" r:id="rId19"/>
    <p:sldLayoutId id="2147484369" r:id="rId20"/>
    <p:sldLayoutId id="2147483716" r:id="rId21"/>
    <p:sldLayoutId id="2147483717" r:id="rId22"/>
    <p:sldLayoutId id="2147483718" r:id="rId23"/>
    <p:sldLayoutId id="2147483719" r:id="rId24"/>
    <p:sldLayoutId id="2147483748" r:id="rId25"/>
    <p:sldLayoutId id="2147483721" r:id="rId26"/>
  </p:sldLayoutIdLst>
  <p:hf hdr="0" ftr="0"/>
  <p:txStyles>
    <p:titleStyle>
      <a:lvl1pPr algn="l" defTabSz="914400" rtl="0" eaLnBrk="1" latinLnBrk="0" hangingPunct="1">
        <a:lnSpc>
          <a:spcPct val="90000"/>
        </a:lnSpc>
        <a:spcBef>
          <a:spcPct val="0"/>
        </a:spcBef>
        <a:buNone/>
        <a:defRPr sz="3000" b="0" i="0" kern="1200">
          <a:solidFill>
            <a:schemeClr val="tx1"/>
          </a:solidFill>
          <a:latin typeface="Montserrat Light" pitchFamily="2" charset="77"/>
          <a:ea typeface="+mj-ea"/>
          <a:cs typeface="+mj-cs"/>
        </a:defRPr>
      </a:lvl1pPr>
    </p:titleStyle>
    <p:bodyStyle>
      <a:lvl1pPr marL="228600" indent="-228600" algn="l" defTabSz="914400" rtl="0" eaLnBrk="1" latinLnBrk="0" hangingPunct="1">
        <a:lnSpc>
          <a:spcPct val="90000"/>
        </a:lnSpc>
        <a:spcBef>
          <a:spcPts val="1000"/>
        </a:spcBef>
        <a:buClr>
          <a:schemeClr val="bg2"/>
        </a:buClr>
        <a:buSzPct val="80000"/>
        <a:buFontTx/>
        <a:buBlip>
          <a:blip r:embed="rId28"/>
        </a:buBlip>
        <a:defRPr sz="1600" b="0" i="0" kern="1200">
          <a:solidFill>
            <a:schemeClr val="tx1"/>
          </a:solidFill>
          <a:latin typeface="Montserrat Light" pitchFamily="2" charset="77"/>
          <a:ea typeface="+mn-ea"/>
          <a:cs typeface="+mn-cs"/>
        </a:defRPr>
      </a:lvl1pPr>
      <a:lvl2pPr marL="685800" indent="-228600" algn="l" defTabSz="914400" rtl="0" eaLnBrk="1" latinLnBrk="0" hangingPunct="1">
        <a:lnSpc>
          <a:spcPct val="90000"/>
        </a:lnSpc>
        <a:spcBef>
          <a:spcPts val="500"/>
        </a:spcBef>
        <a:buClr>
          <a:schemeClr val="bg2"/>
        </a:buClr>
        <a:buSzPct val="80000"/>
        <a:buFontTx/>
        <a:buBlip>
          <a:blip r:embed="rId28"/>
        </a:buBlip>
        <a:defRPr sz="1200" b="0" i="0" kern="1200">
          <a:solidFill>
            <a:schemeClr val="tx1"/>
          </a:solidFill>
          <a:latin typeface="Montserrat Light" pitchFamily="2" charset="77"/>
          <a:ea typeface="+mn-ea"/>
          <a:cs typeface="+mn-cs"/>
        </a:defRPr>
      </a:lvl2pPr>
      <a:lvl3pPr marL="1143000" indent="-228600" algn="l" defTabSz="914400" rtl="0" eaLnBrk="1" latinLnBrk="0" hangingPunct="1">
        <a:lnSpc>
          <a:spcPct val="90000"/>
        </a:lnSpc>
        <a:spcBef>
          <a:spcPts val="500"/>
        </a:spcBef>
        <a:buClr>
          <a:schemeClr val="bg2"/>
        </a:buClr>
        <a:buSzPct val="80000"/>
        <a:buFontTx/>
        <a:buBlip>
          <a:blip r:embed="rId28"/>
        </a:buBlip>
        <a:defRPr sz="1000" b="0" i="0" kern="1200">
          <a:solidFill>
            <a:schemeClr val="tx1"/>
          </a:solidFill>
          <a:latin typeface="Montserrat Light" pitchFamily="2" charset="77"/>
          <a:ea typeface="+mn-ea"/>
          <a:cs typeface="+mn-cs"/>
        </a:defRPr>
      </a:lvl3pPr>
      <a:lvl4pPr marL="1600200" indent="-228600" algn="l" defTabSz="914400" rtl="0" eaLnBrk="1" latinLnBrk="0" hangingPunct="1">
        <a:lnSpc>
          <a:spcPct val="90000"/>
        </a:lnSpc>
        <a:spcBef>
          <a:spcPts val="500"/>
        </a:spcBef>
        <a:buClr>
          <a:schemeClr val="bg2"/>
        </a:buClr>
        <a:buSzPct val="80000"/>
        <a:buFontTx/>
        <a:buBlip>
          <a:blip r:embed="rId28"/>
        </a:buBlip>
        <a:defRPr sz="800" b="0" i="0" kern="1200">
          <a:solidFill>
            <a:schemeClr val="tx1"/>
          </a:solidFill>
          <a:latin typeface="Montserrat Light" pitchFamily="2" charset="77"/>
          <a:ea typeface="+mn-ea"/>
          <a:cs typeface="+mn-cs"/>
        </a:defRPr>
      </a:lvl4pPr>
      <a:lvl5pPr marL="2057400" indent="-228600" algn="l" defTabSz="914400" rtl="0" eaLnBrk="1" latinLnBrk="0" hangingPunct="1">
        <a:lnSpc>
          <a:spcPct val="90000"/>
        </a:lnSpc>
        <a:spcBef>
          <a:spcPts val="500"/>
        </a:spcBef>
        <a:buClr>
          <a:schemeClr val="bg2"/>
        </a:buClr>
        <a:buSzPct val="80000"/>
        <a:buFontTx/>
        <a:buBlip>
          <a:blip r:embed="rId28"/>
        </a:buBlip>
        <a:defRPr sz="600" b="0" i="0" kern="1200">
          <a:solidFill>
            <a:schemeClr val="tx1"/>
          </a:solidFill>
          <a:latin typeface="Montserrat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240" userDrawn="1">
          <p15:clr>
            <a:srgbClr val="F26B43"/>
          </p15:clr>
        </p15:guide>
        <p15:guide id="4" pos="7464" userDrawn="1">
          <p15:clr>
            <a:srgbClr val="F26B43"/>
          </p15:clr>
        </p15:guide>
        <p15:guide id="5" orient="horz" pos="216" userDrawn="1">
          <p15:clr>
            <a:srgbClr val="F26B43"/>
          </p15:clr>
        </p15:guide>
        <p15:guide id="6" orient="horz" pos="410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42900"/>
            <a:ext cx="10515600" cy="457200"/>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p:cNvSpPr>
            <a:spLocks noGrp="1"/>
          </p:cNvSpPr>
          <p:nvPr>
            <p:ph type="body" idx="1"/>
          </p:nvPr>
        </p:nvSpPr>
        <p:spPr>
          <a:xfrm>
            <a:off x="381000" y="800100"/>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2025 – ALL RIGHTS RESERVED</a:t>
            </a:r>
          </a:p>
        </p:txBody>
      </p:sp>
      <p:sp>
        <p:nvSpPr>
          <p:cNvPr id="6" name="Slide Number Placeholder 5"/>
          <p:cNvSpPr>
            <a:spLocks noGrp="1"/>
          </p:cNvSpPr>
          <p:nvPr>
            <p:ph type="sldNum" sz="quarter" idx="4"/>
          </p:nvPr>
        </p:nvSpPr>
        <p:spPr>
          <a:xfrm>
            <a:off x="9105900" y="6540407"/>
            <a:ext cx="2743200" cy="206375"/>
          </a:xfrm>
          <a:prstGeom prst="rect">
            <a:avLst/>
          </a:prstGeom>
        </p:spPr>
        <p:txBody>
          <a:bodyPr vert="horz" lIns="91440" tIns="45720" rIns="91440" bIns="45720" rtlCol="0" anchor="ctr"/>
          <a:lstStyle>
            <a:lvl1pPr algn="r">
              <a:defRPr sz="600" b="0" i="0">
                <a:solidFill>
                  <a:schemeClr val="tx1"/>
                </a:solidFill>
                <a:latin typeface="Montserrat Light" pitchFamily="2" charset="77"/>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1141844420"/>
      </p:ext>
    </p:extLst>
  </p:cSld>
  <p:clrMap bg1="lt1" tx1="dk1" bg2="lt2" tx2="dk2" accent1="accent1" accent2="accent2" accent3="accent3" accent4="accent4" accent5="accent5" accent6="accent6" hlink="hlink" folHlink="folHlink"/>
  <p:sldLayoutIdLst>
    <p:sldLayoutId id="2147484390" r:id="rId1"/>
    <p:sldLayoutId id="2147483715" r:id="rId2"/>
    <p:sldLayoutId id="2147484371" r:id="rId3"/>
    <p:sldLayoutId id="2147483723" r:id="rId4"/>
    <p:sldLayoutId id="2147483724" r:id="rId5"/>
    <p:sldLayoutId id="2147483725" r:id="rId6"/>
    <p:sldLayoutId id="2147483720" r:id="rId7"/>
    <p:sldLayoutId id="2147484372" r:id="rId8"/>
    <p:sldLayoutId id="2147483729" r:id="rId9"/>
    <p:sldLayoutId id="2147483722" r:id="rId10"/>
    <p:sldLayoutId id="2147483727" r:id="rId11"/>
    <p:sldLayoutId id="2147484373" r:id="rId12"/>
    <p:sldLayoutId id="2147484374" r:id="rId13"/>
    <p:sldLayoutId id="2147484375" r:id="rId14"/>
    <p:sldLayoutId id="2147483726" r:id="rId15"/>
    <p:sldLayoutId id="2147484376" r:id="rId16"/>
    <p:sldLayoutId id="2147483728" r:id="rId17"/>
    <p:sldLayoutId id="2147484391" r:id="rId18"/>
    <p:sldLayoutId id="2147484392" r:id="rId19"/>
    <p:sldLayoutId id="2147483730" r:id="rId20"/>
    <p:sldLayoutId id="2147483731" r:id="rId21"/>
    <p:sldLayoutId id="2147483732" r:id="rId22"/>
    <p:sldLayoutId id="2147483733" r:id="rId23"/>
    <p:sldLayoutId id="2147483734" r:id="rId24"/>
    <p:sldLayoutId id="2147484377" r:id="rId25"/>
    <p:sldLayoutId id="2147484378" r:id="rId26"/>
    <p:sldLayoutId id="2147484379" r:id="rId27"/>
    <p:sldLayoutId id="2147483735" r:id="rId28"/>
    <p:sldLayoutId id="2147483739" r:id="rId29"/>
    <p:sldLayoutId id="2147483736" r:id="rId30"/>
    <p:sldLayoutId id="2147483737" r:id="rId31"/>
    <p:sldLayoutId id="2147483742" r:id="rId32"/>
    <p:sldLayoutId id="2147483743" r:id="rId33"/>
    <p:sldLayoutId id="2147483744" r:id="rId34"/>
    <p:sldLayoutId id="2147483745" r:id="rId35"/>
    <p:sldLayoutId id="2147483746" r:id="rId36"/>
    <p:sldLayoutId id="2147484397" r:id="rId37"/>
    <p:sldLayoutId id="2147484398" r:id="rId38"/>
  </p:sldLayoutIdLst>
  <p:hf hdr="0" ftr="0"/>
  <p:txStyles>
    <p:titleStyle>
      <a:lvl1pPr algn="l" defTabSz="914400" rtl="0" eaLnBrk="1" latinLnBrk="0" hangingPunct="1">
        <a:lnSpc>
          <a:spcPct val="90000"/>
        </a:lnSpc>
        <a:spcBef>
          <a:spcPct val="0"/>
        </a:spcBef>
        <a:buNone/>
        <a:defRPr sz="3000" b="0" i="0" kern="1200">
          <a:solidFill>
            <a:schemeClr val="tx1"/>
          </a:solidFill>
          <a:latin typeface="Montserrat Light" pitchFamily="2" charset="77"/>
          <a:ea typeface="+mj-ea"/>
          <a:cs typeface="+mj-cs"/>
        </a:defRPr>
      </a:lvl1pPr>
    </p:titleStyle>
    <p:bodyStyle>
      <a:lvl1pPr marL="228600" indent="-228600" algn="l" defTabSz="914400" rtl="0" eaLnBrk="1" latinLnBrk="0" hangingPunct="1">
        <a:lnSpc>
          <a:spcPct val="90000"/>
        </a:lnSpc>
        <a:spcBef>
          <a:spcPts val="1000"/>
        </a:spcBef>
        <a:buClr>
          <a:schemeClr val="bg2"/>
        </a:buClr>
        <a:buSzPct val="80000"/>
        <a:buFontTx/>
        <a:buBlip>
          <a:blip r:embed="rId40"/>
        </a:buBlip>
        <a:defRPr sz="1600" b="0" i="0" kern="1200">
          <a:solidFill>
            <a:schemeClr val="tx1"/>
          </a:solidFill>
          <a:latin typeface="Montserrat Light" pitchFamily="2" charset="77"/>
          <a:ea typeface="+mn-ea"/>
          <a:cs typeface="+mn-cs"/>
        </a:defRPr>
      </a:lvl1pPr>
      <a:lvl2pPr marL="685800" indent="-228600" algn="l" defTabSz="914400" rtl="0" eaLnBrk="1" latinLnBrk="0" hangingPunct="1">
        <a:lnSpc>
          <a:spcPct val="90000"/>
        </a:lnSpc>
        <a:spcBef>
          <a:spcPts val="500"/>
        </a:spcBef>
        <a:buClr>
          <a:schemeClr val="bg2"/>
        </a:buClr>
        <a:buSzPct val="80000"/>
        <a:buFontTx/>
        <a:buBlip>
          <a:blip r:embed="rId40"/>
        </a:buBlip>
        <a:defRPr sz="1200" b="0" i="0" kern="1200">
          <a:solidFill>
            <a:schemeClr val="tx1"/>
          </a:solidFill>
          <a:latin typeface="Montserrat Light" pitchFamily="2" charset="77"/>
          <a:ea typeface="+mn-ea"/>
          <a:cs typeface="+mn-cs"/>
        </a:defRPr>
      </a:lvl2pPr>
      <a:lvl3pPr marL="1143000" indent="-228600" algn="l" defTabSz="914400" rtl="0" eaLnBrk="1" latinLnBrk="0" hangingPunct="1">
        <a:lnSpc>
          <a:spcPct val="90000"/>
        </a:lnSpc>
        <a:spcBef>
          <a:spcPts val="500"/>
        </a:spcBef>
        <a:buClr>
          <a:schemeClr val="bg2"/>
        </a:buClr>
        <a:buSzPct val="80000"/>
        <a:buFontTx/>
        <a:buBlip>
          <a:blip r:embed="rId40"/>
        </a:buBlip>
        <a:defRPr sz="1000" b="0" i="0" kern="1200">
          <a:solidFill>
            <a:schemeClr val="tx1"/>
          </a:solidFill>
          <a:latin typeface="Montserrat Light" pitchFamily="2" charset="77"/>
          <a:ea typeface="+mn-ea"/>
          <a:cs typeface="+mn-cs"/>
        </a:defRPr>
      </a:lvl3pPr>
      <a:lvl4pPr marL="1600200" indent="-228600" algn="l" defTabSz="914400" rtl="0" eaLnBrk="1" latinLnBrk="0" hangingPunct="1">
        <a:lnSpc>
          <a:spcPct val="90000"/>
        </a:lnSpc>
        <a:spcBef>
          <a:spcPts val="500"/>
        </a:spcBef>
        <a:buClr>
          <a:schemeClr val="bg2"/>
        </a:buClr>
        <a:buSzPct val="80000"/>
        <a:buFontTx/>
        <a:buBlip>
          <a:blip r:embed="rId40"/>
        </a:buBlip>
        <a:defRPr sz="800" b="0" i="0" kern="1200">
          <a:solidFill>
            <a:schemeClr val="tx1"/>
          </a:solidFill>
          <a:latin typeface="Montserrat Light" pitchFamily="2" charset="77"/>
          <a:ea typeface="+mn-ea"/>
          <a:cs typeface="+mn-cs"/>
        </a:defRPr>
      </a:lvl4pPr>
      <a:lvl5pPr marL="2057400" indent="-228600" algn="l" defTabSz="914400" rtl="0" eaLnBrk="1" latinLnBrk="0" hangingPunct="1">
        <a:lnSpc>
          <a:spcPct val="90000"/>
        </a:lnSpc>
        <a:spcBef>
          <a:spcPts val="500"/>
        </a:spcBef>
        <a:buClr>
          <a:schemeClr val="bg2"/>
        </a:buClr>
        <a:buSzPct val="80000"/>
        <a:buFontTx/>
        <a:buBlip>
          <a:blip r:embed="rId40"/>
        </a:buBlip>
        <a:defRPr sz="600" b="0" i="0" kern="1200">
          <a:solidFill>
            <a:schemeClr val="tx1"/>
          </a:solidFill>
          <a:latin typeface="Montserrat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40">
          <p15:clr>
            <a:srgbClr val="F26B43"/>
          </p15:clr>
        </p15:guide>
        <p15:guide id="4" pos="7464">
          <p15:clr>
            <a:srgbClr val="F26B43"/>
          </p15:clr>
        </p15:guide>
        <p15:guide id="5" orient="horz" pos="216">
          <p15:clr>
            <a:srgbClr val="F26B43"/>
          </p15:clr>
        </p15:guide>
        <p15:guide id="6" orient="horz" pos="410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13E3E427-2467-CB53-96C1-ED277C0AF1EB}"/>
              </a:ext>
            </a:extLst>
          </p:cNvPr>
          <p:cNvSpPr>
            <a:spLocks noGrp="1"/>
          </p:cNvSpPr>
          <p:nvPr>
            <p:ph type="title"/>
          </p:nvPr>
        </p:nvSpPr>
        <p:spPr>
          <a:xfrm>
            <a:off x="381000" y="342900"/>
            <a:ext cx="10515600" cy="457200"/>
          </a:xfrm>
          <a:prstGeom prst="rect">
            <a:avLst/>
          </a:prstGeom>
        </p:spPr>
        <p:txBody>
          <a:bodyPr vert="horz" lIns="91440" tIns="45720" rIns="91440" bIns="45720" rtlCol="0" anchor="t">
            <a:noAutofit/>
          </a:bodyPr>
          <a:lstStyle/>
          <a:p>
            <a:r>
              <a:rPr lang="en-US"/>
              <a:t>Click to edit Master title style</a:t>
            </a:r>
          </a:p>
        </p:txBody>
      </p:sp>
      <p:sp>
        <p:nvSpPr>
          <p:cNvPr id="8" name="Text Placeholder 2">
            <a:extLst>
              <a:ext uri="{FF2B5EF4-FFF2-40B4-BE49-F238E27FC236}">
                <a16:creationId xmlns:a16="http://schemas.microsoft.com/office/drawing/2014/main" id="{2A9F8A1E-7284-1737-2AC1-24A9249C7E4D}"/>
              </a:ext>
            </a:extLst>
          </p:cNvPr>
          <p:cNvSpPr>
            <a:spLocks noGrp="1"/>
          </p:cNvSpPr>
          <p:nvPr>
            <p:ph type="body" idx="1"/>
          </p:nvPr>
        </p:nvSpPr>
        <p:spPr>
          <a:xfrm>
            <a:off x="381000" y="800100"/>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3">
            <a:extLst>
              <a:ext uri="{FF2B5EF4-FFF2-40B4-BE49-F238E27FC236}">
                <a16:creationId xmlns:a16="http://schemas.microsoft.com/office/drawing/2014/main" id="{70C3AC78-38A2-75CA-D268-6A26A4F7AA57}"/>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p>
        </p:txBody>
      </p:sp>
      <p:sp>
        <p:nvSpPr>
          <p:cNvPr id="10" name="Slide Number Placeholder 5">
            <a:extLst>
              <a:ext uri="{FF2B5EF4-FFF2-40B4-BE49-F238E27FC236}">
                <a16:creationId xmlns:a16="http://schemas.microsoft.com/office/drawing/2014/main" id="{3AD3FBB5-7CC8-1D0E-B1D8-5850E6ECFC8D}"/>
              </a:ext>
            </a:extLst>
          </p:cNvPr>
          <p:cNvSpPr>
            <a:spLocks noGrp="1"/>
          </p:cNvSpPr>
          <p:nvPr>
            <p:ph type="sldNum" sz="quarter" idx="4"/>
          </p:nvPr>
        </p:nvSpPr>
        <p:spPr>
          <a:xfrm>
            <a:off x="9105900" y="6540407"/>
            <a:ext cx="2743200" cy="206375"/>
          </a:xfrm>
          <a:prstGeom prst="rect">
            <a:avLst/>
          </a:prstGeom>
        </p:spPr>
        <p:txBody>
          <a:bodyPr vert="horz" lIns="91440" tIns="45720" rIns="91440" bIns="45720" rtlCol="0" anchor="ctr"/>
          <a:lstStyle>
            <a:lvl1pPr algn="r">
              <a:defRPr sz="600" b="0" i="0">
                <a:solidFill>
                  <a:schemeClr val="tx1"/>
                </a:solidFill>
                <a:latin typeface="Montserrat Light" pitchFamily="2" charset="77"/>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3191752573"/>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4347" r:id="rId12"/>
    <p:sldLayoutId id="2147484348" r:id="rId13"/>
    <p:sldLayoutId id="2147483818" r:id="rId14"/>
    <p:sldLayoutId id="2147484349" r:id="rId15"/>
    <p:sldLayoutId id="2147483848" r:id="rId16"/>
    <p:sldLayoutId id="2147484346" r:id="rId17"/>
    <p:sldLayoutId id="2147484350" r:id="rId18"/>
  </p:sldLayoutIdLst>
  <p:txStyles>
    <p:titleStyle>
      <a:lvl1pPr algn="l" defTabSz="914400" rtl="0" eaLnBrk="1" latinLnBrk="0" hangingPunct="1">
        <a:lnSpc>
          <a:spcPct val="90000"/>
        </a:lnSpc>
        <a:spcBef>
          <a:spcPct val="0"/>
        </a:spcBef>
        <a:buNone/>
        <a:defRPr sz="3000" kern="1200">
          <a:solidFill>
            <a:schemeClr val="tx1"/>
          </a:solidFill>
          <a:latin typeface="Montserrat" pitchFamily="2" charset="77"/>
          <a:ea typeface="+mj-ea"/>
          <a:cs typeface="+mj-cs"/>
        </a:defRPr>
      </a:lvl1pPr>
    </p:titleStyle>
    <p:bodyStyle>
      <a:lvl1pPr marL="228600" indent="-228600" algn="l" defTabSz="914400" rtl="0" eaLnBrk="1" latinLnBrk="0" hangingPunct="1">
        <a:lnSpc>
          <a:spcPct val="90000"/>
        </a:lnSpc>
        <a:spcBef>
          <a:spcPts val="1000"/>
        </a:spcBef>
        <a:buClr>
          <a:srgbClr val="F64F18"/>
        </a:buClr>
        <a:buSzPct val="80000"/>
        <a:buFont typeface="Wingdings" pitchFamily="2" charset="2"/>
        <a:buChar char="v"/>
        <a:defRPr sz="1600" kern="1200">
          <a:solidFill>
            <a:schemeClr val="tx1"/>
          </a:solidFill>
          <a:latin typeface="Montserrat" pitchFamily="2" charset="77"/>
          <a:ea typeface="+mn-ea"/>
          <a:cs typeface="+mn-cs"/>
        </a:defRPr>
      </a:lvl1pPr>
      <a:lvl2pPr marL="685800" indent="-228600" algn="l" defTabSz="914400" rtl="0" eaLnBrk="1" latinLnBrk="0" hangingPunct="1">
        <a:lnSpc>
          <a:spcPct val="90000"/>
        </a:lnSpc>
        <a:spcBef>
          <a:spcPts val="500"/>
        </a:spcBef>
        <a:buClr>
          <a:srgbClr val="F64F18"/>
        </a:buClr>
        <a:buSzPct val="80000"/>
        <a:buFont typeface="Wingdings" pitchFamily="2" charset="2"/>
        <a:buChar char="v"/>
        <a:defRPr sz="1200" kern="1200">
          <a:solidFill>
            <a:schemeClr val="tx1"/>
          </a:solidFill>
          <a:latin typeface="Montserrat" pitchFamily="2" charset="77"/>
          <a:ea typeface="+mn-ea"/>
          <a:cs typeface="+mn-cs"/>
        </a:defRPr>
      </a:lvl2pPr>
      <a:lvl3pPr marL="1143000" indent="-228600" algn="l" defTabSz="914400" rtl="0" eaLnBrk="1" latinLnBrk="0" hangingPunct="1">
        <a:lnSpc>
          <a:spcPct val="90000"/>
        </a:lnSpc>
        <a:spcBef>
          <a:spcPts val="500"/>
        </a:spcBef>
        <a:buClr>
          <a:srgbClr val="F64F18"/>
        </a:buClr>
        <a:buSzPct val="80000"/>
        <a:buFont typeface="Wingdings" pitchFamily="2" charset="2"/>
        <a:buChar char="v"/>
        <a:defRPr sz="1000" kern="1200">
          <a:solidFill>
            <a:schemeClr val="tx1"/>
          </a:solidFill>
          <a:latin typeface="Montserrat" pitchFamily="2" charset="77"/>
          <a:ea typeface="+mn-ea"/>
          <a:cs typeface="+mn-cs"/>
        </a:defRPr>
      </a:lvl3pPr>
      <a:lvl4pPr marL="1600200" indent="-228600" algn="l" defTabSz="914400" rtl="0" eaLnBrk="1" latinLnBrk="0" hangingPunct="1">
        <a:lnSpc>
          <a:spcPct val="90000"/>
        </a:lnSpc>
        <a:spcBef>
          <a:spcPts val="500"/>
        </a:spcBef>
        <a:buClr>
          <a:srgbClr val="F64F18"/>
        </a:buClr>
        <a:buSzPct val="80000"/>
        <a:buFont typeface="Wingdings" pitchFamily="2" charset="2"/>
        <a:buChar char="v"/>
        <a:defRPr sz="800" kern="1200">
          <a:solidFill>
            <a:schemeClr val="tx1"/>
          </a:solidFill>
          <a:latin typeface="Montserrat" pitchFamily="2" charset="77"/>
          <a:ea typeface="+mn-ea"/>
          <a:cs typeface="+mn-cs"/>
        </a:defRPr>
      </a:lvl4pPr>
      <a:lvl5pPr marL="2057400" indent="-228600" algn="l" defTabSz="914400" rtl="0" eaLnBrk="1" latinLnBrk="0" hangingPunct="1">
        <a:lnSpc>
          <a:spcPct val="90000"/>
        </a:lnSpc>
        <a:spcBef>
          <a:spcPts val="500"/>
        </a:spcBef>
        <a:buClr>
          <a:srgbClr val="F64F18"/>
        </a:buClr>
        <a:buSzPct val="80000"/>
        <a:buFont typeface="Wingdings" pitchFamily="2" charset="2"/>
        <a:buChar char="v"/>
        <a:defRPr sz="6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13E3E427-2467-CB53-96C1-ED277C0AF1EB}"/>
              </a:ext>
            </a:extLst>
          </p:cNvPr>
          <p:cNvSpPr>
            <a:spLocks noGrp="1"/>
          </p:cNvSpPr>
          <p:nvPr>
            <p:ph type="title"/>
          </p:nvPr>
        </p:nvSpPr>
        <p:spPr>
          <a:xfrm>
            <a:off x="381000" y="342900"/>
            <a:ext cx="10515600" cy="457200"/>
          </a:xfrm>
          <a:prstGeom prst="rect">
            <a:avLst/>
          </a:prstGeom>
        </p:spPr>
        <p:txBody>
          <a:bodyPr vert="horz" lIns="91440" tIns="45720" rIns="91440" bIns="45720" rtlCol="0" anchor="t">
            <a:noAutofit/>
          </a:bodyPr>
          <a:lstStyle/>
          <a:p>
            <a:r>
              <a:rPr lang="en-US"/>
              <a:t>Click to edit Master title style</a:t>
            </a:r>
          </a:p>
        </p:txBody>
      </p:sp>
      <p:sp>
        <p:nvSpPr>
          <p:cNvPr id="8" name="Text Placeholder 2">
            <a:extLst>
              <a:ext uri="{FF2B5EF4-FFF2-40B4-BE49-F238E27FC236}">
                <a16:creationId xmlns:a16="http://schemas.microsoft.com/office/drawing/2014/main" id="{2A9F8A1E-7284-1737-2AC1-24A9249C7E4D}"/>
              </a:ext>
            </a:extLst>
          </p:cNvPr>
          <p:cNvSpPr>
            <a:spLocks noGrp="1"/>
          </p:cNvSpPr>
          <p:nvPr>
            <p:ph type="body" idx="1"/>
          </p:nvPr>
        </p:nvSpPr>
        <p:spPr>
          <a:xfrm>
            <a:off x="381000" y="800100"/>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3">
            <a:extLst>
              <a:ext uri="{FF2B5EF4-FFF2-40B4-BE49-F238E27FC236}">
                <a16:creationId xmlns:a16="http://schemas.microsoft.com/office/drawing/2014/main" id="{70C3AC78-38A2-75CA-D268-6A26A4F7AA57}"/>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2025 – ALL RIGHTS RESERVED</a:t>
            </a:r>
          </a:p>
        </p:txBody>
      </p:sp>
      <p:sp>
        <p:nvSpPr>
          <p:cNvPr id="10" name="Slide Number Placeholder 5">
            <a:extLst>
              <a:ext uri="{FF2B5EF4-FFF2-40B4-BE49-F238E27FC236}">
                <a16:creationId xmlns:a16="http://schemas.microsoft.com/office/drawing/2014/main" id="{3AD3FBB5-7CC8-1D0E-B1D8-5850E6ECFC8D}"/>
              </a:ext>
            </a:extLst>
          </p:cNvPr>
          <p:cNvSpPr>
            <a:spLocks noGrp="1"/>
          </p:cNvSpPr>
          <p:nvPr>
            <p:ph type="sldNum" sz="quarter" idx="4"/>
          </p:nvPr>
        </p:nvSpPr>
        <p:spPr>
          <a:xfrm>
            <a:off x="9105900" y="6540407"/>
            <a:ext cx="2743200" cy="206375"/>
          </a:xfrm>
          <a:prstGeom prst="rect">
            <a:avLst/>
          </a:prstGeom>
        </p:spPr>
        <p:txBody>
          <a:bodyPr vert="horz" lIns="91440" tIns="45720" rIns="91440" bIns="45720" rtlCol="0" anchor="ctr"/>
          <a:lstStyle>
            <a:lvl1pPr algn="r">
              <a:defRPr sz="600" b="0" i="0">
                <a:solidFill>
                  <a:schemeClr val="tx1"/>
                </a:solidFill>
                <a:latin typeface="Montserrat Light" pitchFamily="2" charset="77"/>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29127671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4340" r:id="rId14"/>
    <p:sldLayoutId id="2147484341" r:id="rId15"/>
    <p:sldLayoutId id="2147484342" r:id="rId16"/>
    <p:sldLayoutId id="2147483677" r:id="rId17"/>
    <p:sldLayoutId id="2147483678" r:id="rId18"/>
    <p:sldLayoutId id="2147483679" r:id="rId19"/>
    <p:sldLayoutId id="2147483680" r:id="rId20"/>
    <p:sldLayoutId id="2147483681" r:id="rId21"/>
    <p:sldLayoutId id="2147484343"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4309" r:id="rId39"/>
  </p:sldLayoutIdLst>
  <p:txStyles>
    <p:titleStyle>
      <a:lvl1pPr algn="l" defTabSz="914400" rtl="0" eaLnBrk="1" latinLnBrk="0" hangingPunct="1">
        <a:lnSpc>
          <a:spcPct val="90000"/>
        </a:lnSpc>
        <a:spcBef>
          <a:spcPct val="0"/>
        </a:spcBef>
        <a:buNone/>
        <a:defRPr sz="3000" kern="1200">
          <a:solidFill>
            <a:schemeClr val="tx1"/>
          </a:solidFill>
          <a:latin typeface="Montserrat" pitchFamily="2" charset="77"/>
          <a:ea typeface="+mj-ea"/>
          <a:cs typeface="+mj-cs"/>
        </a:defRPr>
      </a:lvl1pPr>
    </p:titleStyle>
    <p:bodyStyle>
      <a:lvl1pPr marL="228600" indent="-228600" algn="l" defTabSz="914400" rtl="0" eaLnBrk="1" latinLnBrk="0" hangingPunct="1">
        <a:lnSpc>
          <a:spcPct val="90000"/>
        </a:lnSpc>
        <a:spcBef>
          <a:spcPts val="1000"/>
        </a:spcBef>
        <a:buClr>
          <a:srgbClr val="F64F18"/>
        </a:buClr>
        <a:buSzPct val="80000"/>
        <a:buFont typeface="Wingdings" pitchFamily="2" charset="2"/>
        <a:buChar char="v"/>
        <a:defRPr sz="1600" kern="1200">
          <a:solidFill>
            <a:schemeClr val="tx1"/>
          </a:solidFill>
          <a:latin typeface="Montserrat" pitchFamily="2" charset="77"/>
          <a:ea typeface="+mn-ea"/>
          <a:cs typeface="+mn-cs"/>
        </a:defRPr>
      </a:lvl1pPr>
      <a:lvl2pPr marL="685800" indent="-228600" algn="l" defTabSz="914400" rtl="0" eaLnBrk="1" latinLnBrk="0" hangingPunct="1">
        <a:lnSpc>
          <a:spcPct val="90000"/>
        </a:lnSpc>
        <a:spcBef>
          <a:spcPts val="500"/>
        </a:spcBef>
        <a:buClr>
          <a:srgbClr val="F64F18"/>
        </a:buClr>
        <a:buSzPct val="80000"/>
        <a:buFont typeface="Wingdings" pitchFamily="2" charset="2"/>
        <a:buChar char="v"/>
        <a:defRPr sz="1200" kern="1200">
          <a:solidFill>
            <a:schemeClr val="tx1"/>
          </a:solidFill>
          <a:latin typeface="Montserrat" pitchFamily="2" charset="77"/>
          <a:ea typeface="+mn-ea"/>
          <a:cs typeface="+mn-cs"/>
        </a:defRPr>
      </a:lvl2pPr>
      <a:lvl3pPr marL="1143000" indent="-228600" algn="l" defTabSz="914400" rtl="0" eaLnBrk="1" latinLnBrk="0" hangingPunct="1">
        <a:lnSpc>
          <a:spcPct val="90000"/>
        </a:lnSpc>
        <a:spcBef>
          <a:spcPts val="500"/>
        </a:spcBef>
        <a:buClr>
          <a:srgbClr val="F64F18"/>
        </a:buClr>
        <a:buSzPct val="80000"/>
        <a:buFont typeface="Wingdings" pitchFamily="2" charset="2"/>
        <a:buChar char="v"/>
        <a:defRPr sz="1000" kern="1200">
          <a:solidFill>
            <a:schemeClr val="tx1"/>
          </a:solidFill>
          <a:latin typeface="Montserrat" pitchFamily="2" charset="77"/>
          <a:ea typeface="+mn-ea"/>
          <a:cs typeface="+mn-cs"/>
        </a:defRPr>
      </a:lvl3pPr>
      <a:lvl4pPr marL="1600200" indent="-228600" algn="l" defTabSz="914400" rtl="0" eaLnBrk="1" latinLnBrk="0" hangingPunct="1">
        <a:lnSpc>
          <a:spcPct val="90000"/>
        </a:lnSpc>
        <a:spcBef>
          <a:spcPts val="500"/>
        </a:spcBef>
        <a:buClr>
          <a:srgbClr val="F64F18"/>
        </a:buClr>
        <a:buSzPct val="80000"/>
        <a:buFont typeface="Wingdings" pitchFamily="2" charset="2"/>
        <a:buChar char="v"/>
        <a:defRPr sz="800" kern="1200">
          <a:solidFill>
            <a:schemeClr val="tx1"/>
          </a:solidFill>
          <a:latin typeface="Montserrat" pitchFamily="2" charset="77"/>
          <a:ea typeface="+mn-ea"/>
          <a:cs typeface="+mn-cs"/>
        </a:defRPr>
      </a:lvl4pPr>
      <a:lvl5pPr marL="2057400" indent="-228600" algn="l" defTabSz="914400" rtl="0" eaLnBrk="1" latinLnBrk="0" hangingPunct="1">
        <a:lnSpc>
          <a:spcPct val="90000"/>
        </a:lnSpc>
        <a:spcBef>
          <a:spcPts val="500"/>
        </a:spcBef>
        <a:buClr>
          <a:srgbClr val="F64F18"/>
        </a:buClr>
        <a:buSzPct val="80000"/>
        <a:buFont typeface="Wingdings" pitchFamily="2" charset="2"/>
        <a:buChar char="v"/>
        <a:defRPr sz="6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7/13/2026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3379824098"/>
      </p:ext>
    </p:extLst>
  </p:cSld>
  <p:clrMap bg1="lt1" tx1="dk1" bg2="lt2" tx2="dk2" accent1="accent1" accent2="accent2" accent3="accent3" accent4="accent4" accent5="accent5" accent6="accent6" hlink="hlink" folHlink="folHlink"/>
  <p:sldLayoutIdLst>
    <p:sldLayoutId id="2147483817" r:id="rId1"/>
    <p:sldLayoutId id="2147484089"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342900"/>
            <a:ext cx="10515600" cy="457200"/>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p:cNvSpPr>
            <a:spLocks noGrp="1"/>
          </p:cNvSpPr>
          <p:nvPr>
            <p:ph type="body" idx="1"/>
          </p:nvPr>
        </p:nvSpPr>
        <p:spPr>
          <a:xfrm>
            <a:off x="381000" y="800100"/>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p>
        </p:txBody>
      </p:sp>
      <p:sp>
        <p:nvSpPr>
          <p:cNvPr id="6" name="Slide Number Placeholder 5"/>
          <p:cNvSpPr>
            <a:spLocks noGrp="1"/>
          </p:cNvSpPr>
          <p:nvPr>
            <p:ph type="sldNum" sz="quarter" idx="4"/>
          </p:nvPr>
        </p:nvSpPr>
        <p:spPr>
          <a:xfrm>
            <a:off x="9105900" y="6540407"/>
            <a:ext cx="2743200" cy="206375"/>
          </a:xfrm>
          <a:prstGeom prst="rect">
            <a:avLst/>
          </a:prstGeom>
        </p:spPr>
        <p:txBody>
          <a:bodyPr vert="horz" lIns="91440" tIns="45720" rIns="91440" bIns="45720" rtlCol="0" anchor="ctr"/>
          <a:lstStyle>
            <a:lvl1pPr algn="r">
              <a:defRPr sz="600" b="0" i="0">
                <a:solidFill>
                  <a:schemeClr val="tx1"/>
                </a:solidFill>
                <a:latin typeface="Montserrat Light" pitchFamily="2" charset="77"/>
              </a:defRPr>
            </a:lvl1pPr>
          </a:lstStyle>
          <a:p>
            <a:fld id="{330EA680-D336-4FF7-8B7A-9848BB0A1C32}" type="slidenum">
              <a:rPr lang="en-US" smtClean="0"/>
              <a:pPr/>
              <a:t>‹#›</a:t>
            </a:fld>
            <a:endParaRPr lang="en-US"/>
          </a:p>
        </p:txBody>
      </p:sp>
    </p:spTree>
    <p:extLst>
      <p:ext uri="{BB962C8B-B14F-4D97-AF65-F5344CB8AC3E}">
        <p14:creationId xmlns:p14="http://schemas.microsoft.com/office/powerpoint/2010/main" val="337595878"/>
      </p:ext>
    </p:extLst>
  </p:cSld>
  <p:clrMap bg1="lt1" tx1="dk1" bg2="lt2" tx2="dk2" accent1="accent1" accent2="accent2" accent3="accent3" accent4="accent4" accent5="accent5" accent6="accent6" hlink="hlink" folHlink="folHlink"/>
  <p:sldLayoutIdLst>
    <p:sldLayoutId id="2147484352" r:id="rId1"/>
    <p:sldLayoutId id="2147484353" r:id="rId2"/>
    <p:sldLayoutId id="2147484354" r:id="rId3"/>
    <p:sldLayoutId id="2147484355" r:id="rId4"/>
    <p:sldLayoutId id="2147484356" r:id="rId5"/>
    <p:sldLayoutId id="2147484357" r:id="rId6"/>
    <p:sldLayoutId id="2147484358" r:id="rId7"/>
    <p:sldLayoutId id="2147484359" r:id="rId8"/>
    <p:sldLayoutId id="2147484360" r:id="rId9"/>
    <p:sldLayoutId id="2147484361" r:id="rId10"/>
    <p:sldLayoutId id="2147484362" r:id="rId11"/>
    <p:sldLayoutId id="2147484363" r:id="rId12"/>
    <p:sldLayoutId id="2147484364" r:id="rId13"/>
    <p:sldLayoutId id="2147484365" r:id="rId14"/>
    <p:sldLayoutId id="2147484366" r:id="rId15"/>
    <p:sldLayoutId id="2147484367" r:id="rId16"/>
    <p:sldLayoutId id="2147484368" r:id="rId17"/>
  </p:sldLayoutIdLst>
  <p:hf hdr="0" ftr="0"/>
  <p:txStyles>
    <p:titleStyle>
      <a:lvl1pPr algn="l" defTabSz="914400" rtl="0" eaLnBrk="1" latinLnBrk="0" hangingPunct="1">
        <a:lnSpc>
          <a:spcPct val="90000"/>
        </a:lnSpc>
        <a:spcBef>
          <a:spcPct val="0"/>
        </a:spcBef>
        <a:buNone/>
        <a:defRPr sz="3000" b="0" i="0" kern="1200">
          <a:solidFill>
            <a:schemeClr val="tx1"/>
          </a:solidFill>
          <a:latin typeface="Montserrat Light" pitchFamily="2" charset="77"/>
          <a:ea typeface="+mj-ea"/>
          <a:cs typeface="+mj-cs"/>
        </a:defRPr>
      </a:lvl1pPr>
    </p:titleStyle>
    <p:bodyStyle>
      <a:lvl1pPr marL="228600" indent="-228600" algn="l" defTabSz="914400" rtl="0" eaLnBrk="1" latinLnBrk="0" hangingPunct="1">
        <a:lnSpc>
          <a:spcPct val="90000"/>
        </a:lnSpc>
        <a:spcBef>
          <a:spcPts val="1000"/>
        </a:spcBef>
        <a:buClr>
          <a:schemeClr val="bg2"/>
        </a:buClr>
        <a:buSzPct val="80000"/>
        <a:buFontTx/>
        <a:buBlip>
          <a:blip r:embed="rId19"/>
        </a:buBlip>
        <a:defRPr sz="1600" b="0" i="0" kern="1200">
          <a:solidFill>
            <a:schemeClr val="tx1"/>
          </a:solidFill>
          <a:latin typeface="Montserrat Light" pitchFamily="2" charset="77"/>
          <a:ea typeface="+mn-ea"/>
          <a:cs typeface="+mn-cs"/>
        </a:defRPr>
      </a:lvl1pPr>
      <a:lvl2pPr marL="685800" indent="-228600" algn="l" defTabSz="914400" rtl="0" eaLnBrk="1" latinLnBrk="0" hangingPunct="1">
        <a:lnSpc>
          <a:spcPct val="90000"/>
        </a:lnSpc>
        <a:spcBef>
          <a:spcPts val="500"/>
        </a:spcBef>
        <a:buClr>
          <a:schemeClr val="bg2"/>
        </a:buClr>
        <a:buSzPct val="80000"/>
        <a:buFontTx/>
        <a:buBlip>
          <a:blip r:embed="rId19"/>
        </a:buBlip>
        <a:defRPr sz="1200" b="0" i="0" kern="1200">
          <a:solidFill>
            <a:schemeClr val="tx1"/>
          </a:solidFill>
          <a:latin typeface="Montserrat Light" pitchFamily="2" charset="77"/>
          <a:ea typeface="+mn-ea"/>
          <a:cs typeface="+mn-cs"/>
        </a:defRPr>
      </a:lvl2pPr>
      <a:lvl3pPr marL="1143000" indent="-228600" algn="l" defTabSz="914400" rtl="0" eaLnBrk="1" latinLnBrk="0" hangingPunct="1">
        <a:lnSpc>
          <a:spcPct val="90000"/>
        </a:lnSpc>
        <a:spcBef>
          <a:spcPts val="500"/>
        </a:spcBef>
        <a:buClr>
          <a:schemeClr val="bg2"/>
        </a:buClr>
        <a:buSzPct val="80000"/>
        <a:buFontTx/>
        <a:buBlip>
          <a:blip r:embed="rId19"/>
        </a:buBlip>
        <a:defRPr sz="1000" b="0" i="0" kern="1200">
          <a:solidFill>
            <a:schemeClr val="tx1"/>
          </a:solidFill>
          <a:latin typeface="Montserrat Light" pitchFamily="2" charset="77"/>
          <a:ea typeface="+mn-ea"/>
          <a:cs typeface="+mn-cs"/>
        </a:defRPr>
      </a:lvl3pPr>
      <a:lvl4pPr marL="1600200" indent="-228600" algn="l" defTabSz="914400" rtl="0" eaLnBrk="1" latinLnBrk="0" hangingPunct="1">
        <a:lnSpc>
          <a:spcPct val="90000"/>
        </a:lnSpc>
        <a:spcBef>
          <a:spcPts val="500"/>
        </a:spcBef>
        <a:buClr>
          <a:schemeClr val="bg2"/>
        </a:buClr>
        <a:buSzPct val="80000"/>
        <a:buFontTx/>
        <a:buBlip>
          <a:blip r:embed="rId19"/>
        </a:buBlip>
        <a:defRPr sz="800" b="0" i="0" kern="1200">
          <a:solidFill>
            <a:schemeClr val="tx1"/>
          </a:solidFill>
          <a:latin typeface="Montserrat Light" pitchFamily="2" charset="77"/>
          <a:ea typeface="+mn-ea"/>
          <a:cs typeface="+mn-cs"/>
        </a:defRPr>
      </a:lvl4pPr>
      <a:lvl5pPr marL="2057400" indent="-228600" algn="l" defTabSz="914400" rtl="0" eaLnBrk="1" latinLnBrk="0" hangingPunct="1">
        <a:lnSpc>
          <a:spcPct val="90000"/>
        </a:lnSpc>
        <a:spcBef>
          <a:spcPts val="500"/>
        </a:spcBef>
        <a:buClr>
          <a:schemeClr val="bg2"/>
        </a:buClr>
        <a:buSzPct val="80000"/>
        <a:buFontTx/>
        <a:buBlip>
          <a:blip r:embed="rId19"/>
        </a:buBlip>
        <a:defRPr sz="600" b="0" i="0" kern="1200">
          <a:solidFill>
            <a:schemeClr val="tx1"/>
          </a:solidFill>
          <a:latin typeface="Montserrat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40">
          <p15:clr>
            <a:srgbClr val="F26B43"/>
          </p15:clr>
        </p15:guide>
        <p15:guide id="4" pos="7464">
          <p15:clr>
            <a:srgbClr val="F26B43"/>
          </p15:clr>
        </p15:guide>
        <p15:guide id="5" orient="horz" pos="216">
          <p15:clr>
            <a:srgbClr val="F26B43"/>
          </p15:clr>
        </p15:guide>
        <p15:guide id="6" orient="horz" pos="410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3" Type="http://schemas.openxmlformats.org/officeDocument/2006/relationships/image" Target="../media/image32.emf"/><Relationship Id="rId18" Type="http://schemas.openxmlformats.org/officeDocument/2006/relationships/image" Target="../media/image37.emf"/><Relationship Id="rId26" Type="http://schemas.openxmlformats.org/officeDocument/2006/relationships/image" Target="../media/image45.png"/><Relationship Id="rId3" Type="http://schemas.openxmlformats.org/officeDocument/2006/relationships/image" Target="../media/image22.svg"/><Relationship Id="rId21" Type="http://schemas.openxmlformats.org/officeDocument/2006/relationships/image" Target="../media/image40.png"/><Relationship Id="rId34" Type="http://schemas.openxmlformats.org/officeDocument/2006/relationships/image" Target="../media/image53.png"/><Relationship Id="rId7" Type="http://schemas.openxmlformats.org/officeDocument/2006/relationships/image" Target="../media/image26.svg"/><Relationship Id="rId12" Type="http://schemas.openxmlformats.org/officeDocument/2006/relationships/image" Target="../media/image31.png"/><Relationship Id="rId17" Type="http://schemas.openxmlformats.org/officeDocument/2006/relationships/image" Target="../media/image36.png"/><Relationship Id="rId25" Type="http://schemas.openxmlformats.org/officeDocument/2006/relationships/image" Target="../media/image44.png"/><Relationship Id="rId33" Type="http://schemas.openxmlformats.org/officeDocument/2006/relationships/image" Target="../media/image52.png"/><Relationship Id="rId2" Type="http://schemas.openxmlformats.org/officeDocument/2006/relationships/notesSlide" Target="../notesSlides/notesSlide1.xml"/><Relationship Id="rId16" Type="http://schemas.openxmlformats.org/officeDocument/2006/relationships/image" Target="../media/image35.emf"/><Relationship Id="rId20" Type="http://schemas.openxmlformats.org/officeDocument/2006/relationships/image" Target="../media/image39.emf"/><Relationship Id="rId29" Type="http://schemas.openxmlformats.org/officeDocument/2006/relationships/image" Target="../media/image48.png"/><Relationship Id="rId1" Type="http://schemas.openxmlformats.org/officeDocument/2006/relationships/slideLayout" Target="../slideLayouts/slideLayout12.xml"/><Relationship Id="rId6" Type="http://schemas.openxmlformats.org/officeDocument/2006/relationships/image" Target="../media/image25.svg"/><Relationship Id="rId11" Type="http://schemas.openxmlformats.org/officeDocument/2006/relationships/image" Target="../media/image30.svg"/><Relationship Id="rId24" Type="http://schemas.openxmlformats.org/officeDocument/2006/relationships/image" Target="../media/image43.emf"/><Relationship Id="rId32" Type="http://schemas.openxmlformats.org/officeDocument/2006/relationships/image" Target="../media/image51.svg"/><Relationship Id="rId5" Type="http://schemas.openxmlformats.org/officeDocument/2006/relationships/image" Target="../media/image24.svg"/><Relationship Id="rId15" Type="http://schemas.openxmlformats.org/officeDocument/2006/relationships/image" Target="../media/image34.png"/><Relationship Id="rId23" Type="http://schemas.openxmlformats.org/officeDocument/2006/relationships/image" Target="../media/image42.png"/><Relationship Id="rId28" Type="http://schemas.openxmlformats.org/officeDocument/2006/relationships/image" Target="../media/image47.png"/><Relationship Id="rId36" Type="http://schemas.openxmlformats.org/officeDocument/2006/relationships/image" Target="../media/image55.svg"/><Relationship Id="rId10" Type="http://schemas.openxmlformats.org/officeDocument/2006/relationships/image" Target="../media/image29.png"/><Relationship Id="rId19" Type="http://schemas.openxmlformats.org/officeDocument/2006/relationships/image" Target="../media/image38.svg"/><Relationship Id="rId31" Type="http://schemas.openxmlformats.org/officeDocument/2006/relationships/image" Target="../media/image50.png"/><Relationship Id="rId4" Type="http://schemas.openxmlformats.org/officeDocument/2006/relationships/image" Target="../media/image23.svg"/><Relationship Id="rId9" Type="http://schemas.openxmlformats.org/officeDocument/2006/relationships/image" Target="../media/image28.png"/><Relationship Id="rId14" Type="http://schemas.openxmlformats.org/officeDocument/2006/relationships/image" Target="../media/image33.emf"/><Relationship Id="rId22" Type="http://schemas.openxmlformats.org/officeDocument/2006/relationships/image" Target="../media/image41.png"/><Relationship Id="rId27" Type="http://schemas.openxmlformats.org/officeDocument/2006/relationships/image" Target="../media/image46.png"/><Relationship Id="rId30" Type="http://schemas.openxmlformats.org/officeDocument/2006/relationships/image" Target="../media/image49.png"/><Relationship Id="rId35" Type="http://schemas.openxmlformats.org/officeDocument/2006/relationships/image" Target="../media/image54.svg"/><Relationship Id="rId8" Type="http://schemas.openxmlformats.org/officeDocument/2006/relationships/image" Target="../media/image27.png"/></Relationships>
</file>

<file path=ppt/slides/_rels/slide3.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4.xml.rels><?xml version="1.0" encoding="UTF-8" standalone="yes"?>
<Relationships xmlns="http://schemas.openxmlformats.org/package/2006/relationships"><Relationship Id="rId8" Type="http://schemas.openxmlformats.org/officeDocument/2006/relationships/image" Target="../media/image66.svg"/><Relationship Id="rId3" Type="http://schemas.openxmlformats.org/officeDocument/2006/relationships/image" Target="../media/image61.svg"/><Relationship Id="rId7" Type="http://schemas.openxmlformats.org/officeDocument/2006/relationships/image" Target="../media/image65.svg"/><Relationship Id="rId2" Type="http://schemas.microsoft.com/office/2018/10/relationships/comments" Target="../comments/modernComment_7FFFF8E1_8F07ED0E.xml"/><Relationship Id="rId1" Type="http://schemas.openxmlformats.org/officeDocument/2006/relationships/slideLayout" Target="../slideLayouts/slideLayout15.xml"/><Relationship Id="rId6" Type="http://schemas.openxmlformats.org/officeDocument/2006/relationships/image" Target="../media/image64.svg"/><Relationship Id="rId5" Type="http://schemas.openxmlformats.org/officeDocument/2006/relationships/image" Target="../media/image63.svg"/><Relationship Id="rId4" Type="http://schemas.openxmlformats.org/officeDocument/2006/relationships/image" Target="../media/image62.svg"/><Relationship Id="rId9" Type="http://schemas.openxmlformats.org/officeDocument/2006/relationships/image" Target="../media/image67.svg"/></Relationships>
</file>

<file path=ppt/slides/_rels/slide5.xml.rels><?xml version="1.0" encoding="UTF-8" standalone="yes"?>
<Relationships xmlns="http://schemas.openxmlformats.org/package/2006/relationships"><Relationship Id="rId3" Type="http://schemas.openxmlformats.org/officeDocument/2006/relationships/image" Target="../media/image68.svg"/><Relationship Id="rId7" Type="http://schemas.openxmlformats.org/officeDocument/2006/relationships/image" Target="../media/image72.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71.svg"/><Relationship Id="rId5" Type="http://schemas.openxmlformats.org/officeDocument/2006/relationships/image" Target="../media/image70.svg"/><Relationship Id="rId4" Type="http://schemas.openxmlformats.org/officeDocument/2006/relationships/image" Target="../media/image69.svg"/></Relationships>
</file>

<file path=ppt/slides/_rels/slide6.xml.rels><?xml version="1.0" encoding="UTF-8" standalone="yes"?>
<Relationships xmlns="http://schemas.openxmlformats.org/package/2006/relationships"><Relationship Id="rId3" Type="http://schemas.openxmlformats.org/officeDocument/2006/relationships/image" Target="../media/image74.svg"/><Relationship Id="rId2" Type="http://schemas.openxmlformats.org/officeDocument/2006/relationships/image" Target="../media/image73.svg"/><Relationship Id="rId1" Type="http://schemas.openxmlformats.org/officeDocument/2006/relationships/slideLayout" Target="../slideLayouts/slideLayout12.xml"/><Relationship Id="rId5" Type="http://schemas.openxmlformats.org/officeDocument/2006/relationships/image" Target="../media/image76.svg"/><Relationship Id="rId4" Type="http://schemas.openxmlformats.org/officeDocument/2006/relationships/image" Target="../media/image75.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image" Target="../media/image83.jpeg"/><Relationship Id="rId13" Type="http://schemas.openxmlformats.org/officeDocument/2006/relationships/image" Target="../media/image88.jpeg"/><Relationship Id="rId18" Type="http://schemas.openxmlformats.org/officeDocument/2006/relationships/image" Target="../media/image93.jpeg"/><Relationship Id="rId3" Type="http://schemas.openxmlformats.org/officeDocument/2006/relationships/image" Target="../media/image78.jpeg"/><Relationship Id="rId7" Type="http://schemas.openxmlformats.org/officeDocument/2006/relationships/image" Target="../media/image82.jpeg"/><Relationship Id="rId12" Type="http://schemas.openxmlformats.org/officeDocument/2006/relationships/image" Target="../media/image87.jpeg"/><Relationship Id="rId17" Type="http://schemas.openxmlformats.org/officeDocument/2006/relationships/image" Target="../media/image92.jpeg"/><Relationship Id="rId2" Type="http://schemas.openxmlformats.org/officeDocument/2006/relationships/image" Target="../media/image77.jpeg"/><Relationship Id="rId16" Type="http://schemas.openxmlformats.org/officeDocument/2006/relationships/image" Target="../media/image91.jpeg"/><Relationship Id="rId1" Type="http://schemas.openxmlformats.org/officeDocument/2006/relationships/slideLayout" Target="../slideLayouts/slideLayout12.xml"/><Relationship Id="rId6" Type="http://schemas.openxmlformats.org/officeDocument/2006/relationships/image" Target="../media/image81.png"/><Relationship Id="rId11" Type="http://schemas.openxmlformats.org/officeDocument/2006/relationships/image" Target="../media/image86.jpeg"/><Relationship Id="rId5" Type="http://schemas.openxmlformats.org/officeDocument/2006/relationships/image" Target="../media/image80.jpeg"/><Relationship Id="rId15" Type="http://schemas.openxmlformats.org/officeDocument/2006/relationships/image" Target="../media/image90.jpeg"/><Relationship Id="rId10" Type="http://schemas.openxmlformats.org/officeDocument/2006/relationships/image" Target="../media/image85.jpeg"/><Relationship Id="rId4" Type="http://schemas.openxmlformats.org/officeDocument/2006/relationships/image" Target="../media/image79.jpeg"/><Relationship Id="rId9" Type="http://schemas.openxmlformats.org/officeDocument/2006/relationships/image" Target="../media/image84.jpeg"/><Relationship Id="rId14" Type="http://schemas.openxmlformats.org/officeDocument/2006/relationships/image" Target="../media/image89.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15.xml"/><Relationship Id="rId5" Type="http://schemas.openxmlformats.org/officeDocument/2006/relationships/image" Target="../media/image95.svg"/><Relationship Id="rId4" Type="http://schemas.openxmlformats.org/officeDocument/2006/relationships/image" Target="../media/image94.svg"/></Relationships>
</file>

<file path=ppt/slides/_rels/slide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8" Type="http://schemas.openxmlformats.org/officeDocument/2006/relationships/image" Target="../media/image101.svg"/><Relationship Id="rId3" Type="http://schemas.openxmlformats.org/officeDocument/2006/relationships/image" Target="../media/image96.png"/><Relationship Id="rId7" Type="http://schemas.openxmlformats.org/officeDocument/2006/relationships/image" Target="../media/image100.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99.svg"/><Relationship Id="rId5" Type="http://schemas.openxmlformats.org/officeDocument/2006/relationships/image" Target="../media/image98.svg"/><Relationship Id="rId10" Type="http://schemas.openxmlformats.org/officeDocument/2006/relationships/image" Target="../media/image6.svg"/><Relationship Id="rId4" Type="http://schemas.openxmlformats.org/officeDocument/2006/relationships/image" Target="../media/image97.png"/><Relationship Id="rId9" Type="http://schemas.openxmlformats.org/officeDocument/2006/relationships/image" Target="../media/image102.svg"/></Relationships>
</file>

<file path=ppt/slides/_rels/slide14.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6.svg"/><Relationship Id="rId7" Type="http://schemas.openxmlformats.org/officeDocument/2006/relationships/image" Target="../media/image106.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05.png"/><Relationship Id="rId5" Type="http://schemas.openxmlformats.org/officeDocument/2006/relationships/image" Target="../media/image104.png"/><Relationship Id="rId10" Type="http://schemas.openxmlformats.org/officeDocument/2006/relationships/image" Target="../media/image109.png"/><Relationship Id="rId4" Type="http://schemas.openxmlformats.org/officeDocument/2006/relationships/image" Target="../media/image103.png"/><Relationship Id="rId9" Type="http://schemas.openxmlformats.org/officeDocument/2006/relationships/image" Target="../media/image10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8" Type="http://schemas.openxmlformats.org/officeDocument/2006/relationships/image" Target="../media/image116.emf"/><Relationship Id="rId13" Type="http://schemas.openxmlformats.org/officeDocument/2006/relationships/image" Target="../media/image121.svg"/><Relationship Id="rId3" Type="http://schemas.openxmlformats.org/officeDocument/2006/relationships/image" Target="../media/image111.emf"/><Relationship Id="rId7" Type="http://schemas.openxmlformats.org/officeDocument/2006/relationships/image" Target="../media/image115.emf"/><Relationship Id="rId12" Type="http://schemas.openxmlformats.org/officeDocument/2006/relationships/image" Target="../media/image120.svg"/><Relationship Id="rId2" Type="http://schemas.openxmlformats.org/officeDocument/2006/relationships/image" Target="../media/image110.emf"/><Relationship Id="rId1" Type="http://schemas.openxmlformats.org/officeDocument/2006/relationships/slideLayout" Target="../slideLayouts/slideLayout11.xml"/><Relationship Id="rId6" Type="http://schemas.openxmlformats.org/officeDocument/2006/relationships/image" Target="../media/image114.emf"/><Relationship Id="rId11" Type="http://schemas.openxmlformats.org/officeDocument/2006/relationships/image" Target="../media/image119.svg"/><Relationship Id="rId5" Type="http://schemas.openxmlformats.org/officeDocument/2006/relationships/image" Target="../media/image113.emf"/><Relationship Id="rId15" Type="http://schemas.openxmlformats.org/officeDocument/2006/relationships/image" Target="../media/image2.svg"/><Relationship Id="rId10" Type="http://schemas.openxmlformats.org/officeDocument/2006/relationships/image" Target="../media/image118.emf"/><Relationship Id="rId4" Type="http://schemas.openxmlformats.org/officeDocument/2006/relationships/image" Target="../media/image112.emf"/><Relationship Id="rId9" Type="http://schemas.openxmlformats.org/officeDocument/2006/relationships/image" Target="../media/image117.emf"/><Relationship Id="rId14" Type="http://schemas.openxmlformats.org/officeDocument/2006/relationships/image" Target="../media/image122.svg"/></Relationships>
</file>

<file path=ppt/slides/_rels/slide17.xml.rels><?xml version="1.0" encoding="UTF-8" standalone="yes"?>
<Relationships xmlns="http://schemas.openxmlformats.org/package/2006/relationships"><Relationship Id="rId8" Type="http://schemas.openxmlformats.org/officeDocument/2006/relationships/image" Target="../media/image128.svg"/><Relationship Id="rId13" Type="http://schemas.openxmlformats.org/officeDocument/2006/relationships/image" Target="../media/image133.svg"/><Relationship Id="rId3" Type="http://schemas.openxmlformats.org/officeDocument/2006/relationships/image" Target="../media/image123.svg"/><Relationship Id="rId7" Type="http://schemas.openxmlformats.org/officeDocument/2006/relationships/image" Target="../media/image127.svg"/><Relationship Id="rId12" Type="http://schemas.openxmlformats.org/officeDocument/2006/relationships/image" Target="../media/image132.svg"/><Relationship Id="rId2" Type="http://schemas.microsoft.com/office/2018/10/relationships/comments" Target="../comments/modernComment_7FFFF8EB_9C5CDE05.xml"/><Relationship Id="rId1" Type="http://schemas.openxmlformats.org/officeDocument/2006/relationships/slideLayout" Target="../slideLayouts/slideLayout12.xml"/><Relationship Id="rId6" Type="http://schemas.openxmlformats.org/officeDocument/2006/relationships/image" Target="../media/image126.svg"/><Relationship Id="rId11" Type="http://schemas.openxmlformats.org/officeDocument/2006/relationships/image" Target="../media/image131.svg"/><Relationship Id="rId5" Type="http://schemas.openxmlformats.org/officeDocument/2006/relationships/image" Target="../media/image125.svg"/><Relationship Id="rId10" Type="http://schemas.openxmlformats.org/officeDocument/2006/relationships/image" Target="../media/image130.svg"/><Relationship Id="rId4" Type="http://schemas.openxmlformats.org/officeDocument/2006/relationships/image" Target="../media/image124.svg"/><Relationship Id="rId9" Type="http://schemas.openxmlformats.org/officeDocument/2006/relationships/image" Target="../media/image129.svg"/><Relationship Id="rId14" Type="http://schemas.openxmlformats.org/officeDocument/2006/relationships/image" Target="../media/image134.svg"/></Relationships>
</file>

<file path=ppt/slides/_rels/slide18.xml.rels><?xml version="1.0" encoding="UTF-8" standalone="yes"?>
<Relationships xmlns="http://schemas.openxmlformats.org/package/2006/relationships"><Relationship Id="rId8" Type="http://schemas.openxmlformats.org/officeDocument/2006/relationships/image" Target="../media/image140.svg"/><Relationship Id="rId13" Type="http://schemas.openxmlformats.org/officeDocument/2006/relationships/image" Target="../media/image145.svg"/><Relationship Id="rId18" Type="http://schemas.openxmlformats.org/officeDocument/2006/relationships/image" Target="../media/image149.svg"/><Relationship Id="rId3" Type="http://schemas.openxmlformats.org/officeDocument/2006/relationships/image" Target="../media/image135.svg"/><Relationship Id="rId7" Type="http://schemas.openxmlformats.org/officeDocument/2006/relationships/image" Target="../media/image139.svg"/><Relationship Id="rId12" Type="http://schemas.openxmlformats.org/officeDocument/2006/relationships/image" Target="../media/image144.svg"/><Relationship Id="rId17" Type="http://schemas.openxmlformats.org/officeDocument/2006/relationships/image" Target="../media/image148.svg"/><Relationship Id="rId2" Type="http://schemas.openxmlformats.org/officeDocument/2006/relationships/notesSlide" Target="../notesSlides/notesSlide8.xml"/><Relationship Id="rId16" Type="http://schemas.openxmlformats.org/officeDocument/2006/relationships/image" Target="../media/image147.svg"/><Relationship Id="rId1" Type="http://schemas.openxmlformats.org/officeDocument/2006/relationships/slideLayout" Target="../slideLayouts/slideLayout12.xml"/><Relationship Id="rId6" Type="http://schemas.openxmlformats.org/officeDocument/2006/relationships/image" Target="../media/image138.svg"/><Relationship Id="rId11" Type="http://schemas.openxmlformats.org/officeDocument/2006/relationships/image" Target="../media/image143.svg"/><Relationship Id="rId5" Type="http://schemas.openxmlformats.org/officeDocument/2006/relationships/image" Target="../media/image137.svg"/><Relationship Id="rId15" Type="http://schemas.openxmlformats.org/officeDocument/2006/relationships/image" Target="../media/image146.svg"/><Relationship Id="rId10" Type="http://schemas.openxmlformats.org/officeDocument/2006/relationships/image" Target="../media/image142.svg"/><Relationship Id="rId19" Type="http://schemas.openxmlformats.org/officeDocument/2006/relationships/image" Target="../media/image128.svg"/><Relationship Id="rId4" Type="http://schemas.openxmlformats.org/officeDocument/2006/relationships/image" Target="../media/image136.svg"/><Relationship Id="rId9" Type="http://schemas.openxmlformats.org/officeDocument/2006/relationships/image" Target="../media/image141.svg"/><Relationship Id="rId14" Type="http://schemas.openxmlformats.org/officeDocument/2006/relationships/image" Target="../media/image123.svg"/></Relationships>
</file>

<file path=ppt/slides/_rels/slide19.xml.rels><?xml version="1.0" encoding="UTF-8" standalone="yes"?>
<Relationships xmlns="http://schemas.openxmlformats.org/package/2006/relationships"><Relationship Id="rId8" Type="http://schemas.openxmlformats.org/officeDocument/2006/relationships/image" Target="../media/image149.svg"/><Relationship Id="rId13" Type="http://schemas.openxmlformats.org/officeDocument/2006/relationships/image" Target="../media/image156.svg"/><Relationship Id="rId18" Type="http://schemas.openxmlformats.org/officeDocument/2006/relationships/image" Target="../media/image161.svg"/><Relationship Id="rId3" Type="http://schemas.openxmlformats.org/officeDocument/2006/relationships/image" Target="../media/image150.svg"/><Relationship Id="rId7" Type="http://schemas.openxmlformats.org/officeDocument/2006/relationships/image" Target="../media/image153.png"/><Relationship Id="rId12" Type="http://schemas.openxmlformats.org/officeDocument/2006/relationships/image" Target="../media/image155.svg"/><Relationship Id="rId17" Type="http://schemas.openxmlformats.org/officeDocument/2006/relationships/image" Target="../media/image160.svg"/><Relationship Id="rId2" Type="http://schemas.openxmlformats.org/officeDocument/2006/relationships/notesSlide" Target="../notesSlides/notesSlide9.xml"/><Relationship Id="rId16" Type="http://schemas.openxmlformats.org/officeDocument/2006/relationships/image" Target="../media/image159.svg"/><Relationship Id="rId1" Type="http://schemas.openxmlformats.org/officeDocument/2006/relationships/slideLayout" Target="../slideLayouts/slideLayout12.xml"/><Relationship Id="rId6" Type="http://schemas.openxmlformats.org/officeDocument/2006/relationships/image" Target="../media/image152.png"/><Relationship Id="rId11" Type="http://schemas.openxmlformats.org/officeDocument/2006/relationships/image" Target="../media/image128.svg"/><Relationship Id="rId5" Type="http://schemas.openxmlformats.org/officeDocument/2006/relationships/image" Target="../media/image148.svg"/><Relationship Id="rId15" Type="http://schemas.openxmlformats.org/officeDocument/2006/relationships/image" Target="../media/image158.svg"/><Relationship Id="rId10" Type="http://schemas.openxmlformats.org/officeDocument/2006/relationships/image" Target="../media/image147.svg"/><Relationship Id="rId4" Type="http://schemas.openxmlformats.org/officeDocument/2006/relationships/image" Target="../media/image151.svg"/><Relationship Id="rId9" Type="http://schemas.openxmlformats.org/officeDocument/2006/relationships/image" Target="../media/image154.svg"/><Relationship Id="rId14" Type="http://schemas.openxmlformats.org/officeDocument/2006/relationships/image" Target="../media/image157.svg"/></Relationships>
</file>

<file path=ppt/slides/_rels/slide20.xml.rels><?xml version="1.0" encoding="UTF-8" standalone="yes"?>
<Relationships xmlns="http://schemas.openxmlformats.org/package/2006/relationships"><Relationship Id="rId8" Type="http://schemas.openxmlformats.org/officeDocument/2006/relationships/image" Target="../media/image167.svg"/><Relationship Id="rId3" Type="http://schemas.openxmlformats.org/officeDocument/2006/relationships/image" Target="../media/image129.svg"/><Relationship Id="rId7" Type="http://schemas.openxmlformats.org/officeDocument/2006/relationships/image" Target="../media/image166.svg"/><Relationship Id="rId2" Type="http://schemas.openxmlformats.org/officeDocument/2006/relationships/image" Target="../media/image162.svg"/><Relationship Id="rId1" Type="http://schemas.openxmlformats.org/officeDocument/2006/relationships/slideLayout" Target="../slideLayouts/slideLayout12.xml"/><Relationship Id="rId6" Type="http://schemas.openxmlformats.org/officeDocument/2006/relationships/image" Target="../media/image165.svg"/><Relationship Id="rId5" Type="http://schemas.openxmlformats.org/officeDocument/2006/relationships/image" Target="../media/image164.svg"/><Relationship Id="rId4" Type="http://schemas.openxmlformats.org/officeDocument/2006/relationships/image" Target="../media/image163.svg"/></Relationships>
</file>

<file path=ppt/slides/_rels/slide21.xml.rels><?xml version="1.0" encoding="UTF-8" standalone="yes"?>
<Relationships xmlns="http://schemas.openxmlformats.org/package/2006/relationships"><Relationship Id="rId8" Type="http://schemas.openxmlformats.org/officeDocument/2006/relationships/image" Target="../media/image149.svg"/><Relationship Id="rId13" Type="http://schemas.openxmlformats.org/officeDocument/2006/relationships/image" Target="../media/image139.svg"/><Relationship Id="rId18" Type="http://schemas.openxmlformats.org/officeDocument/2006/relationships/image" Target="../media/image171.svg"/><Relationship Id="rId3" Type="http://schemas.openxmlformats.org/officeDocument/2006/relationships/image" Target="../media/image145.svg"/><Relationship Id="rId7" Type="http://schemas.openxmlformats.org/officeDocument/2006/relationships/image" Target="../media/image151.svg"/><Relationship Id="rId12" Type="http://schemas.openxmlformats.org/officeDocument/2006/relationships/image" Target="../media/image138.svg"/><Relationship Id="rId17" Type="http://schemas.openxmlformats.org/officeDocument/2006/relationships/image" Target="../media/image170.svg"/><Relationship Id="rId2" Type="http://schemas.openxmlformats.org/officeDocument/2006/relationships/notesSlide" Target="../notesSlides/notesSlide10.xml"/><Relationship Id="rId16" Type="http://schemas.openxmlformats.org/officeDocument/2006/relationships/image" Target="../media/image142.svg"/><Relationship Id="rId1" Type="http://schemas.openxmlformats.org/officeDocument/2006/relationships/slideLayout" Target="../slideLayouts/slideLayout12.xml"/><Relationship Id="rId6" Type="http://schemas.openxmlformats.org/officeDocument/2006/relationships/image" Target="../media/image137.svg"/><Relationship Id="rId11" Type="http://schemas.openxmlformats.org/officeDocument/2006/relationships/image" Target="../media/image131.svg"/><Relationship Id="rId5" Type="http://schemas.openxmlformats.org/officeDocument/2006/relationships/image" Target="../media/image136.svg"/><Relationship Id="rId15" Type="http://schemas.openxmlformats.org/officeDocument/2006/relationships/image" Target="../media/image141.svg"/><Relationship Id="rId10" Type="http://schemas.openxmlformats.org/officeDocument/2006/relationships/image" Target="../media/image169.svg"/><Relationship Id="rId19" Type="http://schemas.openxmlformats.org/officeDocument/2006/relationships/image" Target="../media/image172.svg"/><Relationship Id="rId4" Type="http://schemas.openxmlformats.org/officeDocument/2006/relationships/image" Target="../media/image135.svg"/><Relationship Id="rId9" Type="http://schemas.openxmlformats.org/officeDocument/2006/relationships/image" Target="../media/image168.svg"/><Relationship Id="rId14" Type="http://schemas.openxmlformats.org/officeDocument/2006/relationships/image" Target="../media/image140.svg"/></Relationships>
</file>

<file path=ppt/slides/_rels/slide22.xml.rels><?xml version="1.0" encoding="UTF-8" standalone="yes"?>
<Relationships xmlns="http://schemas.openxmlformats.org/package/2006/relationships"><Relationship Id="rId8" Type="http://schemas.openxmlformats.org/officeDocument/2006/relationships/image" Target="../media/image175.svg"/><Relationship Id="rId13" Type="http://schemas.openxmlformats.org/officeDocument/2006/relationships/image" Target="../media/image178.svg"/><Relationship Id="rId3" Type="http://schemas.openxmlformats.org/officeDocument/2006/relationships/image" Target="../media/image150.svg"/><Relationship Id="rId7" Type="http://schemas.openxmlformats.org/officeDocument/2006/relationships/image" Target="../media/image174.svg"/><Relationship Id="rId12" Type="http://schemas.openxmlformats.org/officeDocument/2006/relationships/image" Target="../media/image177.svg"/><Relationship Id="rId17" Type="http://schemas.openxmlformats.org/officeDocument/2006/relationships/image" Target="../media/image181.svg"/><Relationship Id="rId2" Type="http://schemas.openxmlformats.org/officeDocument/2006/relationships/notesSlide" Target="../notesSlides/notesSlide11.xml"/><Relationship Id="rId16" Type="http://schemas.openxmlformats.org/officeDocument/2006/relationships/image" Target="../media/image154.svg"/><Relationship Id="rId1" Type="http://schemas.openxmlformats.org/officeDocument/2006/relationships/slideLayout" Target="../slideLayouts/slideLayout12.xml"/><Relationship Id="rId6" Type="http://schemas.openxmlformats.org/officeDocument/2006/relationships/image" Target="../media/image173.svg"/><Relationship Id="rId11" Type="http://schemas.openxmlformats.org/officeDocument/2006/relationships/image" Target="../media/image148.svg"/><Relationship Id="rId5" Type="http://schemas.openxmlformats.org/officeDocument/2006/relationships/image" Target="../media/image158.svg"/><Relationship Id="rId15" Type="http://schemas.openxmlformats.org/officeDocument/2006/relationships/image" Target="../media/image180.svg"/><Relationship Id="rId10" Type="http://schemas.openxmlformats.org/officeDocument/2006/relationships/image" Target="../media/image151.svg"/><Relationship Id="rId4" Type="http://schemas.openxmlformats.org/officeDocument/2006/relationships/image" Target="../media/image157.svg"/><Relationship Id="rId9" Type="http://schemas.openxmlformats.org/officeDocument/2006/relationships/image" Target="../media/image176.svg"/><Relationship Id="rId14" Type="http://schemas.openxmlformats.org/officeDocument/2006/relationships/image" Target="../media/image179.svg"/></Relationships>
</file>

<file path=ppt/slides/_rels/slide23.xml.rels><?xml version="1.0" encoding="UTF-8" standalone="yes"?>
<Relationships xmlns="http://schemas.openxmlformats.org/package/2006/relationships"><Relationship Id="rId8" Type="http://schemas.openxmlformats.org/officeDocument/2006/relationships/image" Target="../media/image129.svg"/><Relationship Id="rId3" Type="http://schemas.openxmlformats.org/officeDocument/2006/relationships/image" Target="../media/image183.svg"/><Relationship Id="rId7" Type="http://schemas.openxmlformats.org/officeDocument/2006/relationships/image" Target="../media/image162.svg"/><Relationship Id="rId2" Type="http://schemas.openxmlformats.org/officeDocument/2006/relationships/image" Target="../media/image182.svg"/><Relationship Id="rId1" Type="http://schemas.openxmlformats.org/officeDocument/2006/relationships/slideLayout" Target="../slideLayouts/slideLayout12.xml"/><Relationship Id="rId6" Type="http://schemas.openxmlformats.org/officeDocument/2006/relationships/image" Target="../media/image167.svg"/><Relationship Id="rId5" Type="http://schemas.openxmlformats.org/officeDocument/2006/relationships/image" Target="../media/image185.svg"/><Relationship Id="rId4" Type="http://schemas.openxmlformats.org/officeDocument/2006/relationships/image" Target="../media/image184.svg"/><Relationship Id="rId9" Type="http://schemas.openxmlformats.org/officeDocument/2006/relationships/image" Target="../media/image186.svg"/></Relationships>
</file>

<file path=ppt/slides/_rels/slide24.xml.rels><?xml version="1.0" encoding="UTF-8" standalone="yes"?>
<Relationships xmlns="http://schemas.openxmlformats.org/package/2006/relationships"><Relationship Id="rId8" Type="http://schemas.openxmlformats.org/officeDocument/2006/relationships/image" Target="../media/image186.svg"/><Relationship Id="rId13" Type="http://schemas.openxmlformats.org/officeDocument/2006/relationships/image" Target="../media/image138.svg"/><Relationship Id="rId3" Type="http://schemas.openxmlformats.org/officeDocument/2006/relationships/image" Target="../media/image135.svg"/><Relationship Id="rId7" Type="http://schemas.openxmlformats.org/officeDocument/2006/relationships/image" Target="../media/image184.svg"/><Relationship Id="rId12" Type="http://schemas.openxmlformats.org/officeDocument/2006/relationships/image" Target="../media/image131.svg"/><Relationship Id="rId17" Type="http://schemas.openxmlformats.org/officeDocument/2006/relationships/image" Target="../media/image142.svg"/><Relationship Id="rId2" Type="http://schemas.openxmlformats.org/officeDocument/2006/relationships/image" Target="../media/image145.svg"/><Relationship Id="rId16" Type="http://schemas.openxmlformats.org/officeDocument/2006/relationships/image" Target="../media/image141.svg"/><Relationship Id="rId1" Type="http://schemas.openxmlformats.org/officeDocument/2006/relationships/slideLayout" Target="../slideLayouts/slideLayout12.xml"/><Relationship Id="rId6" Type="http://schemas.openxmlformats.org/officeDocument/2006/relationships/image" Target="../media/image151.svg"/><Relationship Id="rId11" Type="http://schemas.openxmlformats.org/officeDocument/2006/relationships/image" Target="../media/image169.svg"/><Relationship Id="rId5" Type="http://schemas.openxmlformats.org/officeDocument/2006/relationships/image" Target="../media/image137.svg"/><Relationship Id="rId15" Type="http://schemas.openxmlformats.org/officeDocument/2006/relationships/image" Target="../media/image140.svg"/><Relationship Id="rId10" Type="http://schemas.openxmlformats.org/officeDocument/2006/relationships/image" Target="../media/image168.svg"/><Relationship Id="rId4" Type="http://schemas.openxmlformats.org/officeDocument/2006/relationships/image" Target="../media/image136.svg"/><Relationship Id="rId9" Type="http://schemas.openxmlformats.org/officeDocument/2006/relationships/image" Target="../media/image149.svg"/><Relationship Id="rId14" Type="http://schemas.openxmlformats.org/officeDocument/2006/relationships/image" Target="../media/image139.svg"/></Relationships>
</file>

<file path=ppt/slides/_rels/slide25.xml.rels><?xml version="1.0" encoding="UTF-8" standalone="yes"?>
<Relationships xmlns="http://schemas.openxmlformats.org/package/2006/relationships"><Relationship Id="rId8" Type="http://schemas.openxmlformats.org/officeDocument/2006/relationships/image" Target="../media/image175.svg"/><Relationship Id="rId13" Type="http://schemas.openxmlformats.org/officeDocument/2006/relationships/image" Target="../media/image177.svg"/><Relationship Id="rId18" Type="http://schemas.openxmlformats.org/officeDocument/2006/relationships/image" Target="../media/image181.svg"/><Relationship Id="rId3" Type="http://schemas.openxmlformats.org/officeDocument/2006/relationships/image" Target="../media/image150.svg"/><Relationship Id="rId7" Type="http://schemas.openxmlformats.org/officeDocument/2006/relationships/image" Target="../media/image174.svg"/><Relationship Id="rId12" Type="http://schemas.openxmlformats.org/officeDocument/2006/relationships/image" Target="../media/image148.svg"/><Relationship Id="rId17" Type="http://schemas.openxmlformats.org/officeDocument/2006/relationships/image" Target="../media/image154.svg"/><Relationship Id="rId2" Type="http://schemas.openxmlformats.org/officeDocument/2006/relationships/notesSlide" Target="../notesSlides/notesSlide12.xml"/><Relationship Id="rId16" Type="http://schemas.openxmlformats.org/officeDocument/2006/relationships/image" Target="../media/image180.svg"/><Relationship Id="rId1" Type="http://schemas.openxmlformats.org/officeDocument/2006/relationships/slideLayout" Target="../slideLayouts/slideLayout12.xml"/><Relationship Id="rId6" Type="http://schemas.openxmlformats.org/officeDocument/2006/relationships/image" Target="../media/image173.svg"/><Relationship Id="rId11" Type="http://schemas.openxmlformats.org/officeDocument/2006/relationships/image" Target="../media/image184.svg"/><Relationship Id="rId5" Type="http://schemas.openxmlformats.org/officeDocument/2006/relationships/image" Target="../media/image158.svg"/><Relationship Id="rId15" Type="http://schemas.openxmlformats.org/officeDocument/2006/relationships/image" Target="../media/image179.svg"/><Relationship Id="rId10" Type="http://schemas.openxmlformats.org/officeDocument/2006/relationships/image" Target="../media/image151.svg"/><Relationship Id="rId4" Type="http://schemas.openxmlformats.org/officeDocument/2006/relationships/image" Target="../media/image157.svg"/><Relationship Id="rId9" Type="http://schemas.openxmlformats.org/officeDocument/2006/relationships/image" Target="../media/image176.svg"/><Relationship Id="rId14" Type="http://schemas.openxmlformats.org/officeDocument/2006/relationships/image" Target="../media/image178.svg"/></Relationships>
</file>

<file path=ppt/slides/_rels/slide26.xml.rels><?xml version="1.0" encoding="UTF-8" standalone="yes"?>
<Relationships xmlns="http://schemas.openxmlformats.org/package/2006/relationships"><Relationship Id="rId3" Type="http://schemas.openxmlformats.org/officeDocument/2006/relationships/image" Target="../media/image188.svg"/><Relationship Id="rId7" Type="http://schemas.openxmlformats.org/officeDocument/2006/relationships/image" Target="../media/image102.svg"/><Relationship Id="rId2" Type="http://schemas.openxmlformats.org/officeDocument/2006/relationships/image" Target="../media/image187.png"/><Relationship Id="rId1" Type="http://schemas.openxmlformats.org/officeDocument/2006/relationships/slideLayout" Target="../slideLayouts/slideLayout15.xml"/><Relationship Id="rId6" Type="http://schemas.openxmlformats.org/officeDocument/2006/relationships/image" Target="../media/image101.svg"/><Relationship Id="rId5" Type="http://schemas.openxmlformats.org/officeDocument/2006/relationships/image" Target="../media/image190.svg"/><Relationship Id="rId4" Type="http://schemas.openxmlformats.org/officeDocument/2006/relationships/image" Target="../media/image189.svg"/></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linkedin.com/company/syrencloud/posts/?feedView=all" TargetMode="Externa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hyperlink" Target="https://x.com/syrenco" TargetMode="External"/></Relationships>
</file>

<file path=ppt/slides/_rels/slide28.xml.rels><?xml version="1.0" encoding="UTF-8" standalone="yes"?>
<Relationships xmlns="http://schemas.openxmlformats.org/package/2006/relationships"><Relationship Id="rId8" Type="http://schemas.openxmlformats.org/officeDocument/2006/relationships/image" Target="../media/image102.svg"/><Relationship Id="rId3" Type="http://schemas.openxmlformats.org/officeDocument/2006/relationships/image" Target="../media/image187.png"/><Relationship Id="rId7" Type="http://schemas.openxmlformats.org/officeDocument/2006/relationships/image" Target="../media/image101.svg"/><Relationship Id="rId2" Type="http://schemas.microsoft.com/office/2018/10/relationships/comments" Target="../comments/modernComment_7FFFDDC5_BFBBB621.xml"/><Relationship Id="rId1" Type="http://schemas.openxmlformats.org/officeDocument/2006/relationships/slideLayout" Target="../slideLayouts/slideLayout15.xml"/><Relationship Id="rId6" Type="http://schemas.openxmlformats.org/officeDocument/2006/relationships/image" Target="../media/image190.svg"/><Relationship Id="rId5" Type="http://schemas.openxmlformats.org/officeDocument/2006/relationships/image" Target="../media/image189.svg"/><Relationship Id="rId4" Type="http://schemas.openxmlformats.org/officeDocument/2006/relationships/image" Target="../media/image188.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94.svg"/><Relationship Id="rId4" Type="http://schemas.openxmlformats.org/officeDocument/2006/relationships/image" Target="../media/image95.sv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92.svg"/><Relationship Id="rId2" Type="http://schemas.openxmlformats.org/officeDocument/2006/relationships/image" Target="../media/image191.svg"/><Relationship Id="rId1" Type="http://schemas.openxmlformats.org/officeDocument/2006/relationships/slideLayout" Target="../slideLayouts/slideLayout12.xml"/><Relationship Id="rId6" Type="http://schemas.openxmlformats.org/officeDocument/2006/relationships/image" Target="../media/image195.svg"/><Relationship Id="rId5" Type="http://schemas.openxmlformats.org/officeDocument/2006/relationships/image" Target="../media/image194.svg"/><Relationship Id="rId4" Type="http://schemas.openxmlformats.org/officeDocument/2006/relationships/image" Target="../media/image193.sv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image" Target="../media/image198.jpeg"/><Relationship Id="rId2" Type="http://schemas.openxmlformats.org/officeDocument/2006/relationships/slideLayout" Target="../slideLayouts/slideLayout39.xml"/><Relationship Id="rId1" Type="http://schemas.openxmlformats.org/officeDocument/2006/relationships/tags" Target="../tags/tag1.xml"/><Relationship Id="rId6" Type="http://schemas.openxmlformats.org/officeDocument/2006/relationships/image" Target="../media/image197.svg"/><Relationship Id="rId5" Type="http://schemas.openxmlformats.org/officeDocument/2006/relationships/image" Target="../media/image196.emf"/><Relationship Id="rId4" Type="http://schemas.openxmlformats.org/officeDocument/2006/relationships/oleObject" Target="../embeddings/oleObject1.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8" Type="http://schemas.openxmlformats.org/officeDocument/2006/relationships/image" Target="../media/image204.svg"/><Relationship Id="rId3" Type="http://schemas.openxmlformats.org/officeDocument/2006/relationships/image" Target="../media/image199.svg"/><Relationship Id="rId7" Type="http://schemas.openxmlformats.org/officeDocument/2006/relationships/image" Target="../media/image203.sv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202.svg"/><Relationship Id="rId5" Type="http://schemas.openxmlformats.org/officeDocument/2006/relationships/image" Target="../media/image201.svg"/><Relationship Id="rId10" Type="http://schemas.openxmlformats.org/officeDocument/2006/relationships/image" Target="../media/image206.svg"/><Relationship Id="rId4" Type="http://schemas.openxmlformats.org/officeDocument/2006/relationships/image" Target="../media/image200.svg"/><Relationship Id="rId9" Type="http://schemas.openxmlformats.org/officeDocument/2006/relationships/image" Target="../media/image205.svg"/></Relationships>
</file>

<file path=ppt/slides/_rels/slide36.xml.rels><?xml version="1.0" encoding="UTF-8" standalone="yes"?>
<Relationships xmlns="http://schemas.openxmlformats.org/package/2006/relationships"><Relationship Id="rId8" Type="http://schemas.openxmlformats.org/officeDocument/2006/relationships/image" Target="../media/image212.svg"/><Relationship Id="rId3" Type="http://schemas.openxmlformats.org/officeDocument/2006/relationships/image" Target="../media/image207.svg"/><Relationship Id="rId7" Type="http://schemas.openxmlformats.org/officeDocument/2006/relationships/image" Target="../media/image211.sv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210.svg"/><Relationship Id="rId11" Type="http://schemas.openxmlformats.org/officeDocument/2006/relationships/image" Target="../media/image215.svg"/><Relationship Id="rId5" Type="http://schemas.openxmlformats.org/officeDocument/2006/relationships/image" Target="../media/image209.svg"/><Relationship Id="rId10" Type="http://schemas.openxmlformats.org/officeDocument/2006/relationships/image" Target="../media/image214.svg"/><Relationship Id="rId4" Type="http://schemas.openxmlformats.org/officeDocument/2006/relationships/image" Target="../media/image208.svg"/><Relationship Id="rId9" Type="http://schemas.openxmlformats.org/officeDocument/2006/relationships/image" Target="../media/image213.sv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8" Type="http://schemas.openxmlformats.org/officeDocument/2006/relationships/image" Target="../media/image221.svg"/><Relationship Id="rId3" Type="http://schemas.openxmlformats.org/officeDocument/2006/relationships/image" Target="../media/image216.svg"/><Relationship Id="rId7" Type="http://schemas.openxmlformats.org/officeDocument/2006/relationships/image" Target="../media/image220.svg"/><Relationship Id="rId12" Type="http://schemas.openxmlformats.org/officeDocument/2006/relationships/image" Target="../media/image225.sv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219.svg"/><Relationship Id="rId11" Type="http://schemas.openxmlformats.org/officeDocument/2006/relationships/image" Target="../media/image224.svg"/><Relationship Id="rId5" Type="http://schemas.openxmlformats.org/officeDocument/2006/relationships/image" Target="../media/image218.svg"/><Relationship Id="rId10" Type="http://schemas.openxmlformats.org/officeDocument/2006/relationships/image" Target="../media/image223.svg"/><Relationship Id="rId4" Type="http://schemas.openxmlformats.org/officeDocument/2006/relationships/image" Target="../media/image217.svg"/><Relationship Id="rId9" Type="http://schemas.openxmlformats.org/officeDocument/2006/relationships/image" Target="../media/image222.svg"/></Relationships>
</file>

<file path=ppt/slides/_rels/slide39.xml.rels><?xml version="1.0" encoding="UTF-8" standalone="yes"?>
<Relationships xmlns="http://schemas.openxmlformats.org/package/2006/relationships"><Relationship Id="rId8" Type="http://schemas.openxmlformats.org/officeDocument/2006/relationships/image" Target="../media/image231.svg"/><Relationship Id="rId3" Type="http://schemas.openxmlformats.org/officeDocument/2006/relationships/image" Target="../media/image226.svg"/><Relationship Id="rId7" Type="http://schemas.openxmlformats.org/officeDocument/2006/relationships/image" Target="../media/image230.sv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229.svg"/><Relationship Id="rId5" Type="http://schemas.openxmlformats.org/officeDocument/2006/relationships/image" Target="../media/image228.svg"/><Relationship Id="rId10" Type="http://schemas.openxmlformats.org/officeDocument/2006/relationships/image" Target="../media/image232.svg"/><Relationship Id="rId4" Type="http://schemas.openxmlformats.org/officeDocument/2006/relationships/image" Target="../media/image227.svg"/><Relationship Id="rId9" Type="http://schemas.openxmlformats.org/officeDocument/2006/relationships/image" Target="../media/image2.svg"/></Relationships>
</file>

<file path=ppt/slides/_rels/slide40.xml.rels><?xml version="1.0" encoding="UTF-8" standalone="yes"?>
<Relationships xmlns="http://schemas.openxmlformats.org/package/2006/relationships"><Relationship Id="rId8" Type="http://schemas.openxmlformats.org/officeDocument/2006/relationships/image" Target="../media/image239.svg"/><Relationship Id="rId13" Type="http://schemas.openxmlformats.org/officeDocument/2006/relationships/image" Target="../media/image244.svg"/><Relationship Id="rId3" Type="http://schemas.openxmlformats.org/officeDocument/2006/relationships/image" Target="../media/image234.svg"/><Relationship Id="rId7" Type="http://schemas.openxmlformats.org/officeDocument/2006/relationships/image" Target="../media/image238.svg"/><Relationship Id="rId12" Type="http://schemas.openxmlformats.org/officeDocument/2006/relationships/image" Target="../media/image243.svg"/><Relationship Id="rId17" Type="http://schemas.openxmlformats.org/officeDocument/2006/relationships/image" Target="../media/image2.svg"/><Relationship Id="rId2" Type="http://schemas.openxmlformats.org/officeDocument/2006/relationships/image" Target="../media/image233.svg"/><Relationship Id="rId16" Type="http://schemas.openxmlformats.org/officeDocument/2006/relationships/image" Target="../media/image247.svg"/><Relationship Id="rId1" Type="http://schemas.openxmlformats.org/officeDocument/2006/relationships/slideLayout" Target="../slideLayouts/slideLayout15.xml"/><Relationship Id="rId6" Type="http://schemas.openxmlformats.org/officeDocument/2006/relationships/image" Target="../media/image237.svg"/><Relationship Id="rId11" Type="http://schemas.openxmlformats.org/officeDocument/2006/relationships/image" Target="../media/image242.svg"/><Relationship Id="rId5" Type="http://schemas.openxmlformats.org/officeDocument/2006/relationships/image" Target="../media/image236.svg"/><Relationship Id="rId15" Type="http://schemas.openxmlformats.org/officeDocument/2006/relationships/image" Target="../media/image246.svg"/><Relationship Id="rId10" Type="http://schemas.openxmlformats.org/officeDocument/2006/relationships/image" Target="../media/image241.svg"/><Relationship Id="rId4" Type="http://schemas.openxmlformats.org/officeDocument/2006/relationships/image" Target="../media/image235.svg"/><Relationship Id="rId9" Type="http://schemas.openxmlformats.org/officeDocument/2006/relationships/image" Target="../media/image240.svg"/><Relationship Id="rId14" Type="http://schemas.openxmlformats.org/officeDocument/2006/relationships/image" Target="../media/image245.svg"/></Relationships>
</file>

<file path=ppt/slides/_rels/slide41.xml.rels><?xml version="1.0" encoding="UTF-8" standalone="yes"?>
<Relationships xmlns="http://schemas.openxmlformats.org/package/2006/relationships"><Relationship Id="rId3" Type="http://schemas.openxmlformats.org/officeDocument/2006/relationships/image" Target="../media/image191.svg"/><Relationship Id="rId7" Type="http://schemas.openxmlformats.org/officeDocument/2006/relationships/image" Target="../media/image195.svg"/><Relationship Id="rId2" Type="http://schemas.microsoft.com/office/2018/10/relationships/comments" Target="../comments/modernComment_7FFFDDC6_AB87F308.xml"/><Relationship Id="rId1" Type="http://schemas.openxmlformats.org/officeDocument/2006/relationships/slideLayout" Target="../slideLayouts/slideLayout17.xml"/><Relationship Id="rId6" Type="http://schemas.openxmlformats.org/officeDocument/2006/relationships/image" Target="../media/image194.svg"/><Relationship Id="rId5" Type="http://schemas.openxmlformats.org/officeDocument/2006/relationships/image" Target="../media/image193.svg"/><Relationship Id="rId4" Type="http://schemas.openxmlformats.org/officeDocument/2006/relationships/image" Target="../media/image192.sv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8" Type="http://schemas.openxmlformats.org/officeDocument/2006/relationships/image" Target="../media/image116.emf"/><Relationship Id="rId13" Type="http://schemas.openxmlformats.org/officeDocument/2006/relationships/image" Target="../media/image2.svg"/><Relationship Id="rId18" Type="http://schemas.openxmlformats.org/officeDocument/2006/relationships/image" Target="../media/image122.svg"/><Relationship Id="rId3" Type="http://schemas.microsoft.com/office/2018/10/relationships/comments" Target="../comments/modernComment_7FFFF8AF_2F197BF0.xml"/><Relationship Id="rId7" Type="http://schemas.openxmlformats.org/officeDocument/2006/relationships/image" Target="../media/image111.emf"/><Relationship Id="rId12" Type="http://schemas.openxmlformats.org/officeDocument/2006/relationships/image" Target="../media/image118.emf"/><Relationship Id="rId17" Type="http://schemas.openxmlformats.org/officeDocument/2006/relationships/image" Target="../media/image120.svg"/><Relationship Id="rId2" Type="http://schemas.openxmlformats.org/officeDocument/2006/relationships/notesSlide" Target="../notesSlides/notesSlide17.xml"/><Relationship Id="rId16" Type="http://schemas.openxmlformats.org/officeDocument/2006/relationships/image" Target="../media/image119.svg"/><Relationship Id="rId1" Type="http://schemas.openxmlformats.org/officeDocument/2006/relationships/slideLayout" Target="../slideLayouts/slideLayout11.xml"/><Relationship Id="rId6" Type="http://schemas.openxmlformats.org/officeDocument/2006/relationships/image" Target="../media/image114.emf"/><Relationship Id="rId11" Type="http://schemas.openxmlformats.org/officeDocument/2006/relationships/image" Target="../media/image117.emf"/><Relationship Id="rId5" Type="http://schemas.openxmlformats.org/officeDocument/2006/relationships/image" Target="../media/image113.emf"/><Relationship Id="rId15" Type="http://schemas.openxmlformats.org/officeDocument/2006/relationships/image" Target="../media/image121.svg"/><Relationship Id="rId10" Type="http://schemas.openxmlformats.org/officeDocument/2006/relationships/image" Target="../media/image112.emf"/><Relationship Id="rId19" Type="http://schemas.openxmlformats.org/officeDocument/2006/relationships/image" Target="../media/image249.svg"/><Relationship Id="rId4" Type="http://schemas.openxmlformats.org/officeDocument/2006/relationships/image" Target="../media/image110.emf"/><Relationship Id="rId9" Type="http://schemas.openxmlformats.org/officeDocument/2006/relationships/image" Target="../media/image115.emf"/><Relationship Id="rId14" Type="http://schemas.openxmlformats.org/officeDocument/2006/relationships/image" Target="../media/image248.svg"/></Relationships>
</file>

<file path=ppt/slides/_rels/slide44.xml.rels><?xml version="1.0" encoding="UTF-8" standalone="yes"?>
<Relationships xmlns="http://schemas.openxmlformats.org/package/2006/relationships"><Relationship Id="rId3" Type="http://schemas.openxmlformats.org/officeDocument/2006/relationships/image" Target="../media/image251.svg"/><Relationship Id="rId2" Type="http://schemas.openxmlformats.org/officeDocument/2006/relationships/image" Target="../media/image250.svg"/><Relationship Id="rId1" Type="http://schemas.openxmlformats.org/officeDocument/2006/relationships/slideLayout" Target="../slideLayouts/slideLayout17.xml"/><Relationship Id="rId6" Type="http://schemas.openxmlformats.org/officeDocument/2006/relationships/image" Target="../media/image254.svg"/><Relationship Id="rId5" Type="http://schemas.openxmlformats.org/officeDocument/2006/relationships/image" Target="../media/image253.svg"/><Relationship Id="rId4" Type="http://schemas.openxmlformats.org/officeDocument/2006/relationships/image" Target="../media/image252.svg"/></Relationships>
</file>

<file path=ppt/slides/_rels/slide45.xml.rels><?xml version="1.0" encoding="UTF-8" standalone="yes"?>
<Relationships xmlns="http://schemas.openxmlformats.org/package/2006/relationships"><Relationship Id="rId2" Type="http://schemas.openxmlformats.org/officeDocument/2006/relationships/image" Target="../media/image256.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255.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258.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256.svg"/><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image" Target="../media/image258.svg"/><Relationship Id="rId4" Type="http://schemas.openxmlformats.org/officeDocument/2006/relationships/image" Target="../media/image257.svg"/></Relationships>
</file>

<file path=ppt/slides/_rels/slide49.xml.rels><?xml version="1.0" encoding="UTF-8" standalone="yes"?>
<Relationships xmlns="http://schemas.openxmlformats.org/package/2006/relationships"><Relationship Id="rId3" Type="http://schemas.openxmlformats.org/officeDocument/2006/relationships/image" Target="../media/image256.sv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258.svg"/><Relationship Id="rId4" Type="http://schemas.openxmlformats.org/officeDocument/2006/relationships/image" Target="../media/image257.sv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260.svg"/><Relationship Id="rId2" Type="http://schemas.openxmlformats.org/officeDocument/2006/relationships/image" Target="../media/image259.svg"/><Relationship Id="rId1" Type="http://schemas.openxmlformats.org/officeDocument/2006/relationships/slideLayout" Target="../slideLayouts/slideLayout12.xml"/><Relationship Id="rId6" Type="http://schemas.openxmlformats.org/officeDocument/2006/relationships/image" Target="../media/image263.svg"/><Relationship Id="rId5" Type="http://schemas.openxmlformats.org/officeDocument/2006/relationships/image" Target="../media/image262.svg"/><Relationship Id="rId4" Type="http://schemas.openxmlformats.org/officeDocument/2006/relationships/image" Target="../media/image261.svg"/></Relationships>
</file>

<file path=ppt/slides/_rels/slide53.xml.rels><?xml version="1.0" encoding="UTF-8" standalone="yes"?>
<Relationships xmlns="http://schemas.openxmlformats.org/package/2006/relationships"><Relationship Id="rId3" Type="http://schemas.openxmlformats.org/officeDocument/2006/relationships/image" Target="../media/image264.sv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267.svg"/><Relationship Id="rId5" Type="http://schemas.openxmlformats.org/officeDocument/2006/relationships/image" Target="../media/image266.svg"/><Relationship Id="rId4" Type="http://schemas.openxmlformats.org/officeDocument/2006/relationships/image" Target="../media/image265.svg"/></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microsoft.com/office/2018/10/relationships/comments" Target="../comments/modernComment_7FFFDDB4_40C0012.xml"/><Relationship Id="rId2" Type="http://schemas.openxmlformats.org/officeDocument/2006/relationships/notesSlide" Target="../notesSlides/notesSlide21.xml"/><Relationship Id="rId1" Type="http://schemas.openxmlformats.org/officeDocument/2006/relationships/slideLayout" Target="../slideLayouts/slideLayout36.xml"/><Relationship Id="rId5" Type="http://schemas.openxmlformats.org/officeDocument/2006/relationships/image" Target="../media/image6.svg"/><Relationship Id="rId4" Type="http://schemas.openxmlformats.org/officeDocument/2006/relationships/image" Target="../media/image268.svg"/></Relationships>
</file>

<file path=ppt/slides/_rels/slide5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2.xml"/><Relationship Id="rId1" Type="http://schemas.openxmlformats.org/officeDocument/2006/relationships/slideLayout" Target="../slideLayouts/slideLayout144.xml"/><Relationship Id="rId5" Type="http://schemas.openxmlformats.org/officeDocument/2006/relationships/image" Target="../media/image95.svg"/><Relationship Id="rId4" Type="http://schemas.openxmlformats.org/officeDocument/2006/relationships/image" Target="../media/image94.svg"/></Relationships>
</file>

<file path=ppt/slides/_rels/slide58.xml.rels><?xml version="1.0" encoding="UTF-8" standalone="yes"?>
<Relationships xmlns="http://schemas.openxmlformats.org/package/2006/relationships"><Relationship Id="rId3" Type="http://schemas.openxmlformats.org/officeDocument/2006/relationships/image" Target="../media/image270.svg"/><Relationship Id="rId2" Type="http://schemas.openxmlformats.org/officeDocument/2006/relationships/image" Target="../media/image269.svg"/><Relationship Id="rId1" Type="http://schemas.openxmlformats.org/officeDocument/2006/relationships/slideLayout" Target="../slideLayouts/slideLayout12.xml"/><Relationship Id="rId6" Type="http://schemas.openxmlformats.org/officeDocument/2006/relationships/image" Target="../media/image273.svg"/><Relationship Id="rId5" Type="http://schemas.openxmlformats.org/officeDocument/2006/relationships/image" Target="../media/image272.svg"/><Relationship Id="rId4" Type="http://schemas.openxmlformats.org/officeDocument/2006/relationships/image" Target="../media/image271.svg"/></Relationships>
</file>

<file path=ppt/slides/_rels/slide59.xml.rels><?xml version="1.0" encoding="UTF-8" standalone="yes"?>
<Relationships xmlns="http://schemas.openxmlformats.org/package/2006/relationships"><Relationship Id="rId8" Type="http://schemas.openxmlformats.org/officeDocument/2006/relationships/image" Target="../media/image279.svg"/><Relationship Id="rId3" Type="http://schemas.openxmlformats.org/officeDocument/2006/relationships/image" Target="../media/image274.svg"/><Relationship Id="rId7" Type="http://schemas.openxmlformats.org/officeDocument/2006/relationships/image" Target="../media/image278.svg"/><Relationship Id="rId2" Type="http://schemas.microsoft.com/office/2018/10/relationships/comments" Target="../comments/modernComment_7FFFDDC9_C957C615.xml"/><Relationship Id="rId1" Type="http://schemas.openxmlformats.org/officeDocument/2006/relationships/slideLayout" Target="../slideLayouts/slideLayout12.xml"/><Relationship Id="rId6" Type="http://schemas.openxmlformats.org/officeDocument/2006/relationships/image" Target="../media/image277.svg"/><Relationship Id="rId5" Type="http://schemas.openxmlformats.org/officeDocument/2006/relationships/image" Target="../media/image276.svg"/><Relationship Id="rId4" Type="http://schemas.openxmlformats.org/officeDocument/2006/relationships/image" Target="../media/image275.svg"/></Relationships>
</file>

<file path=ppt/slides/_rels/slide60.xml.rels><?xml version="1.0" encoding="UTF-8" standalone="yes"?>
<Relationships xmlns="http://schemas.openxmlformats.org/package/2006/relationships"><Relationship Id="rId3" Type="http://schemas.openxmlformats.org/officeDocument/2006/relationships/image" Target="../media/image280.svg"/><Relationship Id="rId7" Type="http://schemas.openxmlformats.org/officeDocument/2006/relationships/image" Target="../media/image284.svg"/><Relationship Id="rId2" Type="http://schemas.microsoft.com/office/2018/10/relationships/comments" Target="../comments/modernComment_7FFFDDCB_9A066B1F.xml"/><Relationship Id="rId1" Type="http://schemas.openxmlformats.org/officeDocument/2006/relationships/slideLayout" Target="../slideLayouts/slideLayout12.xml"/><Relationship Id="rId6" Type="http://schemas.openxmlformats.org/officeDocument/2006/relationships/image" Target="../media/image283.svg"/><Relationship Id="rId5" Type="http://schemas.openxmlformats.org/officeDocument/2006/relationships/image" Target="../media/image282.svg"/><Relationship Id="rId4" Type="http://schemas.openxmlformats.org/officeDocument/2006/relationships/image" Target="../media/image281.sv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286.svg"/><Relationship Id="rId2" Type="http://schemas.openxmlformats.org/officeDocument/2006/relationships/image" Target="../media/image285.svg"/><Relationship Id="rId1" Type="http://schemas.openxmlformats.org/officeDocument/2006/relationships/slideLayout" Target="../slideLayouts/slideLayout12.xml"/><Relationship Id="rId5" Type="http://schemas.openxmlformats.org/officeDocument/2006/relationships/image" Target="../media/image288.svg"/><Relationship Id="rId4" Type="http://schemas.openxmlformats.org/officeDocument/2006/relationships/image" Target="../media/image287.svg"/></Relationships>
</file>

<file path=ppt/slides/_rels/slide63.xml.rels><?xml version="1.0" encoding="UTF-8" standalone="yes"?>
<Relationships xmlns="http://schemas.openxmlformats.org/package/2006/relationships"><Relationship Id="rId8" Type="http://schemas.openxmlformats.org/officeDocument/2006/relationships/image" Target="../media/image295.svg"/><Relationship Id="rId3" Type="http://schemas.openxmlformats.org/officeDocument/2006/relationships/image" Target="../media/image290.svg"/><Relationship Id="rId7" Type="http://schemas.openxmlformats.org/officeDocument/2006/relationships/image" Target="../media/image294.svg"/><Relationship Id="rId2" Type="http://schemas.openxmlformats.org/officeDocument/2006/relationships/image" Target="../media/image289.svg"/><Relationship Id="rId1" Type="http://schemas.openxmlformats.org/officeDocument/2006/relationships/slideLayout" Target="../slideLayouts/slideLayout12.xml"/><Relationship Id="rId6" Type="http://schemas.openxmlformats.org/officeDocument/2006/relationships/image" Target="../media/image293.svg"/><Relationship Id="rId5" Type="http://schemas.openxmlformats.org/officeDocument/2006/relationships/image" Target="../media/image292.svg"/><Relationship Id="rId4" Type="http://schemas.openxmlformats.org/officeDocument/2006/relationships/image" Target="../media/image291.svg"/><Relationship Id="rId9" Type="http://schemas.openxmlformats.org/officeDocument/2006/relationships/image" Target="../media/image296.svg"/></Relationships>
</file>

<file path=ppt/slides/_rels/slide6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299.svg"/><Relationship Id="rId5" Type="http://schemas.openxmlformats.org/officeDocument/2006/relationships/image" Target="../media/image298.svg"/><Relationship Id="rId4" Type="http://schemas.openxmlformats.org/officeDocument/2006/relationships/image" Target="../media/image297.svg"/></Relationships>
</file>

<file path=ppt/slides/_rels/slide65.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24.xml"/><Relationship Id="rId1" Type="http://schemas.openxmlformats.org/officeDocument/2006/relationships/slideLayout" Target="../slideLayouts/slideLayout82.xml"/></Relationships>
</file>

<file path=ppt/slides/_rels/slide66.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25.xml"/><Relationship Id="rId1" Type="http://schemas.openxmlformats.org/officeDocument/2006/relationships/slideLayout" Target="../slideLayouts/slideLayout82.xml"/></Relationships>
</file>

<file path=ppt/slides/_rels/slide67.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26.xml"/><Relationship Id="rId1" Type="http://schemas.openxmlformats.org/officeDocument/2006/relationships/slideLayout" Target="../slideLayouts/slideLayout81.xml"/><Relationship Id="rId4" Type="http://schemas.openxmlformats.org/officeDocument/2006/relationships/image" Target="../media/image301.png"/></Relationships>
</file>

<file path=ppt/slides/_rels/slide68.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8" Type="http://schemas.openxmlformats.org/officeDocument/2006/relationships/image" Target="../media/image307.svg"/><Relationship Id="rId13" Type="http://schemas.openxmlformats.org/officeDocument/2006/relationships/image" Target="../media/image312.png"/><Relationship Id="rId18" Type="http://schemas.openxmlformats.org/officeDocument/2006/relationships/image" Target="../media/image317.svg"/><Relationship Id="rId3" Type="http://schemas.openxmlformats.org/officeDocument/2006/relationships/image" Target="../media/image302.png"/><Relationship Id="rId21" Type="http://schemas.openxmlformats.org/officeDocument/2006/relationships/image" Target="../media/image320.svg"/><Relationship Id="rId7" Type="http://schemas.openxmlformats.org/officeDocument/2006/relationships/image" Target="../media/image306.svg"/><Relationship Id="rId12" Type="http://schemas.openxmlformats.org/officeDocument/2006/relationships/image" Target="../media/image311.png"/><Relationship Id="rId17" Type="http://schemas.openxmlformats.org/officeDocument/2006/relationships/image" Target="../media/image316.svg"/><Relationship Id="rId2" Type="http://schemas.openxmlformats.org/officeDocument/2006/relationships/notesSlide" Target="../notesSlides/notesSlide29.xml"/><Relationship Id="rId16" Type="http://schemas.openxmlformats.org/officeDocument/2006/relationships/image" Target="../media/image315.svg"/><Relationship Id="rId20" Type="http://schemas.openxmlformats.org/officeDocument/2006/relationships/image" Target="../media/image319.svg"/><Relationship Id="rId1" Type="http://schemas.openxmlformats.org/officeDocument/2006/relationships/slideLayout" Target="../slideLayouts/slideLayout134.xml"/><Relationship Id="rId6" Type="http://schemas.openxmlformats.org/officeDocument/2006/relationships/image" Target="../media/image305.svg"/><Relationship Id="rId11" Type="http://schemas.openxmlformats.org/officeDocument/2006/relationships/image" Target="../media/image310.png"/><Relationship Id="rId5" Type="http://schemas.openxmlformats.org/officeDocument/2006/relationships/image" Target="../media/image304.svg"/><Relationship Id="rId15" Type="http://schemas.openxmlformats.org/officeDocument/2006/relationships/image" Target="../media/image314.svg"/><Relationship Id="rId23" Type="http://schemas.openxmlformats.org/officeDocument/2006/relationships/image" Target="../media/image6.svg"/><Relationship Id="rId10" Type="http://schemas.openxmlformats.org/officeDocument/2006/relationships/image" Target="../media/image309.png"/><Relationship Id="rId19" Type="http://schemas.openxmlformats.org/officeDocument/2006/relationships/image" Target="../media/image318.svg"/><Relationship Id="rId4" Type="http://schemas.openxmlformats.org/officeDocument/2006/relationships/image" Target="../media/image303.svg"/><Relationship Id="rId9" Type="http://schemas.openxmlformats.org/officeDocument/2006/relationships/image" Target="../media/image308.svg"/><Relationship Id="rId14" Type="http://schemas.openxmlformats.org/officeDocument/2006/relationships/image" Target="../media/image313.svg"/><Relationship Id="rId22" Type="http://schemas.openxmlformats.org/officeDocument/2006/relationships/image" Target="../media/image321.svg"/></Relationships>
</file>

<file path=ppt/slides/_rels/slide71.xml.rels><?xml version="1.0" encoding="UTF-8" standalone="yes"?>
<Relationships xmlns="http://schemas.openxmlformats.org/package/2006/relationships"><Relationship Id="rId3" Type="http://schemas.openxmlformats.org/officeDocument/2006/relationships/image" Target="../media/image323.svg"/><Relationship Id="rId7" Type="http://schemas.openxmlformats.org/officeDocument/2006/relationships/image" Target="../media/image327.svg"/><Relationship Id="rId2" Type="http://schemas.openxmlformats.org/officeDocument/2006/relationships/image" Target="../media/image322.svg"/><Relationship Id="rId1" Type="http://schemas.openxmlformats.org/officeDocument/2006/relationships/slideLayout" Target="../slideLayouts/slideLayout12.xml"/><Relationship Id="rId6" Type="http://schemas.openxmlformats.org/officeDocument/2006/relationships/image" Target="../media/image326.svg"/><Relationship Id="rId5" Type="http://schemas.openxmlformats.org/officeDocument/2006/relationships/image" Target="../media/image325.svg"/><Relationship Id="rId4" Type="http://schemas.openxmlformats.org/officeDocument/2006/relationships/image" Target="../media/image324.svg"/></Relationships>
</file>

<file path=ppt/slides/_rels/slide72.xml.rels><?xml version="1.0" encoding="UTF-8" standalone="yes"?>
<Relationships xmlns="http://schemas.openxmlformats.org/package/2006/relationships"><Relationship Id="rId8" Type="http://schemas.openxmlformats.org/officeDocument/2006/relationships/image" Target="../media/image333.svg"/><Relationship Id="rId3" Type="http://schemas.openxmlformats.org/officeDocument/2006/relationships/image" Target="../media/image328.svg"/><Relationship Id="rId7" Type="http://schemas.openxmlformats.org/officeDocument/2006/relationships/image" Target="../media/image332.sv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331.svg"/><Relationship Id="rId5" Type="http://schemas.openxmlformats.org/officeDocument/2006/relationships/image" Target="../media/image330.svg"/><Relationship Id="rId4" Type="http://schemas.openxmlformats.org/officeDocument/2006/relationships/image" Target="../media/image329.svg"/></Relationships>
</file>

<file path=ppt/slides/_rels/slide73.xml.rels><?xml version="1.0" encoding="UTF-8" standalone="yes"?>
<Relationships xmlns="http://schemas.openxmlformats.org/package/2006/relationships"><Relationship Id="rId3" Type="http://schemas.openxmlformats.org/officeDocument/2006/relationships/image" Target="../media/image334.svg"/><Relationship Id="rId7" Type="http://schemas.openxmlformats.org/officeDocument/2006/relationships/image" Target="../media/image338.sv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337.svg"/><Relationship Id="rId5" Type="http://schemas.openxmlformats.org/officeDocument/2006/relationships/image" Target="../media/image336.svg"/><Relationship Id="rId4" Type="http://schemas.openxmlformats.org/officeDocument/2006/relationships/image" Target="../media/image33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7BFE4-D4E7-ECEC-2A29-50849500268A}"/>
              </a:ext>
            </a:extLst>
          </p:cNvPr>
          <p:cNvSpPr>
            <a:spLocks noGrp="1"/>
          </p:cNvSpPr>
          <p:nvPr>
            <p:ph type="ctrTitle"/>
          </p:nvPr>
        </p:nvSpPr>
        <p:spPr>
          <a:xfrm>
            <a:off x="463296" y="3892226"/>
            <a:ext cx="5887453" cy="1828800"/>
          </a:xfrm>
        </p:spPr>
        <p:txBody>
          <a:bodyPr>
            <a:normAutofit/>
          </a:bodyPr>
          <a:lstStyle/>
          <a:p>
            <a:r>
              <a:rPr lang="en-US">
                <a:latin typeface="Montserrat Light"/>
              </a:rPr>
              <a:t>Syren Overview / Capabilities</a:t>
            </a:r>
            <a:endParaRPr lang="en-US"/>
          </a:p>
        </p:txBody>
      </p:sp>
      <p:sp>
        <p:nvSpPr>
          <p:cNvPr id="4" name="Text Placeholder 3">
            <a:extLst>
              <a:ext uri="{FF2B5EF4-FFF2-40B4-BE49-F238E27FC236}">
                <a16:creationId xmlns:a16="http://schemas.microsoft.com/office/drawing/2014/main" id="{612E2AB5-38B2-A6BA-F426-6FBFD9488403}"/>
              </a:ext>
            </a:extLst>
          </p:cNvPr>
          <p:cNvSpPr>
            <a:spLocks noGrp="1"/>
          </p:cNvSpPr>
          <p:nvPr>
            <p:ph type="body" sz="quarter" idx="10"/>
          </p:nvPr>
        </p:nvSpPr>
        <p:spPr/>
        <p:txBody>
          <a:bodyPr/>
          <a:lstStyle/>
          <a:p>
            <a:r>
              <a:rPr lang="en-US"/>
              <a:t>2026</a:t>
            </a:r>
          </a:p>
        </p:txBody>
      </p:sp>
    </p:spTree>
    <p:extLst>
      <p:ext uri="{BB962C8B-B14F-4D97-AF65-F5344CB8AC3E}">
        <p14:creationId xmlns:p14="http://schemas.microsoft.com/office/powerpoint/2010/main" val="1236774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74556-BAB1-950A-F33F-AD76453417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AF0BC-708B-ED34-BAEF-186F1F97A547}"/>
              </a:ext>
            </a:extLst>
          </p:cNvPr>
          <p:cNvSpPr>
            <a:spLocks noGrp="1"/>
          </p:cNvSpPr>
          <p:nvPr>
            <p:ph type="title"/>
          </p:nvPr>
        </p:nvSpPr>
        <p:spPr>
          <a:xfrm>
            <a:off x="381000" y="342899"/>
            <a:ext cx="10515600" cy="553993"/>
          </a:xfrm>
        </p:spPr>
        <p:txBody>
          <a:bodyPr anchor="t">
            <a:normAutofit/>
          </a:bodyPr>
          <a:lstStyle/>
          <a:p>
            <a:r>
              <a:rPr lang="en-US"/>
              <a:t>Company Snapshot</a:t>
            </a:r>
          </a:p>
        </p:txBody>
      </p:sp>
      <p:sp>
        <p:nvSpPr>
          <p:cNvPr id="14" name="Date Placeholder 4">
            <a:extLst>
              <a:ext uri="{FF2B5EF4-FFF2-40B4-BE49-F238E27FC236}">
                <a16:creationId xmlns:a16="http://schemas.microsoft.com/office/drawing/2014/main" id="{AEBD1793-2BB9-0C45-8DDD-8465D98FA3EA}"/>
              </a:ext>
            </a:extLst>
          </p:cNvPr>
          <p:cNvSpPr>
            <a:spLocks noGrp="1"/>
          </p:cNvSpPr>
          <p:nvPr>
            <p:ph type="dt" sz="half" idx="2"/>
          </p:nvPr>
        </p:nvSpPr>
        <p:spPr>
          <a:xfrm>
            <a:off x="857250" y="6540407"/>
            <a:ext cx="2743200" cy="206375"/>
          </a:xfrm>
        </p:spPr>
        <p:txBody>
          <a:bodyPr/>
          <a:lstStyle/>
          <a:p>
            <a:pPr lvl="0"/>
            <a:r>
              <a:rPr lang="en-US" noProof="0"/>
              <a:t>© SYREN CLOUD INC – 2026 – ALL RIGHTS RESERVED</a:t>
            </a:r>
          </a:p>
        </p:txBody>
      </p:sp>
      <p:sp>
        <p:nvSpPr>
          <p:cNvPr id="12" name="TextBox 11">
            <a:extLst>
              <a:ext uri="{FF2B5EF4-FFF2-40B4-BE49-F238E27FC236}">
                <a16:creationId xmlns:a16="http://schemas.microsoft.com/office/drawing/2014/main" id="{AA42D820-726E-DF70-34E1-4AE73C12E803}"/>
              </a:ext>
            </a:extLst>
          </p:cNvPr>
          <p:cNvSpPr txBox="1"/>
          <p:nvPr/>
        </p:nvSpPr>
        <p:spPr>
          <a:xfrm>
            <a:off x="459884" y="1002114"/>
            <a:ext cx="11419754" cy="646331"/>
          </a:xfrm>
          <a:prstGeom prst="rect">
            <a:avLst/>
          </a:prstGeom>
          <a:noFill/>
        </p:spPr>
        <p:txBody>
          <a:bodyPr wrap="square" lIns="91440" tIns="45720" rIns="91440" bIns="45720" anchor="ctr">
            <a:spAutoFit/>
          </a:bodyPr>
          <a:lstStyle/>
          <a:p>
            <a:pPr>
              <a:defRPr/>
            </a:pPr>
            <a:r>
              <a:rPr kumimoji="0" lang="en-GB" sz="1200" b="0" i="0" u="none" strike="noStrike" kern="1200" cap="none" spc="0" normalizeH="0" baseline="0" noProof="0">
                <a:ln>
                  <a:noFill/>
                </a:ln>
                <a:solidFill>
                  <a:srgbClr val="000000"/>
                </a:solidFill>
                <a:effectLst/>
                <a:uLnTx/>
                <a:uFillTx/>
                <a:latin typeface="Montserrat Light"/>
                <a:ea typeface="+mn-lt"/>
                <a:cs typeface="+mn-lt"/>
              </a:rPr>
              <a:t>Syren is a Data and AI transformation partner </a:t>
            </a:r>
            <a:r>
              <a:rPr lang="en-GB" sz="1200">
                <a:solidFill>
                  <a:srgbClr val="000000"/>
                </a:solidFill>
                <a:latin typeface="Montserrat Light"/>
                <a:ea typeface="+mn-lt"/>
                <a:cs typeface="+mn-lt"/>
              </a:rPr>
              <a:t>that helps </a:t>
            </a:r>
            <a:r>
              <a:rPr kumimoji="0" lang="en-GB" sz="1200" b="0" i="0" u="none" strike="noStrike" kern="1200" cap="none" spc="0" normalizeH="0" baseline="0" noProof="0">
                <a:ln>
                  <a:noFill/>
                </a:ln>
                <a:solidFill>
                  <a:srgbClr val="000000"/>
                </a:solidFill>
                <a:effectLst/>
                <a:uLnTx/>
                <a:uFillTx/>
                <a:latin typeface="Montserrat Light"/>
                <a:ea typeface="+mn-lt"/>
                <a:cs typeface="+mn-lt"/>
              </a:rPr>
              <a:t>enterprises modernize data </a:t>
            </a:r>
            <a:r>
              <a:rPr lang="en-GB" sz="1200">
                <a:solidFill>
                  <a:srgbClr val="000000"/>
                </a:solidFill>
                <a:latin typeface="Montserrat Light"/>
                <a:ea typeface="+mn-lt"/>
                <a:cs typeface="+mn-lt"/>
              </a:rPr>
              <a:t>platforms</a:t>
            </a:r>
            <a:r>
              <a:rPr kumimoji="0" lang="en-GB" sz="1200" b="0" i="0" u="none" strike="noStrike" kern="1200" cap="none" spc="0" normalizeH="0" baseline="0" noProof="0">
                <a:ln>
                  <a:noFill/>
                </a:ln>
                <a:solidFill>
                  <a:srgbClr val="000000"/>
                </a:solidFill>
                <a:effectLst/>
                <a:uLnTx/>
                <a:uFillTx/>
                <a:latin typeface="Montserrat Light"/>
                <a:ea typeface="+mn-lt"/>
                <a:cs typeface="+mn-lt"/>
              </a:rPr>
              <a:t>, operationalize AI, and </a:t>
            </a:r>
            <a:r>
              <a:rPr lang="en-GB" sz="1200">
                <a:solidFill>
                  <a:srgbClr val="000000"/>
                </a:solidFill>
                <a:latin typeface="Montserrat Light"/>
                <a:ea typeface="+mn-lt"/>
                <a:cs typeface="+mn-lt"/>
              </a:rPr>
              <a:t>drive smarter decisions across </a:t>
            </a:r>
            <a:r>
              <a:rPr kumimoji="0" lang="en-GB" sz="1200" b="0" i="0" u="none" strike="noStrike" kern="1200" cap="none" spc="0" normalizeH="0" baseline="0" noProof="0">
                <a:ln>
                  <a:noFill/>
                </a:ln>
                <a:solidFill>
                  <a:srgbClr val="000000"/>
                </a:solidFill>
                <a:effectLst/>
                <a:uLnTx/>
                <a:uFillTx/>
                <a:latin typeface="Montserrat Light"/>
                <a:ea typeface="+mn-lt"/>
                <a:cs typeface="+mn-lt"/>
              </a:rPr>
              <a:t>supply chain, analytics, and business operations. </a:t>
            </a:r>
            <a:r>
              <a:rPr lang="en-GB" sz="1200">
                <a:solidFill>
                  <a:srgbClr val="000000"/>
                </a:solidFill>
                <a:latin typeface="Montserrat Light"/>
                <a:ea typeface="+mn-lt"/>
                <a:cs typeface="+mn-lt"/>
              </a:rPr>
              <a:t>We turn fragmented </a:t>
            </a:r>
            <a:r>
              <a:rPr kumimoji="0" lang="en-GB" sz="1200" b="0" i="0" u="none" strike="noStrike" kern="1200" cap="none" spc="0" normalizeH="0" baseline="0" noProof="0">
                <a:ln>
                  <a:noFill/>
                </a:ln>
                <a:solidFill>
                  <a:srgbClr val="000000"/>
                </a:solidFill>
                <a:effectLst/>
                <a:uLnTx/>
                <a:uFillTx/>
                <a:latin typeface="Montserrat Light"/>
                <a:ea typeface="+mn-lt"/>
                <a:cs typeface="+mn-lt"/>
              </a:rPr>
              <a:t>data into scalable, AI-ready </a:t>
            </a:r>
            <a:r>
              <a:rPr lang="en-GB" sz="1200">
                <a:solidFill>
                  <a:srgbClr val="000000"/>
                </a:solidFill>
                <a:latin typeface="Montserrat Light"/>
                <a:ea typeface="+mn-lt"/>
                <a:cs typeface="+mn-lt"/>
              </a:rPr>
              <a:t>solutions </a:t>
            </a:r>
            <a:r>
              <a:rPr kumimoji="0" lang="en-GB" sz="1200" b="0" i="0" u="none" strike="noStrike" kern="1200" cap="none" spc="0" normalizeH="0" baseline="0" noProof="0">
                <a:ln>
                  <a:noFill/>
                </a:ln>
                <a:solidFill>
                  <a:srgbClr val="000000"/>
                </a:solidFill>
                <a:effectLst/>
                <a:uLnTx/>
                <a:uFillTx/>
                <a:latin typeface="Montserrat Light"/>
                <a:ea typeface="+mn-lt"/>
                <a:cs typeface="+mn-lt"/>
              </a:rPr>
              <a:t>that improve visibility, </a:t>
            </a:r>
            <a:r>
              <a:rPr lang="en-GB" sz="1200">
                <a:solidFill>
                  <a:srgbClr val="000000"/>
                </a:solidFill>
                <a:latin typeface="Montserrat Light"/>
                <a:ea typeface="+mn-lt"/>
                <a:cs typeface="+mn-lt"/>
              </a:rPr>
              <a:t>accelerate decisions</a:t>
            </a:r>
            <a:r>
              <a:rPr kumimoji="0" lang="en-GB" sz="1200" b="0" i="0" u="none" strike="noStrike" kern="1200" cap="none" spc="0" normalizeH="0" baseline="0" noProof="0">
                <a:ln>
                  <a:noFill/>
                </a:ln>
                <a:solidFill>
                  <a:srgbClr val="000000"/>
                </a:solidFill>
                <a:effectLst/>
                <a:uLnTx/>
                <a:uFillTx/>
                <a:latin typeface="Montserrat Light"/>
                <a:ea typeface="+mn-lt"/>
                <a:cs typeface="+mn-lt"/>
              </a:rPr>
              <a:t>, and </a:t>
            </a:r>
            <a:r>
              <a:rPr lang="en-GB" sz="1200">
                <a:solidFill>
                  <a:srgbClr val="000000"/>
                </a:solidFill>
                <a:latin typeface="Montserrat Light"/>
                <a:ea typeface="+mn-lt"/>
                <a:cs typeface="+mn-lt"/>
              </a:rPr>
              <a:t>enhance business performance</a:t>
            </a:r>
            <a:r>
              <a:rPr kumimoji="0" lang="en-GB" sz="1200" b="0" i="0" u="none" strike="noStrike" kern="1200" cap="none" spc="0" normalizeH="0" baseline="0" noProof="0">
                <a:ln>
                  <a:noFill/>
                </a:ln>
                <a:solidFill>
                  <a:srgbClr val="000000"/>
                </a:solidFill>
                <a:effectLst/>
                <a:uLnTx/>
                <a:uFillTx/>
                <a:latin typeface="Montserrat Light"/>
                <a:ea typeface="+mn-lt"/>
                <a:cs typeface="+mn-lt"/>
              </a:rPr>
              <a:t>.</a:t>
            </a:r>
            <a:endParaRPr lang="en-GB" sz="1200"/>
          </a:p>
        </p:txBody>
      </p:sp>
      <p:sp>
        <p:nvSpPr>
          <p:cNvPr id="38" name="TextBox 37">
            <a:extLst>
              <a:ext uri="{FF2B5EF4-FFF2-40B4-BE49-F238E27FC236}">
                <a16:creationId xmlns:a16="http://schemas.microsoft.com/office/drawing/2014/main" id="{31B102E6-6394-14B4-CA78-81F884F07549}"/>
              </a:ext>
            </a:extLst>
          </p:cNvPr>
          <p:cNvSpPr txBox="1"/>
          <p:nvPr/>
        </p:nvSpPr>
        <p:spPr>
          <a:xfrm>
            <a:off x="3765757" y="1911496"/>
            <a:ext cx="2438223" cy="307777"/>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400" b="1" i="0" strike="noStrike" kern="1200" cap="none" spc="0" normalizeH="0" baseline="0" noProof="0">
                <a:ln>
                  <a:noFill/>
                </a:ln>
                <a:solidFill>
                  <a:srgbClr val="000000"/>
                </a:solidFill>
                <a:effectLst/>
                <a:uLnTx/>
                <a:uFillTx/>
                <a:latin typeface="Montserrat"/>
                <a:ea typeface="+mn-ea"/>
                <a:cs typeface="Segoe UI"/>
              </a:rPr>
              <a:t>Our Clientele</a:t>
            </a:r>
          </a:p>
        </p:txBody>
      </p:sp>
      <p:grpSp>
        <p:nvGrpSpPr>
          <p:cNvPr id="81" name="Group 80">
            <a:extLst>
              <a:ext uri="{FF2B5EF4-FFF2-40B4-BE49-F238E27FC236}">
                <a16:creationId xmlns:a16="http://schemas.microsoft.com/office/drawing/2014/main" id="{4DBFC699-BFEF-E192-177F-0208901633AE}"/>
              </a:ext>
            </a:extLst>
          </p:cNvPr>
          <p:cNvGrpSpPr/>
          <p:nvPr/>
        </p:nvGrpSpPr>
        <p:grpSpPr>
          <a:xfrm>
            <a:off x="1445520" y="5768049"/>
            <a:ext cx="1990129" cy="778188"/>
            <a:chOff x="2017801" y="5668775"/>
            <a:chExt cx="1990129" cy="778188"/>
          </a:xfrm>
        </p:grpSpPr>
        <p:sp>
          <p:nvSpPr>
            <p:cNvPr id="82" name="TextBox 81">
              <a:extLst>
                <a:ext uri="{FF2B5EF4-FFF2-40B4-BE49-F238E27FC236}">
                  <a16:creationId xmlns:a16="http://schemas.microsoft.com/office/drawing/2014/main" id="{EC7315B5-8D9A-C4EC-52CF-2BD9BDF2C3A4}"/>
                </a:ext>
              </a:extLst>
            </p:cNvPr>
            <p:cNvSpPr txBox="1"/>
            <p:nvPr/>
          </p:nvSpPr>
          <p:spPr>
            <a:xfrm>
              <a:off x="2017801" y="6046853"/>
              <a:ext cx="1990129" cy="400110"/>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1800"/>
                </a:spcBef>
                <a:spcAft>
                  <a:spcPts val="0"/>
                </a:spcAft>
                <a:buClr>
                  <a:srgbClr val="F64F18"/>
                </a:buClr>
                <a:buSzTx/>
                <a:buFontTx/>
                <a:buNone/>
                <a:tabLst/>
                <a:defRPr/>
              </a:pPr>
              <a:r>
                <a:rPr kumimoji="0" lang="it-IT" sz="1000" b="0" i="0" u="none" strike="noStrike" kern="1200" cap="none" spc="0" normalizeH="0" baseline="0" noProof="0">
                  <a:ln>
                    <a:noFill/>
                  </a:ln>
                  <a:solidFill>
                    <a:srgbClr val="000000"/>
                  </a:solidFill>
                  <a:effectLst/>
                  <a:uLnTx/>
                  <a:uFillTx/>
                  <a:latin typeface="Montserrat"/>
                  <a:ea typeface="+mn-ea"/>
                  <a:cs typeface="+mn-cs"/>
                </a:rPr>
                <a:t>Supply Chain Accelerators &amp; Solutions</a:t>
              </a:r>
              <a:endParaRPr kumimoji="0" lang="it-IT" sz="1000" b="0" i="0" u="none" strike="noStrike" kern="1200" cap="none" spc="0" normalizeH="0" baseline="0" noProof="0">
                <a:ln>
                  <a:noFill/>
                </a:ln>
                <a:solidFill>
                  <a:srgbClr val="000000"/>
                </a:solidFill>
                <a:effectLst/>
                <a:uLnTx/>
                <a:uFillTx/>
                <a:latin typeface="Montserrat" pitchFamily="2" charset="77"/>
                <a:ea typeface="+mn-ea"/>
                <a:cs typeface="+mn-cs"/>
              </a:endParaRPr>
            </a:p>
          </p:txBody>
        </p:sp>
        <p:pic>
          <p:nvPicPr>
            <p:cNvPr id="83" name="Graphic 82">
              <a:extLst>
                <a:ext uri="{FF2B5EF4-FFF2-40B4-BE49-F238E27FC236}">
                  <a16:creationId xmlns:a16="http://schemas.microsoft.com/office/drawing/2014/main" id="{1DB7464F-65C1-A1DC-A9C6-F82D3D013F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29985" y="5668775"/>
              <a:ext cx="365760" cy="365760"/>
            </a:xfrm>
            <a:prstGeom prst="rect">
              <a:avLst/>
            </a:prstGeom>
          </p:spPr>
        </p:pic>
      </p:grpSp>
      <p:grpSp>
        <p:nvGrpSpPr>
          <p:cNvPr id="84" name="Group 83">
            <a:extLst>
              <a:ext uri="{FF2B5EF4-FFF2-40B4-BE49-F238E27FC236}">
                <a16:creationId xmlns:a16="http://schemas.microsoft.com/office/drawing/2014/main" id="{B564A096-AB19-0E2E-0BF3-46E430701DE2}"/>
              </a:ext>
            </a:extLst>
          </p:cNvPr>
          <p:cNvGrpSpPr/>
          <p:nvPr/>
        </p:nvGrpSpPr>
        <p:grpSpPr>
          <a:xfrm>
            <a:off x="3532636" y="5768049"/>
            <a:ext cx="1785177" cy="778188"/>
            <a:chOff x="4058146" y="5668775"/>
            <a:chExt cx="1785177" cy="778188"/>
          </a:xfrm>
        </p:grpSpPr>
        <p:sp>
          <p:nvSpPr>
            <p:cNvPr id="85" name="TextBox 84">
              <a:extLst>
                <a:ext uri="{FF2B5EF4-FFF2-40B4-BE49-F238E27FC236}">
                  <a16:creationId xmlns:a16="http://schemas.microsoft.com/office/drawing/2014/main" id="{04D09EB9-B849-247F-CCF2-F24FCF6868E4}"/>
                </a:ext>
              </a:extLst>
            </p:cNvPr>
            <p:cNvSpPr txBox="1"/>
            <p:nvPr/>
          </p:nvSpPr>
          <p:spPr>
            <a:xfrm>
              <a:off x="4058146" y="6046853"/>
              <a:ext cx="1785177" cy="400110"/>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1800"/>
                </a:spcBef>
                <a:spcAft>
                  <a:spcPts val="0"/>
                </a:spcAft>
                <a:buClr>
                  <a:srgbClr val="F64F18"/>
                </a:buClr>
                <a:buSzTx/>
                <a:buFontTx/>
                <a:buNone/>
                <a:tabLst/>
                <a:defRPr/>
              </a:pPr>
              <a:r>
                <a:rPr kumimoji="0" lang="it-IT" sz="1000" b="0" i="0" u="none" strike="noStrike" kern="1200" cap="none" spc="0" normalizeH="0" baseline="0" noProof="0">
                  <a:ln>
                    <a:noFill/>
                  </a:ln>
                  <a:solidFill>
                    <a:srgbClr val="000000"/>
                  </a:solidFill>
                  <a:effectLst/>
                  <a:uLnTx/>
                  <a:uFillTx/>
                  <a:latin typeface="Montserrat"/>
                  <a:ea typeface="+mn-ea"/>
                  <a:cs typeface="+mn-cs"/>
                </a:rPr>
                <a:t>Retail &amp; Commercial Solutions</a:t>
              </a:r>
            </a:p>
          </p:txBody>
        </p:sp>
        <p:pic>
          <p:nvPicPr>
            <p:cNvPr id="93" name="Graphic 92">
              <a:extLst>
                <a:ext uri="{FF2B5EF4-FFF2-40B4-BE49-F238E27FC236}">
                  <a16:creationId xmlns:a16="http://schemas.microsoft.com/office/drawing/2014/main" id="{796819E0-66FD-A61F-C068-91762ACE245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67855" y="5668775"/>
              <a:ext cx="365760" cy="365760"/>
            </a:xfrm>
            <a:prstGeom prst="rect">
              <a:avLst/>
            </a:prstGeom>
          </p:spPr>
        </p:pic>
      </p:grpSp>
      <p:grpSp>
        <p:nvGrpSpPr>
          <p:cNvPr id="94" name="Group 93">
            <a:extLst>
              <a:ext uri="{FF2B5EF4-FFF2-40B4-BE49-F238E27FC236}">
                <a16:creationId xmlns:a16="http://schemas.microsoft.com/office/drawing/2014/main" id="{689A1B49-28BD-1A93-0AAD-B06CE913796E}"/>
              </a:ext>
            </a:extLst>
          </p:cNvPr>
          <p:cNvGrpSpPr/>
          <p:nvPr/>
        </p:nvGrpSpPr>
        <p:grpSpPr>
          <a:xfrm>
            <a:off x="5414800" y="5768049"/>
            <a:ext cx="1945775" cy="778188"/>
            <a:chOff x="5871310" y="5668775"/>
            <a:chExt cx="1945775" cy="778188"/>
          </a:xfrm>
        </p:grpSpPr>
        <p:sp>
          <p:nvSpPr>
            <p:cNvPr id="95" name="TextBox 94">
              <a:extLst>
                <a:ext uri="{FF2B5EF4-FFF2-40B4-BE49-F238E27FC236}">
                  <a16:creationId xmlns:a16="http://schemas.microsoft.com/office/drawing/2014/main" id="{DA8625CD-F1E6-E38E-7766-DFB82ACB47DF}"/>
                </a:ext>
              </a:extLst>
            </p:cNvPr>
            <p:cNvSpPr txBox="1"/>
            <p:nvPr/>
          </p:nvSpPr>
          <p:spPr>
            <a:xfrm>
              <a:off x="5871310" y="6046853"/>
              <a:ext cx="1945775" cy="400110"/>
            </a:xfrm>
            <a:prstGeom prst="rect">
              <a:avLst/>
            </a:prstGeom>
            <a:noFill/>
          </p:spPr>
          <p:txBody>
            <a:bodyPr wrap="square" lIns="91440" tIns="45720" rIns="91440" bIns="45720" anchor="t">
              <a:spAutoFit/>
            </a:bodyPr>
            <a:lstStyle/>
            <a:p>
              <a:pPr marR="0" lvl="0" indent="0" algn="ctr" fontAlgn="auto">
                <a:lnSpc>
                  <a:spcPct val="100000"/>
                </a:lnSpc>
                <a:spcBef>
                  <a:spcPts val="1800"/>
                </a:spcBef>
                <a:spcAft>
                  <a:spcPts val="0"/>
                </a:spcAft>
                <a:buClr>
                  <a:srgbClr val="F64F18"/>
                </a:buClr>
                <a:buSzTx/>
                <a:buFontTx/>
                <a:buNone/>
                <a:tabLst/>
                <a:defRPr/>
              </a:pPr>
              <a:r>
                <a:rPr lang="it-IT" sz="1000">
                  <a:solidFill>
                    <a:srgbClr val="000000"/>
                  </a:solidFill>
                  <a:latin typeface="Montserrat"/>
                </a:rPr>
                <a:t>AI/ML &amp; Generative AI Services</a:t>
              </a:r>
              <a:endParaRPr lang="en-US" sz="1000">
                <a:solidFill>
                  <a:srgbClr val="000000"/>
                </a:solidFill>
                <a:latin typeface="Montserrat"/>
              </a:endParaRPr>
            </a:p>
          </p:txBody>
        </p:sp>
        <p:pic>
          <p:nvPicPr>
            <p:cNvPr id="96" name="Graphic 95">
              <a:extLst>
                <a:ext uri="{FF2B5EF4-FFF2-40B4-BE49-F238E27FC236}">
                  <a16:creationId xmlns:a16="http://schemas.microsoft.com/office/drawing/2014/main" id="{E70E7E5E-0281-33A9-22CA-A38E5B59C55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61319" y="5668775"/>
              <a:ext cx="365760" cy="365760"/>
            </a:xfrm>
            <a:prstGeom prst="rect">
              <a:avLst/>
            </a:prstGeom>
          </p:spPr>
        </p:pic>
      </p:grpSp>
      <p:grpSp>
        <p:nvGrpSpPr>
          <p:cNvPr id="97" name="Group 96">
            <a:extLst>
              <a:ext uri="{FF2B5EF4-FFF2-40B4-BE49-F238E27FC236}">
                <a16:creationId xmlns:a16="http://schemas.microsoft.com/office/drawing/2014/main" id="{C412CBDE-73D6-981F-A131-A4FFBC548363}"/>
              </a:ext>
            </a:extLst>
          </p:cNvPr>
          <p:cNvGrpSpPr/>
          <p:nvPr/>
        </p:nvGrpSpPr>
        <p:grpSpPr>
          <a:xfrm>
            <a:off x="9026683" y="5768049"/>
            <a:ext cx="1880381" cy="778188"/>
            <a:chOff x="9598964" y="5668775"/>
            <a:chExt cx="1880381" cy="778188"/>
          </a:xfrm>
        </p:grpSpPr>
        <p:sp>
          <p:nvSpPr>
            <p:cNvPr id="98" name="TextBox 97">
              <a:extLst>
                <a:ext uri="{FF2B5EF4-FFF2-40B4-BE49-F238E27FC236}">
                  <a16:creationId xmlns:a16="http://schemas.microsoft.com/office/drawing/2014/main" id="{F3F71802-8021-A4ED-4931-25353623C1B1}"/>
                </a:ext>
              </a:extLst>
            </p:cNvPr>
            <p:cNvSpPr txBox="1"/>
            <p:nvPr/>
          </p:nvSpPr>
          <p:spPr>
            <a:xfrm>
              <a:off x="9598964" y="6046853"/>
              <a:ext cx="1880381" cy="400110"/>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1800"/>
                </a:spcBef>
                <a:spcAft>
                  <a:spcPts val="0"/>
                </a:spcAft>
                <a:buClr>
                  <a:srgbClr val="F64F18"/>
                </a:buClr>
                <a:buSzTx/>
                <a:buFontTx/>
                <a:buNone/>
                <a:tabLst/>
                <a:defRPr/>
              </a:pPr>
              <a:r>
                <a:rPr kumimoji="0" lang="it-IT" sz="1000" b="0" i="0" u="none" strike="noStrike" kern="1200" cap="none" spc="0" normalizeH="0" baseline="0" noProof="0" err="1">
                  <a:ln>
                    <a:noFill/>
                  </a:ln>
                  <a:solidFill>
                    <a:srgbClr val="000000"/>
                  </a:solidFill>
                  <a:effectLst/>
                  <a:uLnTx/>
                  <a:uFillTx/>
                  <a:latin typeface="Montserrat"/>
                  <a:ea typeface="+mn-ea"/>
                  <a:cs typeface="+mn-cs"/>
                </a:rPr>
                <a:t>Databricks</a:t>
              </a:r>
              <a:r>
                <a:rPr kumimoji="0" lang="it-IT" sz="1000" b="0" i="0" u="none" strike="noStrike" kern="1200" cap="none" spc="0" normalizeH="0" baseline="0" noProof="0">
                  <a:ln>
                    <a:noFill/>
                  </a:ln>
                  <a:solidFill>
                    <a:srgbClr val="000000"/>
                  </a:solidFill>
                  <a:effectLst/>
                  <a:uLnTx/>
                  <a:uFillTx/>
                  <a:latin typeface="Montserrat"/>
                  <a:ea typeface="+mn-ea"/>
                  <a:cs typeface="+mn-cs"/>
                </a:rPr>
                <a:t> Native Accelerators</a:t>
              </a:r>
              <a:endParaRPr kumimoji="0" lang="en-US" sz="1800" b="0" i="0" u="none" strike="noStrike" kern="1200" cap="none" spc="0" normalizeH="0" baseline="0" noProof="0">
                <a:ln>
                  <a:noFill/>
                </a:ln>
                <a:solidFill>
                  <a:srgbClr val="000000"/>
                </a:solidFill>
                <a:effectLst/>
                <a:uLnTx/>
                <a:uFillTx/>
                <a:latin typeface="Montserrat"/>
                <a:ea typeface="+mn-ea"/>
                <a:cs typeface="+mn-cs"/>
              </a:endParaRPr>
            </a:p>
          </p:txBody>
        </p:sp>
        <p:pic>
          <p:nvPicPr>
            <p:cNvPr id="99" name="Graphic 98">
              <a:extLst>
                <a:ext uri="{FF2B5EF4-FFF2-40B4-BE49-F238E27FC236}">
                  <a16:creationId xmlns:a16="http://schemas.microsoft.com/office/drawing/2014/main" id="{D1051BB8-E6D2-ED83-7D3D-BF5E8679116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356274" y="5668775"/>
              <a:ext cx="365760" cy="365760"/>
            </a:xfrm>
            <a:prstGeom prst="rect">
              <a:avLst/>
            </a:prstGeom>
          </p:spPr>
        </p:pic>
      </p:grpSp>
      <p:grpSp>
        <p:nvGrpSpPr>
          <p:cNvPr id="100" name="Group 99">
            <a:extLst>
              <a:ext uri="{FF2B5EF4-FFF2-40B4-BE49-F238E27FC236}">
                <a16:creationId xmlns:a16="http://schemas.microsoft.com/office/drawing/2014/main" id="{449652B7-5348-B644-8805-A6F24872F9F8}"/>
              </a:ext>
            </a:extLst>
          </p:cNvPr>
          <p:cNvGrpSpPr/>
          <p:nvPr/>
        </p:nvGrpSpPr>
        <p:grpSpPr>
          <a:xfrm>
            <a:off x="7457561" y="5768049"/>
            <a:ext cx="1472135" cy="779357"/>
            <a:chOff x="7995950" y="5715075"/>
            <a:chExt cx="1472135" cy="779357"/>
          </a:xfrm>
        </p:grpSpPr>
        <p:sp>
          <p:nvSpPr>
            <p:cNvPr id="101" name="TextBox 100">
              <a:extLst>
                <a:ext uri="{FF2B5EF4-FFF2-40B4-BE49-F238E27FC236}">
                  <a16:creationId xmlns:a16="http://schemas.microsoft.com/office/drawing/2014/main" id="{2F4F5274-8F66-5304-E528-40E474205A3C}"/>
                </a:ext>
              </a:extLst>
            </p:cNvPr>
            <p:cNvSpPr txBox="1"/>
            <p:nvPr/>
          </p:nvSpPr>
          <p:spPr>
            <a:xfrm>
              <a:off x="7995950" y="6094322"/>
              <a:ext cx="1472135" cy="400110"/>
            </a:xfrm>
            <a:prstGeom prst="rect">
              <a:avLst/>
            </a:prstGeom>
            <a:noFill/>
          </p:spPr>
          <p:txBody>
            <a:bodyPr wrap="square" lIns="91440" tIns="45720" rIns="91440" bIns="45720" anchor="t">
              <a:spAutoFit/>
            </a:bodyPr>
            <a:lstStyle/>
            <a:p>
              <a:pPr algn="ctr">
                <a:spcBef>
                  <a:spcPts val="1800"/>
                </a:spcBef>
                <a:buClr>
                  <a:srgbClr val="F64F18"/>
                </a:buClr>
                <a:defRPr/>
              </a:pPr>
              <a:r>
                <a:rPr kumimoji="0" lang="it-IT" sz="1000" b="0" i="0" u="none" strike="noStrike" kern="1200" cap="none" spc="0" normalizeH="0" baseline="0" noProof="0">
                  <a:ln>
                    <a:noFill/>
                  </a:ln>
                  <a:solidFill>
                    <a:srgbClr val="000000"/>
                  </a:solidFill>
                  <a:effectLst/>
                  <a:uLnTx/>
                  <a:uFillTx/>
                  <a:latin typeface="Montserrat"/>
                </a:rPr>
                <a:t>Data </a:t>
              </a:r>
              <a:r>
                <a:rPr lang="it-IT" sz="1000">
                  <a:solidFill>
                    <a:srgbClr val="000000"/>
                  </a:solidFill>
                  <a:latin typeface="Montserrat"/>
                </a:rPr>
                <a:t>Science Services</a:t>
              </a:r>
              <a:endParaRPr lang="it-IT" sz="1000" b="0" i="0" u="none" strike="noStrike" kern="1200" cap="none" spc="0" normalizeH="0" baseline="0" noProof="0">
                <a:ln>
                  <a:noFill/>
                </a:ln>
                <a:solidFill>
                  <a:srgbClr val="000000"/>
                </a:solidFill>
                <a:effectLst/>
                <a:uLnTx/>
                <a:uFillTx/>
                <a:latin typeface="Montserrat" pitchFamily="2" charset="77"/>
              </a:endParaRPr>
            </a:p>
          </p:txBody>
        </p:sp>
        <p:pic>
          <p:nvPicPr>
            <p:cNvPr id="103" name="Graphic 102">
              <a:extLst>
                <a:ext uri="{FF2B5EF4-FFF2-40B4-BE49-F238E27FC236}">
                  <a16:creationId xmlns:a16="http://schemas.microsoft.com/office/drawing/2014/main" id="{15042FCB-1659-1BE9-0D4F-BB53B0B6E26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549141" y="5715075"/>
              <a:ext cx="378078" cy="378078"/>
            </a:xfrm>
            <a:prstGeom prst="rect">
              <a:avLst/>
            </a:prstGeom>
          </p:spPr>
        </p:pic>
      </p:grpSp>
      <p:sp>
        <p:nvSpPr>
          <p:cNvPr id="104" name="Round Same-side Corner of Rectangle 37">
            <a:extLst>
              <a:ext uri="{FF2B5EF4-FFF2-40B4-BE49-F238E27FC236}">
                <a16:creationId xmlns:a16="http://schemas.microsoft.com/office/drawing/2014/main" id="{4BF9C846-1F11-0EDD-4F82-4BACE2B33253}"/>
              </a:ext>
            </a:extLst>
          </p:cNvPr>
          <p:cNvSpPr/>
          <p:nvPr/>
        </p:nvSpPr>
        <p:spPr>
          <a:xfrm>
            <a:off x="5602847" y="5180569"/>
            <a:ext cx="1569681" cy="316486"/>
          </a:xfrm>
          <a:prstGeom prst="round2SameRect">
            <a:avLst>
              <a:gd name="adj1" fmla="val 50000"/>
              <a:gd name="adj2" fmla="val 5000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Montserrat" pitchFamily="2" charset="77"/>
                <a:ea typeface="+mn-ea"/>
                <a:cs typeface="+mn-cs"/>
              </a:rPr>
              <a:t>Syren Offerings </a:t>
            </a:r>
          </a:p>
        </p:txBody>
      </p:sp>
      <p:cxnSp>
        <p:nvCxnSpPr>
          <p:cNvPr id="106" name="Connector: Elbow 127">
            <a:extLst>
              <a:ext uri="{FF2B5EF4-FFF2-40B4-BE49-F238E27FC236}">
                <a16:creationId xmlns:a16="http://schemas.microsoft.com/office/drawing/2014/main" id="{125A6C06-D187-2725-0E80-AF29474D2C18}"/>
              </a:ext>
            </a:extLst>
          </p:cNvPr>
          <p:cNvCxnSpPr>
            <a:stCxn id="104" idx="2"/>
            <a:endCxn id="83" idx="0"/>
          </p:cNvCxnSpPr>
          <p:nvPr/>
        </p:nvCxnSpPr>
        <p:spPr>
          <a:xfrm rot="10800000" flipV="1">
            <a:off x="2440585" y="5338811"/>
            <a:ext cx="3162263" cy="429237"/>
          </a:xfrm>
          <a:prstGeom prst="bentConnector2">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2" name="Connector: Elbow 129">
            <a:extLst>
              <a:ext uri="{FF2B5EF4-FFF2-40B4-BE49-F238E27FC236}">
                <a16:creationId xmlns:a16="http://schemas.microsoft.com/office/drawing/2014/main" id="{053A9BF2-3D23-AC15-395C-EA275729B618}"/>
              </a:ext>
            </a:extLst>
          </p:cNvPr>
          <p:cNvCxnSpPr>
            <a:cxnSpLocks/>
            <a:stCxn id="104" idx="2"/>
            <a:endCxn id="93" idx="0"/>
          </p:cNvCxnSpPr>
          <p:nvPr/>
        </p:nvCxnSpPr>
        <p:spPr>
          <a:xfrm rot="10800000" flipV="1">
            <a:off x="4425225" y="5338811"/>
            <a:ext cx="1177622" cy="429237"/>
          </a:xfrm>
          <a:prstGeom prst="bentConnector2">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3" name="Connector: Elbow 131">
            <a:extLst>
              <a:ext uri="{FF2B5EF4-FFF2-40B4-BE49-F238E27FC236}">
                <a16:creationId xmlns:a16="http://schemas.microsoft.com/office/drawing/2014/main" id="{5C3D4235-2A45-19F4-B5CF-774BBFED5838}"/>
              </a:ext>
            </a:extLst>
          </p:cNvPr>
          <p:cNvCxnSpPr>
            <a:stCxn id="104" idx="0"/>
            <a:endCxn id="99" idx="0"/>
          </p:cNvCxnSpPr>
          <p:nvPr/>
        </p:nvCxnSpPr>
        <p:spPr>
          <a:xfrm>
            <a:off x="7172528" y="5338812"/>
            <a:ext cx="2794345" cy="429237"/>
          </a:xfrm>
          <a:prstGeom prst="bentConnector2">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4" name="Connector: Elbow 133">
            <a:extLst>
              <a:ext uri="{FF2B5EF4-FFF2-40B4-BE49-F238E27FC236}">
                <a16:creationId xmlns:a16="http://schemas.microsoft.com/office/drawing/2014/main" id="{5BF5F591-A3CA-FD94-0E99-32F817CC89EA}"/>
              </a:ext>
            </a:extLst>
          </p:cNvPr>
          <p:cNvCxnSpPr>
            <a:cxnSpLocks/>
            <a:stCxn id="104" idx="0"/>
          </p:cNvCxnSpPr>
          <p:nvPr/>
        </p:nvCxnSpPr>
        <p:spPr>
          <a:xfrm>
            <a:off x="7172528" y="5338812"/>
            <a:ext cx="1027263" cy="429237"/>
          </a:xfrm>
          <a:prstGeom prst="bentConnector2">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D1B55B14-80FF-E094-5309-7200E823A251}"/>
              </a:ext>
            </a:extLst>
          </p:cNvPr>
          <p:cNvCxnSpPr>
            <a:cxnSpLocks/>
            <a:stCxn id="104" idx="1"/>
          </p:cNvCxnSpPr>
          <p:nvPr/>
        </p:nvCxnSpPr>
        <p:spPr>
          <a:xfrm>
            <a:off x="6387688" y="5497055"/>
            <a:ext cx="1" cy="270994"/>
          </a:xfrm>
          <a:prstGeom prst="line">
            <a:avLst/>
          </a:prstGeom>
          <a:ln w="95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 name="Slide Number Placeholder 7">
            <a:extLst>
              <a:ext uri="{FF2B5EF4-FFF2-40B4-BE49-F238E27FC236}">
                <a16:creationId xmlns:a16="http://schemas.microsoft.com/office/drawing/2014/main" id="{E15105FF-B329-5CE9-A4C0-81551E2D0E21}"/>
              </a:ext>
            </a:extLst>
          </p:cNvPr>
          <p:cNvSpPr txBox="1">
            <a:spLocks/>
          </p:cNvSpPr>
          <p:nvPr/>
        </p:nvSpPr>
        <p:spPr>
          <a:xfrm>
            <a:off x="9122461" y="6546203"/>
            <a:ext cx="2743200" cy="206375"/>
          </a:xfrm>
          <a:prstGeom prst="rect">
            <a:avLst/>
          </a:prstGeom>
        </p:spPr>
        <p:txBody>
          <a:bodyPr vert="horz" lIns="91440" tIns="45720" rIns="91440" bIns="45720" rtlCol="0" anchor="ctr"/>
          <a:lstStyle>
            <a:defPPr>
              <a:defRPr lang="en-US"/>
            </a:defPPr>
            <a:lvl1pPr marL="0" algn="r" defTabSz="914400" rtl="0" eaLnBrk="1" latinLnBrk="0" hangingPunct="1">
              <a:defRPr sz="600" b="0" i="0" kern="1200">
                <a:solidFill>
                  <a:schemeClr val="tx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600" b="0" i="0" u="none" strike="noStrike" kern="1200" cap="none" spc="0" normalizeH="0" baseline="0" noProof="0" smtClean="0">
                <a:ln>
                  <a:noFill/>
                </a:ln>
                <a:solidFill>
                  <a:srgbClr val="000000"/>
                </a:solidFill>
                <a:effectLst/>
                <a:uLnTx/>
                <a:uFillTx/>
                <a:latin typeface="Montserrat Ligh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600" b="0" i="0" u="none" strike="noStrike" kern="1200" cap="none" spc="0" normalizeH="0" baseline="0" noProof="0">
              <a:ln>
                <a:noFill/>
              </a:ln>
              <a:solidFill>
                <a:srgbClr val="000000"/>
              </a:solidFill>
              <a:effectLst/>
              <a:uLnTx/>
              <a:uFillTx/>
              <a:latin typeface="Montserrat Light" pitchFamily="2" charset="77"/>
              <a:ea typeface="+mn-ea"/>
              <a:cs typeface="+mn-cs"/>
            </a:endParaRPr>
          </a:p>
        </p:txBody>
      </p:sp>
      <p:sp>
        <p:nvSpPr>
          <p:cNvPr id="36" name="Content Placeholder 2">
            <a:extLst>
              <a:ext uri="{FF2B5EF4-FFF2-40B4-BE49-F238E27FC236}">
                <a16:creationId xmlns:a16="http://schemas.microsoft.com/office/drawing/2014/main" id="{DE819E93-4212-1600-1E6B-D4E75D848F3C}"/>
              </a:ext>
            </a:extLst>
          </p:cNvPr>
          <p:cNvSpPr txBox="1">
            <a:spLocks/>
          </p:cNvSpPr>
          <p:nvPr/>
        </p:nvSpPr>
        <p:spPr>
          <a:xfrm>
            <a:off x="8934684" y="4224449"/>
            <a:ext cx="2116130" cy="276999"/>
          </a:xfrm>
          <a:prstGeom prst="rect">
            <a:avLst/>
          </a:prstGeom>
          <a:noFill/>
          <a:ln>
            <a:noFill/>
          </a:ln>
        </p:spPr>
        <p:txBody>
          <a:bodyPr wrap="square" lIns="91440" tIns="45720" rIns="91440" bIns="45720" rtlCol="0" anchor="ctr">
            <a:spAutoFit/>
          </a:bodyPr>
          <a:lstStyle>
            <a:defPPr>
              <a:defRPr lang="en-US"/>
            </a:defPPr>
            <a:lvl1pPr indent="0">
              <a:lnSpc>
                <a:spcPts val="1800"/>
              </a:lnSpc>
              <a:buFont typeface="Arial" panose="020B0604020202020204" pitchFamily="34" charset="0"/>
              <a:buNone/>
              <a:defRPr sz="1200" b="0" i="0">
                <a:solidFill>
                  <a:schemeClr val="tx1">
                    <a:lumMod val="65000"/>
                    <a:lumOff val="35000"/>
                  </a:schemeClr>
                </a:solidFill>
                <a:effectLst/>
                <a:latin typeface="Segoe UI" panose="020B0502040204020203" pitchFamily="34" charset="0"/>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1200" b="1" i="0" strike="noStrike" kern="1200" cap="none" spc="0" normalizeH="0" baseline="0" noProof="0">
                <a:ln>
                  <a:noFill/>
                </a:ln>
                <a:solidFill>
                  <a:srgbClr val="000000"/>
                </a:solidFill>
                <a:effectLst/>
                <a:uLnTx/>
                <a:uFillTx/>
                <a:latin typeface="Montserrat" pitchFamily="2" charset="77"/>
                <a:ea typeface="+mn-ea"/>
                <a:cs typeface="Segoe UI" panose="020B0502040204020203" pitchFamily="34" charset="0"/>
              </a:rPr>
              <a:t>Awards &amp; Compliance</a:t>
            </a:r>
          </a:p>
        </p:txBody>
      </p:sp>
      <p:grpSp>
        <p:nvGrpSpPr>
          <p:cNvPr id="37" name="Group 36">
            <a:extLst>
              <a:ext uri="{FF2B5EF4-FFF2-40B4-BE49-F238E27FC236}">
                <a16:creationId xmlns:a16="http://schemas.microsoft.com/office/drawing/2014/main" id="{45EF9DBB-C936-F35D-396D-332B3E8DF739}"/>
              </a:ext>
            </a:extLst>
          </p:cNvPr>
          <p:cNvGrpSpPr>
            <a:grpSpLocks noChangeAspect="1"/>
          </p:cNvGrpSpPr>
          <p:nvPr/>
        </p:nvGrpSpPr>
        <p:grpSpPr>
          <a:xfrm>
            <a:off x="9249988" y="4529020"/>
            <a:ext cx="1485535" cy="365760"/>
            <a:chOff x="4736183" y="3400537"/>
            <a:chExt cx="1766589" cy="434961"/>
          </a:xfrm>
        </p:grpSpPr>
        <p:pic>
          <p:nvPicPr>
            <p:cNvPr id="39" name="Picture 38">
              <a:extLst>
                <a:ext uri="{FF2B5EF4-FFF2-40B4-BE49-F238E27FC236}">
                  <a16:creationId xmlns:a16="http://schemas.microsoft.com/office/drawing/2014/main" id="{523074E3-E6C7-EE88-41DD-84779F60868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082493" y="3407110"/>
              <a:ext cx="420279" cy="420625"/>
            </a:xfrm>
            <a:prstGeom prst="rect">
              <a:avLst/>
            </a:prstGeom>
          </p:spPr>
        </p:pic>
        <p:pic>
          <p:nvPicPr>
            <p:cNvPr id="40" name="Picture 39" descr="A circular logo with text and a globe&#10;&#10;Description automatically generated">
              <a:extLst>
                <a:ext uri="{FF2B5EF4-FFF2-40B4-BE49-F238E27FC236}">
                  <a16:creationId xmlns:a16="http://schemas.microsoft.com/office/drawing/2014/main" id="{B4B3838A-9409-704C-8F72-194EE58CC358}"/>
                </a:ext>
              </a:extLst>
            </p:cNvPr>
            <p:cNvPicPr>
              <a:picLocks noChangeAspect="1"/>
            </p:cNvPicPr>
            <p:nvPr/>
          </p:nvPicPr>
          <p:blipFill>
            <a:blip r:embed="rId9" cstate="print">
              <a:extLst>
                <a:ext uri="{28A0092B-C50C-407E-A947-70E740481C1C}">
                  <a14:useLocalDpi xmlns:a14="http://schemas.microsoft.com/office/drawing/2010/main" val="0"/>
                </a:ext>
              </a:extLst>
            </a:blip>
            <a:srcRect l="24130" t="11293" r="24309" b="13382"/>
            <a:stretch/>
          </p:blipFill>
          <p:spPr>
            <a:xfrm>
              <a:off x="4736183" y="3414874"/>
              <a:ext cx="418506" cy="420624"/>
            </a:xfrm>
            <a:prstGeom prst="flowChartConnector">
              <a:avLst/>
            </a:prstGeom>
          </p:spPr>
        </p:pic>
        <p:pic>
          <p:nvPicPr>
            <p:cNvPr id="41" name="Picture 40" descr="A blue circle with white text&#10;&#10;Description automatically generated">
              <a:extLst>
                <a:ext uri="{FF2B5EF4-FFF2-40B4-BE49-F238E27FC236}">
                  <a16:creationId xmlns:a16="http://schemas.microsoft.com/office/drawing/2014/main" id="{42835B5D-0BE7-7B65-CB94-DE4998119913}"/>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408452" y="3400537"/>
              <a:ext cx="420279" cy="420624"/>
            </a:xfrm>
            <a:prstGeom prst="rect">
              <a:avLst/>
            </a:prstGeom>
          </p:spPr>
        </p:pic>
      </p:grpSp>
      <p:sp>
        <p:nvSpPr>
          <p:cNvPr id="15" name="Content Placeholder 2">
            <a:extLst>
              <a:ext uri="{FF2B5EF4-FFF2-40B4-BE49-F238E27FC236}">
                <a16:creationId xmlns:a16="http://schemas.microsoft.com/office/drawing/2014/main" id="{FBC0050B-F7C2-0C5F-2579-3A5E4AE83C8E}"/>
              </a:ext>
            </a:extLst>
          </p:cNvPr>
          <p:cNvSpPr txBox="1">
            <a:spLocks/>
          </p:cNvSpPr>
          <p:nvPr/>
        </p:nvSpPr>
        <p:spPr>
          <a:xfrm>
            <a:off x="5214180" y="4224449"/>
            <a:ext cx="1902441" cy="276999"/>
          </a:xfrm>
          <a:prstGeom prst="rect">
            <a:avLst/>
          </a:prstGeom>
          <a:noFill/>
          <a:ln>
            <a:noFill/>
          </a:ln>
        </p:spPr>
        <p:txBody>
          <a:bodyPr wrap="square" lIns="91440" tIns="45720" rIns="91440" bIns="45720" rtlCol="0" anchor="ctr">
            <a:spAutoFit/>
          </a:bodyPr>
          <a:lstStyle>
            <a:defPPr>
              <a:defRPr lang="en-US"/>
            </a:defPPr>
            <a:lvl1pPr indent="0">
              <a:lnSpc>
                <a:spcPts val="1800"/>
              </a:lnSpc>
              <a:buFont typeface="Arial" panose="020B0604020202020204" pitchFamily="34" charset="0"/>
              <a:buNone/>
              <a:defRPr sz="1200" b="0" i="0">
                <a:solidFill>
                  <a:schemeClr val="tx1">
                    <a:lumMod val="65000"/>
                    <a:lumOff val="35000"/>
                  </a:schemeClr>
                </a:solidFill>
                <a:effectLst/>
                <a:latin typeface="Segoe UI" panose="020B0502040204020203" pitchFamily="34" charset="0"/>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1200" b="1" i="0" strike="noStrike" kern="1200" cap="none" spc="0" normalizeH="0" baseline="0" noProof="0">
                <a:ln>
                  <a:noFill/>
                </a:ln>
                <a:solidFill>
                  <a:srgbClr val="000000"/>
                </a:solidFill>
                <a:effectLst/>
                <a:uLnTx/>
                <a:uFillTx/>
                <a:latin typeface="Montserrat" pitchFamily="2" charset="77"/>
                <a:ea typeface="+mn-ea"/>
                <a:cs typeface="Segoe UI" panose="020B0502040204020203" pitchFamily="34" charset="0"/>
              </a:rPr>
              <a:t>Key Partnerships</a:t>
            </a:r>
          </a:p>
        </p:txBody>
      </p:sp>
      <p:pic>
        <p:nvPicPr>
          <p:cNvPr id="42" name="Graphic 41">
            <a:extLst>
              <a:ext uri="{FF2B5EF4-FFF2-40B4-BE49-F238E27FC236}">
                <a16:creationId xmlns:a16="http://schemas.microsoft.com/office/drawing/2014/main" id="{A12A9A4E-AC86-ED52-661A-5FF0F21D97D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rcRect l="4370" t="34558" r="6653" b="34092"/>
          <a:stretch/>
        </p:blipFill>
        <p:spPr>
          <a:xfrm>
            <a:off x="5262128" y="4605288"/>
            <a:ext cx="867366" cy="228600"/>
          </a:xfrm>
          <a:prstGeom prst="rect">
            <a:avLst/>
          </a:prstGeom>
        </p:spPr>
      </p:pic>
      <p:cxnSp>
        <p:nvCxnSpPr>
          <p:cNvPr id="60" name="Straight Connector 59">
            <a:extLst>
              <a:ext uri="{FF2B5EF4-FFF2-40B4-BE49-F238E27FC236}">
                <a16:creationId xmlns:a16="http://schemas.microsoft.com/office/drawing/2014/main" id="{69E56CBF-B19B-D91C-BDD6-87918D47A5C4}"/>
              </a:ext>
            </a:extLst>
          </p:cNvPr>
          <p:cNvCxnSpPr>
            <a:cxnSpLocks/>
          </p:cNvCxnSpPr>
          <p:nvPr/>
        </p:nvCxnSpPr>
        <p:spPr>
          <a:xfrm>
            <a:off x="3714965" y="2725400"/>
            <a:ext cx="8006742" cy="0"/>
          </a:xfrm>
          <a:prstGeom prst="line">
            <a:avLst/>
          </a:prstGeom>
          <a:ln w="6350">
            <a:solidFill>
              <a:schemeClr val="tx1">
                <a:alpha val="42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61" name="Group 60">
            <a:extLst>
              <a:ext uri="{FF2B5EF4-FFF2-40B4-BE49-F238E27FC236}">
                <a16:creationId xmlns:a16="http://schemas.microsoft.com/office/drawing/2014/main" id="{A18BBFAD-0CC6-FE75-AE1E-567970324570}"/>
              </a:ext>
            </a:extLst>
          </p:cNvPr>
          <p:cNvGrpSpPr/>
          <p:nvPr/>
        </p:nvGrpSpPr>
        <p:grpSpPr>
          <a:xfrm>
            <a:off x="3791538" y="2253752"/>
            <a:ext cx="7816475" cy="1675986"/>
            <a:chOff x="4039306" y="3528270"/>
            <a:chExt cx="7496530" cy="897457"/>
          </a:xfrm>
        </p:grpSpPr>
        <p:cxnSp>
          <p:nvCxnSpPr>
            <p:cNvPr id="63" name="Straight Connector 62">
              <a:extLst>
                <a:ext uri="{FF2B5EF4-FFF2-40B4-BE49-F238E27FC236}">
                  <a16:creationId xmlns:a16="http://schemas.microsoft.com/office/drawing/2014/main" id="{BBA3436F-94CE-91E7-5D09-457A1FB74FF4}"/>
                </a:ext>
              </a:extLst>
            </p:cNvPr>
            <p:cNvCxnSpPr>
              <a:cxnSpLocks/>
            </p:cNvCxnSpPr>
            <p:nvPr/>
          </p:nvCxnSpPr>
          <p:spPr>
            <a:xfrm>
              <a:off x="6399543" y="3530810"/>
              <a:ext cx="0" cy="878800"/>
            </a:xfrm>
            <a:prstGeom prst="line">
              <a:avLst/>
            </a:prstGeom>
            <a:ln w="6350">
              <a:solidFill>
                <a:schemeClr val="tx1">
                  <a:alpha val="4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C2B4E3A-4637-895C-D058-4D41DE6DD974}"/>
                </a:ext>
              </a:extLst>
            </p:cNvPr>
            <p:cNvCxnSpPr>
              <a:cxnSpLocks/>
            </p:cNvCxnSpPr>
            <p:nvPr/>
          </p:nvCxnSpPr>
          <p:spPr>
            <a:xfrm>
              <a:off x="5407716" y="3530810"/>
              <a:ext cx="0" cy="878800"/>
            </a:xfrm>
            <a:prstGeom prst="line">
              <a:avLst/>
            </a:prstGeom>
            <a:ln w="6350">
              <a:solidFill>
                <a:schemeClr val="tx1">
                  <a:alpha val="4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AA5F8F54-410E-5C25-FA1A-A7D007B173C4}"/>
                </a:ext>
              </a:extLst>
            </p:cNvPr>
            <p:cNvCxnSpPr>
              <a:cxnSpLocks/>
            </p:cNvCxnSpPr>
            <p:nvPr/>
          </p:nvCxnSpPr>
          <p:spPr>
            <a:xfrm>
              <a:off x="4039306" y="3546927"/>
              <a:ext cx="0" cy="878800"/>
            </a:xfrm>
            <a:prstGeom prst="line">
              <a:avLst/>
            </a:prstGeom>
            <a:ln w="6350">
              <a:solidFill>
                <a:schemeClr val="tx1">
                  <a:alpha val="4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28E2126E-20FB-024B-2928-10E7D67CC369}"/>
                </a:ext>
              </a:extLst>
            </p:cNvPr>
            <p:cNvCxnSpPr>
              <a:cxnSpLocks/>
            </p:cNvCxnSpPr>
            <p:nvPr/>
          </p:nvCxnSpPr>
          <p:spPr>
            <a:xfrm>
              <a:off x="7426802" y="3530810"/>
              <a:ext cx="0" cy="878800"/>
            </a:xfrm>
            <a:prstGeom prst="line">
              <a:avLst/>
            </a:prstGeom>
            <a:ln w="6350">
              <a:solidFill>
                <a:schemeClr val="tx1">
                  <a:alpha val="4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5F506EF-180A-1D2B-3DE7-948627C52F70}"/>
                </a:ext>
              </a:extLst>
            </p:cNvPr>
            <p:cNvCxnSpPr>
              <a:cxnSpLocks/>
            </p:cNvCxnSpPr>
            <p:nvPr/>
          </p:nvCxnSpPr>
          <p:spPr>
            <a:xfrm>
              <a:off x="8454061" y="3530810"/>
              <a:ext cx="0" cy="878800"/>
            </a:xfrm>
            <a:prstGeom prst="line">
              <a:avLst/>
            </a:prstGeom>
            <a:ln w="6350">
              <a:solidFill>
                <a:schemeClr val="tx1">
                  <a:alpha val="4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28C9FBDA-B5E1-BCC9-B185-46C2141EB454}"/>
                </a:ext>
              </a:extLst>
            </p:cNvPr>
            <p:cNvCxnSpPr>
              <a:cxnSpLocks/>
            </p:cNvCxnSpPr>
            <p:nvPr/>
          </p:nvCxnSpPr>
          <p:spPr>
            <a:xfrm>
              <a:off x="9481320" y="3528270"/>
              <a:ext cx="0" cy="878800"/>
            </a:xfrm>
            <a:prstGeom prst="line">
              <a:avLst/>
            </a:prstGeom>
            <a:ln w="6350">
              <a:solidFill>
                <a:schemeClr val="tx1">
                  <a:alpha val="4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956822E3-1C07-3EB3-77CB-6F8B442913AA}"/>
                </a:ext>
              </a:extLst>
            </p:cNvPr>
            <p:cNvCxnSpPr>
              <a:cxnSpLocks/>
            </p:cNvCxnSpPr>
            <p:nvPr/>
          </p:nvCxnSpPr>
          <p:spPr>
            <a:xfrm>
              <a:off x="10508580" y="3528270"/>
              <a:ext cx="0" cy="878800"/>
            </a:xfrm>
            <a:prstGeom prst="line">
              <a:avLst/>
            </a:prstGeom>
            <a:ln w="6350">
              <a:solidFill>
                <a:schemeClr val="tx1">
                  <a:alpha val="42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7EB742B2-8311-CB69-7EF0-9CE2B0EC3900}"/>
                </a:ext>
              </a:extLst>
            </p:cNvPr>
            <p:cNvCxnSpPr>
              <a:cxnSpLocks/>
            </p:cNvCxnSpPr>
            <p:nvPr/>
          </p:nvCxnSpPr>
          <p:spPr>
            <a:xfrm>
              <a:off x="11535836" y="3546927"/>
              <a:ext cx="0" cy="878800"/>
            </a:xfrm>
            <a:prstGeom prst="line">
              <a:avLst/>
            </a:prstGeom>
            <a:ln w="6350">
              <a:solidFill>
                <a:schemeClr val="tx1">
                  <a:alpha val="42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62" name="Straight Connector 61">
            <a:extLst>
              <a:ext uri="{FF2B5EF4-FFF2-40B4-BE49-F238E27FC236}">
                <a16:creationId xmlns:a16="http://schemas.microsoft.com/office/drawing/2014/main" id="{56AA52A3-A384-317C-BDF3-7EE787FED500}"/>
              </a:ext>
            </a:extLst>
          </p:cNvPr>
          <p:cNvCxnSpPr>
            <a:cxnSpLocks/>
          </p:cNvCxnSpPr>
          <p:nvPr/>
        </p:nvCxnSpPr>
        <p:spPr>
          <a:xfrm>
            <a:off x="3726395" y="3405878"/>
            <a:ext cx="8006742" cy="0"/>
          </a:xfrm>
          <a:prstGeom prst="line">
            <a:avLst/>
          </a:prstGeom>
          <a:ln w="6350">
            <a:solidFill>
              <a:schemeClr val="tx1">
                <a:alpha val="42000"/>
              </a:schemeClr>
            </a:solidFill>
            <a:prstDash val="dash"/>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48D81DDA-0931-69BC-8983-BDD0B2C08EFE}"/>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3882841" y="2444998"/>
            <a:ext cx="1177215" cy="119201"/>
          </a:xfrm>
          <a:prstGeom prst="rect">
            <a:avLst/>
          </a:prstGeom>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C123A2E6-B534-6E8F-10B4-574BF3475893}"/>
              </a:ext>
            </a:extLst>
          </p:cNvPr>
          <p:cNvPicPr>
            <a:picLocks noChangeAspect="1"/>
          </p:cNvPicPr>
          <p:nvPr/>
        </p:nvPicPr>
        <p:blipFill>
          <a:blip r:embed="rId13"/>
          <a:stretch>
            <a:fillRect/>
          </a:stretch>
        </p:blipFill>
        <p:spPr>
          <a:xfrm>
            <a:off x="4096003" y="2980796"/>
            <a:ext cx="723603" cy="180539"/>
          </a:xfrm>
          <a:prstGeom prst="rect">
            <a:avLst/>
          </a:prstGeom>
        </p:spPr>
      </p:pic>
      <p:pic>
        <p:nvPicPr>
          <p:cNvPr id="13" name="Picture 12">
            <a:extLst>
              <a:ext uri="{FF2B5EF4-FFF2-40B4-BE49-F238E27FC236}">
                <a16:creationId xmlns:a16="http://schemas.microsoft.com/office/drawing/2014/main" id="{7519B586-8906-3FDF-682D-AF430A6E2DAE}"/>
              </a:ext>
            </a:extLst>
          </p:cNvPr>
          <p:cNvPicPr>
            <a:picLocks noChangeAspect="1"/>
          </p:cNvPicPr>
          <p:nvPr/>
        </p:nvPicPr>
        <p:blipFill>
          <a:blip r:embed="rId14"/>
          <a:stretch>
            <a:fillRect/>
          </a:stretch>
        </p:blipFill>
        <p:spPr>
          <a:xfrm>
            <a:off x="6539961" y="2409187"/>
            <a:ext cx="557422" cy="197173"/>
          </a:xfrm>
          <a:prstGeom prst="rect">
            <a:avLst/>
          </a:prstGeom>
        </p:spPr>
      </p:pic>
      <p:pic>
        <p:nvPicPr>
          <p:cNvPr id="17" name="Picture 16" descr="A purple letters on a black background&#10;&#10;AI-generated content may be incorrect.">
            <a:extLst>
              <a:ext uri="{FF2B5EF4-FFF2-40B4-BE49-F238E27FC236}">
                <a16:creationId xmlns:a16="http://schemas.microsoft.com/office/drawing/2014/main" id="{80D68863-6C1D-A618-3BD1-11A794C68039}"/>
              </a:ext>
            </a:extLst>
          </p:cNvPr>
          <p:cNvPicPr>
            <a:picLocks noChangeAspect="1"/>
          </p:cNvPicPr>
          <p:nvPr/>
        </p:nvPicPr>
        <p:blipFill>
          <a:blip r:embed="rId15"/>
          <a:stretch>
            <a:fillRect/>
          </a:stretch>
        </p:blipFill>
        <p:spPr>
          <a:xfrm>
            <a:off x="6392801" y="3584478"/>
            <a:ext cx="826803" cy="183447"/>
          </a:xfrm>
          <a:prstGeom prst="rect">
            <a:avLst/>
          </a:prstGeom>
        </p:spPr>
      </p:pic>
      <p:pic>
        <p:nvPicPr>
          <p:cNvPr id="23" name="Picture 22">
            <a:extLst>
              <a:ext uri="{FF2B5EF4-FFF2-40B4-BE49-F238E27FC236}">
                <a16:creationId xmlns:a16="http://schemas.microsoft.com/office/drawing/2014/main" id="{469D1308-4275-D8EB-0CF1-4B0254B16E10}"/>
              </a:ext>
            </a:extLst>
          </p:cNvPr>
          <p:cNvPicPr>
            <a:picLocks noChangeAspect="1"/>
          </p:cNvPicPr>
          <p:nvPr/>
        </p:nvPicPr>
        <p:blipFill>
          <a:blip r:embed="rId16"/>
          <a:stretch>
            <a:fillRect/>
          </a:stretch>
        </p:blipFill>
        <p:spPr>
          <a:xfrm>
            <a:off x="9748204" y="2382756"/>
            <a:ext cx="438628" cy="250035"/>
          </a:xfrm>
          <a:prstGeom prst="rect">
            <a:avLst/>
          </a:prstGeom>
        </p:spPr>
      </p:pic>
      <p:pic>
        <p:nvPicPr>
          <p:cNvPr id="25" name="Picture 24" descr="A black and white logo&#10;&#10;AI-generated content may be incorrect.">
            <a:extLst>
              <a:ext uri="{FF2B5EF4-FFF2-40B4-BE49-F238E27FC236}">
                <a16:creationId xmlns:a16="http://schemas.microsoft.com/office/drawing/2014/main" id="{A37AE813-0ADD-2700-B6A4-4AD299E8E806}"/>
              </a:ext>
            </a:extLst>
          </p:cNvPr>
          <p:cNvPicPr>
            <a:picLocks noChangeAspect="1"/>
          </p:cNvPicPr>
          <p:nvPr/>
        </p:nvPicPr>
        <p:blipFill>
          <a:blip r:embed="rId17"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534154" y="2942746"/>
            <a:ext cx="548109" cy="283697"/>
          </a:xfrm>
          <a:prstGeom prst="rect">
            <a:avLst/>
          </a:prstGeom>
        </p:spPr>
      </p:pic>
      <p:pic>
        <p:nvPicPr>
          <p:cNvPr id="26" name="Picture 25">
            <a:extLst>
              <a:ext uri="{FF2B5EF4-FFF2-40B4-BE49-F238E27FC236}">
                <a16:creationId xmlns:a16="http://schemas.microsoft.com/office/drawing/2014/main" id="{C4748E76-7365-F5EA-A6A6-65A850ACE7E2}"/>
              </a:ext>
            </a:extLst>
          </p:cNvPr>
          <p:cNvPicPr>
            <a:picLocks noChangeAspect="1"/>
          </p:cNvPicPr>
          <p:nvPr/>
        </p:nvPicPr>
        <p:blipFill>
          <a:blip r:embed="rId18"/>
          <a:stretch>
            <a:fillRect/>
          </a:stretch>
        </p:blipFill>
        <p:spPr>
          <a:xfrm>
            <a:off x="10781122" y="2419431"/>
            <a:ext cx="505239" cy="207884"/>
          </a:xfrm>
          <a:prstGeom prst="rect">
            <a:avLst/>
          </a:prstGeom>
        </p:spPr>
      </p:pic>
      <p:pic>
        <p:nvPicPr>
          <p:cNvPr id="27" name="Graphic 26">
            <a:extLst>
              <a:ext uri="{FF2B5EF4-FFF2-40B4-BE49-F238E27FC236}">
                <a16:creationId xmlns:a16="http://schemas.microsoft.com/office/drawing/2014/main" id="{9863AF26-375C-3201-02BF-FF931090E8C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rcRect t="31524" b="35197"/>
          <a:stretch/>
        </p:blipFill>
        <p:spPr>
          <a:xfrm>
            <a:off x="5407385" y="2967217"/>
            <a:ext cx="659159" cy="236929"/>
          </a:xfrm>
          <a:prstGeom prst="rect">
            <a:avLst/>
          </a:prstGeom>
        </p:spPr>
      </p:pic>
      <p:pic>
        <p:nvPicPr>
          <p:cNvPr id="28" name="Picture 27">
            <a:extLst>
              <a:ext uri="{FF2B5EF4-FFF2-40B4-BE49-F238E27FC236}">
                <a16:creationId xmlns:a16="http://schemas.microsoft.com/office/drawing/2014/main" id="{5A4BCDB6-AC72-9C44-D592-9291916384B2}"/>
              </a:ext>
            </a:extLst>
          </p:cNvPr>
          <p:cNvPicPr>
            <a:picLocks noChangeAspect="1"/>
          </p:cNvPicPr>
          <p:nvPr/>
        </p:nvPicPr>
        <p:blipFill>
          <a:blip r:embed="rId20"/>
          <a:stretch>
            <a:fillRect/>
          </a:stretch>
        </p:blipFill>
        <p:spPr>
          <a:xfrm>
            <a:off x="9728455" y="3582498"/>
            <a:ext cx="580754" cy="213268"/>
          </a:xfrm>
          <a:prstGeom prst="rect">
            <a:avLst/>
          </a:prstGeom>
        </p:spPr>
      </p:pic>
      <p:pic>
        <p:nvPicPr>
          <p:cNvPr id="50" name="Picture 49" descr="A red letter on a black background&#10;&#10;AI-generated content may be incorrect.">
            <a:extLst>
              <a:ext uri="{FF2B5EF4-FFF2-40B4-BE49-F238E27FC236}">
                <a16:creationId xmlns:a16="http://schemas.microsoft.com/office/drawing/2014/main" id="{3BB9E552-80A1-3E94-95C3-BF47D937A62C}"/>
              </a:ext>
            </a:extLst>
          </p:cNvPr>
          <p:cNvPicPr>
            <a:picLocks noChangeAspect="1"/>
          </p:cNvPicPr>
          <p:nvPr/>
        </p:nvPicPr>
        <p:blipFill>
          <a:blip r:embed="rId21"/>
          <a:stretch>
            <a:fillRect/>
          </a:stretch>
        </p:blipFill>
        <p:spPr>
          <a:xfrm>
            <a:off x="5356028" y="3623308"/>
            <a:ext cx="761873" cy="165707"/>
          </a:xfrm>
          <a:prstGeom prst="rect">
            <a:avLst/>
          </a:prstGeom>
        </p:spPr>
      </p:pic>
      <p:pic>
        <p:nvPicPr>
          <p:cNvPr id="52" name="Picture 51" descr="A logo for a company&#10;&#10;AI-generated content may be incorrect.">
            <a:extLst>
              <a:ext uri="{FF2B5EF4-FFF2-40B4-BE49-F238E27FC236}">
                <a16:creationId xmlns:a16="http://schemas.microsoft.com/office/drawing/2014/main" id="{EBE075A5-A0AB-0B60-AA66-635D5014A3D9}"/>
              </a:ext>
            </a:extLst>
          </p:cNvPr>
          <p:cNvPicPr>
            <a:picLocks noChangeAspect="1"/>
          </p:cNvPicPr>
          <p:nvPr/>
        </p:nvPicPr>
        <p:blipFill>
          <a:blip r:embed="rId22"/>
          <a:srcRect l="9936" t="18187" r="8828" b="19632"/>
          <a:stretch/>
        </p:blipFill>
        <p:spPr>
          <a:xfrm>
            <a:off x="9642767" y="2954860"/>
            <a:ext cx="649503" cy="279931"/>
          </a:xfrm>
          <a:prstGeom prst="rect">
            <a:avLst/>
          </a:prstGeom>
        </p:spPr>
      </p:pic>
      <p:pic>
        <p:nvPicPr>
          <p:cNvPr id="66" name="Picture 65">
            <a:extLst>
              <a:ext uri="{FF2B5EF4-FFF2-40B4-BE49-F238E27FC236}">
                <a16:creationId xmlns:a16="http://schemas.microsoft.com/office/drawing/2014/main" id="{3B81E9C0-EC6A-B1BB-4E96-D5E1497F187D}"/>
              </a:ext>
            </a:extLst>
          </p:cNvPr>
          <p:cNvPicPr>
            <a:picLocks noChangeAspect="1"/>
          </p:cNvPicPr>
          <p:nvPr/>
        </p:nvPicPr>
        <p:blipFill>
          <a:blip r:embed="rId23"/>
          <a:stretch>
            <a:fillRect/>
          </a:stretch>
        </p:blipFill>
        <p:spPr>
          <a:xfrm>
            <a:off x="8592586" y="2384673"/>
            <a:ext cx="585176" cy="274320"/>
          </a:xfrm>
          <a:prstGeom prst="rect">
            <a:avLst/>
          </a:prstGeom>
        </p:spPr>
      </p:pic>
      <p:pic>
        <p:nvPicPr>
          <p:cNvPr id="88" name="Picture 87">
            <a:extLst>
              <a:ext uri="{FF2B5EF4-FFF2-40B4-BE49-F238E27FC236}">
                <a16:creationId xmlns:a16="http://schemas.microsoft.com/office/drawing/2014/main" id="{93653A4F-DB8D-498C-0CFF-831B9388E39E}"/>
              </a:ext>
            </a:extLst>
          </p:cNvPr>
          <p:cNvPicPr>
            <a:picLocks noChangeAspect="1"/>
          </p:cNvPicPr>
          <p:nvPr/>
        </p:nvPicPr>
        <p:blipFill>
          <a:blip r:embed="rId24"/>
          <a:stretch>
            <a:fillRect/>
          </a:stretch>
        </p:blipFill>
        <p:spPr>
          <a:xfrm>
            <a:off x="7549836" y="3566540"/>
            <a:ext cx="645273" cy="239481"/>
          </a:xfrm>
          <a:prstGeom prst="rect">
            <a:avLst/>
          </a:prstGeom>
        </p:spPr>
      </p:pic>
      <p:pic>
        <p:nvPicPr>
          <p:cNvPr id="89" name="Picture 88" descr="A close up of a logo&#10;&#10;AI-generated content may be incorrect.">
            <a:extLst>
              <a:ext uri="{FF2B5EF4-FFF2-40B4-BE49-F238E27FC236}">
                <a16:creationId xmlns:a16="http://schemas.microsoft.com/office/drawing/2014/main" id="{3BDCB8AB-EC1A-277A-6763-3A50D23A40E8}"/>
              </a:ext>
            </a:extLst>
          </p:cNvPr>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10750775" y="3557661"/>
            <a:ext cx="587272" cy="235368"/>
          </a:xfrm>
          <a:prstGeom prst="rect">
            <a:avLst/>
          </a:prstGeom>
        </p:spPr>
      </p:pic>
      <p:pic>
        <p:nvPicPr>
          <p:cNvPr id="1026" name="Picture 2">
            <a:extLst>
              <a:ext uri="{FF2B5EF4-FFF2-40B4-BE49-F238E27FC236}">
                <a16:creationId xmlns:a16="http://schemas.microsoft.com/office/drawing/2014/main" id="{8896B548-A93B-3BE2-EEA5-6E8D41F23365}"/>
              </a:ext>
            </a:extLst>
          </p:cNvPr>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7414912" y="2431981"/>
            <a:ext cx="873606" cy="186369"/>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a:extLst>
              <a:ext uri="{FF2B5EF4-FFF2-40B4-BE49-F238E27FC236}">
                <a16:creationId xmlns:a16="http://schemas.microsoft.com/office/drawing/2014/main" id="{C976D2C5-726F-3A38-7419-DE9DCEF5CF0A}"/>
              </a:ext>
            </a:extLst>
          </p:cNvPr>
          <p:cNvCxnSpPr>
            <a:cxnSpLocks/>
          </p:cNvCxnSpPr>
          <p:nvPr/>
        </p:nvCxnSpPr>
        <p:spPr>
          <a:xfrm>
            <a:off x="3996027" y="4128101"/>
            <a:ext cx="7611986" cy="0"/>
          </a:xfrm>
          <a:prstGeom prst="line">
            <a:avLst/>
          </a:prstGeom>
          <a:ln w="12700">
            <a:solidFill>
              <a:schemeClr val="bg2"/>
            </a:solidFill>
            <a:prstDash val="dash"/>
          </a:ln>
        </p:spPr>
        <p:style>
          <a:lnRef idx="2">
            <a:schemeClr val="accent1"/>
          </a:lnRef>
          <a:fillRef idx="0">
            <a:schemeClr val="accent1"/>
          </a:fillRef>
          <a:effectRef idx="1">
            <a:schemeClr val="accent1"/>
          </a:effectRef>
          <a:fontRef idx="minor">
            <a:schemeClr val="tx1"/>
          </a:fontRef>
        </p:style>
      </p:cxnSp>
      <p:pic>
        <p:nvPicPr>
          <p:cNvPr id="2050" name="Picture 2" descr="Floor &amp; Decor logo in transparent PNG and vectorized SVG formats">
            <a:extLst>
              <a:ext uri="{FF2B5EF4-FFF2-40B4-BE49-F238E27FC236}">
                <a16:creationId xmlns:a16="http://schemas.microsoft.com/office/drawing/2014/main" id="{93A28FA9-630E-6CF1-59AA-FBDD94C66A3F}"/>
              </a:ext>
            </a:extLst>
          </p:cNvPr>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5390050" y="2420042"/>
            <a:ext cx="693829" cy="19757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Dream11 Logo, High Resolution, Vector Format Free PNG">
            <a:extLst>
              <a:ext uri="{FF2B5EF4-FFF2-40B4-BE49-F238E27FC236}">
                <a16:creationId xmlns:a16="http://schemas.microsoft.com/office/drawing/2014/main" id="{E0051326-0254-FB18-304A-BDF2BD5878E6}"/>
              </a:ext>
            </a:extLst>
          </p:cNvPr>
          <p:cNvPicPr>
            <a:picLocks noChangeAspect="1" noChangeArrowheads="1"/>
          </p:cNvPicPr>
          <p:nvPr/>
        </p:nvPicPr>
        <p:blipFill>
          <a:blip r:embed="rId28" cstate="print">
            <a:extLst>
              <a:ext uri="{28A0092B-C50C-407E-A947-70E740481C1C}">
                <a14:useLocalDpi xmlns:a14="http://schemas.microsoft.com/office/drawing/2010/main" val="0"/>
              </a:ext>
            </a:extLst>
          </a:blip>
          <a:srcRect/>
          <a:stretch>
            <a:fillRect/>
          </a:stretch>
        </p:blipFill>
        <p:spPr bwMode="auto">
          <a:xfrm>
            <a:off x="8532115" y="3616220"/>
            <a:ext cx="781125" cy="17107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Wilmar International logo in transparent PNG and vectorized SVG formats">
            <a:extLst>
              <a:ext uri="{FF2B5EF4-FFF2-40B4-BE49-F238E27FC236}">
                <a16:creationId xmlns:a16="http://schemas.microsoft.com/office/drawing/2014/main" id="{CC423D1C-DBFA-0668-6ED4-788E12A03C59}"/>
              </a:ext>
            </a:extLst>
          </p:cNvPr>
          <p:cNvPicPr>
            <a:picLocks noChangeAspect="1" noChangeArrowheads="1"/>
          </p:cNvPicPr>
          <p:nvPr/>
        </p:nvPicPr>
        <p:blipFill>
          <a:blip r:embed="rId29" cstate="print">
            <a:extLst>
              <a:ext uri="{28A0092B-C50C-407E-A947-70E740481C1C}">
                <a14:useLocalDpi xmlns:a14="http://schemas.microsoft.com/office/drawing/2010/main" val="0"/>
              </a:ext>
            </a:extLst>
          </a:blip>
          <a:srcRect/>
          <a:stretch>
            <a:fillRect/>
          </a:stretch>
        </p:blipFill>
        <p:spPr bwMode="auto">
          <a:xfrm>
            <a:off x="8551011" y="2974210"/>
            <a:ext cx="707336" cy="209714"/>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LN Laboratories | LN Laboratories Private Limited - Partner &amp; Researcher">
            <a:extLst>
              <a:ext uri="{FF2B5EF4-FFF2-40B4-BE49-F238E27FC236}">
                <a16:creationId xmlns:a16="http://schemas.microsoft.com/office/drawing/2014/main" id="{8713B0FF-A5F6-B322-337F-4295BEFA90B5}"/>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907360" y="3539413"/>
            <a:ext cx="1132965" cy="293736"/>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Parle Products Logo">
            <a:extLst>
              <a:ext uri="{FF2B5EF4-FFF2-40B4-BE49-F238E27FC236}">
                <a16:creationId xmlns:a16="http://schemas.microsoft.com/office/drawing/2014/main" id="{8DCBE603-0AD3-5871-D81D-CC8BA493A064}"/>
              </a:ext>
            </a:extLst>
          </p:cNvPr>
          <p:cNvPicPr>
            <a:picLocks noChangeAspect="1" noChangeArrowheads="1"/>
          </p:cNvPicPr>
          <p:nvPr/>
        </p:nvPicPr>
        <p:blipFill>
          <a:blip r:embed="rId31" cstate="print">
            <a:extLst>
              <a:ext uri="{28A0092B-C50C-407E-A947-70E740481C1C}">
                <a14:useLocalDpi xmlns:a14="http://schemas.microsoft.com/office/drawing/2010/main" val="0"/>
              </a:ext>
            </a:extLst>
          </a:blip>
          <a:srcRect/>
          <a:stretch>
            <a:fillRect/>
          </a:stretch>
        </p:blipFill>
        <p:spPr bwMode="auto">
          <a:xfrm>
            <a:off x="7532253" y="2974797"/>
            <a:ext cx="656521" cy="23853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Rounded Corners 5">
            <a:extLst>
              <a:ext uri="{FF2B5EF4-FFF2-40B4-BE49-F238E27FC236}">
                <a16:creationId xmlns:a16="http://schemas.microsoft.com/office/drawing/2014/main" id="{F31DE1AC-2C18-D7B9-08A3-17BBC28CDDE6}"/>
              </a:ext>
            </a:extLst>
          </p:cNvPr>
          <p:cNvSpPr/>
          <p:nvPr/>
        </p:nvSpPr>
        <p:spPr>
          <a:xfrm>
            <a:off x="459883" y="1892691"/>
            <a:ext cx="3143027" cy="2600128"/>
          </a:xfrm>
          <a:prstGeom prst="roundRect">
            <a:avLst>
              <a:gd name="adj" fmla="val 2883"/>
            </a:avLst>
          </a:prstGeom>
          <a:solidFill>
            <a:schemeClr val="tx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ontserrat" pitchFamily="2" charset="77"/>
              <a:ea typeface="+mn-ea"/>
              <a:cs typeface="+mn-cs"/>
            </a:endParaRPr>
          </a:p>
        </p:txBody>
      </p:sp>
      <p:sp>
        <p:nvSpPr>
          <p:cNvPr id="8" name="TextBox 4">
            <a:extLst>
              <a:ext uri="{FF2B5EF4-FFF2-40B4-BE49-F238E27FC236}">
                <a16:creationId xmlns:a16="http://schemas.microsoft.com/office/drawing/2014/main" id="{A4D8A2E8-CCD9-1635-EB34-AF12C8D8BE95}"/>
              </a:ext>
            </a:extLst>
          </p:cNvPr>
          <p:cNvSpPr txBox="1"/>
          <p:nvPr/>
        </p:nvSpPr>
        <p:spPr>
          <a:xfrm>
            <a:off x="1423687" y="2159419"/>
            <a:ext cx="1185619" cy="507831"/>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lang="en-US" sz="1600" b="1" kern="0">
                <a:solidFill>
                  <a:schemeClr val="bg2"/>
                </a:solidFill>
                <a:latin typeface="Montserrat"/>
                <a:cs typeface="Segoe UI Semibold"/>
              </a:rPr>
              <a:t>4</a:t>
            </a:r>
            <a:r>
              <a:rPr kumimoji="0" lang="en-US" sz="1600" b="1" i="0" u="none" strike="noStrike" kern="0" cap="none" spc="0" normalizeH="0" baseline="0" noProof="0">
                <a:ln>
                  <a:noFill/>
                </a:ln>
                <a:solidFill>
                  <a:schemeClr val="bg2"/>
                </a:solidFill>
                <a:effectLst/>
                <a:uLnTx/>
                <a:uFillTx/>
                <a:latin typeface="Montserrat"/>
                <a:ea typeface="+mn-ea"/>
                <a:cs typeface="Segoe UI Semibold"/>
              </a:rPr>
              <a:t>00+ </a:t>
            </a:r>
          </a:p>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100" b="0" i="0" u="none" strike="noStrike" kern="0" cap="none" spc="0" normalizeH="0" baseline="0" noProof="0">
                <a:ln>
                  <a:noFill/>
                </a:ln>
                <a:solidFill>
                  <a:srgbClr val="FFFFFF"/>
                </a:solidFill>
                <a:effectLst/>
                <a:uLnTx/>
                <a:uFillTx/>
                <a:latin typeface="Montserrat"/>
                <a:ea typeface="+mn-ea"/>
                <a:cs typeface="Segoe UI Light"/>
              </a:rPr>
              <a:t>Employees</a:t>
            </a:r>
          </a:p>
        </p:txBody>
      </p:sp>
      <p:pic>
        <p:nvPicPr>
          <p:cNvPr id="32" name="Graphic 10">
            <a:extLst>
              <a:ext uri="{FF2B5EF4-FFF2-40B4-BE49-F238E27FC236}">
                <a16:creationId xmlns:a16="http://schemas.microsoft.com/office/drawing/2014/main" id="{01B6FAF8-48EA-3ED9-646A-1D4D6FAF25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2"/>
              </a:ext>
            </a:extLst>
          </a:blip>
          <a:srcRect t="1" r="82678" b="-13988"/>
          <a:stretch>
            <a:fillRect/>
          </a:stretch>
        </p:blipFill>
        <p:spPr>
          <a:xfrm>
            <a:off x="728465" y="3018660"/>
            <a:ext cx="416808" cy="435456"/>
          </a:xfrm>
          <a:prstGeom prst="rect">
            <a:avLst/>
          </a:prstGeom>
        </p:spPr>
      </p:pic>
      <p:sp>
        <p:nvSpPr>
          <p:cNvPr id="33" name="TextBox 12">
            <a:extLst>
              <a:ext uri="{FF2B5EF4-FFF2-40B4-BE49-F238E27FC236}">
                <a16:creationId xmlns:a16="http://schemas.microsoft.com/office/drawing/2014/main" id="{B94AA974-5F7A-CCBB-2747-962253315945}"/>
              </a:ext>
            </a:extLst>
          </p:cNvPr>
          <p:cNvSpPr txBox="1"/>
          <p:nvPr/>
        </p:nvSpPr>
        <p:spPr>
          <a:xfrm>
            <a:off x="1415239" y="2903704"/>
            <a:ext cx="2043974" cy="677108"/>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800" b="0" i="0" u="none" strike="noStrike" kern="0" cap="none" spc="0" baseline="0">
                <a:solidFill>
                  <a:srgbClr val="000000"/>
                </a:solidFill>
                <a:uFillTx/>
              </a:defRPr>
            </a:pPr>
            <a:r>
              <a:rPr lang="en-US" sz="1600" b="1" kern="0">
                <a:solidFill>
                  <a:schemeClr val="bg2"/>
                </a:solidFill>
                <a:latin typeface="Montserrat"/>
                <a:cs typeface="Segoe UI Semibold"/>
              </a:rPr>
              <a:t>150+</a:t>
            </a:r>
          </a:p>
          <a:p>
            <a:pPr>
              <a:defRPr sz="1800" b="0" i="0" u="none" strike="noStrike" kern="0" cap="none" spc="0" baseline="0">
                <a:solidFill>
                  <a:srgbClr val="000000"/>
                </a:solidFill>
                <a:uFillTx/>
              </a:defRPr>
            </a:pPr>
            <a:r>
              <a:rPr kumimoji="0" lang="en-US" sz="1100" b="0" i="0" u="none" strike="noStrike" kern="0" cap="none" spc="0" normalizeH="0" baseline="0" noProof="0">
                <a:ln>
                  <a:noFill/>
                </a:ln>
                <a:solidFill>
                  <a:srgbClr val="FFFFFF"/>
                </a:solidFill>
                <a:effectLst/>
                <a:uLnTx/>
                <a:uFillTx/>
                <a:latin typeface="Montserrat"/>
                <a:ea typeface="+mn-ea"/>
                <a:cs typeface="Segoe UI Light"/>
              </a:rPr>
              <a:t>Databricks </a:t>
            </a:r>
            <a:r>
              <a:rPr lang="en-US" sz="1100" kern="0">
                <a:solidFill>
                  <a:srgbClr val="FFFFFF"/>
                </a:solidFill>
                <a:latin typeface="Montserrat"/>
                <a:cs typeface="Segoe UI Light"/>
              </a:rPr>
              <a:t>Technical Certifications</a:t>
            </a:r>
            <a:endParaRPr kumimoji="0" lang="en-US" sz="1100" b="0" i="0" u="none" strike="noStrike" kern="0" cap="none" spc="0" normalizeH="0" baseline="0" noProof="0">
              <a:ln>
                <a:noFill/>
              </a:ln>
              <a:solidFill>
                <a:srgbClr val="FFFFFF"/>
              </a:solidFill>
              <a:effectLst/>
              <a:uLnTx/>
              <a:uFillTx/>
              <a:latin typeface="Montserrat"/>
              <a:ea typeface="+mn-ea"/>
              <a:cs typeface="Segoe UI Light"/>
            </a:endParaRPr>
          </a:p>
        </p:txBody>
      </p:sp>
      <p:pic>
        <p:nvPicPr>
          <p:cNvPr id="5" name="Picture 4" descr="A red and white logo&#10;&#10;AI-generated content may be incorrect.">
            <a:extLst>
              <a:ext uri="{FF2B5EF4-FFF2-40B4-BE49-F238E27FC236}">
                <a16:creationId xmlns:a16="http://schemas.microsoft.com/office/drawing/2014/main" id="{CDBC8BAE-2C03-86B1-85FD-BD12A1AFFC70}"/>
              </a:ext>
            </a:extLst>
          </p:cNvPr>
          <p:cNvPicPr>
            <a:picLocks noChangeAspect="1"/>
          </p:cNvPicPr>
          <p:nvPr/>
        </p:nvPicPr>
        <p:blipFill>
          <a:blip r:embed="rId33"/>
          <a:stretch>
            <a:fillRect/>
          </a:stretch>
        </p:blipFill>
        <p:spPr>
          <a:xfrm>
            <a:off x="10621809" y="3017949"/>
            <a:ext cx="893366" cy="197260"/>
          </a:xfrm>
          <a:prstGeom prst="rect">
            <a:avLst/>
          </a:prstGeom>
        </p:spPr>
      </p:pic>
      <p:pic>
        <p:nvPicPr>
          <p:cNvPr id="9" name="Picture 2" descr="Microsoft Corporation | NRF 2026 Retail ...">
            <a:extLst>
              <a:ext uri="{FF2B5EF4-FFF2-40B4-BE49-F238E27FC236}">
                <a16:creationId xmlns:a16="http://schemas.microsoft.com/office/drawing/2014/main" id="{F48CE8A8-3EA4-228A-522A-2387CCC4B3EF}"/>
              </a:ext>
            </a:extLst>
          </p:cNvPr>
          <p:cNvPicPr>
            <a:picLocks noChangeAspect="1" noChangeArrowheads="1"/>
          </p:cNvPicPr>
          <p:nvPr/>
        </p:nvPicPr>
        <p:blipFill rotWithShape="1">
          <a:blip r:embed="rId34" cstate="print">
            <a:extLst>
              <a:ext uri="{28A0092B-C50C-407E-A947-70E740481C1C}">
                <a14:useLocalDpi xmlns:a14="http://schemas.microsoft.com/office/drawing/2010/main" val="0"/>
              </a:ext>
            </a:extLst>
          </a:blip>
          <a:srcRect l="12827" t="23848" r="10505" b="26502"/>
          <a:stretch>
            <a:fillRect/>
          </a:stretch>
        </p:blipFill>
        <p:spPr bwMode="auto">
          <a:xfrm>
            <a:off x="6205062" y="4594239"/>
            <a:ext cx="790706" cy="228599"/>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2">
            <a:extLst>
              <a:ext uri="{FF2B5EF4-FFF2-40B4-BE49-F238E27FC236}">
                <a16:creationId xmlns:a16="http://schemas.microsoft.com/office/drawing/2014/main" id="{DAD47FAD-056B-7D00-9B47-DFCAEA466F98}"/>
              </a:ext>
            </a:extLst>
          </p:cNvPr>
          <p:cNvSpPr txBox="1"/>
          <p:nvPr/>
        </p:nvSpPr>
        <p:spPr>
          <a:xfrm>
            <a:off x="1447803" y="3704781"/>
            <a:ext cx="2043974" cy="677108"/>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800" b="0" i="0" u="none" strike="noStrike" kern="0" cap="none" spc="0" baseline="0">
                <a:solidFill>
                  <a:srgbClr val="000000"/>
                </a:solidFill>
                <a:uFillTx/>
              </a:defRPr>
            </a:pPr>
            <a:r>
              <a:rPr lang="en-US" sz="1600" b="1" kern="0">
                <a:solidFill>
                  <a:schemeClr val="bg2"/>
                </a:solidFill>
                <a:latin typeface="Montserrat"/>
                <a:cs typeface="Segoe UI Semibold"/>
              </a:rPr>
              <a:t>50+</a:t>
            </a:r>
          </a:p>
          <a:p>
            <a:pPr>
              <a:defRPr sz="1800" b="0" i="0" u="none" strike="noStrike" kern="0" cap="none" spc="0" baseline="0">
                <a:solidFill>
                  <a:srgbClr val="000000"/>
                </a:solidFill>
                <a:uFillTx/>
              </a:defRPr>
            </a:pPr>
            <a:r>
              <a:rPr lang="en-US" sz="1100" kern="0">
                <a:solidFill>
                  <a:srgbClr val="FFFFFF"/>
                </a:solidFill>
                <a:latin typeface="Montserrat"/>
                <a:cs typeface="Segoe UI Light"/>
              </a:rPr>
              <a:t>Data science</a:t>
            </a:r>
            <a:r>
              <a:rPr kumimoji="0" lang="en-US" sz="1100" b="0" i="0" u="none" strike="noStrike" kern="0" cap="none" spc="0" normalizeH="0" baseline="0" noProof="0">
                <a:ln>
                  <a:noFill/>
                </a:ln>
                <a:solidFill>
                  <a:srgbClr val="FFFFFF"/>
                </a:solidFill>
                <a:effectLst/>
                <a:uLnTx/>
                <a:uFillTx/>
                <a:latin typeface="Montserrat"/>
                <a:ea typeface="+mn-ea"/>
                <a:cs typeface="Segoe UI Light"/>
              </a:rPr>
              <a:t> &amp; ML </a:t>
            </a:r>
            <a:endParaRPr lang="en-US" sz="1100" b="0" i="0" u="none" strike="noStrike" kern="0" cap="none" spc="0" normalizeH="0" baseline="0" noProof="0">
              <a:ln>
                <a:noFill/>
              </a:ln>
              <a:solidFill>
                <a:srgbClr val="FFFFFF"/>
              </a:solidFill>
              <a:effectLst/>
              <a:uLnTx/>
              <a:uFillTx/>
              <a:latin typeface="Montserrat"/>
              <a:cs typeface="Segoe UI Light"/>
            </a:endParaRPr>
          </a:p>
          <a:p>
            <a:pPr>
              <a:defRPr sz="1800" b="0" i="0" u="none" strike="noStrike" kern="0" cap="none" spc="0" baseline="0">
                <a:solidFill>
                  <a:srgbClr val="000000"/>
                </a:solidFill>
                <a:uFillTx/>
              </a:defRPr>
            </a:pPr>
            <a:r>
              <a:rPr kumimoji="0" lang="en-US" sz="1100" b="0" i="0" u="none" strike="noStrike" kern="0" cap="none" spc="0" normalizeH="0" baseline="0" noProof="0">
                <a:ln>
                  <a:noFill/>
                </a:ln>
                <a:solidFill>
                  <a:srgbClr val="FFFFFF"/>
                </a:solidFill>
                <a:effectLst/>
                <a:uLnTx/>
                <a:uFillTx/>
                <a:latin typeface="Montserrat"/>
                <a:ea typeface="+mn-ea"/>
                <a:cs typeface="Segoe UI Light"/>
              </a:rPr>
              <a:t>Experts</a:t>
            </a:r>
            <a:endParaRPr lang="en-US" sz="1100" b="0" i="0" u="none" strike="noStrike" kern="0" cap="none" spc="0" normalizeH="0" baseline="0" noProof="0">
              <a:ln>
                <a:noFill/>
              </a:ln>
              <a:solidFill>
                <a:srgbClr val="FFFFFF"/>
              </a:solidFill>
              <a:effectLst/>
              <a:uLnTx/>
              <a:uFillTx/>
              <a:latin typeface="Montserrat"/>
              <a:cs typeface="Segoe UI Light"/>
            </a:endParaRPr>
          </a:p>
        </p:txBody>
      </p:sp>
      <p:pic>
        <p:nvPicPr>
          <p:cNvPr id="21" name="Graphic 20" descr="Users outline">
            <a:extLst>
              <a:ext uri="{FF2B5EF4-FFF2-40B4-BE49-F238E27FC236}">
                <a16:creationId xmlns:a16="http://schemas.microsoft.com/office/drawing/2014/main" id="{EC36B7D1-E48C-1E8E-57F5-3C10A13EA0A0}"/>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703130" y="2215148"/>
            <a:ext cx="438912" cy="438912"/>
          </a:xfrm>
          <a:prstGeom prst="rect">
            <a:avLst/>
          </a:prstGeom>
        </p:spPr>
      </p:pic>
      <p:pic>
        <p:nvPicPr>
          <p:cNvPr id="31" name="Graphic 30" descr="Meeting outline">
            <a:extLst>
              <a:ext uri="{FF2B5EF4-FFF2-40B4-BE49-F238E27FC236}">
                <a16:creationId xmlns:a16="http://schemas.microsoft.com/office/drawing/2014/main" id="{F769EBCF-02B7-F58D-96C6-314C5AC3266D}"/>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703130" y="3823879"/>
            <a:ext cx="438912" cy="438912"/>
          </a:xfrm>
          <a:prstGeom prst="rect">
            <a:avLst/>
          </a:prstGeom>
        </p:spPr>
      </p:pic>
    </p:spTree>
    <p:extLst>
      <p:ext uri="{BB962C8B-B14F-4D97-AF65-F5344CB8AC3E}">
        <p14:creationId xmlns:p14="http://schemas.microsoft.com/office/powerpoint/2010/main" val="3880626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70004-A584-027D-541E-49E3889F3614}"/>
            </a:ext>
          </a:extLst>
        </p:cNvPr>
        <p:cNvGrpSpPr/>
        <p:nvPr/>
      </p:nvGrpSpPr>
      <p:grpSpPr>
        <a:xfrm>
          <a:off x="0" y="0"/>
          <a:ext cx="0" cy="0"/>
          <a:chOff x="0" y="0"/>
          <a:chExt cx="0" cy="0"/>
        </a:xfrm>
      </p:grpSpPr>
      <p:sp>
        <p:nvSpPr>
          <p:cNvPr id="4" name="Shape 55">
            <a:extLst>
              <a:ext uri="{FF2B5EF4-FFF2-40B4-BE49-F238E27FC236}">
                <a16:creationId xmlns:a16="http://schemas.microsoft.com/office/drawing/2014/main" id="{B86D690C-0DF1-D38E-7811-4F326CB62E97}"/>
              </a:ext>
            </a:extLst>
          </p:cNvPr>
          <p:cNvSpPr/>
          <p:nvPr/>
        </p:nvSpPr>
        <p:spPr>
          <a:xfrm>
            <a:off x="0" y="4252090"/>
            <a:ext cx="12240615" cy="2605910"/>
          </a:xfrm>
          <a:prstGeom prst="rect">
            <a:avLst/>
          </a:prstGeom>
          <a:solidFill>
            <a:srgbClr val="000000"/>
          </a:solidFill>
          <a:ln/>
        </p:spPr>
        <p:txBody>
          <a:bodyPr/>
          <a:lstStyle/>
          <a:p>
            <a:endParaRPr lang="en-US" b="1">
              <a:latin typeface="Montserrat Light" panose="00000400000000000000" pitchFamily="2" charset="77"/>
            </a:endParaRPr>
          </a:p>
        </p:txBody>
      </p:sp>
      <p:sp>
        <p:nvSpPr>
          <p:cNvPr id="5" name="Shape 22">
            <a:extLst>
              <a:ext uri="{FF2B5EF4-FFF2-40B4-BE49-F238E27FC236}">
                <a16:creationId xmlns:a16="http://schemas.microsoft.com/office/drawing/2014/main" id="{3BBB3D99-3A19-B32D-F9EC-EC08B8582391}"/>
              </a:ext>
            </a:extLst>
          </p:cNvPr>
          <p:cNvSpPr/>
          <p:nvPr/>
        </p:nvSpPr>
        <p:spPr>
          <a:xfrm>
            <a:off x="4265002" y="4050384"/>
            <a:ext cx="3749040" cy="363888"/>
          </a:xfrm>
          <a:prstGeom prst="roundRect">
            <a:avLst>
              <a:gd name="adj" fmla="val 50000"/>
            </a:avLst>
          </a:prstGeom>
          <a:solidFill>
            <a:schemeClr val="bg2"/>
          </a:solidFill>
          <a:ln/>
          <a:effectLst>
            <a:outerShdw blurRad="114300" dist="38100" dir="5400000" algn="bl" rotWithShape="0">
              <a:srgbClr val="20242E">
                <a:alpha val="16000"/>
              </a:srgbClr>
            </a:outerShdw>
          </a:effectLst>
        </p:spPr>
        <p:txBody>
          <a:bodyPr/>
          <a:lstStyle/>
          <a:p>
            <a:endParaRPr lang="en-US">
              <a:latin typeface="Montserrat Light" panose="00000400000000000000" pitchFamily="2" charset="77"/>
            </a:endParaRPr>
          </a:p>
        </p:txBody>
      </p:sp>
      <p:sp>
        <p:nvSpPr>
          <p:cNvPr id="6" name="TextBox 5">
            <a:extLst>
              <a:ext uri="{FF2B5EF4-FFF2-40B4-BE49-F238E27FC236}">
                <a16:creationId xmlns:a16="http://schemas.microsoft.com/office/drawing/2014/main" id="{310B5265-F9F5-4D6A-A938-842271F824ED}"/>
              </a:ext>
            </a:extLst>
          </p:cNvPr>
          <p:cNvSpPr txBox="1"/>
          <p:nvPr/>
        </p:nvSpPr>
        <p:spPr>
          <a:xfrm>
            <a:off x="4598165" y="4078440"/>
            <a:ext cx="3044283" cy="307777"/>
          </a:xfrm>
          <a:prstGeom prst="rect">
            <a:avLst/>
          </a:prstGeom>
          <a:noFill/>
        </p:spPr>
        <p:txBody>
          <a:bodyPr wrap="square">
            <a:spAutoFit/>
          </a:bodyPr>
          <a:lstStyle/>
          <a:p>
            <a:pPr marL="0" indent="0" algn="ctr">
              <a:buNone/>
            </a:pPr>
            <a:r>
              <a:rPr lang="en-US" sz="1400" b="1">
                <a:solidFill>
                  <a:srgbClr val="FFFFFF"/>
                </a:solidFill>
                <a:latin typeface="Montserrat" panose="00000500000000000000" pitchFamily="2" charset="0"/>
                <a:ea typeface="Calibri" pitchFamily="34" charset="-122"/>
                <a:cs typeface="Calibri" pitchFamily="34" charset="-120"/>
              </a:rPr>
              <a:t>Engineering Excellence</a:t>
            </a:r>
            <a:endParaRPr lang="en-US" sz="1400" b="1">
              <a:latin typeface="Montserrat" panose="00000500000000000000" pitchFamily="2" charset="0"/>
            </a:endParaRPr>
          </a:p>
        </p:txBody>
      </p:sp>
      <p:sp>
        <p:nvSpPr>
          <p:cNvPr id="8" name="Rounded Rectangle 7">
            <a:extLst>
              <a:ext uri="{FF2B5EF4-FFF2-40B4-BE49-F238E27FC236}">
                <a16:creationId xmlns:a16="http://schemas.microsoft.com/office/drawing/2014/main" id="{4DF77FFB-048A-6A9C-8125-9CA24840BF25}"/>
              </a:ext>
            </a:extLst>
          </p:cNvPr>
          <p:cNvSpPr/>
          <p:nvPr/>
        </p:nvSpPr>
        <p:spPr>
          <a:xfrm>
            <a:off x="426724" y="4541660"/>
            <a:ext cx="2194560" cy="1814079"/>
          </a:xfrm>
          <a:prstGeom prst="roundRect">
            <a:avLst>
              <a:gd name="adj" fmla="val 6729"/>
            </a:avLst>
          </a:prstGeom>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D4C54A7A-7CE6-DBF7-B1D6-9545A7E06601}"/>
              </a:ext>
            </a:extLst>
          </p:cNvPr>
          <p:cNvSpPr/>
          <p:nvPr/>
        </p:nvSpPr>
        <p:spPr>
          <a:xfrm>
            <a:off x="2762743" y="4541660"/>
            <a:ext cx="2194560" cy="1814079"/>
          </a:xfrm>
          <a:prstGeom prst="roundRect">
            <a:avLst>
              <a:gd name="adj" fmla="val 6200"/>
            </a:avLst>
          </a:prstGeom>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575BBDFA-27F2-6DCB-B004-65D88EF55ACB}"/>
              </a:ext>
            </a:extLst>
          </p:cNvPr>
          <p:cNvSpPr/>
          <p:nvPr/>
        </p:nvSpPr>
        <p:spPr>
          <a:xfrm>
            <a:off x="5098762" y="4541660"/>
            <a:ext cx="2194560" cy="1814079"/>
          </a:xfrm>
          <a:prstGeom prst="roundRect">
            <a:avLst>
              <a:gd name="adj" fmla="val 6676"/>
            </a:avLst>
          </a:prstGeom>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9" name="Rounded Rectangle 18">
            <a:extLst>
              <a:ext uri="{FF2B5EF4-FFF2-40B4-BE49-F238E27FC236}">
                <a16:creationId xmlns:a16="http://schemas.microsoft.com/office/drawing/2014/main" id="{6AFCCFFB-1508-E978-E204-FEA17FA813A6}"/>
              </a:ext>
            </a:extLst>
          </p:cNvPr>
          <p:cNvSpPr/>
          <p:nvPr/>
        </p:nvSpPr>
        <p:spPr>
          <a:xfrm>
            <a:off x="7434781" y="4541660"/>
            <a:ext cx="2194560" cy="1814079"/>
          </a:xfrm>
          <a:prstGeom prst="roundRect">
            <a:avLst>
              <a:gd name="adj" fmla="val 6119"/>
            </a:avLst>
          </a:prstGeom>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Rounded Rectangle 19">
            <a:extLst>
              <a:ext uri="{FF2B5EF4-FFF2-40B4-BE49-F238E27FC236}">
                <a16:creationId xmlns:a16="http://schemas.microsoft.com/office/drawing/2014/main" id="{310DB18B-EE39-40D5-0604-84A4CD65B7DE}"/>
              </a:ext>
            </a:extLst>
          </p:cNvPr>
          <p:cNvSpPr/>
          <p:nvPr/>
        </p:nvSpPr>
        <p:spPr>
          <a:xfrm>
            <a:off x="9770801" y="4541660"/>
            <a:ext cx="2194560" cy="1814079"/>
          </a:xfrm>
          <a:prstGeom prst="roundRect">
            <a:avLst>
              <a:gd name="adj" fmla="val 6077"/>
            </a:avLst>
          </a:prstGeom>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Text 26">
            <a:extLst>
              <a:ext uri="{FF2B5EF4-FFF2-40B4-BE49-F238E27FC236}">
                <a16:creationId xmlns:a16="http://schemas.microsoft.com/office/drawing/2014/main" id="{115358C2-27FE-A62F-C2A8-2066C780D2D1}"/>
              </a:ext>
            </a:extLst>
          </p:cNvPr>
          <p:cNvSpPr/>
          <p:nvPr/>
        </p:nvSpPr>
        <p:spPr>
          <a:xfrm>
            <a:off x="658699" y="4734893"/>
            <a:ext cx="1820346" cy="420624"/>
          </a:xfrm>
          <a:prstGeom prst="rect">
            <a:avLst/>
          </a:prstGeom>
          <a:noFill/>
          <a:ln/>
        </p:spPr>
        <p:txBody>
          <a:bodyPr wrap="square" lIns="0" tIns="0" rIns="0" bIns="0" rtlCol="0" anchor="t"/>
          <a:lstStyle/>
          <a:p>
            <a:pPr marL="0" indent="0" algn="l">
              <a:lnSpc>
                <a:spcPct val="100000"/>
              </a:lnSpc>
              <a:buNone/>
            </a:pPr>
            <a:r>
              <a:rPr lang="en-US" sz="1100">
                <a:solidFill>
                  <a:srgbClr val="E8612C"/>
                </a:solidFill>
                <a:latin typeface="Montserrat Light" panose="00000400000000000000" pitchFamily="2" charset="77"/>
                <a:ea typeface="Calibri" pitchFamily="34" charset="-122"/>
                <a:cs typeface="Calibri" pitchFamily="34" charset="-120"/>
              </a:rPr>
              <a:t>Data Engineering</a:t>
            </a:r>
            <a:endParaRPr lang="en-US" sz="1100">
              <a:latin typeface="Montserrat Light" panose="00000400000000000000" pitchFamily="2" charset="77"/>
            </a:endParaRPr>
          </a:p>
          <a:p>
            <a:pPr marL="0" indent="0" algn="l">
              <a:lnSpc>
                <a:spcPct val="100000"/>
              </a:lnSpc>
              <a:buNone/>
            </a:pPr>
            <a:r>
              <a:rPr lang="en-US" sz="1100">
                <a:solidFill>
                  <a:srgbClr val="E8612C"/>
                </a:solidFill>
                <a:latin typeface="Montserrat Light" panose="00000400000000000000" pitchFamily="2" charset="77"/>
                <a:ea typeface="Calibri" pitchFamily="34" charset="-122"/>
                <a:cs typeface="Calibri" pitchFamily="34" charset="-120"/>
              </a:rPr>
              <a:t>&amp; Ingestion</a:t>
            </a:r>
            <a:endParaRPr lang="en-US" sz="1100">
              <a:latin typeface="Montserrat Light" panose="00000400000000000000" pitchFamily="2" charset="77"/>
            </a:endParaRPr>
          </a:p>
        </p:txBody>
      </p:sp>
      <p:sp>
        <p:nvSpPr>
          <p:cNvPr id="27" name="Text 27">
            <a:extLst>
              <a:ext uri="{FF2B5EF4-FFF2-40B4-BE49-F238E27FC236}">
                <a16:creationId xmlns:a16="http://schemas.microsoft.com/office/drawing/2014/main" id="{53EA6D90-7235-D2F5-926A-47B3F56CD6BA}"/>
              </a:ext>
            </a:extLst>
          </p:cNvPr>
          <p:cNvSpPr/>
          <p:nvPr/>
        </p:nvSpPr>
        <p:spPr>
          <a:xfrm>
            <a:off x="617182" y="5221924"/>
            <a:ext cx="1761300" cy="658368"/>
          </a:xfrm>
          <a:prstGeom prst="rect">
            <a:avLst/>
          </a:prstGeom>
          <a:noFill/>
          <a:ln/>
        </p:spPr>
        <p:txBody>
          <a:bodyPr wrap="square" lIns="0" tIns="0" rIns="0" bIns="0" rtlCol="0" anchor="t"/>
          <a:lstStyle/>
          <a:p>
            <a:pPr marL="171450" indent="-171450">
              <a:buFont typeface="Wingdings" panose="05000000000000000000" pitchFamily="2" charset="2"/>
              <a:buChar char="v"/>
            </a:pPr>
            <a:r>
              <a:rPr lang="en-IN" sz="900">
                <a:solidFill>
                  <a:schemeClr val="bg1"/>
                </a:solidFill>
                <a:latin typeface="Montserrat Light" panose="00000400000000000000" pitchFamily="2" charset="77"/>
              </a:rPr>
              <a:t>Real Time ingestion</a:t>
            </a:r>
          </a:p>
          <a:p>
            <a:pPr marL="171450" indent="-171450">
              <a:buFont typeface="Wingdings" panose="05000000000000000000" pitchFamily="2" charset="2"/>
              <a:buChar char="v"/>
            </a:pPr>
            <a:r>
              <a:rPr lang="en-IN" sz="900">
                <a:solidFill>
                  <a:schemeClr val="bg1"/>
                </a:solidFill>
                <a:latin typeface="Montserrat Light" panose="00000400000000000000" pitchFamily="2" charset="77"/>
              </a:rPr>
              <a:t>Change Data Capture</a:t>
            </a:r>
          </a:p>
          <a:p>
            <a:pPr marL="171450" indent="-171450">
              <a:buFont typeface="Wingdings" panose="05000000000000000000" pitchFamily="2" charset="2"/>
              <a:buChar char="v"/>
            </a:pPr>
            <a:r>
              <a:rPr lang="en-IN" sz="900">
                <a:solidFill>
                  <a:schemeClr val="bg1"/>
                </a:solidFill>
                <a:latin typeface="Montserrat Light" panose="00000400000000000000" pitchFamily="2" charset="77"/>
              </a:rPr>
              <a:t>ETL/ELT</a:t>
            </a:r>
          </a:p>
          <a:p>
            <a:pPr marL="171450" indent="-171450">
              <a:buFont typeface="Wingdings" panose="05000000000000000000" pitchFamily="2" charset="2"/>
              <a:buChar char="v"/>
            </a:pPr>
            <a:r>
              <a:rPr lang="en-IN" sz="900">
                <a:solidFill>
                  <a:schemeClr val="bg1"/>
                </a:solidFill>
                <a:latin typeface="Montserrat Light" panose="00000400000000000000" pitchFamily="2" charset="77"/>
              </a:rPr>
              <a:t>Streaming</a:t>
            </a:r>
          </a:p>
          <a:p>
            <a:pPr marL="171450" indent="-171450">
              <a:buFont typeface="Wingdings" panose="05000000000000000000" pitchFamily="2" charset="2"/>
              <a:buChar char="v"/>
            </a:pPr>
            <a:r>
              <a:rPr lang="en-IN" sz="900">
                <a:solidFill>
                  <a:schemeClr val="bg1"/>
                </a:solidFill>
                <a:latin typeface="Montserrat Light" panose="00000400000000000000" pitchFamily="2" charset="77"/>
              </a:rPr>
              <a:t>Data Quality</a:t>
            </a:r>
          </a:p>
          <a:p>
            <a:pPr marL="171450" indent="-171450">
              <a:buFont typeface="Wingdings" panose="05000000000000000000" pitchFamily="2" charset="2"/>
              <a:buChar char="v"/>
            </a:pPr>
            <a:r>
              <a:rPr lang="en-IN" sz="900">
                <a:solidFill>
                  <a:schemeClr val="bg1"/>
                </a:solidFill>
                <a:latin typeface="Montserrat Light" panose="00000400000000000000" pitchFamily="2" charset="77"/>
              </a:rPr>
              <a:t>Lakehouse</a:t>
            </a:r>
          </a:p>
          <a:p>
            <a:pPr marL="171450" indent="-171450">
              <a:buFont typeface="Wingdings" panose="05000000000000000000" pitchFamily="2" charset="2"/>
              <a:buChar char="v"/>
            </a:pPr>
            <a:r>
              <a:rPr lang="en-IN" sz="900">
                <a:solidFill>
                  <a:schemeClr val="bg1"/>
                </a:solidFill>
                <a:latin typeface="Montserrat Light" panose="00000400000000000000" pitchFamily="2" charset="77"/>
              </a:rPr>
              <a:t>Observability</a:t>
            </a:r>
          </a:p>
        </p:txBody>
      </p:sp>
      <p:sp>
        <p:nvSpPr>
          <p:cNvPr id="29" name="Text 30">
            <a:extLst>
              <a:ext uri="{FF2B5EF4-FFF2-40B4-BE49-F238E27FC236}">
                <a16:creationId xmlns:a16="http://schemas.microsoft.com/office/drawing/2014/main" id="{242CFEF2-E7E6-AC57-81B5-DF97B6717DA8}"/>
              </a:ext>
            </a:extLst>
          </p:cNvPr>
          <p:cNvSpPr/>
          <p:nvPr/>
        </p:nvSpPr>
        <p:spPr>
          <a:xfrm>
            <a:off x="2985950" y="4785414"/>
            <a:ext cx="1725107" cy="227667"/>
          </a:xfrm>
          <a:prstGeom prst="rect">
            <a:avLst/>
          </a:prstGeom>
          <a:noFill/>
          <a:ln/>
        </p:spPr>
        <p:txBody>
          <a:bodyPr wrap="square" lIns="0" tIns="0" rIns="0" bIns="0" rtlCol="0" anchor="t"/>
          <a:lstStyle/>
          <a:p>
            <a:pPr marL="0" indent="0" algn="l">
              <a:lnSpc>
                <a:spcPct val="100000"/>
              </a:lnSpc>
              <a:buNone/>
            </a:pPr>
            <a:r>
              <a:rPr lang="en-US" sz="1100">
                <a:solidFill>
                  <a:srgbClr val="E8612C"/>
                </a:solidFill>
                <a:latin typeface="Montserrat Light" panose="00000400000000000000" pitchFamily="2" charset="77"/>
                <a:ea typeface="Calibri" pitchFamily="34" charset="-122"/>
                <a:cs typeface="Calibri" pitchFamily="34" charset="-120"/>
              </a:rPr>
              <a:t>AI &amp;</a:t>
            </a:r>
            <a:r>
              <a:rPr lang="en-US" sz="1100">
                <a:latin typeface="Montserrat Light" panose="00000400000000000000" pitchFamily="2" charset="77"/>
              </a:rPr>
              <a:t> </a:t>
            </a:r>
            <a:r>
              <a:rPr lang="en-US" sz="1100">
                <a:solidFill>
                  <a:srgbClr val="E8612C"/>
                </a:solidFill>
                <a:latin typeface="Montserrat Light" panose="00000400000000000000" pitchFamily="2" charset="77"/>
                <a:ea typeface="Calibri" pitchFamily="34" charset="-122"/>
                <a:cs typeface="Calibri" pitchFamily="34" charset="-120"/>
              </a:rPr>
              <a:t>Agentic AI</a:t>
            </a:r>
            <a:endParaRPr lang="en-US" sz="1100">
              <a:latin typeface="Montserrat Light" panose="00000400000000000000" pitchFamily="2" charset="77"/>
            </a:endParaRPr>
          </a:p>
        </p:txBody>
      </p:sp>
      <p:sp>
        <p:nvSpPr>
          <p:cNvPr id="30" name="Text 31">
            <a:extLst>
              <a:ext uri="{FF2B5EF4-FFF2-40B4-BE49-F238E27FC236}">
                <a16:creationId xmlns:a16="http://schemas.microsoft.com/office/drawing/2014/main" id="{BD3C7E56-D0DF-1387-D4C1-FCAEDD16C643}"/>
              </a:ext>
            </a:extLst>
          </p:cNvPr>
          <p:cNvSpPr/>
          <p:nvPr/>
        </p:nvSpPr>
        <p:spPr>
          <a:xfrm>
            <a:off x="3023000" y="5229063"/>
            <a:ext cx="1842612" cy="658368"/>
          </a:xfrm>
          <a:prstGeom prst="rect">
            <a:avLst/>
          </a:prstGeom>
          <a:noFill/>
          <a:ln/>
        </p:spPr>
        <p:txBody>
          <a:bodyPr wrap="square" lIns="0" tIns="0" rIns="0" bIns="0" rtlCol="0" anchor="t"/>
          <a:lstStyle/>
          <a:p>
            <a:pPr marL="171450" indent="-171450">
              <a:buFont typeface="Wingdings" panose="05000000000000000000" pitchFamily="2" charset="2"/>
              <a:buChar char="v"/>
            </a:pPr>
            <a:r>
              <a:rPr lang="en-US" sz="900">
                <a:solidFill>
                  <a:schemeClr val="bg1"/>
                </a:solidFill>
                <a:latin typeface="Montserrat Light" panose="00000400000000000000" pitchFamily="2" charset="77"/>
              </a:rPr>
              <a:t>RAG</a:t>
            </a:r>
          </a:p>
          <a:p>
            <a:pPr marL="171450" indent="-171450">
              <a:buFont typeface="Wingdings" panose="05000000000000000000" pitchFamily="2" charset="2"/>
              <a:buChar char="v"/>
            </a:pPr>
            <a:r>
              <a:rPr lang="en-US" sz="900">
                <a:solidFill>
                  <a:schemeClr val="bg1"/>
                </a:solidFill>
                <a:latin typeface="Montserrat Light" panose="00000400000000000000" pitchFamily="2" charset="77"/>
              </a:rPr>
              <a:t>LLM-powered copilots</a:t>
            </a:r>
          </a:p>
          <a:p>
            <a:pPr marL="171450" indent="-171450">
              <a:buFont typeface="Wingdings" panose="05000000000000000000" pitchFamily="2" charset="2"/>
              <a:buChar char="v"/>
            </a:pPr>
            <a:r>
              <a:rPr lang="en-US" sz="900">
                <a:solidFill>
                  <a:schemeClr val="bg1"/>
                </a:solidFill>
                <a:latin typeface="Montserrat Light" panose="00000400000000000000" pitchFamily="2" charset="77"/>
              </a:rPr>
              <a:t>Agentic AI</a:t>
            </a:r>
          </a:p>
          <a:p>
            <a:pPr marL="171450" indent="-171450">
              <a:buFont typeface="Wingdings" panose="05000000000000000000" pitchFamily="2" charset="2"/>
              <a:buChar char="v"/>
            </a:pPr>
            <a:r>
              <a:rPr lang="en-US" sz="900">
                <a:solidFill>
                  <a:schemeClr val="bg1"/>
                </a:solidFill>
                <a:latin typeface="Montserrat Light" panose="00000400000000000000" pitchFamily="2" charset="77"/>
              </a:rPr>
              <a:t>Autonomous workflows</a:t>
            </a:r>
          </a:p>
          <a:p>
            <a:pPr marL="171450" indent="-171450">
              <a:buFont typeface="Wingdings" panose="05000000000000000000" pitchFamily="2" charset="2"/>
              <a:buChar char="v"/>
            </a:pPr>
            <a:r>
              <a:rPr lang="en-US" sz="900">
                <a:solidFill>
                  <a:schemeClr val="bg1"/>
                </a:solidFill>
                <a:latin typeface="Montserrat Light" panose="00000400000000000000" pitchFamily="2" charset="77"/>
              </a:rPr>
              <a:t>Guardrails</a:t>
            </a:r>
          </a:p>
          <a:p>
            <a:pPr marL="171450" indent="-171450">
              <a:buFont typeface="Wingdings" panose="05000000000000000000" pitchFamily="2" charset="2"/>
              <a:buChar char="v"/>
            </a:pPr>
            <a:r>
              <a:rPr lang="en-US" sz="900" err="1">
                <a:solidFill>
                  <a:schemeClr val="bg1"/>
                </a:solidFill>
                <a:latin typeface="Montserrat Light" panose="00000400000000000000" pitchFamily="2" charset="77"/>
              </a:rPr>
              <a:t>LLMOps</a:t>
            </a:r>
            <a:r>
              <a:rPr lang="en-US" sz="900">
                <a:solidFill>
                  <a:schemeClr val="bg1"/>
                </a:solidFill>
                <a:latin typeface="Montserrat Light" panose="00000400000000000000" pitchFamily="2" charset="77"/>
              </a:rPr>
              <a:t> </a:t>
            </a:r>
          </a:p>
          <a:p>
            <a:pPr marL="171450" indent="-171450">
              <a:buFont typeface="Wingdings" panose="05000000000000000000" pitchFamily="2" charset="2"/>
              <a:buChar char="v"/>
            </a:pPr>
            <a:r>
              <a:rPr lang="en-US" sz="900">
                <a:solidFill>
                  <a:schemeClr val="bg1"/>
                </a:solidFill>
                <a:latin typeface="Montserrat Light" panose="00000400000000000000" pitchFamily="2" charset="77"/>
              </a:rPr>
              <a:t>Responsible AI.</a:t>
            </a:r>
            <a:endParaRPr lang="en-IN" sz="900">
              <a:solidFill>
                <a:schemeClr val="bg1"/>
              </a:solidFill>
              <a:latin typeface="Montserrat Light" panose="00000400000000000000" pitchFamily="2" charset="77"/>
            </a:endParaRPr>
          </a:p>
        </p:txBody>
      </p:sp>
      <p:sp>
        <p:nvSpPr>
          <p:cNvPr id="45" name="Text 34">
            <a:extLst>
              <a:ext uri="{FF2B5EF4-FFF2-40B4-BE49-F238E27FC236}">
                <a16:creationId xmlns:a16="http://schemas.microsoft.com/office/drawing/2014/main" id="{1491C942-ADE5-3EC4-66D1-218CF88E9B97}"/>
              </a:ext>
            </a:extLst>
          </p:cNvPr>
          <p:cNvSpPr/>
          <p:nvPr/>
        </p:nvSpPr>
        <p:spPr>
          <a:xfrm>
            <a:off x="5293944" y="4688935"/>
            <a:ext cx="1725107" cy="420624"/>
          </a:xfrm>
          <a:prstGeom prst="rect">
            <a:avLst/>
          </a:prstGeom>
          <a:noFill/>
          <a:ln/>
        </p:spPr>
        <p:txBody>
          <a:bodyPr wrap="square" lIns="0" tIns="0" rIns="0" bIns="0" rtlCol="0" anchor="t"/>
          <a:lstStyle/>
          <a:p>
            <a:pPr marL="0" indent="0" algn="l">
              <a:lnSpc>
                <a:spcPct val="100000"/>
              </a:lnSpc>
              <a:buNone/>
            </a:pPr>
            <a:r>
              <a:rPr lang="en-US" sz="1100">
                <a:solidFill>
                  <a:srgbClr val="E8612C"/>
                </a:solidFill>
                <a:latin typeface="Montserrat Light" panose="00000400000000000000" pitchFamily="2" charset="77"/>
                <a:ea typeface="Calibri" pitchFamily="34" charset="-122"/>
                <a:cs typeface="Calibri" pitchFamily="34" charset="-120"/>
              </a:rPr>
              <a:t>Data Science &amp; </a:t>
            </a:r>
            <a:br>
              <a:rPr lang="en-US" sz="1100">
                <a:solidFill>
                  <a:srgbClr val="E8612C"/>
                </a:solidFill>
                <a:latin typeface="Montserrat Light" panose="00000400000000000000" pitchFamily="2" charset="77"/>
                <a:ea typeface="Calibri" pitchFamily="34" charset="-122"/>
                <a:cs typeface="Calibri" pitchFamily="34" charset="-120"/>
              </a:rPr>
            </a:br>
            <a:r>
              <a:rPr lang="en-US" sz="1100">
                <a:solidFill>
                  <a:srgbClr val="E8612C"/>
                </a:solidFill>
                <a:latin typeface="Montserrat Light" panose="00000400000000000000" pitchFamily="2" charset="77"/>
                <a:ea typeface="Calibri" pitchFamily="34" charset="-122"/>
                <a:cs typeface="Calibri" pitchFamily="34" charset="-120"/>
              </a:rPr>
              <a:t>Machine Learning</a:t>
            </a:r>
            <a:endParaRPr lang="en-US" sz="1100">
              <a:latin typeface="Montserrat Light" panose="00000400000000000000" pitchFamily="2" charset="77"/>
            </a:endParaRPr>
          </a:p>
        </p:txBody>
      </p:sp>
      <p:sp>
        <p:nvSpPr>
          <p:cNvPr id="60" name="Text 35">
            <a:extLst>
              <a:ext uri="{FF2B5EF4-FFF2-40B4-BE49-F238E27FC236}">
                <a16:creationId xmlns:a16="http://schemas.microsoft.com/office/drawing/2014/main" id="{C99CB9C7-5A07-A550-77C5-04EC42313976}"/>
              </a:ext>
            </a:extLst>
          </p:cNvPr>
          <p:cNvSpPr/>
          <p:nvPr/>
        </p:nvSpPr>
        <p:spPr>
          <a:xfrm>
            <a:off x="5306301" y="5273161"/>
            <a:ext cx="1834633" cy="658368"/>
          </a:xfrm>
          <a:prstGeom prst="rect">
            <a:avLst/>
          </a:prstGeom>
          <a:noFill/>
          <a:ln/>
        </p:spPr>
        <p:txBody>
          <a:bodyPr wrap="square" lIns="0" tIns="0" rIns="0" bIns="0" rtlCol="0" anchor="t"/>
          <a:lstStyle/>
          <a:p>
            <a:pPr marL="171450" indent="-171450">
              <a:lnSpc>
                <a:spcPct val="105000"/>
              </a:lnSpc>
              <a:buFont typeface="Wingdings" panose="05000000000000000000" pitchFamily="2" charset="2"/>
              <a:buChar char="v"/>
            </a:pPr>
            <a:r>
              <a:rPr lang="en-US" sz="900">
                <a:solidFill>
                  <a:schemeClr val="bg1"/>
                </a:solidFill>
                <a:latin typeface="Montserrat Light" panose="00000400000000000000" pitchFamily="2" charset="77"/>
              </a:rPr>
              <a:t>Forecasting</a:t>
            </a:r>
          </a:p>
          <a:p>
            <a:pPr marL="171450" indent="-171450">
              <a:lnSpc>
                <a:spcPct val="105000"/>
              </a:lnSpc>
              <a:buFont typeface="Wingdings" panose="05000000000000000000" pitchFamily="2" charset="2"/>
              <a:buChar char="v"/>
            </a:pPr>
            <a:r>
              <a:rPr lang="en-US" sz="900">
                <a:solidFill>
                  <a:schemeClr val="bg1"/>
                </a:solidFill>
                <a:latin typeface="Montserrat Light" panose="00000400000000000000" pitchFamily="2" charset="77"/>
              </a:rPr>
              <a:t>Optimization</a:t>
            </a:r>
          </a:p>
          <a:p>
            <a:pPr marL="171450" indent="-171450">
              <a:lnSpc>
                <a:spcPct val="105000"/>
              </a:lnSpc>
              <a:buFont typeface="Wingdings" panose="05000000000000000000" pitchFamily="2" charset="2"/>
              <a:buChar char="v"/>
            </a:pPr>
            <a:r>
              <a:rPr lang="en-US" sz="900">
                <a:solidFill>
                  <a:schemeClr val="bg1"/>
                </a:solidFill>
                <a:latin typeface="Montserrat Light" panose="00000400000000000000" pitchFamily="2" charset="77"/>
              </a:rPr>
              <a:t>Segmentation</a:t>
            </a:r>
          </a:p>
          <a:p>
            <a:pPr marL="171450" indent="-171450">
              <a:lnSpc>
                <a:spcPct val="105000"/>
              </a:lnSpc>
              <a:buFont typeface="Wingdings" panose="05000000000000000000" pitchFamily="2" charset="2"/>
              <a:buChar char="v"/>
            </a:pPr>
            <a:r>
              <a:rPr lang="en-US" sz="900">
                <a:solidFill>
                  <a:schemeClr val="bg1"/>
                </a:solidFill>
                <a:latin typeface="Montserrat Light" panose="00000400000000000000" pitchFamily="2" charset="77"/>
              </a:rPr>
              <a:t>Anomaly detection</a:t>
            </a:r>
          </a:p>
          <a:p>
            <a:pPr marL="171450" indent="-171450">
              <a:lnSpc>
                <a:spcPct val="105000"/>
              </a:lnSpc>
              <a:buFont typeface="Wingdings" panose="05000000000000000000" pitchFamily="2" charset="2"/>
              <a:buChar char="v"/>
            </a:pPr>
            <a:r>
              <a:rPr lang="en-US" sz="900">
                <a:solidFill>
                  <a:schemeClr val="bg1"/>
                </a:solidFill>
                <a:latin typeface="Montserrat Light" panose="00000400000000000000" pitchFamily="2" charset="77"/>
              </a:rPr>
              <a:t>Propensity models</a:t>
            </a:r>
          </a:p>
          <a:p>
            <a:pPr marL="171450" indent="-171450">
              <a:lnSpc>
                <a:spcPct val="105000"/>
              </a:lnSpc>
              <a:buFont typeface="Wingdings" panose="05000000000000000000" pitchFamily="2" charset="2"/>
              <a:buChar char="v"/>
            </a:pPr>
            <a:r>
              <a:rPr lang="en-US" sz="900">
                <a:solidFill>
                  <a:schemeClr val="bg1"/>
                </a:solidFill>
                <a:latin typeface="Montserrat Light" panose="00000400000000000000" pitchFamily="2" charset="77"/>
              </a:rPr>
              <a:t>Price/promo models, </a:t>
            </a:r>
            <a:r>
              <a:rPr lang="en-US" sz="900" err="1">
                <a:solidFill>
                  <a:schemeClr val="bg1"/>
                </a:solidFill>
                <a:latin typeface="Montserrat Light" panose="00000400000000000000" pitchFamily="2" charset="77"/>
              </a:rPr>
              <a:t>MLOps</a:t>
            </a:r>
            <a:endParaRPr lang="en-US" sz="900">
              <a:solidFill>
                <a:schemeClr val="bg1"/>
              </a:solidFill>
              <a:latin typeface="Montserrat Light" panose="00000400000000000000" pitchFamily="2" charset="77"/>
            </a:endParaRPr>
          </a:p>
        </p:txBody>
      </p:sp>
      <p:sp>
        <p:nvSpPr>
          <p:cNvPr id="61" name="Text 38">
            <a:extLst>
              <a:ext uri="{FF2B5EF4-FFF2-40B4-BE49-F238E27FC236}">
                <a16:creationId xmlns:a16="http://schemas.microsoft.com/office/drawing/2014/main" id="{D87270FD-1534-571D-2952-A6F0062B5AC3}"/>
              </a:ext>
            </a:extLst>
          </p:cNvPr>
          <p:cNvSpPr/>
          <p:nvPr/>
        </p:nvSpPr>
        <p:spPr>
          <a:xfrm>
            <a:off x="7644704" y="4688935"/>
            <a:ext cx="1725107" cy="420624"/>
          </a:xfrm>
          <a:prstGeom prst="rect">
            <a:avLst/>
          </a:prstGeom>
          <a:noFill/>
          <a:ln/>
        </p:spPr>
        <p:txBody>
          <a:bodyPr wrap="square" lIns="0" tIns="0" rIns="0" bIns="0" rtlCol="0" anchor="t"/>
          <a:lstStyle/>
          <a:p>
            <a:pPr marL="0" indent="0" algn="l">
              <a:lnSpc>
                <a:spcPct val="100000"/>
              </a:lnSpc>
              <a:buNone/>
            </a:pPr>
            <a:r>
              <a:rPr lang="en-US" sz="1100">
                <a:solidFill>
                  <a:srgbClr val="E8612C"/>
                </a:solidFill>
                <a:latin typeface="Montserrat Light" panose="00000400000000000000" pitchFamily="2" charset="77"/>
                <a:ea typeface="Calibri" pitchFamily="34" charset="-122"/>
                <a:cs typeface="Calibri" pitchFamily="34" charset="-120"/>
              </a:rPr>
              <a:t>Migration &amp;</a:t>
            </a:r>
            <a:endParaRPr lang="en-US" sz="1100">
              <a:latin typeface="Montserrat Light" panose="00000400000000000000" pitchFamily="2" charset="77"/>
            </a:endParaRPr>
          </a:p>
          <a:p>
            <a:pPr marL="0" indent="0" algn="l">
              <a:lnSpc>
                <a:spcPct val="100000"/>
              </a:lnSpc>
              <a:buNone/>
            </a:pPr>
            <a:r>
              <a:rPr lang="en-US" sz="1100">
                <a:solidFill>
                  <a:srgbClr val="E8612C"/>
                </a:solidFill>
                <a:latin typeface="Montserrat Light" panose="00000400000000000000" pitchFamily="2" charset="77"/>
                <a:ea typeface="Calibri" pitchFamily="34" charset="-122"/>
                <a:cs typeface="Calibri" pitchFamily="34" charset="-120"/>
              </a:rPr>
              <a:t>Modernization</a:t>
            </a:r>
            <a:endParaRPr lang="en-US" sz="1100">
              <a:latin typeface="Montserrat Light" panose="00000400000000000000" pitchFamily="2" charset="77"/>
            </a:endParaRPr>
          </a:p>
        </p:txBody>
      </p:sp>
      <p:sp>
        <p:nvSpPr>
          <p:cNvPr id="62" name="Text 39">
            <a:extLst>
              <a:ext uri="{FF2B5EF4-FFF2-40B4-BE49-F238E27FC236}">
                <a16:creationId xmlns:a16="http://schemas.microsoft.com/office/drawing/2014/main" id="{ED7E2B27-FEC1-68BE-1D84-55002A192644}"/>
              </a:ext>
            </a:extLst>
          </p:cNvPr>
          <p:cNvSpPr/>
          <p:nvPr/>
        </p:nvSpPr>
        <p:spPr>
          <a:xfrm>
            <a:off x="7671387" y="5245982"/>
            <a:ext cx="1725107" cy="658368"/>
          </a:xfrm>
          <a:prstGeom prst="rect">
            <a:avLst/>
          </a:prstGeom>
          <a:noFill/>
          <a:ln/>
        </p:spPr>
        <p:txBody>
          <a:bodyPr wrap="square" lIns="0" tIns="0" rIns="0" bIns="0" rtlCol="0" anchor="t"/>
          <a:lstStyle/>
          <a:p>
            <a:pPr marL="171450" indent="-171450">
              <a:lnSpc>
                <a:spcPct val="105000"/>
              </a:lnSpc>
              <a:buFont typeface="Wingdings" panose="05000000000000000000" pitchFamily="2" charset="2"/>
              <a:buChar char="v"/>
            </a:pPr>
            <a:r>
              <a:rPr lang="en-IN" sz="900">
                <a:solidFill>
                  <a:schemeClr val="bg1"/>
                </a:solidFill>
                <a:latin typeface="Montserrat Light" panose="00000400000000000000" pitchFamily="2" charset="77"/>
              </a:rPr>
              <a:t>Data warehouse migration</a:t>
            </a:r>
          </a:p>
          <a:p>
            <a:pPr marL="171450" indent="-171450">
              <a:lnSpc>
                <a:spcPct val="105000"/>
              </a:lnSpc>
              <a:buFont typeface="Wingdings" panose="05000000000000000000" pitchFamily="2" charset="2"/>
              <a:buChar char="v"/>
            </a:pPr>
            <a:r>
              <a:rPr lang="en-IN" sz="900">
                <a:solidFill>
                  <a:schemeClr val="bg1"/>
                </a:solidFill>
                <a:latin typeface="Montserrat Light" panose="00000400000000000000" pitchFamily="2" charset="77"/>
              </a:rPr>
              <a:t>Platform modernization</a:t>
            </a:r>
          </a:p>
          <a:p>
            <a:pPr marL="171450" indent="-171450">
              <a:lnSpc>
                <a:spcPct val="105000"/>
              </a:lnSpc>
              <a:buFont typeface="Wingdings" panose="05000000000000000000" pitchFamily="2" charset="2"/>
              <a:buChar char="v"/>
            </a:pPr>
            <a:r>
              <a:rPr lang="en-IN" sz="900">
                <a:solidFill>
                  <a:schemeClr val="bg1"/>
                </a:solidFill>
                <a:latin typeface="Montserrat Light" panose="00000400000000000000" pitchFamily="2" charset="77"/>
              </a:rPr>
              <a:t>SQL refactoring</a:t>
            </a:r>
          </a:p>
          <a:p>
            <a:pPr marL="171450" indent="-171450">
              <a:lnSpc>
                <a:spcPct val="105000"/>
              </a:lnSpc>
              <a:buFont typeface="Wingdings" panose="05000000000000000000" pitchFamily="2" charset="2"/>
              <a:buChar char="v"/>
            </a:pPr>
            <a:r>
              <a:rPr lang="en-IN" sz="900">
                <a:solidFill>
                  <a:schemeClr val="bg1"/>
                </a:solidFill>
                <a:latin typeface="Montserrat Light" panose="00000400000000000000" pitchFamily="2" charset="77"/>
              </a:rPr>
              <a:t>Data </a:t>
            </a:r>
            <a:r>
              <a:rPr lang="en-IN" sz="900" err="1">
                <a:solidFill>
                  <a:schemeClr val="bg1"/>
                </a:solidFill>
                <a:latin typeface="Montserrat Light" panose="00000400000000000000" pitchFamily="2" charset="77"/>
              </a:rPr>
              <a:t>catalog</a:t>
            </a:r>
            <a:endParaRPr lang="en-IN" sz="900">
              <a:solidFill>
                <a:schemeClr val="bg1"/>
              </a:solidFill>
              <a:latin typeface="Montserrat Light" panose="00000400000000000000" pitchFamily="2" charset="77"/>
            </a:endParaRPr>
          </a:p>
          <a:p>
            <a:pPr marL="171450" indent="-171450">
              <a:lnSpc>
                <a:spcPct val="105000"/>
              </a:lnSpc>
              <a:buFont typeface="Wingdings" panose="05000000000000000000" pitchFamily="2" charset="2"/>
              <a:buChar char="v"/>
            </a:pPr>
            <a:r>
              <a:rPr lang="en-IN" sz="900">
                <a:solidFill>
                  <a:schemeClr val="bg1"/>
                </a:solidFill>
                <a:latin typeface="Montserrat Light" panose="00000400000000000000" pitchFamily="2" charset="77"/>
              </a:rPr>
              <a:t>Lineage</a:t>
            </a:r>
          </a:p>
          <a:p>
            <a:pPr marL="171450" indent="-171450">
              <a:lnSpc>
                <a:spcPct val="105000"/>
              </a:lnSpc>
              <a:buFont typeface="Wingdings" panose="05000000000000000000" pitchFamily="2" charset="2"/>
              <a:buChar char="v"/>
            </a:pPr>
            <a:r>
              <a:rPr lang="en-IN" sz="900" err="1">
                <a:solidFill>
                  <a:schemeClr val="bg1"/>
                </a:solidFill>
                <a:latin typeface="Montserrat Light" panose="00000400000000000000" pitchFamily="2" charset="77"/>
              </a:rPr>
              <a:t>DevSecOps</a:t>
            </a:r>
            <a:r>
              <a:rPr lang="en-IN" sz="900">
                <a:solidFill>
                  <a:schemeClr val="bg1"/>
                </a:solidFill>
                <a:latin typeface="Montserrat Light" panose="00000400000000000000" pitchFamily="2" charset="77"/>
              </a:rPr>
              <a:t>.</a:t>
            </a:r>
            <a:endParaRPr lang="en-US" sz="900">
              <a:solidFill>
                <a:schemeClr val="bg1"/>
              </a:solidFill>
              <a:latin typeface="Montserrat Light" panose="00000400000000000000" pitchFamily="2" charset="77"/>
            </a:endParaRPr>
          </a:p>
        </p:txBody>
      </p:sp>
      <p:sp>
        <p:nvSpPr>
          <p:cNvPr id="63" name="Text 42">
            <a:extLst>
              <a:ext uri="{FF2B5EF4-FFF2-40B4-BE49-F238E27FC236}">
                <a16:creationId xmlns:a16="http://schemas.microsoft.com/office/drawing/2014/main" id="{2DE3384B-8E51-5BDD-2A78-265410A0C2FA}"/>
              </a:ext>
            </a:extLst>
          </p:cNvPr>
          <p:cNvSpPr/>
          <p:nvPr/>
        </p:nvSpPr>
        <p:spPr>
          <a:xfrm>
            <a:off x="9950503" y="4688935"/>
            <a:ext cx="1725107" cy="420624"/>
          </a:xfrm>
          <a:prstGeom prst="rect">
            <a:avLst/>
          </a:prstGeom>
          <a:noFill/>
          <a:ln/>
        </p:spPr>
        <p:txBody>
          <a:bodyPr wrap="square" lIns="0" tIns="0" rIns="0" bIns="0" rtlCol="0" anchor="t"/>
          <a:lstStyle/>
          <a:p>
            <a:pPr marL="0" indent="0" algn="l">
              <a:lnSpc>
                <a:spcPct val="100000"/>
              </a:lnSpc>
              <a:buNone/>
            </a:pPr>
            <a:r>
              <a:rPr lang="en-US" sz="1100">
                <a:solidFill>
                  <a:srgbClr val="E8612C"/>
                </a:solidFill>
                <a:latin typeface="Montserrat Light" panose="00000400000000000000" pitchFamily="2" charset="77"/>
                <a:ea typeface="Calibri" pitchFamily="34" charset="-122"/>
                <a:cs typeface="Calibri" pitchFamily="34" charset="-120"/>
              </a:rPr>
              <a:t>Analytics &amp;</a:t>
            </a:r>
            <a:endParaRPr lang="en-US" sz="1100">
              <a:latin typeface="Montserrat Light" panose="00000400000000000000" pitchFamily="2" charset="77"/>
            </a:endParaRPr>
          </a:p>
          <a:p>
            <a:pPr marL="0" indent="0" algn="l">
              <a:lnSpc>
                <a:spcPct val="100000"/>
              </a:lnSpc>
              <a:buNone/>
            </a:pPr>
            <a:r>
              <a:rPr lang="en-US" sz="1100">
                <a:solidFill>
                  <a:srgbClr val="E8612C"/>
                </a:solidFill>
                <a:latin typeface="Montserrat Light" panose="00000400000000000000" pitchFamily="2" charset="77"/>
                <a:ea typeface="Calibri" pitchFamily="34" charset="-122"/>
                <a:cs typeface="Calibri" pitchFamily="34" charset="-120"/>
              </a:rPr>
              <a:t>Warehousing</a:t>
            </a:r>
            <a:endParaRPr lang="en-US" sz="1100">
              <a:latin typeface="Montserrat Light" panose="00000400000000000000" pitchFamily="2" charset="77"/>
            </a:endParaRPr>
          </a:p>
        </p:txBody>
      </p:sp>
      <p:sp>
        <p:nvSpPr>
          <p:cNvPr id="64" name="Text 43">
            <a:extLst>
              <a:ext uri="{FF2B5EF4-FFF2-40B4-BE49-F238E27FC236}">
                <a16:creationId xmlns:a16="http://schemas.microsoft.com/office/drawing/2014/main" id="{9C0AFC99-0D94-3C0A-7B55-2E0ECA37AD4B}"/>
              </a:ext>
            </a:extLst>
          </p:cNvPr>
          <p:cNvSpPr/>
          <p:nvPr/>
        </p:nvSpPr>
        <p:spPr>
          <a:xfrm>
            <a:off x="9926947" y="5273161"/>
            <a:ext cx="1838329" cy="658368"/>
          </a:xfrm>
          <a:prstGeom prst="rect">
            <a:avLst/>
          </a:prstGeom>
          <a:noFill/>
          <a:ln/>
        </p:spPr>
        <p:txBody>
          <a:bodyPr wrap="square" lIns="0" tIns="0" rIns="0" bIns="0" rtlCol="0" anchor="t"/>
          <a:lstStyle/>
          <a:p>
            <a:pPr marL="171450" indent="-171450">
              <a:lnSpc>
                <a:spcPct val="105000"/>
              </a:lnSpc>
              <a:buFont typeface="Wingdings" panose="05000000000000000000" pitchFamily="2" charset="2"/>
              <a:buChar char="v"/>
            </a:pPr>
            <a:r>
              <a:rPr lang="en-IN" sz="900">
                <a:solidFill>
                  <a:schemeClr val="bg1"/>
                </a:solidFill>
                <a:latin typeface="Montserrat Light" panose="00000400000000000000" pitchFamily="2" charset="77"/>
              </a:rPr>
              <a:t>BI Platforms</a:t>
            </a:r>
          </a:p>
          <a:p>
            <a:pPr marL="171450" indent="-171450">
              <a:lnSpc>
                <a:spcPct val="105000"/>
              </a:lnSpc>
              <a:buFont typeface="Wingdings" panose="05000000000000000000" pitchFamily="2" charset="2"/>
              <a:buChar char="v"/>
            </a:pPr>
            <a:r>
              <a:rPr lang="en-IN" sz="900">
                <a:solidFill>
                  <a:schemeClr val="bg1"/>
                </a:solidFill>
                <a:latin typeface="Montserrat Light" panose="00000400000000000000" pitchFamily="2" charset="77"/>
              </a:rPr>
              <a:t>Semantic layer</a:t>
            </a:r>
          </a:p>
          <a:p>
            <a:pPr marL="171450" indent="-171450">
              <a:lnSpc>
                <a:spcPct val="105000"/>
              </a:lnSpc>
              <a:buFont typeface="Wingdings" panose="05000000000000000000" pitchFamily="2" charset="2"/>
              <a:buChar char="v"/>
            </a:pPr>
            <a:r>
              <a:rPr lang="en-IN" sz="900">
                <a:solidFill>
                  <a:schemeClr val="bg1"/>
                </a:solidFill>
                <a:latin typeface="Montserrat Light" panose="00000400000000000000" pitchFamily="2" charset="77"/>
              </a:rPr>
              <a:t>Self-service analytics</a:t>
            </a:r>
          </a:p>
          <a:p>
            <a:pPr marL="171450" indent="-171450">
              <a:lnSpc>
                <a:spcPct val="105000"/>
              </a:lnSpc>
              <a:buFont typeface="Wingdings" panose="05000000000000000000" pitchFamily="2" charset="2"/>
              <a:buChar char="v"/>
            </a:pPr>
            <a:r>
              <a:rPr lang="en-IN" sz="900">
                <a:solidFill>
                  <a:schemeClr val="bg1"/>
                </a:solidFill>
                <a:latin typeface="Montserrat Light" panose="00000400000000000000" pitchFamily="2" charset="77"/>
              </a:rPr>
              <a:t>Forecasting models</a:t>
            </a:r>
          </a:p>
          <a:p>
            <a:pPr marL="171450" indent="-171450">
              <a:lnSpc>
                <a:spcPct val="105000"/>
              </a:lnSpc>
              <a:buFont typeface="Wingdings" panose="05000000000000000000" pitchFamily="2" charset="2"/>
              <a:buChar char="v"/>
            </a:pPr>
            <a:r>
              <a:rPr lang="en-IN" sz="900">
                <a:solidFill>
                  <a:schemeClr val="bg1"/>
                </a:solidFill>
                <a:latin typeface="Montserrat Light" panose="00000400000000000000" pitchFamily="2" charset="77"/>
              </a:rPr>
              <a:t>Decision intelligence</a:t>
            </a:r>
          </a:p>
          <a:p>
            <a:pPr marL="171450" indent="-171450">
              <a:lnSpc>
                <a:spcPct val="105000"/>
              </a:lnSpc>
              <a:buFont typeface="Wingdings" panose="05000000000000000000" pitchFamily="2" charset="2"/>
              <a:buChar char="v"/>
            </a:pPr>
            <a:r>
              <a:rPr lang="en-IN" sz="900">
                <a:solidFill>
                  <a:schemeClr val="bg1"/>
                </a:solidFill>
                <a:latin typeface="Montserrat Light" panose="00000400000000000000" pitchFamily="2" charset="77"/>
              </a:rPr>
              <a:t>Governed metrics.</a:t>
            </a:r>
            <a:endParaRPr lang="en-US" sz="900">
              <a:solidFill>
                <a:schemeClr val="bg1"/>
              </a:solidFill>
              <a:latin typeface="Montserrat Light" panose="00000400000000000000" pitchFamily="2" charset="77"/>
            </a:endParaRPr>
          </a:p>
        </p:txBody>
      </p:sp>
      <p:sp>
        <p:nvSpPr>
          <p:cNvPr id="65" name="Shape 25">
            <a:extLst>
              <a:ext uri="{FF2B5EF4-FFF2-40B4-BE49-F238E27FC236}">
                <a16:creationId xmlns:a16="http://schemas.microsoft.com/office/drawing/2014/main" id="{A8E503B9-F1FF-5FD9-902D-D1EB3701E6FB}"/>
              </a:ext>
            </a:extLst>
          </p:cNvPr>
          <p:cNvSpPr/>
          <p:nvPr/>
        </p:nvSpPr>
        <p:spPr>
          <a:xfrm>
            <a:off x="2149527" y="4723785"/>
            <a:ext cx="347472" cy="350924"/>
          </a:xfrm>
          <a:prstGeom prst="ellipse">
            <a:avLst/>
          </a:prstGeom>
          <a:noFill/>
          <a:ln>
            <a:solidFill>
              <a:schemeClr val="tx1">
                <a:lumMod val="50000"/>
                <a:lumOff val="50000"/>
              </a:schemeClr>
            </a:solidFill>
          </a:ln>
        </p:spPr>
        <p:txBody>
          <a:bodyPr/>
          <a:lstStyle/>
          <a:p>
            <a:endParaRPr lang="en-US">
              <a:latin typeface="Montserrat Light" panose="00000400000000000000" pitchFamily="2" charset="77"/>
            </a:endParaRPr>
          </a:p>
        </p:txBody>
      </p:sp>
      <p:pic>
        <p:nvPicPr>
          <p:cNvPr id="66" name="Image 3" descr="preencoded.png">
            <a:extLst>
              <a:ext uri="{FF2B5EF4-FFF2-40B4-BE49-F238E27FC236}">
                <a16:creationId xmlns:a16="http://schemas.microsoft.com/office/drawing/2014/main" id="{1FE98658-E4B9-52FF-4500-B51341636E2A}"/>
              </a:ext>
            </a:extLst>
          </p:cNvPr>
          <p:cNvPicPr>
            <a:picLocks noChangeAspect="1"/>
          </p:cNvPicPr>
          <p:nvPr/>
        </p:nvPicPr>
        <p:blipFill>
          <a:blip r:embed="rId3"/>
          <a:stretch>
            <a:fillRect/>
          </a:stretch>
        </p:blipFill>
        <p:spPr>
          <a:xfrm>
            <a:off x="2222359" y="4798343"/>
            <a:ext cx="201808" cy="201808"/>
          </a:xfrm>
          <a:prstGeom prst="rect">
            <a:avLst/>
          </a:prstGeom>
        </p:spPr>
      </p:pic>
      <p:sp>
        <p:nvSpPr>
          <p:cNvPr id="67" name="Shape 29">
            <a:extLst>
              <a:ext uri="{FF2B5EF4-FFF2-40B4-BE49-F238E27FC236}">
                <a16:creationId xmlns:a16="http://schemas.microsoft.com/office/drawing/2014/main" id="{C9412624-36CF-6734-FE6B-B27FDDB82ED0}"/>
              </a:ext>
            </a:extLst>
          </p:cNvPr>
          <p:cNvSpPr/>
          <p:nvPr/>
        </p:nvSpPr>
        <p:spPr>
          <a:xfrm>
            <a:off x="4505860" y="4723785"/>
            <a:ext cx="347472" cy="350924"/>
          </a:xfrm>
          <a:prstGeom prst="ellipse">
            <a:avLst/>
          </a:prstGeom>
          <a:noFill/>
          <a:ln>
            <a:solidFill>
              <a:schemeClr val="tx1">
                <a:lumMod val="50000"/>
                <a:lumOff val="50000"/>
              </a:schemeClr>
            </a:solidFill>
          </a:ln>
        </p:spPr>
        <p:txBody>
          <a:bodyPr/>
          <a:lstStyle/>
          <a:p>
            <a:endParaRPr lang="en-US">
              <a:latin typeface="Montserrat Light" panose="00000400000000000000" pitchFamily="2" charset="77"/>
            </a:endParaRPr>
          </a:p>
        </p:txBody>
      </p:sp>
      <p:pic>
        <p:nvPicPr>
          <p:cNvPr id="68" name="Image 4" descr="preencoded.png">
            <a:extLst>
              <a:ext uri="{FF2B5EF4-FFF2-40B4-BE49-F238E27FC236}">
                <a16:creationId xmlns:a16="http://schemas.microsoft.com/office/drawing/2014/main" id="{A3D095B3-3E14-442F-96B6-9E45DC93850A}"/>
              </a:ext>
            </a:extLst>
          </p:cNvPr>
          <p:cNvPicPr>
            <a:picLocks noChangeAspect="1"/>
          </p:cNvPicPr>
          <p:nvPr/>
        </p:nvPicPr>
        <p:blipFill>
          <a:blip r:embed="rId4"/>
          <a:stretch>
            <a:fillRect/>
          </a:stretch>
        </p:blipFill>
        <p:spPr>
          <a:xfrm>
            <a:off x="4568602" y="4788253"/>
            <a:ext cx="221989" cy="221989"/>
          </a:xfrm>
          <a:prstGeom prst="rect">
            <a:avLst/>
          </a:prstGeom>
        </p:spPr>
      </p:pic>
      <p:sp>
        <p:nvSpPr>
          <p:cNvPr id="69" name="Shape 33">
            <a:extLst>
              <a:ext uri="{FF2B5EF4-FFF2-40B4-BE49-F238E27FC236}">
                <a16:creationId xmlns:a16="http://schemas.microsoft.com/office/drawing/2014/main" id="{42CCED01-C8C3-CC2B-63A5-FE55BC14AAC3}"/>
              </a:ext>
            </a:extLst>
          </p:cNvPr>
          <p:cNvSpPr/>
          <p:nvPr/>
        </p:nvSpPr>
        <p:spPr>
          <a:xfrm>
            <a:off x="6834056" y="4723785"/>
            <a:ext cx="347472" cy="350924"/>
          </a:xfrm>
          <a:prstGeom prst="ellipse">
            <a:avLst/>
          </a:prstGeom>
          <a:noFill/>
          <a:ln>
            <a:solidFill>
              <a:schemeClr val="tx1">
                <a:lumMod val="50000"/>
                <a:lumOff val="50000"/>
              </a:schemeClr>
            </a:solidFill>
          </a:ln>
        </p:spPr>
        <p:txBody>
          <a:bodyPr/>
          <a:lstStyle/>
          <a:p>
            <a:endParaRPr lang="en-US">
              <a:latin typeface="Montserrat Light" panose="00000400000000000000" pitchFamily="2" charset="77"/>
            </a:endParaRPr>
          </a:p>
        </p:txBody>
      </p:sp>
      <p:pic>
        <p:nvPicPr>
          <p:cNvPr id="70" name="Image 5" descr="preencoded.png">
            <a:extLst>
              <a:ext uri="{FF2B5EF4-FFF2-40B4-BE49-F238E27FC236}">
                <a16:creationId xmlns:a16="http://schemas.microsoft.com/office/drawing/2014/main" id="{14C431C0-93C8-C59A-DD5A-CC60944A51FE}"/>
              </a:ext>
            </a:extLst>
          </p:cNvPr>
          <p:cNvPicPr>
            <a:picLocks noChangeAspect="1"/>
          </p:cNvPicPr>
          <p:nvPr/>
        </p:nvPicPr>
        <p:blipFill>
          <a:blip r:embed="rId5"/>
          <a:stretch>
            <a:fillRect/>
          </a:stretch>
        </p:blipFill>
        <p:spPr>
          <a:xfrm>
            <a:off x="6896798" y="4788253"/>
            <a:ext cx="221989" cy="221989"/>
          </a:xfrm>
          <a:prstGeom prst="rect">
            <a:avLst/>
          </a:prstGeom>
        </p:spPr>
      </p:pic>
      <p:sp>
        <p:nvSpPr>
          <p:cNvPr id="71" name="Shape 37">
            <a:extLst>
              <a:ext uri="{FF2B5EF4-FFF2-40B4-BE49-F238E27FC236}">
                <a16:creationId xmlns:a16="http://schemas.microsoft.com/office/drawing/2014/main" id="{E111A5FE-8E6C-D65D-3CCB-1DF82F244906}"/>
              </a:ext>
            </a:extLst>
          </p:cNvPr>
          <p:cNvSpPr/>
          <p:nvPr/>
        </p:nvSpPr>
        <p:spPr>
          <a:xfrm>
            <a:off x="9127745" y="4723785"/>
            <a:ext cx="347472" cy="350924"/>
          </a:xfrm>
          <a:prstGeom prst="ellipse">
            <a:avLst/>
          </a:prstGeom>
          <a:noFill/>
          <a:ln>
            <a:solidFill>
              <a:schemeClr val="tx1">
                <a:lumMod val="50000"/>
                <a:lumOff val="50000"/>
              </a:schemeClr>
            </a:solidFill>
          </a:ln>
        </p:spPr>
        <p:txBody>
          <a:bodyPr/>
          <a:lstStyle/>
          <a:p>
            <a:endParaRPr lang="en-US">
              <a:latin typeface="Montserrat Light" panose="00000400000000000000" pitchFamily="2" charset="77"/>
            </a:endParaRPr>
          </a:p>
        </p:txBody>
      </p:sp>
      <p:pic>
        <p:nvPicPr>
          <p:cNvPr id="72" name="Image 6" descr="preencoded.png">
            <a:extLst>
              <a:ext uri="{FF2B5EF4-FFF2-40B4-BE49-F238E27FC236}">
                <a16:creationId xmlns:a16="http://schemas.microsoft.com/office/drawing/2014/main" id="{3FB4160D-467D-7D22-5E8F-8701CFDE3D59}"/>
              </a:ext>
            </a:extLst>
          </p:cNvPr>
          <p:cNvPicPr>
            <a:picLocks noChangeAspect="1"/>
          </p:cNvPicPr>
          <p:nvPr/>
        </p:nvPicPr>
        <p:blipFill>
          <a:blip r:embed="rId6"/>
          <a:stretch>
            <a:fillRect/>
          </a:stretch>
        </p:blipFill>
        <p:spPr>
          <a:xfrm>
            <a:off x="9190487" y="4788253"/>
            <a:ext cx="221989" cy="221989"/>
          </a:xfrm>
          <a:prstGeom prst="rect">
            <a:avLst/>
          </a:prstGeom>
        </p:spPr>
      </p:pic>
      <p:sp>
        <p:nvSpPr>
          <p:cNvPr id="73" name="Shape 41">
            <a:extLst>
              <a:ext uri="{FF2B5EF4-FFF2-40B4-BE49-F238E27FC236}">
                <a16:creationId xmlns:a16="http://schemas.microsoft.com/office/drawing/2014/main" id="{F5D60F2A-370C-9782-B32F-656BB8359CF1}"/>
              </a:ext>
            </a:extLst>
          </p:cNvPr>
          <p:cNvSpPr/>
          <p:nvPr/>
        </p:nvSpPr>
        <p:spPr>
          <a:xfrm>
            <a:off x="11532843" y="4723785"/>
            <a:ext cx="347472" cy="350924"/>
          </a:xfrm>
          <a:prstGeom prst="ellipse">
            <a:avLst/>
          </a:prstGeom>
          <a:noFill/>
          <a:ln>
            <a:solidFill>
              <a:schemeClr val="tx1">
                <a:lumMod val="50000"/>
                <a:lumOff val="50000"/>
              </a:schemeClr>
            </a:solidFill>
          </a:ln>
        </p:spPr>
        <p:txBody>
          <a:bodyPr/>
          <a:lstStyle/>
          <a:p>
            <a:endParaRPr lang="en-US">
              <a:latin typeface="Montserrat Light" panose="00000400000000000000" pitchFamily="2" charset="77"/>
            </a:endParaRPr>
          </a:p>
        </p:txBody>
      </p:sp>
      <p:pic>
        <p:nvPicPr>
          <p:cNvPr id="74" name="Image 7" descr="preencoded.png">
            <a:extLst>
              <a:ext uri="{FF2B5EF4-FFF2-40B4-BE49-F238E27FC236}">
                <a16:creationId xmlns:a16="http://schemas.microsoft.com/office/drawing/2014/main" id="{7186736A-019E-904B-EBF1-405C3DC3C281}"/>
              </a:ext>
            </a:extLst>
          </p:cNvPr>
          <p:cNvPicPr>
            <a:picLocks noChangeAspect="1"/>
          </p:cNvPicPr>
          <p:nvPr/>
        </p:nvPicPr>
        <p:blipFill>
          <a:blip r:embed="rId7"/>
          <a:stretch>
            <a:fillRect/>
          </a:stretch>
        </p:blipFill>
        <p:spPr>
          <a:xfrm>
            <a:off x="11595585" y="4788253"/>
            <a:ext cx="221989" cy="221989"/>
          </a:xfrm>
          <a:prstGeom prst="rect">
            <a:avLst/>
          </a:prstGeom>
        </p:spPr>
      </p:pic>
      <p:grpSp>
        <p:nvGrpSpPr>
          <p:cNvPr id="7" name="Group 6">
            <a:extLst>
              <a:ext uri="{FF2B5EF4-FFF2-40B4-BE49-F238E27FC236}">
                <a16:creationId xmlns:a16="http://schemas.microsoft.com/office/drawing/2014/main" id="{C0E31D56-5E17-26E4-79FA-F459BAB871EE}"/>
              </a:ext>
            </a:extLst>
          </p:cNvPr>
          <p:cNvGrpSpPr/>
          <p:nvPr/>
        </p:nvGrpSpPr>
        <p:grpSpPr>
          <a:xfrm>
            <a:off x="431906" y="1162398"/>
            <a:ext cx="11417194" cy="2738854"/>
            <a:chOff x="353787" y="1187303"/>
            <a:chExt cx="11934676" cy="3310603"/>
          </a:xfrm>
          <a:noFill/>
        </p:grpSpPr>
        <p:sp>
          <p:nvSpPr>
            <p:cNvPr id="75" name="Round Same-side Corner of Rectangle 42">
              <a:extLst>
                <a:ext uri="{FF2B5EF4-FFF2-40B4-BE49-F238E27FC236}">
                  <a16:creationId xmlns:a16="http://schemas.microsoft.com/office/drawing/2014/main" id="{6E95FD6D-B9DB-CC3F-41FF-931FC655C893}"/>
                </a:ext>
              </a:extLst>
            </p:cNvPr>
            <p:cNvSpPr/>
            <p:nvPr/>
          </p:nvSpPr>
          <p:spPr>
            <a:xfrm>
              <a:off x="3376167" y="1187303"/>
              <a:ext cx="2867535" cy="3310603"/>
            </a:xfrm>
            <a:prstGeom prst="roundRect">
              <a:avLst>
                <a:gd name="adj" fmla="val 3963"/>
              </a:avLst>
            </a:prstGeom>
            <a:grpFill/>
            <a:ln w="952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ound Same-side Corner of Rectangle 75">
              <a:extLst>
                <a:ext uri="{FF2B5EF4-FFF2-40B4-BE49-F238E27FC236}">
                  <a16:creationId xmlns:a16="http://schemas.microsoft.com/office/drawing/2014/main" id="{945541EC-ED6C-986A-2605-E79B13DD0D20}"/>
                </a:ext>
              </a:extLst>
            </p:cNvPr>
            <p:cNvSpPr/>
            <p:nvPr/>
          </p:nvSpPr>
          <p:spPr>
            <a:xfrm>
              <a:off x="6398547" y="1187303"/>
              <a:ext cx="2867535" cy="3310603"/>
            </a:xfrm>
            <a:prstGeom prst="roundRect">
              <a:avLst>
                <a:gd name="adj" fmla="val 6489"/>
              </a:avLst>
            </a:prstGeom>
            <a:grpFill/>
            <a:ln w="952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ound Same-side Corner of Rectangle 77">
              <a:extLst>
                <a:ext uri="{FF2B5EF4-FFF2-40B4-BE49-F238E27FC236}">
                  <a16:creationId xmlns:a16="http://schemas.microsoft.com/office/drawing/2014/main" id="{7D770A79-7B1A-64D0-E94F-376BCCBAE9A0}"/>
                </a:ext>
              </a:extLst>
            </p:cNvPr>
            <p:cNvSpPr/>
            <p:nvPr/>
          </p:nvSpPr>
          <p:spPr>
            <a:xfrm>
              <a:off x="353787" y="1187303"/>
              <a:ext cx="2867535" cy="3310603"/>
            </a:xfrm>
            <a:prstGeom prst="roundRect">
              <a:avLst>
                <a:gd name="adj" fmla="val 5672"/>
              </a:avLst>
            </a:prstGeom>
            <a:grpFill/>
            <a:ln w="952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HLS Header">
              <a:extLst>
                <a:ext uri="{FF2B5EF4-FFF2-40B4-BE49-F238E27FC236}">
                  <a16:creationId xmlns:a16="http://schemas.microsoft.com/office/drawing/2014/main" id="{9061B9BB-3C67-34BB-BD9C-39744277678E}"/>
                </a:ext>
              </a:extLst>
            </p:cNvPr>
            <p:cNvSpPr/>
            <p:nvPr/>
          </p:nvSpPr>
          <p:spPr>
            <a:xfrm>
              <a:off x="3483361" y="1354308"/>
              <a:ext cx="2146571" cy="331586"/>
            </a:xfrm>
            <a:prstGeom prst="rect">
              <a:avLst/>
            </a:prstGeom>
            <a:grpFill/>
            <a:ln/>
          </p:spPr>
          <p:txBody>
            <a:bodyPr wrap="square" lIns="0" tIns="0" rIns="0" bIns="0" rtlCol="0" anchor="t"/>
            <a:lstStyle/>
            <a:p>
              <a:pPr>
                <a:lnSpc>
                  <a:spcPct val="118000"/>
                </a:lnSpc>
              </a:pPr>
              <a:r>
                <a:rPr lang="en-US" sz="1400" b="1">
                  <a:solidFill>
                    <a:schemeClr val="tx1">
                      <a:lumMod val="95000"/>
                      <a:lumOff val="5000"/>
                    </a:schemeClr>
                  </a:solidFill>
                  <a:latin typeface="Montserrat"/>
                  <a:ea typeface="+mn-lt"/>
                  <a:cs typeface="+mn-lt"/>
                </a:rPr>
                <a:t>Quality &amp; Regulatory</a:t>
              </a:r>
              <a:endParaRPr lang="en-US"/>
            </a:p>
          </p:txBody>
        </p:sp>
        <p:sp>
          <p:nvSpPr>
            <p:cNvPr id="11" name="HLS Bullets">
              <a:extLst>
                <a:ext uri="{FF2B5EF4-FFF2-40B4-BE49-F238E27FC236}">
                  <a16:creationId xmlns:a16="http://schemas.microsoft.com/office/drawing/2014/main" id="{1F8517E5-10A1-7F7A-F19C-FC77D94C9F98}"/>
                </a:ext>
              </a:extLst>
            </p:cNvPr>
            <p:cNvSpPr/>
            <p:nvPr/>
          </p:nvSpPr>
          <p:spPr>
            <a:xfrm>
              <a:off x="480155" y="1861796"/>
              <a:ext cx="2587583" cy="2426717"/>
            </a:xfrm>
            <a:prstGeom prst="rect">
              <a:avLst/>
            </a:prstGeom>
            <a:grpFill/>
            <a:ln/>
          </p:spPr>
          <p:txBody>
            <a:bodyPr wrap="square" lIns="0" tIns="0" rIns="0" bIns="0" rtlCol="0" anchor="t"/>
            <a:lstStyle/>
            <a:p>
              <a:pPr marL="171450" indent="-171450">
                <a:spcBef>
                  <a:spcPts val="600"/>
                </a:spcBef>
                <a:buSzPct val="100000"/>
                <a:buFont typeface="Wingdings" panose="05000000000000000000" pitchFamily="2" charset="2"/>
                <a:buChar char="v"/>
              </a:pPr>
              <a:r>
                <a:rPr lang="en-US" sz="1200">
                  <a:latin typeface="Montserrat Light"/>
                  <a:ea typeface="Calibri"/>
                  <a:cs typeface="Calibri"/>
                </a:rPr>
                <a:t>On Time in Full</a:t>
              </a:r>
            </a:p>
            <a:p>
              <a:pPr marL="171450" indent="-171450">
                <a:spcBef>
                  <a:spcPts val="600"/>
                </a:spcBef>
                <a:buSzPct val="100000"/>
                <a:buFont typeface="Wingdings" panose="05000000000000000000" pitchFamily="2" charset="2"/>
                <a:buChar char="v"/>
              </a:pPr>
              <a:r>
                <a:rPr lang="en-US" sz="1200">
                  <a:latin typeface="Montserrat Light"/>
                  <a:ea typeface="Calibri"/>
                  <a:cs typeface="Calibri"/>
                </a:rPr>
                <a:t>Available to Promise</a:t>
              </a:r>
            </a:p>
            <a:p>
              <a:pPr marL="171450" indent="-171450">
                <a:spcBef>
                  <a:spcPts val="600"/>
                </a:spcBef>
                <a:buSzPct val="100000"/>
                <a:buFont typeface="Wingdings" panose="05000000000000000000" pitchFamily="2" charset="2"/>
                <a:buChar char="v"/>
              </a:pPr>
              <a:r>
                <a:rPr lang="en-US" sz="1200">
                  <a:latin typeface="Montserrat Light"/>
                  <a:ea typeface="Calibri"/>
                  <a:cs typeface="Calibri"/>
                </a:rPr>
                <a:t>MEIO / SEIO</a:t>
              </a:r>
            </a:p>
            <a:p>
              <a:pPr marL="171450" indent="-171450">
                <a:spcBef>
                  <a:spcPts val="600"/>
                </a:spcBef>
                <a:buSzPct val="100000"/>
                <a:buFont typeface="Wingdings" panose="05000000000000000000" pitchFamily="2" charset="2"/>
                <a:buChar char="v"/>
              </a:pPr>
              <a:r>
                <a:rPr lang="en-US" sz="1200">
                  <a:latin typeface="Montserrat Light"/>
                  <a:ea typeface="Calibri"/>
                  <a:cs typeface="Calibri"/>
                </a:rPr>
                <a:t>Demand &amp; Planning</a:t>
              </a:r>
            </a:p>
            <a:p>
              <a:pPr marL="171450" indent="-171450">
                <a:spcBef>
                  <a:spcPts val="600"/>
                </a:spcBef>
                <a:buSzPct val="100000"/>
                <a:buFont typeface="Wingdings" panose="05000000000000000000" pitchFamily="2" charset="2"/>
                <a:buChar char="v"/>
              </a:pPr>
              <a:r>
                <a:rPr lang="en-US" sz="1200">
                  <a:latin typeface="Montserrat Light"/>
                  <a:ea typeface="Calibri"/>
                  <a:cs typeface="Calibri"/>
                </a:rPr>
                <a:t>SC Resiliency</a:t>
              </a:r>
            </a:p>
            <a:p>
              <a:pPr marL="171450" indent="-171450">
                <a:spcBef>
                  <a:spcPts val="600"/>
                </a:spcBef>
                <a:buSzPct val="100000"/>
                <a:buFont typeface="Wingdings" panose="05000000000000000000" pitchFamily="2" charset="2"/>
                <a:buChar char="v"/>
              </a:pPr>
              <a:r>
                <a:rPr lang="en-US" sz="1200">
                  <a:latin typeface="Montserrat Light"/>
                  <a:ea typeface="Calibri"/>
                  <a:cs typeface="Calibri"/>
                </a:rPr>
                <a:t>Control Tower</a:t>
              </a:r>
            </a:p>
            <a:p>
              <a:pPr marL="171450" indent="-171450">
                <a:spcBef>
                  <a:spcPts val="600"/>
                </a:spcBef>
                <a:buSzPct val="100000"/>
                <a:buFont typeface="Wingdings" panose="05000000000000000000" pitchFamily="2" charset="2"/>
                <a:buChar char="v"/>
              </a:pPr>
              <a:r>
                <a:rPr lang="en-US" sz="1200">
                  <a:latin typeface="Montserrat Light"/>
                  <a:ea typeface="Calibri"/>
                  <a:cs typeface="Calibri"/>
                </a:rPr>
                <a:t>DC Archetype</a:t>
              </a:r>
            </a:p>
            <a:p>
              <a:pPr marL="171450" indent="-171450">
                <a:spcBef>
                  <a:spcPts val="600"/>
                </a:spcBef>
                <a:buSzPct val="100000"/>
                <a:buFont typeface="Wingdings" panose="05000000000000000000" pitchFamily="2" charset="2"/>
                <a:buChar char="v"/>
              </a:pPr>
              <a:r>
                <a:rPr lang="en-US" sz="1200">
                  <a:latin typeface="Montserrat Light"/>
                  <a:ea typeface="Calibri"/>
                  <a:cs typeface="Calibri"/>
                </a:rPr>
                <a:t>SC Planning</a:t>
              </a:r>
            </a:p>
          </p:txBody>
        </p:sp>
        <p:sp>
          <p:nvSpPr>
            <p:cNvPr id="16" name="Text 11">
              <a:extLst>
                <a:ext uri="{FF2B5EF4-FFF2-40B4-BE49-F238E27FC236}">
                  <a16:creationId xmlns:a16="http://schemas.microsoft.com/office/drawing/2014/main" id="{7D5894B0-391B-1526-ECFA-C17DCB6B5450}"/>
                </a:ext>
              </a:extLst>
            </p:cNvPr>
            <p:cNvSpPr/>
            <p:nvPr/>
          </p:nvSpPr>
          <p:spPr>
            <a:xfrm>
              <a:off x="501589" y="1354308"/>
              <a:ext cx="2149035" cy="331586"/>
            </a:xfrm>
            <a:prstGeom prst="rect">
              <a:avLst/>
            </a:prstGeom>
            <a:grpFill/>
            <a:ln/>
          </p:spPr>
          <p:txBody>
            <a:bodyPr wrap="square" lIns="0" tIns="0" rIns="0" bIns="0" rtlCol="0" anchor="t"/>
            <a:lstStyle/>
            <a:p>
              <a:pPr>
                <a:lnSpc>
                  <a:spcPct val="118000"/>
                </a:lnSpc>
              </a:pPr>
              <a:r>
                <a:rPr lang="en-US" sz="1400" b="1">
                  <a:solidFill>
                    <a:schemeClr val="tx1">
                      <a:lumMod val="95000"/>
                      <a:lumOff val="5000"/>
                    </a:schemeClr>
                  </a:solidFill>
                  <a:latin typeface="Montserrat" pitchFamily="2" charset="77"/>
                  <a:ea typeface="+mn-lt"/>
                  <a:cs typeface="+mn-lt"/>
                </a:rPr>
                <a:t>Supply Chain</a:t>
              </a:r>
            </a:p>
          </p:txBody>
        </p:sp>
        <p:sp>
          <p:nvSpPr>
            <p:cNvPr id="17" name="Text 18">
              <a:extLst>
                <a:ext uri="{FF2B5EF4-FFF2-40B4-BE49-F238E27FC236}">
                  <a16:creationId xmlns:a16="http://schemas.microsoft.com/office/drawing/2014/main" id="{9A72C5C4-20CF-3ED8-5C5E-858116B65685}"/>
                </a:ext>
              </a:extLst>
            </p:cNvPr>
            <p:cNvSpPr/>
            <p:nvPr/>
          </p:nvSpPr>
          <p:spPr>
            <a:xfrm>
              <a:off x="3538514" y="1861796"/>
              <a:ext cx="2587583" cy="2413961"/>
            </a:xfrm>
            <a:prstGeom prst="rect">
              <a:avLst/>
            </a:prstGeom>
            <a:grpFill/>
            <a:ln/>
          </p:spPr>
          <p:txBody>
            <a:bodyPr wrap="square" lIns="0" tIns="0" rIns="0" bIns="0" rtlCol="0" anchor="t"/>
            <a:lstStyle/>
            <a:p>
              <a:pPr marL="171450" indent="-171450">
                <a:spcBef>
                  <a:spcPts val="600"/>
                </a:spcBef>
                <a:spcAft>
                  <a:spcPts val="300"/>
                </a:spcAft>
                <a:buSzPct val="100000"/>
                <a:buFont typeface="Wingdings" panose="05000000000000000000" pitchFamily="2" charset="2"/>
                <a:buChar char="v"/>
              </a:pPr>
              <a:r>
                <a:rPr lang="en-US" sz="1200">
                  <a:solidFill>
                    <a:srgbClr val="1F2540"/>
                  </a:solidFill>
                  <a:latin typeface="Montserrat Light"/>
                  <a:ea typeface="Calibri" panose="020F0502020204030204"/>
                  <a:cs typeface="Calibri" panose="020F0502020204030204"/>
                </a:rPr>
                <a:t>Zone Model</a:t>
              </a:r>
            </a:p>
            <a:p>
              <a:pPr marL="171450" indent="-171450">
                <a:spcBef>
                  <a:spcPts val="600"/>
                </a:spcBef>
                <a:spcAft>
                  <a:spcPts val="300"/>
                </a:spcAft>
                <a:buSzPct val="100000"/>
                <a:buFont typeface="Wingdings" panose="05000000000000000000" pitchFamily="2" charset="2"/>
                <a:buChar char="v"/>
              </a:pPr>
              <a:r>
                <a:rPr lang="en-US" sz="1200">
                  <a:solidFill>
                    <a:srgbClr val="1F2540"/>
                  </a:solidFill>
                  <a:latin typeface="Montserrat Light"/>
                  <a:ea typeface="Calibri" panose="020F0502020204030204"/>
                  <a:cs typeface="Calibri" panose="020F0502020204030204"/>
                </a:rPr>
                <a:t>Intelligent Audit AI</a:t>
              </a:r>
            </a:p>
            <a:p>
              <a:pPr marL="171450" indent="-171450">
                <a:spcBef>
                  <a:spcPts val="600"/>
                </a:spcBef>
                <a:spcAft>
                  <a:spcPts val="300"/>
                </a:spcAft>
                <a:buSzPct val="100000"/>
                <a:buFont typeface="Wingdings" panose="05000000000000000000" pitchFamily="2" charset="2"/>
                <a:buChar char="v"/>
              </a:pPr>
              <a:r>
                <a:rPr lang="en-US" sz="1200">
                  <a:solidFill>
                    <a:srgbClr val="1F2540"/>
                  </a:solidFill>
                  <a:latin typeface="Montserrat Light"/>
                  <a:ea typeface="Calibri" panose="020F0502020204030204"/>
                  <a:cs typeface="Calibri" panose="020F0502020204030204"/>
                </a:rPr>
                <a:t>NC Escalation AI</a:t>
              </a:r>
            </a:p>
            <a:p>
              <a:pPr marL="171450" indent="-171450">
                <a:spcBef>
                  <a:spcPts val="600"/>
                </a:spcBef>
                <a:spcAft>
                  <a:spcPts val="300"/>
                </a:spcAft>
                <a:buSzPct val="100000"/>
                <a:buFont typeface="Wingdings" panose="05000000000000000000" pitchFamily="2" charset="2"/>
                <a:buChar char="v"/>
              </a:pPr>
              <a:r>
                <a:rPr lang="en-US" sz="1200">
                  <a:solidFill>
                    <a:srgbClr val="1F2540"/>
                  </a:solidFill>
                  <a:latin typeface="Montserrat Light"/>
                  <a:ea typeface="Calibri" panose="020F0502020204030204"/>
                  <a:cs typeface="Calibri" panose="020F0502020204030204"/>
                </a:rPr>
                <a:t>Comm/Prod/ External Quality</a:t>
              </a:r>
            </a:p>
            <a:p>
              <a:pPr marL="171450" indent="-171450">
                <a:spcBef>
                  <a:spcPts val="600"/>
                </a:spcBef>
                <a:spcAft>
                  <a:spcPts val="300"/>
                </a:spcAft>
                <a:buSzPct val="100000"/>
                <a:buFont typeface="Wingdings" panose="05000000000000000000" pitchFamily="2" charset="2"/>
                <a:buChar char="v"/>
              </a:pPr>
              <a:r>
                <a:rPr lang="en-US" sz="1200">
                  <a:solidFill>
                    <a:srgbClr val="1F2540"/>
                  </a:solidFill>
                  <a:latin typeface="Montserrat Light"/>
                  <a:ea typeface="Calibri" panose="020F0502020204030204"/>
                  <a:cs typeface="Calibri" panose="020F0502020204030204"/>
                </a:rPr>
                <a:t>TRIA Framework</a:t>
              </a:r>
            </a:p>
            <a:p>
              <a:pPr marL="171450" indent="-171450">
                <a:spcBef>
                  <a:spcPts val="600"/>
                </a:spcBef>
                <a:spcAft>
                  <a:spcPts val="300"/>
                </a:spcAft>
                <a:buSzPct val="100000"/>
                <a:buFont typeface="Wingdings" panose="05000000000000000000" pitchFamily="2" charset="2"/>
                <a:buChar char="v"/>
              </a:pPr>
              <a:r>
                <a:rPr lang="en-US" sz="1200">
                  <a:solidFill>
                    <a:srgbClr val="1F2540"/>
                  </a:solidFill>
                  <a:latin typeface="Montserrat Light"/>
                  <a:ea typeface="Calibri" panose="020F0502020204030204"/>
                  <a:cs typeface="Calibri" panose="020F0502020204030204"/>
                </a:rPr>
                <a:t>RBQM Design</a:t>
              </a:r>
            </a:p>
          </p:txBody>
        </p:sp>
        <p:sp>
          <p:nvSpPr>
            <p:cNvPr id="22" name="Text 17">
              <a:extLst>
                <a:ext uri="{FF2B5EF4-FFF2-40B4-BE49-F238E27FC236}">
                  <a16:creationId xmlns:a16="http://schemas.microsoft.com/office/drawing/2014/main" id="{7B659F83-D1FE-1850-BA4F-DEACBB46DDDF}"/>
                </a:ext>
              </a:extLst>
            </p:cNvPr>
            <p:cNvSpPr/>
            <p:nvPr/>
          </p:nvSpPr>
          <p:spPr>
            <a:xfrm>
              <a:off x="6564152" y="1354308"/>
              <a:ext cx="2146572" cy="331586"/>
            </a:xfrm>
            <a:prstGeom prst="rect">
              <a:avLst/>
            </a:prstGeom>
            <a:grpFill/>
            <a:ln/>
          </p:spPr>
          <p:txBody>
            <a:bodyPr wrap="square" lIns="0" tIns="0" rIns="0" bIns="0" rtlCol="0" anchor="t"/>
            <a:lstStyle/>
            <a:p>
              <a:pPr>
                <a:lnSpc>
                  <a:spcPct val="118000"/>
                </a:lnSpc>
              </a:pPr>
              <a:r>
                <a:rPr lang="en-US" sz="1400" b="1">
                  <a:solidFill>
                    <a:schemeClr val="tx1">
                      <a:lumMod val="95000"/>
                      <a:lumOff val="5000"/>
                    </a:schemeClr>
                  </a:solidFill>
                  <a:latin typeface="Montserrat"/>
                  <a:ea typeface="+mn-lt"/>
                  <a:cs typeface="+mn-lt"/>
                </a:rPr>
                <a:t>Domain </a:t>
              </a:r>
              <a:r>
                <a:rPr lang="en-US" sz="1400" b="1" err="1">
                  <a:solidFill>
                    <a:schemeClr val="tx1">
                      <a:lumMod val="95000"/>
                      <a:lumOff val="5000"/>
                    </a:schemeClr>
                  </a:solidFill>
                  <a:latin typeface="Montserrat"/>
                  <a:ea typeface="+mn-lt"/>
                  <a:cs typeface="+mn-lt"/>
                </a:rPr>
                <a:t>CoE</a:t>
              </a:r>
              <a:r>
                <a:rPr lang="en-US" sz="1400" b="1">
                  <a:solidFill>
                    <a:schemeClr val="tx1">
                      <a:lumMod val="95000"/>
                      <a:lumOff val="5000"/>
                    </a:schemeClr>
                  </a:solidFill>
                  <a:latin typeface="Montserrat"/>
                  <a:ea typeface="+mn-lt"/>
                  <a:cs typeface="+mn-lt"/>
                </a:rPr>
                <a:t> &amp; GenAI</a:t>
              </a:r>
              <a:endParaRPr lang="en-US">
                <a:solidFill>
                  <a:schemeClr val="tx1">
                    <a:lumMod val="95000"/>
                    <a:lumOff val="5000"/>
                  </a:schemeClr>
                </a:solidFill>
              </a:endParaRPr>
            </a:p>
          </p:txBody>
        </p:sp>
        <p:sp>
          <p:nvSpPr>
            <p:cNvPr id="23" name="Text 18">
              <a:extLst>
                <a:ext uri="{FF2B5EF4-FFF2-40B4-BE49-F238E27FC236}">
                  <a16:creationId xmlns:a16="http://schemas.microsoft.com/office/drawing/2014/main" id="{1B8BFB54-7090-3649-1BD6-0F624334CE56}"/>
                </a:ext>
              </a:extLst>
            </p:cNvPr>
            <p:cNvSpPr/>
            <p:nvPr/>
          </p:nvSpPr>
          <p:spPr>
            <a:xfrm>
              <a:off x="6602770" y="1861796"/>
              <a:ext cx="2587583" cy="2413961"/>
            </a:xfrm>
            <a:prstGeom prst="rect">
              <a:avLst/>
            </a:prstGeom>
            <a:grpFill/>
            <a:ln/>
          </p:spPr>
          <p:txBody>
            <a:bodyPr wrap="square" lIns="0" tIns="0" rIns="0" bIns="0" rtlCol="0" anchor="t"/>
            <a:lstStyle/>
            <a:p>
              <a:pPr marL="171450" indent="-171450">
                <a:spcBef>
                  <a:spcPts val="600"/>
                </a:spcBef>
                <a:spcAft>
                  <a:spcPts val="300"/>
                </a:spcAft>
                <a:buSzPct val="100000"/>
                <a:buFont typeface="Wingdings" panose="05000000000000000000" pitchFamily="2" charset="2"/>
                <a:buChar char="v"/>
              </a:pPr>
              <a:r>
                <a:rPr lang="en-US" sz="1200">
                  <a:solidFill>
                    <a:srgbClr val="1F2540"/>
                  </a:solidFill>
                  <a:latin typeface="Montserrat Light"/>
                  <a:ea typeface="Calibri"/>
                  <a:cs typeface="Calibri"/>
                </a:rPr>
                <a:t>Agentic AI (SC)</a:t>
              </a:r>
              <a:endParaRPr lang="en-US" sz="1200">
                <a:solidFill>
                  <a:srgbClr val="1F2540"/>
                </a:solidFill>
                <a:latin typeface="Montserrat Light" panose="00000400000000000000" pitchFamily="2" charset="77"/>
                <a:ea typeface="Calibri"/>
                <a:cs typeface="Calibri"/>
              </a:endParaRPr>
            </a:p>
            <a:p>
              <a:pPr marL="171450" indent="-171450">
                <a:spcBef>
                  <a:spcPts val="600"/>
                </a:spcBef>
                <a:spcAft>
                  <a:spcPts val="300"/>
                </a:spcAft>
                <a:buSzPct val="100000"/>
                <a:buFont typeface="Wingdings" panose="05000000000000000000" pitchFamily="2" charset="2"/>
                <a:buChar char="v"/>
              </a:pPr>
              <a:r>
                <a:rPr lang="en-US" sz="1200">
                  <a:solidFill>
                    <a:srgbClr val="1F2540"/>
                  </a:solidFill>
                  <a:latin typeface="Montserrat Light"/>
                  <a:ea typeface="Calibri"/>
                  <a:cs typeface="Calibri"/>
                </a:rPr>
                <a:t>Clinical Risk Monitor</a:t>
              </a:r>
            </a:p>
            <a:p>
              <a:pPr marL="171450" indent="-171450">
                <a:spcBef>
                  <a:spcPts val="600"/>
                </a:spcBef>
                <a:spcAft>
                  <a:spcPts val="300"/>
                </a:spcAft>
                <a:buSzPct val="100000"/>
                <a:buFont typeface="Wingdings" panose="05000000000000000000" pitchFamily="2" charset="2"/>
                <a:buChar char="v"/>
              </a:pPr>
              <a:r>
                <a:rPr lang="en-US" sz="1200">
                  <a:solidFill>
                    <a:srgbClr val="1F2540"/>
                  </a:solidFill>
                  <a:latin typeface="Montserrat Light"/>
                  <a:ea typeface="Calibri"/>
                  <a:cs typeface="Calibri"/>
                </a:rPr>
                <a:t>Gen AI QRM</a:t>
              </a:r>
            </a:p>
            <a:p>
              <a:pPr marL="171450" indent="-171450">
                <a:spcBef>
                  <a:spcPts val="600"/>
                </a:spcBef>
                <a:spcAft>
                  <a:spcPts val="300"/>
                </a:spcAft>
                <a:buSzPct val="100000"/>
                <a:buFont typeface="Wingdings" panose="05000000000000000000" pitchFamily="2" charset="2"/>
                <a:buChar char="v"/>
              </a:pPr>
              <a:r>
                <a:rPr lang="en-US" sz="1200">
                  <a:solidFill>
                    <a:srgbClr val="1F2540"/>
                  </a:solidFill>
                  <a:latin typeface="Montserrat Light"/>
                  <a:ea typeface="Calibri"/>
                  <a:cs typeface="Calibri"/>
                </a:rPr>
                <a:t>CDL / Databricks</a:t>
              </a:r>
            </a:p>
            <a:p>
              <a:pPr marL="171450" indent="-171450">
                <a:spcBef>
                  <a:spcPts val="600"/>
                </a:spcBef>
                <a:spcAft>
                  <a:spcPts val="300"/>
                </a:spcAft>
                <a:buSzPct val="100000"/>
                <a:buFont typeface="Wingdings" panose="05000000000000000000" pitchFamily="2" charset="2"/>
                <a:buChar char="v"/>
              </a:pPr>
              <a:r>
                <a:rPr lang="en-US" sz="1200">
                  <a:solidFill>
                    <a:srgbClr val="1F2540"/>
                  </a:solidFill>
                  <a:latin typeface="Montserrat Light"/>
                  <a:ea typeface="Calibri"/>
                  <a:cs typeface="Calibri"/>
                </a:rPr>
                <a:t>AI Risk Library</a:t>
              </a:r>
            </a:p>
          </p:txBody>
        </p:sp>
        <p:sp>
          <p:nvSpPr>
            <p:cNvPr id="24" name="Round Same-side Corner of Rectangle 75">
              <a:extLst>
                <a:ext uri="{FF2B5EF4-FFF2-40B4-BE49-F238E27FC236}">
                  <a16:creationId xmlns:a16="http://schemas.microsoft.com/office/drawing/2014/main" id="{E9817BF7-043E-6017-FCC6-D1398B6DE28B}"/>
                </a:ext>
              </a:extLst>
            </p:cNvPr>
            <p:cNvSpPr/>
            <p:nvPr/>
          </p:nvSpPr>
          <p:spPr>
            <a:xfrm>
              <a:off x="9420928" y="1187303"/>
              <a:ext cx="2867535" cy="3310603"/>
            </a:xfrm>
            <a:prstGeom prst="roundRect">
              <a:avLst>
                <a:gd name="adj" fmla="val 4336"/>
              </a:avLst>
            </a:prstGeom>
            <a:grpFill/>
            <a:ln w="952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 17">
              <a:extLst>
                <a:ext uri="{FF2B5EF4-FFF2-40B4-BE49-F238E27FC236}">
                  <a16:creationId xmlns:a16="http://schemas.microsoft.com/office/drawing/2014/main" id="{50160EC2-2DFA-6F24-E13F-2EFE021C6BBD}"/>
                </a:ext>
              </a:extLst>
            </p:cNvPr>
            <p:cNvSpPr/>
            <p:nvPr/>
          </p:nvSpPr>
          <p:spPr>
            <a:xfrm>
              <a:off x="9535183" y="1354308"/>
              <a:ext cx="2146572" cy="331586"/>
            </a:xfrm>
            <a:prstGeom prst="rect">
              <a:avLst/>
            </a:prstGeom>
            <a:grpFill/>
            <a:ln/>
          </p:spPr>
          <p:txBody>
            <a:bodyPr wrap="square" lIns="0" tIns="0" rIns="0" bIns="0" rtlCol="0" anchor="t"/>
            <a:lstStyle/>
            <a:p>
              <a:pPr>
                <a:lnSpc>
                  <a:spcPct val="118000"/>
                </a:lnSpc>
              </a:pPr>
              <a:r>
                <a:rPr lang="en-US" sz="1400" b="1">
                  <a:solidFill>
                    <a:schemeClr val="tx1">
                      <a:lumMod val="95000"/>
                      <a:lumOff val="5000"/>
                    </a:schemeClr>
                  </a:solidFill>
                  <a:latin typeface="Montserrat"/>
                  <a:ea typeface="+mn-lt"/>
                  <a:cs typeface="+mn-lt"/>
                </a:rPr>
                <a:t>Commercial </a:t>
              </a:r>
              <a:endParaRPr lang="en-US" sz="1400" b="1">
                <a:solidFill>
                  <a:schemeClr val="tx1">
                    <a:lumMod val="95000"/>
                    <a:lumOff val="5000"/>
                  </a:schemeClr>
                </a:solidFill>
                <a:latin typeface="Montserrat"/>
                <a:ea typeface="Calibri"/>
                <a:cs typeface="Calibri"/>
              </a:endParaRPr>
            </a:p>
          </p:txBody>
        </p:sp>
        <p:sp>
          <p:nvSpPr>
            <p:cNvPr id="28" name="Text 18">
              <a:extLst>
                <a:ext uri="{FF2B5EF4-FFF2-40B4-BE49-F238E27FC236}">
                  <a16:creationId xmlns:a16="http://schemas.microsoft.com/office/drawing/2014/main" id="{69F75A02-9717-FFA2-76BA-577C349E6DAA}"/>
                </a:ext>
              </a:extLst>
            </p:cNvPr>
            <p:cNvSpPr/>
            <p:nvPr/>
          </p:nvSpPr>
          <p:spPr>
            <a:xfrm>
              <a:off x="9560903" y="1861796"/>
              <a:ext cx="2587583" cy="2413961"/>
            </a:xfrm>
            <a:prstGeom prst="rect">
              <a:avLst/>
            </a:prstGeom>
            <a:grpFill/>
            <a:ln/>
          </p:spPr>
          <p:txBody>
            <a:bodyPr wrap="square" lIns="0" tIns="0" rIns="0" bIns="0" rtlCol="0" anchor="t"/>
            <a:lstStyle/>
            <a:p>
              <a:pPr marL="171450" indent="-171450">
                <a:spcBef>
                  <a:spcPts val="600"/>
                </a:spcBef>
                <a:spcAft>
                  <a:spcPts val="300"/>
                </a:spcAft>
                <a:buSzPct val="100000"/>
                <a:buFont typeface="Wingdings" panose="05000000000000000000" pitchFamily="2" charset="2"/>
                <a:buChar char="v"/>
              </a:pPr>
              <a:r>
                <a:rPr lang="en-US" sz="1200">
                  <a:solidFill>
                    <a:srgbClr val="1F2540"/>
                  </a:solidFill>
                  <a:latin typeface="Montserrat Light"/>
                  <a:ea typeface="Calibri"/>
                  <a:cs typeface="Calibri"/>
                </a:rPr>
                <a:t>Central Recommendation Engine</a:t>
              </a:r>
            </a:p>
            <a:p>
              <a:pPr marL="171450" indent="-171450">
                <a:spcBef>
                  <a:spcPts val="600"/>
                </a:spcBef>
                <a:spcAft>
                  <a:spcPts val="300"/>
                </a:spcAft>
                <a:buSzPct val="100000"/>
                <a:buFont typeface="Wingdings" panose="05000000000000000000" pitchFamily="2" charset="2"/>
                <a:buChar char="v"/>
              </a:pPr>
              <a:r>
                <a:rPr lang="en-US" sz="1200">
                  <a:solidFill>
                    <a:srgbClr val="1F2540"/>
                  </a:solidFill>
                  <a:latin typeface="Montserrat Light"/>
                  <a:ea typeface="Calibri"/>
                  <a:cs typeface="Calibri"/>
                </a:rPr>
                <a:t>Demand Planning</a:t>
              </a:r>
            </a:p>
            <a:p>
              <a:pPr marL="171450" indent="-171450">
                <a:spcBef>
                  <a:spcPts val="600"/>
                </a:spcBef>
                <a:spcAft>
                  <a:spcPts val="300"/>
                </a:spcAft>
                <a:buSzPct val="100000"/>
                <a:buFont typeface="Wingdings" panose="05000000000000000000" pitchFamily="2" charset="2"/>
                <a:buChar char="v"/>
              </a:pPr>
              <a:r>
                <a:rPr lang="en-US" sz="1200">
                  <a:solidFill>
                    <a:srgbClr val="1F2540"/>
                  </a:solidFill>
                  <a:latin typeface="Montserrat Light"/>
                  <a:ea typeface="Calibri"/>
                  <a:cs typeface="Calibri"/>
                </a:rPr>
                <a:t>Trade Promo Analytics</a:t>
              </a:r>
            </a:p>
            <a:p>
              <a:pPr marL="171450" indent="-171450">
                <a:spcBef>
                  <a:spcPts val="600"/>
                </a:spcBef>
                <a:spcAft>
                  <a:spcPts val="300"/>
                </a:spcAft>
                <a:buSzPct val="100000"/>
                <a:buFont typeface="Wingdings" panose="05000000000000000000" pitchFamily="2" charset="2"/>
                <a:buChar char="v"/>
              </a:pPr>
              <a:r>
                <a:rPr lang="en-US" sz="1200">
                  <a:solidFill>
                    <a:srgbClr val="1F2540"/>
                  </a:solidFill>
                  <a:latin typeface="Montserrat Light"/>
                  <a:ea typeface="Calibri"/>
                  <a:cs typeface="Calibri"/>
                </a:rPr>
                <a:t>VMI Programs</a:t>
              </a:r>
            </a:p>
            <a:p>
              <a:pPr marL="171450" indent="-171450">
                <a:spcBef>
                  <a:spcPts val="600"/>
                </a:spcBef>
                <a:spcAft>
                  <a:spcPts val="300"/>
                </a:spcAft>
                <a:buSzPct val="100000"/>
                <a:buFont typeface="Wingdings" panose="05000000000000000000" pitchFamily="2" charset="2"/>
                <a:buChar char="v"/>
              </a:pPr>
              <a:r>
                <a:rPr lang="en-US" sz="1200">
                  <a:solidFill>
                    <a:srgbClr val="1F2540"/>
                  </a:solidFill>
                  <a:latin typeface="Montserrat Light"/>
                  <a:ea typeface="Calibri"/>
                  <a:cs typeface="Calibri"/>
                </a:rPr>
                <a:t>S&amp;OE</a:t>
              </a:r>
              <a:endParaRPr lang="en-US" sz="1200">
                <a:solidFill>
                  <a:srgbClr val="1F2540"/>
                </a:solidFill>
                <a:latin typeface="Montserrat Light" panose="00000400000000000000" pitchFamily="2" charset="77"/>
                <a:ea typeface="Calibri"/>
                <a:cs typeface="Calibri"/>
              </a:endParaRPr>
            </a:p>
            <a:p>
              <a:pPr marL="171450" indent="-171450">
                <a:spcBef>
                  <a:spcPts val="600"/>
                </a:spcBef>
                <a:spcAft>
                  <a:spcPts val="300"/>
                </a:spcAft>
                <a:buSzPct val="100000"/>
                <a:buFont typeface="Wingdings" panose="05000000000000000000" pitchFamily="2" charset="2"/>
                <a:buChar char="v"/>
              </a:pPr>
              <a:r>
                <a:rPr lang="en-US" sz="1200">
                  <a:solidFill>
                    <a:srgbClr val="1F2540"/>
                  </a:solidFill>
                  <a:latin typeface="Montserrat Light"/>
                  <a:ea typeface="Calibri"/>
                  <a:cs typeface="Calibri"/>
                </a:rPr>
                <a:t>Channel Management</a:t>
              </a:r>
              <a:endParaRPr lang="en-US" sz="1200">
                <a:solidFill>
                  <a:srgbClr val="1F2540"/>
                </a:solidFill>
                <a:latin typeface="Montserrat Light" panose="00000400000000000000" pitchFamily="2" charset="77"/>
                <a:ea typeface="Calibri"/>
                <a:cs typeface="Calibri"/>
              </a:endParaRPr>
            </a:p>
          </p:txBody>
        </p:sp>
      </p:grpSp>
      <p:sp>
        <p:nvSpPr>
          <p:cNvPr id="18" name="Title 17">
            <a:extLst>
              <a:ext uri="{FF2B5EF4-FFF2-40B4-BE49-F238E27FC236}">
                <a16:creationId xmlns:a16="http://schemas.microsoft.com/office/drawing/2014/main" id="{9D4BBF6D-A9B9-7DB0-872D-905D4B8EBE79}"/>
              </a:ext>
            </a:extLst>
          </p:cNvPr>
          <p:cNvSpPr>
            <a:spLocks noGrp="1"/>
          </p:cNvSpPr>
          <p:nvPr>
            <p:ph type="title"/>
          </p:nvPr>
        </p:nvSpPr>
        <p:spPr>
          <a:xfrm>
            <a:off x="381000" y="342899"/>
            <a:ext cx="10515600" cy="553993"/>
          </a:xfrm>
        </p:spPr>
        <p:txBody>
          <a:bodyPr/>
          <a:lstStyle/>
          <a:p>
            <a:r>
              <a:rPr lang="en-US"/>
              <a:t>Syren Capabilities </a:t>
            </a:r>
            <a:endParaRPr lang="en-IN"/>
          </a:p>
        </p:txBody>
      </p:sp>
      <p:sp>
        <p:nvSpPr>
          <p:cNvPr id="42" name="Slide Number Placeholder 5">
            <a:extLst>
              <a:ext uri="{FF2B5EF4-FFF2-40B4-BE49-F238E27FC236}">
                <a16:creationId xmlns:a16="http://schemas.microsoft.com/office/drawing/2014/main" id="{3891907B-5722-6EF8-8FC2-27BCA545CF89}"/>
              </a:ext>
            </a:extLst>
          </p:cNvPr>
          <p:cNvSpPr>
            <a:spLocks noGrp="1"/>
          </p:cNvSpPr>
          <p:nvPr>
            <p:ph type="sldNum" sz="quarter" idx="12"/>
          </p:nvPr>
        </p:nvSpPr>
        <p:spPr>
          <a:xfrm>
            <a:off x="9105900" y="6540407"/>
            <a:ext cx="2743200" cy="206375"/>
          </a:xfrm>
        </p:spPr>
        <p:txBody>
          <a:bodyPr/>
          <a:lstStyle/>
          <a:p>
            <a:fld id="{330EA680-D336-4FF7-8B7A-9848BB0A1C32}" type="slidenum">
              <a:rPr lang="en-US" smtClean="0">
                <a:solidFill>
                  <a:schemeClr val="bg1"/>
                </a:solidFill>
              </a:rPr>
              <a:t>3</a:t>
            </a:fld>
            <a:endParaRPr lang="en-US">
              <a:solidFill>
                <a:schemeClr val="bg1"/>
              </a:solidFill>
            </a:endParaRPr>
          </a:p>
        </p:txBody>
      </p:sp>
      <p:sp>
        <p:nvSpPr>
          <p:cNvPr id="43" name="Date Placeholder 3">
            <a:extLst>
              <a:ext uri="{FF2B5EF4-FFF2-40B4-BE49-F238E27FC236}">
                <a16:creationId xmlns:a16="http://schemas.microsoft.com/office/drawing/2014/main" id="{A1BB1F1C-FAC6-C705-5E61-CF67C617B853}"/>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solidFill>
                  <a:schemeClr val="bg1"/>
                </a:solidFill>
              </a:rPr>
              <a:t>© SYREN CLOUD INC – 2026 – ALL RIGHTS RESERVED</a:t>
            </a:r>
            <a:endParaRPr lang="en-US" sz="600">
              <a:solidFill>
                <a:schemeClr val="bg1"/>
              </a:solidFill>
            </a:endParaRPr>
          </a:p>
        </p:txBody>
      </p:sp>
      <p:pic>
        <p:nvPicPr>
          <p:cNvPr id="44" name="Graphic 43">
            <a:extLst>
              <a:ext uri="{FF2B5EF4-FFF2-40B4-BE49-F238E27FC236}">
                <a16:creationId xmlns:a16="http://schemas.microsoft.com/office/drawing/2014/main" id="{2BED9884-89EF-EB8F-8CBB-ED041AEA91C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74292" y="6551600"/>
            <a:ext cx="457200" cy="143540"/>
          </a:xfrm>
          <a:prstGeom prst="rect">
            <a:avLst/>
          </a:prstGeom>
        </p:spPr>
      </p:pic>
    </p:spTree>
    <p:extLst>
      <p:ext uri="{BB962C8B-B14F-4D97-AF65-F5344CB8AC3E}">
        <p14:creationId xmlns:p14="http://schemas.microsoft.com/office/powerpoint/2010/main" val="566397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B35CD-0B5B-CE74-3DCE-64ABE5FD189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C71372B-44FB-D133-48FE-12A74200CF57}"/>
              </a:ext>
            </a:extLst>
          </p:cNvPr>
          <p:cNvSpPr>
            <a:spLocks noGrp="1"/>
          </p:cNvSpPr>
          <p:nvPr>
            <p:ph type="title"/>
          </p:nvPr>
        </p:nvSpPr>
        <p:spPr>
          <a:xfrm>
            <a:off x="381000" y="342899"/>
            <a:ext cx="10515600" cy="939249"/>
          </a:xfrm>
        </p:spPr>
        <p:txBody>
          <a:bodyPr/>
          <a:lstStyle/>
          <a:p>
            <a:r>
              <a:rPr lang="en-US">
                <a:latin typeface="Montserrat Light"/>
              </a:rPr>
              <a:t>30+ Supply chain Use Cases. Your Data Driving Operational Excellence.</a:t>
            </a:r>
            <a:endParaRPr lang="en-IN">
              <a:latin typeface="Montserrat Light"/>
            </a:endParaRPr>
          </a:p>
        </p:txBody>
      </p:sp>
      <p:pic>
        <p:nvPicPr>
          <p:cNvPr id="31" name="Graphic 30">
            <a:extLst>
              <a:ext uri="{FF2B5EF4-FFF2-40B4-BE49-F238E27FC236}">
                <a16:creationId xmlns:a16="http://schemas.microsoft.com/office/drawing/2014/main" id="{5C889450-F136-7ADC-9340-401E907F4F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8389" y="5391256"/>
            <a:ext cx="476250" cy="476250"/>
          </a:xfrm>
          <a:prstGeom prst="rect">
            <a:avLst/>
          </a:prstGeom>
        </p:spPr>
      </p:pic>
      <p:pic>
        <p:nvPicPr>
          <p:cNvPr id="32" name="Graphic 31">
            <a:extLst>
              <a:ext uri="{FF2B5EF4-FFF2-40B4-BE49-F238E27FC236}">
                <a16:creationId xmlns:a16="http://schemas.microsoft.com/office/drawing/2014/main" id="{CE0F81DA-B65B-9983-B178-844B7D26C6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78507" y="1684068"/>
            <a:ext cx="476250" cy="476250"/>
          </a:xfrm>
          <a:prstGeom prst="rect">
            <a:avLst/>
          </a:prstGeom>
        </p:spPr>
      </p:pic>
      <p:pic>
        <p:nvPicPr>
          <p:cNvPr id="33" name="Graphic 32">
            <a:extLst>
              <a:ext uri="{FF2B5EF4-FFF2-40B4-BE49-F238E27FC236}">
                <a16:creationId xmlns:a16="http://schemas.microsoft.com/office/drawing/2014/main" id="{A5E8F241-4FEA-A368-6558-2B5500AD9F2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77698" y="5391256"/>
            <a:ext cx="476250" cy="476250"/>
          </a:xfrm>
          <a:prstGeom prst="rect">
            <a:avLst/>
          </a:prstGeom>
        </p:spPr>
      </p:pic>
      <p:pic>
        <p:nvPicPr>
          <p:cNvPr id="34" name="Graphic 33">
            <a:extLst>
              <a:ext uri="{FF2B5EF4-FFF2-40B4-BE49-F238E27FC236}">
                <a16:creationId xmlns:a16="http://schemas.microsoft.com/office/drawing/2014/main" id="{96FDDDAD-D972-2F64-6E57-F1E24DC2F24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768198" y="1684449"/>
            <a:ext cx="475488" cy="475488"/>
          </a:xfrm>
          <a:prstGeom prst="rect">
            <a:avLst/>
          </a:prstGeom>
        </p:spPr>
      </p:pic>
      <p:pic>
        <p:nvPicPr>
          <p:cNvPr id="35" name="Graphic 34">
            <a:extLst>
              <a:ext uri="{FF2B5EF4-FFF2-40B4-BE49-F238E27FC236}">
                <a16:creationId xmlns:a16="http://schemas.microsoft.com/office/drawing/2014/main" id="{9A9596E8-71CB-E697-FEF5-1804CE6B11D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367387" y="5391637"/>
            <a:ext cx="475488" cy="475488"/>
          </a:xfrm>
          <a:prstGeom prst="rect">
            <a:avLst/>
          </a:prstGeom>
        </p:spPr>
      </p:pic>
      <p:pic>
        <p:nvPicPr>
          <p:cNvPr id="36" name="Graphic 35">
            <a:extLst>
              <a:ext uri="{FF2B5EF4-FFF2-40B4-BE49-F238E27FC236}">
                <a16:creationId xmlns:a16="http://schemas.microsoft.com/office/drawing/2014/main" id="{F70125A6-1944-D3F8-C9D4-58B5A046B55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957506" y="1684449"/>
            <a:ext cx="475488" cy="475488"/>
          </a:xfrm>
          <a:prstGeom prst="rect">
            <a:avLst/>
          </a:prstGeom>
        </p:spPr>
      </p:pic>
      <p:pic>
        <p:nvPicPr>
          <p:cNvPr id="37" name="Graphic 36">
            <a:extLst>
              <a:ext uri="{FF2B5EF4-FFF2-40B4-BE49-F238E27FC236}">
                <a16:creationId xmlns:a16="http://schemas.microsoft.com/office/drawing/2014/main" id="{FB536638-FBAB-F381-0F0A-8756B375090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564498" y="5391637"/>
            <a:ext cx="475488" cy="475488"/>
          </a:xfrm>
          <a:prstGeom prst="rect">
            <a:avLst/>
          </a:prstGeom>
        </p:spPr>
      </p:pic>
      <p:cxnSp>
        <p:nvCxnSpPr>
          <p:cNvPr id="15" name="Straight Connector 14">
            <a:extLst>
              <a:ext uri="{FF2B5EF4-FFF2-40B4-BE49-F238E27FC236}">
                <a16:creationId xmlns:a16="http://schemas.microsoft.com/office/drawing/2014/main" id="{C1D7E96E-3A8A-1E6A-C3C9-B114E3725B39}"/>
              </a:ext>
            </a:extLst>
          </p:cNvPr>
          <p:cNvCxnSpPr/>
          <p:nvPr/>
        </p:nvCxnSpPr>
        <p:spPr>
          <a:xfrm>
            <a:off x="381000" y="3715687"/>
            <a:ext cx="11468100" cy="0"/>
          </a:xfrm>
          <a:prstGeom prst="line">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cxnSp>
      <p:sp>
        <p:nvSpPr>
          <p:cNvPr id="17" name="Oval 16">
            <a:extLst>
              <a:ext uri="{FF2B5EF4-FFF2-40B4-BE49-F238E27FC236}">
                <a16:creationId xmlns:a16="http://schemas.microsoft.com/office/drawing/2014/main" id="{A8A77576-338B-F679-4C6E-549157DA867F}"/>
              </a:ext>
            </a:extLst>
          </p:cNvPr>
          <p:cNvSpPr/>
          <p:nvPr/>
        </p:nvSpPr>
        <p:spPr>
          <a:xfrm>
            <a:off x="1105865" y="3595038"/>
            <a:ext cx="241298" cy="241298"/>
          </a:xfrm>
          <a:prstGeom prst="ellipse">
            <a:avLst/>
          </a:prstGeom>
          <a:solidFill>
            <a:schemeClr val="bg2"/>
          </a:solidFill>
          <a:ln w="31750">
            <a:solidFill>
              <a:srgbClr val="FDDC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Oval 38">
            <a:extLst>
              <a:ext uri="{FF2B5EF4-FFF2-40B4-BE49-F238E27FC236}">
                <a16:creationId xmlns:a16="http://schemas.microsoft.com/office/drawing/2014/main" id="{DD45AF8B-DA68-D728-63CC-9CBC8E35E312}"/>
              </a:ext>
            </a:extLst>
          </p:cNvPr>
          <p:cNvSpPr/>
          <p:nvPr/>
        </p:nvSpPr>
        <p:spPr>
          <a:xfrm>
            <a:off x="2701129" y="3595038"/>
            <a:ext cx="241298" cy="241298"/>
          </a:xfrm>
          <a:prstGeom prst="ellipse">
            <a:avLst/>
          </a:prstGeom>
          <a:solidFill>
            <a:schemeClr val="bg2"/>
          </a:solidFill>
          <a:ln w="31750">
            <a:solidFill>
              <a:srgbClr val="FDDC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Oval 39">
            <a:extLst>
              <a:ext uri="{FF2B5EF4-FFF2-40B4-BE49-F238E27FC236}">
                <a16:creationId xmlns:a16="http://schemas.microsoft.com/office/drawing/2014/main" id="{DB6F8BD5-C1BA-69AE-5A7E-7CBC98216D5C}"/>
              </a:ext>
            </a:extLst>
          </p:cNvPr>
          <p:cNvSpPr/>
          <p:nvPr/>
        </p:nvSpPr>
        <p:spPr>
          <a:xfrm>
            <a:off x="4296393" y="3595038"/>
            <a:ext cx="241298" cy="241298"/>
          </a:xfrm>
          <a:prstGeom prst="ellipse">
            <a:avLst/>
          </a:prstGeom>
          <a:solidFill>
            <a:schemeClr val="bg2"/>
          </a:solidFill>
          <a:ln w="31750">
            <a:solidFill>
              <a:srgbClr val="FDDC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6B7BE9F6-3AD3-0225-B626-1CC7B8AA56FC}"/>
              </a:ext>
            </a:extLst>
          </p:cNvPr>
          <p:cNvSpPr/>
          <p:nvPr/>
        </p:nvSpPr>
        <p:spPr>
          <a:xfrm>
            <a:off x="5891657" y="3595038"/>
            <a:ext cx="241298" cy="241298"/>
          </a:xfrm>
          <a:prstGeom prst="ellipse">
            <a:avLst/>
          </a:prstGeom>
          <a:solidFill>
            <a:schemeClr val="bg2"/>
          </a:solidFill>
          <a:ln w="31750">
            <a:solidFill>
              <a:srgbClr val="FDDC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403C792A-83DA-5A01-7842-02A03BC118FD}"/>
              </a:ext>
            </a:extLst>
          </p:cNvPr>
          <p:cNvSpPr/>
          <p:nvPr/>
        </p:nvSpPr>
        <p:spPr>
          <a:xfrm>
            <a:off x="7486921" y="3595038"/>
            <a:ext cx="241298" cy="241298"/>
          </a:xfrm>
          <a:prstGeom prst="ellipse">
            <a:avLst/>
          </a:prstGeom>
          <a:solidFill>
            <a:schemeClr val="bg2"/>
          </a:solidFill>
          <a:ln w="31750">
            <a:solidFill>
              <a:srgbClr val="FDDC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Oval 42">
            <a:extLst>
              <a:ext uri="{FF2B5EF4-FFF2-40B4-BE49-F238E27FC236}">
                <a16:creationId xmlns:a16="http://schemas.microsoft.com/office/drawing/2014/main" id="{18D93FF5-3653-930F-7BB3-3C51F80EBDA3}"/>
              </a:ext>
            </a:extLst>
          </p:cNvPr>
          <p:cNvSpPr/>
          <p:nvPr/>
        </p:nvSpPr>
        <p:spPr>
          <a:xfrm>
            <a:off x="9082185" y="3595038"/>
            <a:ext cx="241298" cy="241298"/>
          </a:xfrm>
          <a:prstGeom prst="ellipse">
            <a:avLst/>
          </a:prstGeom>
          <a:solidFill>
            <a:schemeClr val="bg2"/>
          </a:solidFill>
          <a:ln w="31750">
            <a:solidFill>
              <a:srgbClr val="FDDC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Oval 43">
            <a:extLst>
              <a:ext uri="{FF2B5EF4-FFF2-40B4-BE49-F238E27FC236}">
                <a16:creationId xmlns:a16="http://schemas.microsoft.com/office/drawing/2014/main" id="{7D8731C5-5B5F-B121-76CF-036D5CCC5BBC}"/>
              </a:ext>
            </a:extLst>
          </p:cNvPr>
          <p:cNvSpPr/>
          <p:nvPr/>
        </p:nvSpPr>
        <p:spPr>
          <a:xfrm>
            <a:off x="10677451" y="3595038"/>
            <a:ext cx="241298" cy="241298"/>
          </a:xfrm>
          <a:prstGeom prst="ellipse">
            <a:avLst/>
          </a:prstGeom>
          <a:solidFill>
            <a:schemeClr val="bg2"/>
          </a:solidFill>
          <a:ln w="31750">
            <a:solidFill>
              <a:srgbClr val="FDDC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6" name="Straight Connector 45">
            <a:extLst>
              <a:ext uri="{FF2B5EF4-FFF2-40B4-BE49-F238E27FC236}">
                <a16:creationId xmlns:a16="http://schemas.microsoft.com/office/drawing/2014/main" id="{F454F53D-EED4-D253-96AD-90BE5D962277}"/>
              </a:ext>
            </a:extLst>
          </p:cNvPr>
          <p:cNvCxnSpPr>
            <a:cxnSpLocks/>
            <a:endCxn id="52" idx="0"/>
          </p:cNvCxnSpPr>
          <p:nvPr/>
        </p:nvCxnSpPr>
        <p:spPr>
          <a:xfrm>
            <a:off x="1226514" y="3928749"/>
            <a:ext cx="0" cy="1307163"/>
          </a:xfrm>
          <a:prstGeom prst="line">
            <a:avLst/>
          </a:prstGeom>
          <a:noFill/>
          <a:ln w="19050">
            <a:solidFill>
              <a:schemeClr val="bg2"/>
            </a:solidFill>
            <a:prstDash val="sysDash"/>
          </a:ln>
        </p:spPr>
        <p:style>
          <a:lnRef idx="2">
            <a:schemeClr val="accent1">
              <a:shade val="15000"/>
            </a:schemeClr>
          </a:lnRef>
          <a:fillRef idx="1">
            <a:schemeClr val="accent1"/>
          </a:fillRef>
          <a:effectRef idx="0">
            <a:schemeClr val="accent1"/>
          </a:effectRef>
          <a:fontRef idx="minor">
            <a:schemeClr val="lt1"/>
          </a:fontRef>
        </p:style>
      </p:cxnSp>
      <p:sp>
        <p:nvSpPr>
          <p:cNvPr id="52" name="Oval 51">
            <a:extLst>
              <a:ext uri="{FF2B5EF4-FFF2-40B4-BE49-F238E27FC236}">
                <a16:creationId xmlns:a16="http://schemas.microsoft.com/office/drawing/2014/main" id="{CE1C7BC5-AE25-8E16-2E2C-C2B72686757F}"/>
              </a:ext>
            </a:extLst>
          </p:cNvPr>
          <p:cNvSpPr/>
          <p:nvPr/>
        </p:nvSpPr>
        <p:spPr>
          <a:xfrm>
            <a:off x="833045" y="5235912"/>
            <a:ext cx="786938" cy="786938"/>
          </a:xfrm>
          <a:prstGeom prst="ellipse">
            <a:avLst/>
          </a:prstGeom>
          <a:noFill/>
          <a:ln w="19050">
            <a:solidFill>
              <a:schemeClr val="bg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4" name="Arc 53">
            <a:extLst>
              <a:ext uri="{FF2B5EF4-FFF2-40B4-BE49-F238E27FC236}">
                <a16:creationId xmlns:a16="http://schemas.microsoft.com/office/drawing/2014/main" id="{6BC03B4D-86B6-14F2-E3BF-C7D6E4782756}"/>
              </a:ext>
            </a:extLst>
          </p:cNvPr>
          <p:cNvSpPr/>
          <p:nvPr/>
        </p:nvSpPr>
        <p:spPr>
          <a:xfrm rot="10800000">
            <a:off x="1135232" y="3820029"/>
            <a:ext cx="182880" cy="73708"/>
          </a:xfrm>
          <a:prstGeom prst="arc">
            <a:avLst>
              <a:gd name="adj1" fmla="val 11117125"/>
              <a:gd name="adj2" fmla="val 21243188"/>
            </a:avLst>
          </a:prstGeom>
          <a:ln>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57" name="Arc 56">
            <a:extLst>
              <a:ext uri="{FF2B5EF4-FFF2-40B4-BE49-F238E27FC236}">
                <a16:creationId xmlns:a16="http://schemas.microsoft.com/office/drawing/2014/main" id="{87CAFF49-3BFF-E0CE-10AA-CD8CE430B681}"/>
              </a:ext>
            </a:extLst>
          </p:cNvPr>
          <p:cNvSpPr/>
          <p:nvPr/>
        </p:nvSpPr>
        <p:spPr>
          <a:xfrm>
            <a:off x="2725193" y="3537638"/>
            <a:ext cx="182880" cy="73708"/>
          </a:xfrm>
          <a:prstGeom prst="arc">
            <a:avLst>
              <a:gd name="adj1" fmla="val 11117125"/>
              <a:gd name="adj2" fmla="val 21243188"/>
            </a:avLst>
          </a:prstGeom>
          <a:ln>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58" name="Arc 57">
            <a:extLst>
              <a:ext uri="{FF2B5EF4-FFF2-40B4-BE49-F238E27FC236}">
                <a16:creationId xmlns:a16="http://schemas.microsoft.com/office/drawing/2014/main" id="{168741D3-6B65-6DE9-8BA5-D37E3863A890}"/>
              </a:ext>
            </a:extLst>
          </p:cNvPr>
          <p:cNvSpPr/>
          <p:nvPr/>
        </p:nvSpPr>
        <p:spPr>
          <a:xfrm rot="10800000">
            <a:off x="4332949" y="3820029"/>
            <a:ext cx="182880" cy="73708"/>
          </a:xfrm>
          <a:prstGeom prst="arc">
            <a:avLst>
              <a:gd name="adj1" fmla="val 11117125"/>
              <a:gd name="adj2" fmla="val 21243188"/>
            </a:avLst>
          </a:prstGeom>
          <a:ln>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59" name="Arc 58">
            <a:extLst>
              <a:ext uri="{FF2B5EF4-FFF2-40B4-BE49-F238E27FC236}">
                <a16:creationId xmlns:a16="http://schemas.microsoft.com/office/drawing/2014/main" id="{0A6E79B5-F57F-7F26-694F-87FB1B43876C}"/>
              </a:ext>
            </a:extLst>
          </p:cNvPr>
          <p:cNvSpPr/>
          <p:nvPr/>
        </p:nvSpPr>
        <p:spPr>
          <a:xfrm>
            <a:off x="5920866" y="3537638"/>
            <a:ext cx="182880" cy="73708"/>
          </a:xfrm>
          <a:prstGeom prst="arc">
            <a:avLst>
              <a:gd name="adj1" fmla="val 11117125"/>
              <a:gd name="adj2" fmla="val 21243188"/>
            </a:avLst>
          </a:prstGeom>
          <a:ln>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60" name="Arc 59">
            <a:extLst>
              <a:ext uri="{FF2B5EF4-FFF2-40B4-BE49-F238E27FC236}">
                <a16:creationId xmlns:a16="http://schemas.microsoft.com/office/drawing/2014/main" id="{81DE3B52-0FF1-E324-B49E-BFD9AC613640}"/>
              </a:ext>
            </a:extLst>
          </p:cNvPr>
          <p:cNvSpPr/>
          <p:nvPr/>
        </p:nvSpPr>
        <p:spPr>
          <a:xfrm rot="10800000">
            <a:off x="7518174" y="3820029"/>
            <a:ext cx="182880" cy="73708"/>
          </a:xfrm>
          <a:prstGeom prst="arc">
            <a:avLst>
              <a:gd name="adj1" fmla="val 11117125"/>
              <a:gd name="adj2" fmla="val 21243188"/>
            </a:avLst>
          </a:prstGeom>
          <a:ln>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61" name="Arc 60">
            <a:extLst>
              <a:ext uri="{FF2B5EF4-FFF2-40B4-BE49-F238E27FC236}">
                <a16:creationId xmlns:a16="http://schemas.microsoft.com/office/drawing/2014/main" id="{1DD3CB6F-7EDB-0D34-E245-14B58EBC2CB7}"/>
              </a:ext>
            </a:extLst>
          </p:cNvPr>
          <p:cNvSpPr/>
          <p:nvPr/>
        </p:nvSpPr>
        <p:spPr>
          <a:xfrm>
            <a:off x="9108135" y="3537638"/>
            <a:ext cx="182880" cy="73708"/>
          </a:xfrm>
          <a:prstGeom prst="arc">
            <a:avLst>
              <a:gd name="adj1" fmla="val 11117125"/>
              <a:gd name="adj2" fmla="val 21243188"/>
            </a:avLst>
          </a:prstGeom>
          <a:ln>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62" name="Arc 61">
            <a:extLst>
              <a:ext uri="{FF2B5EF4-FFF2-40B4-BE49-F238E27FC236}">
                <a16:creationId xmlns:a16="http://schemas.microsoft.com/office/drawing/2014/main" id="{7AE22CE0-D8B6-0F32-BC5F-4E27CDF3D8A3}"/>
              </a:ext>
            </a:extLst>
          </p:cNvPr>
          <p:cNvSpPr/>
          <p:nvPr/>
        </p:nvSpPr>
        <p:spPr>
          <a:xfrm rot="10800000">
            <a:off x="10703399" y="3820029"/>
            <a:ext cx="182880" cy="73708"/>
          </a:xfrm>
          <a:prstGeom prst="arc">
            <a:avLst>
              <a:gd name="adj1" fmla="val 11117125"/>
              <a:gd name="adj2" fmla="val 21243188"/>
            </a:avLst>
          </a:prstGeom>
          <a:ln>
            <a:solidFill>
              <a:schemeClr val="bg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cxnSp>
        <p:nvCxnSpPr>
          <p:cNvPr id="66" name="Straight Connector 65">
            <a:extLst>
              <a:ext uri="{FF2B5EF4-FFF2-40B4-BE49-F238E27FC236}">
                <a16:creationId xmlns:a16="http://schemas.microsoft.com/office/drawing/2014/main" id="{4285AE3D-C9E0-70DA-4ED8-D9AAD45DF0C9}"/>
              </a:ext>
            </a:extLst>
          </p:cNvPr>
          <p:cNvCxnSpPr>
            <a:cxnSpLocks/>
            <a:endCxn id="67" idx="0"/>
          </p:cNvCxnSpPr>
          <p:nvPr/>
        </p:nvCxnSpPr>
        <p:spPr>
          <a:xfrm flipV="1">
            <a:off x="2816633" y="2315662"/>
            <a:ext cx="0" cy="1182971"/>
          </a:xfrm>
          <a:prstGeom prst="line">
            <a:avLst/>
          </a:prstGeom>
          <a:noFill/>
          <a:ln w="19050">
            <a:solidFill>
              <a:schemeClr val="bg2"/>
            </a:solidFill>
            <a:prstDash val="sysDash"/>
          </a:ln>
        </p:spPr>
        <p:style>
          <a:lnRef idx="2">
            <a:schemeClr val="accent1">
              <a:shade val="15000"/>
            </a:schemeClr>
          </a:lnRef>
          <a:fillRef idx="1">
            <a:schemeClr val="accent1"/>
          </a:fillRef>
          <a:effectRef idx="0">
            <a:schemeClr val="accent1"/>
          </a:effectRef>
          <a:fontRef idx="minor">
            <a:schemeClr val="lt1"/>
          </a:fontRef>
        </p:style>
      </p:cxnSp>
      <p:sp>
        <p:nvSpPr>
          <p:cNvPr id="67" name="Oval 66">
            <a:extLst>
              <a:ext uri="{FF2B5EF4-FFF2-40B4-BE49-F238E27FC236}">
                <a16:creationId xmlns:a16="http://schemas.microsoft.com/office/drawing/2014/main" id="{61BB1AA1-A078-B4BE-70EF-3FD58C310969}"/>
              </a:ext>
            </a:extLst>
          </p:cNvPr>
          <p:cNvSpPr/>
          <p:nvPr/>
        </p:nvSpPr>
        <p:spPr>
          <a:xfrm rot="10800000">
            <a:off x="2423164" y="1528724"/>
            <a:ext cx="786938" cy="786938"/>
          </a:xfrm>
          <a:prstGeom prst="ellipse">
            <a:avLst/>
          </a:prstGeom>
          <a:noFill/>
          <a:ln w="19050">
            <a:solidFill>
              <a:schemeClr val="bg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9" name="Straight Connector 68">
            <a:extLst>
              <a:ext uri="{FF2B5EF4-FFF2-40B4-BE49-F238E27FC236}">
                <a16:creationId xmlns:a16="http://schemas.microsoft.com/office/drawing/2014/main" id="{5318F670-9826-6A96-F6D6-2285129E6908}"/>
              </a:ext>
            </a:extLst>
          </p:cNvPr>
          <p:cNvCxnSpPr>
            <a:cxnSpLocks/>
            <a:endCxn id="70" idx="0"/>
          </p:cNvCxnSpPr>
          <p:nvPr/>
        </p:nvCxnSpPr>
        <p:spPr>
          <a:xfrm>
            <a:off x="4415823" y="3928749"/>
            <a:ext cx="0" cy="1307163"/>
          </a:xfrm>
          <a:prstGeom prst="line">
            <a:avLst/>
          </a:prstGeom>
          <a:noFill/>
          <a:ln w="19050">
            <a:solidFill>
              <a:schemeClr val="bg2"/>
            </a:solidFill>
            <a:prstDash val="sysDash"/>
          </a:ln>
        </p:spPr>
        <p:style>
          <a:lnRef idx="2">
            <a:schemeClr val="accent1">
              <a:shade val="15000"/>
            </a:schemeClr>
          </a:lnRef>
          <a:fillRef idx="1">
            <a:schemeClr val="accent1"/>
          </a:fillRef>
          <a:effectRef idx="0">
            <a:schemeClr val="accent1"/>
          </a:effectRef>
          <a:fontRef idx="minor">
            <a:schemeClr val="lt1"/>
          </a:fontRef>
        </p:style>
      </p:cxnSp>
      <p:sp>
        <p:nvSpPr>
          <p:cNvPr id="70" name="Oval 69">
            <a:extLst>
              <a:ext uri="{FF2B5EF4-FFF2-40B4-BE49-F238E27FC236}">
                <a16:creationId xmlns:a16="http://schemas.microsoft.com/office/drawing/2014/main" id="{BF01B3FC-D08C-33CC-B52B-DB9FDFBC64D1}"/>
              </a:ext>
            </a:extLst>
          </p:cNvPr>
          <p:cNvSpPr/>
          <p:nvPr/>
        </p:nvSpPr>
        <p:spPr>
          <a:xfrm>
            <a:off x="4022354" y="5235912"/>
            <a:ext cx="786938" cy="786938"/>
          </a:xfrm>
          <a:prstGeom prst="ellipse">
            <a:avLst/>
          </a:prstGeom>
          <a:noFill/>
          <a:ln w="19050">
            <a:solidFill>
              <a:schemeClr val="bg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2" name="Straight Connector 71">
            <a:extLst>
              <a:ext uri="{FF2B5EF4-FFF2-40B4-BE49-F238E27FC236}">
                <a16:creationId xmlns:a16="http://schemas.microsoft.com/office/drawing/2014/main" id="{33526D6E-FC74-F454-E4CC-9764474A85C1}"/>
              </a:ext>
            </a:extLst>
          </p:cNvPr>
          <p:cNvCxnSpPr>
            <a:cxnSpLocks/>
          </p:cNvCxnSpPr>
          <p:nvPr/>
        </p:nvCxnSpPr>
        <p:spPr>
          <a:xfrm flipV="1">
            <a:off x="6002760" y="2315663"/>
            <a:ext cx="0" cy="1182970"/>
          </a:xfrm>
          <a:prstGeom prst="line">
            <a:avLst/>
          </a:prstGeom>
          <a:noFill/>
          <a:ln w="19050">
            <a:solidFill>
              <a:schemeClr val="bg2"/>
            </a:solidFill>
            <a:prstDash val="sysDash"/>
          </a:ln>
        </p:spPr>
        <p:style>
          <a:lnRef idx="2">
            <a:schemeClr val="accent1">
              <a:shade val="15000"/>
            </a:schemeClr>
          </a:lnRef>
          <a:fillRef idx="1">
            <a:schemeClr val="accent1"/>
          </a:fillRef>
          <a:effectRef idx="0">
            <a:schemeClr val="accent1"/>
          </a:effectRef>
          <a:fontRef idx="minor">
            <a:schemeClr val="lt1"/>
          </a:fontRef>
        </p:style>
      </p:cxnSp>
      <p:sp>
        <p:nvSpPr>
          <p:cNvPr id="73" name="Oval 72">
            <a:extLst>
              <a:ext uri="{FF2B5EF4-FFF2-40B4-BE49-F238E27FC236}">
                <a16:creationId xmlns:a16="http://schemas.microsoft.com/office/drawing/2014/main" id="{1459071F-71D8-ADAA-2255-50AF0D381A28}"/>
              </a:ext>
            </a:extLst>
          </p:cNvPr>
          <p:cNvSpPr/>
          <p:nvPr/>
        </p:nvSpPr>
        <p:spPr>
          <a:xfrm rot="10800000">
            <a:off x="5612473" y="1528725"/>
            <a:ext cx="786938" cy="786938"/>
          </a:xfrm>
          <a:prstGeom prst="ellipse">
            <a:avLst/>
          </a:prstGeom>
          <a:noFill/>
          <a:ln w="19050">
            <a:solidFill>
              <a:schemeClr val="bg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5" name="Straight Connector 74">
            <a:extLst>
              <a:ext uri="{FF2B5EF4-FFF2-40B4-BE49-F238E27FC236}">
                <a16:creationId xmlns:a16="http://schemas.microsoft.com/office/drawing/2014/main" id="{6A44BE63-BB5F-3D50-28C2-B1739CB9D26B}"/>
              </a:ext>
            </a:extLst>
          </p:cNvPr>
          <p:cNvCxnSpPr>
            <a:cxnSpLocks/>
            <a:endCxn id="76" idx="0"/>
          </p:cNvCxnSpPr>
          <p:nvPr/>
        </p:nvCxnSpPr>
        <p:spPr>
          <a:xfrm>
            <a:off x="7605131" y="3928749"/>
            <a:ext cx="0" cy="1307163"/>
          </a:xfrm>
          <a:prstGeom prst="line">
            <a:avLst/>
          </a:prstGeom>
          <a:noFill/>
          <a:ln w="19050">
            <a:solidFill>
              <a:schemeClr val="bg2"/>
            </a:solidFill>
            <a:prstDash val="sysDash"/>
          </a:ln>
        </p:spPr>
        <p:style>
          <a:lnRef idx="2">
            <a:schemeClr val="accent1">
              <a:shade val="15000"/>
            </a:schemeClr>
          </a:lnRef>
          <a:fillRef idx="1">
            <a:schemeClr val="accent1"/>
          </a:fillRef>
          <a:effectRef idx="0">
            <a:schemeClr val="accent1"/>
          </a:effectRef>
          <a:fontRef idx="minor">
            <a:schemeClr val="lt1"/>
          </a:fontRef>
        </p:style>
      </p:cxnSp>
      <p:sp>
        <p:nvSpPr>
          <p:cNvPr id="76" name="Oval 75">
            <a:extLst>
              <a:ext uri="{FF2B5EF4-FFF2-40B4-BE49-F238E27FC236}">
                <a16:creationId xmlns:a16="http://schemas.microsoft.com/office/drawing/2014/main" id="{FD0B544B-4724-FCFD-DC7B-4195837A1223}"/>
              </a:ext>
            </a:extLst>
          </p:cNvPr>
          <p:cNvSpPr/>
          <p:nvPr/>
        </p:nvSpPr>
        <p:spPr>
          <a:xfrm>
            <a:off x="7211662" y="5235912"/>
            <a:ext cx="786938" cy="786938"/>
          </a:xfrm>
          <a:prstGeom prst="ellipse">
            <a:avLst/>
          </a:prstGeom>
          <a:noFill/>
          <a:ln w="19050">
            <a:solidFill>
              <a:schemeClr val="bg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8" name="Straight Connector 77">
            <a:extLst>
              <a:ext uri="{FF2B5EF4-FFF2-40B4-BE49-F238E27FC236}">
                <a16:creationId xmlns:a16="http://schemas.microsoft.com/office/drawing/2014/main" id="{64FB38F2-E13F-8CFD-A63B-8CCCC8EBCAE1}"/>
              </a:ext>
            </a:extLst>
          </p:cNvPr>
          <p:cNvCxnSpPr>
            <a:cxnSpLocks/>
            <a:endCxn id="79" idx="0"/>
          </p:cNvCxnSpPr>
          <p:nvPr/>
        </p:nvCxnSpPr>
        <p:spPr>
          <a:xfrm flipV="1">
            <a:off x="9195250" y="2315662"/>
            <a:ext cx="0" cy="1182971"/>
          </a:xfrm>
          <a:prstGeom prst="line">
            <a:avLst/>
          </a:prstGeom>
          <a:noFill/>
          <a:ln w="19050">
            <a:solidFill>
              <a:schemeClr val="bg2"/>
            </a:solidFill>
            <a:prstDash val="sysDash"/>
          </a:ln>
        </p:spPr>
        <p:style>
          <a:lnRef idx="2">
            <a:schemeClr val="accent1">
              <a:shade val="15000"/>
            </a:schemeClr>
          </a:lnRef>
          <a:fillRef idx="1">
            <a:schemeClr val="accent1"/>
          </a:fillRef>
          <a:effectRef idx="0">
            <a:schemeClr val="accent1"/>
          </a:effectRef>
          <a:fontRef idx="minor">
            <a:schemeClr val="lt1"/>
          </a:fontRef>
        </p:style>
      </p:cxnSp>
      <p:sp>
        <p:nvSpPr>
          <p:cNvPr id="79" name="Oval 78">
            <a:extLst>
              <a:ext uri="{FF2B5EF4-FFF2-40B4-BE49-F238E27FC236}">
                <a16:creationId xmlns:a16="http://schemas.microsoft.com/office/drawing/2014/main" id="{F2C7658B-05F6-3E11-C52B-E2FBA4FE005C}"/>
              </a:ext>
            </a:extLst>
          </p:cNvPr>
          <p:cNvSpPr/>
          <p:nvPr/>
        </p:nvSpPr>
        <p:spPr>
          <a:xfrm rot="10800000">
            <a:off x="8801781" y="1528724"/>
            <a:ext cx="786938" cy="786938"/>
          </a:xfrm>
          <a:prstGeom prst="ellipse">
            <a:avLst/>
          </a:prstGeom>
          <a:noFill/>
          <a:ln w="19050">
            <a:solidFill>
              <a:schemeClr val="bg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1" name="Straight Connector 80">
            <a:extLst>
              <a:ext uri="{FF2B5EF4-FFF2-40B4-BE49-F238E27FC236}">
                <a16:creationId xmlns:a16="http://schemas.microsoft.com/office/drawing/2014/main" id="{7815566D-2979-0920-D705-9A703A0982FC}"/>
              </a:ext>
            </a:extLst>
          </p:cNvPr>
          <p:cNvCxnSpPr>
            <a:cxnSpLocks/>
            <a:endCxn id="82" idx="0"/>
          </p:cNvCxnSpPr>
          <p:nvPr/>
        </p:nvCxnSpPr>
        <p:spPr>
          <a:xfrm>
            <a:off x="10802242" y="3928749"/>
            <a:ext cx="0" cy="1307163"/>
          </a:xfrm>
          <a:prstGeom prst="line">
            <a:avLst/>
          </a:prstGeom>
          <a:noFill/>
          <a:ln w="19050">
            <a:solidFill>
              <a:schemeClr val="bg2"/>
            </a:solidFill>
            <a:prstDash val="sysDash"/>
          </a:ln>
        </p:spPr>
        <p:style>
          <a:lnRef idx="2">
            <a:schemeClr val="accent1">
              <a:shade val="15000"/>
            </a:schemeClr>
          </a:lnRef>
          <a:fillRef idx="1">
            <a:schemeClr val="accent1"/>
          </a:fillRef>
          <a:effectRef idx="0">
            <a:schemeClr val="accent1"/>
          </a:effectRef>
          <a:fontRef idx="minor">
            <a:schemeClr val="lt1"/>
          </a:fontRef>
        </p:style>
      </p:cxnSp>
      <p:sp>
        <p:nvSpPr>
          <p:cNvPr id="82" name="Oval 81">
            <a:extLst>
              <a:ext uri="{FF2B5EF4-FFF2-40B4-BE49-F238E27FC236}">
                <a16:creationId xmlns:a16="http://schemas.microsoft.com/office/drawing/2014/main" id="{8B4AE979-B96D-0BC2-553B-CF999EDBABBB}"/>
              </a:ext>
            </a:extLst>
          </p:cNvPr>
          <p:cNvSpPr/>
          <p:nvPr/>
        </p:nvSpPr>
        <p:spPr>
          <a:xfrm>
            <a:off x="10408773" y="5235912"/>
            <a:ext cx="786938" cy="786938"/>
          </a:xfrm>
          <a:prstGeom prst="ellipse">
            <a:avLst/>
          </a:prstGeom>
          <a:noFill/>
          <a:ln w="19050">
            <a:solidFill>
              <a:schemeClr val="bg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7" name="TextBox 86">
            <a:extLst>
              <a:ext uri="{FF2B5EF4-FFF2-40B4-BE49-F238E27FC236}">
                <a16:creationId xmlns:a16="http://schemas.microsoft.com/office/drawing/2014/main" id="{91BB672B-17B4-AAA4-0F35-549A1CE2A269}"/>
              </a:ext>
            </a:extLst>
          </p:cNvPr>
          <p:cNvSpPr txBox="1"/>
          <p:nvPr/>
        </p:nvSpPr>
        <p:spPr>
          <a:xfrm>
            <a:off x="351802" y="2344472"/>
            <a:ext cx="2199539" cy="1154162"/>
          </a:xfrm>
          <a:prstGeom prst="rect">
            <a:avLst/>
          </a:prstGeom>
          <a:noFill/>
        </p:spPr>
        <p:txBody>
          <a:bodyPr wrap="square">
            <a:spAutoFit/>
          </a:bodyPr>
          <a:lstStyle/>
          <a:p>
            <a:pPr>
              <a:defRPr/>
            </a:pPr>
            <a:r>
              <a:rPr lang="en-US" sz="1200" b="1" kern="0">
                <a:latin typeface="Montserrat"/>
                <a:cs typeface="Segoe UI Semibold"/>
              </a:rPr>
              <a:t>Demand Planning And Forecasting</a:t>
            </a:r>
          </a:p>
          <a:p>
            <a:pPr marL="228600" indent="-228600" fontAlgn="base">
              <a:spcBef>
                <a:spcPts val="600"/>
              </a:spcBef>
              <a:buClr>
                <a:srgbClr val="F64F18"/>
              </a:buClr>
              <a:buFont typeface="+mj-lt"/>
              <a:buAutoNum type="arabicPeriod"/>
              <a:defRPr/>
            </a:pPr>
            <a:r>
              <a:rPr lang="en-US" sz="1000" kern="0">
                <a:solidFill>
                  <a:srgbClr val="000000">
                    <a:lumMod val="65000"/>
                    <a:lumOff val="35000"/>
                  </a:srgbClr>
                </a:solidFill>
                <a:latin typeface="Montserrat"/>
              </a:rPr>
              <a:t>Demand Forecasting​ </a:t>
            </a:r>
          </a:p>
          <a:p>
            <a:pPr marL="228600" indent="-228600" fontAlgn="base">
              <a:spcBef>
                <a:spcPts val="600"/>
              </a:spcBef>
              <a:buClr>
                <a:srgbClr val="F64F18"/>
              </a:buClr>
              <a:buFont typeface="+mj-lt"/>
              <a:buAutoNum type="arabicPeriod"/>
              <a:defRPr/>
            </a:pPr>
            <a:r>
              <a:rPr lang="en-US" sz="1000" kern="0">
                <a:solidFill>
                  <a:srgbClr val="000000">
                    <a:lumMod val="65000"/>
                    <a:lumOff val="35000"/>
                  </a:srgbClr>
                </a:solidFill>
                <a:latin typeface="Montserrat"/>
              </a:rPr>
              <a:t>Lead Time Prediction​</a:t>
            </a:r>
          </a:p>
          <a:p>
            <a:pPr marL="228600" indent="-228600" fontAlgn="base">
              <a:spcBef>
                <a:spcPts val="600"/>
              </a:spcBef>
              <a:buClr>
                <a:srgbClr val="F64F18"/>
              </a:buClr>
              <a:buFont typeface="+mj-lt"/>
              <a:buAutoNum type="arabicPeriod"/>
              <a:defRPr/>
            </a:pPr>
            <a:r>
              <a:rPr lang="en-US" sz="1000" kern="0">
                <a:solidFill>
                  <a:srgbClr val="000000">
                    <a:lumMod val="65000"/>
                    <a:lumOff val="35000"/>
                  </a:srgbClr>
                </a:solidFill>
                <a:latin typeface="Montserrat"/>
              </a:rPr>
              <a:t>Cost Prediction​</a:t>
            </a:r>
          </a:p>
        </p:txBody>
      </p:sp>
      <p:sp>
        <p:nvSpPr>
          <p:cNvPr id="88" name="TextBox 87">
            <a:extLst>
              <a:ext uri="{FF2B5EF4-FFF2-40B4-BE49-F238E27FC236}">
                <a16:creationId xmlns:a16="http://schemas.microsoft.com/office/drawing/2014/main" id="{BD2DDC23-5D5F-9455-B94D-5FDCE7FBB4C4}"/>
              </a:ext>
            </a:extLst>
          </p:cNvPr>
          <p:cNvSpPr txBox="1"/>
          <p:nvPr/>
        </p:nvSpPr>
        <p:spPr>
          <a:xfrm>
            <a:off x="1717499" y="3941331"/>
            <a:ext cx="2276417" cy="2077492"/>
          </a:xfrm>
          <a:prstGeom prst="rect">
            <a:avLst/>
          </a:prstGeom>
          <a:noFill/>
        </p:spPr>
        <p:txBody>
          <a:bodyPr wrap="square">
            <a:spAutoFit/>
          </a:bodyPr>
          <a:lstStyle/>
          <a:p>
            <a:pPr>
              <a:defRPr/>
            </a:pPr>
            <a:r>
              <a:rPr lang="en-US" sz="1200" b="1" kern="0">
                <a:latin typeface="Montserrat"/>
                <a:cs typeface="Segoe UI Semibold"/>
              </a:rPr>
              <a:t>Inventory Management And Optimization</a:t>
            </a:r>
          </a:p>
          <a:p>
            <a:pPr marL="228600" indent="-228600" fontAlgn="base">
              <a:spcBef>
                <a:spcPts val="600"/>
              </a:spcBef>
              <a:buClr>
                <a:srgbClr val="F64F18"/>
              </a:buClr>
              <a:buFont typeface="+mj-lt"/>
              <a:buAutoNum type="arabicPeriod"/>
              <a:defRPr/>
            </a:pPr>
            <a:r>
              <a:rPr lang="en-US" sz="1000" kern="0">
                <a:solidFill>
                  <a:srgbClr val="000000">
                    <a:lumMod val="65000"/>
                    <a:lumOff val="35000"/>
                  </a:srgbClr>
                </a:solidFill>
                <a:latin typeface="Montserrat"/>
              </a:rPr>
              <a:t>Inventory Classification</a:t>
            </a:r>
          </a:p>
          <a:p>
            <a:pPr marL="228600" indent="-228600" fontAlgn="base">
              <a:spcBef>
                <a:spcPts val="600"/>
              </a:spcBef>
              <a:buClr>
                <a:srgbClr val="F64F18"/>
              </a:buClr>
              <a:buFont typeface="+mj-lt"/>
              <a:buAutoNum type="arabicPeriod"/>
              <a:defRPr/>
            </a:pPr>
            <a:r>
              <a:rPr lang="en-US" sz="1000" kern="0">
                <a:solidFill>
                  <a:srgbClr val="000000">
                    <a:lumMod val="65000"/>
                    <a:lumOff val="35000"/>
                  </a:srgbClr>
                </a:solidFill>
                <a:latin typeface="Montserrat"/>
              </a:rPr>
              <a:t>Inventory Optimization </a:t>
            </a:r>
          </a:p>
          <a:p>
            <a:pPr marL="228600" indent="-228600" fontAlgn="base">
              <a:spcBef>
                <a:spcPts val="600"/>
              </a:spcBef>
              <a:buClr>
                <a:srgbClr val="F64F18"/>
              </a:buClr>
              <a:buFont typeface="+mj-lt"/>
              <a:buAutoNum type="arabicPeriod"/>
              <a:defRPr/>
            </a:pPr>
            <a:r>
              <a:rPr lang="en-US" sz="1000" kern="0">
                <a:solidFill>
                  <a:srgbClr val="000000">
                    <a:lumMod val="65000"/>
                    <a:lumOff val="35000"/>
                  </a:srgbClr>
                </a:solidFill>
                <a:latin typeface="Montserrat"/>
              </a:rPr>
              <a:t>MEIO (Multi-Echelon Inventory Optimization) </a:t>
            </a:r>
          </a:p>
          <a:p>
            <a:pPr marL="228600" indent="-228600" fontAlgn="base">
              <a:spcBef>
                <a:spcPts val="600"/>
              </a:spcBef>
              <a:buClr>
                <a:srgbClr val="F64F18"/>
              </a:buClr>
              <a:buFont typeface="+mj-lt"/>
              <a:buAutoNum type="arabicPeriod"/>
              <a:defRPr/>
            </a:pPr>
            <a:r>
              <a:rPr lang="en-US" sz="1000" kern="0">
                <a:solidFill>
                  <a:srgbClr val="000000">
                    <a:lumMod val="65000"/>
                    <a:lumOff val="35000"/>
                  </a:srgbClr>
                </a:solidFill>
                <a:latin typeface="Montserrat"/>
              </a:rPr>
              <a:t>Service Level Driven Stock Replenishment </a:t>
            </a:r>
          </a:p>
          <a:p>
            <a:pPr marL="228600" indent="-228600" fontAlgn="base">
              <a:spcBef>
                <a:spcPts val="600"/>
              </a:spcBef>
              <a:buClr>
                <a:srgbClr val="F64F18"/>
              </a:buClr>
              <a:buFont typeface="+mj-lt"/>
              <a:buAutoNum type="arabicPeriod"/>
              <a:defRPr/>
            </a:pPr>
            <a:r>
              <a:rPr lang="en-US" sz="1000" kern="0">
                <a:solidFill>
                  <a:srgbClr val="000000">
                    <a:lumMod val="65000"/>
                    <a:lumOff val="35000"/>
                  </a:srgbClr>
                </a:solidFill>
                <a:latin typeface="Montserrat"/>
              </a:rPr>
              <a:t>Raw Material Storage Space Optimization </a:t>
            </a:r>
          </a:p>
        </p:txBody>
      </p:sp>
      <p:sp>
        <p:nvSpPr>
          <p:cNvPr id="89" name="TextBox 88">
            <a:extLst>
              <a:ext uri="{FF2B5EF4-FFF2-40B4-BE49-F238E27FC236}">
                <a16:creationId xmlns:a16="http://schemas.microsoft.com/office/drawing/2014/main" id="{D928978A-53A2-E9E4-3AC0-99466BA77DBB}"/>
              </a:ext>
            </a:extLst>
          </p:cNvPr>
          <p:cNvSpPr txBox="1"/>
          <p:nvPr/>
        </p:nvSpPr>
        <p:spPr>
          <a:xfrm>
            <a:off x="3250688" y="1651975"/>
            <a:ext cx="2329318" cy="1846659"/>
          </a:xfrm>
          <a:prstGeom prst="rect">
            <a:avLst/>
          </a:prstGeom>
          <a:noFill/>
        </p:spPr>
        <p:txBody>
          <a:bodyPr wrap="square">
            <a:spAutoFit/>
          </a:bodyPr>
          <a:lstStyle/>
          <a:p>
            <a:pPr>
              <a:defRPr/>
            </a:pPr>
            <a:r>
              <a:rPr lang="en-US" sz="1200" b="1" kern="0">
                <a:latin typeface="Montserrat"/>
                <a:cs typeface="Segoe UI Semibold"/>
              </a:rPr>
              <a:t>Logistic And Transportation Use Cases</a:t>
            </a:r>
          </a:p>
          <a:p>
            <a:pPr marL="228600" indent="-228600" fontAlgn="base">
              <a:spcBef>
                <a:spcPts val="600"/>
              </a:spcBef>
              <a:buClr>
                <a:srgbClr val="F64F18"/>
              </a:buClr>
              <a:buFont typeface="+mj-lt"/>
              <a:buAutoNum type="arabicPeriod"/>
              <a:defRPr/>
            </a:pPr>
            <a:r>
              <a:rPr lang="en-US" sz="1000" kern="0">
                <a:solidFill>
                  <a:srgbClr val="000000">
                    <a:lumMod val="65000"/>
                    <a:lumOff val="35000"/>
                  </a:srgbClr>
                </a:solidFill>
                <a:latin typeface="Montserrat"/>
              </a:rPr>
              <a:t>Transportation Optimization  </a:t>
            </a:r>
          </a:p>
          <a:p>
            <a:pPr marL="228600" indent="-228600" fontAlgn="base">
              <a:spcBef>
                <a:spcPts val="600"/>
              </a:spcBef>
              <a:buClr>
                <a:srgbClr val="F64F18"/>
              </a:buClr>
              <a:buFont typeface="+mj-lt"/>
              <a:buAutoNum type="arabicPeriod"/>
              <a:defRPr/>
            </a:pPr>
            <a:r>
              <a:rPr lang="en-US" sz="1000" kern="0">
                <a:solidFill>
                  <a:srgbClr val="000000">
                    <a:lumMod val="65000"/>
                    <a:lumOff val="35000"/>
                  </a:srgbClr>
                </a:solidFill>
                <a:latin typeface="Montserrat"/>
              </a:rPr>
              <a:t>Distribution Network Optimization </a:t>
            </a:r>
          </a:p>
          <a:p>
            <a:pPr marL="228600" indent="-228600" fontAlgn="base">
              <a:spcBef>
                <a:spcPts val="600"/>
              </a:spcBef>
              <a:buClr>
                <a:srgbClr val="F64F18"/>
              </a:buClr>
              <a:buFont typeface="+mj-lt"/>
              <a:buAutoNum type="arabicPeriod"/>
              <a:defRPr/>
            </a:pPr>
            <a:r>
              <a:rPr lang="en-US" sz="1000" kern="0">
                <a:solidFill>
                  <a:srgbClr val="000000">
                    <a:lumMod val="65000"/>
                    <a:lumOff val="35000"/>
                  </a:srgbClr>
                </a:solidFill>
                <a:latin typeface="Montserrat"/>
              </a:rPr>
              <a:t>Logistics Planning and Optimization </a:t>
            </a:r>
          </a:p>
          <a:p>
            <a:pPr marL="228600" indent="-228600" fontAlgn="base">
              <a:spcBef>
                <a:spcPts val="600"/>
              </a:spcBef>
              <a:buClr>
                <a:srgbClr val="F64F18"/>
              </a:buClr>
              <a:buFont typeface="+mj-lt"/>
              <a:buAutoNum type="arabicPeriod"/>
              <a:defRPr/>
            </a:pPr>
            <a:r>
              <a:rPr lang="en-US" sz="1000" kern="0">
                <a:solidFill>
                  <a:srgbClr val="000000">
                    <a:lumMod val="65000"/>
                    <a:lumOff val="35000"/>
                  </a:srgbClr>
                </a:solidFill>
                <a:latin typeface="Montserrat"/>
              </a:rPr>
              <a:t>Order Planning, Deployment Compliance &amp; TAT </a:t>
            </a:r>
          </a:p>
        </p:txBody>
      </p:sp>
      <p:sp>
        <p:nvSpPr>
          <p:cNvPr id="91" name="TextBox 90">
            <a:extLst>
              <a:ext uri="{FF2B5EF4-FFF2-40B4-BE49-F238E27FC236}">
                <a16:creationId xmlns:a16="http://schemas.microsoft.com/office/drawing/2014/main" id="{2D641DDA-1E72-BB87-5EEA-5A95F2D09330}"/>
              </a:ext>
            </a:extLst>
          </p:cNvPr>
          <p:cNvSpPr txBox="1"/>
          <p:nvPr/>
        </p:nvSpPr>
        <p:spPr>
          <a:xfrm>
            <a:off x="6440378" y="1651975"/>
            <a:ext cx="2329505" cy="1692771"/>
          </a:xfrm>
          <a:prstGeom prst="rect">
            <a:avLst/>
          </a:prstGeom>
          <a:noFill/>
        </p:spPr>
        <p:txBody>
          <a:bodyPr wrap="square">
            <a:spAutoFit/>
          </a:bodyPr>
          <a:lstStyle/>
          <a:p>
            <a:pPr>
              <a:defRPr/>
            </a:pPr>
            <a:r>
              <a:rPr lang="en-US" sz="1200" b="1" kern="0">
                <a:latin typeface="Montserrat"/>
                <a:cs typeface="Segoe UI Semibold"/>
              </a:rPr>
              <a:t>Sustainability &amp; Environmental Analytics</a:t>
            </a:r>
          </a:p>
          <a:p>
            <a:pPr marL="228600" marR="0" lvl="0" indent="-228600" defTabSz="914400" eaLnBrk="1" fontAlgn="base" latinLnBrk="0" hangingPunct="1">
              <a:lnSpc>
                <a:spcPct val="100000"/>
              </a:lnSpc>
              <a:spcBef>
                <a:spcPts val="600"/>
              </a:spcBef>
              <a:spcAft>
                <a:spcPts val="0"/>
              </a:spcAft>
              <a:buClr>
                <a:srgbClr val="F64F18"/>
              </a:buClr>
              <a:buSzTx/>
              <a:buFont typeface="+mj-lt"/>
              <a:buAutoNum type="arabicPeriod"/>
              <a:tabLst/>
              <a:defRPr/>
            </a:pPr>
            <a:r>
              <a:rPr kumimoji="0" lang="en-US" sz="1000" b="0" i="0" u="none" strike="noStrike" kern="0" cap="none" spc="0" normalizeH="0" baseline="0" noProof="0">
                <a:ln>
                  <a:noFill/>
                </a:ln>
                <a:solidFill>
                  <a:srgbClr val="000000">
                    <a:lumMod val="65000"/>
                    <a:lumOff val="35000"/>
                  </a:srgbClr>
                </a:solidFill>
                <a:effectLst/>
                <a:uLnTx/>
                <a:uFillTx/>
                <a:latin typeface="Montserrat"/>
                <a:ea typeface="+mn-ea"/>
                <a:cs typeface="+mn-cs"/>
              </a:rPr>
              <a:t>Carbon Footprint Optimization</a:t>
            </a:r>
          </a:p>
          <a:p>
            <a:pPr marL="228600" marR="0" lvl="0" indent="-228600" defTabSz="914400" eaLnBrk="1" fontAlgn="base" latinLnBrk="0" hangingPunct="1">
              <a:lnSpc>
                <a:spcPct val="100000"/>
              </a:lnSpc>
              <a:spcBef>
                <a:spcPts val="600"/>
              </a:spcBef>
              <a:spcAft>
                <a:spcPts val="0"/>
              </a:spcAft>
              <a:buClr>
                <a:srgbClr val="F64F18"/>
              </a:buClr>
              <a:buSzTx/>
              <a:buFont typeface="+mj-lt"/>
              <a:buAutoNum type="arabicPeriod"/>
              <a:tabLst/>
              <a:defRPr/>
            </a:pPr>
            <a:r>
              <a:rPr kumimoji="0" lang="en-US" sz="1000" b="0" i="0" u="none" strike="noStrike" kern="0" cap="none" spc="0" normalizeH="0" baseline="0" noProof="0">
                <a:ln>
                  <a:noFill/>
                </a:ln>
                <a:solidFill>
                  <a:srgbClr val="000000">
                    <a:lumMod val="65000"/>
                    <a:lumOff val="35000"/>
                  </a:srgbClr>
                </a:solidFill>
                <a:effectLst/>
                <a:uLnTx/>
                <a:uFillTx/>
                <a:latin typeface="Montserrat"/>
                <a:ea typeface="+mn-ea"/>
                <a:cs typeface="+mn-cs"/>
              </a:rPr>
              <a:t>Carbon Footprint Assessment</a:t>
            </a:r>
          </a:p>
          <a:p>
            <a:pPr marL="228600" marR="0" lvl="0" indent="-228600" defTabSz="914400" eaLnBrk="1" fontAlgn="base" latinLnBrk="0" hangingPunct="1">
              <a:lnSpc>
                <a:spcPct val="100000"/>
              </a:lnSpc>
              <a:spcBef>
                <a:spcPts val="600"/>
              </a:spcBef>
              <a:spcAft>
                <a:spcPts val="0"/>
              </a:spcAft>
              <a:buClr>
                <a:srgbClr val="F64F18"/>
              </a:buClr>
              <a:buSzTx/>
              <a:buFont typeface="+mj-lt"/>
              <a:buAutoNum type="arabicPeriod"/>
              <a:tabLst/>
              <a:defRPr/>
            </a:pPr>
            <a:r>
              <a:rPr kumimoji="0" lang="en-US" sz="1000" b="0" i="0" u="none" strike="noStrike" kern="0" cap="none" spc="0" normalizeH="0" baseline="0" noProof="0">
                <a:ln>
                  <a:noFill/>
                </a:ln>
                <a:solidFill>
                  <a:srgbClr val="000000">
                    <a:lumMod val="65000"/>
                    <a:lumOff val="35000"/>
                  </a:srgbClr>
                </a:solidFill>
                <a:effectLst/>
                <a:uLnTx/>
                <a:uFillTx/>
                <a:latin typeface="Montserrat"/>
                <a:ea typeface="+mn-ea"/>
                <a:cs typeface="+mn-cs"/>
              </a:rPr>
              <a:t>Business Waste Reduction</a:t>
            </a:r>
          </a:p>
          <a:p>
            <a:pPr marL="228600" marR="0" lvl="0" indent="-228600" defTabSz="914400" eaLnBrk="1" fontAlgn="base" latinLnBrk="0" hangingPunct="1">
              <a:lnSpc>
                <a:spcPct val="100000"/>
              </a:lnSpc>
              <a:spcBef>
                <a:spcPts val="600"/>
              </a:spcBef>
              <a:spcAft>
                <a:spcPts val="0"/>
              </a:spcAft>
              <a:buClr>
                <a:srgbClr val="F64F18"/>
              </a:buClr>
              <a:buSzTx/>
              <a:buFont typeface="+mj-lt"/>
              <a:buAutoNum type="arabicPeriod"/>
              <a:tabLst/>
              <a:defRPr/>
            </a:pPr>
            <a:r>
              <a:rPr kumimoji="0" lang="en-US" sz="1000" b="0" i="0" u="none" strike="noStrike" kern="0" cap="none" spc="0" normalizeH="0" baseline="0" noProof="0">
                <a:ln>
                  <a:noFill/>
                </a:ln>
                <a:solidFill>
                  <a:srgbClr val="000000">
                    <a:lumMod val="65000"/>
                    <a:lumOff val="35000"/>
                  </a:srgbClr>
                </a:solidFill>
                <a:effectLst/>
                <a:uLnTx/>
                <a:uFillTx/>
                <a:latin typeface="Montserrat"/>
                <a:ea typeface="+mn-ea"/>
                <a:cs typeface="+mn-cs"/>
              </a:rPr>
              <a:t>Yield and Energy Optimization</a:t>
            </a:r>
          </a:p>
        </p:txBody>
      </p:sp>
      <p:sp>
        <p:nvSpPr>
          <p:cNvPr id="92" name="TextBox 91">
            <a:extLst>
              <a:ext uri="{FF2B5EF4-FFF2-40B4-BE49-F238E27FC236}">
                <a16:creationId xmlns:a16="http://schemas.microsoft.com/office/drawing/2014/main" id="{84BF6533-9C45-7F37-5B2E-0001D075294B}"/>
              </a:ext>
            </a:extLst>
          </p:cNvPr>
          <p:cNvSpPr txBox="1"/>
          <p:nvPr/>
        </p:nvSpPr>
        <p:spPr>
          <a:xfrm>
            <a:off x="9630086" y="1267254"/>
            <a:ext cx="2210112" cy="2231380"/>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effectLst/>
                <a:uLnTx/>
                <a:uFillTx/>
                <a:latin typeface="Montserrat"/>
                <a:ea typeface="+mn-ea"/>
                <a:cs typeface="Segoe UI Semibold"/>
              </a:rPr>
              <a:t>Other Supply Chain Use Cases</a:t>
            </a:r>
          </a:p>
          <a:p>
            <a:pPr marL="228600" indent="-228600" fontAlgn="base">
              <a:spcBef>
                <a:spcPts val="600"/>
              </a:spcBef>
              <a:buClr>
                <a:srgbClr val="F64F18"/>
              </a:buClr>
              <a:buFont typeface="+mj-lt"/>
              <a:buAutoNum type="arabicPeriod"/>
              <a:defRPr/>
            </a:pPr>
            <a:r>
              <a:rPr lang="en-US" sz="1000" kern="0">
                <a:solidFill>
                  <a:srgbClr val="000000">
                    <a:lumMod val="65000"/>
                    <a:lumOff val="35000"/>
                  </a:srgbClr>
                </a:solidFill>
                <a:latin typeface="Montserrat"/>
              </a:rPr>
              <a:t>Order Prioritization Classification​​</a:t>
            </a:r>
          </a:p>
          <a:p>
            <a:pPr marL="228600" indent="-228600" fontAlgn="base">
              <a:spcBef>
                <a:spcPts val="600"/>
              </a:spcBef>
              <a:buClr>
                <a:srgbClr val="F64F18"/>
              </a:buClr>
              <a:buFont typeface="+mj-lt"/>
              <a:buAutoNum type="arabicPeriod"/>
              <a:defRPr/>
            </a:pPr>
            <a:r>
              <a:rPr lang="en-US" sz="1000" kern="0">
                <a:solidFill>
                  <a:srgbClr val="000000">
                    <a:lumMod val="65000"/>
                    <a:lumOff val="35000"/>
                  </a:srgbClr>
                </a:solidFill>
                <a:latin typeface="Montserrat"/>
              </a:rPr>
              <a:t>Supplier Risk Assessment/Clustering​​</a:t>
            </a:r>
          </a:p>
          <a:p>
            <a:pPr marL="228600" indent="-228600" fontAlgn="base">
              <a:spcBef>
                <a:spcPts val="600"/>
              </a:spcBef>
              <a:buClr>
                <a:srgbClr val="F64F18"/>
              </a:buClr>
              <a:buFont typeface="+mj-lt"/>
              <a:buAutoNum type="arabicPeriod"/>
              <a:defRPr/>
            </a:pPr>
            <a:r>
              <a:rPr lang="en-US" sz="1000" kern="0">
                <a:solidFill>
                  <a:srgbClr val="000000">
                    <a:lumMod val="65000"/>
                    <a:lumOff val="35000"/>
                  </a:srgbClr>
                </a:solidFill>
                <a:latin typeface="Montserrat"/>
              </a:rPr>
              <a:t>Order Allocation​​</a:t>
            </a:r>
          </a:p>
          <a:p>
            <a:pPr marL="228600" indent="-228600" fontAlgn="base">
              <a:spcBef>
                <a:spcPts val="600"/>
              </a:spcBef>
              <a:buClr>
                <a:srgbClr val="F64F18"/>
              </a:buClr>
              <a:buFont typeface="+mj-lt"/>
              <a:buAutoNum type="arabicPeriod"/>
              <a:defRPr/>
            </a:pPr>
            <a:r>
              <a:rPr lang="en-US" sz="1000" kern="0">
                <a:solidFill>
                  <a:srgbClr val="000000">
                    <a:lumMod val="65000"/>
                    <a:lumOff val="35000"/>
                  </a:srgbClr>
                </a:solidFill>
                <a:latin typeface="Montserrat"/>
              </a:rPr>
              <a:t>Warehouse Performance Analytics​​</a:t>
            </a:r>
          </a:p>
          <a:p>
            <a:pPr marL="228600" indent="-228600" fontAlgn="base">
              <a:spcBef>
                <a:spcPts val="600"/>
              </a:spcBef>
              <a:buClr>
                <a:srgbClr val="F64F18"/>
              </a:buClr>
              <a:buFont typeface="+mj-lt"/>
              <a:buAutoNum type="arabicPeriod"/>
              <a:defRPr/>
            </a:pPr>
            <a:r>
              <a:rPr lang="en-US" sz="1000" kern="0">
                <a:solidFill>
                  <a:srgbClr val="000000">
                    <a:lumMod val="65000"/>
                    <a:lumOff val="35000"/>
                  </a:srgbClr>
                </a:solidFill>
                <a:latin typeface="Montserrat"/>
              </a:rPr>
              <a:t>Contingency Planning (Modeling &amp; Simulations)</a:t>
            </a:r>
          </a:p>
        </p:txBody>
      </p:sp>
      <p:sp>
        <p:nvSpPr>
          <p:cNvPr id="93" name="TextBox 92">
            <a:extLst>
              <a:ext uri="{FF2B5EF4-FFF2-40B4-BE49-F238E27FC236}">
                <a16:creationId xmlns:a16="http://schemas.microsoft.com/office/drawing/2014/main" id="{8EAA20CE-983C-82DF-B0E2-0D70C33526CA}"/>
              </a:ext>
            </a:extLst>
          </p:cNvPr>
          <p:cNvSpPr txBox="1"/>
          <p:nvPr/>
        </p:nvSpPr>
        <p:spPr>
          <a:xfrm>
            <a:off x="4867733" y="3941331"/>
            <a:ext cx="2276417" cy="2154436"/>
          </a:xfrm>
          <a:prstGeom prst="rect">
            <a:avLst/>
          </a:prstGeom>
          <a:noFill/>
        </p:spPr>
        <p:txBody>
          <a:bodyPr wrap="square" lIns="91440" tIns="45720" rIns="91440" bIns="45720" anchor="t">
            <a:spAutoFit/>
          </a:bodyPr>
          <a:lstStyle/>
          <a:p>
            <a:pPr>
              <a:defRPr/>
            </a:pPr>
            <a:r>
              <a:rPr lang="en-US" sz="1200" b="1" kern="0">
                <a:latin typeface="Montserrat"/>
                <a:cs typeface="Segoe UI Semibold"/>
              </a:rPr>
              <a:t>Manufacturing &amp; Operations</a:t>
            </a:r>
          </a:p>
          <a:p>
            <a:pPr marL="228600" indent="-228600" fontAlgn="base">
              <a:spcBef>
                <a:spcPts val="600"/>
              </a:spcBef>
              <a:buClr>
                <a:srgbClr val="F64F18"/>
              </a:buClr>
              <a:buFont typeface="+mj-lt"/>
              <a:buAutoNum type="arabicPeriod"/>
              <a:defRPr/>
            </a:pPr>
            <a:r>
              <a:rPr lang="en-US" sz="1000" kern="0">
                <a:solidFill>
                  <a:srgbClr val="000000">
                    <a:lumMod val="65000"/>
                    <a:lumOff val="35000"/>
                  </a:srgbClr>
                </a:solidFill>
                <a:latin typeface="Montserrat"/>
              </a:rPr>
              <a:t>Predictive Maintenance of Assets​</a:t>
            </a:r>
          </a:p>
          <a:p>
            <a:pPr marL="228600" indent="-228600" fontAlgn="base">
              <a:spcBef>
                <a:spcPts val="600"/>
              </a:spcBef>
              <a:buClr>
                <a:srgbClr val="F64F18"/>
              </a:buClr>
              <a:buFont typeface="+mj-lt"/>
              <a:buAutoNum type="arabicPeriod"/>
              <a:defRPr/>
            </a:pPr>
            <a:r>
              <a:rPr lang="en-US" sz="1000" kern="0">
                <a:solidFill>
                  <a:srgbClr val="000000">
                    <a:lumMod val="65000"/>
                    <a:lumOff val="35000"/>
                  </a:srgbClr>
                </a:solidFill>
                <a:latin typeface="Montserrat"/>
              </a:rPr>
              <a:t>Root Cause Analysis​</a:t>
            </a:r>
          </a:p>
          <a:p>
            <a:pPr marL="228600" indent="-228600" fontAlgn="base">
              <a:spcBef>
                <a:spcPts val="600"/>
              </a:spcBef>
              <a:buClr>
                <a:srgbClr val="F64F18"/>
              </a:buClr>
              <a:buFont typeface="+mj-lt"/>
              <a:buAutoNum type="arabicPeriod"/>
              <a:defRPr/>
            </a:pPr>
            <a:r>
              <a:rPr lang="en-US" sz="1000" kern="0">
                <a:solidFill>
                  <a:srgbClr val="000000">
                    <a:lumMod val="65000"/>
                    <a:lumOff val="35000"/>
                  </a:srgbClr>
                </a:solidFill>
                <a:latin typeface="Montserrat"/>
              </a:rPr>
              <a:t>Condition Monitoring and Predictive Maintenance​</a:t>
            </a:r>
          </a:p>
          <a:p>
            <a:pPr marL="228600" indent="-228600" fontAlgn="base">
              <a:spcBef>
                <a:spcPts val="600"/>
              </a:spcBef>
              <a:buClr>
                <a:srgbClr val="F64F18"/>
              </a:buClr>
              <a:buFont typeface="+mj-lt"/>
              <a:buAutoNum type="arabicPeriod"/>
              <a:defRPr/>
            </a:pPr>
            <a:r>
              <a:rPr lang="en-US" sz="1000" kern="0">
                <a:solidFill>
                  <a:srgbClr val="000000">
                    <a:lumMod val="65000"/>
                    <a:lumOff val="35000"/>
                  </a:srgbClr>
                </a:solidFill>
                <a:latin typeface="Montserrat"/>
              </a:rPr>
              <a:t>Quality and Safety Analytics​</a:t>
            </a:r>
          </a:p>
          <a:p>
            <a:pPr marL="228600" indent="-228600" fontAlgn="base">
              <a:spcBef>
                <a:spcPts val="600"/>
              </a:spcBef>
              <a:buClr>
                <a:srgbClr val="F64F18"/>
              </a:buClr>
              <a:buFont typeface="+mj-lt"/>
              <a:buAutoNum type="arabicPeriod"/>
              <a:defRPr/>
            </a:pPr>
            <a:r>
              <a:rPr lang="en-US" sz="1000" kern="0">
                <a:solidFill>
                  <a:srgbClr val="000000">
                    <a:lumMod val="65000"/>
                    <a:lumOff val="35000"/>
                  </a:srgbClr>
                </a:solidFill>
                <a:latin typeface="Montserrat"/>
              </a:rPr>
              <a:t>Digital Twin</a:t>
            </a:r>
          </a:p>
          <a:p>
            <a:pPr marL="228600" indent="-228600">
              <a:spcBef>
                <a:spcPts val="600"/>
              </a:spcBef>
              <a:buClr>
                <a:srgbClr val="F64F18"/>
              </a:buClr>
              <a:buAutoNum type="arabicPeriod"/>
              <a:defRPr/>
            </a:pPr>
            <a:r>
              <a:rPr lang="en-US" sz="1000" kern="0">
                <a:solidFill>
                  <a:srgbClr val="000000">
                    <a:lumMod val="65000"/>
                    <a:lumOff val="35000"/>
                  </a:srgbClr>
                </a:solidFill>
                <a:latin typeface="Montserrat"/>
              </a:rPr>
              <a:t>Supplier Risk Intelligence</a:t>
            </a:r>
          </a:p>
        </p:txBody>
      </p:sp>
      <p:sp>
        <p:nvSpPr>
          <p:cNvPr id="94" name="TextBox 93">
            <a:extLst>
              <a:ext uri="{FF2B5EF4-FFF2-40B4-BE49-F238E27FC236}">
                <a16:creationId xmlns:a16="http://schemas.microsoft.com/office/drawing/2014/main" id="{6AF1BC29-468A-A5EB-6828-EF2760CF43F6}"/>
              </a:ext>
            </a:extLst>
          </p:cNvPr>
          <p:cNvSpPr txBox="1"/>
          <p:nvPr/>
        </p:nvSpPr>
        <p:spPr>
          <a:xfrm>
            <a:off x="8065478" y="3941331"/>
            <a:ext cx="2276417" cy="1846659"/>
          </a:xfrm>
          <a:prstGeom prst="rect">
            <a:avLst/>
          </a:prstGeom>
          <a:noFill/>
        </p:spPr>
        <p:txBody>
          <a:bodyPr wrap="square">
            <a:spAutoFit/>
          </a:bodyPr>
          <a:lstStyle/>
          <a:p>
            <a:pPr>
              <a:defRPr/>
            </a:pPr>
            <a:r>
              <a:rPr lang="en-US" sz="1200" b="1" kern="0">
                <a:latin typeface="Montserrat"/>
                <a:cs typeface="Segoe UI Semibold"/>
              </a:rPr>
              <a:t>Network And Production Optimization</a:t>
            </a:r>
          </a:p>
          <a:p>
            <a:pPr marL="228600" indent="-228600" fontAlgn="base">
              <a:spcBef>
                <a:spcPts val="600"/>
              </a:spcBef>
              <a:buClr>
                <a:srgbClr val="F64F18"/>
              </a:buClr>
              <a:buFont typeface="+mj-lt"/>
              <a:buAutoNum type="arabicPeriod"/>
              <a:defRPr/>
            </a:pPr>
            <a:r>
              <a:rPr lang="en-US" sz="1000" kern="0">
                <a:solidFill>
                  <a:srgbClr val="000000">
                    <a:lumMod val="65000"/>
                    <a:lumOff val="35000"/>
                  </a:srgbClr>
                </a:solidFill>
                <a:latin typeface="Montserrat"/>
              </a:rPr>
              <a:t>Network Optimization </a:t>
            </a:r>
          </a:p>
          <a:p>
            <a:pPr marL="228600" indent="-228600" fontAlgn="base">
              <a:spcBef>
                <a:spcPts val="600"/>
              </a:spcBef>
              <a:buClr>
                <a:srgbClr val="F64F18"/>
              </a:buClr>
              <a:buFont typeface="+mj-lt"/>
              <a:buAutoNum type="arabicPeriod"/>
              <a:defRPr/>
            </a:pPr>
            <a:r>
              <a:rPr lang="en-US" sz="1000" kern="0">
                <a:solidFill>
                  <a:srgbClr val="000000">
                    <a:lumMod val="65000"/>
                    <a:lumOff val="35000"/>
                  </a:srgbClr>
                </a:solidFill>
                <a:latin typeface="Montserrat"/>
              </a:rPr>
              <a:t>Production Scheduling Optimization</a:t>
            </a:r>
          </a:p>
          <a:p>
            <a:pPr marL="228600" indent="-228600" fontAlgn="base">
              <a:spcBef>
                <a:spcPts val="600"/>
              </a:spcBef>
              <a:buClr>
                <a:srgbClr val="F64F18"/>
              </a:buClr>
              <a:buFont typeface="+mj-lt"/>
              <a:buAutoNum type="arabicPeriod"/>
              <a:defRPr/>
            </a:pPr>
            <a:r>
              <a:rPr lang="en-US" sz="1000" kern="0">
                <a:solidFill>
                  <a:srgbClr val="000000">
                    <a:lumMod val="65000"/>
                    <a:lumOff val="35000"/>
                  </a:srgbClr>
                </a:solidFill>
                <a:latin typeface="Montserrat"/>
              </a:rPr>
              <a:t>Capacity Planning Optimization </a:t>
            </a:r>
          </a:p>
          <a:p>
            <a:pPr marL="228600" indent="-228600" fontAlgn="base">
              <a:spcBef>
                <a:spcPts val="600"/>
              </a:spcBef>
              <a:buClr>
                <a:srgbClr val="F64F18"/>
              </a:buClr>
              <a:buFont typeface="+mj-lt"/>
              <a:buAutoNum type="arabicPeriod"/>
              <a:defRPr/>
            </a:pPr>
            <a:r>
              <a:rPr lang="en-US" sz="1000" kern="0">
                <a:solidFill>
                  <a:srgbClr val="000000">
                    <a:lumMod val="65000"/>
                    <a:lumOff val="35000"/>
                  </a:srgbClr>
                </a:solidFill>
                <a:latin typeface="Montserrat"/>
              </a:rPr>
              <a:t>Container Utilization Optimization </a:t>
            </a:r>
          </a:p>
        </p:txBody>
      </p:sp>
      <p:sp>
        <p:nvSpPr>
          <p:cNvPr id="18" name="Slide Number Placeholder 3">
            <a:extLst>
              <a:ext uri="{FF2B5EF4-FFF2-40B4-BE49-F238E27FC236}">
                <a16:creationId xmlns:a16="http://schemas.microsoft.com/office/drawing/2014/main" id="{576EF4C0-EAF6-0090-53CC-A68F292A732E}"/>
              </a:ext>
            </a:extLst>
          </p:cNvPr>
          <p:cNvSpPr>
            <a:spLocks noGrp="1"/>
          </p:cNvSpPr>
          <p:nvPr>
            <p:ph type="sldNum" sz="quarter" idx="12"/>
          </p:nvPr>
        </p:nvSpPr>
        <p:spPr>
          <a:xfrm>
            <a:off x="9105900" y="6540407"/>
            <a:ext cx="2743200" cy="206375"/>
          </a:xfrm>
        </p:spPr>
        <p:txBody>
          <a:bodyPr/>
          <a:lstStyle/>
          <a:p>
            <a:fld id="{330EA680-D336-4FF7-8B7A-9848BB0A1C32}" type="slidenum">
              <a:rPr lang="en-US" smtClean="0"/>
              <a:pPr/>
              <a:t>4</a:t>
            </a:fld>
            <a:endParaRPr lang="en-US"/>
          </a:p>
        </p:txBody>
      </p:sp>
      <p:sp>
        <p:nvSpPr>
          <p:cNvPr id="19" name="Slide Number Placeholder 3">
            <a:extLst>
              <a:ext uri="{FF2B5EF4-FFF2-40B4-BE49-F238E27FC236}">
                <a16:creationId xmlns:a16="http://schemas.microsoft.com/office/drawing/2014/main" id="{06F2AEB0-01A7-0B24-5C12-1CFCFFA3A384}"/>
              </a:ext>
            </a:extLst>
          </p:cNvPr>
          <p:cNvSpPr txBox="1">
            <a:spLocks/>
          </p:cNvSpPr>
          <p:nvPr/>
        </p:nvSpPr>
        <p:spPr>
          <a:xfrm>
            <a:off x="9105900" y="6540407"/>
            <a:ext cx="2743200" cy="206375"/>
          </a:xfrm>
          <a:prstGeom prst="rect">
            <a:avLst/>
          </a:prstGeom>
        </p:spPr>
        <p:txBody>
          <a:bodyPr vert="horz" lIns="91440" tIns="45720" rIns="91440" bIns="45720" rtlCol="0" anchor="ctr"/>
          <a:lstStyle>
            <a:defPPr>
              <a:defRPr lang="en-US"/>
            </a:defPPr>
            <a:lvl1pPr marL="0" algn="r" defTabSz="914400" rtl="0" eaLnBrk="1" latinLnBrk="0" hangingPunct="1">
              <a:defRPr sz="600" b="0" i="0" kern="1200">
                <a:solidFill>
                  <a:schemeClr val="tx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0EA680-D336-4FF7-8B7A-9848BB0A1C32}" type="slidenum">
              <a:rPr lang="en-US" smtClean="0"/>
              <a:pPr/>
              <a:t>4</a:t>
            </a:fld>
            <a:endParaRPr lang="en-US"/>
          </a:p>
        </p:txBody>
      </p:sp>
      <p:sp>
        <p:nvSpPr>
          <p:cNvPr id="20" name="Date Placeholder 2">
            <a:extLst>
              <a:ext uri="{FF2B5EF4-FFF2-40B4-BE49-F238E27FC236}">
                <a16:creationId xmlns:a16="http://schemas.microsoft.com/office/drawing/2014/main" id="{F2DEDB19-EF08-CF4C-AD1E-139DBA33BD0E}"/>
              </a:ext>
            </a:extLst>
          </p:cNvPr>
          <p:cNvSpPr txBox="1">
            <a:spLocks/>
          </p:cNvSpPr>
          <p:nvPr/>
        </p:nvSpPr>
        <p:spPr>
          <a:xfrm>
            <a:off x="857250" y="6540407"/>
            <a:ext cx="2743200" cy="206375"/>
          </a:xfrm>
          <a:prstGeom prst="rect">
            <a:avLst/>
          </a:prstGeom>
        </p:spPr>
        <p:txBody>
          <a:bodyPr vert="horz" lIns="91440" tIns="45720" rIns="91440" bIns="45720" rtlCol="0" anchor="ctr"/>
          <a:lstStyle>
            <a:defPPr>
              <a:defRPr lang="en-US"/>
            </a:defPPr>
            <a:lvl1pPr marL="0" algn="l" defTabSz="914400" rtl="0" eaLnBrk="1" latinLnBrk="0" hangingPunct="1">
              <a:defRPr sz="600" b="0" i="0" kern="1200">
                <a:solidFill>
                  <a:schemeClr val="tx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SYREN CLOUD INC – 2026 – ALL RIGHTS RESERVED</a:t>
            </a:r>
          </a:p>
        </p:txBody>
      </p:sp>
    </p:spTree>
    <p:extLst>
      <p:ext uri="{BB962C8B-B14F-4D97-AF65-F5344CB8AC3E}">
        <p14:creationId xmlns:p14="http://schemas.microsoft.com/office/powerpoint/2010/main" val="2399661326"/>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D0FBC-336A-FAA2-BBB8-829F6310FE70}"/>
              </a:ext>
            </a:extLst>
          </p:cNvPr>
          <p:cNvSpPr>
            <a:spLocks noGrp="1"/>
          </p:cNvSpPr>
          <p:nvPr>
            <p:ph type="title"/>
          </p:nvPr>
        </p:nvSpPr>
        <p:spPr>
          <a:xfrm>
            <a:off x="381000" y="342899"/>
            <a:ext cx="10515600" cy="553993"/>
          </a:xfrm>
        </p:spPr>
        <p:txBody>
          <a:bodyPr/>
          <a:lstStyle/>
          <a:p>
            <a:r>
              <a:rPr lang="en-US">
                <a:latin typeface="Montserrat Light"/>
              </a:rPr>
              <a:t>30+ Proven Supply Chain Use Cases. In Production</a:t>
            </a:r>
          </a:p>
        </p:txBody>
      </p:sp>
      <p:sp>
        <p:nvSpPr>
          <p:cNvPr id="3" name="Slide Number Placeholder 2">
            <a:extLst>
              <a:ext uri="{FF2B5EF4-FFF2-40B4-BE49-F238E27FC236}">
                <a16:creationId xmlns:a16="http://schemas.microsoft.com/office/drawing/2014/main" id="{95C14383-52D7-50BE-E25D-64D694F0B1F5}"/>
              </a:ext>
            </a:extLst>
          </p:cNvPr>
          <p:cNvSpPr>
            <a:spLocks noGrp="1"/>
          </p:cNvSpPr>
          <p:nvPr>
            <p:ph type="sldNum" sz="quarter" idx="12"/>
          </p:nvPr>
        </p:nvSpPr>
        <p:spPr>
          <a:xfrm>
            <a:off x="9105900" y="6540407"/>
            <a:ext cx="2743200" cy="206375"/>
          </a:xfrm>
        </p:spPr>
        <p:txBody>
          <a:bodyPr/>
          <a:lstStyle/>
          <a:p>
            <a:fld id="{330EA680-D336-4FF7-8B7A-9848BB0A1C32}" type="slidenum">
              <a:rPr lang="en-US" smtClean="0"/>
              <a:pPr/>
              <a:t>5</a:t>
            </a:fld>
            <a:endParaRPr lang="en-US"/>
          </a:p>
        </p:txBody>
      </p:sp>
      <p:sp>
        <p:nvSpPr>
          <p:cNvPr id="4" name="Date Placeholder 3">
            <a:extLst>
              <a:ext uri="{FF2B5EF4-FFF2-40B4-BE49-F238E27FC236}">
                <a16:creationId xmlns:a16="http://schemas.microsoft.com/office/drawing/2014/main" id="{5E6CF0A3-963C-783C-8C74-4A07C0B5FB30}"/>
              </a:ext>
            </a:extLst>
          </p:cNvPr>
          <p:cNvSpPr>
            <a:spLocks noGrp="1"/>
          </p:cNvSpPr>
          <p:nvPr>
            <p:ph type="dt" sz="half" idx="2"/>
          </p:nvPr>
        </p:nvSpPr>
        <p:spPr>
          <a:xfrm>
            <a:off x="857250" y="6540407"/>
            <a:ext cx="2743200" cy="206375"/>
          </a:xfrm>
        </p:spPr>
        <p:txBody>
          <a:bodyPr/>
          <a:lstStyle/>
          <a:p>
            <a:r>
              <a:rPr lang="en-US"/>
              <a:t>© SYREN CLOUD INC – 2026 – ALL RIGHTS RESERVED</a:t>
            </a:r>
          </a:p>
        </p:txBody>
      </p:sp>
      <p:sp>
        <p:nvSpPr>
          <p:cNvPr id="6" name="Subtitle 6">
            <a:extLst>
              <a:ext uri="{FF2B5EF4-FFF2-40B4-BE49-F238E27FC236}">
                <a16:creationId xmlns:a16="http://schemas.microsoft.com/office/drawing/2014/main" id="{F1FA2FCA-8368-93B5-FFCA-017C5346201F}"/>
              </a:ext>
            </a:extLst>
          </p:cNvPr>
          <p:cNvSpPr txBox="1">
            <a:spLocks/>
          </p:cNvSpPr>
          <p:nvPr/>
        </p:nvSpPr>
        <p:spPr>
          <a:xfrm>
            <a:off x="566057" y="2404008"/>
            <a:ext cx="4833256" cy="557076"/>
          </a:xfrm>
          <a:prstGeom prst="rect">
            <a:avLst/>
          </a:prstGeom>
        </p:spPr>
        <p:txBody>
          <a:bodyPr wrap="square">
            <a:spAutoFit/>
          </a:bodyPr>
          <a:lstStyle>
            <a:lvl1pPr marL="228600" indent="-228600" algn="l" defTabSz="914400" rtl="0" eaLnBrk="1" latinLnBrk="0" hangingPunct="1">
              <a:lnSpc>
                <a:spcPct val="90000"/>
              </a:lnSpc>
              <a:spcBef>
                <a:spcPts val="1000"/>
              </a:spcBef>
              <a:buClr>
                <a:schemeClr val="bg2"/>
              </a:buClr>
              <a:buSzPct val="80000"/>
              <a:buFontTx/>
              <a:buBlip>
                <a:blip r:embed="rId2"/>
              </a:buBlip>
              <a:defRPr sz="1600" b="0" i="0" kern="1200">
                <a:solidFill>
                  <a:schemeClr val="tx1"/>
                </a:solidFill>
                <a:latin typeface="Montserrat Light" pitchFamily="2" charset="77"/>
                <a:ea typeface="+mn-ea"/>
                <a:cs typeface="+mn-cs"/>
              </a:defRPr>
            </a:lvl1pPr>
            <a:lvl2pPr marL="685800" indent="-228600" algn="l" defTabSz="914400" rtl="0" eaLnBrk="1" latinLnBrk="0" hangingPunct="1">
              <a:lnSpc>
                <a:spcPct val="90000"/>
              </a:lnSpc>
              <a:spcBef>
                <a:spcPts val="500"/>
              </a:spcBef>
              <a:buClr>
                <a:schemeClr val="bg2"/>
              </a:buClr>
              <a:buSzPct val="80000"/>
              <a:buFontTx/>
              <a:buBlip>
                <a:blip r:embed="rId2"/>
              </a:buBlip>
              <a:defRPr sz="1200" b="0" i="0" kern="1200">
                <a:solidFill>
                  <a:schemeClr val="tx1"/>
                </a:solidFill>
                <a:latin typeface="Montserrat Light" pitchFamily="2" charset="77"/>
                <a:ea typeface="+mn-ea"/>
                <a:cs typeface="+mn-cs"/>
              </a:defRPr>
            </a:lvl2pPr>
            <a:lvl3pPr marL="1143000" indent="-228600" algn="l" defTabSz="914400" rtl="0" eaLnBrk="1" latinLnBrk="0" hangingPunct="1">
              <a:lnSpc>
                <a:spcPct val="90000"/>
              </a:lnSpc>
              <a:spcBef>
                <a:spcPts val="500"/>
              </a:spcBef>
              <a:buClr>
                <a:schemeClr val="bg2"/>
              </a:buClr>
              <a:buSzPct val="80000"/>
              <a:buFontTx/>
              <a:buBlip>
                <a:blip r:embed="rId2"/>
              </a:buBlip>
              <a:defRPr sz="1000" b="0" i="0" kern="1200">
                <a:solidFill>
                  <a:schemeClr val="tx1"/>
                </a:solidFill>
                <a:latin typeface="Montserrat Light" pitchFamily="2" charset="77"/>
                <a:ea typeface="+mn-ea"/>
                <a:cs typeface="+mn-cs"/>
              </a:defRPr>
            </a:lvl3pPr>
            <a:lvl4pPr marL="1600200" indent="-228600" algn="l" defTabSz="914400" rtl="0" eaLnBrk="1" latinLnBrk="0" hangingPunct="1">
              <a:lnSpc>
                <a:spcPct val="90000"/>
              </a:lnSpc>
              <a:spcBef>
                <a:spcPts val="500"/>
              </a:spcBef>
              <a:buClr>
                <a:schemeClr val="bg2"/>
              </a:buClr>
              <a:buSzPct val="80000"/>
              <a:buFontTx/>
              <a:buBlip>
                <a:blip r:embed="rId2"/>
              </a:buBlip>
              <a:defRPr sz="800" b="0" i="0" kern="1200">
                <a:solidFill>
                  <a:schemeClr val="tx1"/>
                </a:solidFill>
                <a:latin typeface="Montserrat Light" pitchFamily="2" charset="77"/>
                <a:ea typeface="+mn-ea"/>
                <a:cs typeface="+mn-cs"/>
              </a:defRPr>
            </a:lvl4pPr>
            <a:lvl5pPr marL="2057400" indent="-228600" algn="l" defTabSz="914400" rtl="0" eaLnBrk="1" latinLnBrk="0" hangingPunct="1">
              <a:lnSpc>
                <a:spcPct val="90000"/>
              </a:lnSpc>
              <a:spcBef>
                <a:spcPts val="500"/>
              </a:spcBef>
              <a:buClr>
                <a:schemeClr val="bg2"/>
              </a:buClr>
              <a:buSzPct val="80000"/>
              <a:buFontTx/>
              <a:buBlip>
                <a:blip r:embed="rId2"/>
              </a:buBlip>
              <a:defRPr sz="600" b="0" i="0" kern="1200">
                <a:solidFill>
                  <a:schemeClr val="tx1"/>
                </a:solidFill>
                <a:latin typeface="Montserrat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buClr>
                <a:schemeClr val="tx1"/>
              </a:buClr>
              <a:buFont typeface="Wingdings" panose="05000000000000000000" pitchFamily="2" charset="2"/>
              <a:buChar char="v"/>
            </a:pPr>
            <a:r>
              <a:rPr lang="en-US" sz="1400">
                <a:latin typeface="Montserrat" panose="00000500000000000000" pitchFamily="2" charset="0"/>
              </a:rPr>
              <a:t>Proven library from real enterprise deployments</a:t>
            </a:r>
          </a:p>
          <a:p>
            <a:pPr>
              <a:spcBef>
                <a:spcPts val="600"/>
              </a:spcBef>
              <a:buClr>
                <a:schemeClr val="tx1"/>
              </a:buClr>
              <a:buFont typeface="Wingdings" panose="05000000000000000000" pitchFamily="2" charset="2"/>
              <a:buChar char="v"/>
            </a:pPr>
            <a:r>
              <a:rPr lang="en-US" sz="1400">
                <a:latin typeface="Montserrat" panose="00000500000000000000" pitchFamily="2" charset="0"/>
              </a:rPr>
              <a:t>Baseline ready — not a blank page</a:t>
            </a:r>
          </a:p>
        </p:txBody>
      </p:sp>
      <p:sp>
        <p:nvSpPr>
          <p:cNvPr id="8" name="TextBox 7">
            <a:extLst>
              <a:ext uri="{FF2B5EF4-FFF2-40B4-BE49-F238E27FC236}">
                <a16:creationId xmlns:a16="http://schemas.microsoft.com/office/drawing/2014/main" id="{FBEDAB8B-5942-6E73-2AD6-7E12938B0507}"/>
              </a:ext>
            </a:extLst>
          </p:cNvPr>
          <p:cNvSpPr txBox="1"/>
          <p:nvPr/>
        </p:nvSpPr>
        <p:spPr>
          <a:xfrm>
            <a:off x="566057" y="3169326"/>
            <a:ext cx="4619948" cy="1310997"/>
          </a:xfrm>
          <a:prstGeom prst="roundRect">
            <a:avLst/>
          </a:prstGeom>
          <a:solidFill>
            <a:srgbClr val="1A1A1A"/>
          </a:solidFill>
          <a:ln>
            <a:noFill/>
          </a:ln>
        </p:spPr>
        <p:txBody>
          <a:bodyPr wrap="square" lIns="91440" tIns="45720" rIns="91440" bIns="45720" anchor="ctr">
            <a:spAutoFit/>
          </a:bodyPr>
          <a:lstStyle/>
          <a:p>
            <a:pPr>
              <a:spcAft>
                <a:spcPts val="600"/>
              </a:spcAft>
            </a:pPr>
            <a:r>
              <a:rPr lang="en-IN" sz="1400" b="1">
                <a:solidFill>
                  <a:schemeClr val="bg1"/>
                </a:solidFill>
                <a:latin typeface="Montserrat" panose="00000500000000000000" pitchFamily="2" charset="0"/>
              </a:rPr>
              <a:t>What this means:</a:t>
            </a:r>
          </a:p>
          <a:p>
            <a:pPr marL="182880" indent="-182880">
              <a:spcAft>
                <a:spcPts val="600"/>
              </a:spcAft>
              <a:buFont typeface="Wingdings" panose="05000000000000000000" pitchFamily="2" charset="2"/>
              <a:buChar char="v"/>
            </a:pPr>
            <a:r>
              <a:rPr lang="en-IN" sz="1400">
                <a:solidFill>
                  <a:schemeClr val="bg1"/>
                </a:solidFill>
                <a:latin typeface="Montserrat"/>
              </a:rPr>
              <a:t>Improve Service Levels &amp; Product Availability</a:t>
            </a:r>
          </a:p>
          <a:p>
            <a:pPr marL="182880" indent="-182880">
              <a:spcAft>
                <a:spcPts val="600"/>
              </a:spcAft>
              <a:buFont typeface="Wingdings" panose="05000000000000000000" pitchFamily="2" charset="2"/>
              <a:buChar char="v"/>
            </a:pPr>
            <a:r>
              <a:rPr lang="en-IN" sz="1400">
                <a:solidFill>
                  <a:schemeClr val="bg1"/>
                </a:solidFill>
                <a:latin typeface="Montserrat" panose="00000500000000000000" pitchFamily="2" charset="0"/>
              </a:rPr>
              <a:t>Optimize Cost, Inventory &amp; Network Efficiency</a:t>
            </a:r>
          </a:p>
          <a:p>
            <a:pPr marL="182880" indent="-182880">
              <a:spcAft>
                <a:spcPts val="600"/>
              </a:spcAft>
              <a:buFont typeface="Wingdings" panose="05000000000000000000" pitchFamily="2" charset="2"/>
              <a:buChar char="v"/>
            </a:pPr>
            <a:r>
              <a:rPr lang="en-IN" sz="1400">
                <a:solidFill>
                  <a:schemeClr val="bg1"/>
                </a:solidFill>
                <a:latin typeface="Montserrat" panose="00000500000000000000" pitchFamily="2" charset="0"/>
              </a:rPr>
              <a:t>Enable AI-Driven Decision Intelligence</a:t>
            </a:r>
          </a:p>
        </p:txBody>
      </p:sp>
      <p:sp>
        <p:nvSpPr>
          <p:cNvPr id="15" name="TextBox 14">
            <a:extLst>
              <a:ext uri="{FF2B5EF4-FFF2-40B4-BE49-F238E27FC236}">
                <a16:creationId xmlns:a16="http://schemas.microsoft.com/office/drawing/2014/main" id="{9E6CCDC4-1A12-E7C5-676D-8D9969BFE434}"/>
              </a:ext>
            </a:extLst>
          </p:cNvPr>
          <p:cNvSpPr txBox="1"/>
          <p:nvPr/>
        </p:nvSpPr>
        <p:spPr>
          <a:xfrm>
            <a:off x="6275960" y="963130"/>
            <a:ext cx="5042279" cy="307777"/>
          </a:xfrm>
          <a:prstGeom prst="rect">
            <a:avLst/>
          </a:prstGeom>
          <a:noFill/>
        </p:spPr>
        <p:txBody>
          <a:bodyPr wrap="square">
            <a:spAutoFit/>
          </a:bodyPr>
          <a:lstStyle/>
          <a:p>
            <a:pPr algn="l">
              <a:buNone/>
            </a:pPr>
            <a:r>
              <a:rPr lang="en-US" sz="1400" b="1" i="0">
                <a:effectLst/>
                <a:latin typeface="Montserrat" panose="00000500000000000000" pitchFamily="2" charset="0"/>
              </a:rPr>
              <a:t>Data Science — Delivered Use Cases</a:t>
            </a:r>
          </a:p>
        </p:txBody>
      </p:sp>
      <p:sp>
        <p:nvSpPr>
          <p:cNvPr id="16" name="TextBox 15">
            <a:extLst>
              <a:ext uri="{FF2B5EF4-FFF2-40B4-BE49-F238E27FC236}">
                <a16:creationId xmlns:a16="http://schemas.microsoft.com/office/drawing/2014/main" id="{425FC7BF-C3FF-30F7-25E0-9FED79CE89D7}"/>
              </a:ext>
            </a:extLst>
          </p:cNvPr>
          <p:cNvSpPr txBox="1"/>
          <p:nvPr/>
        </p:nvSpPr>
        <p:spPr>
          <a:xfrm>
            <a:off x="6275961" y="1328540"/>
            <a:ext cx="5544910" cy="919401"/>
          </a:xfrm>
          <a:prstGeom prst="roundRect">
            <a:avLst/>
          </a:prstGeom>
          <a:noFill/>
          <a:ln>
            <a:noFill/>
          </a:ln>
        </p:spPr>
        <p:txBody>
          <a:bodyPr wrap="square" lIns="914400">
            <a:spAutoFit/>
          </a:bodyPr>
          <a:lstStyle/>
          <a:p>
            <a:pPr algn="l">
              <a:spcAft>
                <a:spcPts val="600"/>
              </a:spcAft>
            </a:pPr>
            <a:r>
              <a:rPr lang="en-IN" sz="1400" i="0">
                <a:solidFill>
                  <a:schemeClr val="bg2"/>
                </a:solidFill>
                <a:effectLst/>
                <a:latin typeface="Montserrat" panose="00000500000000000000" pitchFamily="2" charset="0"/>
              </a:rPr>
              <a:t>Demand Forecasting</a:t>
            </a:r>
          </a:p>
          <a:p>
            <a:pPr marL="182880" indent="-182880" algn="l">
              <a:spcAft>
                <a:spcPts val="600"/>
              </a:spcAft>
              <a:buFont typeface="Wingdings" panose="05000000000000000000" pitchFamily="2" charset="2"/>
              <a:buChar char="v"/>
            </a:pPr>
            <a:r>
              <a:rPr lang="en-US" sz="1200" i="0">
                <a:effectLst/>
                <a:latin typeface="Montserrat" panose="00000500000000000000" pitchFamily="2" charset="0"/>
              </a:rPr>
              <a:t>Causal models: seasonality, promotions, signals</a:t>
            </a:r>
          </a:p>
          <a:p>
            <a:pPr marL="182880" indent="-182880" algn="l">
              <a:spcAft>
                <a:spcPts val="600"/>
              </a:spcAft>
              <a:buFont typeface="Wingdings" panose="05000000000000000000" pitchFamily="2" charset="2"/>
              <a:buChar char="v"/>
            </a:pPr>
            <a:r>
              <a:rPr lang="en-US" sz="1200" i="0">
                <a:effectLst/>
                <a:latin typeface="Montserrat" panose="00000500000000000000" pitchFamily="2" charset="0"/>
              </a:rPr>
              <a:t>Reduces forecast error · leaner inventory</a:t>
            </a:r>
            <a:endParaRPr lang="en-IN" sz="1200" i="0">
              <a:effectLst/>
              <a:latin typeface="Montserrat" panose="00000500000000000000" pitchFamily="2" charset="0"/>
            </a:endParaRPr>
          </a:p>
        </p:txBody>
      </p:sp>
      <p:sp>
        <p:nvSpPr>
          <p:cNvPr id="17" name="TextBox 16">
            <a:extLst>
              <a:ext uri="{FF2B5EF4-FFF2-40B4-BE49-F238E27FC236}">
                <a16:creationId xmlns:a16="http://schemas.microsoft.com/office/drawing/2014/main" id="{C2B539B3-3630-6B89-E146-D82061CADF10}"/>
              </a:ext>
            </a:extLst>
          </p:cNvPr>
          <p:cNvSpPr txBox="1"/>
          <p:nvPr/>
        </p:nvSpPr>
        <p:spPr>
          <a:xfrm>
            <a:off x="6275961" y="2395329"/>
            <a:ext cx="5544910" cy="919401"/>
          </a:xfrm>
          <a:prstGeom prst="roundRect">
            <a:avLst/>
          </a:prstGeom>
          <a:noFill/>
          <a:ln>
            <a:noFill/>
          </a:ln>
        </p:spPr>
        <p:txBody>
          <a:bodyPr wrap="square" lIns="914400">
            <a:spAutoFit/>
          </a:bodyPr>
          <a:lstStyle/>
          <a:p>
            <a:pPr>
              <a:spcAft>
                <a:spcPts val="600"/>
              </a:spcAft>
            </a:pPr>
            <a:r>
              <a:rPr lang="en-IN" sz="1400">
                <a:solidFill>
                  <a:schemeClr val="bg2"/>
                </a:solidFill>
                <a:latin typeface="Montserrat" panose="00000500000000000000" pitchFamily="2" charset="0"/>
              </a:rPr>
              <a:t>Inventory Optimisation</a:t>
            </a:r>
          </a:p>
          <a:p>
            <a:pPr marL="182880" indent="-182880">
              <a:spcAft>
                <a:spcPts val="600"/>
              </a:spcAft>
              <a:buFont typeface="Wingdings" panose="05000000000000000000" pitchFamily="2" charset="2"/>
              <a:buChar char="v"/>
            </a:pPr>
            <a:r>
              <a:rPr lang="en-US" sz="1200">
                <a:latin typeface="Montserrat" panose="00000500000000000000" pitchFamily="2" charset="0"/>
              </a:rPr>
              <a:t>Eliminates stockouts &amp; excess carrying costs</a:t>
            </a:r>
          </a:p>
          <a:p>
            <a:pPr marL="182880" indent="-182880">
              <a:spcAft>
                <a:spcPts val="600"/>
              </a:spcAft>
              <a:buFont typeface="Wingdings" panose="05000000000000000000" pitchFamily="2" charset="2"/>
              <a:buChar char="v"/>
            </a:pPr>
            <a:r>
              <a:rPr lang="en-US" sz="1200">
                <a:latin typeface="Montserrat" panose="00000500000000000000" pitchFamily="2" charset="0"/>
              </a:rPr>
              <a:t>Dynamic safety stock per SKU-location</a:t>
            </a:r>
            <a:endParaRPr lang="en-IN" sz="1200">
              <a:latin typeface="Montserrat" panose="00000500000000000000" pitchFamily="2" charset="0"/>
            </a:endParaRPr>
          </a:p>
        </p:txBody>
      </p:sp>
      <p:sp>
        <p:nvSpPr>
          <p:cNvPr id="18" name="TextBox 17">
            <a:extLst>
              <a:ext uri="{FF2B5EF4-FFF2-40B4-BE49-F238E27FC236}">
                <a16:creationId xmlns:a16="http://schemas.microsoft.com/office/drawing/2014/main" id="{861A530C-C5E7-C89E-BE11-5C0F48F4FC6B}"/>
              </a:ext>
            </a:extLst>
          </p:cNvPr>
          <p:cNvSpPr txBox="1"/>
          <p:nvPr/>
        </p:nvSpPr>
        <p:spPr>
          <a:xfrm>
            <a:off x="6275961" y="3462118"/>
            <a:ext cx="5544910" cy="919401"/>
          </a:xfrm>
          <a:prstGeom prst="roundRect">
            <a:avLst/>
          </a:prstGeom>
          <a:noFill/>
          <a:ln>
            <a:noFill/>
          </a:ln>
        </p:spPr>
        <p:txBody>
          <a:bodyPr wrap="square" lIns="914400">
            <a:spAutoFit/>
          </a:bodyPr>
          <a:lstStyle/>
          <a:p>
            <a:pPr>
              <a:spcAft>
                <a:spcPts val="600"/>
              </a:spcAft>
            </a:pPr>
            <a:r>
              <a:rPr lang="en-IN" sz="1400">
                <a:solidFill>
                  <a:schemeClr val="bg2"/>
                </a:solidFill>
                <a:latin typeface="Montserrat" panose="00000500000000000000" pitchFamily="2" charset="0"/>
              </a:rPr>
              <a:t>Network Optimisation</a:t>
            </a:r>
          </a:p>
          <a:p>
            <a:pPr marL="182880" indent="-182880">
              <a:spcAft>
                <a:spcPts val="600"/>
              </a:spcAft>
              <a:buFont typeface="Wingdings" panose="05000000000000000000" pitchFamily="2" charset="2"/>
              <a:buChar char="v"/>
            </a:pPr>
            <a:r>
              <a:rPr lang="en-US" sz="1200">
                <a:latin typeface="Montserrat" panose="00000500000000000000" pitchFamily="2" charset="0"/>
              </a:rPr>
              <a:t>Max service level at minimum landed cost</a:t>
            </a:r>
          </a:p>
          <a:p>
            <a:pPr marL="182880" indent="-182880">
              <a:spcAft>
                <a:spcPts val="600"/>
              </a:spcAft>
              <a:buFont typeface="Wingdings" panose="05000000000000000000" pitchFamily="2" charset="2"/>
              <a:buChar char="v"/>
            </a:pPr>
            <a:r>
              <a:rPr lang="en-US" sz="1200">
                <a:latin typeface="Montserrat" panose="00000500000000000000" pitchFamily="2" charset="0"/>
              </a:rPr>
              <a:t>Scenario modelling for facility &amp; transport</a:t>
            </a:r>
            <a:endParaRPr lang="en-IN" sz="1200">
              <a:latin typeface="Montserrat" panose="00000500000000000000" pitchFamily="2" charset="0"/>
            </a:endParaRPr>
          </a:p>
        </p:txBody>
      </p:sp>
      <p:sp>
        <p:nvSpPr>
          <p:cNvPr id="19" name="TextBox 18">
            <a:extLst>
              <a:ext uri="{FF2B5EF4-FFF2-40B4-BE49-F238E27FC236}">
                <a16:creationId xmlns:a16="http://schemas.microsoft.com/office/drawing/2014/main" id="{1A6FD3F3-C7AD-CBF5-28E1-5DCA59339084}"/>
              </a:ext>
            </a:extLst>
          </p:cNvPr>
          <p:cNvSpPr txBox="1"/>
          <p:nvPr/>
        </p:nvSpPr>
        <p:spPr>
          <a:xfrm>
            <a:off x="6275961" y="4528907"/>
            <a:ext cx="5544910" cy="919401"/>
          </a:xfrm>
          <a:prstGeom prst="roundRect">
            <a:avLst/>
          </a:prstGeom>
          <a:noFill/>
          <a:ln>
            <a:noFill/>
          </a:ln>
        </p:spPr>
        <p:txBody>
          <a:bodyPr wrap="square" lIns="914400">
            <a:spAutoFit/>
          </a:bodyPr>
          <a:lstStyle/>
          <a:p>
            <a:pPr>
              <a:spcAft>
                <a:spcPts val="600"/>
              </a:spcAft>
            </a:pPr>
            <a:r>
              <a:rPr lang="en-IN" sz="1400">
                <a:solidFill>
                  <a:schemeClr val="bg2"/>
                </a:solidFill>
                <a:latin typeface="Montserrat" panose="00000500000000000000" pitchFamily="2" charset="0"/>
              </a:rPr>
              <a:t>Logistics Optimisation</a:t>
            </a:r>
          </a:p>
          <a:p>
            <a:pPr marL="182880" indent="-182880">
              <a:spcAft>
                <a:spcPts val="600"/>
              </a:spcAft>
              <a:buFont typeface="Wingdings" panose="05000000000000000000" pitchFamily="2" charset="2"/>
              <a:buChar char="v"/>
            </a:pPr>
            <a:r>
              <a:rPr lang="en-US" sz="1200">
                <a:latin typeface="Montserrat" panose="00000500000000000000" pitchFamily="2" charset="0"/>
              </a:rPr>
              <a:t>Transport, warehousing &amp; distribution efficiency</a:t>
            </a:r>
          </a:p>
          <a:p>
            <a:pPr marL="182880" indent="-182880">
              <a:spcAft>
                <a:spcPts val="600"/>
              </a:spcAft>
              <a:buFont typeface="Wingdings" panose="05000000000000000000" pitchFamily="2" charset="2"/>
              <a:buChar char="v"/>
            </a:pPr>
            <a:r>
              <a:rPr lang="en-US" sz="1200">
                <a:latin typeface="Montserrat" panose="00000500000000000000" pitchFamily="2" charset="0"/>
              </a:rPr>
              <a:t>Route &amp; carrier performance models</a:t>
            </a:r>
            <a:endParaRPr lang="en-IN" sz="1200">
              <a:latin typeface="Montserrat" panose="00000500000000000000" pitchFamily="2" charset="0"/>
            </a:endParaRPr>
          </a:p>
        </p:txBody>
      </p:sp>
      <p:sp>
        <p:nvSpPr>
          <p:cNvPr id="20" name="TextBox 19">
            <a:extLst>
              <a:ext uri="{FF2B5EF4-FFF2-40B4-BE49-F238E27FC236}">
                <a16:creationId xmlns:a16="http://schemas.microsoft.com/office/drawing/2014/main" id="{62045135-39E2-B5D8-329D-9FCB0AC629A8}"/>
              </a:ext>
            </a:extLst>
          </p:cNvPr>
          <p:cNvSpPr txBox="1"/>
          <p:nvPr/>
        </p:nvSpPr>
        <p:spPr>
          <a:xfrm>
            <a:off x="6275961" y="5595699"/>
            <a:ext cx="5544910" cy="919401"/>
          </a:xfrm>
          <a:prstGeom prst="roundRect">
            <a:avLst/>
          </a:prstGeom>
          <a:noFill/>
          <a:ln>
            <a:noFill/>
          </a:ln>
        </p:spPr>
        <p:txBody>
          <a:bodyPr wrap="square" lIns="914400">
            <a:spAutoFit/>
          </a:bodyPr>
          <a:lstStyle/>
          <a:p>
            <a:pPr>
              <a:spcAft>
                <a:spcPts val="600"/>
              </a:spcAft>
            </a:pPr>
            <a:r>
              <a:rPr lang="en-IN" sz="1400">
                <a:solidFill>
                  <a:schemeClr val="bg2"/>
                </a:solidFill>
                <a:latin typeface="Montserrat" panose="00000500000000000000" pitchFamily="2" charset="0"/>
              </a:rPr>
              <a:t>Lead Time Prediction &amp; Compression</a:t>
            </a:r>
          </a:p>
          <a:p>
            <a:pPr marL="182880" indent="-182880">
              <a:spcAft>
                <a:spcPts val="600"/>
              </a:spcAft>
              <a:buFont typeface="Wingdings" panose="05000000000000000000" pitchFamily="2" charset="2"/>
              <a:buChar char="v"/>
            </a:pPr>
            <a:r>
              <a:rPr lang="en-US" sz="1200">
                <a:latin typeface="Montserrat" panose="00000500000000000000" pitchFamily="2" charset="0"/>
              </a:rPr>
              <a:t>Forecast &amp; reduce lead times across fulfilment</a:t>
            </a:r>
          </a:p>
          <a:p>
            <a:pPr marL="182880" indent="-182880">
              <a:spcAft>
                <a:spcPts val="600"/>
              </a:spcAft>
              <a:buFont typeface="Wingdings" panose="05000000000000000000" pitchFamily="2" charset="2"/>
              <a:buChar char="v"/>
            </a:pPr>
            <a:r>
              <a:rPr lang="en-US" sz="1200">
                <a:latin typeface="Montserrat" panose="00000500000000000000" pitchFamily="2" charset="0"/>
              </a:rPr>
              <a:t>Delay hotspots surfaced before SLA impact</a:t>
            </a:r>
            <a:endParaRPr lang="en-IN" sz="1200">
              <a:latin typeface="Montserrat" panose="00000500000000000000" pitchFamily="2" charset="0"/>
            </a:endParaRPr>
          </a:p>
        </p:txBody>
      </p:sp>
      <p:sp>
        <p:nvSpPr>
          <p:cNvPr id="46" name="Oval 45">
            <a:extLst>
              <a:ext uri="{FF2B5EF4-FFF2-40B4-BE49-F238E27FC236}">
                <a16:creationId xmlns:a16="http://schemas.microsoft.com/office/drawing/2014/main" id="{89753100-950A-6E90-B3A1-7BF8F2BDA3DB}"/>
              </a:ext>
            </a:extLst>
          </p:cNvPr>
          <p:cNvSpPr/>
          <p:nvPr/>
        </p:nvSpPr>
        <p:spPr>
          <a:xfrm rot="2700000">
            <a:off x="6288753" y="1431247"/>
            <a:ext cx="713345" cy="713345"/>
          </a:xfrm>
          <a:prstGeom prst="ellipse">
            <a:avLst/>
          </a:prstGeom>
          <a:solidFill>
            <a:schemeClr val="bg2"/>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Oval 46">
            <a:extLst>
              <a:ext uri="{FF2B5EF4-FFF2-40B4-BE49-F238E27FC236}">
                <a16:creationId xmlns:a16="http://schemas.microsoft.com/office/drawing/2014/main" id="{052969B4-678D-CD91-610E-AC9242EEBC43}"/>
              </a:ext>
            </a:extLst>
          </p:cNvPr>
          <p:cNvSpPr/>
          <p:nvPr/>
        </p:nvSpPr>
        <p:spPr>
          <a:xfrm rot="2700000">
            <a:off x="6288753" y="2483346"/>
            <a:ext cx="713345" cy="713345"/>
          </a:xfrm>
          <a:prstGeom prst="ellipse">
            <a:avLst/>
          </a:prstGeom>
          <a:solidFill>
            <a:schemeClr val="bg2"/>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Oval 47">
            <a:extLst>
              <a:ext uri="{FF2B5EF4-FFF2-40B4-BE49-F238E27FC236}">
                <a16:creationId xmlns:a16="http://schemas.microsoft.com/office/drawing/2014/main" id="{02C40B33-1805-EEBF-BF74-8D4A0F15C510}"/>
              </a:ext>
            </a:extLst>
          </p:cNvPr>
          <p:cNvSpPr/>
          <p:nvPr/>
        </p:nvSpPr>
        <p:spPr>
          <a:xfrm rot="2700000">
            <a:off x="6288753" y="3535125"/>
            <a:ext cx="713345" cy="713345"/>
          </a:xfrm>
          <a:prstGeom prst="ellipse">
            <a:avLst/>
          </a:prstGeom>
          <a:solidFill>
            <a:schemeClr val="bg2"/>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E57B67AD-A64E-AB12-709E-120765403DB8}"/>
              </a:ext>
            </a:extLst>
          </p:cNvPr>
          <p:cNvSpPr/>
          <p:nvPr/>
        </p:nvSpPr>
        <p:spPr>
          <a:xfrm rot="2700000">
            <a:off x="6288753" y="4586904"/>
            <a:ext cx="713345" cy="713345"/>
          </a:xfrm>
          <a:prstGeom prst="ellipse">
            <a:avLst/>
          </a:prstGeom>
          <a:solidFill>
            <a:schemeClr val="bg2"/>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Oval 49">
            <a:extLst>
              <a:ext uri="{FF2B5EF4-FFF2-40B4-BE49-F238E27FC236}">
                <a16:creationId xmlns:a16="http://schemas.microsoft.com/office/drawing/2014/main" id="{CF74CCA9-01A0-DF2D-0750-2F4CFF301D56}"/>
              </a:ext>
            </a:extLst>
          </p:cNvPr>
          <p:cNvSpPr/>
          <p:nvPr/>
        </p:nvSpPr>
        <p:spPr>
          <a:xfrm rot="2700000">
            <a:off x="6288753" y="5638684"/>
            <a:ext cx="713345" cy="713345"/>
          </a:xfrm>
          <a:prstGeom prst="ellipse">
            <a:avLst/>
          </a:prstGeom>
          <a:solidFill>
            <a:schemeClr val="bg2"/>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1" name="Straight Connector 50">
            <a:extLst>
              <a:ext uri="{FF2B5EF4-FFF2-40B4-BE49-F238E27FC236}">
                <a16:creationId xmlns:a16="http://schemas.microsoft.com/office/drawing/2014/main" id="{B0765887-4EF9-02F4-64F6-0BE1381EECB7}"/>
              </a:ext>
            </a:extLst>
          </p:cNvPr>
          <p:cNvCxnSpPr>
            <a:cxnSpLocks/>
          </p:cNvCxnSpPr>
          <p:nvPr/>
        </p:nvCxnSpPr>
        <p:spPr>
          <a:xfrm>
            <a:off x="6275960" y="2321635"/>
            <a:ext cx="5544911" cy="0"/>
          </a:xfrm>
          <a:prstGeom prst="line">
            <a:avLst/>
          </a:prstGeom>
          <a:ln w="9525">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D8DA9623-8044-5921-2124-8013919EDE29}"/>
              </a:ext>
            </a:extLst>
          </p:cNvPr>
          <p:cNvCxnSpPr>
            <a:cxnSpLocks/>
          </p:cNvCxnSpPr>
          <p:nvPr/>
        </p:nvCxnSpPr>
        <p:spPr>
          <a:xfrm>
            <a:off x="6275960" y="3388424"/>
            <a:ext cx="5544911" cy="0"/>
          </a:xfrm>
          <a:prstGeom prst="line">
            <a:avLst/>
          </a:prstGeom>
          <a:ln w="9525">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4D397579-D2C8-C5F6-A3ED-84FCFEF6A663}"/>
              </a:ext>
            </a:extLst>
          </p:cNvPr>
          <p:cNvCxnSpPr>
            <a:cxnSpLocks/>
          </p:cNvCxnSpPr>
          <p:nvPr/>
        </p:nvCxnSpPr>
        <p:spPr>
          <a:xfrm>
            <a:off x="6304189" y="4455213"/>
            <a:ext cx="5544911" cy="0"/>
          </a:xfrm>
          <a:prstGeom prst="line">
            <a:avLst/>
          </a:prstGeom>
          <a:ln w="9525">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221006BB-DEF2-7C10-BC9C-3639DB0E0A6C}"/>
              </a:ext>
            </a:extLst>
          </p:cNvPr>
          <p:cNvCxnSpPr>
            <a:cxnSpLocks/>
          </p:cNvCxnSpPr>
          <p:nvPr/>
        </p:nvCxnSpPr>
        <p:spPr>
          <a:xfrm>
            <a:off x="6304189" y="5522002"/>
            <a:ext cx="5544911" cy="0"/>
          </a:xfrm>
          <a:prstGeom prst="line">
            <a:avLst/>
          </a:prstGeom>
          <a:ln w="9525">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pic>
        <p:nvPicPr>
          <p:cNvPr id="56" name="Graphic 55">
            <a:extLst>
              <a:ext uri="{FF2B5EF4-FFF2-40B4-BE49-F238E27FC236}">
                <a16:creationId xmlns:a16="http://schemas.microsoft.com/office/drawing/2014/main" id="{30274562-095E-1B50-AD91-FA1AF54CC0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21143" y="1563637"/>
            <a:ext cx="448564" cy="448564"/>
          </a:xfrm>
          <a:prstGeom prst="rect">
            <a:avLst/>
          </a:prstGeom>
        </p:spPr>
      </p:pic>
      <p:pic>
        <p:nvPicPr>
          <p:cNvPr id="57" name="Graphic 56">
            <a:extLst>
              <a:ext uri="{FF2B5EF4-FFF2-40B4-BE49-F238E27FC236}">
                <a16:creationId xmlns:a16="http://schemas.microsoft.com/office/drawing/2014/main" id="{EE0A8A1E-C793-DF7F-82FA-74A708A7940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21143" y="2615736"/>
            <a:ext cx="448564" cy="448564"/>
          </a:xfrm>
          <a:prstGeom prst="rect">
            <a:avLst/>
          </a:prstGeom>
        </p:spPr>
      </p:pic>
      <p:pic>
        <p:nvPicPr>
          <p:cNvPr id="58" name="Graphic 57">
            <a:extLst>
              <a:ext uri="{FF2B5EF4-FFF2-40B4-BE49-F238E27FC236}">
                <a16:creationId xmlns:a16="http://schemas.microsoft.com/office/drawing/2014/main" id="{5DD23A86-D386-B613-5CBB-93C12DACB1D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48202" y="3694573"/>
            <a:ext cx="394446" cy="394448"/>
          </a:xfrm>
          <a:prstGeom prst="rect">
            <a:avLst/>
          </a:prstGeom>
        </p:spPr>
      </p:pic>
      <p:pic>
        <p:nvPicPr>
          <p:cNvPr id="59" name="Graphic 58">
            <a:extLst>
              <a:ext uri="{FF2B5EF4-FFF2-40B4-BE49-F238E27FC236}">
                <a16:creationId xmlns:a16="http://schemas.microsoft.com/office/drawing/2014/main" id="{393A3643-14AF-1F85-90AB-6614518FCFD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39126" y="4737276"/>
            <a:ext cx="412598" cy="412600"/>
          </a:xfrm>
          <a:prstGeom prst="rect">
            <a:avLst/>
          </a:prstGeom>
        </p:spPr>
      </p:pic>
      <p:pic>
        <p:nvPicPr>
          <p:cNvPr id="60" name="Graphic 59">
            <a:extLst>
              <a:ext uri="{FF2B5EF4-FFF2-40B4-BE49-F238E27FC236}">
                <a16:creationId xmlns:a16="http://schemas.microsoft.com/office/drawing/2014/main" id="{DC968BA6-F969-EE4E-3A67-B67EF40FFCA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358702" y="5708633"/>
            <a:ext cx="573446" cy="573446"/>
          </a:xfrm>
          <a:prstGeom prst="rect">
            <a:avLst/>
          </a:prstGeom>
        </p:spPr>
      </p:pic>
    </p:spTree>
    <p:extLst>
      <p:ext uri="{BB962C8B-B14F-4D97-AF65-F5344CB8AC3E}">
        <p14:creationId xmlns:p14="http://schemas.microsoft.com/office/powerpoint/2010/main" val="2640688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04F61-C523-BEA6-686C-65149C0DC6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3D47B9-9300-2DA7-9C15-1D5E7E9989B7}"/>
              </a:ext>
            </a:extLst>
          </p:cNvPr>
          <p:cNvSpPr>
            <a:spLocks noGrp="1"/>
          </p:cNvSpPr>
          <p:nvPr>
            <p:ph type="title"/>
          </p:nvPr>
        </p:nvSpPr>
        <p:spPr>
          <a:xfrm>
            <a:off x="381000" y="342899"/>
            <a:ext cx="11468100" cy="553993"/>
          </a:xfrm>
        </p:spPr>
        <p:txBody>
          <a:bodyPr/>
          <a:lstStyle/>
          <a:p>
            <a:r>
              <a:rPr lang="en-US">
                <a:latin typeface="Montserrat Light"/>
              </a:rPr>
              <a:t>20+ Commercial Use Cases. Your Data Working for Growth.</a:t>
            </a:r>
            <a:endParaRPr lang="en-IN">
              <a:latin typeface="Montserrat Light"/>
            </a:endParaRPr>
          </a:p>
        </p:txBody>
      </p:sp>
      <p:sp>
        <p:nvSpPr>
          <p:cNvPr id="3" name="Slide Number Placeholder 2">
            <a:extLst>
              <a:ext uri="{FF2B5EF4-FFF2-40B4-BE49-F238E27FC236}">
                <a16:creationId xmlns:a16="http://schemas.microsoft.com/office/drawing/2014/main" id="{22F7F0BE-0CAF-D8BC-695D-B8D6280A19CE}"/>
              </a:ext>
            </a:extLst>
          </p:cNvPr>
          <p:cNvSpPr>
            <a:spLocks noGrp="1"/>
          </p:cNvSpPr>
          <p:nvPr>
            <p:ph type="sldNum" sz="quarter" idx="12"/>
          </p:nvPr>
        </p:nvSpPr>
        <p:spPr/>
        <p:txBody>
          <a:bodyPr/>
          <a:lstStyle/>
          <a:p>
            <a:fld id="{330EA680-D336-4FF7-8B7A-9848BB0A1C32}" type="slidenum">
              <a:rPr lang="en-US" smtClean="0"/>
              <a:t>6</a:t>
            </a:fld>
            <a:endParaRPr lang="en-US"/>
          </a:p>
        </p:txBody>
      </p:sp>
      <p:sp>
        <p:nvSpPr>
          <p:cNvPr id="4" name="Date Placeholder 3">
            <a:extLst>
              <a:ext uri="{FF2B5EF4-FFF2-40B4-BE49-F238E27FC236}">
                <a16:creationId xmlns:a16="http://schemas.microsoft.com/office/drawing/2014/main" id="{C38C5C45-F04D-CD74-8F10-D449C6E3150C}"/>
              </a:ext>
            </a:extLst>
          </p:cNvPr>
          <p:cNvSpPr>
            <a:spLocks noGrp="1"/>
          </p:cNvSpPr>
          <p:nvPr>
            <p:ph type="dt" sz="half" idx="2"/>
          </p:nvPr>
        </p:nvSpPr>
        <p:spPr/>
        <p:txBody>
          <a:bodyPr/>
          <a:lstStyle/>
          <a:p>
            <a:r>
              <a:rPr lang="en-US"/>
              <a:t>© SYREN CLOUD INC – 2026 – ALL RIGHTS RESERVED</a:t>
            </a:r>
          </a:p>
        </p:txBody>
      </p:sp>
      <p:sp>
        <p:nvSpPr>
          <p:cNvPr id="7" name="Rounded Rectangle 93">
            <a:extLst>
              <a:ext uri="{FF2B5EF4-FFF2-40B4-BE49-F238E27FC236}">
                <a16:creationId xmlns:a16="http://schemas.microsoft.com/office/drawing/2014/main" id="{B93664D7-EB4D-2C1A-A884-1A1B9B98F83F}"/>
              </a:ext>
            </a:extLst>
          </p:cNvPr>
          <p:cNvSpPr/>
          <p:nvPr/>
        </p:nvSpPr>
        <p:spPr>
          <a:xfrm>
            <a:off x="561182" y="2111624"/>
            <a:ext cx="2486818" cy="3392434"/>
          </a:xfrm>
          <a:prstGeom prst="roundRect">
            <a:avLst>
              <a:gd name="adj" fmla="val 6515"/>
            </a:avLst>
          </a:prstGeom>
          <a:noFill/>
          <a:ln w="63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0B0004020202020204"/>
              <a:ea typeface="+mn-ea"/>
              <a:cs typeface="+mn-cs"/>
            </a:endParaRPr>
          </a:p>
        </p:txBody>
      </p:sp>
      <p:sp>
        <p:nvSpPr>
          <p:cNvPr id="9" name="Round Same-side Corner of Rectangle 94">
            <a:extLst>
              <a:ext uri="{FF2B5EF4-FFF2-40B4-BE49-F238E27FC236}">
                <a16:creationId xmlns:a16="http://schemas.microsoft.com/office/drawing/2014/main" id="{F8485356-CDB7-B1CF-93CF-76FC645BFB7F}"/>
              </a:ext>
            </a:extLst>
          </p:cNvPr>
          <p:cNvSpPr/>
          <p:nvPr/>
        </p:nvSpPr>
        <p:spPr>
          <a:xfrm>
            <a:off x="561182" y="2804093"/>
            <a:ext cx="2486818" cy="2699947"/>
          </a:xfrm>
          <a:prstGeom prst="round2SameRect">
            <a:avLst>
              <a:gd name="adj1" fmla="val 12163"/>
              <a:gd name="adj2" fmla="val 0"/>
            </a:avLst>
          </a:prstGeom>
          <a:solidFill>
            <a:schemeClr val="tx1">
              <a:lumMod val="95000"/>
              <a:lumOff val="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71450" marR="0" lvl="0" indent="-171450"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100" b="0" i="0" u="none" strike="noStrike" kern="1200" cap="none" spc="0" normalizeH="0" baseline="0" noProof="0">
                <a:ln>
                  <a:noFill/>
                </a:ln>
                <a:solidFill>
                  <a:srgbClr val="FFFFFF"/>
                </a:solidFill>
                <a:effectLst/>
                <a:uLnTx/>
                <a:uFillTx/>
                <a:latin typeface="Montserrat" pitchFamily="2" charset="77"/>
                <a:ea typeface="+mn-ea"/>
                <a:cs typeface="Segoe UI"/>
              </a:rPr>
              <a:t>RFM-R segmentation model</a:t>
            </a:r>
          </a:p>
          <a:p>
            <a:pPr marL="171450" marR="0" lvl="0" indent="-171450"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100" b="0" i="0" u="none" strike="noStrike" kern="1200" cap="none" spc="0" normalizeH="0" baseline="0" noProof="0">
                <a:ln>
                  <a:noFill/>
                </a:ln>
                <a:solidFill>
                  <a:srgbClr val="FFFFFF"/>
                </a:solidFill>
                <a:effectLst/>
                <a:uLnTx/>
                <a:uFillTx/>
                <a:latin typeface="Montserrat" pitchFamily="2" charset="77"/>
                <a:ea typeface="+mn-ea"/>
                <a:cs typeface="Segoe UI"/>
              </a:rPr>
              <a:t>Customer profitability analysis</a:t>
            </a:r>
          </a:p>
          <a:p>
            <a:pPr marL="171450" marR="0" lvl="0" indent="-171450"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100" b="0" i="0" u="none" strike="noStrike" kern="1200" cap="none" spc="0" normalizeH="0" baseline="0" noProof="0">
                <a:ln>
                  <a:noFill/>
                </a:ln>
                <a:solidFill>
                  <a:srgbClr val="FFFFFF"/>
                </a:solidFill>
                <a:effectLst/>
                <a:uLnTx/>
                <a:uFillTx/>
                <a:latin typeface="Montserrat" pitchFamily="2" charset="77"/>
                <a:ea typeface="+mn-ea"/>
                <a:cs typeface="Segoe UI"/>
              </a:rPr>
              <a:t>Trade spend effectiveness</a:t>
            </a:r>
          </a:p>
          <a:p>
            <a:pPr marL="171450" marR="0" lvl="0" indent="-171450"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100" b="0" i="0" u="none" strike="noStrike" kern="1200" cap="none" spc="0" normalizeH="0" baseline="0" noProof="0">
                <a:ln>
                  <a:noFill/>
                </a:ln>
                <a:solidFill>
                  <a:srgbClr val="FFFFFF"/>
                </a:solidFill>
                <a:effectLst/>
                <a:uLnTx/>
                <a:uFillTx/>
                <a:latin typeface="Montserrat" pitchFamily="2" charset="77"/>
                <a:ea typeface="+mn-ea"/>
                <a:cs typeface="Segoe UI"/>
              </a:rPr>
              <a:t>Customer churn prevention</a:t>
            </a:r>
          </a:p>
          <a:p>
            <a:pPr marL="171450" marR="0" lvl="0" indent="-171450"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100" b="0" i="0" u="none" strike="noStrike" kern="1200" cap="none" spc="0" normalizeH="0" baseline="0" noProof="0">
                <a:ln>
                  <a:noFill/>
                </a:ln>
                <a:solidFill>
                  <a:srgbClr val="FFFFFF"/>
                </a:solidFill>
                <a:effectLst/>
                <a:uLnTx/>
                <a:uFillTx/>
                <a:latin typeface="Montserrat" pitchFamily="2" charset="77"/>
                <a:ea typeface="+mn-ea"/>
                <a:cs typeface="Segoe UI"/>
              </a:rPr>
              <a:t>Shopper insights (POS, incidence)</a:t>
            </a:r>
          </a:p>
          <a:p>
            <a:pPr marL="171450" marR="0" lvl="0" indent="-171450"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100" b="0" i="0" u="none" strike="noStrike" kern="1200" cap="none" spc="0" normalizeH="0" baseline="0" noProof="0">
                <a:ln>
                  <a:noFill/>
                </a:ln>
                <a:solidFill>
                  <a:srgbClr val="FFFFFF"/>
                </a:solidFill>
                <a:effectLst/>
                <a:uLnTx/>
                <a:uFillTx/>
                <a:latin typeface="Montserrat" pitchFamily="2" charset="77"/>
                <a:ea typeface="+mn-ea"/>
                <a:cs typeface="Segoe UI"/>
              </a:rPr>
              <a:t>Loyalty optimization</a:t>
            </a:r>
          </a:p>
        </p:txBody>
      </p:sp>
      <p:sp>
        <p:nvSpPr>
          <p:cNvPr id="15" name="TextBox 14">
            <a:extLst>
              <a:ext uri="{FF2B5EF4-FFF2-40B4-BE49-F238E27FC236}">
                <a16:creationId xmlns:a16="http://schemas.microsoft.com/office/drawing/2014/main" id="{DCCC31EC-317F-10E8-9493-63D25CDB5E25}"/>
              </a:ext>
            </a:extLst>
          </p:cNvPr>
          <p:cNvSpPr txBox="1"/>
          <p:nvPr/>
        </p:nvSpPr>
        <p:spPr>
          <a:xfrm>
            <a:off x="892023" y="2210349"/>
            <a:ext cx="1825137" cy="461665"/>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64F17"/>
                </a:solidFill>
                <a:effectLst/>
                <a:uLnTx/>
                <a:uFillTx/>
                <a:latin typeface="Montserrat" pitchFamily="2" charset="77"/>
                <a:ea typeface="+mn-ea"/>
                <a:cs typeface="Segoe UI"/>
              </a:rPr>
              <a:t>Cost to Serve </a:t>
            </a:r>
            <a:br>
              <a:rPr kumimoji="0" lang="en-US" sz="1200" b="0" i="0" u="none" strike="noStrike" kern="1200" cap="none" spc="0" normalizeH="0" baseline="0" noProof="0">
                <a:ln>
                  <a:noFill/>
                </a:ln>
                <a:solidFill>
                  <a:srgbClr val="F64F17"/>
                </a:solidFill>
                <a:effectLst/>
                <a:uLnTx/>
                <a:uFillTx/>
                <a:latin typeface="Montserrat" pitchFamily="2" charset="77"/>
                <a:ea typeface="+mn-ea"/>
                <a:cs typeface="Segoe UI"/>
              </a:rPr>
            </a:br>
            <a:r>
              <a:rPr kumimoji="0" lang="en-US" sz="1200" b="0" i="0" u="none" strike="noStrike" kern="1200" cap="none" spc="0" normalizeH="0" baseline="0" noProof="0">
                <a:ln>
                  <a:noFill/>
                </a:ln>
                <a:solidFill>
                  <a:srgbClr val="F64F17"/>
                </a:solidFill>
                <a:effectLst/>
                <a:uLnTx/>
                <a:uFillTx/>
                <a:latin typeface="Montserrat" pitchFamily="2" charset="77"/>
                <a:ea typeface="+mn-ea"/>
                <a:cs typeface="Segoe UI"/>
              </a:rPr>
              <a:t>Optimization</a:t>
            </a:r>
            <a:endParaRPr kumimoji="0" lang="en-US" sz="1200" b="0" i="0" u="none" strike="noStrike" kern="1200" cap="none" spc="0" normalizeH="0" baseline="0" noProof="0">
              <a:ln>
                <a:noFill/>
              </a:ln>
              <a:solidFill>
                <a:srgbClr val="F64F17"/>
              </a:solidFill>
              <a:effectLst/>
              <a:uLnTx/>
              <a:uFillTx/>
              <a:latin typeface="Montserrat" pitchFamily="2" charset="77"/>
              <a:ea typeface="+mn-ea"/>
              <a:cs typeface="+mn-cs"/>
            </a:endParaRPr>
          </a:p>
        </p:txBody>
      </p:sp>
      <p:cxnSp>
        <p:nvCxnSpPr>
          <p:cNvPr id="17" name="Straight Connector 16">
            <a:extLst>
              <a:ext uri="{FF2B5EF4-FFF2-40B4-BE49-F238E27FC236}">
                <a16:creationId xmlns:a16="http://schemas.microsoft.com/office/drawing/2014/main" id="{C6FA97A5-5D07-755C-F2DB-ACB2F3041149}"/>
              </a:ext>
            </a:extLst>
          </p:cNvPr>
          <p:cNvCxnSpPr>
            <a:cxnSpLocks/>
          </p:cNvCxnSpPr>
          <p:nvPr/>
        </p:nvCxnSpPr>
        <p:spPr>
          <a:xfrm>
            <a:off x="247973" y="5504056"/>
            <a:ext cx="11778712" cy="0"/>
          </a:xfrm>
          <a:prstGeom prst="line">
            <a:avLst/>
          </a:prstGeom>
          <a:ln w="9525" cap="rnd">
            <a:solidFill>
              <a:schemeClr val="tx1"/>
            </a:solidFill>
            <a:prstDash val="dash"/>
            <a:headEnd type="oval"/>
            <a:tailEnd type="oval"/>
          </a:ln>
        </p:spPr>
        <p:style>
          <a:lnRef idx="2">
            <a:schemeClr val="accent1"/>
          </a:lnRef>
          <a:fillRef idx="0">
            <a:schemeClr val="accent1"/>
          </a:fillRef>
          <a:effectRef idx="1">
            <a:schemeClr val="accent1"/>
          </a:effectRef>
          <a:fontRef idx="minor">
            <a:schemeClr val="tx1"/>
          </a:fontRef>
        </p:style>
      </p:cxnSp>
      <p:pic>
        <p:nvPicPr>
          <p:cNvPr id="22" name="Graphic 21">
            <a:extLst>
              <a:ext uri="{FF2B5EF4-FFF2-40B4-BE49-F238E27FC236}">
                <a16:creationId xmlns:a16="http://schemas.microsoft.com/office/drawing/2014/main" id="{E84D8DFB-1EB9-0B08-42B1-E0342C6E25D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72925" y="1316212"/>
            <a:ext cx="663333" cy="663333"/>
          </a:xfrm>
          <a:prstGeom prst="rect">
            <a:avLst/>
          </a:prstGeom>
        </p:spPr>
      </p:pic>
      <p:sp>
        <p:nvSpPr>
          <p:cNvPr id="32" name="Rounded Rectangle 93">
            <a:extLst>
              <a:ext uri="{FF2B5EF4-FFF2-40B4-BE49-F238E27FC236}">
                <a16:creationId xmlns:a16="http://schemas.microsoft.com/office/drawing/2014/main" id="{09AFF4C9-C530-6442-13EE-FC8AB8E3C689}"/>
              </a:ext>
            </a:extLst>
          </p:cNvPr>
          <p:cNvSpPr/>
          <p:nvPr/>
        </p:nvSpPr>
        <p:spPr>
          <a:xfrm>
            <a:off x="3456782" y="2793212"/>
            <a:ext cx="2486818" cy="2710845"/>
          </a:xfrm>
          <a:prstGeom prst="roundRect">
            <a:avLst>
              <a:gd name="adj" fmla="val 6515"/>
            </a:avLst>
          </a:prstGeom>
          <a:noFill/>
          <a:ln w="63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0B0004020202020204"/>
              <a:ea typeface="+mn-ea"/>
              <a:cs typeface="+mn-cs"/>
            </a:endParaRPr>
          </a:p>
        </p:txBody>
      </p:sp>
      <p:sp>
        <p:nvSpPr>
          <p:cNvPr id="33" name="Round Same-side Corner of Rectangle 94">
            <a:extLst>
              <a:ext uri="{FF2B5EF4-FFF2-40B4-BE49-F238E27FC236}">
                <a16:creationId xmlns:a16="http://schemas.microsoft.com/office/drawing/2014/main" id="{7CDE1E92-4692-C9FA-34C7-C0BB355F7A8F}"/>
              </a:ext>
            </a:extLst>
          </p:cNvPr>
          <p:cNvSpPr/>
          <p:nvPr/>
        </p:nvSpPr>
        <p:spPr>
          <a:xfrm>
            <a:off x="3456782" y="3626473"/>
            <a:ext cx="2486818" cy="1877567"/>
          </a:xfrm>
          <a:prstGeom prst="round2SameRect">
            <a:avLst>
              <a:gd name="adj1" fmla="val 12163"/>
              <a:gd name="adj2" fmla="val 0"/>
            </a:avLst>
          </a:prstGeom>
          <a:solidFill>
            <a:schemeClr val="tx1">
              <a:lumMod val="95000"/>
              <a:lumOff val="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marR="0" lvl="0" indent="-171450"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100" b="0" i="0" u="none" strike="noStrike" kern="1200" cap="none" spc="0" normalizeH="0" baseline="0" noProof="0">
                <a:ln>
                  <a:noFill/>
                </a:ln>
                <a:solidFill>
                  <a:srgbClr val="FFFFFF"/>
                </a:solidFill>
                <a:effectLst/>
                <a:uLnTx/>
                <a:uFillTx/>
                <a:latin typeface="Montserrat" pitchFamily="2" charset="77"/>
                <a:ea typeface="+mn-ea"/>
                <a:cs typeface="Segoe UI"/>
              </a:rPr>
              <a:t>Category landscaping &amp; market share levers</a:t>
            </a:r>
          </a:p>
          <a:p>
            <a:pPr marL="171450" marR="0" lvl="0" indent="-171450"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100" b="0" i="0" u="none" strike="noStrike" kern="1200" cap="none" spc="0" normalizeH="0" baseline="0" noProof="0">
                <a:ln>
                  <a:noFill/>
                </a:ln>
                <a:solidFill>
                  <a:srgbClr val="FFFFFF"/>
                </a:solidFill>
                <a:effectLst/>
                <a:uLnTx/>
                <a:uFillTx/>
                <a:latin typeface="Montserrat" pitchFamily="2" charset="77"/>
                <a:ea typeface="+mn-ea"/>
                <a:cs typeface="Segoe UI"/>
              </a:rPr>
              <a:t>Micro market segmentation</a:t>
            </a:r>
          </a:p>
          <a:p>
            <a:pPr marL="171450" marR="0" lvl="0" indent="-171450"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100" b="0" i="0" u="none" strike="noStrike" kern="1200" cap="none" spc="0" normalizeH="0" baseline="0" noProof="0">
                <a:ln>
                  <a:noFill/>
                </a:ln>
                <a:solidFill>
                  <a:srgbClr val="FFFFFF"/>
                </a:solidFill>
                <a:effectLst/>
                <a:uLnTx/>
                <a:uFillTx/>
                <a:latin typeface="Montserrat" pitchFamily="2" charset="77"/>
                <a:ea typeface="+mn-ea"/>
                <a:cs typeface="Segoe UI"/>
              </a:rPr>
              <a:t>OBPPC architecture</a:t>
            </a:r>
          </a:p>
          <a:p>
            <a:pPr marL="171450" marR="0" lvl="0" indent="-171450"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100" b="0" i="0" u="none" strike="noStrike" kern="1200" cap="none" spc="0" normalizeH="0" baseline="0" noProof="0">
                <a:ln>
                  <a:noFill/>
                </a:ln>
                <a:solidFill>
                  <a:srgbClr val="FFFFFF"/>
                </a:solidFill>
                <a:effectLst/>
                <a:uLnTx/>
                <a:uFillTx/>
                <a:latin typeface="Montserrat" pitchFamily="2" charset="77"/>
                <a:ea typeface="+mn-ea"/>
                <a:cs typeface="Segoe UI"/>
              </a:rPr>
              <a:t>NPD lifecycle analytics</a:t>
            </a:r>
          </a:p>
          <a:p>
            <a:pPr marL="171450" marR="0" lvl="0" indent="-171450"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100" b="0" i="0" u="none" strike="noStrike" kern="1200" cap="none" spc="0" normalizeH="0" baseline="0" noProof="0">
                <a:ln>
                  <a:noFill/>
                </a:ln>
                <a:solidFill>
                  <a:srgbClr val="FFFFFF"/>
                </a:solidFill>
                <a:effectLst/>
                <a:uLnTx/>
                <a:uFillTx/>
                <a:latin typeface="Montserrat" pitchFamily="2" charset="77"/>
                <a:ea typeface="+mn-ea"/>
                <a:cs typeface="Segoe UI"/>
              </a:rPr>
              <a:t>SKU rationalization</a:t>
            </a:r>
          </a:p>
        </p:txBody>
      </p:sp>
      <p:sp>
        <p:nvSpPr>
          <p:cNvPr id="34" name="TextBox 33">
            <a:extLst>
              <a:ext uri="{FF2B5EF4-FFF2-40B4-BE49-F238E27FC236}">
                <a16:creationId xmlns:a16="http://schemas.microsoft.com/office/drawing/2014/main" id="{A409A8B8-9D2A-CD61-2A9F-DEA65A983BA9}"/>
              </a:ext>
            </a:extLst>
          </p:cNvPr>
          <p:cNvSpPr txBox="1"/>
          <p:nvPr/>
        </p:nvSpPr>
        <p:spPr>
          <a:xfrm>
            <a:off x="3787622" y="3018825"/>
            <a:ext cx="1825137" cy="461665"/>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64F17"/>
                </a:solidFill>
                <a:effectLst/>
                <a:uLnTx/>
                <a:uFillTx/>
                <a:latin typeface="Montserrat" pitchFamily="2" charset="77"/>
                <a:ea typeface="+mn-ea"/>
                <a:cs typeface="Segoe UI"/>
              </a:rPr>
              <a:t>Opportunity Mapping &amp; Portfolio</a:t>
            </a:r>
          </a:p>
        </p:txBody>
      </p:sp>
      <p:pic>
        <p:nvPicPr>
          <p:cNvPr id="36" name="Graphic 35">
            <a:extLst>
              <a:ext uri="{FF2B5EF4-FFF2-40B4-BE49-F238E27FC236}">
                <a16:creationId xmlns:a16="http://schemas.microsoft.com/office/drawing/2014/main" id="{C7A34400-B496-3D0A-856B-A2641970C4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96736" y="1979545"/>
            <a:ext cx="642773" cy="642773"/>
          </a:xfrm>
          <a:prstGeom prst="rect">
            <a:avLst/>
          </a:prstGeom>
        </p:spPr>
      </p:pic>
      <p:sp>
        <p:nvSpPr>
          <p:cNvPr id="41" name="Rounded Rectangle 93">
            <a:extLst>
              <a:ext uri="{FF2B5EF4-FFF2-40B4-BE49-F238E27FC236}">
                <a16:creationId xmlns:a16="http://schemas.microsoft.com/office/drawing/2014/main" id="{EA673C35-8FBB-C407-5A29-3296E00E72C9}"/>
              </a:ext>
            </a:extLst>
          </p:cNvPr>
          <p:cNvSpPr/>
          <p:nvPr/>
        </p:nvSpPr>
        <p:spPr>
          <a:xfrm>
            <a:off x="6352382" y="3102427"/>
            <a:ext cx="2486818" cy="2401630"/>
          </a:xfrm>
          <a:prstGeom prst="roundRect">
            <a:avLst>
              <a:gd name="adj" fmla="val 6515"/>
            </a:avLst>
          </a:prstGeom>
          <a:noFill/>
          <a:ln w="63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0B0004020202020204"/>
              <a:ea typeface="+mn-ea"/>
              <a:cs typeface="+mn-cs"/>
            </a:endParaRPr>
          </a:p>
        </p:txBody>
      </p:sp>
      <p:sp>
        <p:nvSpPr>
          <p:cNvPr id="42" name="Round Same-side Corner of Rectangle 94">
            <a:extLst>
              <a:ext uri="{FF2B5EF4-FFF2-40B4-BE49-F238E27FC236}">
                <a16:creationId xmlns:a16="http://schemas.microsoft.com/office/drawing/2014/main" id="{48AE6922-A729-EF5A-B6E8-16AFD2648D0E}"/>
              </a:ext>
            </a:extLst>
          </p:cNvPr>
          <p:cNvSpPr/>
          <p:nvPr/>
        </p:nvSpPr>
        <p:spPr>
          <a:xfrm>
            <a:off x="6352382" y="3940631"/>
            <a:ext cx="2486818" cy="1563409"/>
          </a:xfrm>
          <a:prstGeom prst="round2SameRect">
            <a:avLst>
              <a:gd name="adj1" fmla="val 12163"/>
              <a:gd name="adj2" fmla="val 0"/>
            </a:avLst>
          </a:prstGeom>
          <a:solidFill>
            <a:schemeClr val="tx1">
              <a:lumMod val="95000"/>
              <a:lumOff val="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marR="0" lvl="0" indent="-171450"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100" b="0" i="0" u="none" strike="noStrike" kern="1200" cap="none" spc="0" normalizeH="0" baseline="0" noProof="0">
                <a:ln>
                  <a:noFill/>
                </a:ln>
                <a:solidFill>
                  <a:srgbClr val="FFFFFF"/>
                </a:solidFill>
                <a:effectLst/>
                <a:uLnTx/>
                <a:uFillTx/>
                <a:latin typeface="Montserrat" pitchFamily="2" charset="77"/>
                <a:ea typeface="+mn-ea"/>
                <a:cs typeface="Segoe UI"/>
              </a:rPr>
              <a:t>Distribution opportunity mapping</a:t>
            </a:r>
          </a:p>
          <a:p>
            <a:pPr marL="171450" marR="0" lvl="0" indent="-171450"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100" b="0" i="0" u="none" strike="noStrike" kern="1200" cap="none" spc="0" normalizeH="0" baseline="0" noProof="0">
                <a:ln>
                  <a:noFill/>
                </a:ln>
                <a:solidFill>
                  <a:srgbClr val="FFFFFF"/>
                </a:solidFill>
                <a:effectLst/>
                <a:uLnTx/>
                <a:uFillTx/>
                <a:latin typeface="Montserrat" pitchFamily="2" charset="77"/>
                <a:ea typeface="+mn-ea"/>
                <a:cs typeface="Segoe UI"/>
              </a:rPr>
              <a:t>W@POS analytics</a:t>
            </a:r>
          </a:p>
          <a:p>
            <a:pPr marL="171450" marR="0" lvl="0" indent="-171450"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100" b="0" i="0" u="none" strike="noStrike" kern="1200" cap="none" spc="0" normalizeH="0" baseline="0" noProof="0">
                <a:ln>
                  <a:noFill/>
                </a:ln>
                <a:solidFill>
                  <a:srgbClr val="FFFFFF"/>
                </a:solidFill>
                <a:effectLst/>
                <a:uLnTx/>
                <a:uFillTx/>
                <a:latin typeface="Montserrat" pitchFamily="2" charset="77"/>
                <a:ea typeface="+mn-ea"/>
                <a:cs typeface="Segoe UI"/>
              </a:rPr>
              <a:t>Trade promotion optimization</a:t>
            </a:r>
          </a:p>
          <a:p>
            <a:pPr marL="171450" marR="0" lvl="0" indent="-171450"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100" b="0" i="0" u="none" strike="noStrike" kern="1200" cap="none" spc="0" normalizeH="0" baseline="0" noProof="0">
                <a:ln>
                  <a:noFill/>
                </a:ln>
                <a:solidFill>
                  <a:srgbClr val="FFFFFF"/>
                </a:solidFill>
                <a:effectLst/>
                <a:uLnTx/>
                <a:uFillTx/>
                <a:latin typeface="Montserrat" pitchFamily="2" charset="77"/>
                <a:ea typeface="+mn-ea"/>
                <a:cs typeface="Segoe UI"/>
              </a:rPr>
              <a:t>Cost to serve optimization</a:t>
            </a:r>
          </a:p>
        </p:txBody>
      </p:sp>
      <p:sp>
        <p:nvSpPr>
          <p:cNvPr id="43" name="TextBox 42">
            <a:extLst>
              <a:ext uri="{FF2B5EF4-FFF2-40B4-BE49-F238E27FC236}">
                <a16:creationId xmlns:a16="http://schemas.microsoft.com/office/drawing/2014/main" id="{79DC98FB-11A7-E82B-5027-EA20FD6EB0F2}"/>
              </a:ext>
            </a:extLst>
          </p:cNvPr>
          <p:cNvSpPr txBox="1"/>
          <p:nvPr/>
        </p:nvSpPr>
        <p:spPr>
          <a:xfrm>
            <a:off x="6683222" y="3308072"/>
            <a:ext cx="1825137" cy="461665"/>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64F17"/>
                </a:solidFill>
                <a:effectLst/>
                <a:uLnTx/>
                <a:uFillTx/>
                <a:latin typeface="Montserrat"/>
                <a:cs typeface="Segoe UI"/>
              </a:rPr>
              <a:t>Growth &amp; Resource </a:t>
            </a:r>
            <a:r>
              <a:rPr lang="en-US" sz="1200">
                <a:solidFill>
                  <a:srgbClr val="F64F17"/>
                </a:solidFill>
                <a:latin typeface="Montserrat"/>
                <a:cs typeface="Segoe UI"/>
              </a:rPr>
              <a:t>Optimization</a:t>
            </a:r>
            <a:endParaRPr kumimoji="0" lang="en-US" sz="1200" b="0" i="0" u="none" strike="noStrike" kern="1200" cap="none" spc="0" normalizeH="0" baseline="0" noProof="0">
              <a:ln>
                <a:noFill/>
              </a:ln>
              <a:solidFill>
                <a:srgbClr val="F64F17"/>
              </a:solidFill>
              <a:effectLst/>
              <a:uLnTx/>
              <a:uFillTx/>
              <a:latin typeface="Montserrat" pitchFamily="2" charset="77"/>
              <a:ea typeface="+mn-ea"/>
              <a:cs typeface="Segoe UI"/>
            </a:endParaRPr>
          </a:p>
        </p:txBody>
      </p:sp>
      <p:sp>
        <p:nvSpPr>
          <p:cNvPr id="45" name="Rounded Rectangle 93">
            <a:extLst>
              <a:ext uri="{FF2B5EF4-FFF2-40B4-BE49-F238E27FC236}">
                <a16:creationId xmlns:a16="http://schemas.microsoft.com/office/drawing/2014/main" id="{6A737FC1-76A8-CAA3-4110-FDEC6A732916}"/>
              </a:ext>
            </a:extLst>
          </p:cNvPr>
          <p:cNvSpPr/>
          <p:nvPr/>
        </p:nvSpPr>
        <p:spPr>
          <a:xfrm>
            <a:off x="9205045" y="3626473"/>
            <a:ext cx="2486818" cy="1877584"/>
          </a:xfrm>
          <a:prstGeom prst="roundRect">
            <a:avLst>
              <a:gd name="adj" fmla="val 6515"/>
            </a:avLst>
          </a:prstGeom>
          <a:noFill/>
          <a:ln w="635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0B0004020202020204"/>
              <a:ea typeface="+mn-ea"/>
              <a:cs typeface="+mn-cs"/>
            </a:endParaRPr>
          </a:p>
        </p:txBody>
      </p:sp>
      <p:sp>
        <p:nvSpPr>
          <p:cNvPr id="46" name="Round Same-side Corner of Rectangle 94">
            <a:extLst>
              <a:ext uri="{FF2B5EF4-FFF2-40B4-BE49-F238E27FC236}">
                <a16:creationId xmlns:a16="http://schemas.microsoft.com/office/drawing/2014/main" id="{EE4FC360-5039-80E3-E713-D32420574655}"/>
              </a:ext>
            </a:extLst>
          </p:cNvPr>
          <p:cNvSpPr/>
          <p:nvPr/>
        </p:nvSpPr>
        <p:spPr>
          <a:xfrm>
            <a:off x="9205045" y="4407981"/>
            <a:ext cx="2486818" cy="1096059"/>
          </a:xfrm>
          <a:prstGeom prst="round2SameRect">
            <a:avLst>
              <a:gd name="adj1" fmla="val 12163"/>
              <a:gd name="adj2" fmla="val 0"/>
            </a:avLst>
          </a:prstGeom>
          <a:solidFill>
            <a:schemeClr val="tx1">
              <a:lumMod val="95000"/>
              <a:lumOff val="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marR="0" lvl="0" indent="-171450"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100" b="0" i="0" u="none" strike="noStrike" kern="1200" cap="none" spc="0" normalizeH="0" baseline="0" noProof="0">
                <a:ln>
                  <a:noFill/>
                </a:ln>
                <a:solidFill>
                  <a:srgbClr val="FFFFFF"/>
                </a:solidFill>
                <a:effectLst/>
                <a:uLnTx/>
                <a:uFillTx/>
                <a:latin typeface="Montserrat" pitchFamily="2" charset="77"/>
                <a:ea typeface="+mn-ea"/>
                <a:cs typeface="Segoe UI"/>
              </a:rPr>
              <a:t>Price optimization</a:t>
            </a:r>
          </a:p>
          <a:p>
            <a:pPr marL="171450" marR="0" lvl="0" indent="-171450"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100" b="0" i="0" u="none" strike="noStrike" kern="1200" cap="none" spc="0" normalizeH="0" baseline="0" noProof="0">
                <a:ln>
                  <a:noFill/>
                </a:ln>
                <a:solidFill>
                  <a:srgbClr val="FFFFFF"/>
                </a:solidFill>
                <a:effectLst/>
                <a:uLnTx/>
                <a:uFillTx/>
                <a:latin typeface="Montserrat" pitchFamily="2" charset="77"/>
                <a:ea typeface="+mn-ea"/>
                <a:cs typeface="Segoe UI"/>
              </a:rPr>
              <a:t>Promo optimization</a:t>
            </a:r>
          </a:p>
          <a:p>
            <a:pPr marL="171450" marR="0" lvl="0" indent="-171450" defTabSz="914400" rtl="0" eaLnBrk="1" fontAlgn="auto" latinLnBrk="0" hangingPunct="1">
              <a:lnSpc>
                <a:spcPct val="100000"/>
              </a:lnSpc>
              <a:spcBef>
                <a:spcPts val="600"/>
              </a:spcBef>
              <a:spcAft>
                <a:spcPts val="0"/>
              </a:spcAft>
              <a:buClrTx/>
              <a:buSzTx/>
              <a:buFont typeface="Wingdings" panose="05000000000000000000" pitchFamily="2" charset="2"/>
              <a:buChar char="v"/>
              <a:tabLst/>
              <a:defRPr/>
            </a:pPr>
            <a:r>
              <a:rPr kumimoji="0" lang="en-US" sz="1100" b="0" i="0" u="none" strike="noStrike" kern="1200" cap="none" spc="0" normalizeH="0" baseline="0" noProof="0">
                <a:ln>
                  <a:noFill/>
                </a:ln>
                <a:solidFill>
                  <a:srgbClr val="FFFFFF"/>
                </a:solidFill>
                <a:effectLst/>
                <a:uLnTx/>
                <a:uFillTx/>
                <a:latin typeface="Montserrat" pitchFamily="2" charset="77"/>
                <a:ea typeface="+mn-ea"/>
                <a:cs typeface="Segoe UI"/>
              </a:rPr>
              <a:t>Price elasticity modelling</a:t>
            </a:r>
          </a:p>
        </p:txBody>
      </p:sp>
      <p:sp>
        <p:nvSpPr>
          <p:cNvPr id="47" name="TextBox 46">
            <a:extLst>
              <a:ext uri="{FF2B5EF4-FFF2-40B4-BE49-F238E27FC236}">
                <a16:creationId xmlns:a16="http://schemas.microsoft.com/office/drawing/2014/main" id="{88E51E2F-4349-938D-01E8-0084AE915AAB}"/>
              </a:ext>
            </a:extLst>
          </p:cNvPr>
          <p:cNvSpPr txBox="1"/>
          <p:nvPr/>
        </p:nvSpPr>
        <p:spPr>
          <a:xfrm>
            <a:off x="9535885" y="3940631"/>
            <a:ext cx="1825137" cy="276999"/>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64F17"/>
                </a:solidFill>
                <a:effectLst/>
                <a:uLnTx/>
                <a:uFillTx/>
                <a:latin typeface="Montserrat" pitchFamily="2" charset="77"/>
                <a:ea typeface="+mn-ea"/>
                <a:cs typeface="Segoe UI"/>
              </a:rPr>
              <a:t>Pricing &amp; Promotion</a:t>
            </a:r>
          </a:p>
        </p:txBody>
      </p:sp>
      <p:pic>
        <p:nvPicPr>
          <p:cNvPr id="49" name="Graphic 48">
            <a:extLst>
              <a:ext uri="{FF2B5EF4-FFF2-40B4-BE49-F238E27FC236}">
                <a16:creationId xmlns:a16="http://schemas.microsoft.com/office/drawing/2014/main" id="{46D98ACB-1EF1-F974-EF7E-4AF5C2B70E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15956" y="2338455"/>
            <a:ext cx="642773" cy="642773"/>
          </a:xfrm>
          <a:prstGeom prst="rect">
            <a:avLst/>
          </a:prstGeom>
        </p:spPr>
      </p:pic>
      <p:pic>
        <p:nvPicPr>
          <p:cNvPr id="50" name="Graphic 49">
            <a:extLst>
              <a:ext uri="{FF2B5EF4-FFF2-40B4-BE49-F238E27FC236}">
                <a16:creationId xmlns:a16="http://schemas.microsoft.com/office/drawing/2014/main" id="{9C735DDC-E08B-4F80-91E0-462C5395C1D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42033" y="2781040"/>
            <a:ext cx="642773" cy="642773"/>
          </a:xfrm>
          <a:prstGeom prst="rect">
            <a:avLst/>
          </a:prstGeom>
        </p:spPr>
      </p:pic>
    </p:spTree>
    <p:extLst>
      <p:ext uri="{BB962C8B-B14F-4D97-AF65-F5344CB8AC3E}">
        <p14:creationId xmlns:p14="http://schemas.microsoft.com/office/powerpoint/2010/main" val="1636211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DA396-06C3-2451-EA79-CC6313EBDD57}"/>
              </a:ext>
            </a:extLst>
          </p:cNvPr>
          <p:cNvSpPr>
            <a:spLocks noGrp="1"/>
          </p:cNvSpPr>
          <p:nvPr>
            <p:ph type="title"/>
          </p:nvPr>
        </p:nvSpPr>
        <p:spPr/>
        <p:txBody>
          <a:bodyPr/>
          <a:lstStyle/>
          <a:p>
            <a:r>
              <a:rPr lang="en-US">
                <a:solidFill>
                  <a:schemeClr val="tx1"/>
                </a:solidFill>
              </a:rPr>
              <a:t>Syren Center of Excellence</a:t>
            </a:r>
          </a:p>
        </p:txBody>
      </p:sp>
      <p:sp>
        <p:nvSpPr>
          <p:cNvPr id="8" name="Slide Number Placeholder 5">
            <a:extLst>
              <a:ext uri="{FF2B5EF4-FFF2-40B4-BE49-F238E27FC236}">
                <a16:creationId xmlns:a16="http://schemas.microsoft.com/office/drawing/2014/main" id="{E0A67884-D839-B816-3EAD-1CBA2B25A569}"/>
              </a:ext>
            </a:extLst>
          </p:cNvPr>
          <p:cNvSpPr>
            <a:spLocks noGrp="1"/>
          </p:cNvSpPr>
          <p:nvPr>
            <p:ph type="sldNum" sz="quarter" idx="12"/>
          </p:nvPr>
        </p:nvSpPr>
        <p:spPr/>
        <p:txBody>
          <a:bodyPr/>
          <a:lstStyle/>
          <a:p>
            <a:fld id="{330EA680-D336-4FF7-8B7A-9848BB0A1C32}" type="slidenum">
              <a:rPr lang="en-US" smtClean="0"/>
              <a:t>7</a:t>
            </a:fld>
            <a:endParaRPr lang="en-US"/>
          </a:p>
        </p:txBody>
      </p:sp>
      <p:sp>
        <p:nvSpPr>
          <p:cNvPr id="9" name="Date Placeholder 3">
            <a:extLst>
              <a:ext uri="{FF2B5EF4-FFF2-40B4-BE49-F238E27FC236}">
                <a16:creationId xmlns:a16="http://schemas.microsoft.com/office/drawing/2014/main" id="{62978B59-DC82-C159-6475-A582BBE8ADB7}"/>
              </a:ext>
            </a:extLst>
          </p:cNvPr>
          <p:cNvSpPr txBox="1">
            <a:spLocks/>
          </p:cNvSpPr>
          <p:nvPr/>
        </p:nvSpPr>
        <p:spPr>
          <a:xfrm>
            <a:off x="857250" y="6540407"/>
            <a:ext cx="2743200" cy="206375"/>
          </a:xfrm>
          <a:prstGeom prst="rect">
            <a:avLst/>
          </a:prstGeom>
        </p:spPr>
        <p:txBody>
          <a:bodyPr vert="horz" lIns="91440" tIns="45720" rIns="91440" bIns="45720" rtlCol="0" anchor="ctr"/>
          <a:lstStyle>
            <a:defPPr>
              <a:defRPr lang="en-US"/>
            </a:defPPr>
            <a:lvl1pPr marL="0" algn="l" defTabSz="914400" rtl="0" eaLnBrk="1" latinLnBrk="0" hangingPunct="1">
              <a:defRPr sz="600" b="0" i="0" kern="1200">
                <a:solidFill>
                  <a:schemeClr val="tx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SYREN CLOUD INC – 2026 – ALL RIGHTS RESERVED</a:t>
            </a:r>
          </a:p>
        </p:txBody>
      </p:sp>
    </p:spTree>
    <p:extLst>
      <p:ext uri="{BB962C8B-B14F-4D97-AF65-F5344CB8AC3E}">
        <p14:creationId xmlns:p14="http://schemas.microsoft.com/office/powerpoint/2010/main" val="3381492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Rounded Corners 47">
            <a:extLst>
              <a:ext uri="{FF2B5EF4-FFF2-40B4-BE49-F238E27FC236}">
                <a16:creationId xmlns:a16="http://schemas.microsoft.com/office/drawing/2014/main" id="{30B1AE49-77B4-7907-18ED-240466546C29}"/>
              </a:ext>
            </a:extLst>
          </p:cNvPr>
          <p:cNvSpPr/>
          <p:nvPr/>
        </p:nvSpPr>
        <p:spPr>
          <a:xfrm>
            <a:off x="9690217" y="2652271"/>
            <a:ext cx="2157766" cy="484734"/>
          </a:xfrm>
          <a:prstGeom prst="roundRect">
            <a:avLst>
              <a:gd name="adj" fmla="val 50000"/>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100" b="1">
                <a:latin typeface="Montserrat"/>
              </a:rPr>
              <a:t>Bharat Meda</a:t>
            </a:r>
            <a:endParaRPr lang="en-US" sz="1100" b="1">
              <a:latin typeface="Montserrat" panose="00000500000000000000" pitchFamily="50" charset="0"/>
            </a:endParaRPr>
          </a:p>
          <a:p>
            <a:r>
              <a:rPr lang="en-US" sz="800">
                <a:latin typeface="Montserrat" panose="00000500000000000000" pitchFamily="50" charset="0"/>
              </a:rPr>
              <a:t>(AI-Engineering expert)</a:t>
            </a:r>
          </a:p>
        </p:txBody>
      </p:sp>
      <p:sp>
        <p:nvSpPr>
          <p:cNvPr id="40" name="Oval 39">
            <a:extLst>
              <a:ext uri="{FF2B5EF4-FFF2-40B4-BE49-F238E27FC236}">
                <a16:creationId xmlns:a16="http://schemas.microsoft.com/office/drawing/2014/main" id="{368D7539-5769-4CB9-341D-E52A1BBE24E5}"/>
              </a:ext>
            </a:extLst>
          </p:cNvPr>
          <p:cNvSpPr/>
          <p:nvPr/>
        </p:nvSpPr>
        <p:spPr>
          <a:xfrm>
            <a:off x="11362793" y="2654110"/>
            <a:ext cx="484632" cy="48463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 name="Connector: Elbow 70">
            <a:extLst>
              <a:ext uri="{FF2B5EF4-FFF2-40B4-BE49-F238E27FC236}">
                <a16:creationId xmlns:a16="http://schemas.microsoft.com/office/drawing/2014/main" id="{478B711E-44BB-46C3-2E34-99211DED8A2C}"/>
              </a:ext>
            </a:extLst>
          </p:cNvPr>
          <p:cNvCxnSpPr>
            <a:cxnSpLocks/>
            <a:stCxn id="42" idx="1"/>
          </p:cNvCxnSpPr>
          <p:nvPr/>
        </p:nvCxnSpPr>
        <p:spPr>
          <a:xfrm rot="10800000">
            <a:off x="9433910" y="2335470"/>
            <a:ext cx="188675" cy="1203332"/>
          </a:xfrm>
          <a:prstGeom prst="bentConnector2">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5" name="Connector: Elbow 64">
            <a:extLst>
              <a:ext uri="{FF2B5EF4-FFF2-40B4-BE49-F238E27FC236}">
                <a16:creationId xmlns:a16="http://schemas.microsoft.com/office/drawing/2014/main" id="{220C0A4A-8CCB-E728-D4A9-6E45333CC897}"/>
              </a:ext>
            </a:extLst>
          </p:cNvPr>
          <p:cNvCxnSpPr>
            <a:cxnSpLocks/>
          </p:cNvCxnSpPr>
          <p:nvPr/>
        </p:nvCxnSpPr>
        <p:spPr>
          <a:xfrm rot="16200000" flipH="1">
            <a:off x="9162408" y="2362374"/>
            <a:ext cx="801534" cy="262994"/>
          </a:xfrm>
          <a:prstGeom prst="bentConnector2">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 name="Connector: Elbow 45">
            <a:extLst>
              <a:ext uri="{FF2B5EF4-FFF2-40B4-BE49-F238E27FC236}">
                <a16:creationId xmlns:a16="http://schemas.microsoft.com/office/drawing/2014/main" id="{2FBF2912-0546-6061-F84D-E1C232171F0E}"/>
              </a:ext>
            </a:extLst>
          </p:cNvPr>
          <p:cNvCxnSpPr>
            <a:cxnSpLocks/>
          </p:cNvCxnSpPr>
          <p:nvPr/>
        </p:nvCxnSpPr>
        <p:spPr>
          <a:xfrm rot="16200000" flipH="1">
            <a:off x="9228307" y="3709827"/>
            <a:ext cx="686680" cy="276202"/>
          </a:xfrm>
          <a:prstGeom prst="bentConnector2">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6" name="Rectangle: Rounded Corners 5">
            <a:extLst>
              <a:ext uri="{FF2B5EF4-FFF2-40B4-BE49-F238E27FC236}">
                <a16:creationId xmlns:a16="http://schemas.microsoft.com/office/drawing/2014/main" id="{FB8FC2C6-5041-B35C-F241-853E10D6AA8D}"/>
              </a:ext>
            </a:extLst>
          </p:cNvPr>
          <p:cNvSpPr/>
          <p:nvPr/>
        </p:nvSpPr>
        <p:spPr>
          <a:xfrm>
            <a:off x="4484913" y="1060182"/>
            <a:ext cx="2133387" cy="484632"/>
          </a:xfrm>
          <a:prstGeom prst="roundRect">
            <a:avLst>
              <a:gd name="adj" fmla="val 50000"/>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latin typeface="Montserrat"/>
              </a:rPr>
              <a:t>Centre of Excellence</a:t>
            </a:r>
            <a:endParaRPr lang="en-US" sz="1200" b="1">
              <a:latin typeface="Montserrat" panose="00000500000000000000" pitchFamily="50" charset="0"/>
            </a:endParaRPr>
          </a:p>
        </p:txBody>
      </p:sp>
      <p:sp>
        <p:nvSpPr>
          <p:cNvPr id="33" name="Title 32">
            <a:extLst>
              <a:ext uri="{FF2B5EF4-FFF2-40B4-BE49-F238E27FC236}">
                <a16:creationId xmlns:a16="http://schemas.microsoft.com/office/drawing/2014/main" id="{FFFD57D3-1E3F-6040-AECD-CFDC1416E085}"/>
              </a:ext>
            </a:extLst>
          </p:cNvPr>
          <p:cNvSpPr>
            <a:spLocks noGrp="1"/>
          </p:cNvSpPr>
          <p:nvPr>
            <p:ph type="title"/>
          </p:nvPr>
        </p:nvSpPr>
        <p:spPr/>
        <p:txBody>
          <a:bodyPr/>
          <a:lstStyle/>
          <a:p>
            <a:r>
              <a:rPr lang="en-US"/>
              <a:t>Syren Center of Excellence</a:t>
            </a:r>
          </a:p>
        </p:txBody>
      </p:sp>
      <p:sp>
        <p:nvSpPr>
          <p:cNvPr id="4" name="Slide Number Placeholder 3">
            <a:extLst>
              <a:ext uri="{FF2B5EF4-FFF2-40B4-BE49-F238E27FC236}">
                <a16:creationId xmlns:a16="http://schemas.microsoft.com/office/drawing/2014/main" id="{845F1F78-06E5-9269-E3A1-09153928F3D8}"/>
              </a:ext>
            </a:extLst>
          </p:cNvPr>
          <p:cNvSpPr>
            <a:spLocks noGrp="1"/>
          </p:cNvSpPr>
          <p:nvPr>
            <p:ph type="sldNum" sz="quarter" idx="12"/>
          </p:nvPr>
        </p:nvSpPr>
        <p:spPr/>
        <p:txBody>
          <a:bodyPr/>
          <a:lstStyle/>
          <a:p>
            <a:fld id="{330EA680-D336-4FF7-8B7A-9848BB0A1C32}" type="slidenum">
              <a:rPr lang="en-US" smtClean="0"/>
              <a:pPr/>
              <a:t>8</a:t>
            </a:fld>
            <a:endParaRPr lang="en-US"/>
          </a:p>
        </p:txBody>
      </p:sp>
      <p:sp>
        <p:nvSpPr>
          <p:cNvPr id="72" name="Date Placeholder 4">
            <a:extLst>
              <a:ext uri="{FF2B5EF4-FFF2-40B4-BE49-F238E27FC236}">
                <a16:creationId xmlns:a16="http://schemas.microsoft.com/office/drawing/2014/main" id="{663198A1-85C2-1E6E-98BD-B24077AA8A2A}"/>
              </a:ext>
            </a:extLst>
          </p:cNvPr>
          <p:cNvSpPr>
            <a:spLocks noGrp="1"/>
          </p:cNvSpPr>
          <p:nvPr>
            <p:ph type="dt" sz="half" idx="2"/>
          </p:nvPr>
        </p:nvSpPr>
        <p:spPr/>
        <p:txBody>
          <a:bodyPr/>
          <a:lstStyle/>
          <a:p>
            <a:pPr lvl="0"/>
            <a:r>
              <a:rPr lang="en-US" noProof="0"/>
              <a:t>© SYREN CLOUD INC – 2026 – ALL RIGHTS RESERVED</a:t>
            </a:r>
          </a:p>
        </p:txBody>
      </p:sp>
      <p:sp>
        <p:nvSpPr>
          <p:cNvPr id="10" name="Rectangle: Rounded Corners 9">
            <a:extLst>
              <a:ext uri="{FF2B5EF4-FFF2-40B4-BE49-F238E27FC236}">
                <a16:creationId xmlns:a16="http://schemas.microsoft.com/office/drawing/2014/main" id="{B972E486-0E84-DFEA-C38B-B3A755E2A7F0}"/>
              </a:ext>
            </a:extLst>
          </p:cNvPr>
          <p:cNvSpPr/>
          <p:nvPr/>
        </p:nvSpPr>
        <p:spPr>
          <a:xfrm>
            <a:off x="9083824" y="2003141"/>
            <a:ext cx="2743200" cy="484734"/>
          </a:xfrm>
          <a:prstGeom prst="roundRect">
            <a:avLst>
              <a:gd name="adj" fmla="val 50000"/>
            </a:avLst>
          </a:prstGeom>
          <a:solidFill>
            <a:schemeClr val="tx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latin typeface="Montserrat" panose="00000500000000000000" pitchFamily="50" charset="0"/>
              </a:rPr>
              <a:t>AI Engineers</a:t>
            </a:r>
          </a:p>
        </p:txBody>
      </p:sp>
      <p:sp>
        <p:nvSpPr>
          <p:cNvPr id="11" name="Rectangle: Rounded Corners 10">
            <a:extLst>
              <a:ext uri="{FF2B5EF4-FFF2-40B4-BE49-F238E27FC236}">
                <a16:creationId xmlns:a16="http://schemas.microsoft.com/office/drawing/2014/main" id="{634A576A-30E0-32F7-A386-4700114069A6}"/>
              </a:ext>
            </a:extLst>
          </p:cNvPr>
          <p:cNvSpPr/>
          <p:nvPr/>
        </p:nvSpPr>
        <p:spPr>
          <a:xfrm>
            <a:off x="861594" y="2643921"/>
            <a:ext cx="1925864" cy="484734"/>
          </a:xfrm>
          <a:prstGeom prst="roundRect">
            <a:avLst>
              <a:gd name="adj" fmla="val 50000"/>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b="1">
                <a:latin typeface="Montserrat" panose="00000500000000000000" pitchFamily="50" charset="0"/>
              </a:rPr>
              <a:t>Heena</a:t>
            </a:r>
          </a:p>
          <a:p>
            <a:r>
              <a:rPr lang="en-US" sz="800">
                <a:latin typeface="Montserrat" panose="00000500000000000000" pitchFamily="50" charset="0"/>
              </a:rPr>
              <a:t>(SCM + HLS US)</a:t>
            </a:r>
          </a:p>
        </p:txBody>
      </p:sp>
      <p:cxnSp>
        <p:nvCxnSpPr>
          <p:cNvPr id="13" name="Connector: Elbow 12">
            <a:extLst>
              <a:ext uri="{FF2B5EF4-FFF2-40B4-BE49-F238E27FC236}">
                <a16:creationId xmlns:a16="http://schemas.microsoft.com/office/drawing/2014/main" id="{22833B43-53F2-339E-1610-7861AD49B04F}"/>
              </a:ext>
            </a:extLst>
          </p:cNvPr>
          <p:cNvCxnSpPr>
            <a:endCxn id="11" idx="1"/>
          </p:cNvCxnSpPr>
          <p:nvPr/>
        </p:nvCxnSpPr>
        <p:spPr>
          <a:xfrm rot="16200000" flipH="1">
            <a:off x="491842" y="2516536"/>
            <a:ext cx="550816" cy="188688"/>
          </a:xfrm>
          <a:prstGeom prst="bentConnector2">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820470E2-5DD6-432D-A858-A12A6760B762}"/>
              </a:ext>
            </a:extLst>
          </p:cNvPr>
          <p:cNvSpPr/>
          <p:nvPr/>
        </p:nvSpPr>
        <p:spPr>
          <a:xfrm>
            <a:off x="861594" y="3306985"/>
            <a:ext cx="1925864" cy="484734"/>
          </a:xfrm>
          <a:prstGeom prst="roundRect">
            <a:avLst>
              <a:gd name="adj" fmla="val 50000"/>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b="1">
                <a:latin typeface="Montserrat" panose="00000500000000000000" pitchFamily="50" charset="0"/>
              </a:rPr>
              <a:t>Nagesh</a:t>
            </a:r>
          </a:p>
          <a:p>
            <a:r>
              <a:rPr lang="en-US" sz="800">
                <a:latin typeface="Montserrat" panose="00000500000000000000" pitchFamily="50" charset="0"/>
              </a:rPr>
              <a:t>(RCPG + MANU APJ)</a:t>
            </a:r>
          </a:p>
        </p:txBody>
      </p:sp>
      <p:sp>
        <p:nvSpPr>
          <p:cNvPr id="15" name="Rectangle: Rounded Corners 14">
            <a:extLst>
              <a:ext uri="{FF2B5EF4-FFF2-40B4-BE49-F238E27FC236}">
                <a16:creationId xmlns:a16="http://schemas.microsoft.com/office/drawing/2014/main" id="{11083893-5FCC-B440-F799-10C5DA69C3EF}"/>
              </a:ext>
            </a:extLst>
          </p:cNvPr>
          <p:cNvSpPr/>
          <p:nvPr/>
        </p:nvSpPr>
        <p:spPr>
          <a:xfrm>
            <a:off x="861594" y="3970049"/>
            <a:ext cx="1925864" cy="484734"/>
          </a:xfrm>
          <a:prstGeom prst="roundRect">
            <a:avLst>
              <a:gd name="adj" fmla="val 50000"/>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b="1">
                <a:latin typeface="Montserrat" panose="00000500000000000000" pitchFamily="50" charset="0"/>
              </a:rPr>
              <a:t>Rohit</a:t>
            </a:r>
          </a:p>
          <a:p>
            <a:r>
              <a:rPr lang="en-US" sz="800">
                <a:latin typeface="Montserrat" panose="00000500000000000000" pitchFamily="50" charset="0"/>
              </a:rPr>
              <a:t>(SCM + MANU APJ)</a:t>
            </a:r>
          </a:p>
        </p:txBody>
      </p:sp>
      <p:cxnSp>
        <p:nvCxnSpPr>
          <p:cNvPr id="17" name="Connector: Elbow 16">
            <a:extLst>
              <a:ext uri="{FF2B5EF4-FFF2-40B4-BE49-F238E27FC236}">
                <a16:creationId xmlns:a16="http://schemas.microsoft.com/office/drawing/2014/main" id="{D6C61E37-F330-EEF5-53D1-C09A7D06C7F8}"/>
              </a:ext>
            </a:extLst>
          </p:cNvPr>
          <p:cNvCxnSpPr>
            <a:endCxn id="14" idx="1"/>
          </p:cNvCxnSpPr>
          <p:nvPr/>
        </p:nvCxnSpPr>
        <p:spPr>
          <a:xfrm rot="16200000" flipH="1">
            <a:off x="160310" y="2848067"/>
            <a:ext cx="1213881" cy="188688"/>
          </a:xfrm>
          <a:prstGeom prst="bentConnector2">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20" name="Rectangle: Rounded Corners 19">
            <a:extLst>
              <a:ext uri="{FF2B5EF4-FFF2-40B4-BE49-F238E27FC236}">
                <a16:creationId xmlns:a16="http://schemas.microsoft.com/office/drawing/2014/main" id="{90533932-0127-5B8F-77C9-6C0E0BC23F1F}"/>
              </a:ext>
            </a:extLst>
          </p:cNvPr>
          <p:cNvSpPr/>
          <p:nvPr/>
        </p:nvSpPr>
        <p:spPr>
          <a:xfrm>
            <a:off x="3813697" y="2657859"/>
            <a:ext cx="2371438" cy="484734"/>
          </a:xfrm>
          <a:prstGeom prst="roundRect">
            <a:avLst>
              <a:gd name="adj" fmla="val 50000"/>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b="1">
                <a:latin typeface="Montserrat" panose="00000500000000000000" pitchFamily="50" charset="0"/>
              </a:rPr>
              <a:t>Anmol</a:t>
            </a:r>
          </a:p>
          <a:p>
            <a:r>
              <a:rPr lang="en-US" sz="800">
                <a:latin typeface="Montserrat" panose="00000500000000000000" pitchFamily="50" charset="0"/>
              </a:rPr>
              <a:t>(RSA - GCP and Migration expert)</a:t>
            </a:r>
          </a:p>
        </p:txBody>
      </p:sp>
      <p:cxnSp>
        <p:nvCxnSpPr>
          <p:cNvPr id="21" name="Connector: Elbow 20">
            <a:extLst>
              <a:ext uri="{FF2B5EF4-FFF2-40B4-BE49-F238E27FC236}">
                <a16:creationId xmlns:a16="http://schemas.microsoft.com/office/drawing/2014/main" id="{6BB08BA2-7254-2CBF-BA38-0D4D76F3A614}"/>
              </a:ext>
            </a:extLst>
          </p:cNvPr>
          <p:cNvCxnSpPr>
            <a:cxnSpLocks/>
          </p:cNvCxnSpPr>
          <p:nvPr/>
        </p:nvCxnSpPr>
        <p:spPr>
          <a:xfrm rot="16200000" flipH="1">
            <a:off x="3442938" y="2529468"/>
            <a:ext cx="552828" cy="188688"/>
          </a:xfrm>
          <a:prstGeom prst="bentConnector2">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FBC35008-54D9-3267-9BC9-C3A1F52B2B24}"/>
              </a:ext>
            </a:extLst>
          </p:cNvPr>
          <p:cNvSpPr/>
          <p:nvPr/>
        </p:nvSpPr>
        <p:spPr>
          <a:xfrm>
            <a:off x="3813697" y="3326041"/>
            <a:ext cx="2371438" cy="484734"/>
          </a:xfrm>
          <a:prstGeom prst="roundRect">
            <a:avLst>
              <a:gd name="adj" fmla="val 50000"/>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b="1">
                <a:latin typeface="Montserrat" panose="00000500000000000000" pitchFamily="50" charset="0"/>
              </a:rPr>
              <a:t>Shivam</a:t>
            </a:r>
          </a:p>
          <a:p>
            <a:r>
              <a:rPr lang="en-US" sz="800">
                <a:latin typeface="Montserrat" panose="00000500000000000000" pitchFamily="50" charset="0"/>
              </a:rPr>
              <a:t>(RSA - AWS and UC expert)</a:t>
            </a:r>
          </a:p>
        </p:txBody>
      </p:sp>
      <p:cxnSp>
        <p:nvCxnSpPr>
          <p:cNvPr id="24" name="Connector: Elbow 23">
            <a:extLst>
              <a:ext uri="{FF2B5EF4-FFF2-40B4-BE49-F238E27FC236}">
                <a16:creationId xmlns:a16="http://schemas.microsoft.com/office/drawing/2014/main" id="{57F67351-2275-3538-7796-64D0DFCFBAB3}"/>
              </a:ext>
            </a:extLst>
          </p:cNvPr>
          <p:cNvCxnSpPr>
            <a:cxnSpLocks/>
          </p:cNvCxnSpPr>
          <p:nvPr/>
        </p:nvCxnSpPr>
        <p:spPr>
          <a:xfrm rot="16200000" flipH="1">
            <a:off x="3108848" y="2863559"/>
            <a:ext cx="1221010" cy="188688"/>
          </a:xfrm>
          <a:prstGeom prst="bentConnector2">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Connector: Elbow 24">
            <a:extLst>
              <a:ext uri="{FF2B5EF4-FFF2-40B4-BE49-F238E27FC236}">
                <a16:creationId xmlns:a16="http://schemas.microsoft.com/office/drawing/2014/main" id="{5ED47A1B-E447-8E31-3290-1720446FC2F6}"/>
              </a:ext>
            </a:extLst>
          </p:cNvPr>
          <p:cNvCxnSpPr>
            <a:cxnSpLocks/>
          </p:cNvCxnSpPr>
          <p:nvPr/>
        </p:nvCxnSpPr>
        <p:spPr>
          <a:xfrm rot="16200000" flipH="1">
            <a:off x="2773750" y="3198655"/>
            <a:ext cx="1891206" cy="188688"/>
          </a:xfrm>
          <a:prstGeom prst="bentConnector2">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26" name="Rectangle: Rounded Corners 25">
            <a:extLst>
              <a:ext uri="{FF2B5EF4-FFF2-40B4-BE49-F238E27FC236}">
                <a16:creationId xmlns:a16="http://schemas.microsoft.com/office/drawing/2014/main" id="{DF715E7A-5699-7F59-66A5-DA0E101BA4FB}"/>
              </a:ext>
            </a:extLst>
          </p:cNvPr>
          <p:cNvSpPr/>
          <p:nvPr/>
        </p:nvSpPr>
        <p:spPr>
          <a:xfrm>
            <a:off x="3818063" y="3996235"/>
            <a:ext cx="2371438" cy="484734"/>
          </a:xfrm>
          <a:prstGeom prst="roundRect">
            <a:avLst>
              <a:gd name="adj" fmla="val 50000"/>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100" b="1">
                <a:latin typeface="Montserrat" panose="00000500000000000000" pitchFamily="50" charset="0"/>
              </a:rPr>
              <a:t>Balaji</a:t>
            </a:r>
          </a:p>
          <a:p>
            <a:r>
              <a:rPr lang="en-US" sz="800">
                <a:latin typeface="Montserrat" panose="00000500000000000000" pitchFamily="50" charset="0"/>
              </a:rPr>
              <a:t>(RSA - Azure+ ETL expert)</a:t>
            </a:r>
          </a:p>
        </p:txBody>
      </p:sp>
      <p:sp>
        <p:nvSpPr>
          <p:cNvPr id="30" name="Rectangle: Rounded Corners 29">
            <a:extLst>
              <a:ext uri="{FF2B5EF4-FFF2-40B4-BE49-F238E27FC236}">
                <a16:creationId xmlns:a16="http://schemas.microsoft.com/office/drawing/2014/main" id="{30BFA76D-4A0C-D9A5-D873-18586CA2368D}"/>
              </a:ext>
            </a:extLst>
          </p:cNvPr>
          <p:cNvSpPr/>
          <p:nvPr/>
        </p:nvSpPr>
        <p:spPr>
          <a:xfrm>
            <a:off x="3813697" y="4647609"/>
            <a:ext cx="2282512" cy="484734"/>
          </a:xfrm>
          <a:prstGeom prst="roundRect">
            <a:avLst>
              <a:gd name="adj" fmla="val 50000"/>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b="1">
                <a:latin typeface="Montserrat" panose="00000500000000000000" pitchFamily="50" charset="0"/>
              </a:rPr>
              <a:t>Vinay Chavan</a:t>
            </a:r>
          </a:p>
          <a:p>
            <a:r>
              <a:rPr lang="en-US" sz="800">
                <a:latin typeface="Montserrat" panose="00000500000000000000" pitchFamily="50" charset="0"/>
              </a:rPr>
              <a:t>(Lakehouse expert) </a:t>
            </a:r>
          </a:p>
        </p:txBody>
      </p:sp>
      <p:cxnSp>
        <p:nvCxnSpPr>
          <p:cNvPr id="34" name="Connector: Elbow 33">
            <a:extLst>
              <a:ext uri="{FF2B5EF4-FFF2-40B4-BE49-F238E27FC236}">
                <a16:creationId xmlns:a16="http://schemas.microsoft.com/office/drawing/2014/main" id="{B816798B-6221-1DF6-EBEB-A000BF365EBB}"/>
              </a:ext>
            </a:extLst>
          </p:cNvPr>
          <p:cNvCxnSpPr>
            <a:cxnSpLocks/>
          </p:cNvCxnSpPr>
          <p:nvPr/>
        </p:nvCxnSpPr>
        <p:spPr>
          <a:xfrm rot="16200000" flipH="1">
            <a:off x="2516664" y="3596217"/>
            <a:ext cx="2402103" cy="185413"/>
          </a:xfrm>
          <a:prstGeom prst="bentConnector2">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35" name="Rectangle: Rounded Corners 34">
            <a:extLst>
              <a:ext uri="{FF2B5EF4-FFF2-40B4-BE49-F238E27FC236}">
                <a16:creationId xmlns:a16="http://schemas.microsoft.com/office/drawing/2014/main" id="{91898596-D98B-3185-6B33-0FCB38BFBB80}"/>
              </a:ext>
            </a:extLst>
          </p:cNvPr>
          <p:cNvSpPr/>
          <p:nvPr/>
        </p:nvSpPr>
        <p:spPr>
          <a:xfrm>
            <a:off x="6640584" y="2655847"/>
            <a:ext cx="2371438" cy="484734"/>
          </a:xfrm>
          <a:prstGeom prst="roundRect">
            <a:avLst>
              <a:gd name="adj" fmla="val 50000"/>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100" b="1">
                <a:latin typeface="Montserrat"/>
              </a:rPr>
              <a:t>Devanand </a:t>
            </a:r>
            <a:r>
              <a:rPr lang="en-US" sz="1100" b="1" err="1">
                <a:latin typeface="Montserrat"/>
              </a:rPr>
              <a:t>Chintoju</a:t>
            </a:r>
            <a:endParaRPr lang="en-US" sz="1100" b="1">
              <a:latin typeface="Montserrat"/>
            </a:endParaRPr>
          </a:p>
          <a:p>
            <a:r>
              <a:rPr lang="en-US" sz="800">
                <a:latin typeface="Montserrat" panose="00000500000000000000" pitchFamily="50" charset="0"/>
              </a:rPr>
              <a:t>(Program &amp; SCL)</a:t>
            </a:r>
          </a:p>
        </p:txBody>
      </p:sp>
      <p:sp>
        <p:nvSpPr>
          <p:cNvPr id="37" name="Rectangle: Rounded Corners 36">
            <a:extLst>
              <a:ext uri="{FF2B5EF4-FFF2-40B4-BE49-F238E27FC236}">
                <a16:creationId xmlns:a16="http://schemas.microsoft.com/office/drawing/2014/main" id="{79CDBA6F-285B-6798-32AC-3A2128F5665D}"/>
              </a:ext>
            </a:extLst>
          </p:cNvPr>
          <p:cNvSpPr/>
          <p:nvPr/>
        </p:nvSpPr>
        <p:spPr>
          <a:xfrm>
            <a:off x="6640584" y="3297832"/>
            <a:ext cx="2371438" cy="484734"/>
          </a:xfrm>
          <a:prstGeom prst="roundRect">
            <a:avLst>
              <a:gd name="adj" fmla="val 50000"/>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100" b="1">
                <a:latin typeface="Montserrat" panose="00000500000000000000" pitchFamily="50" charset="0"/>
              </a:rPr>
              <a:t>Mandeep Singh</a:t>
            </a:r>
          </a:p>
          <a:p>
            <a:r>
              <a:rPr lang="en-US" sz="800">
                <a:latin typeface="Montserrat" panose="00000500000000000000" pitchFamily="50" charset="0"/>
              </a:rPr>
              <a:t>(Optimization &amp; OR)</a:t>
            </a:r>
          </a:p>
        </p:txBody>
      </p:sp>
      <p:sp>
        <p:nvSpPr>
          <p:cNvPr id="38" name="Rectangle: Rounded Corners 37">
            <a:extLst>
              <a:ext uri="{FF2B5EF4-FFF2-40B4-BE49-F238E27FC236}">
                <a16:creationId xmlns:a16="http://schemas.microsoft.com/office/drawing/2014/main" id="{C2DDDE99-CF62-54D1-7F95-87C50016C8D7}"/>
              </a:ext>
            </a:extLst>
          </p:cNvPr>
          <p:cNvSpPr/>
          <p:nvPr/>
        </p:nvSpPr>
        <p:spPr>
          <a:xfrm>
            <a:off x="6640584" y="3939817"/>
            <a:ext cx="2157766" cy="484734"/>
          </a:xfrm>
          <a:prstGeom prst="roundRect">
            <a:avLst>
              <a:gd name="adj" fmla="val 50000"/>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100" b="1">
                <a:latin typeface="Montserrat" panose="00000500000000000000" pitchFamily="50" charset="0"/>
              </a:rPr>
              <a:t>Uday Pratap Rao</a:t>
            </a:r>
          </a:p>
          <a:p>
            <a:r>
              <a:rPr lang="en-US" sz="800">
                <a:latin typeface="Montserrat" panose="00000500000000000000" pitchFamily="50" charset="0"/>
              </a:rPr>
              <a:t>(DF &amp; CPG AI)</a:t>
            </a:r>
          </a:p>
        </p:txBody>
      </p:sp>
      <p:cxnSp>
        <p:nvCxnSpPr>
          <p:cNvPr id="39" name="Connector: Elbow 38">
            <a:extLst>
              <a:ext uri="{FF2B5EF4-FFF2-40B4-BE49-F238E27FC236}">
                <a16:creationId xmlns:a16="http://schemas.microsoft.com/office/drawing/2014/main" id="{FBBCB30B-11A2-1E61-F479-06DD4FF26297}"/>
              </a:ext>
            </a:extLst>
          </p:cNvPr>
          <p:cNvCxnSpPr>
            <a:cxnSpLocks/>
            <a:endCxn id="37" idx="1"/>
          </p:cNvCxnSpPr>
          <p:nvPr/>
        </p:nvCxnSpPr>
        <p:spPr>
          <a:xfrm rot="16200000" flipH="1">
            <a:off x="5938956" y="2838571"/>
            <a:ext cx="1192802" cy="210454"/>
          </a:xfrm>
          <a:prstGeom prst="bentConnector2">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41" name="Rectangle: Rounded Corners 40">
            <a:extLst>
              <a:ext uri="{FF2B5EF4-FFF2-40B4-BE49-F238E27FC236}">
                <a16:creationId xmlns:a16="http://schemas.microsoft.com/office/drawing/2014/main" id="{5A2D061F-011B-1546-33C5-EB1B4BCD6699}"/>
              </a:ext>
            </a:extLst>
          </p:cNvPr>
          <p:cNvSpPr/>
          <p:nvPr/>
        </p:nvSpPr>
        <p:spPr>
          <a:xfrm>
            <a:off x="6640584" y="4581802"/>
            <a:ext cx="2371438" cy="484734"/>
          </a:xfrm>
          <a:prstGeom prst="roundRect">
            <a:avLst>
              <a:gd name="adj" fmla="val 50000"/>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100" b="1">
                <a:latin typeface="Montserrat" panose="00000500000000000000" pitchFamily="50" charset="0"/>
              </a:rPr>
              <a:t>Haripriya Joshi</a:t>
            </a:r>
          </a:p>
          <a:p>
            <a:r>
              <a:rPr lang="en-US" sz="800">
                <a:latin typeface="Montserrat" panose="00000500000000000000" pitchFamily="50" charset="0"/>
              </a:rPr>
              <a:t>(Agentic AI &amp; Recommendations)</a:t>
            </a:r>
          </a:p>
        </p:txBody>
      </p:sp>
      <p:sp>
        <p:nvSpPr>
          <p:cNvPr id="45" name="Rectangle: Rounded Corners 44">
            <a:extLst>
              <a:ext uri="{FF2B5EF4-FFF2-40B4-BE49-F238E27FC236}">
                <a16:creationId xmlns:a16="http://schemas.microsoft.com/office/drawing/2014/main" id="{A2179DE8-7573-92CE-848E-7BD54798CB22}"/>
              </a:ext>
            </a:extLst>
          </p:cNvPr>
          <p:cNvSpPr/>
          <p:nvPr/>
        </p:nvSpPr>
        <p:spPr>
          <a:xfrm>
            <a:off x="9690969" y="3948952"/>
            <a:ext cx="2157766" cy="484734"/>
          </a:xfrm>
          <a:prstGeom prst="roundRect">
            <a:avLst>
              <a:gd name="adj" fmla="val 50000"/>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100" b="1">
                <a:latin typeface="Montserrat" panose="00000500000000000000" pitchFamily="50" charset="0"/>
              </a:rPr>
              <a:t>Deepak Garg</a:t>
            </a:r>
          </a:p>
          <a:p>
            <a:r>
              <a:rPr lang="en-US" sz="800">
                <a:latin typeface="Montserrat" panose="00000500000000000000" pitchFamily="50" charset="0"/>
              </a:rPr>
              <a:t>(AI Engineering &amp; Platform)</a:t>
            </a:r>
          </a:p>
        </p:txBody>
      </p:sp>
      <p:cxnSp>
        <p:nvCxnSpPr>
          <p:cNvPr id="49" name="Connector: Elbow 48">
            <a:extLst>
              <a:ext uri="{FF2B5EF4-FFF2-40B4-BE49-F238E27FC236}">
                <a16:creationId xmlns:a16="http://schemas.microsoft.com/office/drawing/2014/main" id="{B4C1A729-4B58-6AD2-0036-AB6C3CF7D58D}"/>
              </a:ext>
            </a:extLst>
          </p:cNvPr>
          <p:cNvCxnSpPr>
            <a:cxnSpLocks/>
            <a:stCxn id="6" idx="2"/>
            <a:endCxn id="7" idx="0"/>
          </p:cNvCxnSpPr>
          <p:nvPr/>
        </p:nvCxnSpPr>
        <p:spPr>
          <a:xfrm rot="5400000">
            <a:off x="3438216" y="-110153"/>
            <a:ext cx="458424" cy="3768358"/>
          </a:xfrm>
          <a:prstGeom prst="bentConnector3">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1" name="Connector: Elbow 50">
            <a:extLst>
              <a:ext uri="{FF2B5EF4-FFF2-40B4-BE49-F238E27FC236}">
                <a16:creationId xmlns:a16="http://schemas.microsoft.com/office/drawing/2014/main" id="{1FF64600-CC17-57E4-C029-764BB8605EA5}"/>
              </a:ext>
            </a:extLst>
          </p:cNvPr>
          <p:cNvCxnSpPr>
            <a:cxnSpLocks/>
            <a:stCxn id="6" idx="2"/>
            <a:endCxn id="10" idx="0"/>
          </p:cNvCxnSpPr>
          <p:nvPr/>
        </p:nvCxnSpPr>
        <p:spPr>
          <a:xfrm rot="16200000" flipH="1">
            <a:off x="7774352" y="-677932"/>
            <a:ext cx="458327" cy="4903817"/>
          </a:xfrm>
          <a:prstGeom prst="bentConnector3">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 name="Connector: Elbow 52">
            <a:extLst>
              <a:ext uri="{FF2B5EF4-FFF2-40B4-BE49-F238E27FC236}">
                <a16:creationId xmlns:a16="http://schemas.microsoft.com/office/drawing/2014/main" id="{3AFE0BDC-396D-F7EA-1602-0E32AC17539D}"/>
              </a:ext>
            </a:extLst>
          </p:cNvPr>
          <p:cNvCxnSpPr>
            <a:cxnSpLocks/>
            <a:stCxn id="6" idx="2"/>
            <a:endCxn id="8" idx="0"/>
          </p:cNvCxnSpPr>
          <p:nvPr/>
        </p:nvCxnSpPr>
        <p:spPr>
          <a:xfrm rot="5400000">
            <a:off x="4879391" y="1330924"/>
            <a:ext cx="458327" cy="886107"/>
          </a:xfrm>
          <a:prstGeom prst="bentConnector3">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 name="Connector: Elbow 54">
            <a:extLst>
              <a:ext uri="{FF2B5EF4-FFF2-40B4-BE49-F238E27FC236}">
                <a16:creationId xmlns:a16="http://schemas.microsoft.com/office/drawing/2014/main" id="{E92ED20F-42F1-71FC-B66F-13B0CDACE67E}"/>
              </a:ext>
            </a:extLst>
          </p:cNvPr>
          <p:cNvCxnSpPr>
            <a:cxnSpLocks/>
            <a:stCxn id="6" idx="2"/>
            <a:endCxn id="9" idx="0"/>
          </p:cNvCxnSpPr>
          <p:nvPr/>
        </p:nvCxnSpPr>
        <p:spPr>
          <a:xfrm rot="16200000" flipH="1">
            <a:off x="6320516" y="775905"/>
            <a:ext cx="458327" cy="1996144"/>
          </a:xfrm>
          <a:prstGeom prst="bentConnector3">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57" name="Oval 56">
            <a:extLst>
              <a:ext uri="{FF2B5EF4-FFF2-40B4-BE49-F238E27FC236}">
                <a16:creationId xmlns:a16="http://schemas.microsoft.com/office/drawing/2014/main" id="{F6471F95-25D7-DC31-4B1A-0CEDF216B9E5}"/>
              </a:ext>
            </a:extLst>
          </p:cNvPr>
          <p:cNvSpPr/>
          <p:nvPr/>
        </p:nvSpPr>
        <p:spPr>
          <a:xfrm>
            <a:off x="2308344" y="2648757"/>
            <a:ext cx="484632" cy="48463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8DC2593F-A76B-C6C4-5FD1-0C039162172C}"/>
              </a:ext>
            </a:extLst>
          </p:cNvPr>
          <p:cNvSpPr/>
          <p:nvPr/>
        </p:nvSpPr>
        <p:spPr>
          <a:xfrm>
            <a:off x="2311618" y="3306963"/>
            <a:ext cx="484632" cy="48463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F445766C-8F6A-F3A4-B5B6-140BFE8FCB19}"/>
              </a:ext>
            </a:extLst>
          </p:cNvPr>
          <p:cNvSpPr/>
          <p:nvPr/>
        </p:nvSpPr>
        <p:spPr>
          <a:xfrm>
            <a:off x="2307253" y="3970154"/>
            <a:ext cx="484632" cy="48463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4BBCCC2F-BDC6-AC73-7AAF-07E9CA2D5EFC}"/>
              </a:ext>
            </a:extLst>
          </p:cNvPr>
          <p:cNvSpPr/>
          <p:nvPr/>
        </p:nvSpPr>
        <p:spPr>
          <a:xfrm>
            <a:off x="5704869" y="2657910"/>
            <a:ext cx="484632" cy="48463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130E943C-6C9C-EC02-E5D8-09A92465966E}"/>
              </a:ext>
            </a:extLst>
          </p:cNvPr>
          <p:cNvSpPr/>
          <p:nvPr/>
        </p:nvSpPr>
        <p:spPr>
          <a:xfrm>
            <a:off x="5704869" y="3327218"/>
            <a:ext cx="484632" cy="48463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9C32B1AC-5BD0-2300-EF05-9399844E87CC}"/>
              </a:ext>
            </a:extLst>
          </p:cNvPr>
          <p:cNvSpPr/>
          <p:nvPr/>
        </p:nvSpPr>
        <p:spPr>
          <a:xfrm>
            <a:off x="5704869" y="3990444"/>
            <a:ext cx="484632" cy="48463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2386441D-0F7A-BD93-1EC4-DBA787C778BC}"/>
              </a:ext>
            </a:extLst>
          </p:cNvPr>
          <p:cNvSpPr/>
          <p:nvPr/>
        </p:nvSpPr>
        <p:spPr>
          <a:xfrm>
            <a:off x="5704869" y="4647711"/>
            <a:ext cx="484632" cy="48463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A5D15D05-8637-35F3-9CFD-BC41B20F28A4}"/>
              </a:ext>
            </a:extLst>
          </p:cNvPr>
          <p:cNvSpPr/>
          <p:nvPr/>
        </p:nvSpPr>
        <p:spPr>
          <a:xfrm>
            <a:off x="8526274" y="2655847"/>
            <a:ext cx="484632" cy="48463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CCD83C59-0BED-E4E1-210F-72495FDD697E}"/>
              </a:ext>
            </a:extLst>
          </p:cNvPr>
          <p:cNvSpPr/>
          <p:nvPr/>
        </p:nvSpPr>
        <p:spPr>
          <a:xfrm>
            <a:off x="8527390" y="3295415"/>
            <a:ext cx="484632" cy="48463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5F22D198-68D6-DB77-D27E-65A0789E64B2}"/>
              </a:ext>
            </a:extLst>
          </p:cNvPr>
          <p:cNvSpPr/>
          <p:nvPr/>
        </p:nvSpPr>
        <p:spPr>
          <a:xfrm>
            <a:off x="8527390" y="3939817"/>
            <a:ext cx="484632" cy="48463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0D8D7A28-866D-A6E7-D924-F23DCADA127A}"/>
              </a:ext>
            </a:extLst>
          </p:cNvPr>
          <p:cNvSpPr/>
          <p:nvPr/>
        </p:nvSpPr>
        <p:spPr>
          <a:xfrm>
            <a:off x="8527390" y="4581802"/>
            <a:ext cx="484632" cy="48463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BCFE8479-6433-0330-5F55-0DB044769F90}"/>
              </a:ext>
            </a:extLst>
          </p:cNvPr>
          <p:cNvSpPr/>
          <p:nvPr/>
        </p:nvSpPr>
        <p:spPr>
          <a:xfrm>
            <a:off x="11362793" y="2654110"/>
            <a:ext cx="484632" cy="48463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648DCCAD-E26A-DE9E-D37F-BEEDC3FB8635}"/>
              </a:ext>
            </a:extLst>
          </p:cNvPr>
          <p:cNvSpPr/>
          <p:nvPr/>
        </p:nvSpPr>
        <p:spPr>
          <a:xfrm>
            <a:off x="861594" y="4647609"/>
            <a:ext cx="1925864" cy="484734"/>
          </a:xfrm>
          <a:prstGeom prst="roundRect">
            <a:avLst>
              <a:gd name="adj" fmla="val 50000"/>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100" b="1">
                <a:latin typeface="Montserrat"/>
              </a:rPr>
              <a:t>Harsha</a:t>
            </a:r>
            <a:endParaRPr lang="en-US" sz="1100" b="1">
              <a:latin typeface="Montserrat" panose="00000500000000000000" pitchFamily="50" charset="0"/>
            </a:endParaRPr>
          </a:p>
          <a:p>
            <a:r>
              <a:rPr lang="en-US" sz="800">
                <a:latin typeface="Montserrat" panose="00000500000000000000" pitchFamily="50" charset="0"/>
              </a:rPr>
              <a:t>(SCM + R-CPG APJ)</a:t>
            </a:r>
          </a:p>
        </p:txBody>
      </p:sp>
      <p:sp>
        <p:nvSpPr>
          <p:cNvPr id="27" name="Oval 26">
            <a:extLst>
              <a:ext uri="{FF2B5EF4-FFF2-40B4-BE49-F238E27FC236}">
                <a16:creationId xmlns:a16="http://schemas.microsoft.com/office/drawing/2014/main" id="{E431A0DF-7F95-63F6-935C-065F56C3A39E}"/>
              </a:ext>
            </a:extLst>
          </p:cNvPr>
          <p:cNvSpPr/>
          <p:nvPr/>
        </p:nvSpPr>
        <p:spPr>
          <a:xfrm>
            <a:off x="2308344" y="4637913"/>
            <a:ext cx="484632" cy="48463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Connector: Elbow 28">
            <a:extLst>
              <a:ext uri="{FF2B5EF4-FFF2-40B4-BE49-F238E27FC236}">
                <a16:creationId xmlns:a16="http://schemas.microsoft.com/office/drawing/2014/main" id="{1BB375D0-2BFF-47BD-CD38-59B4B35C402A}"/>
              </a:ext>
            </a:extLst>
          </p:cNvPr>
          <p:cNvCxnSpPr>
            <a:cxnSpLocks/>
            <a:endCxn id="15" idx="1"/>
          </p:cNvCxnSpPr>
          <p:nvPr/>
        </p:nvCxnSpPr>
        <p:spPr>
          <a:xfrm rot="16200000" flipH="1">
            <a:off x="-73125" y="3277697"/>
            <a:ext cx="1680750" cy="188688"/>
          </a:xfrm>
          <a:prstGeom prst="bentConnector2">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Connector: Elbow 30">
            <a:extLst>
              <a:ext uri="{FF2B5EF4-FFF2-40B4-BE49-F238E27FC236}">
                <a16:creationId xmlns:a16="http://schemas.microsoft.com/office/drawing/2014/main" id="{D14DC1B3-619B-3805-5D13-3DD2A0AE482E}"/>
              </a:ext>
            </a:extLst>
          </p:cNvPr>
          <p:cNvCxnSpPr>
            <a:cxnSpLocks/>
          </p:cNvCxnSpPr>
          <p:nvPr/>
        </p:nvCxnSpPr>
        <p:spPr>
          <a:xfrm rot="16200000" flipH="1">
            <a:off x="-176302" y="3789022"/>
            <a:ext cx="1887103" cy="188688"/>
          </a:xfrm>
          <a:prstGeom prst="bentConnector2">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42" name="Rectangle: Rounded Corners 41">
            <a:extLst>
              <a:ext uri="{FF2B5EF4-FFF2-40B4-BE49-F238E27FC236}">
                <a16:creationId xmlns:a16="http://schemas.microsoft.com/office/drawing/2014/main" id="{E967154B-73BB-4260-C27A-E47606E9DE8F}"/>
              </a:ext>
            </a:extLst>
          </p:cNvPr>
          <p:cNvSpPr/>
          <p:nvPr/>
        </p:nvSpPr>
        <p:spPr>
          <a:xfrm>
            <a:off x="9622584" y="3296435"/>
            <a:ext cx="2157766" cy="484734"/>
          </a:xfrm>
          <a:prstGeom prst="roundRect">
            <a:avLst>
              <a:gd name="adj" fmla="val 50000"/>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100" b="1">
                <a:latin typeface="Montserrat"/>
              </a:rPr>
              <a:t>Avinash</a:t>
            </a:r>
            <a:endParaRPr lang="en-US" sz="1100" b="1">
              <a:latin typeface="Montserrat" panose="00000500000000000000" pitchFamily="50" charset="0"/>
            </a:endParaRPr>
          </a:p>
          <a:p>
            <a:r>
              <a:rPr lang="en-US" sz="800">
                <a:latin typeface="Montserrat" panose="00000500000000000000" pitchFamily="50" charset="0"/>
              </a:rPr>
              <a:t>(AI Engineering Head)</a:t>
            </a:r>
          </a:p>
        </p:txBody>
      </p:sp>
      <p:sp>
        <p:nvSpPr>
          <p:cNvPr id="44" name="Oval 43">
            <a:extLst>
              <a:ext uri="{FF2B5EF4-FFF2-40B4-BE49-F238E27FC236}">
                <a16:creationId xmlns:a16="http://schemas.microsoft.com/office/drawing/2014/main" id="{44417160-DECF-7234-6694-AEE321522EA5}"/>
              </a:ext>
            </a:extLst>
          </p:cNvPr>
          <p:cNvSpPr/>
          <p:nvPr/>
        </p:nvSpPr>
        <p:spPr>
          <a:xfrm>
            <a:off x="11364467" y="3296435"/>
            <a:ext cx="484632" cy="48463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3ABEE690-2490-5E2F-7425-770FA2ECCD09}"/>
              </a:ext>
            </a:extLst>
          </p:cNvPr>
          <p:cNvSpPr/>
          <p:nvPr/>
        </p:nvSpPr>
        <p:spPr>
          <a:xfrm>
            <a:off x="11364285" y="3948500"/>
            <a:ext cx="484632" cy="48463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Rounded Corners 90">
            <a:extLst>
              <a:ext uri="{FF2B5EF4-FFF2-40B4-BE49-F238E27FC236}">
                <a16:creationId xmlns:a16="http://schemas.microsoft.com/office/drawing/2014/main" id="{413683DC-3190-DAB1-8D46-7ACCEF77C530}"/>
              </a:ext>
            </a:extLst>
          </p:cNvPr>
          <p:cNvSpPr/>
          <p:nvPr/>
        </p:nvSpPr>
        <p:spPr>
          <a:xfrm>
            <a:off x="857167" y="5311212"/>
            <a:ext cx="1925864" cy="484734"/>
          </a:xfrm>
          <a:prstGeom prst="roundRect">
            <a:avLst>
              <a:gd name="adj" fmla="val 50000"/>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100" b="1">
                <a:latin typeface="Montserrat"/>
              </a:rPr>
              <a:t>Kedar</a:t>
            </a:r>
          </a:p>
          <a:p>
            <a:r>
              <a:rPr lang="en-US" sz="800">
                <a:latin typeface="Montserrat" panose="00000500000000000000" pitchFamily="50" charset="0"/>
              </a:rPr>
              <a:t>(BQ (GCP) AMER)</a:t>
            </a:r>
          </a:p>
        </p:txBody>
      </p:sp>
      <p:sp>
        <p:nvSpPr>
          <p:cNvPr id="92" name="Oval 91">
            <a:extLst>
              <a:ext uri="{FF2B5EF4-FFF2-40B4-BE49-F238E27FC236}">
                <a16:creationId xmlns:a16="http://schemas.microsoft.com/office/drawing/2014/main" id="{2E7507BC-758C-0476-0477-AAB9E7B5CC33}"/>
              </a:ext>
            </a:extLst>
          </p:cNvPr>
          <p:cNvSpPr/>
          <p:nvPr/>
        </p:nvSpPr>
        <p:spPr>
          <a:xfrm>
            <a:off x="2303070" y="5309079"/>
            <a:ext cx="484632" cy="48463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9" name="Connector: Elbow 108">
            <a:extLst>
              <a:ext uri="{FF2B5EF4-FFF2-40B4-BE49-F238E27FC236}">
                <a16:creationId xmlns:a16="http://schemas.microsoft.com/office/drawing/2014/main" id="{0C51F7AC-4352-6C4E-7EFD-646373600123}"/>
              </a:ext>
            </a:extLst>
          </p:cNvPr>
          <p:cNvCxnSpPr>
            <a:cxnSpLocks/>
            <a:endCxn id="91" idx="1"/>
          </p:cNvCxnSpPr>
          <p:nvPr/>
        </p:nvCxnSpPr>
        <p:spPr>
          <a:xfrm rot="16200000" flipH="1">
            <a:off x="-770576" y="3925835"/>
            <a:ext cx="3065707" cy="189779"/>
          </a:xfrm>
          <a:prstGeom prst="bentConnector2">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56" name="Rectangle: Rounded Corners 55">
            <a:extLst>
              <a:ext uri="{FF2B5EF4-FFF2-40B4-BE49-F238E27FC236}">
                <a16:creationId xmlns:a16="http://schemas.microsoft.com/office/drawing/2014/main" id="{247A099E-6B24-363B-2D2F-DEB36C693E1A}"/>
              </a:ext>
            </a:extLst>
          </p:cNvPr>
          <p:cNvSpPr/>
          <p:nvPr/>
        </p:nvSpPr>
        <p:spPr>
          <a:xfrm>
            <a:off x="6640584" y="5223787"/>
            <a:ext cx="2371438" cy="484734"/>
          </a:xfrm>
          <a:prstGeom prst="roundRect">
            <a:avLst>
              <a:gd name="adj" fmla="val 50000"/>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100" b="1">
                <a:latin typeface="Montserrat" panose="00000500000000000000" pitchFamily="50" charset="0"/>
              </a:rPr>
              <a:t>Mohamad Yaseen</a:t>
            </a:r>
          </a:p>
          <a:p>
            <a:r>
              <a:rPr lang="en-US" sz="800">
                <a:latin typeface="Montserrat" panose="00000500000000000000" pitchFamily="50" charset="0"/>
              </a:rPr>
              <a:t>(ML &amp; Data Science)</a:t>
            </a:r>
          </a:p>
        </p:txBody>
      </p:sp>
      <p:sp>
        <p:nvSpPr>
          <p:cNvPr id="73" name="Oval 72">
            <a:extLst>
              <a:ext uri="{FF2B5EF4-FFF2-40B4-BE49-F238E27FC236}">
                <a16:creationId xmlns:a16="http://schemas.microsoft.com/office/drawing/2014/main" id="{2EAFADB0-B4F0-B15D-B8F4-0634F9FA16FE}"/>
              </a:ext>
            </a:extLst>
          </p:cNvPr>
          <p:cNvSpPr/>
          <p:nvPr/>
        </p:nvSpPr>
        <p:spPr>
          <a:xfrm>
            <a:off x="8527390" y="5223787"/>
            <a:ext cx="484632" cy="48463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5BC6A05A-23E2-2EB0-75C8-711E510B27E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823" t="1781" r="12823" b="23865"/>
          <a:stretch>
            <a:fillRect/>
          </a:stretch>
        </p:blipFill>
        <p:spPr bwMode="auto">
          <a:xfrm>
            <a:off x="2308344" y="2648757"/>
            <a:ext cx="484632" cy="484632"/>
          </a:xfrm>
          <a:prstGeom prst="ellipse">
            <a:avLst/>
          </a:prstGeom>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40633C3B-7AB9-043E-FF2A-9CA2DBFB656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776" t="12776" r="12776" b="12776"/>
          <a:stretch>
            <a:fillRect/>
          </a:stretch>
        </p:blipFill>
        <p:spPr bwMode="auto">
          <a:xfrm>
            <a:off x="2311618" y="3306963"/>
            <a:ext cx="484632" cy="484632"/>
          </a:xfrm>
          <a:prstGeom prst="ellipse">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956A6129-FDD3-AECB-3759-5C492869380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400" t="1" r="7785" b="17183"/>
          <a:stretch>
            <a:fillRect/>
          </a:stretch>
        </p:blipFill>
        <p:spPr bwMode="auto">
          <a:xfrm>
            <a:off x="2308344" y="4637913"/>
            <a:ext cx="484632" cy="484632"/>
          </a:xfrm>
          <a:prstGeom prst="ellipse">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645F4C38-BB64-9F5C-3478-910F41178E3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2961" t="16725" r="11952" b="48187"/>
          <a:stretch>
            <a:fillRect/>
          </a:stretch>
        </p:blipFill>
        <p:spPr bwMode="auto">
          <a:xfrm>
            <a:off x="5704869" y="3990444"/>
            <a:ext cx="484632" cy="484632"/>
          </a:xfrm>
          <a:prstGeom prst="ellipse">
            <a:avLst/>
          </a:prstGeom>
          <a:noFill/>
          <a:extLst>
            <a:ext uri="{909E8E84-426E-40DD-AFC4-6F175D3DCCD1}">
              <a14:hiddenFill xmlns:a14="http://schemas.microsoft.com/office/drawing/2010/main">
                <a:solidFill>
                  <a:srgbClr val="FFFFFF"/>
                </a:solidFill>
              </a14:hiddenFill>
            </a:ext>
          </a:extLst>
        </p:spPr>
      </p:pic>
      <p:pic>
        <p:nvPicPr>
          <p:cNvPr id="96" name="Picture 95">
            <a:extLst>
              <a:ext uri="{FF2B5EF4-FFF2-40B4-BE49-F238E27FC236}">
                <a16:creationId xmlns:a16="http://schemas.microsoft.com/office/drawing/2014/main" id="{AAAD7E95-F666-50B9-5A07-5267CBC540A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04869" y="2657910"/>
            <a:ext cx="484632" cy="484632"/>
          </a:xfrm>
          <a:prstGeom prst="ellipse">
            <a:avLst/>
          </a:prstGeom>
          <a:noFill/>
        </p:spPr>
      </p:pic>
      <p:pic>
        <p:nvPicPr>
          <p:cNvPr id="98" name="Picture 97">
            <a:extLst>
              <a:ext uri="{FF2B5EF4-FFF2-40B4-BE49-F238E27FC236}">
                <a16:creationId xmlns:a16="http://schemas.microsoft.com/office/drawing/2014/main" id="{0CC027C9-A5DC-33D6-015E-AE613C1747A6}"/>
              </a:ext>
            </a:extLst>
          </p:cNvPr>
          <p:cNvPicPr>
            <a:picLocks noChangeAspect="1"/>
          </p:cNvPicPr>
          <p:nvPr/>
        </p:nvPicPr>
        <p:blipFill>
          <a:blip r:embed="rId7"/>
          <a:srcRect l="26559" t="24179" r="21799" b="24179"/>
          <a:stretch>
            <a:fillRect/>
          </a:stretch>
        </p:blipFill>
        <p:spPr>
          <a:xfrm>
            <a:off x="5704869" y="4647711"/>
            <a:ext cx="484632" cy="484632"/>
          </a:xfrm>
          <a:prstGeom prst="ellipse">
            <a:avLst/>
          </a:prstGeom>
          <a:noFill/>
        </p:spPr>
      </p:pic>
      <p:pic>
        <p:nvPicPr>
          <p:cNvPr id="100" name="Picture 99">
            <a:extLst>
              <a:ext uri="{FF2B5EF4-FFF2-40B4-BE49-F238E27FC236}">
                <a16:creationId xmlns:a16="http://schemas.microsoft.com/office/drawing/2014/main" id="{059AF690-33AD-F107-EB06-BCD511F7F2A2}"/>
              </a:ext>
            </a:extLst>
          </p:cNvPr>
          <p:cNvPicPr>
            <a:picLocks noChangeAspect="1"/>
          </p:cNvPicPr>
          <p:nvPr/>
        </p:nvPicPr>
        <p:blipFill>
          <a:blip r:embed="rId8"/>
          <a:stretch>
            <a:fillRect/>
          </a:stretch>
        </p:blipFill>
        <p:spPr>
          <a:xfrm>
            <a:off x="5704869" y="3327218"/>
            <a:ext cx="484632" cy="484632"/>
          </a:xfrm>
          <a:prstGeom prst="ellipse">
            <a:avLst/>
          </a:prstGeom>
          <a:noFill/>
        </p:spPr>
      </p:pic>
      <p:pic>
        <p:nvPicPr>
          <p:cNvPr id="1044" name="Picture 20">
            <a:extLst>
              <a:ext uri="{FF2B5EF4-FFF2-40B4-BE49-F238E27FC236}">
                <a16:creationId xmlns:a16="http://schemas.microsoft.com/office/drawing/2014/main" id="{00BF1A0B-4F96-EDA1-A313-BF390026E623}"/>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7525" t="892" r="21959" b="48592"/>
          <a:stretch>
            <a:fillRect/>
          </a:stretch>
        </p:blipFill>
        <p:spPr bwMode="auto">
          <a:xfrm>
            <a:off x="2303070" y="5309079"/>
            <a:ext cx="484632" cy="484632"/>
          </a:xfrm>
          <a:prstGeom prst="ellipse">
            <a:avLst/>
          </a:prstGeom>
          <a:noFill/>
          <a:extLst>
            <a:ext uri="{909E8E84-426E-40DD-AFC4-6F175D3DCCD1}">
              <a14:hiddenFill xmlns:a14="http://schemas.microsoft.com/office/drawing/2010/main">
                <a:solidFill>
                  <a:srgbClr val="FFFFFF"/>
                </a:solidFill>
              </a14:hiddenFill>
            </a:ext>
          </a:extLst>
        </p:spPr>
      </p:pic>
      <p:pic>
        <p:nvPicPr>
          <p:cNvPr id="1046" name="Picture 22">
            <a:extLst>
              <a:ext uri="{FF2B5EF4-FFF2-40B4-BE49-F238E27FC236}">
                <a16:creationId xmlns:a16="http://schemas.microsoft.com/office/drawing/2014/main" id="{8D275289-B62F-C91B-0335-C5BE42062BB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07253" y="3970154"/>
            <a:ext cx="484632" cy="484632"/>
          </a:xfrm>
          <a:prstGeom prst="ellipse">
            <a:avLst/>
          </a:prstGeom>
          <a:noFill/>
          <a:extLst>
            <a:ext uri="{909E8E84-426E-40DD-AFC4-6F175D3DCCD1}">
              <a14:hiddenFill xmlns:a14="http://schemas.microsoft.com/office/drawing/2010/main">
                <a:solidFill>
                  <a:srgbClr val="FFFFFF"/>
                </a:solidFill>
              </a14:hiddenFill>
            </a:ext>
          </a:extLst>
        </p:spPr>
      </p:pic>
      <p:cxnSp>
        <p:nvCxnSpPr>
          <p:cNvPr id="123" name="Connector: Elbow 122">
            <a:extLst>
              <a:ext uri="{FF2B5EF4-FFF2-40B4-BE49-F238E27FC236}">
                <a16:creationId xmlns:a16="http://schemas.microsoft.com/office/drawing/2014/main" id="{120A2D1A-F740-720F-9D28-6F44595981F7}"/>
              </a:ext>
            </a:extLst>
          </p:cNvPr>
          <p:cNvCxnSpPr>
            <a:cxnSpLocks/>
            <a:endCxn id="38" idx="1"/>
          </p:cNvCxnSpPr>
          <p:nvPr/>
        </p:nvCxnSpPr>
        <p:spPr>
          <a:xfrm rot="16200000" flipH="1">
            <a:off x="6213666" y="3755266"/>
            <a:ext cx="643382" cy="210454"/>
          </a:xfrm>
          <a:prstGeom prst="bentConnector2">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5" name="Connector: Elbow 124">
            <a:extLst>
              <a:ext uri="{FF2B5EF4-FFF2-40B4-BE49-F238E27FC236}">
                <a16:creationId xmlns:a16="http://schemas.microsoft.com/office/drawing/2014/main" id="{AFFD05A8-F51B-4913-DF89-E73F281A93AB}"/>
              </a:ext>
            </a:extLst>
          </p:cNvPr>
          <p:cNvCxnSpPr>
            <a:cxnSpLocks/>
            <a:endCxn id="41" idx="1"/>
          </p:cNvCxnSpPr>
          <p:nvPr/>
        </p:nvCxnSpPr>
        <p:spPr>
          <a:xfrm rot="16200000" flipH="1">
            <a:off x="6211566" y="4395150"/>
            <a:ext cx="647583" cy="210454"/>
          </a:xfrm>
          <a:prstGeom prst="bentConnector2">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7" name="Connector: Elbow 126">
            <a:extLst>
              <a:ext uri="{FF2B5EF4-FFF2-40B4-BE49-F238E27FC236}">
                <a16:creationId xmlns:a16="http://schemas.microsoft.com/office/drawing/2014/main" id="{CFAB4259-4904-8EB0-7DC3-D5AA52036844}"/>
              </a:ext>
            </a:extLst>
          </p:cNvPr>
          <p:cNvCxnSpPr>
            <a:cxnSpLocks/>
            <a:endCxn id="56" idx="1"/>
          </p:cNvCxnSpPr>
          <p:nvPr/>
        </p:nvCxnSpPr>
        <p:spPr>
          <a:xfrm rot="16200000" flipH="1">
            <a:off x="6200202" y="5025771"/>
            <a:ext cx="670311" cy="210454"/>
          </a:xfrm>
          <a:prstGeom prst="bentConnector2">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39" name="Connector: Elbow 1038">
            <a:extLst>
              <a:ext uri="{FF2B5EF4-FFF2-40B4-BE49-F238E27FC236}">
                <a16:creationId xmlns:a16="http://schemas.microsoft.com/office/drawing/2014/main" id="{3A54F454-B616-D5BF-2E26-6EA7CB16B852}"/>
              </a:ext>
            </a:extLst>
          </p:cNvPr>
          <p:cNvCxnSpPr>
            <a:cxnSpLocks/>
          </p:cNvCxnSpPr>
          <p:nvPr/>
        </p:nvCxnSpPr>
        <p:spPr>
          <a:xfrm rot="16200000" flipH="1">
            <a:off x="6213666" y="2469898"/>
            <a:ext cx="643382" cy="210454"/>
          </a:xfrm>
          <a:prstGeom prst="bentConnector2">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pic>
        <p:nvPicPr>
          <p:cNvPr id="1050" name="Picture 1049">
            <a:extLst>
              <a:ext uri="{FF2B5EF4-FFF2-40B4-BE49-F238E27FC236}">
                <a16:creationId xmlns:a16="http://schemas.microsoft.com/office/drawing/2014/main" id="{3ACA9A8D-0715-5CA5-26F5-701F14AA3D67}"/>
              </a:ext>
            </a:extLst>
          </p:cNvPr>
          <p:cNvPicPr>
            <a:picLocks noChangeAspect="1"/>
          </p:cNvPicPr>
          <p:nvPr/>
        </p:nvPicPr>
        <p:blipFill>
          <a:blip r:embed="rId11"/>
          <a:stretch>
            <a:fillRect/>
          </a:stretch>
        </p:blipFill>
        <p:spPr>
          <a:xfrm>
            <a:off x="8527390" y="3939919"/>
            <a:ext cx="484632" cy="484632"/>
          </a:xfrm>
          <a:prstGeom prst="ellipse">
            <a:avLst/>
          </a:prstGeom>
        </p:spPr>
      </p:pic>
      <p:pic>
        <p:nvPicPr>
          <p:cNvPr id="1054" name="Picture 30">
            <a:extLst>
              <a:ext uri="{FF2B5EF4-FFF2-40B4-BE49-F238E27FC236}">
                <a16:creationId xmlns:a16="http://schemas.microsoft.com/office/drawing/2014/main" id="{A5266B54-B3D7-D856-0DE5-39A7E7711932}"/>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14671" t="551" r="15651" b="29771"/>
          <a:stretch>
            <a:fillRect/>
          </a:stretch>
        </p:blipFill>
        <p:spPr bwMode="auto">
          <a:xfrm>
            <a:off x="8527390" y="5223787"/>
            <a:ext cx="484632" cy="484632"/>
          </a:xfrm>
          <a:prstGeom prst="ellipse">
            <a:avLst/>
          </a:prstGeom>
          <a:extLst>
            <a:ext uri="{909E8E84-426E-40DD-AFC4-6F175D3DCCD1}">
              <a14:hiddenFill xmlns:a14="http://schemas.microsoft.com/office/drawing/2010/main">
                <a:solidFill>
                  <a:srgbClr val="FFFFFF"/>
                </a:solidFill>
              </a14:hiddenFill>
            </a:ext>
          </a:extLst>
        </p:spPr>
      </p:pic>
      <p:pic>
        <p:nvPicPr>
          <p:cNvPr id="1056" name="Picture 32">
            <a:extLst>
              <a:ext uri="{FF2B5EF4-FFF2-40B4-BE49-F238E27FC236}">
                <a16:creationId xmlns:a16="http://schemas.microsoft.com/office/drawing/2014/main" id="{6F06E1F3-2321-B320-ECD5-E22B384DAF2D}"/>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53563" t="30970" r="7955" b="30549"/>
          <a:stretch>
            <a:fillRect/>
          </a:stretch>
        </p:blipFill>
        <p:spPr bwMode="auto">
          <a:xfrm>
            <a:off x="11364467" y="3296435"/>
            <a:ext cx="484632" cy="484632"/>
          </a:xfrm>
          <a:prstGeom prst="ellipse">
            <a:avLst/>
          </a:prstGeom>
          <a:extLst>
            <a:ext uri="{909E8E84-426E-40DD-AFC4-6F175D3DCCD1}">
              <a14:hiddenFill xmlns:a14="http://schemas.microsoft.com/office/drawing/2010/main">
                <a:solidFill>
                  <a:srgbClr val="FFFFFF"/>
                </a:solidFill>
              </a14:hiddenFill>
            </a:ext>
          </a:extLst>
        </p:spPr>
      </p:pic>
      <p:pic>
        <p:nvPicPr>
          <p:cNvPr id="1060" name="Picture 36">
            <a:extLst>
              <a:ext uri="{FF2B5EF4-FFF2-40B4-BE49-F238E27FC236}">
                <a16:creationId xmlns:a16="http://schemas.microsoft.com/office/drawing/2014/main" id="{86021F56-38F3-82E6-417F-36F6B07EC07C}"/>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1817" t="1817" r="1817" b="1817"/>
          <a:stretch>
            <a:fillRect/>
          </a:stretch>
        </p:blipFill>
        <p:spPr bwMode="auto">
          <a:xfrm>
            <a:off x="11362793" y="2654110"/>
            <a:ext cx="484632" cy="484632"/>
          </a:xfrm>
          <a:prstGeom prst="ellipse">
            <a:avLst/>
          </a:prstGeom>
          <a:extLst>
            <a:ext uri="{909E8E84-426E-40DD-AFC4-6F175D3DCCD1}">
              <a14:hiddenFill xmlns:a14="http://schemas.microsoft.com/office/drawing/2010/main">
                <a:solidFill>
                  <a:srgbClr val="FFFFFF"/>
                </a:solidFill>
              </a14:hiddenFill>
            </a:ext>
          </a:extLst>
        </p:spPr>
      </p:pic>
      <p:pic>
        <p:nvPicPr>
          <p:cNvPr id="1061" name="Picture 1060">
            <a:extLst>
              <a:ext uri="{FF2B5EF4-FFF2-40B4-BE49-F238E27FC236}">
                <a16:creationId xmlns:a16="http://schemas.microsoft.com/office/drawing/2014/main" id="{E27D522B-8FD6-8C35-2B32-DE863E21F656}"/>
              </a:ext>
            </a:extLst>
          </p:cNvPr>
          <p:cNvPicPr>
            <a:picLocks noChangeAspect="1"/>
          </p:cNvPicPr>
          <p:nvPr/>
        </p:nvPicPr>
        <p:blipFill rotWithShape="1">
          <a:blip r:embed="rId15">
            <a:extLst>
              <a:ext uri="{28A0092B-C50C-407E-A947-70E740481C1C}">
                <a14:useLocalDpi xmlns:a14="http://schemas.microsoft.com/office/drawing/2010/main" val="0"/>
              </a:ext>
            </a:extLst>
          </a:blip>
          <a:srcRect l="7717" t="35792" r="7717" b="25769"/>
          <a:stretch>
            <a:fillRect/>
          </a:stretch>
        </p:blipFill>
        <p:spPr>
          <a:xfrm>
            <a:off x="8527390" y="3295415"/>
            <a:ext cx="484632" cy="484632"/>
          </a:xfrm>
          <a:prstGeom prst="ellipse">
            <a:avLst/>
          </a:prstGeom>
        </p:spPr>
      </p:pic>
      <p:pic>
        <p:nvPicPr>
          <p:cNvPr id="1063" name="Picture 38">
            <a:extLst>
              <a:ext uri="{FF2B5EF4-FFF2-40B4-BE49-F238E27FC236}">
                <a16:creationId xmlns:a16="http://schemas.microsoft.com/office/drawing/2014/main" id="{3B4A03B5-30B6-5E83-A2DF-E8BE8B14E3B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527390" y="4581904"/>
            <a:ext cx="484632" cy="484632"/>
          </a:xfrm>
          <a:prstGeom prst="ellipse">
            <a:avLst/>
          </a:prstGeom>
          <a:extLst>
            <a:ext uri="{909E8E84-426E-40DD-AFC4-6F175D3DCCD1}">
              <a14:hiddenFill xmlns:a14="http://schemas.microsoft.com/office/drawing/2010/main">
                <a:solidFill>
                  <a:srgbClr val="FFFFFF"/>
                </a:solidFill>
              </a14:hiddenFill>
            </a:ext>
          </a:extLst>
        </p:spPr>
      </p:pic>
      <p:pic>
        <p:nvPicPr>
          <p:cNvPr id="1068" name="Picture 1067">
            <a:extLst>
              <a:ext uri="{FF2B5EF4-FFF2-40B4-BE49-F238E27FC236}">
                <a16:creationId xmlns:a16="http://schemas.microsoft.com/office/drawing/2014/main" id="{49148377-3BF8-ACBC-6716-63F1676A78F6}"/>
              </a:ext>
            </a:extLst>
          </p:cNvPr>
          <p:cNvPicPr>
            <a:picLocks noChangeAspect="1"/>
          </p:cNvPicPr>
          <p:nvPr/>
        </p:nvPicPr>
        <p:blipFill>
          <a:blip r:embed="rId17"/>
          <a:srcRect l="32675" t="7767" r="36393" b="61302"/>
          <a:stretch>
            <a:fillRect/>
          </a:stretch>
        </p:blipFill>
        <p:spPr>
          <a:xfrm>
            <a:off x="11364285" y="3948500"/>
            <a:ext cx="484632" cy="484632"/>
          </a:xfrm>
          <a:prstGeom prst="ellipse">
            <a:avLst/>
          </a:prstGeom>
        </p:spPr>
      </p:pic>
      <p:sp>
        <p:nvSpPr>
          <p:cNvPr id="9" name="Rectangle: Rounded Corners 8">
            <a:extLst>
              <a:ext uri="{FF2B5EF4-FFF2-40B4-BE49-F238E27FC236}">
                <a16:creationId xmlns:a16="http://schemas.microsoft.com/office/drawing/2014/main" id="{C941721E-E321-1932-8525-F5F382421722}"/>
              </a:ext>
            </a:extLst>
          </p:cNvPr>
          <p:cNvSpPr/>
          <p:nvPr/>
        </p:nvSpPr>
        <p:spPr>
          <a:xfrm>
            <a:off x="6176151" y="2003141"/>
            <a:ext cx="2743200" cy="484734"/>
          </a:xfrm>
          <a:prstGeom prst="roundRect">
            <a:avLst>
              <a:gd name="adj" fmla="val 50000"/>
            </a:avLst>
          </a:prstGeom>
          <a:solidFill>
            <a:schemeClr val="tx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latin typeface="Montserrat" panose="00000500000000000000" pitchFamily="50" charset="0"/>
              </a:rPr>
              <a:t>Data Scientists </a:t>
            </a:r>
          </a:p>
        </p:txBody>
      </p:sp>
      <p:sp>
        <p:nvSpPr>
          <p:cNvPr id="8" name="Rectangle: Rounded Corners 7">
            <a:extLst>
              <a:ext uri="{FF2B5EF4-FFF2-40B4-BE49-F238E27FC236}">
                <a16:creationId xmlns:a16="http://schemas.microsoft.com/office/drawing/2014/main" id="{E843E3C6-6451-F653-FDC8-40D96A479925}"/>
              </a:ext>
            </a:extLst>
          </p:cNvPr>
          <p:cNvSpPr/>
          <p:nvPr/>
        </p:nvSpPr>
        <p:spPr>
          <a:xfrm>
            <a:off x="3293900" y="2003141"/>
            <a:ext cx="2743200" cy="484734"/>
          </a:xfrm>
          <a:prstGeom prst="roundRect">
            <a:avLst>
              <a:gd name="adj" fmla="val 50000"/>
            </a:avLst>
          </a:prstGeom>
          <a:solidFill>
            <a:schemeClr val="tx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latin typeface="Montserrat" panose="00000500000000000000" pitchFamily="50" charset="0"/>
              </a:rPr>
              <a:t>Data Architects </a:t>
            </a:r>
          </a:p>
        </p:txBody>
      </p:sp>
      <p:sp>
        <p:nvSpPr>
          <p:cNvPr id="7" name="Rectangle: Rounded Corners 6">
            <a:extLst>
              <a:ext uri="{FF2B5EF4-FFF2-40B4-BE49-F238E27FC236}">
                <a16:creationId xmlns:a16="http://schemas.microsoft.com/office/drawing/2014/main" id="{E54D47B4-FBA8-8416-A974-A569D631307E}"/>
              </a:ext>
            </a:extLst>
          </p:cNvPr>
          <p:cNvSpPr/>
          <p:nvPr/>
        </p:nvSpPr>
        <p:spPr>
          <a:xfrm>
            <a:off x="411649" y="2003238"/>
            <a:ext cx="2743200" cy="484734"/>
          </a:xfrm>
          <a:prstGeom prst="roundRect">
            <a:avLst>
              <a:gd name="adj" fmla="val 50000"/>
            </a:avLst>
          </a:prstGeom>
          <a:solidFill>
            <a:schemeClr val="tx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b="1">
                <a:latin typeface="Montserrat"/>
              </a:rPr>
              <a:t>Domain + Business SMEs </a:t>
            </a:r>
          </a:p>
        </p:txBody>
      </p:sp>
      <p:pic>
        <p:nvPicPr>
          <p:cNvPr id="12" name="Picture 11">
            <a:extLst>
              <a:ext uri="{FF2B5EF4-FFF2-40B4-BE49-F238E27FC236}">
                <a16:creationId xmlns:a16="http://schemas.microsoft.com/office/drawing/2014/main" id="{57FE9AC5-9B4A-B239-0B02-1E5AB2F935C9}"/>
              </a:ext>
            </a:extLst>
          </p:cNvPr>
          <p:cNvPicPr>
            <a:picLocks noChangeAspect="1"/>
          </p:cNvPicPr>
          <p:nvPr/>
        </p:nvPicPr>
        <p:blipFill rotWithShape="1">
          <a:blip r:embed="rId18">
            <a:extLst>
              <a:ext uri="{28A0092B-C50C-407E-A947-70E740481C1C}">
                <a14:useLocalDpi xmlns:a14="http://schemas.microsoft.com/office/drawing/2010/main" val="0"/>
              </a:ext>
            </a:extLst>
          </a:blip>
          <a:srcRect l="12337" t="8732" r="7268" b="31014"/>
          <a:stretch>
            <a:fillRect/>
          </a:stretch>
        </p:blipFill>
        <p:spPr>
          <a:xfrm>
            <a:off x="8525158" y="2655847"/>
            <a:ext cx="484632" cy="484632"/>
          </a:xfrm>
          <a:prstGeom prst="ellipse">
            <a:avLst/>
          </a:prstGeom>
        </p:spPr>
      </p:pic>
    </p:spTree>
    <p:extLst>
      <p:ext uri="{BB962C8B-B14F-4D97-AF65-F5344CB8AC3E}">
        <p14:creationId xmlns:p14="http://schemas.microsoft.com/office/powerpoint/2010/main" val="1011382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41D21-2CBE-7379-5E9D-4A9C26AE6E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1B81AF-A358-79B0-C505-64632E645168}"/>
              </a:ext>
            </a:extLst>
          </p:cNvPr>
          <p:cNvSpPr>
            <a:spLocks noGrp="1"/>
          </p:cNvSpPr>
          <p:nvPr>
            <p:ph type="title"/>
          </p:nvPr>
        </p:nvSpPr>
        <p:spPr>
          <a:xfrm>
            <a:off x="381000" y="3441743"/>
            <a:ext cx="10515600" cy="2852737"/>
          </a:xfrm>
        </p:spPr>
        <p:txBody>
          <a:bodyPr/>
          <a:lstStyle/>
          <a:p>
            <a:r>
              <a:rPr lang="en-US"/>
              <a:t>Journey &amp; Use cases in J&amp;J​</a:t>
            </a:r>
          </a:p>
        </p:txBody>
      </p:sp>
      <p:sp>
        <p:nvSpPr>
          <p:cNvPr id="9" name="Slide Number Placeholder 5">
            <a:extLst>
              <a:ext uri="{FF2B5EF4-FFF2-40B4-BE49-F238E27FC236}">
                <a16:creationId xmlns:a16="http://schemas.microsoft.com/office/drawing/2014/main" id="{13D10678-F9C6-F4F6-2127-A4E6F6300387}"/>
              </a:ext>
            </a:extLst>
          </p:cNvPr>
          <p:cNvSpPr>
            <a:spLocks noGrp="1"/>
          </p:cNvSpPr>
          <p:nvPr>
            <p:ph type="sldNum" sz="quarter" idx="12"/>
          </p:nvPr>
        </p:nvSpPr>
        <p:spPr>
          <a:xfrm>
            <a:off x="9105900" y="6540407"/>
            <a:ext cx="2743200" cy="206375"/>
          </a:xfrm>
        </p:spPr>
        <p:txBody>
          <a:bodyPr/>
          <a:lstStyle/>
          <a:p>
            <a:fld id="{330EA680-D336-4FF7-8B7A-9848BB0A1C32}" type="slidenum">
              <a:rPr lang="en-US" smtClean="0"/>
              <a:pPr/>
              <a:t>9</a:t>
            </a:fld>
            <a:endParaRPr lang="en-US"/>
          </a:p>
        </p:txBody>
      </p:sp>
      <p:sp>
        <p:nvSpPr>
          <p:cNvPr id="10" name="Date Placeholder 3">
            <a:extLst>
              <a:ext uri="{FF2B5EF4-FFF2-40B4-BE49-F238E27FC236}">
                <a16:creationId xmlns:a16="http://schemas.microsoft.com/office/drawing/2014/main" id="{E1A07DB2-4E6F-B5B9-7132-1A89B6F92019}"/>
              </a:ext>
            </a:extLst>
          </p:cNvPr>
          <p:cNvSpPr txBox="1">
            <a:spLocks/>
          </p:cNvSpPr>
          <p:nvPr/>
        </p:nvSpPr>
        <p:spPr>
          <a:xfrm>
            <a:off x="857250" y="6540407"/>
            <a:ext cx="2743200" cy="206375"/>
          </a:xfrm>
          <a:prstGeom prst="rect">
            <a:avLst/>
          </a:prstGeom>
        </p:spPr>
        <p:txBody>
          <a:bodyPr vert="horz" lIns="91440" tIns="45720" rIns="91440" bIns="45720" rtlCol="0" anchor="ctr"/>
          <a:lstStyle>
            <a:defPPr>
              <a:defRPr lang="en-US"/>
            </a:defPPr>
            <a:lvl1pPr marL="0" algn="l" defTabSz="914400" rtl="0" eaLnBrk="1" latinLnBrk="0" hangingPunct="1">
              <a:defRPr sz="600" b="0" i="0" kern="1200">
                <a:solidFill>
                  <a:schemeClr val="tx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SYREN CLOUD INC – 2026 – ALL RIGHTS RESERVED</a:t>
            </a:r>
          </a:p>
        </p:txBody>
      </p:sp>
    </p:spTree>
    <p:extLst>
      <p:ext uri="{BB962C8B-B14F-4D97-AF65-F5344CB8AC3E}">
        <p14:creationId xmlns:p14="http://schemas.microsoft.com/office/powerpoint/2010/main" val="39790343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921CC-4178-4420-558C-98721AC80CB1}"/>
            </a:ext>
          </a:extLst>
        </p:cNvPr>
        <p:cNvGrpSpPr/>
        <p:nvPr/>
      </p:nvGrpSpPr>
      <p:grpSpPr>
        <a:xfrm>
          <a:off x="0" y="0"/>
          <a:ext cx="0" cy="0"/>
          <a:chOff x="0" y="0"/>
          <a:chExt cx="0" cy="0"/>
        </a:xfrm>
      </p:grpSpPr>
      <p:sp>
        <p:nvSpPr>
          <p:cNvPr id="43" name="Rectangle 42">
            <a:extLst>
              <a:ext uri="{FF2B5EF4-FFF2-40B4-BE49-F238E27FC236}">
                <a16:creationId xmlns:a16="http://schemas.microsoft.com/office/drawing/2014/main" id="{6E592FE1-0EC2-1BE8-7873-A835C6DD4B07}"/>
              </a:ext>
            </a:extLst>
          </p:cNvPr>
          <p:cNvSpPr/>
          <p:nvPr/>
        </p:nvSpPr>
        <p:spPr>
          <a:xfrm>
            <a:off x="7739321" y="0"/>
            <a:ext cx="4494028"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0B0004020202020204"/>
              <a:ea typeface="+mn-ea"/>
              <a:cs typeface="+mn-cs"/>
            </a:endParaRPr>
          </a:p>
        </p:txBody>
      </p:sp>
      <p:sp>
        <p:nvSpPr>
          <p:cNvPr id="5" name="Title 4">
            <a:extLst>
              <a:ext uri="{FF2B5EF4-FFF2-40B4-BE49-F238E27FC236}">
                <a16:creationId xmlns:a16="http://schemas.microsoft.com/office/drawing/2014/main" id="{B4687BFD-1EE4-30AE-D329-EB40D113FCCF}"/>
              </a:ext>
            </a:extLst>
          </p:cNvPr>
          <p:cNvSpPr>
            <a:spLocks noGrp="1"/>
          </p:cNvSpPr>
          <p:nvPr>
            <p:ph type="title"/>
          </p:nvPr>
        </p:nvSpPr>
        <p:spPr>
          <a:xfrm>
            <a:off x="381000" y="342899"/>
            <a:ext cx="11468100" cy="939249"/>
          </a:xfrm>
        </p:spPr>
        <p:txBody>
          <a:bodyPr/>
          <a:lstStyle/>
          <a:p>
            <a:r>
              <a:rPr lang="en-US"/>
              <a:t>Our Journey within J&amp;J – Enterprise </a:t>
            </a:r>
            <a:br>
              <a:rPr lang="en-US"/>
            </a:br>
            <a:r>
              <a:rPr lang="en-US"/>
              <a:t>&amp; IM </a:t>
            </a:r>
          </a:p>
        </p:txBody>
      </p:sp>
      <p:sp>
        <p:nvSpPr>
          <p:cNvPr id="4" name="Slide Number Placeholder 3">
            <a:extLst>
              <a:ext uri="{FF2B5EF4-FFF2-40B4-BE49-F238E27FC236}">
                <a16:creationId xmlns:a16="http://schemas.microsoft.com/office/drawing/2014/main" id="{6083978E-43DC-E398-D072-9AB28F487494}"/>
              </a:ext>
            </a:extLst>
          </p:cNvPr>
          <p:cNvSpPr>
            <a:spLocks noGrp="1"/>
          </p:cNvSpPr>
          <p:nvPr>
            <p:ph type="sldNum" sz="quarter" idx="12"/>
          </p:nvPr>
        </p:nvSpPr>
        <p:spPr>
          <a:xfrm>
            <a:off x="9105900" y="6540407"/>
            <a:ext cx="2743200" cy="206375"/>
          </a:xfrm>
        </p:spPr>
        <p:txBody>
          <a:bodyPr/>
          <a:lstStyle/>
          <a:p>
            <a:pPr lvl="0"/>
            <a:fld id="{330EA680-D336-4FF7-8B7A-9848BB0A1C32}" type="slidenum">
              <a:rPr lang="en-US" noProof="0" smtClean="0"/>
              <a:pPr lvl="0"/>
              <a:t>10</a:t>
            </a:fld>
            <a:endParaRPr lang="en-US" noProof="0"/>
          </a:p>
        </p:txBody>
      </p:sp>
      <p:sp>
        <p:nvSpPr>
          <p:cNvPr id="3" name="Date Placeholder 2">
            <a:extLst>
              <a:ext uri="{FF2B5EF4-FFF2-40B4-BE49-F238E27FC236}">
                <a16:creationId xmlns:a16="http://schemas.microsoft.com/office/drawing/2014/main" id="{D2E74732-8B4A-E10F-8FF5-2D585C26890E}"/>
              </a:ext>
            </a:extLst>
          </p:cNvPr>
          <p:cNvSpPr>
            <a:spLocks noGrp="1"/>
          </p:cNvSpPr>
          <p:nvPr>
            <p:ph type="dt" sz="half" idx="2"/>
          </p:nvPr>
        </p:nvSpPr>
        <p:spPr>
          <a:xfrm>
            <a:off x="857250" y="6540407"/>
            <a:ext cx="2743200" cy="206375"/>
          </a:xfrm>
        </p:spPr>
        <p:txBody>
          <a:bodyPr/>
          <a:lstStyle/>
          <a:p>
            <a:pPr lvl="0"/>
            <a:r>
              <a:rPr lang="en-US" noProof="0"/>
              <a:t>© SYREN CLOUD INC – 2026 – ALL RIGHTS RESERVED</a:t>
            </a:r>
          </a:p>
        </p:txBody>
      </p:sp>
      <p:pic>
        <p:nvPicPr>
          <p:cNvPr id="2" name="Graphic 1">
            <a:extLst>
              <a:ext uri="{FF2B5EF4-FFF2-40B4-BE49-F238E27FC236}">
                <a16:creationId xmlns:a16="http://schemas.microsoft.com/office/drawing/2014/main" id="{7D90A5E1-FF22-2652-CA38-761660DC937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39769"/>
            <a:ext cx="220134" cy="228600"/>
          </a:xfrm>
          <a:prstGeom prst="rect">
            <a:avLst/>
          </a:prstGeom>
        </p:spPr>
      </p:pic>
      <p:sp>
        <p:nvSpPr>
          <p:cNvPr id="55" name="TextBox 54">
            <a:extLst>
              <a:ext uri="{FF2B5EF4-FFF2-40B4-BE49-F238E27FC236}">
                <a16:creationId xmlns:a16="http://schemas.microsoft.com/office/drawing/2014/main" id="{161A0D31-67FD-BB19-E85F-400A1DE11DBD}"/>
              </a:ext>
            </a:extLst>
          </p:cNvPr>
          <p:cNvSpPr txBox="1"/>
          <p:nvPr/>
        </p:nvSpPr>
        <p:spPr>
          <a:xfrm>
            <a:off x="2668692" y="5788285"/>
            <a:ext cx="1919140" cy="2308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Footprint Across Segments </a:t>
            </a:r>
          </a:p>
        </p:txBody>
      </p:sp>
      <p:sp>
        <p:nvSpPr>
          <p:cNvPr id="492" name="Rectangle 491">
            <a:extLst>
              <a:ext uri="{FF2B5EF4-FFF2-40B4-BE49-F238E27FC236}">
                <a16:creationId xmlns:a16="http://schemas.microsoft.com/office/drawing/2014/main" id="{68557DBF-D04A-A3B6-28A2-508722C35965}"/>
              </a:ext>
            </a:extLst>
          </p:cNvPr>
          <p:cNvSpPr/>
          <p:nvPr/>
        </p:nvSpPr>
        <p:spPr>
          <a:xfrm>
            <a:off x="380999" y="5127545"/>
            <a:ext cx="7062805" cy="4572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ptos" panose="020B0004020202020204"/>
              <a:ea typeface="+mn-ea"/>
              <a:cs typeface="+mn-cs"/>
            </a:endParaRPr>
          </a:p>
        </p:txBody>
      </p:sp>
      <p:cxnSp>
        <p:nvCxnSpPr>
          <p:cNvPr id="50" name="Straight Arrow Connector 49">
            <a:extLst>
              <a:ext uri="{FF2B5EF4-FFF2-40B4-BE49-F238E27FC236}">
                <a16:creationId xmlns:a16="http://schemas.microsoft.com/office/drawing/2014/main" id="{80319B02-434E-99CE-2693-ECA6B51786E6}"/>
              </a:ext>
            </a:extLst>
          </p:cNvPr>
          <p:cNvCxnSpPr>
            <a:cxnSpLocks/>
          </p:cNvCxnSpPr>
          <p:nvPr/>
        </p:nvCxnSpPr>
        <p:spPr>
          <a:xfrm>
            <a:off x="381000" y="5707101"/>
            <a:ext cx="7050440" cy="0"/>
          </a:xfrm>
          <a:prstGeom prst="straightConnector1">
            <a:avLst/>
          </a:prstGeom>
          <a:ln w="38100">
            <a:solidFill>
              <a:schemeClr val="bg2"/>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85" name="TextBox 484">
            <a:extLst>
              <a:ext uri="{FF2B5EF4-FFF2-40B4-BE49-F238E27FC236}">
                <a16:creationId xmlns:a16="http://schemas.microsoft.com/office/drawing/2014/main" id="{A0E76C50-F009-602F-E91C-98D15FD58EDA}"/>
              </a:ext>
            </a:extLst>
          </p:cNvPr>
          <p:cNvSpPr txBox="1"/>
          <p:nvPr/>
        </p:nvSpPr>
        <p:spPr>
          <a:xfrm>
            <a:off x="576371" y="5227881"/>
            <a:ext cx="1870216" cy="230832"/>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Montserrat"/>
                <a:ea typeface="+mn-ea"/>
                <a:cs typeface="+mn-cs"/>
              </a:rPr>
              <a:t>Analytics &amp; Data Science</a:t>
            </a:r>
          </a:p>
        </p:txBody>
      </p:sp>
      <p:sp>
        <p:nvSpPr>
          <p:cNvPr id="487" name="TextBox 486">
            <a:extLst>
              <a:ext uri="{FF2B5EF4-FFF2-40B4-BE49-F238E27FC236}">
                <a16:creationId xmlns:a16="http://schemas.microsoft.com/office/drawing/2014/main" id="{662474E8-A97D-8FCF-C7B2-270875F342D9}"/>
              </a:ext>
            </a:extLst>
          </p:cNvPr>
          <p:cNvSpPr txBox="1"/>
          <p:nvPr/>
        </p:nvSpPr>
        <p:spPr>
          <a:xfrm>
            <a:off x="2842230" y="5227881"/>
            <a:ext cx="2164742" cy="230832"/>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Montserrat"/>
              </a:rPr>
              <a:t>Supply </a:t>
            </a:r>
            <a:r>
              <a:rPr lang="en-US" sz="900" b="1">
                <a:solidFill>
                  <a:srgbClr val="FFFFFF"/>
                </a:solidFill>
                <a:latin typeface="Montserrat"/>
              </a:rPr>
              <a:t>Chain</a:t>
            </a:r>
            <a:r>
              <a:rPr kumimoji="0" lang="en-US" sz="900" b="1" i="0" u="none" strike="noStrike" kern="1200" cap="none" spc="0" normalizeH="0" baseline="0" noProof="0">
                <a:ln>
                  <a:noFill/>
                </a:ln>
                <a:solidFill>
                  <a:srgbClr val="FFFFFF"/>
                </a:solidFill>
                <a:effectLst/>
                <a:uLnTx/>
                <a:uFillTx/>
                <a:latin typeface="Montserrat"/>
              </a:rPr>
              <a:t> &amp; Innovation SME</a:t>
            </a:r>
          </a:p>
        </p:txBody>
      </p:sp>
      <p:sp>
        <p:nvSpPr>
          <p:cNvPr id="493" name="TextBox 492">
            <a:extLst>
              <a:ext uri="{FF2B5EF4-FFF2-40B4-BE49-F238E27FC236}">
                <a16:creationId xmlns:a16="http://schemas.microsoft.com/office/drawing/2014/main" id="{80C22DE9-1D5A-C41F-C1CD-E0FB69A26E57}"/>
              </a:ext>
            </a:extLst>
          </p:cNvPr>
          <p:cNvSpPr txBox="1"/>
          <p:nvPr/>
        </p:nvSpPr>
        <p:spPr>
          <a:xfrm>
            <a:off x="5454845" y="5227881"/>
            <a:ext cx="1764064"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Business Intelligence </a:t>
            </a:r>
          </a:p>
        </p:txBody>
      </p:sp>
      <p:grpSp>
        <p:nvGrpSpPr>
          <p:cNvPr id="18" name="Group 17">
            <a:extLst>
              <a:ext uri="{FF2B5EF4-FFF2-40B4-BE49-F238E27FC236}">
                <a16:creationId xmlns:a16="http://schemas.microsoft.com/office/drawing/2014/main" id="{926B49A6-887B-2F16-8BE5-97090DFDD33C}"/>
              </a:ext>
            </a:extLst>
          </p:cNvPr>
          <p:cNvGrpSpPr/>
          <p:nvPr/>
        </p:nvGrpSpPr>
        <p:grpSpPr>
          <a:xfrm>
            <a:off x="4452927" y="6209054"/>
            <a:ext cx="2978513" cy="306046"/>
            <a:chOff x="9019697" y="6150281"/>
            <a:chExt cx="2978513" cy="306046"/>
          </a:xfrm>
        </p:grpSpPr>
        <p:grpSp>
          <p:nvGrpSpPr>
            <p:cNvPr id="511" name="Group 510">
              <a:extLst>
                <a:ext uri="{FF2B5EF4-FFF2-40B4-BE49-F238E27FC236}">
                  <a16:creationId xmlns:a16="http://schemas.microsoft.com/office/drawing/2014/main" id="{DDEB724D-5545-11EB-0C58-5DE047A0BC1F}"/>
                </a:ext>
              </a:extLst>
            </p:cNvPr>
            <p:cNvGrpSpPr/>
            <p:nvPr/>
          </p:nvGrpSpPr>
          <p:grpSpPr>
            <a:xfrm>
              <a:off x="9137866" y="6194117"/>
              <a:ext cx="2761905" cy="215444"/>
              <a:chOff x="11357958" y="990788"/>
              <a:chExt cx="2761905" cy="215444"/>
            </a:xfrm>
          </p:grpSpPr>
          <p:sp>
            <p:nvSpPr>
              <p:cNvPr id="501" name="Rectangle: Rounded Corners 500">
                <a:extLst>
                  <a:ext uri="{FF2B5EF4-FFF2-40B4-BE49-F238E27FC236}">
                    <a16:creationId xmlns:a16="http://schemas.microsoft.com/office/drawing/2014/main" id="{0FA79160-E609-38C0-CA82-3C7FBFFC1171}"/>
                  </a:ext>
                </a:extLst>
              </p:cNvPr>
              <p:cNvSpPr/>
              <p:nvPr/>
            </p:nvSpPr>
            <p:spPr>
              <a:xfrm>
                <a:off x="11357958" y="1015960"/>
                <a:ext cx="241300" cy="165100"/>
              </a:xfrm>
              <a:prstGeom prst="roundRect">
                <a:avLst/>
              </a:prstGeom>
              <a:solidFill>
                <a:schemeClr val="accent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0B0004020202020204"/>
                  <a:ea typeface="+mn-ea"/>
                  <a:cs typeface="+mn-cs"/>
                </a:endParaRPr>
              </a:p>
            </p:txBody>
          </p:sp>
          <p:sp>
            <p:nvSpPr>
              <p:cNvPr id="503" name="Rectangle: Rounded Corners 502">
                <a:extLst>
                  <a:ext uri="{FF2B5EF4-FFF2-40B4-BE49-F238E27FC236}">
                    <a16:creationId xmlns:a16="http://schemas.microsoft.com/office/drawing/2014/main" id="{4813FD82-ABBA-A740-CB6C-A8E12B22E93C}"/>
                  </a:ext>
                </a:extLst>
              </p:cNvPr>
              <p:cNvSpPr/>
              <p:nvPr/>
            </p:nvSpPr>
            <p:spPr>
              <a:xfrm>
                <a:off x="12651071" y="1015960"/>
                <a:ext cx="241300" cy="165100"/>
              </a:xfrm>
              <a:prstGeom prst="roundRect">
                <a:avLst/>
              </a:prstGeom>
              <a:solidFill>
                <a:schemeClr val="accent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0B0004020202020204"/>
                  <a:ea typeface="+mn-ea"/>
                  <a:cs typeface="+mn-cs"/>
                </a:endParaRPr>
              </a:p>
            </p:txBody>
          </p:sp>
          <p:sp>
            <p:nvSpPr>
              <p:cNvPr id="508" name="TextBox 507">
                <a:extLst>
                  <a:ext uri="{FF2B5EF4-FFF2-40B4-BE49-F238E27FC236}">
                    <a16:creationId xmlns:a16="http://schemas.microsoft.com/office/drawing/2014/main" id="{F1587C24-2A3D-40E4-1D54-7893D0B0B17C}"/>
                  </a:ext>
                </a:extLst>
              </p:cNvPr>
              <p:cNvSpPr txBox="1"/>
              <p:nvPr/>
            </p:nvSpPr>
            <p:spPr>
              <a:xfrm>
                <a:off x="11601702" y="990788"/>
                <a:ext cx="79274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ontserrat" panose="00000500000000000000" pitchFamily="2" charset="0"/>
                    <a:ea typeface="+mn-lt"/>
                    <a:cs typeface="Segoe UI Light"/>
                  </a:rPr>
                  <a:t>Enterprise </a:t>
                </a:r>
                <a:endParaRPr kumimoji="0" lang="en-US" sz="800" b="0" i="0" u="none" strike="noStrike" kern="1200" cap="none" spc="0" normalizeH="0" baseline="0" noProof="0">
                  <a:ln>
                    <a:noFill/>
                  </a:ln>
                  <a:solidFill>
                    <a:srgbClr val="000000"/>
                  </a:solidFill>
                  <a:effectLst/>
                  <a:uLnTx/>
                  <a:uFillTx/>
                  <a:latin typeface="Montserrat" panose="00000500000000000000" pitchFamily="2" charset="0"/>
                  <a:ea typeface="+mn-ea"/>
                  <a:cs typeface="Segoe UI Light"/>
                </a:endParaRPr>
              </a:p>
            </p:txBody>
          </p:sp>
          <p:sp>
            <p:nvSpPr>
              <p:cNvPr id="510" name="TextBox 509">
                <a:extLst>
                  <a:ext uri="{FF2B5EF4-FFF2-40B4-BE49-F238E27FC236}">
                    <a16:creationId xmlns:a16="http://schemas.microsoft.com/office/drawing/2014/main" id="{430ED083-987D-AFE0-C5A8-99069BDBD322}"/>
                  </a:ext>
                </a:extLst>
              </p:cNvPr>
              <p:cNvSpPr txBox="1"/>
              <p:nvPr/>
            </p:nvSpPr>
            <p:spPr>
              <a:xfrm>
                <a:off x="12891799" y="990788"/>
                <a:ext cx="1228064"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ontserrat" panose="00000500000000000000" pitchFamily="2" charset="0"/>
                    <a:ea typeface="+mn-lt"/>
                    <a:cs typeface="Segoe UI Light"/>
                  </a:rPr>
                  <a:t>Innovative Medicine</a:t>
                </a:r>
              </a:p>
            </p:txBody>
          </p:sp>
        </p:grpSp>
        <p:sp>
          <p:nvSpPr>
            <p:cNvPr id="64" name="Rectangle: Rounded Corners 63">
              <a:extLst>
                <a:ext uri="{FF2B5EF4-FFF2-40B4-BE49-F238E27FC236}">
                  <a16:creationId xmlns:a16="http://schemas.microsoft.com/office/drawing/2014/main" id="{FB5A5B68-A04D-7DB2-C358-1C52A85C121C}"/>
                </a:ext>
              </a:extLst>
            </p:cNvPr>
            <p:cNvSpPr/>
            <p:nvPr/>
          </p:nvSpPr>
          <p:spPr>
            <a:xfrm>
              <a:off x="9019697" y="6150281"/>
              <a:ext cx="2978513" cy="306046"/>
            </a:xfrm>
            <a:prstGeom prst="roundRect">
              <a:avLst>
                <a:gd name="adj" fmla="val 5166"/>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0B0004020202020204"/>
                <a:ea typeface="+mn-ea"/>
                <a:cs typeface="+mn-cs"/>
              </a:endParaRPr>
            </a:p>
          </p:txBody>
        </p:sp>
      </p:grpSp>
      <p:sp>
        <p:nvSpPr>
          <p:cNvPr id="13" name="TextBox 12">
            <a:extLst>
              <a:ext uri="{FF2B5EF4-FFF2-40B4-BE49-F238E27FC236}">
                <a16:creationId xmlns:a16="http://schemas.microsoft.com/office/drawing/2014/main" id="{8451E895-CC7A-59E4-9E21-EE6545CA9C9F}"/>
              </a:ext>
            </a:extLst>
          </p:cNvPr>
          <p:cNvSpPr txBox="1"/>
          <p:nvPr/>
        </p:nvSpPr>
        <p:spPr>
          <a:xfrm>
            <a:off x="4122205" y="1329809"/>
            <a:ext cx="3260918" cy="692497"/>
          </a:xfrm>
          <a:prstGeom prst="rect">
            <a:avLst/>
          </a:prstGeom>
          <a:noFill/>
          <a:ln>
            <a:noFill/>
          </a:ln>
        </p:spPr>
        <p:txBody>
          <a:bodyPr wrap="square" rtlCol="0" anchor="ctr">
            <a:spAutoFit/>
          </a:bodyPr>
          <a:lstStyle/>
          <a:p>
            <a:pPr marL="182880" marR="0" lvl="0" indent="-182880" algn="l" defTabSz="914400" rtl="0" eaLnBrk="1" fontAlgn="auto" latinLnBrk="0" hangingPunct="1">
              <a:lnSpc>
                <a:spcPct val="100000"/>
              </a:lnSpc>
              <a:spcBef>
                <a:spcPts val="600"/>
              </a:spcBef>
              <a:spcAft>
                <a:spcPts val="0"/>
              </a:spcAft>
              <a:buClr>
                <a:srgbClr val="F64F18"/>
              </a:buClr>
              <a:buSzTx/>
              <a:buFont typeface="Wingdings" panose="05000000000000000000" pitchFamily="2" charset="2"/>
              <a:buChar char="v"/>
              <a:tabLst/>
              <a:defRPr/>
            </a:pPr>
            <a:r>
              <a:rPr lang="en-US" sz="1100" b="1">
                <a:solidFill>
                  <a:srgbClr val="F64F18"/>
                </a:solidFill>
                <a:latin typeface="Montserrat" panose="00000500000000000000" pitchFamily="2" charset="0"/>
              </a:rPr>
              <a:t>3</a:t>
            </a:r>
            <a:r>
              <a:rPr kumimoji="0" lang="en-US" sz="1100" b="1" i="0" u="none" strike="noStrike" kern="1200" cap="none" spc="0" normalizeH="0" baseline="0" noProof="0">
                <a:ln>
                  <a:noFill/>
                </a:ln>
                <a:solidFill>
                  <a:srgbClr val="F64F18"/>
                </a:solidFill>
                <a:effectLst/>
                <a:uLnTx/>
                <a:uFillTx/>
                <a:latin typeface="Montserrat" panose="00000500000000000000" pitchFamily="2" charset="0"/>
                <a:ea typeface="+mn-ea"/>
                <a:cs typeface="+mn-cs"/>
              </a:rPr>
              <a:t>00+ </a:t>
            </a:r>
            <a:r>
              <a:rPr kumimoji="0" lang="en-US" sz="900" b="0" i="0" u="none" strike="noStrike" kern="1200" cap="none" spc="0" normalizeH="0" baseline="0" noProof="0">
                <a:ln>
                  <a:noFill/>
                </a:ln>
                <a:solidFill>
                  <a:srgbClr val="000000"/>
                </a:solidFill>
                <a:effectLst/>
                <a:uLnTx/>
                <a:uFillTx/>
                <a:latin typeface="Montserrat" panose="00000500000000000000" pitchFamily="2" charset="0"/>
                <a:ea typeface="+mn-ea"/>
                <a:cs typeface="+mn-cs"/>
              </a:rPr>
              <a:t>Supply Chain &amp; Data engineering experts</a:t>
            </a:r>
          </a:p>
          <a:p>
            <a:pPr marL="182880" marR="0" lvl="0" indent="-182880" algn="l" defTabSz="914400" rtl="0" eaLnBrk="1" fontAlgn="auto" latinLnBrk="0" hangingPunct="1">
              <a:lnSpc>
                <a:spcPct val="100000"/>
              </a:lnSpc>
              <a:spcBef>
                <a:spcPts val="600"/>
              </a:spcBef>
              <a:spcAft>
                <a:spcPts val="0"/>
              </a:spcAft>
              <a:buClr>
                <a:srgbClr val="F64F18"/>
              </a:buClr>
              <a:buSzTx/>
              <a:buFont typeface="Wingdings" panose="05000000000000000000" pitchFamily="2" charset="2"/>
              <a:buChar char="v"/>
              <a:tabLst/>
              <a:defRPr/>
            </a:pPr>
            <a:r>
              <a:rPr kumimoji="0" lang="en-US" sz="900" b="0" i="0" u="none" strike="noStrike" kern="1200" cap="none" spc="0" normalizeH="0" baseline="0" noProof="0">
                <a:ln>
                  <a:noFill/>
                </a:ln>
                <a:solidFill>
                  <a:srgbClr val="000000"/>
                </a:solidFill>
                <a:effectLst/>
                <a:uLnTx/>
                <a:uFillTx/>
                <a:latin typeface="Montserrat" panose="00000500000000000000" pitchFamily="2" charset="0"/>
                <a:ea typeface="+mn-ea"/>
                <a:cs typeface="+mn-cs"/>
              </a:rPr>
              <a:t>Databricks, Microsoft – C&amp; SI partnerships</a:t>
            </a:r>
          </a:p>
          <a:p>
            <a:pPr marL="182880" marR="0" lvl="0" indent="-182880" algn="l" defTabSz="914400" rtl="0" eaLnBrk="1" fontAlgn="auto" latinLnBrk="0" hangingPunct="1">
              <a:lnSpc>
                <a:spcPct val="100000"/>
              </a:lnSpc>
              <a:spcBef>
                <a:spcPts val="600"/>
              </a:spcBef>
              <a:spcAft>
                <a:spcPts val="0"/>
              </a:spcAft>
              <a:buClr>
                <a:srgbClr val="F64F18"/>
              </a:buClr>
              <a:buSzTx/>
              <a:buFont typeface="Wingdings" panose="05000000000000000000" pitchFamily="2" charset="2"/>
              <a:buChar char="v"/>
              <a:tabLst/>
              <a:defRPr/>
            </a:pPr>
            <a:r>
              <a:rPr kumimoji="0" lang="en-US" sz="900" b="0" i="0" u="none" strike="noStrike" kern="1200" cap="none" spc="0" normalizeH="0" baseline="0" noProof="0">
                <a:ln>
                  <a:noFill/>
                </a:ln>
                <a:solidFill>
                  <a:srgbClr val="000000"/>
                </a:solidFill>
                <a:effectLst/>
                <a:uLnTx/>
                <a:uFillTx/>
                <a:latin typeface="Montserrat" panose="00000500000000000000" pitchFamily="2" charset="0"/>
                <a:ea typeface="+mn-ea"/>
                <a:cs typeface="+mn-cs"/>
              </a:rPr>
              <a:t>Azure &amp; AWS – Cloud partnerships</a:t>
            </a:r>
          </a:p>
        </p:txBody>
      </p:sp>
      <p:sp>
        <p:nvSpPr>
          <p:cNvPr id="17" name="TextBox 16">
            <a:extLst>
              <a:ext uri="{FF2B5EF4-FFF2-40B4-BE49-F238E27FC236}">
                <a16:creationId xmlns:a16="http://schemas.microsoft.com/office/drawing/2014/main" id="{BDAB3DBA-9EC1-465D-C630-F27C12D76FD4}"/>
              </a:ext>
            </a:extLst>
          </p:cNvPr>
          <p:cNvSpPr txBox="1"/>
          <p:nvPr/>
        </p:nvSpPr>
        <p:spPr>
          <a:xfrm>
            <a:off x="483751" y="1452919"/>
            <a:ext cx="840148" cy="44627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F64F18"/>
                </a:solidFill>
                <a:effectLst/>
                <a:uLnTx/>
                <a:uFillTx/>
                <a:latin typeface="Montserrat" panose="00000500000000000000" pitchFamily="2" charset="0"/>
                <a:ea typeface="Inter Black"/>
                <a:cs typeface="Segoe UI"/>
              </a:rPr>
              <a:t>~</a:t>
            </a:r>
            <a:r>
              <a:rPr lang="en-IN" sz="1400" b="1">
                <a:solidFill>
                  <a:srgbClr val="F64F18"/>
                </a:solidFill>
                <a:latin typeface="Montserrat" panose="00000500000000000000" pitchFamily="2" charset="0"/>
                <a:ea typeface="Inter Black"/>
                <a:cs typeface="Segoe UI"/>
              </a:rPr>
              <a:t>125</a:t>
            </a:r>
            <a:endParaRPr kumimoji="0" lang="en-IN" sz="1400" b="1" i="0" u="none" strike="noStrike" kern="1200" cap="none" spc="0" normalizeH="0" baseline="0" noProof="0">
              <a:ln>
                <a:noFill/>
              </a:ln>
              <a:solidFill>
                <a:srgbClr val="F64F18"/>
              </a:solidFill>
              <a:effectLst/>
              <a:uLnTx/>
              <a:uFillTx/>
              <a:latin typeface="Montserrat" panose="00000500000000000000" pitchFamily="2" charset="0"/>
              <a:ea typeface="Inter Black"/>
              <a:cs typeface="Segoe UI"/>
            </a:endParaRPr>
          </a:p>
          <a:p>
            <a:pPr algn="ctr">
              <a:defRPr/>
            </a:pPr>
            <a:r>
              <a:rPr lang="en-IN" sz="900">
                <a:solidFill>
                  <a:srgbClr val="000000"/>
                </a:solidFill>
                <a:latin typeface="Montserrat" panose="00000500000000000000" pitchFamily="2" charset="0"/>
                <a:cs typeface="Segoe UI"/>
              </a:rPr>
              <a:t>Associates </a:t>
            </a:r>
            <a:endParaRPr lang="en-US" sz="900">
              <a:solidFill>
                <a:srgbClr val="000000"/>
              </a:solidFill>
              <a:latin typeface="Montserrat" panose="00000500000000000000" pitchFamily="2" charset="0"/>
              <a:cs typeface="Segoe UI"/>
            </a:endParaRPr>
          </a:p>
        </p:txBody>
      </p:sp>
      <p:sp>
        <p:nvSpPr>
          <p:cNvPr id="19" name="TextBox 18">
            <a:extLst>
              <a:ext uri="{FF2B5EF4-FFF2-40B4-BE49-F238E27FC236}">
                <a16:creationId xmlns:a16="http://schemas.microsoft.com/office/drawing/2014/main" id="{500502C0-483C-D000-55B9-DFA54DF6B3A4}"/>
              </a:ext>
            </a:extLst>
          </p:cNvPr>
          <p:cNvSpPr txBox="1"/>
          <p:nvPr/>
        </p:nvSpPr>
        <p:spPr>
          <a:xfrm>
            <a:off x="1414092" y="1452919"/>
            <a:ext cx="1016102" cy="44627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F64F18"/>
                </a:solidFill>
                <a:latin typeface="Montserrat" panose="00000500000000000000" pitchFamily="2" charset="0"/>
                <a:cs typeface="Segoe UI"/>
              </a:rPr>
              <a:t>15</a:t>
            </a:r>
          </a:p>
          <a:p>
            <a:pPr algn="ctr">
              <a:defRPr/>
            </a:pPr>
            <a:r>
              <a:rPr lang="en-IN" sz="900">
                <a:solidFill>
                  <a:srgbClr val="000000"/>
                </a:solidFill>
                <a:latin typeface="Montserrat" panose="00000500000000000000" pitchFamily="2" charset="0"/>
                <a:cs typeface="Segoe UI"/>
              </a:rPr>
              <a:t>Projects</a:t>
            </a:r>
            <a:endParaRPr lang="en-US" sz="900">
              <a:solidFill>
                <a:srgbClr val="000000"/>
              </a:solidFill>
              <a:latin typeface="Montserrat" panose="00000500000000000000" pitchFamily="2" charset="0"/>
              <a:cs typeface="Segoe UI"/>
            </a:endParaRPr>
          </a:p>
        </p:txBody>
      </p:sp>
      <p:sp>
        <p:nvSpPr>
          <p:cNvPr id="20" name="TextBox 19">
            <a:extLst>
              <a:ext uri="{FF2B5EF4-FFF2-40B4-BE49-F238E27FC236}">
                <a16:creationId xmlns:a16="http://schemas.microsoft.com/office/drawing/2014/main" id="{98B679F7-CDF2-84FC-B49C-483FCC72F79A}"/>
              </a:ext>
            </a:extLst>
          </p:cNvPr>
          <p:cNvSpPr txBox="1"/>
          <p:nvPr/>
        </p:nvSpPr>
        <p:spPr>
          <a:xfrm>
            <a:off x="2481216" y="1452919"/>
            <a:ext cx="1431903" cy="44627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1">
                <a:solidFill>
                  <a:srgbClr val="F64F18"/>
                </a:solidFill>
                <a:latin typeface="Montserrat" panose="00000500000000000000" pitchFamily="2" charset="0"/>
                <a:cs typeface="Segoe UI"/>
              </a:rPr>
              <a:t>5+ </a:t>
            </a:r>
          </a:p>
          <a:p>
            <a:pPr algn="ctr">
              <a:defRPr/>
            </a:pPr>
            <a:r>
              <a:rPr lang="en-IN" sz="900">
                <a:solidFill>
                  <a:srgbClr val="000000"/>
                </a:solidFill>
                <a:latin typeface="Montserrat" panose="00000500000000000000" pitchFamily="2" charset="0"/>
                <a:cs typeface="Segoe UI"/>
              </a:rPr>
              <a:t>Years of partnership</a:t>
            </a:r>
            <a:endParaRPr lang="en-US" sz="900">
              <a:solidFill>
                <a:srgbClr val="000000"/>
              </a:solidFill>
              <a:latin typeface="Montserrat" panose="00000500000000000000" pitchFamily="2" charset="0"/>
              <a:cs typeface="Segoe UI"/>
            </a:endParaRPr>
          </a:p>
        </p:txBody>
      </p:sp>
      <p:sp>
        <p:nvSpPr>
          <p:cNvPr id="60" name="Rectangle: Rounded Corners 59">
            <a:extLst>
              <a:ext uri="{FF2B5EF4-FFF2-40B4-BE49-F238E27FC236}">
                <a16:creationId xmlns:a16="http://schemas.microsoft.com/office/drawing/2014/main" id="{A41D2BC1-39E0-7DBB-B997-C1ADAC82FA28}"/>
              </a:ext>
            </a:extLst>
          </p:cNvPr>
          <p:cNvSpPr/>
          <p:nvPr/>
        </p:nvSpPr>
        <p:spPr>
          <a:xfrm>
            <a:off x="378514" y="4568161"/>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EQ Digital Products</a:t>
            </a:r>
          </a:p>
        </p:txBody>
      </p:sp>
      <p:sp>
        <p:nvSpPr>
          <p:cNvPr id="450" name="Rectangle: Rounded Corners 449">
            <a:extLst>
              <a:ext uri="{FF2B5EF4-FFF2-40B4-BE49-F238E27FC236}">
                <a16:creationId xmlns:a16="http://schemas.microsoft.com/office/drawing/2014/main" id="{0BF7D9BC-E52F-3D36-DA40-3FC7ED48F707}"/>
              </a:ext>
            </a:extLst>
          </p:cNvPr>
          <p:cNvSpPr/>
          <p:nvPr/>
        </p:nvSpPr>
        <p:spPr>
          <a:xfrm>
            <a:off x="5212846" y="4568161"/>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Dolphin</a:t>
            </a:r>
          </a:p>
        </p:txBody>
      </p:sp>
      <p:sp>
        <p:nvSpPr>
          <p:cNvPr id="453" name="Rectangle: Rounded Corners 452">
            <a:extLst>
              <a:ext uri="{FF2B5EF4-FFF2-40B4-BE49-F238E27FC236}">
                <a16:creationId xmlns:a16="http://schemas.microsoft.com/office/drawing/2014/main" id="{47D3D45C-18D9-191D-0001-1D0629806550}"/>
              </a:ext>
            </a:extLst>
          </p:cNvPr>
          <p:cNvSpPr/>
          <p:nvPr/>
        </p:nvSpPr>
        <p:spPr>
          <a:xfrm>
            <a:off x="3939671" y="4082680"/>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Nerve Center</a:t>
            </a:r>
          </a:p>
        </p:txBody>
      </p:sp>
      <p:sp>
        <p:nvSpPr>
          <p:cNvPr id="454" name="Rectangle: Rounded Corners 453">
            <a:extLst>
              <a:ext uri="{FF2B5EF4-FFF2-40B4-BE49-F238E27FC236}">
                <a16:creationId xmlns:a16="http://schemas.microsoft.com/office/drawing/2014/main" id="{B63699FD-572D-1789-CD26-840BA6E578EC}"/>
              </a:ext>
            </a:extLst>
          </p:cNvPr>
          <p:cNvSpPr/>
          <p:nvPr/>
        </p:nvSpPr>
        <p:spPr>
          <a:xfrm>
            <a:off x="5212846" y="2629957"/>
            <a:ext cx="1097280" cy="457200"/>
          </a:xfrm>
          <a:prstGeom prst="roundRect">
            <a:avLst>
              <a:gd name="adj" fmla="val 7698"/>
            </a:avLst>
          </a:prstGeom>
          <a:solidFill>
            <a:schemeClr val="accent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chemeClr val="tx1"/>
                </a:solidFill>
                <a:effectLst/>
                <a:uLnTx/>
                <a:uFillTx/>
                <a:latin typeface="Montserrat"/>
              </a:rPr>
              <a:t>Global Dist. Capacity Mgmt.</a:t>
            </a:r>
          </a:p>
        </p:txBody>
      </p:sp>
      <p:sp>
        <p:nvSpPr>
          <p:cNvPr id="464" name="Rectangle: Rounded Corners 463">
            <a:extLst>
              <a:ext uri="{FF2B5EF4-FFF2-40B4-BE49-F238E27FC236}">
                <a16:creationId xmlns:a16="http://schemas.microsoft.com/office/drawing/2014/main" id="{DB5933A6-300E-2617-6DF3-0A7F8D950DCD}"/>
              </a:ext>
            </a:extLst>
          </p:cNvPr>
          <p:cNvSpPr/>
          <p:nvPr/>
        </p:nvSpPr>
        <p:spPr>
          <a:xfrm>
            <a:off x="378514" y="4082680"/>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GTM</a:t>
            </a:r>
          </a:p>
        </p:txBody>
      </p:sp>
      <p:sp>
        <p:nvSpPr>
          <p:cNvPr id="466" name="Rectangle: Rounded Corners 465">
            <a:extLst>
              <a:ext uri="{FF2B5EF4-FFF2-40B4-BE49-F238E27FC236}">
                <a16:creationId xmlns:a16="http://schemas.microsoft.com/office/drawing/2014/main" id="{5A26C58F-E626-78E4-998C-6ED1281D3C35}"/>
              </a:ext>
            </a:extLst>
          </p:cNvPr>
          <p:cNvSpPr/>
          <p:nvPr/>
        </p:nvSpPr>
        <p:spPr>
          <a:xfrm>
            <a:off x="6346525" y="4568161"/>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QuickBase Development</a:t>
            </a:r>
          </a:p>
        </p:txBody>
      </p:sp>
      <p:sp>
        <p:nvSpPr>
          <p:cNvPr id="469" name="Rectangle: Rounded Corners 468">
            <a:extLst>
              <a:ext uri="{FF2B5EF4-FFF2-40B4-BE49-F238E27FC236}">
                <a16:creationId xmlns:a16="http://schemas.microsoft.com/office/drawing/2014/main" id="{30677C34-420A-47AA-6DB8-07772057F674}"/>
              </a:ext>
            </a:extLst>
          </p:cNvPr>
          <p:cNvSpPr/>
          <p:nvPr/>
        </p:nvSpPr>
        <p:spPr>
          <a:xfrm>
            <a:off x="1522027" y="3116624"/>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CO2 Emissions</a:t>
            </a:r>
          </a:p>
        </p:txBody>
      </p:sp>
      <p:sp>
        <p:nvSpPr>
          <p:cNvPr id="471" name="Rectangle: Rounded Corners 470">
            <a:extLst>
              <a:ext uri="{FF2B5EF4-FFF2-40B4-BE49-F238E27FC236}">
                <a16:creationId xmlns:a16="http://schemas.microsoft.com/office/drawing/2014/main" id="{4C2FA02B-D0E2-B818-D972-306012B7268A}"/>
              </a:ext>
            </a:extLst>
          </p:cNvPr>
          <p:cNvSpPr/>
          <p:nvPr/>
        </p:nvSpPr>
        <p:spPr>
          <a:xfrm>
            <a:off x="1522027" y="2629957"/>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Supplier Reliability Sandbox</a:t>
            </a:r>
          </a:p>
        </p:txBody>
      </p:sp>
      <p:sp>
        <p:nvSpPr>
          <p:cNvPr id="473" name="Rectangle: Rounded Corners 472">
            <a:extLst>
              <a:ext uri="{FF2B5EF4-FFF2-40B4-BE49-F238E27FC236}">
                <a16:creationId xmlns:a16="http://schemas.microsoft.com/office/drawing/2014/main" id="{5C95D64E-17BC-8E43-5F21-AF745187B7FB}"/>
              </a:ext>
            </a:extLst>
          </p:cNvPr>
          <p:cNvSpPr/>
          <p:nvPr/>
        </p:nvSpPr>
        <p:spPr>
          <a:xfrm>
            <a:off x="5212846" y="3116624"/>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Workforce &amp;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Real Estate Ops</a:t>
            </a:r>
          </a:p>
        </p:txBody>
      </p:sp>
      <p:sp>
        <p:nvSpPr>
          <p:cNvPr id="480" name="Rectangle: Rounded Corners 479">
            <a:extLst>
              <a:ext uri="{FF2B5EF4-FFF2-40B4-BE49-F238E27FC236}">
                <a16:creationId xmlns:a16="http://schemas.microsoft.com/office/drawing/2014/main" id="{1843FEB5-D9D2-7B95-9AAB-A886B4337A86}"/>
              </a:ext>
            </a:extLst>
          </p:cNvPr>
          <p:cNvSpPr/>
          <p:nvPr/>
        </p:nvSpPr>
        <p:spPr>
          <a:xfrm>
            <a:off x="1522027" y="4082680"/>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Supply Chain Resilience</a:t>
            </a:r>
          </a:p>
        </p:txBody>
      </p:sp>
      <p:sp>
        <p:nvSpPr>
          <p:cNvPr id="481" name="Rectangle: Rounded Corners 480">
            <a:extLst>
              <a:ext uri="{FF2B5EF4-FFF2-40B4-BE49-F238E27FC236}">
                <a16:creationId xmlns:a16="http://schemas.microsoft.com/office/drawing/2014/main" id="{3E38B26A-E517-2221-A0D3-F2B668BD96D4}"/>
              </a:ext>
            </a:extLst>
          </p:cNvPr>
          <p:cNvSpPr/>
          <p:nvPr/>
        </p:nvSpPr>
        <p:spPr>
          <a:xfrm>
            <a:off x="378514" y="3116624"/>
            <a:ext cx="1097280" cy="457200"/>
          </a:xfrm>
          <a:prstGeom prst="roundRect">
            <a:avLst>
              <a:gd name="adj" fmla="val 7698"/>
            </a:avLst>
          </a:prstGeom>
          <a:solidFill>
            <a:srgbClr val="FF7C59"/>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chemeClr val="tx1"/>
                </a:solidFill>
                <a:effectLst/>
                <a:uLnTx/>
                <a:uFillTx/>
                <a:latin typeface="Montserrat"/>
              </a:rPr>
              <a:t>CART Recommendation</a:t>
            </a:r>
          </a:p>
        </p:txBody>
      </p:sp>
      <p:sp>
        <p:nvSpPr>
          <p:cNvPr id="497" name="Rectangle: Rounded Corners 496">
            <a:extLst>
              <a:ext uri="{FF2B5EF4-FFF2-40B4-BE49-F238E27FC236}">
                <a16:creationId xmlns:a16="http://schemas.microsoft.com/office/drawing/2014/main" id="{444E6393-8B22-97C7-2F6E-93A3B5E87C64}"/>
              </a:ext>
            </a:extLst>
          </p:cNvPr>
          <p:cNvSpPr/>
          <p:nvPr/>
        </p:nvSpPr>
        <p:spPr>
          <a:xfrm>
            <a:off x="3939671" y="4568161"/>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Data Quality Services</a:t>
            </a:r>
          </a:p>
        </p:txBody>
      </p:sp>
      <p:sp>
        <p:nvSpPr>
          <p:cNvPr id="498" name="Rectangle: Rounded Corners 497">
            <a:extLst>
              <a:ext uri="{FF2B5EF4-FFF2-40B4-BE49-F238E27FC236}">
                <a16:creationId xmlns:a16="http://schemas.microsoft.com/office/drawing/2014/main" id="{5E118011-A41B-F94C-19A9-6F1005DDF5A3}"/>
              </a:ext>
            </a:extLst>
          </p:cNvPr>
          <p:cNvSpPr/>
          <p:nvPr/>
        </p:nvSpPr>
        <p:spPr>
          <a:xfrm>
            <a:off x="6346525" y="3116624"/>
            <a:ext cx="1097280" cy="457200"/>
          </a:xfrm>
          <a:prstGeom prst="roundRect">
            <a:avLst>
              <a:gd name="adj" fmla="val 7698"/>
            </a:avLst>
          </a:prstGeom>
          <a:solidFill>
            <a:schemeClr val="accent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chemeClr val="tx1"/>
                </a:solidFill>
                <a:effectLst/>
                <a:uLnTx/>
                <a:uFillTx/>
                <a:latin typeface="Montserrat"/>
              </a:rPr>
              <a:t>One Performance Management</a:t>
            </a:r>
          </a:p>
        </p:txBody>
      </p:sp>
      <p:sp>
        <p:nvSpPr>
          <p:cNvPr id="8" name="Rectangle: Rounded Corners 7">
            <a:extLst>
              <a:ext uri="{FF2B5EF4-FFF2-40B4-BE49-F238E27FC236}">
                <a16:creationId xmlns:a16="http://schemas.microsoft.com/office/drawing/2014/main" id="{0CDBBC60-5EE6-E1FE-DAF3-631BC0888514}"/>
              </a:ext>
            </a:extLst>
          </p:cNvPr>
          <p:cNvSpPr/>
          <p:nvPr/>
        </p:nvSpPr>
        <p:spPr>
          <a:xfrm>
            <a:off x="1522027" y="4568161"/>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Supply Chain Conversational Analytics</a:t>
            </a:r>
          </a:p>
        </p:txBody>
      </p:sp>
      <p:sp>
        <p:nvSpPr>
          <p:cNvPr id="9" name="Rectangle: Rounded Corners 8">
            <a:extLst>
              <a:ext uri="{FF2B5EF4-FFF2-40B4-BE49-F238E27FC236}">
                <a16:creationId xmlns:a16="http://schemas.microsoft.com/office/drawing/2014/main" id="{E31FA61D-8A6E-6774-7325-6454047E924B}"/>
              </a:ext>
            </a:extLst>
          </p:cNvPr>
          <p:cNvSpPr/>
          <p:nvPr/>
        </p:nvSpPr>
        <p:spPr>
          <a:xfrm>
            <a:off x="2806270" y="4568161"/>
            <a:ext cx="1097280" cy="457200"/>
          </a:xfrm>
          <a:prstGeom prst="roundRect">
            <a:avLst>
              <a:gd name="adj" fmla="val 7698"/>
            </a:avLst>
          </a:prstGeom>
          <a:solidFill>
            <a:schemeClr val="accent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chemeClr val="tx1"/>
                </a:solidFill>
                <a:effectLst/>
                <a:uLnTx/>
                <a:uFillTx/>
                <a:latin typeface="Montserrat"/>
              </a:rPr>
              <a:t>Control Tower</a:t>
            </a:r>
            <a:r>
              <a:rPr kumimoji="0" lang="en-US" sz="700" b="1" i="0" u="none" strike="noStrike" kern="1200" cap="none" spc="0" normalizeH="0" baseline="0" noProof="0">
                <a:ln>
                  <a:noFill/>
                </a:ln>
                <a:solidFill>
                  <a:srgbClr val="FFFFFF"/>
                </a:solidFill>
                <a:effectLst/>
                <a:uLnTx/>
                <a:uFillTx/>
                <a:latin typeface="Montserrat"/>
              </a:rPr>
              <a:t> </a:t>
            </a:r>
          </a:p>
        </p:txBody>
      </p:sp>
      <p:sp>
        <p:nvSpPr>
          <p:cNvPr id="10" name="Rectangle: Rounded Corners 9">
            <a:extLst>
              <a:ext uri="{FF2B5EF4-FFF2-40B4-BE49-F238E27FC236}">
                <a16:creationId xmlns:a16="http://schemas.microsoft.com/office/drawing/2014/main" id="{7BAABB32-ECDE-F41E-8E8E-6A97C0D556D2}"/>
              </a:ext>
            </a:extLst>
          </p:cNvPr>
          <p:cNvSpPr/>
          <p:nvPr/>
        </p:nvSpPr>
        <p:spPr>
          <a:xfrm>
            <a:off x="5212846" y="4082680"/>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OTIF</a:t>
            </a:r>
          </a:p>
        </p:txBody>
      </p:sp>
      <p:sp>
        <p:nvSpPr>
          <p:cNvPr id="11" name="Rectangle: Rounded Corners 10">
            <a:extLst>
              <a:ext uri="{FF2B5EF4-FFF2-40B4-BE49-F238E27FC236}">
                <a16:creationId xmlns:a16="http://schemas.microsoft.com/office/drawing/2014/main" id="{2995DE99-B392-CB2C-8F7F-CBD928509711}"/>
              </a:ext>
            </a:extLst>
          </p:cNvPr>
          <p:cNvSpPr/>
          <p:nvPr/>
        </p:nvSpPr>
        <p:spPr>
          <a:xfrm>
            <a:off x="2806270" y="4082680"/>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Cost-to-Deliver (CTD)</a:t>
            </a:r>
          </a:p>
        </p:txBody>
      </p:sp>
      <p:sp>
        <p:nvSpPr>
          <p:cNvPr id="15" name="Rectangle: Rounded Corners 14">
            <a:extLst>
              <a:ext uri="{FF2B5EF4-FFF2-40B4-BE49-F238E27FC236}">
                <a16:creationId xmlns:a16="http://schemas.microsoft.com/office/drawing/2014/main" id="{921C5EA4-C054-7BBD-2C9A-85171B5CAC9F}"/>
              </a:ext>
            </a:extLst>
          </p:cNvPr>
          <p:cNvSpPr/>
          <p:nvPr/>
        </p:nvSpPr>
        <p:spPr>
          <a:xfrm>
            <a:off x="1522027" y="3597200"/>
            <a:ext cx="1097280" cy="457200"/>
          </a:xfrm>
          <a:prstGeom prst="roundRect">
            <a:avLst>
              <a:gd name="adj" fmla="val 7698"/>
            </a:avLst>
          </a:prstGeom>
          <a:solidFill>
            <a:schemeClr val="accent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700" b="1" i="0" u="none" strike="noStrike" kern="1200" cap="none" spc="0" normalizeH="0" baseline="0" noProof="0">
                <a:ln>
                  <a:noFill/>
                </a:ln>
                <a:solidFill>
                  <a:schemeClr val="tx1"/>
                </a:solidFill>
                <a:effectLst/>
                <a:uLnTx/>
                <a:uFillTx/>
                <a:latin typeface="Montserrat"/>
              </a:rPr>
              <a:t>Supply Chain Visibility  Maps</a:t>
            </a:r>
            <a:endParaRPr kumimoji="0" lang="en-US" sz="700" b="1" i="0" u="none" strike="noStrike" kern="1200" cap="none" spc="0" normalizeH="0" baseline="0" noProof="0">
              <a:ln>
                <a:noFill/>
              </a:ln>
              <a:solidFill>
                <a:schemeClr val="tx1"/>
              </a:solidFill>
              <a:effectLst/>
              <a:uLnTx/>
              <a:uFillTx/>
              <a:latin typeface="Montserrat"/>
            </a:endParaRPr>
          </a:p>
        </p:txBody>
      </p:sp>
      <p:sp>
        <p:nvSpPr>
          <p:cNvPr id="16" name="Rectangle: Rounded Corners 15">
            <a:extLst>
              <a:ext uri="{FF2B5EF4-FFF2-40B4-BE49-F238E27FC236}">
                <a16:creationId xmlns:a16="http://schemas.microsoft.com/office/drawing/2014/main" id="{E345EEC8-8107-9ABF-9566-564F2FBB9A69}"/>
              </a:ext>
            </a:extLst>
          </p:cNvPr>
          <p:cNvSpPr/>
          <p:nvPr/>
        </p:nvSpPr>
        <p:spPr>
          <a:xfrm>
            <a:off x="6346525" y="4082680"/>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Site-Level Operational Excellence</a:t>
            </a:r>
          </a:p>
        </p:txBody>
      </p:sp>
      <p:sp>
        <p:nvSpPr>
          <p:cNvPr id="21" name="Rectangle: Rounded Corners 20">
            <a:extLst>
              <a:ext uri="{FF2B5EF4-FFF2-40B4-BE49-F238E27FC236}">
                <a16:creationId xmlns:a16="http://schemas.microsoft.com/office/drawing/2014/main" id="{D8C49D63-1285-490E-4A2A-BC74A4AB5022}"/>
              </a:ext>
            </a:extLst>
          </p:cNvPr>
          <p:cNvSpPr/>
          <p:nvPr/>
        </p:nvSpPr>
        <p:spPr>
          <a:xfrm>
            <a:off x="6346525" y="3597200"/>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Risk sensing </a:t>
            </a:r>
          </a:p>
        </p:txBody>
      </p:sp>
      <p:sp>
        <p:nvSpPr>
          <p:cNvPr id="22" name="Rectangle: Rounded Corners 21">
            <a:extLst>
              <a:ext uri="{FF2B5EF4-FFF2-40B4-BE49-F238E27FC236}">
                <a16:creationId xmlns:a16="http://schemas.microsoft.com/office/drawing/2014/main" id="{49A52694-3FA7-9384-1B3C-8FE22171F255}"/>
              </a:ext>
            </a:extLst>
          </p:cNvPr>
          <p:cNvSpPr/>
          <p:nvPr/>
        </p:nvSpPr>
        <p:spPr>
          <a:xfrm>
            <a:off x="378514" y="3597200"/>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Global SC Services</a:t>
            </a:r>
          </a:p>
        </p:txBody>
      </p:sp>
      <p:sp>
        <p:nvSpPr>
          <p:cNvPr id="25" name="Rectangle: Rounded Corners 24">
            <a:extLst>
              <a:ext uri="{FF2B5EF4-FFF2-40B4-BE49-F238E27FC236}">
                <a16:creationId xmlns:a16="http://schemas.microsoft.com/office/drawing/2014/main" id="{1B46BBE4-5EE1-E08A-885C-7037B58C7E9E}"/>
              </a:ext>
            </a:extLst>
          </p:cNvPr>
          <p:cNvSpPr/>
          <p:nvPr/>
        </p:nvSpPr>
        <p:spPr>
          <a:xfrm>
            <a:off x="3939671" y="3597200"/>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Data Studio</a:t>
            </a:r>
          </a:p>
        </p:txBody>
      </p:sp>
      <p:sp>
        <p:nvSpPr>
          <p:cNvPr id="26" name="Rectangle: Rounded Corners 25">
            <a:extLst>
              <a:ext uri="{FF2B5EF4-FFF2-40B4-BE49-F238E27FC236}">
                <a16:creationId xmlns:a16="http://schemas.microsoft.com/office/drawing/2014/main" id="{BD03E003-6C31-4A55-DE55-957C5F9FFE22}"/>
              </a:ext>
            </a:extLst>
          </p:cNvPr>
          <p:cNvSpPr/>
          <p:nvPr/>
        </p:nvSpPr>
        <p:spPr>
          <a:xfrm>
            <a:off x="2806270" y="3597200"/>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700" b="1">
                <a:solidFill>
                  <a:srgbClr val="000000"/>
                </a:solidFill>
                <a:latin typeface="Montserrat"/>
              </a:rPr>
              <a:t>Agent Alpha</a:t>
            </a:r>
            <a:endParaRPr lang="en-US" sz="700" b="1" i="0" u="none" strike="noStrike" kern="1200" cap="none" spc="0" normalizeH="0" baseline="0" noProof="0">
              <a:ln>
                <a:noFill/>
              </a:ln>
              <a:solidFill>
                <a:srgbClr val="000000"/>
              </a:solidFill>
              <a:effectLst/>
              <a:uLnTx/>
              <a:uFillTx/>
              <a:latin typeface="Montserrat" panose="00000500000000000000" pitchFamily="2" charset="0"/>
            </a:endParaRPr>
          </a:p>
        </p:txBody>
      </p:sp>
      <p:sp>
        <p:nvSpPr>
          <p:cNvPr id="27" name="Rectangle: Rounded Corners 26">
            <a:extLst>
              <a:ext uri="{FF2B5EF4-FFF2-40B4-BE49-F238E27FC236}">
                <a16:creationId xmlns:a16="http://schemas.microsoft.com/office/drawing/2014/main" id="{BBCC4013-FAF5-2BBC-CB77-44B0210D7A2E}"/>
              </a:ext>
            </a:extLst>
          </p:cNvPr>
          <p:cNvSpPr/>
          <p:nvPr/>
        </p:nvSpPr>
        <p:spPr>
          <a:xfrm>
            <a:off x="5212846" y="3597200"/>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DAP visualization</a:t>
            </a:r>
          </a:p>
        </p:txBody>
      </p:sp>
      <p:sp>
        <p:nvSpPr>
          <p:cNvPr id="28" name="Rectangle: Rounded Corners 27">
            <a:extLst>
              <a:ext uri="{FF2B5EF4-FFF2-40B4-BE49-F238E27FC236}">
                <a16:creationId xmlns:a16="http://schemas.microsoft.com/office/drawing/2014/main" id="{68EFE673-FFFB-3F51-56BB-9E15F745BBAF}"/>
              </a:ext>
            </a:extLst>
          </p:cNvPr>
          <p:cNvSpPr/>
          <p:nvPr/>
        </p:nvSpPr>
        <p:spPr>
          <a:xfrm>
            <a:off x="6346525" y="2629957"/>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Data modernization</a:t>
            </a:r>
          </a:p>
        </p:txBody>
      </p:sp>
      <p:sp>
        <p:nvSpPr>
          <p:cNvPr id="29" name="Rectangle: Rounded Corners 28">
            <a:extLst>
              <a:ext uri="{FF2B5EF4-FFF2-40B4-BE49-F238E27FC236}">
                <a16:creationId xmlns:a16="http://schemas.microsoft.com/office/drawing/2014/main" id="{D27B094E-31E7-154A-6550-99068C8EC6A1}"/>
              </a:ext>
            </a:extLst>
          </p:cNvPr>
          <p:cNvSpPr/>
          <p:nvPr/>
        </p:nvSpPr>
        <p:spPr>
          <a:xfrm>
            <a:off x="378514" y="2629957"/>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Network Decision Support Tool</a:t>
            </a:r>
            <a:endPar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endParaRPr>
          </a:p>
        </p:txBody>
      </p:sp>
      <p:cxnSp>
        <p:nvCxnSpPr>
          <p:cNvPr id="32" name="Straight Connector 31">
            <a:extLst>
              <a:ext uri="{FF2B5EF4-FFF2-40B4-BE49-F238E27FC236}">
                <a16:creationId xmlns:a16="http://schemas.microsoft.com/office/drawing/2014/main" id="{E0B788C7-DDAE-26B7-6D60-1B0003E897FE}"/>
              </a:ext>
            </a:extLst>
          </p:cNvPr>
          <p:cNvCxnSpPr>
            <a:cxnSpLocks/>
          </p:cNvCxnSpPr>
          <p:nvPr/>
        </p:nvCxnSpPr>
        <p:spPr>
          <a:xfrm>
            <a:off x="1374311" y="1435606"/>
            <a:ext cx="0" cy="480903"/>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79F7B003-3E37-48DC-B33E-3ACBA37A122F}"/>
              </a:ext>
            </a:extLst>
          </p:cNvPr>
          <p:cNvCxnSpPr>
            <a:cxnSpLocks/>
          </p:cNvCxnSpPr>
          <p:nvPr/>
        </p:nvCxnSpPr>
        <p:spPr>
          <a:xfrm>
            <a:off x="2384917" y="1435606"/>
            <a:ext cx="0" cy="480903"/>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73AB4B1A-4380-34E8-CB23-0AAC1E31ABA6}"/>
              </a:ext>
            </a:extLst>
          </p:cNvPr>
          <p:cNvCxnSpPr>
            <a:cxnSpLocks/>
          </p:cNvCxnSpPr>
          <p:nvPr/>
        </p:nvCxnSpPr>
        <p:spPr>
          <a:xfrm>
            <a:off x="3997363" y="1435606"/>
            <a:ext cx="0" cy="480903"/>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pic>
        <p:nvPicPr>
          <p:cNvPr id="44" name="Graphic 43">
            <a:extLst>
              <a:ext uri="{FF2B5EF4-FFF2-40B4-BE49-F238E27FC236}">
                <a16:creationId xmlns:a16="http://schemas.microsoft.com/office/drawing/2014/main" id="{8EE7A53B-F734-8518-75B5-427E13CE2CB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18162" y="708357"/>
            <a:ext cx="407933" cy="619075"/>
          </a:xfrm>
          <a:prstGeom prst="rect">
            <a:avLst/>
          </a:prstGeom>
          <a:effectLst/>
        </p:spPr>
      </p:pic>
      <p:sp>
        <p:nvSpPr>
          <p:cNvPr id="45" name="TextBox 44">
            <a:extLst>
              <a:ext uri="{FF2B5EF4-FFF2-40B4-BE49-F238E27FC236}">
                <a16:creationId xmlns:a16="http://schemas.microsoft.com/office/drawing/2014/main" id="{094AD343-6107-2CB6-BCAF-C10926CC4C63}"/>
              </a:ext>
            </a:extLst>
          </p:cNvPr>
          <p:cNvSpPr txBox="1"/>
          <p:nvPr/>
        </p:nvSpPr>
        <p:spPr>
          <a:xfrm>
            <a:off x="8278811" y="851231"/>
            <a:ext cx="326706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Montserrat" panose="00000500000000000000" pitchFamily="2" charset="0"/>
                <a:cs typeface="Segoe UI Semilight"/>
              </a:rPr>
              <a:t>Partnership Highlights </a:t>
            </a:r>
          </a:p>
        </p:txBody>
      </p:sp>
      <p:pic>
        <p:nvPicPr>
          <p:cNvPr id="46" name="Graphic 45">
            <a:extLst>
              <a:ext uri="{FF2B5EF4-FFF2-40B4-BE49-F238E27FC236}">
                <a16:creationId xmlns:a16="http://schemas.microsoft.com/office/drawing/2014/main" id="{0E77F5AC-49E3-9A2C-5F1B-2701FCB0B6A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61176" y="1437667"/>
            <a:ext cx="3663804" cy="498450"/>
          </a:xfrm>
          <a:prstGeom prst="rect">
            <a:avLst/>
          </a:prstGeom>
        </p:spPr>
      </p:pic>
      <p:sp>
        <p:nvSpPr>
          <p:cNvPr id="47" name="TextBox 46">
            <a:extLst>
              <a:ext uri="{FF2B5EF4-FFF2-40B4-BE49-F238E27FC236}">
                <a16:creationId xmlns:a16="http://schemas.microsoft.com/office/drawing/2014/main" id="{A33BAB6D-DEDC-525A-078E-4B563537CD9D}"/>
              </a:ext>
            </a:extLst>
          </p:cNvPr>
          <p:cNvSpPr txBox="1"/>
          <p:nvPr/>
        </p:nvSpPr>
        <p:spPr>
          <a:xfrm>
            <a:off x="8169880" y="1520619"/>
            <a:ext cx="3274406" cy="415498"/>
          </a:xfrm>
          <a:prstGeom prst="rect">
            <a:avLst/>
          </a:prstGeom>
          <a:noFill/>
        </p:spPr>
        <p:txBody>
          <a:bodyPr wrap="square">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Montserrat" pitchFamily="2" charset="77"/>
                <a:ea typeface="+mn-ea"/>
                <a:cs typeface="+mn-cs"/>
              </a:rPr>
              <a:t>Delivered substantial savings by Optimization Techniques</a:t>
            </a:r>
          </a:p>
        </p:txBody>
      </p:sp>
      <p:pic>
        <p:nvPicPr>
          <p:cNvPr id="48" name="Graphic 47">
            <a:extLst>
              <a:ext uri="{FF2B5EF4-FFF2-40B4-BE49-F238E27FC236}">
                <a16:creationId xmlns:a16="http://schemas.microsoft.com/office/drawing/2014/main" id="{56191464-990D-E35F-5537-F399D444A77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48169" y="2029797"/>
            <a:ext cx="3663804" cy="498450"/>
          </a:xfrm>
          <a:prstGeom prst="rect">
            <a:avLst/>
          </a:prstGeom>
        </p:spPr>
      </p:pic>
      <p:sp>
        <p:nvSpPr>
          <p:cNvPr id="49" name="TextBox 48">
            <a:extLst>
              <a:ext uri="{FF2B5EF4-FFF2-40B4-BE49-F238E27FC236}">
                <a16:creationId xmlns:a16="http://schemas.microsoft.com/office/drawing/2014/main" id="{13702A77-2167-593A-F5D7-16FFEF3C1496}"/>
              </a:ext>
            </a:extLst>
          </p:cNvPr>
          <p:cNvSpPr txBox="1"/>
          <p:nvPr/>
        </p:nvSpPr>
        <p:spPr>
          <a:xfrm>
            <a:off x="8168074" y="2084569"/>
            <a:ext cx="3383423" cy="394539"/>
          </a:xfrm>
          <a:prstGeom prst="rect">
            <a:avLst/>
          </a:prstGeom>
          <a:noFill/>
        </p:spPr>
        <p:txBody>
          <a:bodyPr wrap="square">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Montserrat" pitchFamily="2" charset="77"/>
                <a:ea typeface="+mn-ea"/>
                <a:cs typeface="+mn-cs"/>
              </a:rPr>
              <a:t>Sustained near-perfect CSAT scores throughout</a:t>
            </a:r>
          </a:p>
        </p:txBody>
      </p:sp>
      <p:pic>
        <p:nvPicPr>
          <p:cNvPr id="51" name="Graphic 50">
            <a:extLst>
              <a:ext uri="{FF2B5EF4-FFF2-40B4-BE49-F238E27FC236}">
                <a16:creationId xmlns:a16="http://schemas.microsoft.com/office/drawing/2014/main" id="{16BA212C-C7B3-08C2-E791-8FBEE4BACD4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35161" y="2646688"/>
            <a:ext cx="3663804" cy="498450"/>
          </a:xfrm>
          <a:prstGeom prst="rect">
            <a:avLst/>
          </a:prstGeom>
        </p:spPr>
      </p:pic>
      <p:sp>
        <p:nvSpPr>
          <p:cNvPr id="52" name="TextBox 51">
            <a:extLst>
              <a:ext uri="{FF2B5EF4-FFF2-40B4-BE49-F238E27FC236}">
                <a16:creationId xmlns:a16="http://schemas.microsoft.com/office/drawing/2014/main" id="{4DA518F2-17CD-E9B0-395E-F43F9B7E1BCC}"/>
              </a:ext>
            </a:extLst>
          </p:cNvPr>
          <p:cNvSpPr txBox="1"/>
          <p:nvPr/>
        </p:nvSpPr>
        <p:spPr>
          <a:xfrm>
            <a:off x="8168074" y="2701460"/>
            <a:ext cx="3633770" cy="415498"/>
          </a:xfrm>
          <a:prstGeom prst="rect">
            <a:avLst/>
          </a:prstGeom>
          <a:noFill/>
        </p:spPr>
        <p:txBody>
          <a:bodyPr wrap="square">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Montserrat" pitchFamily="2" charset="77"/>
                <a:ea typeface="+mn-ea"/>
                <a:cs typeface="+mn-cs"/>
              </a:rPr>
              <a:t>Exceptionally low attrition, retained talent &amp; Org’s knowledge </a:t>
            </a:r>
          </a:p>
        </p:txBody>
      </p:sp>
      <p:pic>
        <p:nvPicPr>
          <p:cNvPr id="54" name="Graphic 53">
            <a:extLst>
              <a:ext uri="{FF2B5EF4-FFF2-40B4-BE49-F238E27FC236}">
                <a16:creationId xmlns:a16="http://schemas.microsoft.com/office/drawing/2014/main" id="{8A8985D2-E331-E27D-914B-246DEC65B20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48169" y="3266572"/>
            <a:ext cx="3663804" cy="498450"/>
          </a:xfrm>
          <a:prstGeom prst="rect">
            <a:avLst/>
          </a:prstGeom>
        </p:spPr>
      </p:pic>
      <p:sp>
        <p:nvSpPr>
          <p:cNvPr id="56" name="TextBox 55">
            <a:extLst>
              <a:ext uri="{FF2B5EF4-FFF2-40B4-BE49-F238E27FC236}">
                <a16:creationId xmlns:a16="http://schemas.microsoft.com/office/drawing/2014/main" id="{77965B14-DFEA-64E0-8EA5-5925E67CC5CA}"/>
              </a:ext>
            </a:extLst>
          </p:cNvPr>
          <p:cNvSpPr txBox="1"/>
          <p:nvPr/>
        </p:nvSpPr>
        <p:spPr>
          <a:xfrm>
            <a:off x="8168074" y="3321344"/>
            <a:ext cx="3383423" cy="380448"/>
          </a:xfrm>
          <a:prstGeom prst="rect">
            <a:avLst/>
          </a:prstGeom>
          <a:noFill/>
        </p:spPr>
        <p:txBody>
          <a:bodyPr wrap="square">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Montserrat" pitchFamily="2" charset="77"/>
                <a:ea typeface="+mn-ea"/>
                <a:cs typeface="+mn-cs"/>
              </a:rPr>
              <a:t>Built Natively on Databricks (Our solutions &amp; platforms)</a:t>
            </a:r>
          </a:p>
        </p:txBody>
      </p:sp>
      <p:pic>
        <p:nvPicPr>
          <p:cNvPr id="57" name="Graphic 56">
            <a:extLst>
              <a:ext uri="{FF2B5EF4-FFF2-40B4-BE49-F238E27FC236}">
                <a16:creationId xmlns:a16="http://schemas.microsoft.com/office/drawing/2014/main" id="{0F31E083-3F15-8A30-0E3C-5CB61DDE1FD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35161" y="3883464"/>
            <a:ext cx="3663804" cy="498450"/>
          </a:xfrm>
          <a:prstGeom prst="rect">
            <a:avLst/>
          </a:prstGeom>
        </p:spPr>
      </p:pic>
      <p:sp>
        <p:nvSpPr>
          <p:cNvPr id="58" name="TextBox 57">
            <a:extLst>
              <a:ext uri="{FF2B5EF4-FFF2-40B4-BE49-F238E27FC236}">
                <a16:creationId xmlns:a16="http://schemas.microsoft.com/office/drawing/2014/main" id="{92F90A4B-758E-CE74-76F6-305FDD5013E1}"/>
              </a:ext>
            </a:extLst>
          </p:cNvPr>
          <p:cNvSpPr txBox="1"/>
          <p:nvPr/>
        </p:nvSpPr>
        <p:spPr>
          <a:xfrm>
            <a:off x="8168074" y="3938236"/>
            <a:ext cx="3633770" cy="415498"/>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Montserrat"/>
              </a:rPr>
              <a:t>Co-innovation on Data Fabric, Agent Alpha &amp; Decision Intelligence</a:t>
            </a:r>
          </a:p>
        </p:txBody>
      </p:sp>
      <p:sp>
        <p:nvSpPr>
          <p:cNvPr id="31" name="TextBox 30">
            <a:extLst>
              <a:ext uri="{FF2B5EF4-FFF2-40B4-BE49-F238E27FC236}">
                <a16:creationId xmlns:a16="http://schemas.microsoft.com/office/drawing/2014/main" id="{DECD24E1-9B01-61C1-EBD9-633905AC2A22}"/>
              </a:ext>
            </a:extLst>
          </p:cNvPr>
          <p:cNvSpPr txBox="1"/>
          <p:nvPr/>
        </p:nvSpPr>
        <p:spPr>
          <a:xfrm>
            <a:off x="1985913" y="2115544"/>
            <a:ext cx="3750463" cy="338554"/>
          </a:xfrm>
          <a:prstGeom prst="rect">
            <a:avLst/>
          </a:prstGeom>
          <a:solidFill>
            <a:srgbClr val="F3F3F3"/>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Footprint Across Segments </a:t>
            </a:r>
          </a:p>
        </p:txBody>
      </p:sp>
      <p:cxnSp>
        <p:nvCxnSpPr>
          <p:cNvPr id="62" name="Straight Connector 61">
            <a:extLst>
              <a:ext uri="{FF2B5EF4-FFF2-40B4-BE49-F238E27FC236}">
                <a16:creationId xmlns:a16="http://schemas.microsoft.com/office/drawing/2014/main" id="{77FFCBD8-B8DD-E14A-28AE-A5C49180E2EE}"/>
              </a:ext>
            </a:extLst>
          </p:cNvPr>
          <p:cNvCxnSpPr>
            <a:cxnSpLocks/>
          </p:cNvCxnSpPr>
          <p:nvPr/>
        </p:nvCxnSpPr>
        <p:spPr>
          <a:xfrm>
            <a:off x="502666" y="1282148"/>
            <a:ext cx="451866" cy="0"/>
          </a:xfrm>
          <a:prstGeom prst="line">
            <a:avLst/>
          </a:prstGeom>
          <a:ln w="15875">
            <a:solidFill>
              <a:schemeClr val="bg2"/>
            </a:solidFill>
          </a:ln>
        </p:spPr>
        <p:style>
          <a:lnRef idx="2">
            <a:schemeClr val="accent1"/>
          </a:lnRef>
          <a:fillRef idx="0">
            <a:schemeClr val="accent1"/>
          </a:fillRef>
          <a:effectRef idx="1">
            <a:schemeClr val="accent1"/>
          </a:effectRef>
          <a:fontRef idx="minor">
            <a:schemeClr val="tx1"/>
          </a:fontRef>
        </p:style>
      </p:cxnSp>
      <p:sp>
        <p:nvSpPr>
          <p:cNvPr id="6" name="Rectangle: Rounded Corners 5">
            <a:extLst>
              <a:ext uri="{FF2B5EF4-FFF2-40B4-BE49-F238E27FC236}">
                <a16:creationId xmlns:a16="http://schemas.microsoft.com/office/drawing/2014/main" id="{1F394F47-E2C8-48C5-F0F1-A1AEBFB102ED}"/>
              </a:ext>
            </a:extLst>
          </p:cNvPr>
          <p:cNvSpPr>
            <a:spLocks/>
          </p:cNvSpPr>
          <p:nvPr/>
        </p:nvSpPr>
        <p:spPr>
          <a:xfrm>
            <a:off x="8071883" y="4469280"/>
            <a:ext cx="3722202" cy="2359342"/>
          </a:xfrm>
          <a:prstGeom prst="roundRect">
            <a:avLst>
              <a:gd name="adj" fmla="val 5330"/>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spcAft>
                <a:spcPts val="600"/>
              </a:spcAft>
            </a:pPr>
            <a:r>
              <a:rPr lang="en-US" sz="1200" b="1">
                <a:solidFill>
                  <a:schemeClr val="bg1"/>
                </a:solidFill>
                <a:latin typeface="Montserrat"/>
              </a:rPr>
              <a:t>Project Futures</a:t>
            </a:r>
          </a:p>
          <a:p>
            <a:pPr marL="171450" indent="-171450">
              <a:spcAft>
                <a:spcPts val="600"/>
              </a:spcAft>
              <a:buFont typeface="Wingdings" panose="05000000000000000000" pitchFamily="2" charset="2"/>
              <a:buChar char="v"/>
            </a:pPr>
            <a:r>
              <a:rPr lang="en-US" sz="800">
                <a:solidFill>
                  <a:schemeClr val="bg1"/>
                </a:solidFill>
                <a:latin typeface="Montserrat"/>
              </a:rPr>
              <a:t>Architected a GenAI-powered risk intelligence platform consolidating fragmented risk data across 13 workstreams into one governed, real-time view — replacing spreadsheet-based, siloed tracking.</a:t>
            </a:r>
          </a:p>
          <a:p>
            <a:pPr marL="171450" indent="-171450">
              <a:spcAft>
                <a:spcPts val="600"/>
              </a:spcAft>
              <a:buFont typeface="Wingdings" panose="05000000000000000000" pitchFamily="2" charset="2"/>
              <a:buChar char="v"/>
            </a:pPr>
            <a:r>
              <a:rPr lang="en-US" sz="800">
                <a:solidFill>
                  <a:schemeClr val="bg1"/>
                </a:solidFill>
                <a:latin typeface="Montserrat"/>
              </a:rPr>
              <a:t>Designed a unified CEI structure and S×L scoring model, standardizing risk language across functions that previously had no shared taxonomy or RACI clarity.</a:t>
            </a:r>
          </a:p>
          <a:p>
            <a:pPr marL="171450" indent="-171450">
              <a:spcAft>
                <a:spcPts val="600"/>
              </a:spcAft>
              <a:buFont typeface="Wingdings" panose="05000000000000000000" pitchFamily="2" charset="2"/>
              <a:buChar char="v"/>
            </a:pPr>
            <a:r>
              <a:rPr lang="en-US" sz="800">
                <a:solidFill>
                  <a:schemeClr val="bg1"/>
                </a:solidFill>
                <a:latin typeface="Montserrat"/>
              </a:rPr>
              <a:t>Built automated signal ingestion and governance routing, cutting the reported 30–60 day lag from risk detection to leadership action down to real-time.</a:t>
            </a:r>
          </a:p>
          <a:p>
            <a:pPr marL="171450" indent="-171450">
              <a:spcAft>
                <a:spcPts val="600"/>
              </a:spcAft>
              <a:buFont typeface="Wingdings" panose="05000000000000000000" pitchFamily="2" charset="2"/>
              <a:buChar char="v"/>
            </a:pPr>
            <a:r>
              <a:rPr lang="en-US" sz="800">
                <a:solidFill>
                  <a:schemeClr val="bg1"/>
                </a:solidFill>
                <a:latin typeface="Montserrat"/>
              </a:rPr>
              <a:t>Delivered persona-based GenAI summarization and mitigation recommendations, while maintaining full ICH Q9 alignment and </a:t>
            </a:r>
            <a:r>
              <a:rPr lang="en-US" sz="800" err="1">
                <a:solidFill>
                  <a:schemeClr val="bg1"/>
                </a:solidFill>
                <a:latin typeface="Montserrat"/>
              </a:rPr>
              <a:t>GxP</a:t>
            </a:r>
            <a:r>
              <a:rPr lang="en-US" sz="800">
                <a:solidFill>
                  <a:schemeClr val="bg1"/>
                </a:solidFill>
                <a:latin typeface="Montserrat"/>
              </a:rPr>
              <a:t> compliance — currently in POC (Horizon 2) stage.</a:t>
            </a:r>
          </a:p>
        </p:txBody>
      </p:sp>
      <p:pic>
        <p:nvPicPr>
          <p:cNvPr id="7" name="Graphic 6">
            <a:extLst>
              <a:ext uri="{FF2B5EF4-FFF2-40B4-BE49-F238E27FC236}">
                <a16:creationId xmlns:a16="http://schemas.microsoft.com/office/drawing/2014/main" id="{98931E00-9BA2-57C5-5A66-7885877E634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41068" y="4497788"/>
            <a:ext cx="3663804" cy="2300078"/>
          </a:xfrm>
          <a:prstGeom prst="rect">
            <a:avLst/>
          </a:prstGeom>
        </p:spPr>
      </p:pic>
    </p:spTree>
    <p:extLst>
      <p:ext uri="{BB962C8B-B14F-4D97-AF65-F5344CB8AC3E}">
        <p14:creationId xmlns:p14="http://schemas.microsoft.com/office/powerpoint/2010/main" val="29766583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386F7-8C39-B92F-F606-BF6F2EAA91D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8852576-08AB-1192-2E4A-4C57866AEE05}"/>
              </a:ext>
            </a:extLst>
          </p:cNvPr>
          <p:cNvSpPr>
            <a:spLocks noGrp="1"/>
          </p:cNvSpPr>
          <p:nvPr>
            <p:ph type="title"/>
          </p:nvPr>
        </p:nvSpPr>
        <p:spPr/>
        <p:txBody>
          <a:bodyPr/>
          <a:lstStyle/>
          <a:p>
            <a:r>
              <a:rPr lang="en-US"/>
              <a:t>Our Journey with J&amp;J - Medtech </a:t>
            </a:r>
          </a:p>
        </p:txBody>
      </p:sp>
      <p:sp>
        <p:nvSpPr>
          <p:cNvPr id="4" name="Slide Number Placeholder 3">
            <a:extLst>
              <a:ext uri="{FF2B5EF4-FFF2-40B4-BE49-F238E27FC236}">
                <a16:creationId xmlns:a16="http://schemas.microsoft.com/office/drawing/2014/main" id="{07986DC7-EBAA-B313-E97B-34A604133F80}"/>
              </a:ext>
            </a:extLst>
          </p:cNvPr>
          <p:cNvSpPr>
            <a:spLocks noGrp="1"/>
          </p:cNvSpPr>
          <p:nvPr>
            <p:ph type="sldNum" sz="quarter" idx="12"/>
          </p:nvPr>
        </p:nvSpPr>
        <p:spPr/>
        <p:txBody>
          <a:bodyPr/>
          <a:lstStyle/>
          <a:p>
            <a:pPr lvl="0"/>
            <a:fld id="{330EA680-D336-4FF7-8B7A-9848BB0A1C32}" type="slidenum">
              <a:rPr lang="en-US" noProof="0" smtClean="0"/>
              <a:pPr lvl="0"/>
              <a:t>11</a:t>
            </a:fld>
            <a:endParaRPr lang="en-US" noProof="0"/>
          </a:p>
        </p:txBody>
      </p:sp>
      <p:sp>
        <p:nvSpPr>
          <p:cNvPr id="3" name="Date Placeholder 2">
            <a:extLst>
              <a:ext uri="{FF2B5EF4-FFF2-40B4-BE49-F238E27FC236}">
                <a16:creationId xmlns:a16="http://schemas.microsoft.com/office/drawing/2014/main" id="{4FA6E037-7206-8B13-FBBE-DC485E8EA78E}"/>
              </a:ext>
            </a:extLst>
          </p:cNvPr>
          <p:cNvSpPr>
            <a:spLocks noGrp="1"/>
          </p:cNvSpPr>
          <p:nvPr>
            <p:ph type="dt" sz="half" idx="2"/>
          </p:nvPr>
        </p:nvSpPr>
        <p:spPr/>
        <p:txBody>
          <a:bodyPr/>
          <a:lstStyle/>
          <a:p>
            <a:pPr lvl="0"/>
            <a:r>
              <a:rPr lang="en-US" noProof="0"/>
              <a:t>© SYREN CLOUD INC – 2026 – ALL RIGHTS RESERVED</a:t>
            </a:r>
          </a:p>
        </p:txBody>
      </p:sp>
      <p:pic>
        <p:nvPicPr>
          <p:cNvPr id="2" name="Graphic 1">
            <a:extLst>
              <a:ext uri="{FF2B5EF4-FFF2-40B4-BE49-F238E27FC236}">
                <a16:creationId xmlns:a16="http://schemas.microsoft.com/office/drawing/2014/main" id="{7AA6F572-8883-0BB1-9A56-A8991388163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39769"/>
            <a:ext cx="220134" cy="228600"/>
          </a:xfrm>
          <a:prstGeom prst="rect">
            <a:avLst/>
          </a:prstGeom>
        </p:spPr>
      </p:pic>
      <p:grpSp>
        <p:nvGrpSpPr>
          <p:cNvPr id="46" name="Group 45">
            <a:extLst>
              <a:ext uri="{FF2B5EF4-FFF2-40B4-BE49-F238E27FC236}">
                <a16:creationId xmlns:a16="http://schemas.microsoft.com/office/drawing/2014/main" id="{0BF20465-1177-343B-A1AE-6455FF9856E3}"/>
              </a:ext>
            </a:extLst>
          </p:cNvPr>
          <p:cNvGrpSpPr/>
          <p:nvPr/>
        </p:nvGrpSpPr>
        <p:grpSpPr>
          <a:xfrm>
            <a:off x="2167847" y="1019422"/>
            <a:ext cx="9666275" cy="2336111"/>
            <a:chOff x="609600" y="1019417"/>
            <a:chExt cx="11019365" cy="2557815"/>
          </a:xfrm>
        </p:grpSpPr>
        <p:sp>
          <p:nvSpPr>
            <p:cNvPr id="8" name="TextBox 7">
              <a:extLst>
                <a:ext uri="{FF2B5EF4-FFF2-40B4-BE49-F238E27FC236}">
                  <a16:creationId xmlns:a16="http://schemas.microsoft.com/office/drawing/2014/main" id="{D5D214CD-D40B-50C1-4870-FA8FE2F77A2B}"/>
                </a:ext>
              </a:extLst>
            </p:cNvPr>
            <p:cNvSpPr txBox="1"/>
            <p:nvPr/>
          </p:nvSpPr>
          <p:spPr>
            <a:xfrm>
              <a:off x="834443" y="1608752"/>
              <a:ext cx="2818228" cy="30734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a:ln>
                    <a:noFill/>
                  </a:ln>
                  <a:effectLst/>
                  <a:uLnTx/>
                  <a:uFillTx/>
                  <a:latin typeface="Montserrat"/>
                  <a:ea typeface="+mn-ea"/>
                  <a:cs typeface="+mn-cs"/>
                </a:rPr>
                <a:t>Analytics &amp; Data Science</a:t>
              </a:r>
            </a:p>
          </p:txBody>
        </p:sp>
        <p:sp>
          <p:nvSpPr>
            <p:cNvPr id="9" name="TextBox 8">
              <a:extLst>
                <a:ext uri="{FF2B5EF4-FFF2-40B4-BE49-F238E27FC236}">
                  <a16:creationId xmlns:a16="http://schemas.microsoft.com/office/drawing/2014/main" id="{224E685C-4176-1C3B-5EE6-7AB39CA4C921}"/>
                </a:ext>
              </a:extLst>
            </p:cNvPr>
            <p:cNvSpPr txBox="1"/>
            <p:nvPr/>
          </p:nvSpPr>
          <p:spPr>
            <a:xfrm>
              <a:off x="4394871" y="1638724"/>
              <a:ext cx="3448823" cy="336987"/>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a:ln>
                    <a:noFill/>
                  </a:ln>
                  <a:effectLst/>
                  <a:uLnTx/>
                  <a:uFillTx/>
                  <a:latin typeface="Montserrat"/>
                  <a:ea typeface="+mn-ea"/>
                  <a:cs typeface="+mn-cs"/>
                </a:rPr>
                <a:t>Supply </a:t>
              </a:r>
              <a:r>
                <a:rPr lang="en-US" sz="1400">
                  <a:latin typeface="Montserrat"/>
                </a:rPr>
                <a:t>Chain</a:t>
              </a:r>
              <a:r>
                <a:rPr kumimoji="0" lang="en-US" sz="1400" i="0" u="none" strike="noStrike" kern="1200" cap="none" spc="0" normalizeH="0" baseline="0" noProof="0">
                  <a:ln>
                    <a:noFill/>
                  </a:ln>
                  <a:effectLst/>
                  <a:uLnTx/>
                  <a:uFillTx/>
                  <a:latin typeface="Montserrat"/>
                  <a:ea typeface="+mn-ea"/>
                  <a:cs typeface="+mn-cs"/>
                </a:rPr>
                <a:t> &amp; Innovation SME</a:t>
              </a:r>
            </a:p>
          </p:txBody>
        </p:sp>
        <p:sp>
          <p:nvSpPr>
            <p:cNvPr id="10" name="TextBox 9">
              <a:extLst>
                <a:ext uri="{FF2B5EF4-FFF2-40B4-BE49-F238E27FC236}">
                  <a16:creationId xmlns:a16="http://schemas.microsoft.com/office/drawing/2014/main" id="{C6C72552-1A50-2ACB-911F-B04B9B379E01}"/>
                </a:ext>
              </a:extLst>
            </p:cNvPr>
            <p:cNvSpPr txBox="1"/>
            <p:nvPr/>
          </p:nvSpPr>
          <p:spPr>
            <a:xfrm>
              <a:off x="8743828" y="1638290"/>
              <a:ext cx="2451119"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a:ln>
                    <a:noFill/>
                  </a:ln>
                  <a:effectLst/>
                  <a:uLnTx/>
                  <a:uFillTx/>
                  <a:latin typeface="Montserrat"/>
                  <a:ea typeface="+mn-ea"/>
                  <a:cs typeface="+mn-cs"/>
                </a:rPr>
                <a:t>Business Intelligence </a:t>
              </a:r>
            </a:p>
          </p:txBody>
        </p:sp>
        <p:sp>
          <p:nvSpPr>
            <p:cNvPr id="11" name="Rectangle: Rounded Corners 10">
              <a:extLst>
                <a:ext uri="{FF2B5EF4-FFF2-40B4-BE49-F238E27FC236}">
                  <a16:creationId xmlns:a16="http://schemas.microsoft.com/office/drawing/2014/main" id="{4F073010-17DF-53A8-0D4F-19CF8C9856AA}"/>
                </a:ext>
              </a:extLst>
            </p:cNvPr>
            <p:cNvSpPr/>
            <p:nvPr/>
          </p:nvSpPr>
          <p:spPr>
            <a:xfrm>
              <a:off x="609600" y="1204083"/>
              <a:ext cx="11019365" cy="2373149"/>
            </a:xfrm>
            <a:prstGeom prst="roundRect">
              <a:avLst>
                <a:gd name="adj" fmla="val 6108"/>
              </a:avLst>
            </a:prstGeom>
            <a:no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521BE35-8710-08C7-FC45-8E39EBC2C037}"/>
                </a:ext>
              </a:extLst>
            </p:cNvPr>
            <p:cNvSpPr txBox="1"/>
            <p:nvPr/>
          </p:nvSpPr>
          <p:spPr>
            <a:xfrm>
              <a:off x="3805288" y="1019417"/>
              <a:ext cx="4275455" cy="338554"/>
            </a:xfrm>
            <a:prstGeom prst="rect">
              <a:avLst/>
            </a:prstGeom>
            <a:solidFill>
              <a:srgbClr val="F3F3F3"/>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Footprint Across Segments </a:t>
              </a:r>
            </a:p>
          </p:txBody>
        </p:sp>
        <p:sp>
          <p:nvSpPr>
            <p:cNvPr id="15" name="Oval 14">
              <a:extLst>
                <a:ext uri="{FF2B5EF4-FFF2-40B4-BE49-F238E27FC236}">
                  <a16:creationId xmlns:a16="http://schemas.microsoft.com/office/drawing/2014/main" id="{D7DD2280-0793-B616-29F4-855D68A0657B}"/>
                </a:ext>
              </a:extLst>
            </p:cNvPr>
            <p:cNvSpPr/>
            <p:nvPr/>
          </p:nvSpPr>
          <p:spPr>
            <a:xfrm>
              <a:off x="3656624" y="1130871"/>
              <a:ext cx="163239" cy="146423"/>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A7FA0139-8FF2-F201-A4DA-92E37F9248DB}"/>
                </a:ext>
              </a:extLst>
            </p:cNvPr>
            <p:cNvSpPr/>
            <p:nvPr/>
          </p:nvSpPr>
          <p:spPr>
            <a:xfrm>
              <a:off x="8066169" y="1130870"/>
              <a:ext cx="163239" cy="146423"/>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D89E2DAF-87EA-7C4D-F210-F4544489FB30}"/>
                </a:ext>
              </a:extLst>
            </p:cNvPr>
            <p:cNvSpPr/>
            <p:nvPr/>
          </p:nvSpPr>
          <p:spPr>
            <a:xfrm>
              <a:off x="1022925" y="2116319"/>
              <a:ext cx="2441266" cy="318961"/>
            </a:xfrm>
            <a:prstGeom prst="roundRect">
              <a:avLst>
                <a:gd name="adj" fmla="val 50000"/>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rgbClr val="FFFFFF"/>
                  </a:solidFill>
                  <a:effectLst/>
                  <a:uLnTx/>
                  <a:uFillTx/>
                  <a:latin typeface="Montserrat" panose="00000500000000000000" pitchFamily="2" charset="0"/>
                  <a:ea typeface="+mn-ea"/>
                  <a:cs typeface="+mn-cs"/>
                </a:rPr>
                <a:t>Inventory Studio</a:t>
              </a:r>
            </a:p>
          </p:txBody>
        </p:sp>
        <p:sp>
          <p:nvSpPr>
            <p:cNvPr id="22" name="Rectangle: Rounded Corners 21">
              <a:extLst>
                <a:ext uri="{FF2B5EF4-FFF2-40B4-BE49-F238E27FC236}">
                  <a16:creationId xmlns:a16="http://schemas.microsoft.com/office/drawing/2014/main" id="{83131F7B-D085-BFE4-7AF2-BDC273DEC919}"/>
                </a:ext>
              </a:extLst>
            </p:cNvPr>
            <p:cNvSpPr/>
            <p:nvPr/>
          </p:nvSpPr>
          <p:spPr>
            <a:xfrm>
              <a:off x="1022923" y="2508491"/>
              <a:ext cx="2441267" cy="326134"/>
            </a:xfrm>
            <a:prstGeom prst="roundRect">
              <a:avLst>
                <a:gd name="adj" fmla="val 50000"/>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rgbClr val="FFFFFF"/>
                  </a:solidFill>
                  <a:effectLst/>
                  <a:uLnTx/>
                  <a:uFillTx/>
                  <a:latin typeface="Montserrat" panose="00000500000000000000" pitchFamily="2" charset="0"/>
                  <a:ea typeface="+mn-ea"/>
                  <a:cs typeface="+mn-cs"/>
                </a:rPr>
                <a:t>Available-to-Promise (ATP)</a:t>
              </a:r>
            </a:p>
          </p:txBody>
        </p:sp>
        <p:cxnSp>
          <p:nvCxnSpPr>
            <p:cNvPr id="25" name="Straight Connector 24">
              <a:extLst>
                <a:ext uri="{FF2B5EF4-FFF2-40B4-BE49-F238E27FC236}">
                  <a16:creationId xmlns:a16="http://schemas.microsoft.com/office/drawing/2014/main" id="{B30909F7-3D2F-D6ED-937C-BDBA0EB9D304}"/>
                </a:ext>
              </a:extLst>
            </p:cNvPr>
            <p:cNvCxnSpPr/>
            <p:nvPr/>
          </p:nvCxnSpPr>
          <p:spPr>
            <a:xfrm>
              <a:off x="3831998" y="1638289"/>
              <a:ext cx="0" cy="1808251"/>
            </a:xfrm>
            <a:prstGeom prst="line">
              <a:avLst/>
            </a:prstGeom>
            <a:ln w="9525">
              <a:solidFill>
                <a:schemeClr val="bg1">
                  <a:lumMod val="7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0ABF12C5-D08A-BB97-E785-251671DB3FCF}"/>
                </a:ext>
              </a:extLst>
            </p:cNvPr>
            <p:cNvCxnSpPr/>
            <p:nvPr/>
          </p:nvCxnSpPr>
          <p:spPr>
            <a:xfrm>
              <a:off x="8362902" y="1638289"/>
              <a:ext cx="0" cy="1808251"/>
            </a:xfrm>
            <a:prstGeom prst="line">
              <a:avLst/>
            </a:prstGeom>
            <a:ln w="9525">
              <a:solidFill>
                <a:schemeClr val="bg1">
                  <a:lumMod val="75000"/>
                </a:schemeClr>
              </a:solidFill>
              <a:prstDash val="dash"/>
            </a:ln>
          </p:spPr>
          <p:style>
            <a:lnRef idx="2">
              <a:schemeClr val="accent1"/>
            </a:lnRef>
            <a:fillRef idx="0">
              <a:schemeClr val="accent1"/>
            </a:fillRef>
            <a:effectRef idx="1">
              <a:schemeClr val="accent1"/>
            </a:effectRef>
            <a:fontRef idx="minor">
              <a:schemeClr val="tx1"/>
            </a:fontRef>
          </p:style>
        </p:cxnSp>
        <p:sp>
          <p:nvSpPr>
            <p:cNvPr id="27" name="Rectangle: Rounded Corners 26">
              <a:extLst>
                <a:ext uri="{FF2B5EF4-FFF2-40B4-BE49-F238E27FC236}">
                  <a16:creationId xmlns:a16="http://schemas.microsoft.com/office/drawing/2014/main" id="{295EEA53-FBE3-C466-8B92-34FE03DB5A94}"/>
                </a:ext>
              </a:extLst>
            </p:cNvPr>
            <p:cNvSpPr/>
            <p:nvPr/>
          </p:nvSpPr>
          <p:spPr>
            <a:xfrm>
              <a:off x="4144269" y="2136172"/>
              <a:ext cx="2441266" cy="318961"/>
            </a:xfrm>
            <a:prstGeom prst="roundRect">
              <a:avLst>
                <a:gd name="adj" fmla="val 50000"/>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rgbClr val="FFFFFF"/>
                  </a:solidFill>
                  <a:effectLst/>
                  <a:uLnTx/>
                  <a:uFillTx/>
                  <a:latin typeface="Montserrat" panose="00000500000000000000" pitchFamily="2" charset="0"/>
                  <a:ea typeface="+mn-ea"/>
                  <a:cs typeface="+mn-cs"/>
                </a:rPr>
                <a:t>CDL MD Curation</a:t>
              </a:r>
            </a:p>
          </p:txBody>
        </p:sp>
        <p:sp>
          <p:nvSpPr>
            <p:cNvPr id="28" name="Rectangle: Rounded Corners 27">
              <a:extLst>
                <a:ext uri="{FF2B5EF4-FFF2-40B4-BE49-F238E27FC236}">
                  <a16:creationId xmlns:a16="http://schemas.microsoft.com/office/drawing/2014/main" id="{9B315900-0AF9-A872-8695-7A73F586F187}"/>
                </a:ext>
              </a:extLst>
            </p:cNvPr>
            <p:cNvSpPr/>
            <p:nvPr/>
          </p:nvSpPr>
          <p:spPr>
            <a:xfrm>
              <a:off x="4144266" y="2528344"/>
              <a:ext cx="2441267" cy="326134"/>
            </a:xfrm>
            <a:prstGeom prst="roundRect">
              <a:avLst>
                <a:gd name="adj" fmla="val 50000"/>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rgbClr val="FFFFFF"/>
                  </a:solidFill>
                  <a:effectLst/>
                  <a:uLnTx/>
                  <a:uFillTx/>
                  <a:latin typeface="Montserrat" panose="00000500000000000000" pitchFamily="2" charset="0"/>
                  <a:ea typeface="+mn-ea"/>
                  <a:cs typeface="+mn-cs"/>
                </a:rPr>
                <a:t>MD DC Archetypes</a:t>
              </a:r>
            </a:p>
          </p:txBody>
        </p:sp>
        <p:sp>
          <p:nvSpPr>
            <p:cNvPr id="29" name="Rectangle: Rounded Corners 28">
              <a:extLst>
                <a:ext uri="{FF2B5EF4-FFF2-40B4-BE49-F238E27FC236}">
                  <a16:creationId xmlns:a16="http://schemas.microsoft.com/office/drawing/2014/main" id="{5BAE45D1-5567-2512-EB2F-580C58D39E2E}"/>
                </a:ext>
              </a:extLst>
            </p:cNvPr>
            <p:cNvSpPr/>
            <p:nvPr/>
          </p:nvSpPr>
          <p:spPr>
            <a:xfrm>
              <a:off x="6656393" y="2131167"/>
              <a:ext cx="1427178" cy="318961"/>
            </a:xfrm>
            <a:prstGeom prst="roundRect">
              <a:avLst>
                <a:gd name="adj" fmla="val 50000"/>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rgbClr val="FFFFFF"/>
                  </a:solidFill>
                  <a:effectLst/>
                  <a:uLnTx/>
                  <a:uFillTx/>
                  <a:latin typeface="Montserrat" panose="00000500000000000000" pitchFamily="2" charset="0"/>
                  <a:ea typeface="+mn-ea"/>
                  <a:cs typeface="+mn-cs"/>
                </a:rPr>
                <a:t>Track &amp; Trace</a:t>
              </a:r>
            </a:p>
          </p:txBody>
        </p:sp>
        <p:sp>
          <p:nvSpPr>
            <p:cNvPr id="31" name="Rectangle: Rounded Corners 30">
              <a:extLst>
                <a:ext uri="{FF2B5EF4-FFF2-40B4-BE49-F238E27FC236}">
                  <a16:creationId xmlns:a16="http://schemas.microsoft.com/office/drawing/2014/main" id="{D6DEBCF8-CADA-AA47-E6BF-919A81EA4CAF}"/>
                </a:ext>
              </a:extLst>
            </p:cNvPr>
            <p:cNvSpPr/>
            <p:nvPr/>
          </p:nvSpPr>
          <p:spPr>
            <a:xfrm>
              <a:off x="6656391" y="2523339"/>
              <a:ext cx="1427178" cy="326134"/>
            </a:xfrm>
            <a:prstGeom prst="roundRect">
              <a:avLst>
                <a:gd name="adj" fmla="val 50000"/>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rgbClr val="FFFFFF"/>
                  </a:solidFill>
                  <a:effectLst/>
                  <a:uLnTx/>
                  <a:uFillTx/>
                  <a:latin typeface="Montserrat" panose="00000500000000000000" pitchFamily="2" charset="0"/>
                  <a:ea typeface="+mn-ea"/>
                  <a:cs typeface="+mn-cs"/>
                </a:rPr>
                <a:t>MT MAPS</a:t>
              </a:r>
            </a:p>
          </p:txBody>
        </p:sp>
        <p:sp>
          <p:nvSpPr>
            <p:cNvPr id="35" name="Rectangle: Rounded Corners 34">
              <a:extLst>
                <a:ext uri="{FF2B5EF4-FFF2-40B4-BE49-F238E27FC236}">
                  <a16:creationId xmlns:a16="http://schemas.microsoft.com/office/drawing/2014/main" id="{68D33434-9FC8-91CF-43C9-4DF5E893C8FD}"/>
                </a:ext>
              </a:extLst>
            </p:cNvPr>
            <p:cNvSpPr/>
            <p:nvPr/>
          </p:nvSpPr>
          <p:spPr>
            <a:xfrm>
              <a:off x="4144266" y="2924464"/>
              <a:ext cx="3975709" cy="326134"/>
            </a:xfrm>
            <a:prstGeom prst="roundRect">
              <a:avLst>
                <a:gd name="adj" fmla="val 50000"/>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rgbClr val="FFFFFF"/>
                  </a:solidFill>
                  <a:effectLst/>
                  <a:uLnTx/>
                  <a:uFillTx/>
                  <a:latin typeface="Montserrat" panose="00000500000000000000" pitchFamily="2" charset="0"/>
                  <a:ea typeface="+mn-ea"/>
                  <a:cs typeface="+mn-cs"/>
                </a:rPr>
                <a:t>Transcend- CDL MD Curation</a:t>
              </a:r>
            </a:p>
          </p:txBody>
        </p:sp>
        <p:sp>
          <p:nvSpPr>
            <p:cNvPr id="37" name="Rectangle: Rounded Corners 36">
              <a:extLst>
                <a:ext uri="{FF2B5EF4-FFF2-40B4-BE49-F238E27FC236}">
                  <a16:creationId xmlns:a16="http://schemas.microsoft.com/office/drawing/2014/main" id="{830CDDEA-A582-091C-44A3-DB22807892EC}"/>
                </a:ext>
              </a:extLst>
            </p:cNvPr>
            <p:cNvSpPr/>
            <p:nvPr/>
          </p:nvSpPr>
          <p:spPr>
            <a:xfrm>
              <a:off x="8695121" y="2136172"/>
              <a:ext cx="2548532" cy="318961"/>
            </a:xfrm>
            <a:prstGeom prst="roundRect">
              <a:avLst>
                <a:gd name="adj" fmla="val 50000"/>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rgbClr val="FFFFFF"/>
                  </a:solidFill>
                  <a:effectLst/>
                  <a:uLnTx/>
                  <a:uFillTx/>
                  <a:latin typeface="Montserrat" panose="00000500000000000000" pitchFamily="2" charset="0"/>
                  <a:ea typeface="+mn-ea"/>
                  <a:cs typeface="+mn-cs"/>
                </a:rPr>
                <a:t>Transcend- CDL MD Curation </a:t>
              </a:r>
            </a:p>
          </p:txBody>
        </p:sp>
        <p:sp>
          <p:nvSpPr>
            <p:cNvPr id="38" name="Rectangle: Rounded Corners 37">
              <a:extLst>
                <a:ext uri="{FF2B5EF4-FFF2-40B4-BE49-F238E27FC236}">
                  <a16:creationId xmlns:a16="http://schemas.microsoft.com/office/drawing/2014/main" id="{AD52A8B3-2AD9-F791-CC63-8B0FD264C671}"/>
                </a:ext>
              </a:extLst>
            </p:cNvPr>
            <p:cNvSpPr/>
            <p:nvPr/>
          </p:nvSpPr>
          <p:spPr>
            <a:xfrm>
              <a:off x="8695121" y="2528344"/>
              <a:ext cx="2548532" cy="326134"/>
            </a:xfrm>
            <a:prstGeom prst="roundRect">
              <a:avLst>
                <a:gd name="adj" fmla="val 50000"/>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rgbClr val="FFFFFF"/>
                  </a:solidFill>
                  <a:effectLst/>
                  <a:uLnTx/>
                  <a:uFillTx/>
                  <a:latin typeface="Montserrat" panose="00000500000000000000" pitchFamily="2" charset="0"/>
                  <a:ea typeface="+mn-ea"/>
                  <a:cs typeface="+mn-cs"/>
                </a:rPr>
                <a:t>CDL MD Curation</a:t>
              </a:r>
            </a:p>
          </p:txBody>
        </p:sp>
        <p:sp>
          <p:nvSpPr>
            <p:cNvPr id="39" name="Rectangle: Rounded Corners 38">
              <a:extLst>
                <a:ext uri="{FF2B5EF4-FFF2-40B4-BE49-F238E27FC236}">
                  <a16:creationId xmlns:a16="http://schemas.microsoft.com/office/drawing/2014/main" id="{240A23D4-FFE1-3577-D24E-2EB1CA702EA4}"/>
                </a:ext>
              </a:extLst>
            </p:cNvPr>
            <p:cNvSpPr/>
            <p:nvPr/>
          </p:nvSpPr>
          <p:spPr>
            <a:xfrm>
              <a:off x="8695121" y="2924464"/>
              <a:ext cx="2548532" cy="326134"/>
            </a:xfrm>
            <a:prstGeom prst="roundRect">
              <a:avLst>
                <a:gd name="adj" fmla="val 50000"/>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rgbClr val="FFFFFF"/>
                  </a:solidFill>
                  <a:effectLst/>
                  <a:uLnTx/>
                  <a:uFillTx/>
                  <a:latin typeface="Montserrat" panose="00000500000000000000" pitchFamily="2" charset="0"/>
                  <a:ea typeface="+mn-ea"/>
                  <a:cs typeface="+mn-cs"/>
                </a:rPr>
                <a:t>Lab Capacity </a:t>
              </a:r>
            </a:p>
          </p:txBody>
        </p:sp>
      </p:grpSp>
      <p:sp>
        <p:nvSpPr>
          <p:cNvPr id="47" name="TextBox 46">
            <a:extLst>
              <a:ext uri="{FF2B5EF4-FFF2-40B4-BE49-F238E27FC236}">
                <a16:creationId xmlns:a16="http://schemas.microsoft.com/office/drawing/2014/main" id="{4171F92A-9BD4-B3C9-D1EF-B1B65DE719D8}"/>
              </a:ext>
            </a:extLst>
          </p:cNvPr>
          <p:cNvSpPr txBox="1"/>
          <p:nvPr/>
        </p:nvSpPr>
        <p:spPr>
          <a:xfrm>
            <a:off x="507548" y="1277293"/>
            <a:ext cx="1429302" cy="61555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F64F18"/>
                </a:solidFill>
                <a:effectLst/>
                <a:uLnTx/>
                <a:uFillTx/>
                <a:latin typeface="Montserrat" panose="00000500000000000000" pitchFamily="2" charset="0"/>
                <a:ea typeface="Inter Black"/>
                <a:cs typeface="Segoe UI"/>
              </a:rPr>
              <a:t>~</a:t>
            </a:r>
            <a:r>
              <a:rPr lang="en-IN" sz="2000" b="1">
                <a:solidFill>
                  <a:srgbClr val="F64F18"/>
                </a:solidFill>
                <a:latin typeface="Montserrat" panose="00000500000000000000" pitchFamily="2" charset="0"/>
                <a:ea typeface="Inter Black"/>
                <a:cs typeface="Segoe UI"/>
              </a:rPr>
              <a:t>50</a:t>
            </a:r>
            <a:endParaRPr kumimoji="0" lang="en-IN" sz="2000" b="1" i="0" u="none" strike="noStrike" kern="1200" cap="none" spc="0" normalizeH="0" baseline="0" noProof="0">
              <a:ln>
                <a:noFill/>
              </a:ln>
              <a:solidFill>
                <a:srgbClr val="F64F18"/>
              </a:solidFill>
              <a:effectLst/>
              <a:uLnTx/>
              <a:uFillTx/>
              <a:latin typeface="Montserrat" panose="00000500000000000000" pitchFamily="2" charset="0"/>
              <a:ea typeface="Inter Black"/>
              <a:cs typeface="Segoe UI"/>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000000"/>
                </a:solidFill>
                <a:effectLst/>
                <a:uLnTx/>
                <a:uFillTx/>
                <a:latin typeface="Montserrat" panose="00000500000000000000" pitchFamily="2" charset="0"/>
                <a:ea typeface="Inter Black"/>
                <a:cs typeface="Segoe UI"/>
              </a:rPr>
              <a:t> </a:t>
            </a:r>
            <a:r>
              <a:rPr kumimoji="0" lang="en-IN" sz="1100" b="0" i="0" u="none" strike="noStrike" kern="1200" cap="none" spc="0" normalizeH="0" baseline="0" noProof="0">
                <a:ln>
                  <a:noFill/>
                </a:ln>
                <a:solidFill>
                  <a:srgbClr val="000000"/>
                </a:solidFill>
                <a:effectLst/>
                <a:uLnTx/>
                <a:uFillTx/>
                <a:latin typeface="Montserrat" panose="00000500000000000000" pitchFamily="2" charset="0"/>
                <a:ea typeface="+mn-ea"/>
                <a:cs typeface="Segoe UI"/>
              </a:rPr>
              <a:t>Associates </a:t>
            </a:r>
            <a:endParaRPr kumimoji="0" lang="en-US" sz="1100" b="0" i="0" u="none" strike="noStrike" kern="1200" cap="none" spc="0" normalizeH="0" baseline="0" noProof="0">
              <a:ln>
                <a:noFill/>
              </a:ln>
              <a:solidFill>
                <a:srgbClr val="000000"/>
              </a:solidFill>
              <a:effectLst/>
              <a:uLnTx/>
              <a:uFillTx/>
              <a:latin typeface="Montserrat" panose="00000500000000000000" pitchFamily="2" charset="0"/>
              <a:ea typeface="+mn-ea"/>
              <a:cs typeface="Segoe UI"/>
            </a:endParaRPr>
          </a:p>
        </p:txBody>
      </p:sp>
      <p:sp>
        <p:nvSpPr>
          <p:cNvPr id="48" name="TextBox 47">
            <a:extLst>
              <a:ext uri="{FF2B5EF4-FFF2-40B4-BE49-F238E27FC236}">
                <a16:creationId xmlns:a16="http://schemas.microsoft.com/office/drawing/2014/main" id="{9A2E2F34-2636-99F4-B2DA-7AEEEDCB84FA}"/>
              </a:ext>
            </a:extLst>
          </p:cNvPr>
          <p:cNvSpPr txBox="1"/>
          <p:nvPr/>
        </p:nvSpPr>
        <p:spPr>
          <a:xfrm>
            <a:off x="357877" y="2086783"/>
            <a:ext cx="1728644"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1">
                <a:solidFill>
                  <a:srgbClr val="F64F18"/>
                </a:solidFill>
                <a:latin typeface="Montserrat" panose="00000500000000000000" pitchFamily="2" charset="0"/>
                <a:cs typeface="Segoe UI"/>
              </a:rPr>
              <a:t>10</a:t>
            </a:r>
            <a:endParaRPr kumimoji="0" lang="en-IN" sz="2000" b="1" i="0" u="none" strike="noStrike" kern="1200" cap="none" spc="0" normalizeH="0" baseline="0" noProof="0">
              <a:ln>
                <a:noFill/>
              </a:ln>
              <a:solidFill>
                <a:srgbClr val="F64F18"/>
              </a:solidFill>
              <a:effectLst/>
              <a:uLnTx/>
              <a:uFillTx/>
              <a:latin typeface="Montserrat" panose="00000500000000000000" pitchFamily="2" charset="0"/>
              <a:ea typeface="+mn-ea"/>
              <a:cs typeface="Segoe UI"/>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srgbClr val="000000"/>
                </a:solidFill>
                <a:effectLst/>
                <a:uLnTx/>
                <a:uFillTx/>
                <a:latin typeface="Montserrat" panose="00000500000000000000" pitchFamily="2" charset="0"/>
                <a:ea typeface="+mn-ea"/>
                <a:cs typeface="Segoe UI"/>
              </a:rPr>
              <a:t>Projects</a:t>
            </a:r>
            <a:r>
              <a:rPr kumimoji="0" lang="en-IN" sz="1200" b="0" i="0" u="none" strike="noStrike" kern="1200" cap="none" spc="0" normalizeH="0" baseline="0" noProof="0">
                <a:ln>
                  <a:noFill/>
                </a:ln>
                <a:solidFill>
                  <a:srgbClr val="000000"/>
                </a:solidFill>
                <a:effectLst/>
                <a:uLnTx/>
                <a:uFillTx/>
                <a:latin typeface="Montserrat" panose="00000500000000000000" pitchFamily="2" charset="0"/>
                <a:ea typeface="+mn-ea"/>
                <a:cs typeface="Segoe UI"/>
              </a:rPr>
              <a:t> </a:t>
            </a:r>
            <a:endParaRPr kumimoji="0" lang="en-US" sz="1200" b="0" i="0" u="none" strike="noStrike" kern="1200" cap="none" spc="0" normalizeH="0" baseline="0" noProof="0">
              <a:ln>
                <a:noFill/>
              </a:ln>
              <a:solidFill>
                <a:srgbClr val="000000"/>
              </a:solidFill>
              <a:effectLst/>
              <a:uLnTx/>
              <a:uFillTx/>
              <a:latin typeface="Montserrat" panose="00000500000000000000" pitchFamily="2" charset="0"/>
              <a:ea typeface="+mn-ea"/>
              <a:cs typeface="Segoe UI"/>
            </a:endParaRPr>
          </a:p>
        </p:txBody>
      </p:sp>
      <p:sp>
        <p:nvSpPr>
          <p:cNvPr id="49" name="TextBox 48">
            <a:extLst>
              <a:ext uri="{FF2B5EF4-FFF2-40B4-BE49-F238E27FC236}">
                <a16:creationId xmlns:a16="http://schemas.microsoft.com/office/drawing/2014/main" id="{A82ECEB4-10CB-F51B-3D0D-8BF16D28F295}"/>
              </a:ext>
            </a:extLst>
          </p:cNvPr>
          <p:cNvSpPr txBox="1"/>
          <p:nvPr/>
        </p:nvSpPr>
        <p:spPr>
          <a:xfrm>
            <a:off x="357877" y="2915102"/>
            <a:ext cx="1728644"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F64F18"/>
                </a:solidFill>
                <a:effectLst/>
                <a:uLnTx/>
                <a:uFillTx/>
                <a:latin typeface="Montserrat" panose="00000500000000000000" pitchFamily="2" charset="0"/>
                <a:ea typeface="+mn-ea"/>
                <a:cs typeface="Segoe UI"/>
              </a:rPr>
              <a:t>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srgbClr val="000000"/>
                </a:solidFill>
                <a:effectLst/>
                <a:uLnTx/>
                <a:uFillTx/>
                <a:latin typeface="Montserrat" panose="00000500000000000000" pitchFamily="2" charset="0"/>
                <a:ea typeface="+mn-ea"/>
                <a:cs typeface="Segoe UI"/>
              </a:rPr>
              <a:t>Years of partnership</a:t>
            </a:r>
          </a:p>
        </p:txBody>
      </p:sp>
      <p:sp>
        <p:nvSpPr>
          <p:cNvPr id="50" name="Rectangle: Rounded Corners 49">
            <a:extLst>
              <a:ext uri="{FF2B5EF4-FFF2-40B4-BE49-F238E27FC236}">
                <a16:creationId xmlns:a16="http://schemas.microsoft.com/office/drawing/2014/main" id="{5CC6D2EE-53FA-6319-589F-7AF953647339}"/>
              </a:ext>
            </a:extLst>
          </p:cNvPr>
          <p:cNvSpPr>
            <a:spLocks/>
          </p:cNvSpPr>
          <p:nvPr/>
        </p:nvSpPr>
        <p:spPr>
          <a:xfrm>
            <a:off x="2286497" y="4061699"/>
            <a:ext cx="3722202" cy="2359342"/>
          </a:xfrm>
          <a:prstGeom prst="roundRect">
            <a:avLst>
              <a:gd name="adj" fmla="val 5330"/>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t"/>
          <a:lstStyle/>
          <a:p>
            <a:pPr>
              <a:spcAft>
                <a:spcPts val="600"/>
              </a:spcAft>
            </a:pPr>
            <a:r>
              <a:rPr lang="en-US" sz="1200" b="1">
                <a:solidFill>
                  <a:schemeClr val="tx1"/>
                </a:solidFill>
                <a:latin typeface="Montserrat" panose="00000500000000000000" pitchFamily="2" charset="0"/>
              </a:rPr>
              <a:t>CDM L2- Common Data Management Layer</a:t>
            </a:r>
          </a:p>
          <a:p>
            <a:pPr marL="171450" indent="-171450">
              <a:spcAft>
                <a:spcPts val="600"/>
              </a:spcAft>
              <a:buFont typeface="Wingdings" panose="05000000000000000000" pitchFamily="2" charset="2"/>
              <a:buChar char="v"/>
            </a:pPr>
            <a:r>
              <a:rPr lang="en-US" sz="800">
                <a:solidFill>
                  <a:schemeClr val="tx1"/>
                </a:solidFill>
                <a:latin typeface="Montserrat"/>
              </a:rPr>
              <a:t>Designed and developed the L2 layer to support multiple initiatives across the organization, building on the L1 foundation.</a:t>
            </a:r>
          </a:p>
          <a:p>
            <a:pPr marL="171450" indent="-171450">
              <a:spcAft>
                <a:spcPts val="600"/>
              </a:spcAft>
              <a:buFont typeface="Wingdings" panose="05000000000000000000" pitchFamily="2" charset="2"/>
              <a:buChar char="v"/>
            </a:pPr>
            <a:r>
              <a:rPr lang="en-US" sz="800">
                <a:solidFill>
                  <a:schemeClr val="tx1"/>
                </a:solidFill>
                <a:latin typeface="Montserrat"/>
              </a:rPr>
              <a:t>Standardized KPI definitions (Inventory, Consensus Demand, Collaborative Demand, DOS, Shipments, and more) with relationships mapped across different L1 entities.</a:t>
            </a:r>
          </a:p>
          <a:p>
            <a:pPr marL="171450" indent="-171450">
              <a:spcAft>
                <a:spcPts val="600"/>
              </a:spcAft>
              <a:buFont typeface="Wingdings" panose="05000000000000000000" pitchFamily="2" charset="2"/>
              <a:buChar char="v"/>
            </a:pPr>
            <a:r>
              <a:rPr lang="en-US" sz="800">
                <a:solidFill>
                  <a:schemeClr val="tx1"/>
                </a:solidFill>
                <a:latin typeface="Montserrat"/>
              </a:rPr>
              <a:t>Implemented logging and monitoring capability to generate deep, actionable insights into L2 utilization backed by optimized ETL/ELT pipelines (Databricks Asset Bundles), Unity Catalog-based lineage/audit tracking, and self-healing pipelines with automated rollback.</a:t>
            </a:r>
          </a:p>
        </p:txBody>
      </p:sp>
      <p:sp>
        <p:nvSpPr>
          <p:cNvPr id="51" name="Rectangle: Rounded Corners 50">
            <a:extLst>
              <a:ext uri="{FF2B5EF4-FFF2-40B4-BE49-F238E27FC236}">
                <a16:creationId xmlns:a16="http://schemas.microsoft.com/office/drawing/2014/main" id="{2C31040E-2DA6-FD2F-7F88-CE373662E873}"/>
              </a:ext>
            </a:extLst>
          </p:cNvPr>
          <p:cNvSpPr>
            <a:spLocks/>
          </p:cNvSpPr>
          <p:nvPr/>
        </p:nvSpPr>
        <p:spPr>
          <a:xfrm>
            <a:off x="6180339" y="4061699"/>
            <a:ext cx="3722202" cy="2359342"/>
          </a:xfrm>
          <a:prstGeom prst="roundRect">
            <a:avLst>
              <a:gd name="adj" fmla="val 5330"/>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t"/>
          <a:lstStyle/>
          <a:p>
            <a:pPr>
              <a:spcAft>
                <a:spcPts val="600"/>
              </a:spcAft>
            </a:pPr>
            <a:r>
              <a:rPr lang="en-US" sz="1200" b="1">
                <a:solidFill>
                  <a:schemeClr val="tx1"/>
                </a:solidFill>
                <a:latin typeface="Montserrat" panose="00000500000000000000" pitchFamily="2" charset="0"/>
              </a:rPr>
              <a:t>CDL Medtech Curation – L1+</a:t>
            </a:r>
          </a:p>
          <a:p>
            <a:pPr marL="171450" indent="-171450">
              <a:spcAft>
                <a:spcPts val="600"/>
              </a:spcAft>
              <a:buFont typeface="Wingdings" panose="05000000000000000000" pitchFamily="2" charset="2"/>
              <a:buChar char="v"/>
            </a:pPr>
            <a:r>
              <a:rPr lang="en-US" sz="800">
                <a:solidFill>
                  <a:schemeClr val="tx1"/>
                </a:solidFill>
                <a:latin typeface="Montserrat"/>
              </a:rPr>
              <a:t>Established a shared enterprise data language via standardized, extensible schemas (entities, attributes, semantic metadata, relationships) published across the organization.</a:t>
            </a:r>
          </a:p>
          <a:p>
            <a:pPr marL="171450" indent="-171450">
              <a:spcAft>
                <a:spcPts val="600"/>
              </a:spcAft>
              <a:buFont typeface="Wingdings" panose="05000000000000000000" pitchFamily="2" charset="2"/>
              <a:buChar char="v"/>
            </a:pPr>
            <a:r>
              <a:rPr lang="en-US" sz="800">
                <a:solidFill>
                  <a:schemeClr val="tx1"/>
                </a:solidFill>
                <a:latin typeface="Montserrat"/>
              </a:rPr>
              <a:t>Unified data from all ERP sources so teams focus on business logic instead of repeating common transformation </a:t>
            </a:r>
            <a:r>
              <a:rPr lang="en-US" sz="800" err="1">
                <a:solidFill>
                  <a:schemeClr val="tx1"/>
                </a:solidFill>
                <a:latin typeface="Montserrat"/>
              </a:rPr>
              <a:t>work.Modeled</a:t>
            </a:r>
            <a:r>
              <a:rPr lang="en-US" sz="800">
                <a:solidFill>
                  <a:schemeClr val="tx1"/>
                </a:solidFill>
                <a:latin typeface="Montserrat"/>
              </a:rPr>
              <a:t> commonly used business concepts (Sales Orders, Delivery, Material Master) to simplify creation, aggregation, and analysis of data enterprise-wide.</a:t>
            </a:r>
          </a:p>
          <a:p>
            <a:pPr marL="171450" indent="-171450">
              <a:spcAft>
                <a:spcPts val="600"/>
              </a:spcAft>
              <a:buFont typeface="Wingdings" panose="05000000000000000000" pitchFamily="2" charset="2"/>
              <a:buChar char="v"/>
            </a:pPr>
            <a:r>
              <a:rPr lang="en-US" sz="800">
                <a:solidFill>
                  <a:schemeClr val="tx1"/>
                </a:solidFill>
                <a:latin typeface="Montserrat"/>
              </a:rPr>
              <a:t>Enabled a marketplace for static Excel/flat files and external systems, bringing ungoverned data sources into a managed structure.</a:t>
            </a:r>
          </a:p>
        </p:txBody>
      </p:sp>
      <p:sp>
        <p:nvSpPr>
          <p:cNvPr id="53" name="TextBox 52">
            <a:extLst>
              <a:ext uri="{FF2B5EF4-FFF2-40B4-BE49-F238E27FC236}">
                <a16:creationId xmlns:a16="http://schemas.microsoft.com/office/drawing/2014/main" id="{AC2E0B09-B55F-A992-6A6A-9EBDA4A3CED6}"/>
              </a:ext>
            </a:extLst>
          </p:cNvPr>
          <p:cNvSpPr txBox="1"/>
          <p:nvPr/>
        </p:nvSpPr>
        <p:spPr>
          <a:xfrm>
            <a:off x="4462467" y="3611543"/>
            <a:ext cx="3267066"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chemeClr val="bg2"/>
                </a:solidFill>
                <a:effectLst/>
                <a:uLnTx/>
                <a:uFillTx/>
                <a:latin typeface="Montserrat" panose="00000500000000000000" pitchFamily="2" charset="0"/>
                <a:cs typeface="Segoe UI Semilight"/>
              </a:rPr>
              <a:t>Partnership Highlights </a:t>
            </a:r>
          </a:p>
        </p:txBody>
      </p:sp>
      <p:cxnSp>
        <p:nvCxnSpPr>
          <p:cNvPr id="56" name="Straight Connector 55">
            <a:extLst>
              <a:ext uri="{FF2B5EF4-FFF2-40B4-BE49-F238E27FC236}">
                <a16:creationId xmlns:a16="http://schemas.microsoft.com/office/drawing/2014/main" id="{D83D422F-3905-B0EE-5218-05E3B3EE6FE0}"/>
              </a:ext>
            </a:extLst>
          </p:cNvPr>
          <p:cNvCxnSpPr/>
          <p:nvPr/>
        </p:nvCxnSpPr>
        <p:spPr>
          <a:xfrm>
            <a:off x="507548" y="3796209"/>
            <a:ext cx="395491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B945586D-1DB5-0538-E4BA-D85B06789A8F}"/>
              </a:ext>
            </a:extLst>
          </p:cNvPr>
          <p:cNvCxnSpPr>
            <a:cxnSpLocks/>
          </p:cNvCxnSpPr>
          <p:nvPr/>
        </p:nvCxnSpPr>
        <p:spPr>
          <a:xfrm>
            <a:off x="7724516" y="3822813"/>
            <a:ext cx="4014517"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97892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FD84F-CBAE-8464-1CD4-F6BE21E3DD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C3D68F-7738-BBD3-F510-76515649DE88}"/>
              </a:ext>
            </a:extLst>
          </p:cNvPr>
          <p:cNvSpPr>
            <a:spLocks noGrp="1"/>
          </p:cNvSpPr>
          <p:nvPr>
            <p:ph type="title"/>
          </p:nvPr>
        </p:nvSpPr>
        <p:spPr/>
        <p:txBody>
          <a:bodyPr/>
          <a:lstStyle/>
          <a:p>
            <a:r>
              <a:rPr lang="en-US">
                <a:solidFill>
                  <a:schemeClr val="tx1"/>
                </a:solidFill>
              </a:rPr>
              <a:t>With other Clients</a:t>
            </a:r>
          </a:p>
        </p:txBody>
      </p:sp>
      <p:sp>
        <p:nvSpPr>
          <p:cNvPr id="14" name="Slide Number Placeholder 5">
            <a:extLst>
              <a:ext uri="{FF2B5EF4-FFF2-40B4-BE49-F238E27FC236}">
                <a16:creationId xmlns:a16="http://schemas.microsoft.com/office/drawing/2014/main" id="{5EEDBC88-8FEE-CC9B-6CBE-32D87A2B23CD}"/>
              </a:ext>
            </a:extLst>
          </p:cNvPr>
          <p:cNvSpPr>
            <a:spLocks noGrp="1"/>
          </p:cNvSpPr>
          <p:nvPr>
            <p:ph type="sldNum" sz="quarter" idx="12"/>
          </p:nvPr>
        </p:nvSpPr>
        <p:spPr>
          <a:xfrm>
            <a:off x="9105900" y="6540407"/>
            <a:ext cx="2743200" cy="206375"/>
          </a:xfrm>
        </p:spPr>
        <p:txBody>
          <a:bodyPr/>
          <a:lstStyle/>
          <a:p>
            <a:fld id="{330EA680-D336-4FF7-8B7A-9848BB0A1C32}" type="slidenum">
              <a:rPr lang="en-US" smtClean="0"/>
              <a:t>12</a:t>
            </a:fld>
            <a:endParaRPr lang="en-US"/>
          </a:p>
        </p:txBody>
      </p:sp>
      <p:sp>
        <p:nvSpPr>
          <p:cNvPr id="15" name="Date Placeholder 3">
            <a:extLst>
              <a:ext uri="{FF2B5EF4-FFF2-40B4-BE49-F238E27FC236}">
                <a16:creationId xmlns:a16="http://schemas.microsoft.com/office/drawing/2014/main" id="{6B945996-BC44-3F2A-E4F9-76890227DDFC}"/>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endParaRPr lang="en-US" sz="600"/>
          </a:p>
        </p:txBody>
      </p:sp>
    </p:spTree>
    <p:extLst>
      <p:ext uri="{BB962C8B-B14F-4D97-AF65-F5344CB8AC3E}">
        <p14:creationId xmlns:p14="http://schemas.microsoft.com/office/powerpoint/2010/main" val="8188750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0990B-7D57-7068-360F-DCBCB5A1AE14}"/>
            </a:ext>
          </a:extLst>
        </p:cNvPr>
        <p:cNvGrpSpPr/>
        <p:nvPr/>
      </p:nvGrpSpPr>
      <p:grpSpPr>
        <a:xfrm>
          <a:off x="0" y="0"/>
          <a:ext cx="0" cy="0"/>
          <a:chOff x="0" y="0"/>
          <a:chExt cx="0" cy="0"/>
        </a:xfrm>
      </p:grpSpPr>
      <p:pic>
        <p:nvPicPr>
          <p:cNvPr id="119" name="Picture 118" descr="A shopping cart full of soda bottles and cans&#10;&#10;AI-generated content may be incorrect.">
            <a:extLst>
              <a:ext uri="{FF2B5EF4-FFF2-40B4-BE49-F238E27FC236}">
                <a16:creationId xmlns:a16="http://schemas.microsoft.com/office/drawing/2014/main" id="{1DB26366-DBDD-E524-A07E-2995818F792F}"/>
              </a:ext>
            </a:extLst>
          </p:cNvPr>
          <p:cNvPicPr>
            <a:picLocks noChangeAspect="1"/>
          </p:cNvPicPr>
          <p:nvPr/>
        </p:nvPicPr>
        <p:blipFill>
          <a:blip r:embed="rId3">
            <a:extLst>
              <a:ext uri="{28A0092B-C50C-407E-A947-70E740481C1C}">
                <a14:useLocalDpi xmlns:a14="http://schemas.microsoft.com/office/drawing/2010/main" val="0"/>
              </a:ext>
            </a:extLst>
          </a:blip>
          <a:srcRect r="3787"/>
          <a:stretch>
            <a:fillRect/>
          </a:stretch>
        </p:blipFill>
        <p:spPr>
          <a:xfrm>
            <a:off x="7793145" y="22199"/>
            <a:ext cx="4398855" cy="6857999"/>
          </a:xfrm>
          <a:prstGeom prst="rect">
            <a:avLst/>
          </a:prstGeom>
        </p:spPr>
      </p:pic>
      <p:sp>
        <p:nvSpPr>
          <p:cNvPr id="120" name="Rectangle 119">
            <a:extLst>
              <a:ext uri="{FF2B5EF4-FFF2-40B4-BE49-F238E27FC236}">
                <a16:creationId xmlns:a16="http://schemas.microsoft.com/office/drawing/2014/main" id="{0623AF7D-CF61-F8A2-105D-D2DC549C1D72}"/>
              </a:ext>
            </a:extLst>
          </p:cNvPr>
          <p:cNvSpPr/>
          <p:nvPr/>
        </p:nvSpPr>
        <p:spPr>
          <a:xfrm>
            <a:off x="7793145" y="14585"/>
            <a:ext cx="4398855" cy="6858000"/>
          </a:xfrm>
          <a:prstGeom prst="rect">
            <a:avLst/>
          </a:prstGeom>
          <a:solidFill>
            <a:schemeClr val="tx1">
              <a:alpha val="79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EFFFF"/>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9DC9138-62FB-CCF1-2DC5-BEE106824EF4}"/>
              </a:ext>
            </a:extLst>
          </p:cNvPr>
          <p:cNvSpPr>
            <a:spLocks noGrp="1"/>
          </p:cNvSpPr>
          <p:nvPr>
            <p:ph type="title"/>
          </p:nvPr>
        </p:nvSpPr>
        <p:spPr>
          <a:xfrm>
            <a:off x="381000" y="342899"/>
            <a:ext cx="7565571" cy="553993"/>
          </a:xfrm>
        </p:spPr>
        <p:txBody>
          <a:bodyPr vert="horz" lIns="91440" tIns="45720" rIns="91440" bIns="45720" rtlCol="0" anchor="t">
            <a:noAutofit/>
          </a:bodyPr>
          <a:lstStyle/>
          <a:p>
            <a:r>
              <a:rPr lang="en-US">
                <a:latin typeface="Montserrat Light"/>
              </a:rPr>
              <a:t>Perfect Basket Selection</a:t>
            </a:r>
          </a:p>
        </p:txBody>
      </p:sp>
      <p:sp>
        <p:nvSpPr>
          <p:cNvPr id="10" name="Date Placeholder 3">
            <a:extLst>
              <a:ext uri="{FF2B5EF4-FFF2-40B4-BE49-F238E27FC236}">
                <a16:creationId xmlns:a16="http://schemas.microsoft.com/office/drawing/2014/main" id="{0285FB36-EE5D-278C-1A3B-8B11B025903D}"/>
              </a:ext>
            </a:extLst>
          </p:cNvPr>
          <p:cNvSpPr>
            <a:spLocks noGrp="1"/>
          </p:cNvSpPr>
          <p:nvPr>
            <p:ph type="dt" sz="half" idx="2"/>
          </p:nvPr>
        </p:nvSpPr>
        <p:spPr>
          <a:xfrm>
            <a:off x="857250" y="6540407"/>
            <a:ext cx="2743200" cy="206375"/>
          </a:xfrm>
        </p:spPr>
        <p:txBody>
          <a:bodyPr vert="horz" lIns="91440" tIns="45720" rIns="91440" bIns="45720" rtlCol="0" anchor="ctr"/>
          <a:lstStyle>
            <a:defPPr>
              <a:defRPr lang="en-US"/>
            </a:defPPr>
            <a:lvl1pPr marL="0" algn="l" defTabSz="914400" rtl="0" eaLnBrk="1" latinLnBrk="0" hangingPunct="1">
              <a:defRPr sz="600" b="0" i="0" kern="1200">
                <a:solidFill>
                  <a:schemeClr val="tx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noProof="0"/>
              <a:t>© SYREN CLOUD INC – 2026 – ALL RIGHTS RESERVED</a:t>
            </a:r>
          </a:p>
        </p:txBody>
      </p:sp>
      <p:pic>
        <p:nvPicPr>
          <p:cNvPr id="18" name="Picture 17" descr="A red and orange circle&#10;&#10;AI-generated content may be incorrect.">
            <a:extLst>
              <a:ext uri="{FF2B5EF4-FFF2-40B4-BE49-F238E27FC236}">
                <a16:creationId xmlns:a16="http://schemas.microsoft.com/office/drawing/2014/main" id="{8E69500F-0116-1402-6724-F185E3B21D5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5400000">
            <a:off x="-341443" y="2533534"/>
            <a:ext cx="4721250" cy="2361965"/>
          </a:xfrm>
          <a:prstGeom prst="rect">
            <a:avLst/>
          </a:prstGeom>
        </p:spPr>
      </p:pic>
      <p:pic>
        <p:nvPicPr>
          <p:cNvPr id="39" name="Graphic 38">
            <a:extLst>
              <a:ext uri="{FF2B5EF4-FFF2-40B4-BE49-F238E27FC236}">
                <a16:creationId xmlns:a16="http://schemas.microsoft.com/office/drawing/2014/main" id="{912AFAF8-7E46-156F-D59F-A730C77FFF8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220087" y="1596422"/>
            <a:ext cx="489748" cy="489748"/>
          </a:xfrm>
          <a:prstGeom prst="rect">
            <a:avLst/>
          </a:prstGeom>
        </p:spPr>
      </p:pic>
      <p:pic>
        <p:nvPicPr>
          <p:cNvPr id="40" name="Graphic 39">
            <a:extLst>
              <a:ext uri="{FF2B5EF4-FFF2-40B4-BE49-F238E27FC236}">
                <a16:creationId xmlns:a16="http://schemas.microsoft.com/office/drawing/2014/main" id="{92FB8541-A2D1-2B9E-C199-75AB40761E7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162359" y="2278150"/>
            <a:ext cx="489748" cy="489748"/>
          </a:xfrm>
          <a:prstGeom prst="rect">
            <a:avLst/>
          </a:prstGeom>
        </p:spPr>
      </p:pic>
      <p:pic>
        <p:nvPicPr>
          <p:cNvPr id="41" name="Graphic 40">
            <a:extLst>
              <a:ext uri="{FF2B5EF4-FFF2-40B4-BE49-F238E27FC236}">
                <a16:creationId xmlns:a16="http://schemas.microsoft.com/office/drawing/2014/main" id="{BAA8E26D-CB73-103B-3BB4-4CD2F2106F0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584359" y="3399399"/>
            <a:ext cx="489748" cy="489748"/>
          </a:xfrm>
          <a:prstGeom prst="rect">
            <a:avLst/>
          </a:prstGeom>
        </p:spPr>
      </p:pic>
      <p:pic>
        <p:nvPicPr>
          <p:cNvPr id="42" name="Graphic 41">
            <a:extLst>
              <a:ext uri="{FF2B5EF4-FFF2-40B4-BE49-F238E27FC236}">
                <a16:creationId xmlns:a16="http://schemas.microsoft.com/office/drawing/2014/main" id="{42825151-48E4-4C99-F6D4-B971DB5DDAD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207506" y="4759921"/>
            <a:ext cx="426036" cy="426036"/>
          </a:xfrm>
          <a:prstGeom prst="rect">
            <a:avLst/>
          </a:prstGeom>
        </p:spPr>
      </p:pic>
      <p:pic>
        <p:nvPicPr>
          <p:cNvPr id="43" name="Graphic 42">
            <a:extLst>
              <a:ext uri="{FF2B5EF4-FFF2-40B4-BE49-F238E27FC236}">
                <a16:creationId xmlns:a16="http://schemas.microsoft.com/office/drawing/2014/main" id="{77D35AA6-4AAE-1B75-87BF-85831AFC8E4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206443" y="5434704"/>
            <a:ext cx="416396" cy="416396"/>
          </a:xfrm>
          <a:prstGeom prst="rect">
            <a:avLst/>
          </a:prstGeom>
        </p:spPr>
      </p:pic>
      <p:sp>
        <p:nvSpPr>
          <p:cNvPr id="48" name="Rectangle 47">
            <a:extLst>
              <a:ext uri="{FF2B5EF4-FFF2-40B4-BE49-F238E27FC236}">
                <a16:creationId xmlns:a16="http://schemas.microsoft.com/office/drawing/2014/main" id="{82E8C89A-9638-F1A3-B043-2BDE6E695FE2}"/>
              </a:ext>
            </a:extLst>
          </p:cNvPr>
          <p:cNvSpPr/>
          <p:nvPr/>
        </p:nvSpPr>
        <p:spPr>
          <a:xfrm>
            <a:off x="0" y="1353891"/>
            <a:ext cx="838199" cy="696785"/>
          </a:xfrm>
          <a:prstGeom prst="rect">
            <a:avLst/>
          </a:prstGeom>
          <a:solidFill>
            <a:srgbClr val="B534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EFFFF"/>
              </a:solidFill>
              <a:effectLst/>
              <a:uLnTx/>
              <a:uFillTx/>
              <a:latin typeface="Calibri" panose="020F0502020204030204"/>
              <a:ea typeface="+mn-ea"/>
              <a:cs typeface="+mn-cs"/>
            </a:endParaRPr>
          </a:p>
        </p:txBody>
      </p:sp>
      <p:sp>
        <p:nvSpPr>
          <p:cNvPr id="49" name="Rectangle 48">
            <a:extLst>
              <a:ext uri="{FF2B5EF4-FFF2-40B4-BE49-F238E27FC236}">
                <a16:creationId xmlns:a16="http://schemas.microsoft.com/office/drawing/2014/main" id="{3227C3B6-BFD0-EFB5-D68F-1C9EC0FFD12E}"/>
              </a:ext>
            </a:extLst>
          </p:cNvPr>
          <p:cNvSpPr/>
          <p:nvPr/>
        </p:nvSpPr>
        <p:spPr>
          <a:xfrm>
            <a:off x="16100" y="5378357"/>
            <a:ext cx="819858" cy="696785"/>
          </a:xfrm>
          <a:prstGeom prst="rect">
            <a:avLst/>
          </a:prstGeom>
          <a:solidFill>
            <a:srgbClr val="FDDC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EFFFF"/>
              </a:solidFill>
              <a:effectLst/>
              <a:uLnTx/>
              <a:uFillTx/>
              <a:latin typeface="Calibri" panose="020F0502020204030204"/>
              <a:ea typeface="+mn-ea"/>
              <a:cs typeface="+mn-cs"/>
            </a:endParaRPr>
          </a:p>
        </p:txBody>
      </p:sp>
      <p:sp>
        <p:nvSpPr>
          <p:cNvPr id="53" name="TextBox 52">
            <a:extLst>
              <a:ext uri="{FF2B5EF4-FFF2-40B4-BE49-F238E27FC236}">
                <a16:creationId xmlns:a16="http://schemas.microsoft.com/office/drawing/2014/main" id="{7F3A168C-7CCF-D370-3B75-4AA43AB31EF2}"/>
              </a:ext>
            </a:extLst>
          </p:cNvPr>
          <p:cNvSpPr txBox="1"/>
          <p:nvPr/>
        </p:nvSpPr>
        <p:spPr>
          <a:xfrm>
            <a:off x="2299184" y="1151162"/>
            <a:ext cx="2931578" cy="61555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Replenishment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ontserrat" panose="00000500000000000000" pitchFamily="2" charset="0"/>
                <a:ea typeface="+mn-ea"/>
                <a:cs typeface="+mn-cs"/>
              </a:rPr>
              <a:t>Ensures core SKUs are always in stock based on demand and inventory data.</a:t>
            </a:r>
          </a:p>
        </p:txBody>
      </p:sp>
      <p:sp>
        <p:nvSpPr>
          <p:cNvPr id="54" name="TextBox 53">
            <a:extLst>
              <a:ext uri="{FF2B5EF4-FFF2-40B4-BE49-F238E27FC236}">
                <a16:creationId xmlns:a16="http://schemas.microsoft.com/office/drawing/2014/main" id="{56810859-ED39-7D62-60CB-6CAFF9A0EA28}"/>
              </a:ext>
            </a:extLst>
          </p:cNvPr>
          <p:cNvSpPr txBox="1"/>
          <p:nvPr/>
        </p:nvSpPr>
        <p:spPr>
          <a:xfrm>
            <a:off x="3392358" y="2095609"/>
            <a:ext cx="2931578" cy="61555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Strategic Cross-Sell / Up Sell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ontserrat" panose="00000500000000000000" pitchFamily="2" charset="0"/>
                <a:ea typeface="+mn-ea"/>
                <a:cs typeface="+mn-cs"/>
              </a:rPr>
              <a:t>Identifies and introduces new SKUs to expand portfolio depth.</a:t>
            </a:r>
          </a:p>
        </p:txBody>
      </p:sp>
      <p:sp>
        <p:nvSpPr>
          <p:cNvPr id="55" name="TextBox 54">
            <a:extLst>
              <a:ext uri="{FF2B5EF4-FFF2-40B4-BE49-F238E27FC236}">
                <a16:creationId xmlns:a16="http://schemas.microsoft.com/office/drawing/2014/main" id="{5926CF46-A814-1B6A-D608-30AEC272A29C}"/>
              </a:ext>
            </a:extLst>
          </p:cNvPr>
          <p:cNvSpPr txBox="1"/>
          <p:nvPr/>
        </p:nvSpPr>
        <p:spPr>
          <a:xfrm>
            <a:off x="3731556" y="3380268"/>
            <a:ext cx="2856057" cy="61555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Must-Have SKUs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ontserrat" panose="00000500000000000000" pitchFamily="2" charset="0"/>
                <a:ea typeface="+mn-ea"/>
                <a:cs typeface="+mn-cs"/>
              </a:rPr>
              <a:t>Mandates essential SKUs to maintain brand consistency and presence.</a:t>
            </a:r>
          </a:p>
        </p:txBody>
      </p:sp>
      <p:sp>
        <p:nvSpPr>
          <p:cNvPr id="60" name="TextBox 59">
            <a:extLst>
              <a:ext uri="{FF2B5EF4-FFF2-40B4-BE49-F238E27FC236}">
                <a16:creationId xmlns:a16="http://schemas.microsoft.com/office/drawing/2014/main" id="{07052FBD-F4A9-C71D-FA03-3ADAFF26A360}"/>
              </a:ext>
            </a:extLst>
          </p:cNvPr>
          <p:cNvSpPr txBox="1"/>
          <p:nvPr/>
        </p:nvSpPr>
        <p:spPr>
          <a:xfrm>
            <a:off x="3415045" y="4819151"/>
            <a:ext cx="3172568" cy="61555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NPD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ontserrat" panose="00000500000000000000" pitchFamily="2" charset="0"/>
                <a:ea typeface="+mn-ea"/>
                <a:cs typeface="+mn-cs"/>
              </a:rPr>
              <a:t>Focuses on visibility and trial of new product launches.</a:t>
            </a:r>
          </a:p>
        </p:txBody>
      </p:sp>
      <p:sp>
        <p:nvSpPr>
          <p:cNvPr id="61" name="TextBox 60">
            <a:extLst>
              <a:ext uri="{FF2B5EF4-FFF2-40B4-BE49-F238E27FC236}">
                <a16:creationId xmlns:a16="http://schemas.microsoft.com/office/drawing/2014/main" id="{2D8DBFC0-8344-60A7-0CB6-F7CE0643CB38}"/>
              </a:ext>
            </a:extLst>
          </p:cNvPr>
          <p:cNvSpPr txBox="1"/>
          <p:nvPr/>
        </p:nvSpPr>
        <p:spPr>
          <a:xfrm>
            <a:off x="2367357" y="5785033"/>
            <a:ext cx="4209079" cy="61555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Additional Feature Configuration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ontserrat" panose="00000500000000000000" pitchFamily="2" charset="0"/>
                <a:ea typeface="+mn-ea"/>
                <a:cs typeface="+mn-cs"/>
              </a:rPr>
              <a:t>market-specific policies—pack restrictions, minimum order norms, delivery rules, and assortment guidelines</a:t>
            </a:r>
          </a:p>
        </p:txBody>
      </p:sp>
      <p:sp>
        <p:nvSpPr>
          <p:cNvPr id="63" name="Oval 62">
            <a:extLst>
              <a:ext uri="{FF2B5EF4-FFF2-40B4-BE49-F238E27FC236}">
                <a16:creationId xmlns:a16="http://schemas.microsoft.com/office/drawing/2014/main" id="{BFA4603A-9FA9-2205-D2E9-8A07A7E7B72B}"/>
              </a:ext>
            </a:extLst>
          </p:cNvPr>
          <p:cNvSpPr/>
          <p:nvPr/>
        </p:nvSpPr>
        <p:spPr>
          <a:xfrm>
            <a:off x="1531399" y="1368172"/>
            <a:ext cx="182880" cy="182880"/>
          </a:xfrm>
          <a:prstGeom prst="ellipse">
            <a:avLst/>
          </a:prstGeom>
          <a:solidFill>
            <a:schemeClr val="accent2"/>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EFFFF"/>
              </a:solidFill>
              <a:effectLst/>
              <a:uLnTx/>
              <a:uFillTx/>
              <a:latin typeface="Calibri" panose="020F0502020204030204"/>
              <a:ea typeface="+mn-ea"/>
              <a:cs typeface="+mn-cs"/>
            </a:endParaRPr>
          </a:p>
        </p:txBody>
      </p:sp>
      <p:sp>
        <p:nvSpPr>
          <p:cNvPr id="65" name="Oval 64">
            <a:extLst>
              <a:ext uri="{FF2B5EF4-FFF2-40B4-BE49-F238E27FC236}">
                <a16:creationId xmlns:a16="http://schemas.microsoft.com/office/drawing/2014/main" id="{DECF30F7-F10B-49F8-BE05-A8399823D3C9}"/>
              </a:ext>
            </a:extLst>
          </p:cNvPr>
          <p:cNvSpPr/>
          <p:nvPr/>
        </p:nvSpPr>
        <p:spPr>
          <a:xfrm>
            <a:off x="2740478" y="2307770"/>
            <a:ext cx="182880" cy="182880"/>
          </a:xfrm>
          <a:prstGeom prst="ellipse">
            <a:avLst/>
          </a:prstGeom>
          <a:solidFill>
            <a:srgbClr val="E53000"/>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EFFFF"/>
              </a:solidFill>
              <a:effectLst/>
              <a:uLnTx/>
              <a:uFillTx/>
              <a:latin typeface="Calibri" panose="020F0502020204030204"/>
              <a:ea typeface="+mn-ea"/>
              <a:cs typeface="+mn-cs"/>
            </a:endParaRPr>
          </a:p>
        </p:txBody>
      </p:sp>
      <p:sp>
        <p:nvSpPr>
          <p:cNvPr id="66" name="Oval 65">
            <a:extLst>
              <a:ext uri="{FF2B5EF4-FFF2-40B4-BE49-F238E27FC236}">
                <a16:creationId xmlns:a16="http://schemas.microsoft.com/office/drawing/2014/main" id="{9A1EDC57-B39E-43F7-5C73-F817C6128396}"/>
              </a:ext>
            </a:extLst>
          </p:cNvPr>
          <p:cNvSpPr/>
          <p:nvPr/>
        </p:nvSpPr>
        <p:spPr>
          <a:xfrm>
            <a:off x="3142369" y="3610130"/>
            <a:ext cx="182880" cy="182880"/>
          </a:xfrm>
          <a:prstGeom prst="ellipse">
            <a:avLst/>
          </a:prstGeom>
          <a:solidFill>
            <a:srgbClr val="F64F18"/>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EFFFF"/>
              </a:solidFill>
              <a:effectLst/>
              <a:uLnTx/>
              <a:uFillTx/>
              <a:latin typeface="Calibri" panose="020F0502020204030204"/>
              <a:ea typeface="+mn-ea"/>
              <a:cs typeface="+mn-cs"/>
            </a:endParaRPr>
          </a:p>
        </p:txBody>
      </p:sp>
      <p:sp>
        <p:nvSpPr>
          <p:cNvPr id="71" name="Oval 70">
            <a:extLst>
              <a:ext uri="{FF2B5EF4-FFF2-40B4-BE49-F238E27FC236}">
                <a16:creationId xmlns:a16="http://schemas.microsoft.com/office/drawing/2014/main" id="{DF546286-A79B-EBDB-5E5F-80D3AAE47025}"/>
              </a:ext>
            </a:extLst>
          </p:cNvPr>
          <p:cNvSpPr/>
          <p:nvPr/>
        </p:nvSpPr>
        <p:spPr>
          <a:xfrm>
            <a:off x="2736905" y="4933212"/>
            <a:ext cx="182880" cy="182880"/>
          </a:xfrm>
          <a:prstGeom prst="ellipse">
            <a:avLst/>
          </a:prstGeom>
          <a:solidFill>
            <a:srgbClr val="FA9574"/>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EFFFF"/>
              </a:solidFill>
              <a:effectLst/>
              <a:uLnTx/>
              <a:uFillTx/>
              <a:latin typeface="Calibri" panose="020F0502020204030204"/>
              <a:ea typeface="+mn-ea"/>
              <a:cs typeface="+mn-cs"/>
            </a:endParaRPr>
          </a:p>
        </p:txBody>
      </p:sp>
      <p:sp>
        <p:nvSpPr>
          <p:cNvPr id="72" name="Oval 71">
            <a:extLst>
              <a:ext uri="{FF2B5EF4-FFF2-40B4-BE49-F238E27FC236}">
                <a16:creationId xmlns:a16="http://schemas.microsoft.com/office/drawing/2014/main" id="{E64D1BAF-C85B-9F5D-BCA2-57A090A4D2F0}"/>
              </a:ext>
            </a:extLst>
          </p:cNvPr>
          <p:cNvSpPr/>
          <p:nvPr/>
        </p:nvSpPr>
        <p:spPr>
          <a:xfrm>
            <a:off x="1582717" y="5864497"/>
            <a:ext cx="182880" cy="182880"/>
          </a:xfrm>
          <a:prstGeom prst="ellipse">
            <a:avLst/>
          </a:prstGeom>
          <a:solidFill>
            <a:srgbClr val="FDDCD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EFFFF"/>
              </a:solidFill>
              <a:effectLst/>
              <a:uLnTx/>
              <a:uFillTx/>
              <a:latin typeface="Calibri" panose="020F0502020204030204"/>
              <a:ea typeface="+mn-ea"/>
              <a:cs typeface="+mn-cs"/>
            </a:endParaRPr>
          </a:p>
        </p:txBody>
      </p:sp>
      <p:cxnSp>
        <p:nvCxnSpPr>
          <p:cNvPr id="74" name="Connector: Elbow 73">
            <a:extLst>
              <a:ext uri="{FF2B5EF4-FFF2-40B4-BE49-F238E27FC236}">
                <a16:creationId xmlns:a16="http://schemas.microsoft.com/office/drawing/2014/main" id="{2B1F05AE-E29F-C075-69FD-71E4758367EC}"/>
              </a:ext>
            </a:extLst>
          </p:cNvPr>
          <p:cNvCxnSpPr>
            <a:cxnSpLocks/>
            <a:stCxn id="72" idx="6"/>
            <a:endCxn id="61" idx="1"/>
          </p:cNvCxnSpPr>
          <p:nvPr/>
        </p:nvCxnSpPr>
        <p:spPr>
          <a:xfrm>
            <a:off x="1765597" y="5955937"/>
            <a:ext cx="601760" cy="136873"/>
          </a:xfrm>
          <a:prstGeom prst="bentConnector3">
            <a:avLst>
              <a:gd name="adj1" fmla="val 50000"/>
            </a:avLst>
          </a:prstGeom>
          <a:ln>
            <a:prstDash val="dash"/>
          </a:ln>
        </p:spPr>
        <p:style>
          <a:lnRef idx="1">
            <a:schemeClr val="dk1"/>
          </a:lnRef>
          <a:fillRef idx="0">
            <a:schemeClr val="dk1"/>
          </a:fillRef>
          <a:effectRef idx="0">
            <a:schemeClr val="dk1"/>
          </a:effectRef>
          <a:fontRef idx="minor">
            <a:schemeClr val="tx1"/>
          </a:fontRef>
        </p:style>
      </p:cxnSp>
      <p:cxnSp>
        <p:nvCxnSpPr>
          <p:cNvPr id="78" name="Straight Connector 77">
            <a:extLst>
              <a:ext uri="{FF2B5EF4-FFF2-40B4-BE49-F238E27FC236}">
                <a16:creationId xmlns:a16="http://schemas.microsoft.com/office/drawing/2014/main" id="{4119B85D-5D42-D3C5-EAD9-99DA6729F42C}"/>
              </a:ext>
            </a:extLst>
          </p:cNvPr>
          <p:cNvCxnSpPr>
            <a:cxnSpLocks/>
            <a:stCxn id="66" idx="6"/>
            <a:endCxn id="55" idx="1"/>
          </p:cNvCxnSpPr>
          <p:nvPr/>
        </p:nvCxnSpPr>
        <p:spPr>
          <a:xfrm flipV="1">
            <a:off x="3325249" y="3688045"/>
            <a:ext cx="406307" cy="13525"/>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80" name="Connector: Elbow 79">
            <a:extLst>
              <a:ext uri="{FF2B5EF4-FFF2-40B4-BE49-F238E27FC236}">
                <a16:creationId xmlns:a16="http://schemas.microsoft.com/office/drawing/2014/main" id="{7ED1B1F5-7EED-6348-6688-E3259BFF3076}"/>
              </a:ext>
            </a:extLst>
          </p:cNvPr>
          <p:cNvCxnSpPr>
            <a:cxnSpLocks/>
            <a:stCxn id="63" idx="6"/>
            <a:endCxn id="53" idx="1"/>
          </p:cNvCxnSpPr>
          <p:nvPr/>
        </p:nvCxnSpPr>
        <p:spPr>
          <a:xfrm flipV="1">
            <a:off x="1714279" y="1458939"/>
            <a:ext cx="584905" cy="673"/>
          </a:xfrm>
          <a:prstGeom prst="bentConnector3">
            <a:avLst/>
          </a:prstGeom>
          <a:ln>
            <a:prstDash val="dash"/>
          </a:ln>
        </p:spPr>
        <p:style>
          <a:lnRef idx="1">
            <a:schemeClr val="dk1"/>
          </a:lnRef>
          <a:fillRef idx="0">
            <a:schemeClr val="dk1"/>
          </a:fillRef>
          <a:effectRef idx="0">
            <a:schemeClr val="dk1"/>
          </a:effectRef>
          <a:fontRef idx="minor">
            <a:schemeClr val="tx1"/>
          </a:fontRef>
        </p:style>
      </p:cxnSp>
      <p:cxnSp>
        <p:nvCxnSpPr>
          <p:cNvPr id="84" name="Connector: Elbow 83">
            <a:extLst>
              <a:ext uri="{FF2B5EF4-FFF2-40B4-BE49-F238E27FC236}">
                <a16:creationId xmlns:a16="http://schemas.microsoft.com/office/drawing/2014/main" id="{4EB217F1-41AE-0842-2272-6DCDDFB34F0C}"/>
              </a:ext>
            </a:extLst>
          </p:cNvPr>
          <p:cNvCxnSpPr>
            <a:cxnSpLocks/>
            <a:stCxn id="65" idx="6"/>
            <a:endCxn id="54" idx="1"/>
          </p:cNvCxnSpPr>
          <p:nvPr/>
        </p:nvCxnSpPr>
        <p:spPr>
          <a:xfrm>
            <a:off x="2923358" y="2399210"/>
            <a:ext cx="469000" cy="4176"/>
          </a:xfrm>
          <a:prstGeom prst="bentConnector3">
            <a:avLst/>
          </a:prstGeom>
          <a:ln>
            <a:prstDash val="dash"/>
          </a:ln>
        </p:spPr>
        <p:style>
          <a:lnRef idx="1">
            <a:schemeClr val="dk1"/>
          </a:lnRef>
          <a:fillRef idx="0">
            <a:schemeClr val="dk1"/>
          </a:fillRef>
          <a:effectRef idx="0">
            <a:schemeClr val="dk1"/>
          </a:effectRef>
          <a:fontRef idx="minor">
            <a:schemeClr val="tx1"/>
          </a:fontRef>
        </p:style>
      </p:cxnSp>
      <p:sp>
        <p:nvSpPr>
          <p:cNvPr id="91" name="TextBox 90">
            <a:extLst>
              <a:ext uri="{FF2B5EF4-FFF2-40B4-BE49-F238E27FC236}">
                <a16:creationId xmlns:a16="http://schemas.microsoft.com/office/drawing/2014/main" id="{BABB77F2-CBB7-64B6-909C-033EC84C422B}"/>
              </a:ext>
            </a:extLst>
          </p:cNvPr>
          <p:cNvSpPr txBox="1"/>
          <p:nvPr/>
        </p:nvSpPr>
        <p:spPr>
          <a:xfrm>
            <a:off x="258614" y="3504550"/>
            <a:ext cx="1807861"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54F17"/>
                </a:solidFill>
                <a:effectLst/>
                <a:uLnTx/>
                <a:uFillTx/>
                <a:latin typeface="Montserrat" panose="00000500000000000000" pitchFamily="2" charset="0"/>
                <a:ea typeface="+mn-ea"/>
                <a:cs typeface="+mn-cs"/>
              </a:rPr>
              <a:t>Daily / Monthly Basket</a:t>
            </a:r>
          </a:p>
        </p:txBody>
      </p:sp>
      <p:cxnSp>
        <p:nvCxnSpPr>
          <p:cNvPr id="107" name="Connector: Elbow 106">
            <a:extLst>
              <a:ext uri="{FF2B5EF4-FFF2-40B4-BE49-F238E27FC236}">
                <a16:creationId xmlns:a16="http://schemas.microsoft.com/office/drawing/2014/main" id="{5BA3712C-F39A-FB8A-0D6D-9EED04892CF8}"/>
              </a:ext>
            </a:extLst>
          </p:cNvPr>
          <p:cNvCxnSpPr>
            <a:cxnSpLocks/>
            <a:stCxn id="71" idx="5"/>
            <a:endCxn id="60" idx="1"/>
          </p:cNvCxnSpPr>
          <p:nvPr/>
        </p:nvCxnSpPr>
        <p:spPr>
          <a:xfrm rot="16200000" flipH="1">
            <a:off x="3135215" y="4847098"/>
            <a:ext cx="37618" cy="522042"/>
          </a:xfrm>
          <a:prstGeom prst="bentConnector2">
            <a:avLst/>
          </a:prstGeom>
          <a:ln>
            <a:prstDash val="dash"/>
          </a:ln>
        </p:spPr>
        <p:style>
          <a:lnRef idx="1">
            <a:schemeClr val="dk1"/>
          </a:lnRef>
          <a:fillRef idx="0">
            <a:schemeClr val="dk1"/>
          </a:fillRef>
          <a:effectRef idx="0">
            <a:schemeClr val="dk1"/>
          </a:effectRef>
          <a:fontRef idx="minor">
            <a:schemeClr val="tx1"/>
          </a:fontRef>
        </p:style>
      </p:cxnSp>
      <p:pic>
        <p:nvPicPr>
          <p:cNvPr id="3" name="Graphic 2">
            <a:extLst>
              <a:ext uri="{FF2B5EF4-FFF2-40B4-BE49-F238E27FC236}">
                <a16:creationId xmlns:a16="http://schemas.microsoft.com/office/drawing/2014/main" id="{21DE2535-A338-129F-F750-B521DCF9B2D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628966" y="342900"/>
            <a:ext cx="220134" cy="228600"/>
          </a:xfrm>
          <a:prstGeom prst="rect">
            <a:avLst/>
          </a:prstGeom>
        </p:spPr>
      </p:pic>
      <p:pic>
        <p:nvPicPr>
          <p:cNvPr id="9" name="Graphic 8">
            <a:extLst>
              <a:ext uri="{FF2B5EF4-FFF2-40B4-BE49-F238E27FC236}">
                <a16:creationId xmlns:a16="http://schemas.microsoft.com/office/drawing/2014/main" id="{BD88A786-37DA-DAB8-6E6A-22D2E755C6D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628966" y="342900"/>
            <a:ext cx="220134" cy="228600"/>
          </a:xfrm>
          <a:prstGeom prst="rect">
            <a:avLst/>
          </a:prstGeom>
        </p:spPr>
      </p:pic>
      <p:pic>
        <p:nvPicPr>
          <p:cNvPr id="12" name="Graphic 11">
            <a:extLst>
              <a:ext uri="{FF2B5EF4-FFF2-40B4-BE49-F238E27FC236}">
                <a16:creationId xmlns:a16="http://schemas.microsoft.com/office/drawing/2014/main" id="{7E7F88B7-CEB8-ABCB-8C35-2EB5F7F2768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628966" y="342900"/>
            <a:ext cx="220134" cy="228600"/>
          </a:xfrm>
          <a:prstGeom prst="rect">
            <a:avLst/>
          </a:prstGeom>
        </p:spPr>
      </p:pic>
      <p:sp>
        <p:nvSpPr>
          <p:cNvPr id="7" name="TextBox 6">
            <a:extLst>
              <a:ext uri="{FF2B5EF4-FFF2-40B4-BE49-F238E27FC236}">
                <a16:creationId xmlns:a16="http://schemas.microsoft.com/office/drawing/2014/main" id="{AA585A39-F518-2E8D-011D-E4FB0354BFDA}"/>
              </a:ext>
            </a:extLst>
          </p:cNvPr>
          <p:cNvSpPr txBox="1"/>
          <p:nvPr/>
        </p:nvSpPr>
        <p:spPr>
          <a:xfrm>
            <a:off x="8362026" y="3882764"/>
            <a:ext cx="256032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900"/>
              </a:spcBef>
              <a:spcAft>
                <a:spcPts val="900"/>
              </a:spcAft>
              <a:buClrTx/>
              <a:buSzTx/>
              <a:buFontTx/>
              <a:buNone/>
              <a:tabLst/>
              <a:defRPr/>
            </a:pPr>
            <a:r>
              <a:rPr kumimoji="0" lang="en-US" b="1" i="0" u="none" strike="noStrike" kern="1200" cap="none" spc="0" normalizeH="0" baseline="0" noProof="0">
                <a:ln>
                  <a:noFill/>
                </a:ln>
                <a:solidFill>
                  <a:srgbClr val="FF0000"/>
                </a:solidFill>
                <a:effectLst/>
                <a:uLnTx/>
                <a:uFillTx/>
                <a:latin typeface="Montserrat" panose="00000500000000000000" pitchFamily="2" charset="0"/>
                <a:ea typeface="+mn-ea"/>
                <a:cs typeface="+mn-cs"/>
              </a:rPr>
              <a:t>Model Performance</a:t>
            </a:r>
            <a:endParaRPr kumimoji="0" lang="en-IN" b="1" i="0" u="none" strike="noStrike" kern="1200" cap="none" spc="0" normalizeH="0" baseline="0" noProof="0">
              <a:ln>
                <a:noFill/>
              </a:ln>
              <a:solidFill>
                <a:srgbClr val="FF0000"/>
              </a:solidFill>
              <a:effectLst/>
              <a:uLnTx/>
              <a:uFillTx/>
              <a:latin typeface="Montserrat" panose="00000500000000000000" pitchFamily="2" charset="0"/>
              <a:ea typeface="+mn-ea"/>
              <a:cs typeface="+mn-cs"/>
            </a:endParaRPr>
          </a:p>
        </p:txBody>
      </p:sp>
      <p:sp>
        <p:nvSpPr>
          <p:cNvPr id="8" name="TextBox 7">
            <a:extLst>
              <a:ext uri="{FF2B5EF4-FFF2-40B4-BE49-F238E27FC236}">
                <a16:creationId xmlns:a16="http://schemas.microsoft.com/office/drawing/2014/main" id="{285FB5D3-2A55-8468-096D-C76AB54318F6}"/>
              </a:ext>
            </a:extLst>
          </p:cNvPr>
          <p:cNvSpPr txBox="1"/>
          <p:nvPr/>
        </p:nvSpPr>
        <p:spPr>
          <a:xfrm>
            <a:off x="8362026" y="4327606"/>
            <a:ext cx="2841005" cy="1292662"/>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900"/>
              </a:spcBef>
              <a:spcAft>
                <a:spcPts val="900"/>
              </a:spcAft>
              <a:buClrTx/>
              <a:buSzTx/>
              <a:buFontTx/>
              <a:buChar char="-"/>
              <a:tabLst/>
              <a:defRPr/>
            </a:pPr>
            <a:r>
              <a:rPr kumimoji="0" lang="en-US" sz="1600" b="0" i="0" u="none" strike="noStrike" kern="1200" cap="none" spc="0" normalizeH="0" baseline="0" noProof="0">
                <a:ln>
                  <a:noFill/>
                </a:ln>
                <a:solidFill>
                  <a:srgbClr val="FEFFFF"/>
                </a:solidFill>
                <a:effectLst/>
                <a:uLnTx/>
                <a:uFillTx/>
                <a:latin typeface="Montserrat" panose="00000500000000000000" pitchFamily="2" charset="0"/>
                <a:ea typeface="+mn-ea"/>
                <a:cs typeface="+mn-cs"/>
              </a:rPr>
              <a:t>Adherence	 - 72%</a:t>
            </a:r>
          </a:p>
          <a:p>
            <a:pPr marL="171450" marR="0" lvl="0" indent="-171450" algn="l" defTabSz="914400" rtl="0" eaLnBrk="1" fontAlgn="auto" latinLnBrk="0" hangingPunct="1">
              <a:lnSpc>
                <a:spcPct val="100000"/>
              </a:lnSpc>
              <a:spcBef>
                <a:spcPts val="900"/>
              </a:spcBef>
              <a:spcAft>
                <a:spcPts val="900"/>
              </a:spcAft>
              <a:buClrTx/>
              <a:buSzTx/>
              <a:buFontTx/>
              <a:buChar char="-"/>
              <a:tabLst/>
              <a:defRPr/>
            </a:pPr>
            <a:r>
              <a:rPr kumimoji="0" lang="en-US" sz="1600" b="0" i="0" u="none" strike="noStrike" kern="1200" cap="none" spc="0" normalizeH="0" baseline="0" noProof="0">
                <a:ln>
                  <a:noFill/>
                </a:ln>
                <a:solidFill>
                  <a:srgbClr val="FEFFFF"/>
                </a:solidFill>
                <a:effectLst/>
                <a:uLnTx/>
                <a:uFillTx/>
                <a:latin typeface="Montserrat" panose="00000500000000000000" pitchFamily="2" charset="0"/>
                <a:ea typeface="+mn-ea"/>
                <a:cs typeface="+mn-cs"/>
              </a:rPr>
              <a:t>SKU Recall	 - </a:t>
            </a:r>
            <a:r>
              <a:rPr lang="en-US" sz="1600">
                <a:solidFill>
                  <a:srgbClr val="FEFFFF"/>
                </a:solidFill>
                <a:latin typeface="Montserrat" panose="00000500000000000000" pitchFamily="2" charset="0"/>
              </a:rPr>
              <a:t>74</a:t>
            </a:r>
            <a:r>
              <a:rPr kumimoji="0" lang="en-US" sz="1600" b="0" i="0" u="none" strike="noStrike" kern="1200" cap="none" spc="0" normalizeH="0" baseline="0" noProof="0">
                <a:ln>
                  <a:noFill/>
                </a:ln>
                <a:solidFill>
                  <a:srgbClr val="FEFFFF"/>
                </a:solidFill>
                <a:effectLst/>
                <a:uLnTx/>
                <a:uFillTx/>
                <a:latin typeface="Montserrat" panose="00000500000000000000" pitchFamily="2" charset="0"/>
                <a:ea typeface="+mn-ea"/>
                <a:cs typeface="+mn-cs"/>
              </a:rPr>
              <a:t>%</a:t>
            </a:r>
          </a:p>
          <a:p>
            <a:pPr marL="171450" marR="0" lvl="0" indent="-171450" algn="l" defTabSz="914400" rtl="0" eaLnBrk="1" fontAlgn="auto" latinLnBrk="0" hangingPunct="1">
              <a:lnSpc>
                <a:spcPct val="100000"/>
              </a:lnSpc>
              <a:spcBef>
                <a:spcPts val="900"/>
              </a:spcBef>
              <a:spcAft>
                <a:spcPts val="900"/>
              </a:spcAft>
              <a:buClrTx/>
              <a:buSzTx/>
              <a:buFontTx/>
              <a:buChar char="-"/>
              <a:tabLst/>
              <a:defRPr/>
            </a:pPr>
            <a:r>
              <a:rPr kumimoji="0" lang="en-US" sz="1600" b="0" i="0" u="none" strike="noStrike" kern="1200" cap="none" spc="0" normalizeH="0" baseline="0" noProof="0">
                <a:ln>
                  <a:noFill/>
                </a:ln>
                <a:solidFill>
                  <a:srgbClr val="FEFFFF"/>
                </a:solidFill>
                <a:effectLst/>
                <a:uLnTx/>
                <a:uFillTx/>
                <a:latin typeface="Montserrat" panose="00000500000000000000" pitchFamily="2" charset="0"/>
                <a:ea typeface="+mn-ea"/>
                <a:cs typeface="+mn-cs"/>
              </a:rPr>
              <a:t>Adoption	 - 85</a:t>
            </a:r>
            <a:r>
              <a:rPr lang="en-US" sz="1600">
                <a:solidFill>
                  <a:srgbClr val="FEFFFF"/>
                </a:solidFill>
                <a:latin typeface="Montserrat" panose="00000500000000000000" pitchFamily="2" charset="0"/>
              </a:rPr>
              <a:t>%</a:t>
            </a:r>
            <a:endParaRPr kumimoji="0" lang="en-IN" sz="1600" b="0" i="0" u="none" strike="noStrike" kern="1200" cap="none" spc="0" normalizeH="0" baseline="0" noProof="0">
              <a:ln>
                <a:noFill/>
              </a:ln>
              <a:solidFill>
                <a:srgbClr val="FEFFFF"/>
              </a:solidFill>
              <a:effectLst/>
              <a:uLnTx/>
              <a:uFillTx/>
              <a:latin typeface="Montserrat" panose="00000500000000000000" pitchFamily="2" charset="0"/>
              <a:ea typeface="+mn-ea"/>
              <a:cs typeface="+mn-cs"/>
            </a:endParaRPr>
          </a:p>
        </p:txBody>
      </p:sp>
      <p:sp>
        <p:nvSpPr>
          <p:cNvPr id="15" name="TextBox 14">
            <a:extLst>
              <a:ext uri="{FF2B5EF4-FFF2-40B4-BE49-F238E27FC236}">
                <a16:creationId xmlns:a16="http://schemas.microsoft.com/office/drawing/2014/main" id="{33A9BFA1-693D-D7FF-22C1-947652A445A5}"/>
              </a:ext>
            </a:extLst>
          </p:cNvPr>
          <p:cNvSpPr txBox="1"/>
          <p:nvPr/>
        </p:nvSpPr>
        <p:spPr>
          <a:xfrm>
            <a:off x="8323916" y="1020990"/>
            <a:ext cx="2560320" cy="369332"/>
          </a:xfrm>
          <a:prstGeom prst="rect">
            <a:avLst/>
          </a:prstGeom>
          <a:noFill/>
        </p:spPr>
        <p:txBody>
          <a:bodyPr wrap="square">
            <a:spAutoFit/>
          </a:bodyPr>
          <a:lstStyle>
            <a:defPPr>
              <a:defRPr lang="en-US"/>
            </a:defPPr>
            <a:lvl1pPr>
              <a:spcBef>
                <a:spcPts val="900"/>
              </a:spcBef>
              <a:spcAft>
                <a:spcPts val="900"/>
              </a:spcAft>
              <a:buNone/>
              <a:defRPr sz="1400" b="1">
                <a:solidFill>
                  <a:srgbClr val="FF0000"/>
                </a:solidFill>
                <a:latin typeface="Montserrat" panose="00000500000000000000" pitchFamily="2" charset="0"/>
              </a:defRPr>
            </a:lvl1pPr>
          </a:lstStyle>
          <a:p>
            <a:pPr marL="0" marR="0" lvl="0" indent="0" algn="l" defTabSz="914400" rtl="0" eaLnBrk="1" fontAlgn="auto" latinLnBrk="0" hangingPunct="1">
              <a:lnSpc>
                <a:spcPct val="100000"/>
              </a:lnSpc>
              <a:spcBef>
                <a:spcPts val="900"/>
              </a:spcBef>
              <a:spcAft>
                <a:spcPts val="900"/>
              </a:spcAft>
              <a:buClrTx/>
              <a:buSzTx/>
              <a:buFontTx/>
              <a:buNone/>
              <a:tabLst/>
              <a:defRPr/>
            </a:pPr>
            <a:r>
              <a:rPr kumimoji="0" lang="en-US" sz="1800" b="1" i="0" u="none" strike="noStrike" kern="1200" cap="none" spc="0" normalizeH="0" baseline="0" noProof="0">
                <a:ln>
                  <a:noFill/>
                </a:ln>
                <a:solidFill>
                  <a:srgbClr val="FF0000"/>
                </a:solidFill>
                <a:effectLst/>
                <a:uLnTx/>
                <a:uFillTx/>
                <a:latin typeface="Montserrat" panose="00000500000000000000" pitchFamily="2" charset="0"/>
                <a:ea typeface="+mn-ea"/>
                <a:cs typeface="+mn-cs"/>
              </a:rPr>
              <a:t>Business Impact</a:t>
            </a:r>
            <a:endParaRPr kumimoji="0" lang="en-IN" sz="1800" b="1" i="0" u="none" strike="noStrike" kern="1200" cap="none" spc="0" normalizeH="0" baseline="0" noProof="0">
              <a:ln>
                <a:noFill/>
              </a:ln>
              <a:solidFill>
                <a:srgbClr val="FF0000"/>
              </a:solidFill>
              <a:effectLst/>
              <a:uLnTx/>
              <a:uFillTx/>
              <a:latin typeface="Montserrat" panose="00000500000000000000" pitchFamily="2" charset="0"/>
              <a:ea typeface="+mn-ea"/>
              <a:cs typeface="+mn-cs"/>
            </a:endParaRPr>
          </a:p>
        </p:txBody>
      </p:sp>
      <p:sp>
        <p:nvSpPr>
          <p:cNvPr id="16" name="TextBox 15">
            <a:extLst>
              <a:ext uri="{FF2B5EF4-FFF2-40B4-BE49-F238E27FC236}">
                <a16:creationId xmlns:a16="http://schemas.microsoft.com/office/drawing/2014/main" id="{B84C084E-F8FE-A0B7-7F42-CF03BBFCBAD8}"/>
              </a:ext>
            </a:extLst>
          </p:cNvPr>
          <p:cNvSpPr txBox="1"/>
          <p:nvPr/>
        </p:nvSpPr>
        <p:spPr>
          <a:xfrm>
            <a:off x="8323916" y="1504411"/>
            <a:ext cx="3959518" cy="815608"/>
          </a:xfrm>
          <a:prstGeom prst="rect">
            <a:avLst/>
          </a:prstGeom>
          <a:noFill/>
        </p:spPr>
        <p:txBody>
          <a:bodyPr wrap="square" lIns="91440" tIns="45720" rIns="91440" bIns="45720" anchor="t">
            <a:spAutoFit/>
          </a:bodyPr>
          <a:lstStyle/>
          <a:p>
            <a:pPr marL="171450" marR="0" lvl="0" indent="-171450" algn="l" defTabSz="914400" rtl="0" eaLnBrk="1" fontAlgn="auto" latinLnBrk="0" hangingPunct="1">
              <a:lnSpc>
                <a:spcPct val="100000"/>
              </a:lnSpc>
              <a:spcBef>
                <a:spcPts val="900"/>
              </a:spcBef>
              <a:spcAft>
                <a:spcPts val="900"/>
              </a:spcAft>
              <a:buClrTx/>
              <a:buSzTx/>
              <a:buFontTx/>
              <a:buChar char="-"/>
              <a:tabLst/>
              <a:defRPr/>
            </a:pPr>
            <a:r>
              <a:rPr kumimoji="0" lang="en-US" sz="1600" b="0" i="0" u="none" strike="noStrike" kern="1200" cap="none" spc="0" normalizeH="0" baseline="0" noProof="0">
                <a:ln>
                  <a:noFill/>
                </a:ln>
                <a:solidFill>
                  <a:srgbClr val="FEFFFF"/>
                </a:solidFill>
                <a:effectLst/>
                <a:uLnTx/>
                <a:uFillTx/>
                <a:latin typeface="Montserrat"/>
              </a:rPr>
              <a:t>UC </a:t>
            </a:r>
            <a:r>
              <a:rPr kumimoji="0" lang="en-US" sz="1600" b="0" i="0" u="none" strike="noStrike" kern="1200" cap="none" spc="0" normalizeH="0" baseline="0" noProof="0" err="1">
                <a:ln>
                  <a:noFill/>
                </a:ln>
                <a:solidFill>
                  <a:srgbClr val="FEFFFF"/>
                </a:solidFill>
                <a:effectLst/>
                <a:uLnTx/>
                <a:uFillTx/>
                <a:latin typeface="Montserrat"/>
              </a:rPr>
              <a:t>Volu</a:t>
            </a:r>
            <a:r>
              <a:rPr lang="en-US" sz="1600">
                <a:solidFill>
                  <a:srgbClr val="FEFFFF"/>
                </a:solidFill>
                <a:latin typeface="Montserrat"/>
              </a:rPr>
              <a:t>me</a:t>
            </a:r>
            <a:r>
              <a:rPr kumimoji="0" lang="en-US" sz="1600" b="0" i="0" u="none" strike="noStrike" kern="1200" cap="none" spc="0" normalizeH="0" baseline="0" noProof="0">
                <a:ln>
                  <a:noFill/>
                </a:ln>
                <a:solidFill>
                  <a:srgbClr val="FEFFFF"/>
                </a:solidFill>
                <a:effectLst/>
                <a:uLnTx/>
                <a:uFillTx/>
                <a:latin typeface="Montserrat"/>
              </a:rPr>
              <a:t>	 - + 9.6%</a:t>
            </a:r>
          </a:p>
          <a:p>
            <a:pPr marL="171450" indent="-171450">
              <a:spcBef>
                <a:spcPts val="900"/>
              </a:spcBef>
              <a:spcAft>
                <a:spcPts val="900"/>
              </a:spcAft>
              <a:buFont typeface="Arial"/>
              <a:buChar char="•"/>
              <a:defRPr/>
            </a:pPr>
            <a:r>
              <a:rPr kumimoji="0" lang="en-US" sz="1600" b="0" i="0" u="none" strike="noStrike" kern="1200" cap="none" spc="0" normalizeH="0" baseline="0" noProof="0">
                <a:ln>
                  <a:noFill/>
                </a:ln>
                <a:solidFill>
                  <a:srgbClr val="FEFFFF"/>
                </a:solidFill>
                <a:effectLst/>
                <a:uLnTx/>
                <a:uFillTx/>
                <a:latin typeface="Montserrat"/>
              </a:rPr>
              <a:t>SKUs / Order	 - +</a:t>
            </a:r>
            <a:r>
              <a:rPr lang="en-US" sz="1600">
                <a:solidFill>
                  <a:srgbClr val="FEFFFF"/>
                </a:solidFill>
                <a:latin typeface="Montserrat"/>
              </a:rPr>
              <a:t>4 (12-16)</a:t>
            </a:r>
            <a:endParaRPr lang="en-US" sz="1600" b="0" i="0" u="none" strike="noStrike" kern="1200" cap="none" spc="0" normalizeH="0" baseline="0" noProof="0">
              <a:ln>
                <a:noFill/>
              </a:ln>
              <a:solidFill>
                <a:srgbClr val="FEFFFF"/>
              </a:solidFill>
              <a:effectLst/>
              <a:uLnTx/>
              <a:uFillTx/>
              <a:latin typeface="Montserrat"/>
            </a:endParaRPr>
          </a:p>
        </p:txBody>
      </p:sp>
      <p:sp>
        <p:nvSpPr>
          <p:cNvPr id="4" name="Slide Number Placeholder 4">
            <a:extLst>
              <a:ext uri="{FF2B5EF4-FFF2-40B4-BE49-F238E27FC236}">
                <a16:creationId xmlns:a16="http://schemas.microsoft.com/office/drawing/2014/main" id="{69E0E6C3-4F30-E075-6438-68FF4E75FCC9}"/>
              </a:ext>
            </a:extLst>
          </p:cNvPr>
          <p:cNvSpPr txBox="1">
            <a:spLocks/>
          </p:cNvSpPr>
          <p:nvPr/>
        </p:nvSpPr>
        <p:spPr>
          <a:xfrm>
            <a:off x="9105900" y="6540407"/>
            <a:ext cx="2743200" cy="20637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600" b="0" i="0" u="none" strike="noStrike" kern="1200" cap="none" spc="0" normalizeH="0" baseline="0" noProof="0" smtClean="0">
                <a:ln>
                  <a:noFill/>
                </a:ln>
                <a:solidFill>
                  <a:schemeClr val="bg1"/>
                </a:solidFill>
                <a:effectLst/>
                <a:uLnTx/>
                <a:uFillTx/>
                <a:latin typeface="Montserrat Ligh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600" b="0" i="0" u="none" strike="noStrike" kern="1200" cap="none" spc="0" normalizeH="0" baseline="0" noProof="0">
              <a:ln>
                <a:noFill/>
              </a:ln>
              <a:solidFill>
                <a:schemeClr val="bg1"/>
              </a:solidFill>
              <a:effectLst/>
              <a:uLnTx/>
              <a:uFillTx/>
              <a:latin typeface="Montserrat Light" pitchFamily="2" charset="77"/>
              <a:ea typeface="+mn-ea"/>
              <a:cs typeface="+mn-cs"/>
            </a:endParaRPr>
          </a:p>
        </p:txBody>
      </p:sp>
    </p:spTree>
    <p:extLst>
      <p:ext uri="{BB962C8B-B14F-4D97-AF65-F5344CB8AC3E}">
        <p14:creationId xmlns:p14="http://schemas.microsoft.com/office/powerpoint/2010/main" val="2751744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0B783-C605-2D74-A3F4-21259F5F2F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DE0B33-55DE-4E5D-C550-F02F31B89513}"/>
              </a:ext>
            </a:extLst>
          </p:cNvPr>
          <p:cNvSpPr>
            <a:spLocks noGrp="1"/>
          </p:cNvSpPr>
          <p:nvPr>
            <p:ph type="title"/>
          </p:nvPr>
        </p:nvSpPr>
        <p:spPr>
          <a:xfrm>
            <a:off x="381000" y="342899"/>
            <a:ext cx="10515600" cy="553993"/>
          </a:xfrm>
        </p:spPr>
        <p:txBody>
          <a:bodyPr/>
          <a:lstStyle/>
          <a:p>
            <a:r>
              <a:rPr lang="en-US"/>
              <a:t>Sales Captain.AI</a:t>
            </a:r>
          </a:p>
        </p:txBody>
      </p:sp>
      <p:sp>
        <p:nvSpPr>
          <p:cNvPr id="3" name="Date Placeholder 3">
            <a:extLst>
              <a:ext uri="{FF2B5EF4-FFF2-40B4-BE49-F238E27FC236}">
                <a16:creationId xmlns:a16="http://schemas.microsoft.com/office/drawing/2014/main" id="{7A94501C-3AAE-2A93-92C1-532CAABF3199}"/>
              </a:ext>
            </a:extLst>
          </p:cNvPr>
          <p:cNvSpPr>
            <a:spLocks noGrp="1"/>
          </p:cNvSpPr>
          <p:nvPr>
            <p:ph type="dt" sz="half" idx="2"/>
          </p:nvPr>
        </p:nvSpPr>
        <p:spPr>
          <a:xfrm>
            <a:off x="857250" y="6540407"/>
            <a:ext cx="2743200" cy="206375"/>
          </a:xfrm>
        </p:spPr>
        <p:txBody>
          <a:bodyPr vert="horz" lIns="91440" tIns="45720" rIns="91440" bIns="45720" rtlCol="0" anchor="ctr"/>
          <a:lstStyle>
            <a:defPPr>
              <a:defRPr lang="en-US"/>
            </a:defPPr>
            <a:lvl1pPr marL="0" algn="l" defTabSz="914400" rtl="0" eaLnBrk="1" latinLnBrk="0" hangingPunct="1">
              <a:defRPr sz="600" b="0" i="0" kern="1200">
                <a:solidFill>
                  <a:schemeClr val="tx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noProof="0"/>
              <a:t>© SYREN CLOUD INC – 2026 – ALL RIGHTS RESERVED</a:t>
            </a:r>
          </a:p>
        </p:txBody>
      </p:sp>
      <p:pic>
        <p:nvPicPr>
          <p:cNvPr id="66" name="Graphic 65">
            <a:extLst>
              <a:ext uri="{FF2B5EF4-FFF2-40B4-BE49-F238E27FC236}">
                <a16:creationId xmlns:a16="http://schemas.microsoft.com/office/drawing/2014/main" id="{8029F54D-EB11-5049-10DA-4BD335D838A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42900"/>
            <a:ext cx="220134" cy="228600"/>
          </a:xfrm>
          <a:prstGeom prst="rect">
            <a:avLst/>
          </a:prstGeom>
        </p:spPr>
      </p:pic>
      <p:grpSp>
        <p:nvGrpSpPr>
          <p:cNvPr id="33" name="Group 32">
            <a:extLst>
              <a:ext uri="{FF2B5EF4-FFF2-40B4-BE49-F238E27FC236}">
                <a16:creationId xmlns:a16="http://schemas.microsoft.com/office/drawing/2014/main" id="{EA9D065B-9377-4B2F-9DA4-AA186B531B8A}"/>
              </a:ext>
            </a:extLst>
          </p:cNvPr>
          <p:cNvGrpSpPr/>
          <p:nvPr/>
        </p:nvGrpSpPr>
        <p:grpSpPr>
          <a:xfrm>
            <a:off x="699743" y="1458875"/>
            <a:ext cx="10945097" cy="8204166"/>
            <a:chOff x="699743" y="1458875"/>
            <a:chExt cx="10945097" cy="8204166"/>
          </a:xfrm>
        </p:grpSpPr>
        <p:sp>
          <p:nvSpPr>
            <p:cNvPr id="8" name="Arc 7">
              <a:extLst>
                <a:ext uri="{FF2B5EF4-FFF2-40B4-BE49-F238E27FC236}">
                  <a16:creationId xmlns:a16="http://schemas.microsoft.com/office/drawing/2014/main" id="{3BE8DC47-AA63-860B-4EF8-7B21E129D929}"/>
                </a:ext>
              </a:extLst>
            </p:cNvPr>
            <p:cNvSpPr/>
            <p:nvPr/>
          </p:nvSpPr>
          <p:spPr>
            <a:xfrm rot="16200000">
              <a:off x="2033995" y="2374330"/>
              <a:ext cx="7353662" cy="7223760"/>
            </a:xfrm>
            <a:prstGeom prst="arc">
              <a:avLst>
                <a:gd name="adj1" fmla="val 16833193"/>
                <a:gd name="adj2" fmla="val 4763672"/>
              </a:avLst>
            </a:prstGeom>
            <a:solidFill>
              <a:schemeClr val="tx2"/>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atin typeface="Montserrat" pitchFamily="2" charset="77"/>
              </a:endParaRPr>
            </a:p>
          </p:txBody>
        </p:sp>
        <p:sp>
          <p:nvSpPr>
            <p:cNvPr id="9" name="Oval 8">
              <a:extLst>
                <a:ext uri="{FF2B5EF4-FFF2-40B4-BE49-F238E27FC236}">
                  <a16:creationId xmlns:a16="http://schemas.microsoft.com/office/drawing/2014/main" id="{F184492D-3EA6-9105-9827-2F323F97D7EF}"/>
                </a:ext>
              </a:extLst>
            </p:cNvPr>
            <p:cNvSpPr/>
            <p:nvPr/>
          </p:nvSpPr>
          <p:spPr>
            <a:xfrm>
              <a:off x="1864174" y="5396279"/>
              <a:ext cx="595450" cy="595450"/>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latin typeface="Montserrat" pitchFamily="2" charset="77"/>
              </a:endParaRPr>
            </a:p>
          </p:txBody>
        </p:sp>
        <p:sp>
          <p:nvSpPr>
            <p:cNvPr id="10" name="Oval 9">
              <a:extLst>
                <a:ext uri="{FF2B5EF4-FFF2-40B4-BE49-F238E27FC236}">
                  <a16:creationId xmlns:a16="http://schemas.microsoft.com/office/drawing/2014/main" id="{B1BD63A9-B2D7-0661-358E-E4ADB5AF22D2}"/>
                </a:ext>
              </a:extLst>
            </p:cNvPr>
            <p:cNvSpPr/>
            <p:nvPr/>
          </p:nvSpPr>
          <p:spPr>
            <a:xfrm>
              <a:off x="2405739" y="3819959"/>
              <a:ext cx="595450" cy="595450"/>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latin typeface="Montserrat" pitchFamily="2" charset="77"/>
              </a:endParaRPr>
            </a:p>
          </p:txBody>
        </p:sp>
        <p:sp>
          <p:nvSpPr>
            <p:cNvPr id="11" name="Oval 10">
              <a:extLst>
                <a:ext uri="{FF2B5EF4-FFF2-40B4-BE49-F238E27FC236}">
                  <a16:creationId xmlns:a16="http://schemas.microsoft.com/office/drawing/2014/main" id="{B826EB5C-BEC3-0283-69A7-ECD9A6EE6C9F}"/>
                </a:ext>
              </a:extLst>
            </p:cNvPr>
            <p:cNvSpPr/>
            <p:nvPr/>
          </p:nvSpPr>
          <p:spPr>
            <a:xfrm>
              <a:off x="3586294" y="2561420"/>
              <a:ext cx="595450" cy="595450"/>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latin typeface="Montserrat" pitchFamily="2" charset="77"/>
              </a:endParaRPr>
            </a:p>
          </p:txBody>
        </p:sp>
        <p:sp>
          <p:nvSpPr>
            <p:cNvPr id="12" name="Oval 11">
              <a:extLst>
                <a:ext uri="{FF2B5EF4-FFF2-40B4-BE49-F238E27FC236}">
                  <a16:creationId xmlns:a16="http://schemas.microsoft.com/office/drawing/2014/main" id="{2EBFE411-F866-A1ED-7862-5DD5A2AB2A8A}"/>
                </a:ext>
              </a:extLst>
            </p:cNvPr>
            <p:cNvSpPr/>
            <p:nvPr/>
          </p:nvSpPr>
          <p:spPr>
            <a:xfrm>
              <a:off x="5606139" y="2071470"/>
              <a:ext cx="595450" cy="595450"/>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latin typeface="Montserrat" pitchFamily="2" charset="77"/>
              </a:endParaRPr>
            </a:p>
          </p:txBody>
        </p:sp>
        <p:sp>
          <p:nvSpPr>
            <p:cNvPr id="14" name="Oval 13">
              <a:extLst>
                <a:ext uri="{FF2B5EF4-FFF2-40B4-BE49-F238E27FC236}">
                  <a16:creationId xmlns:a16="http://schemas.microsoft.com/office/drawing/2014/main" id="{F94C50ED-CD92-39D6-49D6-AD567859AA0D}"/>
                </a:ext>
              </a:extLst>
            </p:cNvPr>
            <p:cNvSpPr/>
            <p:nvPr/>
          </p:nvSpPr>
          <p:spPr>
            <a:xfrm>
              <a:off x="7394300" y="2561420"/>
              <a:ext cx="595450" cy="595450"/>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latin typeface="Montserrat" pitchFamily="2" charset="77"/>
              </a:endParaRPr>
            </a:p>
          </p:txBody>
        </p:sp>
        <p:sp>
          <p:nvSpPr>
            <p:cNvPr id="16" name="Oval 15">
              <a:extLst>
                <a:ext uri="{FF2B5EF4-FFF2-40B4-BE49-F238E27FC236}">
                  <a16:creationId xmlns:a16="http://schemas.microsoft.com/office/drawing/2014/main" id="{2E3FAC75-E9B0-1FBC-44D9-46C0D1A24155}"/>
                </a:ext>
              </a:extLst>
            </p:cNvPr>
            <p:cNvSpPr/>
            <p:nvPr/>
          </p:nvSpPr>
          <p:spPr>
            <a:xfrm>
              <a:off x="8522060" y="3819959"/>
              <a:ext cx="595450" cy="595450"/>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latin typeface="Montserrat" pitchFamily="2" charset="77"/>
              </a:endParaRPr>
            </a:p>
          </p:txBody>
        </p:sp>
        <p:sp>
          <p:nvSpPr>
            <p:cNvPr id="17" name="Oval 16">
              <a:extLst>
                <a:ext uri="{FF2B5EF4-FFF2-40B4-BE49-F238E27FC236}">
                  <a16:creationId xmlns:a16="http://schemas.microsoft.com/office/drawing/2014/main" id="{0AC396E1-85A2-4029-DA84-D19337F4E1FA}"/>
                </a:ext>
              </a:extLst>
            </p:cNvPr>
            <p:cNvSpPr/>
            <p:nvPr/>
          </p:nvSpPr>
          <p:spPr>
            <a:xfrm>
              <a:off x="9024981" y="5396279"/>
              <a:ext cx="595450" cy="595450"/>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latin typeface="Montserrat" pitchFamily="2" charset="77"/>
              </a:endParaRPr>
            </a:p>
          </p:txBody>
        </p:sp>
        <p:sp>
          <p:nvSpPr>
            <p:cNvPr id="19" name="TextBox 18">
              <a:extLst>
                <a:ext uri="{FF2B5EF4-FFF2-40B4-BE49-F238E27FC236}">
                  <a16:creationId xmlns:a16="http://schemas.microsoft.com/office/drawing/2014/main" id="{67F42ED2-78C5-04A0-30F7-E6CA3E8E927D}"/>
                </a:ext>
              </a:extLst>
            </p:cNvPr>
            <p:cNvSpPr txBox="1"/>
            <p:nvPr/>
          </p:nvSpPr>
          <p:spPr>
            <a:xfrm>
              <a:off x="2459624" y="5727506"/>
              <a:ext cx="1782627" cy="461665"/>
            </a:xfrm>
            <a:prstGeom prst="rect">
              <a:avLst/>
            </a:prstGeom>
            <a:noFill/>
          </p:spPr>
          <p:txBody>
            <a:bodyPr wrap="square">
              <a:spAutoFit/>
            </a:bodyPr>
            <a:lstStyle/>
            <a:p>
              <a:r>
                <a:rPr lang="en-US" sz="1200">
                  <a:latin typeface="Montserrat" pitchFamily="2" charset="77"/>
                </a:rPr>
                <a:t>Unified </a:t>
              </a:r>
              <a:br>
                <a:rPr lang="en-US" sz="1200">
                  <a:latin typeface="Montserrat" pitchFamily="2" charset="77"/>
                </a:rPr>
              </a:br>
              <a:r>
                <a:rPr lang="en-US" sz="1200">
                  <a:latin typeface="Montserrat" pitchFamily="2" charset="77"/>
                </a:rPr>
                <a:t>Outlet View</a:t>
              </a:r>
            </a:p>
          </p:txBody>
        </p:sp>
        <p:sp>
          <p:nvSpPr>
            <p:cNvPr id="20" name="TextBox 19">
              <a:extLst>
                <a:ext uri="{FF2B5EF4-FFF2-40B4-BE49-F238E27FC236}">
                  <a16:creationId xmlns:a16="http://schemas.microsoft.com/office/drawing/2014/main" id="{CB28FC96-3156-44DD-BDE2-F54BE377F430}"/>
                </a:ext>
              </a:extLst>
            </p:cNvPr>
            <p:cNvSpPr txBox="1"/>
            <p:nvPr/>
          </p:nvSpPr>
          <p:spPr>
            <a:xfrm>
              <a:off x="2831180" y="4410806"/>
              <a:ext cx="1299509" cy="461665"/>
            </a:xfrm>
            <a:prstGeom prst="rect">
              <a:avLst/>
            </a:prstGeom>
            <a:noFill/>
          </p:spPr>
          <p:txBody>
            <a:bodyPr wrap="square">
              <a:spAutoFit/>
            </a:bodyPr>
            <a:lstStyle/>
            <a:p>
              <a:r>
                <a:rPr lang="en-US" sz="1200">
                  <a:latin typeface="Montserrat" pitchFamily="2" charset="77"/>
                </a:rPr>
                <a:t>Trusted Sales Data</a:t>
              </a:r>
            </a:p>
          </p:txBody>
        </p:sp>
        <p:sp>
          <p:nvSpPr>
            <p:cNvPr id="21" name="TextBox 20">
              <a:extLst>
                <a:ext uri="{FF2B5EF4-FFF2-40B4-BE49-F238E27FC236}">
                  <a16:creationId xmlns:a16="http://schemas.microsoft.com/office/drawing/2014/main" id="{A30CB4F2-F8E4-D4E3-0C14-E6D3DBEAF5D1}"/>
                </a:ext>
              </a:extLst>
            </p:cNvPr>
            <p:cNvSpPr txBox="1"/>
            <p:nvPr/>
          </p:nvSpPr>
          <p:spPr>
            <a:xfrm>
              <a:off x="3911888" y="3220251"/>
              <a:ext cx="1391320" cy="461665"/>
            </a:xfrm>
            <a:prstGeom prst="rect">
              <a:avLst/>
            </a:prstGeom>
            <a:noFill/>
          </p:spPr>
          <p:txBody>
            <a:bodyPr wrap="square" lIns="91440" tIns="45720" rIns="91440" bIns="45720" anchor="t">
              <a:spAutoFit/>
            </a:bodyPr>
            <a:lstStyle/>
            <a:p>
              <a:r>
                <a:rPr lang="en-US" sz="1200">
                  <a:latin typeface="Montserrat"/>
                </a:rPr>
                <a:t>Daily Beat Prioritization</a:t>
              </a:r>
              <a:endParaRPr lang="en-US" sz="1200">
                <a:latin typeface="Montserrat" pitchFamily="2" charset="77"/>
              </a:endParaRPr>
            </a:p>
          </p:txBody>
        </p:sp>
        <p:sp>
          <p:nvSpPr>
            <p:cNvPr id="23" name="TextBox 22">
              <a:extLst>
                <a:ext uri="{FF2B5EF4-FFF2-40B4-BE49-F238E27FC236}">
                  <a16:creationId xmlns:a16="http://schemas.microsoft.com/office/drawing/2014/main" id="{28CE0370-3F97-BB64-E4A3-B1B784ECCB09}"/>
                </a:ext>
              </a:extLst>
            </p:cNvPr>
            <p:cNvSpPr txBox="1"/>
            <p:nvPr/>
          </p:nvSpPr>
          <p:spPr>
            <a:xfrm>
              <a:off x="5052597" y="2695205"/>
              <a:ext cx="1784352" cy="461665"/>
            </a:xfrm>
            <a:prstGeom prst="rect">
              <a:avLst/>
            </a:prstGeom>
            <a:noFill/>
          </p:spPr>
          <p:txBody>
            <a:bodyPr wrap="square">
              <a:spAutoFit/>
            </a:bodyPr>
            <a:lstStyle/>
            <a:p>
              <a:pPr algn="ctr"/>
              <a:r>
                <a:rPr lang="en-US" sz="1200">
                  <a:latin typeface="Montserrat" pitchFamily="2" charset="77"/>
                </a:rPr>
                <a:t>Sales Opportunity Signals</a:t>
              </a:r>
            </a:p>
          </p:txBody>
        </p:sp>
        <p:sp>
          <p:nvSpPr>
            <p:cNvPr id="24" name="TextBox 23">
              <a:extLst>
                <a:ext uri="{FF2B5EF4-FFF2-40B4-BE49-F238E27FC236}">
                  <a16:creationId xmlns:a16="http://schemas.microsoft.com/office/drawing/2014/main" id="{CA35D774-A545-DCFA-51F2-E1F5FF250117}"/>
                </a:ext>
              </a:extLst>
            </p:cNvPr>
            <p:cNvSpPr txBox="1"/>
            <p:nvPr/>
          </p:nvSpPr>
          <p:spPr>
            <a:xfrm>
              <a:off x="6225783" y="3319090"/>
              <a:ext cx="1828800" cy="461665"/>
            </a:xfrm>
            <a:prstGeom prst="rect">
              <a:avLst/>
            </a:prstGeom>
            <a:noFill/>
          </p:spPr>
          <p:txBody>
            <a:bodyPr wrap="square">
              <a:spAutoFit/>
            </a:bodyPr>
            <a:lstStyle/>
            <a:p>
              <a:pPr algn="r"/>
              <a:r>
                <a:rPr lang="en-US" sz="1200">
                  <a:latin typeface="Montserrat" pitchFamily="2" charset="77"/>
                </a:rPr>
                <a:t>Next-Best Field Action</a:t>
              </a:r>
            </a:p>
          </p:txBody>
        </p:sp>
        <p:sp>
          <p:nvSpPr>
            <p:cNvPr id="25" name="TextBox 24">
              <a:extLst>
                <a:ext uri="{FF2B5EF4-FFF2-40B4-BE49-F238E27FC236}">
                  <a16:creationId xmlns:a16="http://schemas.microsoft.com/office/drawing/2014/main" id="{835DF483-E6CF-2515-B420-900889A6E7E9}"/>
                </a:ext>
              </a:extLst>
            </p:cNvPr>
            <p:cNvSpPr txBox="1"/>
            <p:nvPr/>
          </p:nvSpPr>
          <p:spPr>
            <a:xfrm>
              <a:off x="7293959" y="4553363"/>
              <a:ext cx="1563552" cy="461665"/>
            </a:xfrm>
            <a:prstGeom prst="rect">
              <a:avLst/>
            </a:prstGeom>
            <a:noFill/>
          </p:spPr>
          <p:txBody>
            <a:bodyPr wrap="square">
              <a:spAutoFit/>
            </a:bodyPr>
            <a:lstStyle/>
            <a:p>
              <a:pPr algn="r"/>
              <a:r>
                <a:rPr lang="en-US" sz="1200">
                  <a:latin typeface="Montserrat" pitchFamily="2" charset="77"/>
                </a:rPr>
                <a:t>Role-Based App Experience</a:t>
              </a:r>
            </a:p>
          </p:txBody>
        </p:sp>
        <p:sp>
          <p:nvSpPr>
            <p:cNvPr id="26" name="TextBox 25">
              <a:extLst>
                <a:ext uri="{FF2B5EF4-FFF2-40B4-BE49-F238E27FC236}">
                  <a16:creationId xmlns:a16="http://schemas.microsoft.com/office/drawing/2014/main" id="{3D22688D-F4F9-2EB4-A2D7-A51661011298}"/>
                </a:ext>
              </a:extLst>
            </p:cNvPr>
            <p:cNvSpPr txBox="1"/>
            <p:nvPr/>
          </p:nvSpPr>
          <p:spPr>
            <a:xfrm>
              <a:off x="7394300" y="5591619"/>
              <a:ext cx="1563551" cy="461665"/>
            </a:xfrm>
            <a:prstGeom prst="rect">
              <a:avLst/>
            </a:prstGeom>
            <a:noFill/>
          </p:spPr>
          <p:txBody>
            <a:bodyPr wrap="square">
              <a:spAutoFit/>
            </a:bodyPr>
            <a:lstStyle/>
            <a:p>
              <a:pPr algn="r"/>
              <a:r>
                <a:rPr lang="en-US" sz="1200">
                  <a:latin typeface="Montserrat" pitchFamily="2" charset="77"/>
                </a:rPr>
                <a:t>Act, Learn &amp; Improve</a:t>
              </a:r>
            </a:p>
          </p:txBody>
        </p:sp>
        <p:sp>
          <p:nvSpPr>
            <p:cNvPr id="28" name="TextBox 27">
              <a:extLst>
                <a:ext uri="{FF2B5EF4-FFF2-40B4-BE49-F238E27FC236}">
                  <a16:creationId xmlns:a16="http://schemas.microsoft.com/office/drawing/2014/main" id="{692042A9-2BB6-C855-2803-A4157F843610}"/>
                </a:ext>
              </a:extLst>
            </p:cNvPr>
            <p:cNvSpPr txBox="1"/>
            <p:nvPr/>
          </p:nvSpPr>
          <p:spPr>
            <a:xfrm>
              <a:off x="699743" y="4942675"/>
              <a:ext cx="1359931" cy="1015663"/>
            </a:xfrm>
            <a:prstGeom prst="rect">
              <a:avLst/>
            </a:prstGeom>
            <a:noFill/>
          </p:spPr>
          <p:txBody>
            <a:bodyPr wrap="square">
              <a:spAutoFit/>
            </a:bodyPr>
            <a:lstStyle/>
            <a:p>
              <a:r>
                <a:rPr lang="en-IN" sz="1200">
                  <a:latin typeface="Montserrat" pitchFamily="2" charset="77"/>
                </a:rPr>
                <a:t>One view of every outlet, visit, target and sales opportunity</a:t>
              </a:r>
            </a:p>
          </p:txBody>
        </p:sp>
        <p:sp>
          <p:nvSpPr>
            <p:cNvPr id="30" name="TextBox 29">
              <a:extLst>
                <a:ext uri="{FF2B5EF4-FFF2-40B4-BE49-F238E27FC236}">
                  <a16:creationId xmlns:a16="http://schemas.microsoft.com/office/drawing/2014/main" id="{3F34EF46-9C6F-31ED-3F4F-2453008FBD2E}"/>
                </a:ext>
              </a:extLst>
            </p:cNvPr>
            <p:cNvSpPr txBox="1"/>
            <p:nvPr/>
          </p:nvSpPr>
          <p:spPr>
            <a:xfrm>
              <a:off x="924364" y="3533761"/>
              <a:ext cx="1919307" cy="461665"/>
            </a:xfrm>
            <a:prstGeom prst="rect">
              <a:avLst/>
            </a:prstGeom>
            <a:noFill/>
          </p:spPr>
          <p:txBody>
            <a:bodyPr wrap="square">
              <a:spAutoFit/>
            </a:bodyPr>
            <a:lstStyle/>
            <a:p>
              <a:r>
                <a:rPr lang="en-IN" sz="1200">
                  <a:latin typeface="Montserrat" pitchFamily="2" charset="77"/>
                </a:rPr>
                <a:t>Governed data reps can act on</a:t>
              </a:r>
            </a:p>
          </p:txBody>
        </p:sp>
        <p:sp>
          <p:nvSpPr>
            <p:cNvPr id="34" name="TextBox 33">
              <a:extLst>
                <a:ext uri="{FF2B5EF4-FFF2-40B4-BE49-F238E27FC236}">
                  <a16:creationId xmlns:a16="http://schemas.microsoft.com/office/drawing/2014/main" id="{EDA89B20-03F7-AE99-E0DD-88B68D19636F}"/>
                </a:ext>
              </a:extLst>
            </p:cNvPr>
            <p:cNvSpPr txBox="1"/>
            <p:nvPr/>
          </p:nvSpPr>
          <p:spPr>
            <a:xfrm>
              <a:off x="1890950" y="2152867"/>
              <a:ext cx="2113328" cy="461665"/>
            </a:xfrm>
            <a:prstGeom prst="rect">
              <a:avLst/>
            </a:prstGeom>
            <a:noFill/>
          </p:spPr>
          <p:txBody>
            <a:bodyPr wrap="square">
              <a:spAutoFit/>
            </a:bodyPr>
            <a:lstStyle/>
            <a:p>
              <a:r>
                <a:rPr lang="en-IN" sz="1200">
                  <a:latin typeface="Montserrat" pitchFamily="2" charset="77"/>
                </a:rPr>
                <a:t>Know which outlets need attention today</a:t>
              </a:r>
            </a:p>
          </p:txBody>
        </p:sp>
        <p:sp>
          <p:nvSpPr>
            <p:cNvPr id="36" name="TextBox 35">
              <a:extLst>
                <a:ext uri="{FF2B5EF4-FFF2-40B4-BE49-F238E27FC236}">
                  <a16:creationId xmlns:a16="http://schemas.microsoft.com/office/drawing/2014/main" id="{F0E0977E-AAD9-5E3D-D14A-68D3CC85BE84}"/>
                </a:ext>
              </a:extLst>
            </p:cNvPr>
            <p:cNvSpPr txBox="1"/>
            <p:nvPr/>
          </p:nvSpPr>
          <p:spPr>
            <a:xfrm>
              <a:off x="4893942" y="1458875"/>
              <a:ext cx="2513035" cy="461665"/>
            </a:xfrm>
            <a:prstGeom prst="rect">
              <a:avLst/>
            </a:prstGeom>
            <a:noFill/>
          </p:spPr>
          <p:txBody>
            <a:bodyPr wrap="square">
              <a:spAutoFit/>
            </a:bodyPr>
            <a:lstStyle/>
            <a:p>
              <a:r>
                <a:rPr lang="en-IN" sz="1200">
                  <a:latin typeface="Montserrat" pitchFamily="2" charset="77"/>
                </a:rPr>
                <a:t>Spot high-potential outlets </a:t>
              </a:r>
              <a:br>
                <a:rPr lang="en-IN" sz="1200">
                  <a:latin typeface="Montserrat" pitchFamily="2" charset="77"/>
                </a:rPr>
              </a:br>
              <a:r>
                <a:rPr lang="en-IN" sz="1200">
                  <a:latin typeface="Montserrat" pitchFamily="2" charset="77"/>
                </a:rPr>
                <a:t>and risks early</a:t>
              </a:r>
            </a:p>
          </p:txBody>
        </p:sp>
        <p:sp>
          <p:nvSpPr>
            <p:cNvPr id="38" name="TextBox 37">
              <a:extLst>
                <a:ext uri="{FF2B5EF4-FFF2-40B4-BE49-F238E27FC236}">
                  <a16:creationId xmlns:a16="http://schemas.microsoft.com/office/drawing/2014/main" id="{29CE369A-107D-19F8-539D-D65EE26DCD7B}"/>
                </a:ext>
              </a:extLst>
            </p:cNvPr>
            <p:cNvSpPr txBox="1"/>
            <p:nvPr/>
          </p:nvSpPr>
          <p:spPr>
            <a:xfrm>
              <a:off x="8047123" y="2377424"/>
              <a:ext cx="2538780" cy="461665"/>
            </a:xfrm>
            <a:prstGeom prst="rect">
              <a:avLst/>
            </a:prstGeom>
            <a:noFill/>
          </p:spPr>
          <p:txBody>
            <a:bodyPr wrap="square">
              <a:spAutoFit/>
            </a:bodyPr>
            <a:lstStyle/>
            <a:p>
              <a:r>
                <a:rPr lang="en-IN" sz="1200">
                  <a:latin typeface="Montserrat" pitchFamily="2" charset="77"/>
                </a:rPr>
                <a:t>The best action for every outlet, explained</a:t>
              </a:r>
            </a:p>
          </p:txBody>
        </p:sp>
        <p:sp>
          <p:nvSpPr>
            <p:cNvPr id="40" name="TextBox 39">
              <a:extLst>
                <a:ext uri="{FF2B5EF4-FFF2-40B4-BE49-F238E27FC236}">
                  <a16:creationId xmlns:a16="http://schemas.microsoft.com/office/drawing/2014/main" id="{848BEC48-0E35-5A1E-C15C-BC1F64DBC2DB}"/>
                </a:ext>
              </a:extLst>
            </p:cNvPr>
            <p:cNvSpPr txBox="1"/>
            <p:nvPr/>
          </p:nvSpPr>
          <p:spPr>
            <a:xfrm>
              <a:off x="9178854" y="3729038"/>
              <a:ext cx="2187165" cy="461665"/>
            </a:xfrm>
            <a:prstGeom prst="rect">
              <a:avLst/>
            </a:prstGeom>
            <a:noFill/>
          </p:spPr>
          <p:txBody>
            <a:bodyPr wrap="square">
              <a:spAutoFit/>
            </a:bodyPr>
            <a:lstStyle/>
            <a:p>
              <a:r>
                <a:rPr lang="en-IN" sz="1200">
                  <a:latin typeface="Montserrat" pitchFamily="2" charset="77"/>
                </a:rPr>
                <a:t>A view tailored to every field role</a:t>
              </a:r>
            </a:p>
          </p:txBody>
        </p:sp>
        <p:sp>
          <p:nvSpPr>
            <p:cNvPr id="50" name="TextBox 49">
              <a:extLst>
                <a:ext uri="{FF2B5EF4-FFF2-40B4-BE49-F238E27FC236}">
                  <a16:creationId xmlns:a16="http://schemas.microsoft.com/office/drawing/2014/main" id="{19192D97-ABE2-696D-9645-2DA0FAE54C03}"/>
                </a:ext>
              </a:extLst>
            </p:cNvPr>
            <p:cNvSpPr txBox="1"/>
            <p:nvPr/>
          </p:nvSpPr>
          <p:spPr>
            <a:xfrm>
              <a:off x="9716235" y="5217233"/>
              <a:ext cx="1928605" cy="646331"/>
            </a:xfrm>
            <a:prstGeom prst="rect">
              <a:avLst/>
            </a:prstGeom>
            <a:noFill/>
          </p:spPr>
          <p:txBody>
            <a:bodyPr wrap="square">
              <a:spAutoFit/>
            </a:bodyPr>
            <a:lstStyle/>
            <a:p>
              <a:r>
                <a:rPr lang="en-IN" sz="1200">
                  <a:latin typeface="Montserrat" pitchFamily="2" charset="77"/>
                </a:rPr>
                <a:t>Execute in the app and continuously improve</a:t>
              </a:r>
            </a:p>
          </p:txBody>
        </p:sp>
        <p:sp>
          <p:nvSpPr>
            <p:cNvPr id="51" name="Isosceles Triangle 50">
              <a:extLst>
                <a:ext uri="{FF2B5EF4-FFF2-40B4-BE49-F238E27FC236}">
                  <a16:creationId xmlns:a16="http://schemas.microsoft.com/office/drawing/2014/main" id="{8802C42D-F09F-4CE0-67F7-1BD6AD641271}"/>
                </a:ext>
              </a:extLst>
            </p:cNvPr>
            <p:cNvSpPr/>
            <p:nvPr/>
          </p:nvSpPr>
          <p:spPr>
            <a:xfrm rot="1321669">
              <a:off x="2273303" y="4657707"/>
              <a:ext cx="118108" cy="118108"/>
            </a:xfrm>
            <a:prstGeom prst="triangl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Montserrat" pitchFamily="2" charset="77"/>
              </a:endParaRPr>
            </a:p>
          </p:txBody>
        </p:sp>
        <p:sp>
          <p:nvSpPr>
            <p:cNvPr id="52" name="Isosceles Triangle 51">
              <a:extLst>
                <a:ext uri="{FF2B5EF4-FFF2-40B4-BE49-F238E27FC236}">
                  <a16:creationId xmlns:a16="http://schemas.microsoft.com/office/drawing/2014/main" id="{1FDF25E6-7790-314F-D7C0-DB2C4EE6FBAF}"/>
                </a:ext>
              </a:extLst>
            </p:cNvPr>
            <p:cNvSpPr/>
            <p:nvPr/>
          </p:nvSpPr>
          <p:spPr>
            <a:xfrm rot="2567049">
              <a:off x="3123765" y="3308577"/>
              <a:ext cx="118108" cy="118108"/>
            </a:xfrm>
            <a:prstGeom prst="triangl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Montserrat" pitchFamily="2" charset="77"/>
              </a:endParaRPr>
            </a:p>
          </p:txBody>
        </p:sp>
        <p:sp>
          <p:nvSpPr>
            <p:cNvPr id="53" name="Isosceles Triangle 52">
              <a:extLst>
                <a:ext uri="{FF2B5EF4-FFF2-40B4-BE49-F238E27FC236}">
                  <a16:creationId xmlns:a16="http://schemas.microsoft.com/office/drawing/2014/main" id="{5A654379-8EEA-3A17-C989-D2F44181F2A6}"/>
                </a:ext>
              </a:extLst>
            </p:cNvPr>
            <p:cNvSpPr/>
            <p:nvPr/>
          </p:nvSpPr>
          <p:spPr>
            <a:xfrm rot="4725361">
              <a:off x="4765452" y="2379576"/>
              <a:ext cx="118108" cy="118108"/>
            </a:xfrm>
            <a:prstGeom prst="triangl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Montserrat" pitchFamily="2" charset="77"/>
              </a:endParaRPr>
            </a:p>
          </p:txBody>
        </p:sp>
        <p:sp>
          <p:nvSpPr>
            <p:cNvPr id="54" name="Isosceles Triangle 53">
              <a:extLst>
                <a:ext uri="{FF2B5EF4-FFF2-40B4-BE49-F238E27FC236}">
                  <a16:creationId xmlns:a16="http://schemas.microsoft.com/office/drawing/2014/main" id="{C7E6929D-1D08-7A8D-49E2-712A1E983F90}"/>
                </a:ext>
              </a:extLst>
            </p:cNvPr>
            <p:cNvSpPr/>
            <p:nvPr/>
          </p:nvSpPr>
          <p:spPr>
            <a:xfrm rot="6412050">
              <a:off x="6781083" y="2434020"/>
              <a:ext cx="118108" cy="118108"/>
            </a:xfrm>
            <a:prstGeom prst="triangl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Montserrat" pitchFamily="2" charset="77"/>
              </a:endParaRPr>
            </a:p>
          </p:txBody>
        </p:sp>
        <p:sp>
          <p:nvSpPr>
            <p:cNvPr id="55" name="Isosceles Triangle 54">
              <a:extLst>
                <a:ext uri="{FF2B5EF4-FFF2-40B4-BE49-F238E27FC236}">
                  <a16:creationId xmlns:a16="http://schemas.microsoft.com/office/drawing/2014/main" id="{59ADE275-5CC4-EDB3-5B3C-827E608CF78B}"/>
                </a:ext>
              </a:extLst>
            </p:cNvPr>
            <p:cNvSpPr/>
            <p:nvPr/>
          </p:nvSpPr>
          <p:spPr>
            <a:xfrm rot="8550322">
              <a:off x="8217525" y="3341304"/>
              <a:ext cx="118108" cy="118108"/>
            </a:xfrm>
            <a:prstGeom prst="triangl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Montserrat" pitchFamily="2" charset="77"/>
              </a:endParaRPr>
            </a:p>
          </p:txBody>
        </p:sp>
        <p:sp>
          <p:nvSpPr>
            <p:cNvPr id="56" name="Isosceles Triangle 55">
              <a:extLst>
                <a:ext uri="{FF2B5EF4-FFF2-40B4-BE49-F238E27FC236}">
                  <a16:creationId xmlns:a16="http://schemas.microsoft.com/office/drawing/2014/main" id="{DD4FC440-FE97-C1B8-ED5D-D210A4AC5224}"/>
                </a:ext>
              </a:extLst>
            </p:cNvPr>
            <p:cNvSpPr/>
            <p:nvPr/>
          </p:nvSpPr>
          <p:spPr>
            <a:xfrm rot="9896095">
              <a:off x="9105602" y="4856717"/>
              <a:ext cx="118108" cy="118108"/>
            </a:xfrm>
            <a:prstGeom prst="triangl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Montserrat" pitchFamily="2" charset="77"/>
              </a:endParaRPr>
            </a:p>
          </p:txBody>
        </p:sp>
        <p:sp>
          <p:nvSpPr>
            <p:cNvPr id="102" name="Rectangle: Rounded Corners 101">
              <a:extLst>
                <a:ext uri="{FF2B5EF4-FFF2-40B4-BE49-F238E27FC236}">
                  <a16:creationId xmlns:a16="http://schemas.microsoft.com/office/drawing/2014/main" id="{92341661-86A7-D403-81C0-0AA89BF1E10A}"/>
                </a:ext>
              </a:extLst>
            </p:cNvPr>
            <p:cNvSpPr/>
            <p:nvPr/>
          </p:nvSpPr>
          <p:spPr>
            <a:xfrm>
              <a:off x="4420048" y="4434283"/>
              <a:ext cx="2834640" cy="531792"/>
            </a:xfrm>
            <a:prstGeom prst="roundRect">
              <a:avLst>
                <a:gd name="adj" fmla="val 5000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Montserrat" pitchFamily="2" charset="77"/>
              </a:endParaRPr>
            </a:p>
          </p:txBody>
        </p:sp>
        <p:sp>
          <p:nvSpPr>
            <p:cNvPr id="5" name="TextBox 4">
              <a:extLst>
                <a:ext uri="{FF2B5EF4-FFF2-40B4-BE49-F238E27FC236}">
                  <a16:creationId xmlns:a16="http://schemas.microsoft.com/office/drawing/2014/main" id="{40DFF124-1474-BD51-069E-9CE6CB2178E5}"/>
                </a:ext>
              </a:extLst>
            </p:cNvPr>
            <p:cNvSpPr txBox="1"/>
            <p:nvPr/>
          </p:nvSpPr>
          <p:spPr>
            <a:xfrm>
              <a:off x="4380777" y="4564694"/>
              <a:ext cx="2834640" cy="307777"/>
            </a:xfrm>
            <a:prstGeom prst="rect">
              <a:avLst/>
            </a:prstGeom>
            <a:noFill/>
          </p:spPr>
          <p:txBody>
            <a:bodyPr wrap="square" tIns="0" bIns="0" anchor="ctr">
              <a:spAutoFit/>
            </a:bodyPr>
            <a:lstStyle/>
            <a:p>
              <a:pPr algn="ctr"/>
              <a:r>
                <a:rPr lang="en-IN" sz="2000" dirty="0">
                  <a:solidFill>
                    <a:srgbClr val="FFFFFF"/>
                  </a:solidFill>
                  <a:latin typeface="Montserrat" pitchFamily="2" charset="77"/>
                </a:rPr>
                <a:t>Sales Captain.AI</a:t>
              </a:r>
            </a:p>
          </p:txBody>
        </p:sp>
        <p:pic>
          <p:nvPicPr>
            <p:cNvPr id="103" name="Picture 102" descr="s1_layers.png"/>
            <p:cNvPicPr>
              <a:picLocks noChangeAspect="1"/>
            </p:cNvPicPr>
            <p:nvPr/>
          </p:nvPicPr>
          <p:blipFill>
            <a:blip r:embed="rId4"/>
            <a:stretch>
              <a:fillRect/>
            </a:stretch>
          </p:blipFill>
          <p:spPr>
            <a:xfrm>
              <a:off x="1979019" y="5511124"/>
              <a:ext cx="365760" cy="365760"/>
            </a:xfrm>
            <a:prstGeom prst="rect">
              <a:avLst/>
            </a:prstGeom>
          </p:spPr>
        </p:pic>
        <p:pic>
          <p:nvPicPr>
            <p:cNvPr id="104" name="Picture 103" descr="s2_shield.png"/>
            <p:cNvPicPr>
              <a:picLocks noChangeAspect="1"/>
            </p:cNvPicPr>
            <p:nvPr/>
          </p:nvPicPr>
          <p:blipFill>
            <a:blip r:embed="rId5"/>
            <a:stretch>
              <a:fillRect/>
            </a:stretch>
          </p:blipFill>
          <p:spPr>
            <a:xfrm>
              <a:off x="2520584" y="3934804"/>
              <a:ext cx="365760" cy="365760"/>
            </a:xfrm>
            <a:prstGeom prst="rect">
              <a:avLst/>
            </a:prstGeom>
          </p:spPr>
        </p:pic>
        <p:pic>
          <p:nvPicPr>
            <p:cNvPr id="105" name="Picture 104" descr="s3_target.png"/>
            <p:cNvPicPr>
              <a:picLocks noChangeAspect="1"/>
            </p:cNvPicPr>
            <p:nvPr/>
          </p:nvPicPr>
          <p:blipFill>
            <a:blip r:embed="rId6"/>
            <a:stretch>
              <a:fillRect/>
            </a:stretch>
          </p:blipFill>
          <p:spPr>
            <a:xfrm>
              <a:off x="3701139" y="2676265"/>
              <a:ext cx="365760" cy="365760"/>
            </a:xfrm>
            <a:prstGeom prst="rect">
              <a:avLst/>
            </a:prstGeom>
          </p:spPr>
        </p:pic>
        <p:pic>
          <p:nvPicPr>
            <p:cNvPr id="106" name="Picture 105" descr="s4_eye.png"/>
            <p:cNvPicPr>
              <a:picLocks noChangeAspect="1"/>
            </p:cNvPicPr>
            <p:nvPr/>
          </p:nvPicPr>
          <p:blipFill>
            <a:blip r:embed="rId7"/>
            <a:stretch>
              <a:fillRect/>
            </a:stretch>
          </p:blipFill>
          <p:spPr>
            <a:xfrm>
              <a:off x="5720984" y="2186315"/>
              <a:ext cx="365760" cy="365760"/>
            </a:xfrm>
            <a:prstGeom prst="rect">
              <a:avLst/>
            </a:prstGeom>
          </p:spPr>
        </p:pic>
        <p:pic>
          <p:nvPicPr>
            <p:cNvPr id="107" name="Picture 106" descr="s5_zap.png"/>
            <p:cNvPicPr>
              <a:picLocks noChangeAspect="1"/>
            </p:cNvPicPr>
            <p:nvPr/>
          </p:nvPicPr>
          <p:blipFill>
            <a:blip r:embed="rId8"/>
            <a:stretch>
              <a:fillRect/>
            </a:stretch>
          </p:blipFill>
          <p:spPr>
            <a:xfrm>
              <a:off x="7509145" y="2676265"/>
              <a:ext cx="365760" cy="365760"/>
            </a:xfrm>
            <a:prstGeom prst="rect">
              <a:avLst/>
            </a:prstGeom>
          </p:spPr>
        </p:pic>
        <p:pic>
          <p:nvPicPr>
            <p:cNvPr id="108" name="Picture 107" descr="s6_users.png"/>
            <p:cNvPicPr>
              <a:picLocks noChangeAspect="1"/>
            </p:cNvPicPr>
            <p:nvPr/>
          </p:nvPicPr>
          <p:blipFill>
            <a:blip r:embed="rId9"/>
            <a:stretch>
              <a:fillRect/>
            </a:stretch>
          </p:blipFill>
          <p:spPr>
            <a:xfrm>
              <a:off x="8636905" y="3934804"/>
              <a:ext cx="365760" cy="365760"/>
            </a:xfrm>
            <a:prstGeom prst="rect">
              <a:avLst/>
            </a:prstGeom>
          </p:spPr>
        </p:pic>
        <p:pic>
          <p:nvPicPr>
            <p:cNvPr id="109" name="Picture 108" descr="s7_refresh.png"/>
            <p:cNvPicPr>
              <a:picLocks noChangeAspect="1"/>
            </p:cNvPicPr>
            <p:nvPr/>
          </p:nvPicPr>
          <p:blipFill>
            <a:blip r:embed="rId10"/>
            <a:stretch>
              <a:fillRect/>
            </a:stretch>
          </p:blipFill>
          <p:spPr>
            <a:xfrm>
              <a:off x="9139826" y="5511124"/>
              <a:ext cx="365760" cy="365760"/>
            </a:xfrm>
            <a:prstGeom prst="rect">
              <a:avLst/>
            </a:prstGeom>
          </p:spPr>
        </p:pic>
      </p:grpSp>
      <p:sp>
        <p:nvSpPr>
          <p:cNvPr id="6" name="Text 4">
            <a:extLst>
              <a:ext uri="{FF2B5EF4-FFF2-40B4-BE49-F238E27FC236}">
                <a16:creationId xmlns:a16="http://schemas.microsoft.com/office/drawing/2014/main" id="{0A7583AD-54BE-84FE-5156-8AAEC14C953D}"/>
              </a:ext>
            </a:extLst>
          </p:cNvPr>
          <p:cNvSpPr/>
          <p:nvPr/>
        </p:nvSpPr>
        <p:spPr>
          <a:xfrm>
            <a:off x="501834" y="984326"/>
            <a:ext cx="11277637" cy="495494"/>
          </a:xfrm>
          <a:prstGeom prst="rect">
            <a:avLst/>
          </a:prstGeom>
          <a:noFill/>
          <a:ln/>
        </p:spPr>
        <p:txBody>
          <a:bodyPr wrap="square" lIns="0" tIns="0" rIns="0" bIns="0" rtlCol="0" anchor="ctr"/>
          <a:lstStyle/>
          <a:p>
            <a:r>
              <a:rPr lang="en-US" sz="1400">
                <a:latin typeface="Montserrat Light"/>
              </a:rPr>
              <a:t>We envision an AI Field Sales Co-Worker that helps sales reps plan better visits, execute outlet actions and improve sales productivity with explainable guidance.</a:t>
            </a:r>
          </a:p>
        </p:txBody>
      </p:sp>
      <p:sp>
        <p:nvSpPr>
          <p:cNvPr id="4" name="Slide Number Placeholder 4">
            <a:extLst>
              <a:ext uri="{FF2B5EF4-FFF2-40B4-BE49-F238E27FC236}">
                <a16:creationId xmlns:a16="http://schemas.microsoft.com/office/drawing/2014/main" id="{4634627A-C511-826E-75D3-D09F37906C38}"/>
              </a:ext>
            </a:extLst>
          </p:cNvPr>
          <p:cNvSpPr txBox="1">
            <a:spLocks/>
          </p:cNvSpPr>
          <p:nvPr/>
        </p:nvSpPr>
        <p:spPr>
          <a:xfrm>
            <a:off x="9105900" y="6540407"/>
            <a:ext cx="2743200" cy="20637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600" b="0" i="0" u="none" strike="noStrike" kern="1200" cap="none" spc="0" normalizeH="0" baseline="0" noProof="0" smtClean="0">
                <a:ln>
                  <a:noFill/>
                </a:ln>
                <a:effectLst/>
                <a:uLnTx/>
                <a:uFillTx/>
                <a:latin typeface="Montserrat Ligh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600" b="0" i="0" u="none" strike="noStrike" kern="1200" cap="none" spc="0" normalizeH="0" baseline="0" noProof="0">
              <a:ln>
                <a:noFill/>
              </a:ln>
              <a:effectLst/>
              <a:uLnTx/>
              <a:uFillTx/>
              <a:latin typeface="Montserrat Light" pitchFamily="2" charset="77"/>
              <a:ea typeface="+mn-ea"/>
              <a:cs typeface="+mn-cs"/>
            </a:endParaRPr>
          </a:p>
        </p:txBody>
      </p:sp>
    </p:spTree>
    <p:extLst>
      <p:ext uri="{BB962C8B-B14F-4D97-AF65-F5344CB8AC3E}">
        <p14:creationId xmlns:p14="http://schemas.microsoft.com/office/powerpoint/2010/main" val="2408097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444A5-9044-0DA6-F0BC-DED9D7CE16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E3C712-38E0-9F65-5D23-B72BDF69E356}"/>
              </a:ext>
            </a:extLst>
          </p:cNvPr>
          <p:cNvSpPr>
            <a:spLocks noGrp="1"/>
          </p:cNvSpPr>
          <p:nvPr>
            <p:ph type="title"/>
          </p:nvPr>
        </p:nvSpPr>
        <p:spPr>
          <a:xfrm>
            <a:off x="381000" y="3441743"/>
            <a:ext cx="7201328" cy="2852737"/>
          </a:xfrm>
        </p:spPr>
        <p:txBody>
          <a:bodyPr>
            <a:normAutofit/>
          </a:bodyPr>
          <a:lstStyle/>
          <a:p>
            <a:r>
              <a:rPr lang="en-US">
                <a:latin typeface="Montserrat Light"/>
              </a:rPr>
              <a:t>"Behind the Scenes: The Data Science Powering the Supply Chain"</a:t>
            </a:r>
            <a:endParaRPr lang="en-US"/>
          </a:p>
        </p:txBody>
      </p:sp>
      <p:sp>
        <p:nvSpPr>
          <p:cNvPr id="14" name="Slide Number Placeholder 5">
            <a:extLst>
              <a:ext uri="{FF2B5EF4-FFF2-40B4-BE49-F238E27FC236}">
                <a16:creationId xmlns:a16="http://schemas.microsoft.com/office/drawing/2014/main" id="{A9140226-8330-4124-81BC-41687493DF8B}"/>
              </a:ext>
            </a:extLst>
          </p:cNvPr>
          <p:cNvSpPr>
            <a:spLocks noGrp="1"/>
          </p:cNvSpPr>
          <p:nvPr>
            <p:ph type="sldNum" sz="quarter" idx="12"/>
          </p:nvPr>
        </p:nvSpPr>
        <p:spPr>
          <a:xfrm>
            <a:off x="9105900" y="6540407"/>
            <a:ext cx="2743200" cy="206375"/>
          </a:xfrm>
        </p:spPr>
        <p:txBody>
          <a:bodyPr/>
          <a:lstStyle/>
          <a:p>
            <a:fld id="{330EA680-D336-4FF7-8B7A-9848BB0A1C32}" type="slidenum">
              <a:rPr lang="en-US" smtClean="0"/>
              <a:t>15</a:t>
            </a:fld>
            <a:endParaRPr lang="en-US"/>
          </a:p>
        </p:txBody>
      </p:sp>
      <p:sp>
        <p:nvSpPr>
          <p:cNvPr id="15" name="Date Placeholder 3">
            <a:extLst>
              <a:ext uri="{FF2B5EF4-FFF2-40B4-BE49-F238E27FC236}">
                <a16:creationId xmlns:a16="http://schemas.microsoft.com/office/drawing/2014/main" id="{C950B978-1D8D-8D8D-E385-293E9EFE170C}"/>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endParaRPr lang="en-US" sz="600"/>
          </a:p>
        </p:txBody>
      </p:sp>
    </p:spTree>
    <p:extLst>
      <p:ext uri="{BB962C8B-B14F-4D97-AF65-F5344CB8AC3E}">
        <p14:creationId xmlns:p14="http://schemas.microsoft.com/office/powerpoint/2010/main" val="3767215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5" name="Straight Connector 44">
            <a:extLst>
              <a:ext uri="{FF2B5EF4-FFF2-40B4-BE49-F238E27FC236}">
                <a16:creationId xmlns:a16="http://schemas.microsoft.com/office/drawing/2014/main" id="{04483873-B4CD-7C6A-C4C5-3D1B05C133EC}"/>
              </a:ext>
            </a:extLst>
          </p:cNvPr>
          <p:cNvCxnSpPr>
            <a:cxnSpLocks/>
          </p:cNvCxnSpPr>
          <p:nvPr/>
        </p:nvCxnSpPr>
        <p:spPr>
          <a:xfrm>
            <a:off x="381000" y="1364247"/>
            <a:ext cx="114681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D398DD09-FE86-E63F-B66E-15433C31E6BC}"/>
              </a:ext>
            </a:extLst>
          </p:cNvPr>
          <p:cNvSpPr>
            <a:spLocks noGrp="1"/>
          </p:cNvSpPr>
          <p:nvPr>
            <p:ph type="title"/>
          </p:nvPr>
        </p:nvSpPr>
        <p:spPr/>
        <p:txBody>
          <a:bodyPr/>
          <a:lstStyle/>
          <a:p>
            <a:r>
              <a:rPr lang="en-US"/>
              <a:t>AI-Powered Supply Chain Decision Intelligence</a:t>
            </a:r>
            <a:endParaRPr lang="en-IN"/>
          </a:p>
        </p:txBody>
      </p:sp>
      <p:sp>
        <p:nvSpPr>
          <p:cNvPr id="4" name="Slide Number Placeholder 3">
            <a:extLst>
              <a:ext uri="{FF2B5EF4-FFF2-40B4-BE49-F238E27FC236}">
                <a16:creationId xmlns:a16="http://schemas.microsoft.com/office/drawing/2014/main" id="{DC71BA70-B991-8E80-E797-311754E9ADDC}"/>
              </a:ext>
            </a:extLst>
          </p:cNvPr>
          <p:cNvSpPr>
            <a:spLocks noGrp="1"/>
          </p:cNvSpPr>
          <p:nvPr>
            <p:ph type="sldNum" sz="quarter" idx="12"/>
          </p:nvPr>
        </p:nvSpPr>
        <p:spPr/>
        <p:txBody>
          <a:bodyPr/>
          <a:lstStyle/>
          <a:p>
            <a:fld id="{330EA680-D336-4FF7-8B7A-9848BB0A1C32}" type="slidenum">
              <a:rPr lang="en-US" smtClean="0"/>
              <a:pPr/>
              <a:t>16</a:t>
            </a:fld>
            <a:endParaRPr lang="en-US"/>
          </a:p>
        </p:txBody>
      </p:sp>
      <p:sp>
        <p:nvSpPr>
          <p:cNvPr id="34" name="Arrow: Chevron 33">
            <a:extLst>
              <a:ext uri="{FF2B5EF4-FFF2-40B4-BE49-F238E27FC236}">
                <a16:creationId xmlns:a16="http://schemas.microsoft.com/office/drawing/2014/main" id="{A6B819A0-B54F-BB0D-12B7-45261F51D0D0}"/>
              </a:ext>
            </a:extLst>
          </p:cNvPr>
          <p:cNvSpPr/>
          <p:nvPr/>
        </p:nvSpPr>
        <p:spPr>
          <a:xfrm>
            <a:off x="464520" y="1079167"/>
            <a:ext cx="2004012" cy="570159"/>
          </a:xfrm>
          <a:prstGeom prst="chevron">
            <a:avLst>
              <a:gd name="adj" fmla="val 40000"/>
            </a:avLst>
          </a:prstGeom>
          <a:solidFill>
            <a:schemeClr val="bg1">
              <a:lumMod val="8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45720" tIns="91440" rIns="45720" anchor="t"/>
          <a:lstStyle/>
          <a:p>
            <a:pPr algn="ctr"/>
            <a:r>
              <a:rPr lang="en-US" sz="1400" b="1">
                <a:solidFill>
                  <a:srgbClr val="000000"/>
                </a:solidFill>
                <a:latin typeface="Montserrat"/>
              </a:rPr>
              <a:t>Sense</a:t>
            </a:r>
            <a:endParaRPr lang="en-IN" sz="1400"/>
          </a:p>
        </p:txBody>
      </p:sp>
      <p:sp>
        <p:nvSpPr>
          <p:cNvPr id="35" name="Freeform: Shape 34">
            <a:extLst>
              <a:ext uri="{FF2B5EF4-FFF2-40B4-BE49-F238E27FC236}">
                <a16:creationId xmlns:a16="http://schemas.microsoft.com/office/drawing/2014/main" id="{14097DEF-2F1B-AB74-56BD-4040BD0A3F9E}"/>
              </a:ext>
            </a:extLst>
          </p:cNvPr>
          <p:cNvSpPr/>
          <p:nvPr/>
        </p:nvSpPr>
        <p:spPr>
          <a:xfrm>
            <a:off x="998923" y="1440675"/>
            <a:ext cx="1692277" cy="311925"/>
          </a:xfrm>
          <a:custGeom>
            <a:avLst/>
            <a:gdLst>
              <a:gd name="csX0" fmla="*/ 0 w 1692277"/>
              <a:gd name="csY0" fmla="*/ 36087 h 360868"/>
              <a:gd name="csX1" fmla="*/ 36087 w 1692277"/>
              <a:gd name="csY1" fmla="*/ 0 h 360868"/>
              <a:gd name="csX2" fmla="*/ 1656190 w 1692277"/>
              <a:gd name="csY2" fmla="*/ 0 h 360868"/>
              <a:gd name="csX3" fmla="*/ 1692277 w 1692277"/>
              <a:gd name="csY3" fmla="*/ 36087 h 360868"/>
              <a:gd name="csX4" fmla="*/ 1692277 w 1692277"/>
              <a:gd name="csY4" fmla="*/ 324781 h 360868"/>
              <a:gd name="csX5" fmla="*/ 1656190 w 1692277"/>
              <a:gd name="csY5" fmla="*/ 360868 h 360868"/>
              <a:gd name="csX6" fmla="*/ 36087 w 1692277"/>
              <a:gd name="csY6" fmla="*/ 360868 h 360868"/>
              <a:gd name="csX7" fmla="*/ 0 w 1692277"/>
              <a:gd name="csY7" fmla="*/ 324781 h 360868"/>
              <a:gd name="csX8" fmla="*/ 0 w 1692277"/>
              <a:gd name="csY8" fmla="*/ 36087 h 3608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692277" h="360868">
                <a:moveTo>
                  <a:pt x="0" y="36087"/>
                </a:moveTo>
                <a:cubicBezTo>
                  <a:pt x="0" y="16157"/>
                  <a:pt x="16157" y="0"/>
                  <a:pt x="36087" y="0"/>
                </a:cubicBezTo>
                <a:lnTo>
                  <a:pt x="1656190" y="0"/>
                </a:lnTo>
                <a:cubicBezTo>
                  <a:pt x="1676120" y="0"/>
                  <a:pt x="1692277" y="16157"/>
                  <a:pt x="1692277" y="36087"/>
                </a:cubicBezTo>
                <a:lnTo>
                  <a:pt x="1692277" y="324781"/>
                </a:lnTo>
                <a:cubicBezTo>
                  <a:pt x="1692277" y="344711"/>
                  <a:pt x="1676120" y="360868"/>
                  <a:pt x="1656190" y="360868"/>
                </a:cubicBezTo>
                <a:lnTo>
                  <a:pt x="36087" y="360868"/>
                </a:lnTo>
                <a:cubicBezTo>
                  <a:pt x="16157" y="360868"/>
                  <a:pt x="0" y="344711"/>
                  <a:pt x="0" y="324781"/>
                </a:cubicBezTo>
                <a:lnTo>
                  <a:pt x="0" y="36087"/>
                </a:lnTo>
                <a:close/>
              </a:path>
            </a:pathLst>
          </a:custGeom>
          <a:ln w="12700">
            <a:solidFill>
              <a:schemeClr val="bg2"/>
            </a:solidFill>
            <a:prstDash val="sysDash"/>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noAutofit/>
          </a:bodyPr>
          <a:lstStyle/>
          <a:p>
            <a:pPr algn="ctr" defTabSz="533400">
              <a:lnSpc>
                <a:spcPct val="90000"/>
              </a:lnSpc>
              <a:spcBef>
                <a:spcPct val="0"/>
              </a:spcBef>
              <a:spcAft>
                <a:spcPct val="35000"/>
              </a:spcAft>
            </a:pPr>
            <a:r>
              <a:rPr lang="en-US" sz="900">
                <a:solidFill>
                  <a:srgbClr val="000000"/>
                </a:solidFill>
                <a:latin typeface="Montserrat" panose="00000500000000000000" pitchFamily="2" charset="0"/>
                <a:ea typeface="Calibri" panose="020F0502020204030204"/>
                <a:cs typeface="Calibri" panose="020F0502020204030204"/>
              </a:rPr>
              <a:t>What is happening?</a:t>
            </a:r>
            <a:endParaRPr lang="en-US" sz="900">
              <a:latin typeface="Montserrat" panose="00000500000000000000" pitchFamily="2" charset="0"/>
            </a:endParaRPr>
          </a:p>
        </p:txBody>
      </p:sp>
      <p:sp>
        <p:nvSpPr>
          <p:cNvPr id="36" name="Arrow: Chevron 35">
            <a:extLst>
              <a:ext uri="{FF2B5EF4-FFF2-40B4-BE49-F238E27FC236}">
                <a16:creationId xmlns:a16="http://schemas.microsoft.com/office/drawing/2014/main" id="{6E81C293-5833-98FD-FA99-219AE790F056}"/>
              </a:ext>
            </a:extLst>
          </p:cNvPr>
          <p:cNvSpPr/>
          <p:nvPr/>
        </p:nvSpPr>
        <p:spPr>
          <a:xfrm>
            <a:off x="2753547" y="1079167"/>
            <a:ext cx="2004012" cy="570159"/>
          </a:xfrm>
          <a:prstGeom prst="chevron">
            <a:avLst>
              <a:gd name="adj" fmla="val 4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45720" tIns="91440" rIns="45720" anchor="t"/>
          <a:lstStyle/>
          <a:p>
            <a:pPr algn="ctr"/>
            <a:r>
              <a:rPr lang="en-US" sz="1400" b="1">
                <a:solidFill>
                  <a:srgbClr val="000000"/>
                </a:solidFill>
                <a:latin typeface="Montserrat"/>
              </a:rPr>
              <a:t>Predict</a:t>
            </a:r>
          </a:p>
          <a:p>
            <a:pPr algn="ctr"/>
            <a:endParaRPr lang="en-IN" sz="1400" b="1">
              <a:solidFill>
                <a:srgbClr val="000000"/>
              </a:solidFill>
              <a:latin typeface="Montserrat"/>
            </a:endParaRPr>
          </a:p>
        </p:txBody>
      </p:sp>
      <p:sp>
        <p:nvSpPr>
          <p:cNvPr id="37" name="Freeform: Shape 36">
            <a:extLst>
              <a:ext uri="{FF2B5EF4-FFF2-40B4-BE49-F238E27FC236}">
                <a16:creationId xmlns:a16="http://schemas.microsoft.com/office/drawing/2014/main" id="{5C1F736D-AC7A-E579-F0F4-1DAFCBEBADDE}"/>
              </a:ext>
            </a:extLst>
          </p:cNvPr>
          <p:cNvSpPr/>
          <p:nvPr/>
        </p:nvSpPr>
        <p:spPr>
          <a:xfrm>
            <a:off x="3287950" y="1440675"/>
            <a:ext cx="1692277" cy="311925"/>
          </a:xfrm>
          <a:custGeom>
            <a:avLst/>
            <a:gdLst>
              <a:gd name="csX0" fmla="*/ 0 w 1692277"/>
              <a:gd name="csY0" fmla="*/ 36087 h 360868"/>
              <a:gd name="csX1" fmla="*/ 36087 w 1692277"/>
              <a:gd name="csY1" fmla="*/ 0 h 360868"/>
              <a:gd name="csX2" fmla="*/ 1656190 w 1692277"/>
              <a:gd name="csY2" fmla="*/ 0 h 360868"/>
              <a:gd name="csX3" fmla="*/ 1692277 w 1692277"/>
              <a:gd name="csY3" fmla="*/ 36087 h 360868"/>
              <a:gd name="csX4" fmla="*/ 1692277 w 1692277"/>
              <a:gd name="csY4" fmla="*/ 324781 h 360868"/>
              <a:gd name="csX5" fmla="*/ 1656190 w 1692277"/>
              <a:gd name="csY5" fmla="*/ 360868 h 360868"/>
              <a:gd name="csX6" fmla="*/ 36087 w 1692277"/>
              <a:gd name="csY6" fmla="*/ 360868 h 360868"/>
              <a:gd name="csX7" fmla="*/ 0 w 1692277"/>
              <a:gd name="csY7" fmla="*/ 324781 h 360868"/>
              <a:gd name="csX8" fmla="*/ 0 w 1692277"/>
              <a:gd name="csY8" fmla="*/ 36087 h 3608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692277" h="360868">
                <a:moveTo>
                  <a:pt x="0" y="36087"/>
                </a:moveTo>
                <a:cubicBezTo>
                  <a:pt x="0" y="16157"/>
                  <a:pt x="16157" y="0"/>
                  <a:pt x="36087" y="0"/>
                </a:cubicBezTo>
                <a:lnTo>
                  <a:pt x="1656190" y="0"/>
                </a:lnTo>
                <a:cubicBezTo>
                  <a:pt x="1676120" y="0"/>
                  <a:pt x="1692277" y="16157"/>
                  <a:pt x="1692277" y="36087"/>
                </a:cubicBezTo>
                <a:lnTo>
                  <a:pt x="1692277" y="324781"/>
                </a:lnTo>
                <a:cubicBezTo>
                  <a:pt x="1692277" y="344711"/>
                  <a:pt x="1676120" y="360868"/>
                  <a:pt x="1656190" y="360868"/>
                </a:cubicBezTo>
                <a:lnTo>
                  <a:pt x="36087" y="360868"/>
                </a:lnTo>
                <a:cubicBezTo>
                  <a:pt x="16157" y="360868"/>
                  <a:pt x="0" y="344711"/>
                  <a:pt x="0" y="324781"/>
                </a:cubicBezTo>
                <a:lnTo>
                  <a:pt x="0" y="36087"/>
                </a:lnTo>
                <a:close/>
              </a:path>
            </a:pathLst>
          </a:custGeom>
          <a:ln w="12700">
            <a:solidFill>
              <a:schemeClr val="bg2"/>
            </a:solidFill>
            <a:prstDash val="sysDash"/>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noAutofit/>
          </a:bodyPr>
          <a:lstStyle/>
          <a:p>
            <a:pPr algn="ctr" defTabSz="533400">
              <a:lnSpc>
                <a:spcPct val="90000"/>
              </a:lnSpc>
              <a:spcBef>
                <a:spcPct val="0"/>
              </a:spcBef>
              <a:spcAft>
                <a:spcPct val="35000"/>
              </a:spcAft>
            </a:pPr>
            <a:r>
              <a:rPr lang="en-US" sz="900">
                <a:solidFill>
                  <a:srgbClr val="000000"/>
                </a:solidFill>
                <a:latin typeface="Montserrat" panose="00000500000000000000" pitchFamily="2" charset="0"/>
                <a:ea typeface="Calibri" panose="020F0502020204030204"/>
                <a:cs typeface="Calibri" panose="020F0502020204030204"/>
              </a:rPr>
              <a:t>"What will happen?"</a:t>
            </a:r>
          </a:p>
        </p:txBody>
      </p:sp>
      <p:sp>
        <p:nvSpPr>
          <p:cNvPr id="38" name="Arrow: Chevron 37">
            <a:extLst>
              <a:ext uri="{FF2B5EF4-FFF2-40B4-BE49-F238E27FC236}">
                <a16:creationId xmlns:a16="http://schemas.microsoft.com/office/drawing/2014/main" id="{2EC2F74B-A237-9EDF-8446-CA5A0226E0A1}"/>
              </a:ext>
            </a:extLst>
          </p:cNvPr>
          <p:cNvSpPr/>
          <p:nvPr/>
        </p:nvSpPr>
        <p:spPr>
          <a:xfrm>
            <a:off x="5042574" y="1079167"/>
            <a:ext cx="2004012" cy="570159"/>
          </a:xfrm>
          <a:prstGeom prst="chevron">
            <a:avLst>
              <a:gd name="adj" fmla="val 40000"/>
            </a:avLst>
          </a:prstGeom>
          <a:solidFill>
            <a:schemeClr val="bg2">
              <a:lumMod val="40000"/>
              <a:lumOff val="6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45720" tIns="91440" rIns="45720" anchor="t"/>
          <a:lstStyle/>
          <a:p>
            <a:pPr algn="ctr"/>
            <a:r>
              <a:rPr lang="en-US" sz="1400" b="1">
                <a:solidFill>
                  <a:srgbClr val="000000"/>
                </a:solidFill>
                <a:latin typeface="Montserrat"/>
              </a:rPr>
              <a:t>Optimize</a:t>
            </a:r>
          </a:p>
        </p:txBody>
      </p:sp>
      <p:sp>
        <p:nvSpPr>
          <p:cNvPr id="39" name="Freeform: Shape 38">
            <a:extLst>
              <a:ext uri="{FF2B5EF4-FFF2-40B4-BE49-F238E27FC236}">
                <a16:creationId xmlns:a16="http://schemas.microsoft.com/office/drawing/2014/main" id="{5CB0D902-EB42-647C-21B2-B7DCD2AA9553}"/>
              </a:ext>
            </a:extLst>
          </p:cNvPr>
          <p:cNvSpPr/>
          <p:nvPr/>
        </p:nvSpPr>
        <p:spPr>
          <a:xfrm>
            <a:off x="5450840" y="1440675"/>
            <a:ext cx="1818415" cy="311925"/>
          </a:xfrm>
          <a:custGeom>
            <a:avLst/>
            <a:gdLst>
              <a:gd name="csX0" fmla="*/ 0 w 1692277"/>
              <a:gd name="csY0" fmla="*/ 36087 h 360868"/>
              <a:gd name="csX1" fmla="*/ 36087 w 1692277"/>
              <a:gd name="csY1" fmla="*/ 0 h 360868"/>
              <a:gd name="csX2" fmla="*/ 1656190 w 1692277"/>
              <a:gd name="csY2" fmla="*/ 0 h 360868"/>
              <a:gd name="csX3" fmla="*/ 1692277 w 1692277"/>
              <a:gd name="csY3" fmla="*/ 36087 h 360868"/>
              <a:gd name="csX4" fmla="*/ 1692277 w 1692277"/>
              <a:gd name="csY4" fmla="*/ 324781 h 360868"/>
              <a:gd name="csX5" fmla="*/ 1656190 w 1692277"/>
              <a:gd name="csY5" fmla="*/ 360868 h 360868"/>
              <a:gd name="csX6" fmla="*/ 36087 w 1692277"/>
              <a:gd name="csY6" fmla="*/ 360868 h 360868"/>
              <a:gd name="csX7" fmla="*/ 0 w 1692277"/>
              <a:gd name="csY7" fmla="*/ 324781 h 360868"/>
              <a:gd name="csX8" fmla="*/ 0 w 1692277"/>
              <a:gd name="csY8" fmla="*/ 36087 h 3608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692277" h="360868">
                <a:moveTo>
                  <a:pt x="0" y="36087"/>
                </a:moveTo>
                <a:cubicBezTo>
                  <a:pt x="0" y="16157"/>
                  <a:pt x="16157" y="0"/>
                  <a:pt x="36087" y="0"/>
                </a:cubicBezTo>
                <a:lnTo>
                  <a:pt x="1656190" y="0"/>
                </a:lnTo>
                <a:cubicBezTo>
                  <a:pt x="1676120" y="0"/>
                  <a:pt x="1692277" y="16157"/>
                  <a:pt x="1692277" y="36087"/>
                </a:cubicBezTo>
                <a:lnTo>
                  <a:pt x="1692277" y="324781"/>
                </a:lnTo>
                <a:cubicBezTo>
                  <a:pt x="1692277" y="344711"/>
                  <a:pt x="1676120" y="360868"/>
                  <a:pt x="1656190" y="360868"/>
                </a:cubicBezTo>
                <a:lnTo>
                  <a:pt x="36087" y="360868"/>
                </a:lnTo>
                <a:cubicBezTo>
                  <a:pt x="16157" y="360868"/>
                  <a:pt x="0" y="344711"/>
                  <a:pt x="0" y="324781"/>
                </a:cubicBezTo>
                <a:lnTo>
                  <a:pt x="0" y="36087"/>
                </a:lnTo>
                <a:close/>
              </a:path>
            </a:pathLst>
          </a:custGeom>
          <a:ln w="12700">
            <a:solidFill>
              <a:schemeClr val="bg2"/>
            </a:solidFill>
            <a:prstDash val="sysDash"/>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noAutofit/>
          </a:bodyPr>
          <a:lstStyle/>
          <a:p>
            <a:pPr algn="ctr" defTabSz="533400">
              <a:lnSpc>
                <a:spcPct val="90000"/>
              </a:lnSpc>
              <a:spcBef>
                <a:spcPct val="0"/>
              </a:spcBef>
              <a:spcAft>
                <a:spcPct val="35000"/>
              </a:spcAft>
            </a:pPr>
            <a:r>
              <a:rPr lang="en-US" sz="900">
                <a:solidFill>
                  <a:srgbClr val="000000"/>
                </a:solidFill>
                <a:latin typeface="Montserrat" panose="00000500000000000000" pitchFamily="2" charset="0"/>
                <a:ea typeface="Calibri" panose="020F0502020204030204"/>
                <a:cs typeface="Calibri" panose="020F0502020204030204"/>
              </a:rPr>
              <a:t>What is the most effective ?</a:t>
            </a:r>
          </a:p>
        </p:txBody>
      </p:sp>
      <p:sp>
        <p:nvSpPr>
          <p:cNvPr id="40" name="Arrow: Chevron 39">
            <a:extLst>
              <a:ext uri="{FF2B5EF4-FFF2-40B4-BE49-F238E27FC236}">
                <a16:creationId xmlns:a16="http://schemas.microsoft.com/office/drawing/2014/main" id="{45118A3B-97A9-89CA-46AC-52E9DCB30D83}"/>
              </a:ext>
            </a:extLst>
          </p:cNvPr>
          <p:cNvSpPr/>
          <p:nvPr/>
        </p:nvSpPr>
        <p:spPr>
          <a:xfrm>
            <a:off x="7331601" y="1079167"/>
            <a:ext cx="2004012" cy="570159"/>
          </a:xfrm>
          <a:prstGeom prst="chevron">
            <a:avLst>
              <a:gd name="adj" fmla="val 40000"/>
            </a:avLst>
          </a:prstGeom>
          <a:solidFill>
            <a:schemeClr val="bg2">
              <a:lumMod val="60000"/>
              <a:lumOff val="4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45720" tIns="91440" rIns="45720" anchor="t"/>
          <a:lstStyle/>
          <a:p>
            <a:pPr algn="ctr"/>
            <a:r>
              <a:rPr lang="en-US" sz="1400" b="1">
                <a:solidFill>
                  <a:srgbClr val="000000"/>
                </a:solidFill>
                <a:latin typeface="Montserrat"/>
              </a:rPr>
              <a:t>Recommend</a:t>
            </a:r>
            <a:endParaRPr lang="en-IN" sz="1400" b="1">
              <a:solidFill>
                <a:srgbClr val="000000"/>
              </a:solidFill>
              <a:latin typeface="Montserrat"/>
            </a:endParaRPr>
          </a:p>
        </p:txBody>
      </p:sp>
      <p:sp>
        <p:nvSpPr>
          <p:cNvPr id="41" name="Freeform: Shape 40">
            <a:extLst>
              <a:ext uri="{FF2B5EF4-FFF2-40B4-BE49-F238E27FC236}">
                <a16:creationId xmlns:a16="http://schemas.microsoft.com/office/drawing/2014/main" id="{BD4E987D-B40B-A866-11F6-3A8BD75D8F5A}"/>
              </a:ext>
            </a:extLst>
          </p:cNvPr>
          <p:cNvSpPr/>
          <p:nvPr/>
        </p:nvSpPr>
        <p:spPr>
          <a:xfrm>
            <a:off x="7866005" y="1440675"/>
            <a:ext cx="1692277" cy="311925"/>
          </a:xfrm>
          <a:custGeom>
            <a:avLst/>
            <a:gdLst>
              <a:gd name="csX0" fmla="*/ 0 w 1692277"/>
              <a:gd name="csY0" fmla="*/ 36087 h 360868"/>
              <a:gd name="csX1" fmla="*/ 36087 w 1692277"/>
              <a:gd name="csY1" fmla="*/ 0 h 360868"/>
              <a:gd name="csX2" fmla="*/ 1656190 w 1692277"/>
              <a:gd name="csY2" fmla="*/ 0 h 360868"/>
              <a:gd name="csX3" fmla="*/ 1692277 w 1692277"/>
              <a:gd name="csY3" fmla="*/ 36087 h 360868"/>
              <a:gd name="csX4" fmla="*/ 1692277 w 1692277"/>
              <a:gd name="csY4" fmla="*/ 324781 h 360868"/>
              <a:gd name="csX5" fmla="*/ 1656190 w 1692277"/>
              <a:gd name="csY5" fmla="*/ 360868 h 360868"/>
              <a:gd name="csX6" fmla="*/ 36087 w 1692277"/>
              <a:gd name="csY6" fmla="*/ 360868 h 360868"/>
              <a:gd name="csX7" fmla="*/ 0 w 1692277"/>
              <a:gd name="csY7" fmla="*/ 324781 h 360868"/>
              <a:gd name="csX8" fmla="*/ 0 w 1692277"/>
              <a:gd name="csY8" fmla="*/ 36087 h 3608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692277" h="360868">
                <a:moveTo>
                  <a:pt x="0" y="36087"/>
                </a:moveTo>
                <a:cubicBezTo>
                  <a:pt x="0" y="16157"/>
                  <a:pt x="16157" y="0"/>
                  <a:pt x="36087" y="0"/>
                </a:cubicBezTo>
                <a:lnTo>
                  <a:pt x="1656190" y="0"/>
                </a:lnTo>
                <a:cubicBezTo>
                  <a:pt x="1676120" y="0"/>
                  <a:pt x="1692277" y="16157"/>
                  <a:pt x="1692277" y="36087"/>
                </a:cubicBezTo>
                <a:lnTo>
                  <a:pt x="1692277" y="324781"/>
                </a:lnTo>
                <a:cubicBezTo>
                  <a:pt x="1692277" y="344711"/>
                  <a:pt x="1676120" y="360868"/>
                  <a:pt x="1656190" y="360868"/>
                </a:cubicBezTo>
                <a:lnTo>
                  <a:pt x="36087" y="360868"/>
                </a:lnTo>
                <a:cubicBezTo>
                  <a:pt x="16157" y="360868"/>
                  <a:pt x="0" y="344711"/>
                  <a:pt x="0" y="324781"/>
                </a:cubicBezTo>
                <a:lnTo>
                  <a:pt x="0" y="36087"/>
                </a:lnTo>
                <a:close/>
              </a:path>
            </a:pathLst>
          </a:custGeom>
          <a:ln w="12700">
            <a:solidFill>
              <a:schemeClr val="bg2"/>
            </a:solidFill>
            <a:prstDash val="sysDash"/>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noAutofit/>
          </a:bodyPr>
          <a:lstStyle/>
          <a:p>
            <a:pPr algn="ctr" defTabSz="533400">
              <a:lnSpc>
                <a:spcPct val="90000"/>
              </a:lnSpc>
              <a:spcBef>
                <a:spcPct val="0"/>
              </a:spcBef>
              <a:spcAft>
                <a:spcPct val="35000"/>
              </a:spcAft>
            </a:pPr>
            <a:r>
              <a:rPr lang="en-US" sz="900">
                <a:solidFill>
                  <a:srgbClr val="000000"/>
                </a:solidFill>
                <a:latin typeface="Montserrat" panose="00000500000000000000" pitchFamily="2" charset="0"/>
                <a:ea typeface="Calibri" panose="020F0502020204030204"/>
                <a:cs typeface="Calibri" panose="020F0502020204030204"/>
              </a:rPr>
              <a:t>What should I do?</a:t>
            </a:r>
          </a:p>
        </p:txBody>
      </p:sp>
      <p:sp>
        <p:nvSpPr>
          <p:cNvPr id="42" name="Arrow: Chevron 41">
            <a:extLst>
              <a:ext uri="{FF2B5EF4-FFF2-40B4-BE49-F238E27FC236}">
                <a16:creationId xmlns:a16="http://schemas.microsoft.com/office/drawing/2014/main" id="{80611D78-1DBB-0472-CD86-A2D613FC45B2}"/>
              </a:ext>
            </a:extLst>
          </p:cNvPr>
          <p:cNvSpPr/>
          <p:nvPr/>
        </p:nvSpPr>
        <p:spPr>
          <a:xfrm>
            <a:off x="9620629" y="1079167"/>
            <a:ext cx="2004012" cy="570159"/>
          </a:xfrm>
          <a:prstGeom prst="chevron">
            <a:avLst>
              <a:gd name="adj" fmla="val 40000"/>
            </a:avLst>
          </a:prstGeom>
          <a:solidFill>
            <a:schemeClr val="bg2"/>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45720" tIns="91440" rIns="45720" anchor="t"/>
          <a:lstStyle/>
          <a:p>
            <a:pPr algn="ctr"/>
            <a:r>
              <a:rPr lang="en-US" sz="1400" b="1">
                <a:solidFill>
                  <a:schemeClr val="bg1"/>
                </a:solidFill>
                <a:latin typeface="Montserrat"/>
              </a:rPr>
              <a:t>Agentic AI</a:t>
            </a:r>
          </a:p>
        </p:txBody>
      </p:sp>
      <p:sp>
        <p:nvSpPr>
          <p:cNvPr id="43" name="Freeform: Shape 42">
            <a:extLst>
              <a:ext uri="{FF2B5EF4-FFF2-40B4-BE49-F238E27FC236}">
                <a16:creationId xmlns:a16="http://schemas.microsoft.com/office/drawing/2014/main" id="{CCCD4D14-304F-E4D6-5C2F-53EED3F3ACB1}"/>
              </a:ext>
            </a:extLst>
          </p:cNvPr>
          <p:cNvSpPr/>
          <p:nvPr/>
        </p:nvSpPr>
        <p:spPr>
          <a:xfrm>
            <a:off x="10155032" y="1440675"/>
            <a:ext cx="1692277" cy="311925"/>
          </a:xfrm>
          <a:custGeom>
            <a:avLst/>
            <a:gdLst>
              <a:gd name="csX0" fmla="*/ 0 w 1692277"/>
              <a:gd name="csY0" fmla="*/ 36087 h 360868"/>
              <a:gd name="csX1" fmla="*/ 36087 w 1692277"/>
              <a:gd name="csY1" fmla="*/ 0 h 360868"/>
              <a:gd name="csX2" fmla="*/ 1656190 w 1692277"/>
              <a:gd name="csY2" fmla="*/ 0 h 360868"/>
              <a:gd name="csX3" fmla="*/ 1692277 w 1692277"/>
              <a:gd name="csY3" fmla="*/ 36087 h 360868"/>
              <a:gd name="csX4" fmla="*/ 1692277 w 1692277"/>
              <a:gd name="csY4" fmla="*/ 324781 h 360868"/>
              <a:gd name="csX5" fmla="*/ 1656190 w 1692277"/>
              <a:gd name="csY5" fmla="*/ 360868 h 360868"/>
              <a:gd name="csX6" fmla="*/ 36087 w 1692277"/>
              <a:gd name="csY6" fmla="*/ 360868 h 360868"/>
              <a:gd name="csX7" fmla="*/ 0 w 1692277"/>
              <a:gd name="csY7" fmla="*/ 324781 h 360868"/>
              <a:gd name="csX8" fmla="*/ 0 w 1692277"/>
              <a:gd name="csY8" fmla="*/ 36087 h 3608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692277" h="360868">
                <a:moveTo>
                  <a:pt x="0" y="36087"/>
                </a:moveTo>
                <a:cubicBezTo>
                  <a:pt x="0" y="16157"/>
                  <a:pt x="16157" y="0"/>
                  <a:pt x="36087" y="0"/>
                </a:cubicBezTo>
                <a:lnTo>
                  <a:pt x="1656190" y="0"/>
                </a:lnTo>
                <a:cubicBezTo>
                  <a:pt x="1676120" y="0"/>
                  <a:pt x="1692277" y="16157"/>
                  <a:pt x="1692277" y="36087"/>
                </a:cubicBezTo>
                <a:lnTo>
                  <a:pt x="1692277" y="324781"/>
                </a:lnTo>
                <a:cubicBezTo>
                  <a:pt x="1692277" y="344711"/>
                  <a:pt x="1676120" y="360868"/>
                  <a:pt x="1656190" y="360868"/>
                </a:cubicBezTo>
                <a:lnTo>
                  <a:pt x="36087" y="360868"/>
                </a:lnTo>
                <a:cubicBezTo>
                  <a:pt x="16157" y="360868"/>
                  <a:pt x="0" y="344711"/>
                  <a:pt x="0" y="324781"/>
                </a:cubicBezTo>
                <a:lnTo>
                  <a:pt x="0" y="36087"/>
                </a:lnTo>
                <a:close/>
              </a:path>
            </a:pathLst>
          </a:custGeom>
          <a:ln w="12700">
            <a:solidFill>
              <a:schemeClr val="bg2"/>
            </a:solidFill>
            <a:prstDash val="sysDash"/>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0" tIns="0" rIns="0" bIns="0" numCol="1" spcCol="1270" anchor="ctr" anchorCtr="0">
            <a:noAutofit/>
          </a:bodyPr>
          <a:lstStyle/>
          <a:p>
            <a:pPr algn="ctr" defTabSz="533400">
              <a:lnSpc>
                <a:spcPct val="90000"/>
              </a:lnSpc>
              <a:spcBef>
                <a:spcPct val="0"/>
              </a:spcBef>
              <a:spcAft>
                <a:spcPct val="35000"/>
              </a:spcAft>
            </a:pPr>
            <a:r>
              <a:rPr lang="en-US" sz="900">
                <a:solidFill>
                  <a:srgbClr val="000000"/>
                </a:solidFill>
                <a:latin typeface="Montserrat" panose="00000500000000000000" pitchFamily="2" charset="0"/>
                <a:ea typeface="Calibri" panose="020F0502020204030204"/>
                <a:cs typeface="Calibri" panose="020F0502020204030204"/>
              </a:rPr>
              <a:t>Can I automate?</a:t>
            </a:r>
          </a:p>
        </p:txBody>
      </p:sp>
      <p:pic>
        <p:nvPicPr>
          <p:cNvPr id="51" name="Picture 50">
            <a:extLst>
              <a:ext uri="{FF2B5EF4-FFF2-40B4-BE49-F238E27FC236}">
                <a16:creationId xmlns:a16="http://schemas.microsoft.com/office/drawing/2014/main" id="{A8B28AB7-FB2C-A5FA-B6FB-532246D4DC1C}"/>
              </a:ext>
            </a:extLst>
          </p:cNvPr>
          <p:cNvPicPr>
            <a:picLocks noChangeAspect="1"/>
          </p:cNvPicPr>
          <p:nvPr/>
        </p:nvPicPr>
        <p:blipFill>
          <a:blip r:embed="rId2"/>
          <a:stretch>
            <a:fillRect/>
          </a:stretch>
        </p:blipFill>
        <p:spPr>
          <a:xfrm>
            <a:off x="6207397" y="3394236"/>
            <a:ext cx="321819" cy="301451"/>
          </a:xfrm>
          <a:prstGeom prst="rect">
            <a:avLst/>
          </a:prstGeom>
        </p:spPr>
      </p:pic>
      <p:sp>
        <p:nvSpPr>
          <p:cNvPr id="52" name="TextBox 51">
            <a:extLst>
              <a:ext uri="{FF2B5EF4-FFF2-40B4-BE49-F238E27FC236}">
                <a16:creationId xmlns:a16="http://schemas.microsoft.com/office/drawing/2014/main" id="{1DDA33C5-CA2B-E085-2104-2351885C8FCC}"/>
              </a:ext>
            </a:extLst>
          </p:cNvPr>
          <p:cNvSpPr txBox="1"/>
          <p:nvPr/>
        </p:nvSpPr>
        <p:spPr>
          <a:xfrm>
            <a:off x="6639290" y="3344906"/>
            <a:ext cx="853119" cy="400110"/>
          </a:xfrm>
          <a:prstGeom prst="rect">
            <a:avLst/>
          </a:prstGeom>
          <a:noFill/>
        </p:spPr>
        <p:txBody>
          <a:bodyPr wrap="none" lIns="91440" tIns="45720" rIns="91440" bIns="45720" rtlCol="0" anchor="t">
            <a:spAutoFit/>
          </a:bodyPr>
          <a:lstStyle/>
          <a:p>
            <a:r>
              <a:rPr lang="en-US" sz="1000" b="1">
                <a:latin typeface="Montserrat"/>
              </a:rPr>
              <a:t>Capacity </a:t>
            </a:r>
            <a:endParaRPr lang="en-US">
              <a:latin typeface="Aptos" panose="020B0004020202020204"/>
            </a:endParaRPr>
          </a:p>
          <a:p>
            <a:r>
              <a:rPr lang="en-US" sz="1000" b="1">
                <a:latin typeface="Montserrat"/>
              </a:rPr>
              <a:t>Optimizer</a:t>
            </a:r>
          </a:p>
        </p:txBody>
      </p:sp>
      <p:pic>
        <p:nvPicPr>
          <p:cNvPr id="56" name="Picture 55">
            <a:extLst>
              <a:ext uri="{FF2B5EF4-FFF2-40B4-BE49-F238E27FC236}">
                <a16:creationId xmlns:a16="http://schemas.microsoft.com/office/drawing/2014/main" id="{94E11EE5-10AD-1D59-861B-61CD1A04E656}"/>
              </a:ext>
            </a:extLst>
          </p:cNvPr>
          <p:cNvPicPr>
            <a:picLocks noChangeAspect="1"/>
          </p:cNvPicPr>
          <p:nvPr/>
        </p:nvPicPr>
        <p:blipFill>
          <a:blip r:embed="rId3"/>
          <a:stretch>
            <a:fillRect/>
          </a:stretch>
        </p:blipFill>
        <p:spPr>
          <a:xfrm>
            <a:off x="8327890" y="3377201"/>
            <a:ext cx="341112" cy="335520"/>
          </a:xfrm>
          <a:prstGeom prst="rect">
            <a:avLst/>
          </a:prstGeom>
        </p:spPr>
      </p:pic>
      <p:sp>
        <p:nvSpPr>
          <p:cNvPr id="59" name="TextBox 58">
            <a:extLst>
              <a:ext uri="{FF2B5EF4-FFF2-40B4-BE49-F238E27FC236}">
                <a16:creationId xmlns:a16="http://schemas.microsoft.com/office/drawing/2014/main" id="{B06AC924-10EC-7C33-E22F-7B3610AE90B3}"/>
              </a:ext>
            </a:extLst>
          </p:cNvPr>
          <p:cNvSpPr txBox="1"/>
          <p:nvPr/>
        </p:nvSpPr>
        <p:spPr>
          <a:xfrm>
            <a:off x="10744140" y="3344906"/>
            <a:ext cx="1003801" cy="400110"/>
          </a:xfrm>
          <a:prstGeom prst="rect">
            <a:avLst/>
          </a:prstGeom>
          <a:noFill/>
        </p:spPr>
        <p:txBody>
          <a:bodyPr wrap="none" lIns="91440" tIns="45720" rIns="91440" bIns="45720" rtlCol="0" anchor="t">
            <a:spAutoFit/>
          </a:bodyPr>
          <a:lstStyle/>
          <a:p>
            <a:r>
              <a:rPr lang="en-US" sz="1000" b="1">
                <a:latin typeface="Montserrat"/>
              </a:rPr>
              <a:t>Traceability </a:t>
            </a:r>
          </a:p>
          <a:p>
            <a:r>
              <a:rPr lang="en-US" sz="1000" b="1">
                <a:latin typeface="Montserrat"/>
              </a:rPr>
              <a:t>intelligence</a:t>
            </a:r>
          </a:p>
        </p:txBody>
      </p:sp>
      <p:pic>
        <p:nvPicPr>
          <p:cNvPr id="62" name="Picture 61">
            <a:extLst>
              <a:ext uri="{FF2B5EF4-FFF2-40B4-BE49-F238E27FC236}">
                <a16:creationId xmlns:a16="http://schemas.microsoft.com/office/drawing/2014/main" id="{91C0A991-DA75-FFE3-CA5A-DCE55AD5E11E}"/>
              </a:ext>
            </a:extLst>
          </p:cNvPr>
          <p:cNvPicPr>
            <a:picLocks noChangeAspect="1"/>
          </p:cNvPicPr>
          <p:nvPr/>
        </p:nvPicPr>
        <p:blipFill>
          <a:blip r:embed="rId4"/>
          <a:stretch>
            <a:fillRect/>
          </a:stretch>
        </p:blipFill>
        <p:spPr>
          <a:xfrm>
            <a:off x="10374819" y="3399317"/>
            <a:ext cx="311850" cy="291288"/>
          </a:xfrm>
          <a:prstGeom prst="rect">
            <a:avLst/>
          </a:prstGeom>
        </p:spPr>
      </p:pic>
      <p:sp>
        <p:nvSpPr>
          <p:cNvPr id="65" name="TextBox 64">
            <a:extLst>
              <a:ext uri="{FF2B5EF4-FFF2-40B4-BE49-F238E27FC236}">
                <a16:creationId xmlns:a16="http://schemas.microsoft.com/office/drawing/2014/main" id="{3C037A8D-1F61-87EF-4EDF-6ED8D6C55F0C}"/>
              </a:ext>
            </a:extLst>
          </p:cNvPr>
          <p:cNvSpPr txBox="1"/>
          <p:nvPr/>
        </p:nvSpPr>
        <p:spPr>
          <a:xfrm>
            <a:off x="8818352" y="3344906"/>
            <a:ext cx="1215397" cy="400110"/>
          </a:xfrm>
          <a:prstGeom prst="rect">
            <a:avLst/>
          </a:prstGeom>
          <a:noFill/>
        </p:spPr>
        <p:txBody>
          <a:bodyPr wrap="none" lIns="91440" tIns="45720" rIns="91440" bIns="45720" rtlCol="0" anchor="t">
            <a:spAutoFit/>
          </a:bodyPr>
          <a:lstStyle/>
          <a:p>
            <a:r>
              <a:rPr lang="en-US" sz="1000" b="1">
                <a:latin typeface="Montserrat"/>
              </a:rPr>
              <a:t>Transportation </a:t>
            </a:r>
          </a:p>
          <a:p>
            <a:r>
              <a:rPr lang="en-US" sz="1000" b="1" err="1">
                <a:latin typeface="Montserrat"/>
              </a:rPr>
              <a:t>Optimiz</a:t>
            </a:r>
            <a:r>
              <a:rPr lang="en-US" sz="1000" b="1">
                <a:latin typeface="Montserrat"/>
              </a:rPr>
              <a:t>er</a:t>
            </a:r>
          </a:p>
        </p:txBody>
      </p:sp>
      <p:sp>
        <p:nvSpPr>
          <p:cNvPr id="50" name="TextBox 49">
            <a:extLst>
              <a:ext uri="{FF2B5EF4-FFF2-40B4-BE49-F238E27FC236}">
                <a16:creationId xmlns:a16="http://schemas.microsoft.com/office/drawing/2014/main" id="{C77E2BCB-D64C-C93A-09C2-489E8F7A4CDD}"/>
              </a:ext>
            </a:extLst>
          </p:cNvPr>
          <p:cNvSpPr txBox="1"/>
          <p:nvPr/>
        </p:nvSpPr>
        <p:spPr>
          <a:xfrm>
            <a:off x="6528855" y="2866380"/>
            <a:ext cx="1508746" cy="246221"/>
          </a:xfrm>
          <a:prstGeom prst="rect">
            <a:avLst/>
          </a:prstGeom>
          <a:noFill/>
        </p:spPr>
        <p:txBody>
          <a:bodyPr wrap="none" lIns="91440" tIns="45720" rIns="91440" bIns="45720" rtlCol="0" anchor="t">
            <a:spAutoFit/>
          </a:bodyPr>
          <a:lstStyle/>
          <a:p>
            <a:r>
              <a:rPr lang="en-US" sz="1000" b="1">
                <a:latin typeface="Montserrat"/>
              </a:rPr>
              <a:t>Demand Forecaster</a:t>
            </a:r>
            <a:endParaRPr lang="en-US">
              <a:latin typeface="Aptos" panose="020B0004020202020204"/>
            </a:endParaRPr>
          </a:p>
        </p:txBody>
      </p:sp>
      <p:pic>
        <p:nvPicPr>
          <p:cNvPr id="54" name="Picture 53">
            <a:extLst>
              <a:ext uri="{FF2B5EF4-FFF2-40B4-BE49-F238E27FC236}">
                <a16:creationId xmlns:a16="http://schemas.microsoft.com/office/drawing/2014/main" id="{23F71F61-45F8-BB0B-77D1-5A899EBD943D}"/>
              </a:ext>
            </a:extLst>
          </p:cNvPr>
          <p:cNvPicPr>
            <a:picLocks noChangeAspect="1"/>
          </p:cNvPicPr>
          <p:nvPr/>
        </p:nvPicPr>
        <p:blipFill>
          <a:blip r:embed="rId5"/>
          <a:stretch>
            <a:fillRect/>
          </a:stretch>
        </p:blipFill>
        <p:spPr>
          <a:xfrm>
            <a:off x="6175338" y="2847958"/>
            <a:ext cx="385937" cy="271303"/>
          </a:xfrm>
          <a:prstGeom prst="rect">
            <a:avLst/>
          </a:prstGeom>
        </p:spPr>
      </p:pic>
      <p:pic>
        <p:nvPicPr>
          <p:cNvPr id="55" name="Picture 54">
            <a:extLst>
              <a:ext uri="{FF2B5EF4-FFF2-40B4-BE49-F238E27FC236}">
                <a16:creationId xmlns:a16="http://schemas.microsoft.com/office/drawing/2014/main" id="{B3DACD9C-683B-DE40-57E8-DFB85103FAD6}"/>
              </a:ext>
            </a:extLst>
          </p:cNvPr>
          <p:cNvPicPr>
            <a:picLocks noChangeAspect="1"/>
          </p:cNvPicPr>
          <p:nvPr/>
        </p:nvPicPr>
        <p:blipFill>
          <a:blip r:embed="rId6"/>
          <a:stretch>
            <a:fillRect/>
          </a:stretch>
        </p:blipFill>
        <p:spPr>
          <a:xfrm>
            <a:off x="8292126" y="2846810"/>
            <a:ext cx="412641" cy="273598"/>
          </a:xfrm>
          <a:prstGeom prst="rect">
            <a:avLst/>
          </a:prstGeom>
        </p:spPr>
      </p:pic>
      <p:sp>
        <p:nvSpPr>
          <p:cNvPr id="58" name="TextBox 57">
            <a:extLst>
              <a:ext uri="{FF2B5EF4-FFF2-40B4-BE49-F238E27FC236}">
                <a16:creationId xmlns:a16="http://schemas.microsoft.com/office/drawing/2014/main" id="{8B4B8E62-3BF3-811E-2A3F-B3838A04309F}"/>
              </a:ext>
            </a:extLst>
          </p:cNvPr>
          <p:cNvSpPr txBox="1"/>
          <p:nvPr/>
        </p:nvSpPr>
        <p:spPr>
          <a:xfrm>
            <a:off x="8818352" y="2783554"/>
            <a:ext cx="867545" cy="400110"/>
          </a:xfrm>
          <a:prstGeom prst="rect">
            <a:avLst/>
          </a:prstGeom>
          <a:noFill/>
        </p:spPr>
        <p:txBody>
          <a:bodyPr wrap="none" lIns="91440" tIns="45720" rIns="91440" bIns="45720" rtlCol="0" anchor="t">
            <a:spAutoFit/>
          </a:bodyPr>
          <a:lstStyle/>
          <a:p>
            <a:r>
              <a:rPr lang="en-US" sz="1000" b="1">
                <a:latin typeface="Montserrat"/>
              </a:rPr>
              <a:t>Inventory </a:t>
            </a:r>
            <a:endParaRPr lang="en-US">
              <a:latin typeface="Aptos" panose="020B0004020202020204"/>
            </a:endParaRPr>
          </a:p>
          <a:p>
            <a:r>
              <a:rPr lang="en-US" sz="1000" b="1">
                <a:latin typeface="Montserrat"/>
              </a:rPr>
              <a:t>optimizer</a:t>
            </a:r>
            <a:endParaRPr lang="en-US"/>
          </a:p>
        </p:txBody>
      </p:sp>
      <p:pic>
        <p:nvPicPr>
          <p:cNvPr id="61" name="Picture 60">
            <a:extLst>
              <a:ext uri="{FF2B5EF4-FFF2-40B4-BE49-F238E27FC236}">
                <a16:creationId xmlns:a16="http://schemas.microsoft.com/office/drawing/2014/main" id="{E5789F18-DA94-4405-2259-235140A3A75F}"/>
              </a:ext>
            </a:extLst>
          </p:cNvPr>
          <p:cNvPicPr>
            <a:picLocks noChangeAspect="1"/>
          </p:cNvPicPr>
          <p:nvPr/>
        </p:nvPicPr>
        <p:blipFill>
          <a:blip r:embed="rId7"/>
          <a:stretch>
            <a:fillRect/>
          </a:stretch>
        </p:blipFill>
        <p:spPr>
          <a:xfrm>
            <a:off x="10373737" y="2833738"/>
            <a:ext cx="314015" cy="299742"/>
          </a:xfrm>
          <a:prstGeom prst="rect">
            <a:avLst/>
          </a:prstGeom>
        </p:spPr>
      </p:pic>
      <p:sp>
        <p:nvSpPr>
          <p:cNvPr id="66" name="TextBox 65">
            <a:extLst>
              <a:ext uri="{FF2B5EF4-FFF2-40B4-BE49-F238E27FC236}">
                <a16:creationId xmlns:a16="http://schemas.microsoft.com/office/drawing/2014/main" id="{1CA82AAC-069C-948B-1B50-61A35FFDB471}"/>
              </a:ext>
            </a:extLst>
          </p:cNvPr>
          <p:cNvSpPr txBox="1"/>
          <p:nvPr/>
        </p:nvSpPr>
        <p:spPr>
          <a:xfrm>
            <a:off x="10744140" y="2783554"/>
            <a:ext cx="934871" cy="400110"/>
          </a:xfrm>
          <a:prstGeom prst="rect">
            <a:avLst/>
          </a:prstGeom>
          <a:noFill/>
        </p:spPr>
        <p:txBody>
          <a:bodyPr wrap="none" lIns="91440" tIns="45720" rIns="91440" bIns="45720" rtlCol="0" anchor="t">
            <a:spAutoFit/>
          </a:bodyPr>
          <a:lstStyle/>
          <a:p>
            <a:r>
              <a:rPr lang="en-US" sz="1000" b="1">
                <a:latin typeface="Montserrat"/>
              </a:rPr>
              <a:t>Production</a:t>
            </a:r>
            <a:endParaRPr lang="en-US">
              <a:latin typeface="Aptos" panose="020B0004020202020204"/>
            </a:endParaRPr>
          </a:p>
          <a:p>
            <a:r>
              <a:rPr lang="en-US" sz="1000" b="1">
                <a:latin typeface="Montserrat"/>
              </a:rPr>
              <a:t>scheduler</a:t>
            </a:r>
            <a:endParaRPr lang="en-US"/>
          </a:p>
        </p:txBody>
      </p:sp>
      <p:sp>
        <p:nvSpPr>
          <p:cNvPr id="53" name="TextBox 52">
            <a:extLst>
              <a:ext uri="{FF2B5EF4-FFF2-40B4-BE49-F238E27FC236}">
                <a16:creationId xmlns:a16="http://schemas.microsoft.com/office/drawing/2014/main" id="{D051C9B9-736F-04F0-7BAF-07E89A245F19}"/>
              </a:ext>
            </a:extLst>
          </p:cNvPr>
          <p:cNvSpPr txBox="1"/>
          <p:nvPr/>
        </p:nvSpPr>
        <p:spPr>
          <a:xfrm>
            <a:off x="6639290" y="3906259"/>
            <a:ext cx="1061509" cy="400110"/>
          </a:xfrm>
          <a:prstGeom prst="rect">
            <a:avLst/>
          </a:prstGeom>
          <a:noFill/>
        </p:spPr>
        <p:txBody>
          <a:bodyPr wrap="none" lIns="91440" tIns="45720" rIns="91440" bIns="45720" rtlCol="0" anchor="t">
            <a:spAutoFit/>
          </a:bodyPr>
          <a:lstStyle/>
          <a:p>
            <a:r>
              <a:rPr lang="en-US" sz="1000" b="1">
                <a:latin typeface="Montserrat"/>
              </a:rPr>
              <a:t>Supplier risk </a:t>
            </a:r>
            <a:endParaRPr lang="en-US"/>
          </a:p>
          <a:p>
            <a:r>
              <a:rPr lang="en-US" sz="1000" b="1">
                <a:latin typeface="Montserrat"/>
              </a:rPr>
              <a:t>intelligence</a:t>
            </a:r>
          </a:p>
        </p:txBody>
      </p:sp>
      <p:pic>
        <p:nvPicPr>
          <p:cNvPr id="57" name="Picture 56">
            <a:extLst>
              <a:ext uri="{FF2B5EF4-FFF2-40B4-BE49-F238E27FC236}">
                <a16:creationId xmlns:a16="http://schemas.microsoft.com/office/drawing/2014/main" id="{B077C00D-2AA2-12D9-4C08-FF44785196BC}"/>
              </a:ext>
            </a:extLst>
          </p:cNvPr>
          <p:cNvPicPr>
            <a:picLocks noChangeAspect="1"/>
          </p:cNvPicPr>
          <p:nvPr/>
        </p:nvPicPr>
        <p:blipFill>
          <a:blip r:embed="rId8"/>
          <a:stretch>
            <a:fillRect/>
          </a:stretch>
        </p:blipFill>
        <p:spPr>
          <a:xfrm>
            <a:off x="8330568" y="3938436"/>
            <a:ext cx="335757" cy="335757"/>
          </a:xfrm>
          <a:prstGeom prst="rect">
            <a:avLst/>
          </a:prstGeom>
        </p:spPr>
      </p:pic>
      <p:sp>
        <p:nvSpPr>
          <p:cNvPr id="60" name="TextBox 59">
            <a:extLst>
              <a:ext uri="{FF2B5EF4-FFF2-40B4-BE49-F238E27FC236}">
                <a16:creationId xmlns:a16="http://schemas.microsoft.com/office/drawing/2014/main" id="{E3ACD0CE-5063-3C28-04CD-27D0F8D63AA6}"/>
              </a:ext>
            </a:extLst>
          </p:cNvPr>
          <p:cNvSpPr txBox="1"/>
          <p:nvPr/>
        </p:nvSpPr>
        <p:spPr>
          <a:xfrm>
            <a:off x="8818352" y="3983204"/>
            <a:ext cx="1008609" cy="246221"/>
          </a:xfrm>
          <a:prstGeom prst="rect">
            <a:avLst/>
          </a:prstGeom>
          <a:noFill/>
        </p:spPr>
        <p:txBody>
          <a:bodyPr wrap="none" lIns="91440" tIns="45720" rIns="91440" bIns="45720" rtlCol="0" anchor="t">
            <a:spAutoFit/>
          </a:bodyPr>
          <a:lstStyle/>
          <a:p>
            <a:r>
              <a:rPr lang="en-US" sz="1000" b="1">
                <a:latin typeface="Montserrat"/>
              </a:rPr>
              <a:t>Digital twin</a:t>
            </a:r>
            <a:endParaRPr lang="en-US" err="1"/>
          </a:p>
        </p:txBody>
      </p:sp>
      <p:pic>
        <p:nvPicPr>
          <p:cNvPr id="63" name="Picture 62">
            <a:extLst>
              <a:ext uri="{FF2B5EF4-FFF2-40B4-BE49-F238E27FC236}">
                <a16:creationId xmlns:a16="http://schemas.microsoft.com/office/drawing/2014/main" id="{3889F418-437B-EE5D-FE56-51AF94F09BB6}"/>
              </a:ext>
            </a:extLst>
          </p:cNvPr>
          <p:cNvPicPr>
            <a:picLocks noChangeAspect="1"/>
          </p:cNvPicPr>
          <p:nvPr/>
        </p:nvPicPr>
        <p:blipFill>
          <a:blip r:embed="rId9"/>
          <a:stretch>
            <a:fillRect/>
          </a:stretch>
        </p:blipFill>
        <p:spPr>
          <a:xfrm>
            <a:off x="10359101" y="3934671"/>
            <a:ext cx="343286" cy="343286"/>
          </a:xfrm>
          <a:prstGeom prst="rect">
            <a:avLst/>
          </a:prstGeom>
        </p:spPr>
      </p:pic>
      <p:pic>
        <p:nvPicPr>
          <p:cNvPr id="64" name="Picture 63">
            <a:extLst>
              <a:ext uri="{FF2B5EF4-FFF2-40B4-BE49-F238E27FC236}">
                <a16:creationId xmlns:a16="http://schemas.microsoft.com/office/drawing/2014/main" id="{C14C2298-F736-FD29-8B71-27DFBD87D3C6}"/>
              </a:ext>
            </a:extLst>
          </p:cNvPr>
          <p:cNvPicPr>
            <a:picLocks noChangeAspect="1"/>
          </p:cNvPicPr>
          <p:nvPr/>
        </p:nvPicPr>
        <p:blipFill>
          <a:blip r:embed="rId10"/>
          <a:stretch>
            <a:fillRect/>
          </a:stretch>
        </p:blipFill>
        <p:spPr>
          <a:xfrm>
            <a:off x="6219189" y="3937166"/>
            <a:ext cx="298235" cy="338297"/>
          </a:xfrm>
          <a:prstGeom prst="rect">
            <a:avLst/>
          </a:prstGeom>
        </p:spPr>
      </p:pic>
      <p:sp>
        <p:nvSpPr>
          <p:cNvPr id="67" name="TextBox 66">
            <a:extLst>
              <a:ext uri="{FF2B5EF4-FFF2-40B4-BE49-F238E27FC236}">
                <a16:creationId xmlns:a16="http://schemas.microsoft.com/office/drawing/2014/main" id="{FBD391BB-C5F2-1F3C-C10E-5CC226BC2937}"/>
              </a:ext>
            </a:extLst>
          </p:cNvPr>
          <p:cNvSpPr txBox="1"/>
          <p:nvPr/>
        </p:nvSpPr>
        <p:spPr>
          <a:xfrm>
            <a:off x="10744140" y="3983204"/>
            <a:ext cx="1261884" cy="246221"/>
          </a:xfrm>
          <a:prstGeom prst="rect">
            <a:avLst/>
          </a:prstGeom>
          <a:noFill/>
        </p:spPr>
        <p:txBody>
          <a:bodyPr wrap="square" lIns="91440" tIns="45720" rIns="91440" bIns="45720" rtlCol="0" anchor="t">
            <a:spAutoFit/>
          </a:bodyPr>
          <a:lstStyle/>
          <a:p>
            <a:r>
              <a:rPr lang="en-US" sz="1000" b="1">
                <a:latin typeface="Montserrat"/>
              </a:rPr>
              <a:t>IoT Intelligence</a:t>
            </a:r>
          </a:p>
        </p:txBody>
      </p:sp>
      <p:grpSp>
        <p:nvGrpSpPr>
          <p:cNvPr id="137" name="Group 136">
            <a:extLst>
              <a:ext uri="{FF2B5EF4-FFF2-40B4-BE49-F238E27FC236}">
                <a16:creationId xmlns:a16="http://schemas.microsoft.com/office/drawing/2014/main" id="{A8C4211B-581D-B4BC-9877-8DAF484167E2}"/>
              </a:ext>
            </a:extLst>
          </p:cNvPr>
          <p:cNvGrpSpPr/>
          <p:nvPr/>
        </p:nvGrpSpPr>
        <p:grpSpPr>
          <a:xfrm>
            <a:off x="8079618" y="2805822"/>
            <a:ext cx="2141758" cy="1500547"/>
            <a:chOff x="8079618" y="2745681"/>
            <a:chExt cx="2141758" cy="2077092"/>
          </a:xfrm>
        </p:grpSpPr>
        <p:cxnSp>
          <p:nvCxnSpPr>
            <p:cNvPr id="77" name="Straight Connector 76">
              <a:extLst>
                <a:ext uri="{FF2B5EF4-FFF2-40B4-BE49-F238E27FC236}">
                  <a16:creationId xmlns:a16="http://schemas.microsoft.com/office/drawing/2014/main" id="{00F65D1A-3085-2748-C72D-4758A3CBEAD1}"/>
                </a:ext>
              </a:extLst>
            </p:cNvPr>
            <p:cNvCxnSpPr>
              <a:cxnSpLocks/>
            </p:cNvCxnSpPr>
            <p:nvPr/>
          </p:nvCxnSpPr>
          <p:spPr>
            <a:xfrm flipV="1">
              <a:off x="8079618" y="2745681"/>
              <a:ext cx="0" cy="2077092"/>
            </a:xfrm>
            <a:prstGeom prst="line">
              <a:avLst/>
            </a:prstGeom>
            <a:ln w="12700">
              <a:solidFill>
                <a:schemeClr val="bg2"/>
              </a:solidFill>
              <a:prstDash val="sysDash"/>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cxnSp>
        <p:cxnSp>
          <p:nvCxnSpPr>
            <p:cNvPr id="78" name="Straight Connector 77">
              <a:extLst>
                <a:ext uri="{FF2B5EF4-FFF2-40B4-BE49-F238E27FC236}">
                  <a16:creationId xmlns:a16="http://schemas.microsoft.com/office/drawing/2014/main" id="{D204834D-4F4C-E3E6-932F-25804E294154}"/>
                </a:ext>
              </a:extLst>
            </p:cNvPr>
            <p:cNvCxnSpPr>
              <a:cxnSpLocks/>
            </p:cNvCxnSpPr>
            <p:nvPr/>
          </p:nvCxnSpPr>
          <p:spPr>
            <a:xfrm flipV="1">
              <a:off x="10221376" y="2745681"/>
              <a:ext cx="0" cy="2077092"/>
            </a:xfrm>
            <a:prstGeom prst="line">
              <a:avLst/>
            </a:prstGeom>
            <a:ln w="12700">
              <a:solidFill>
                <a:schemeClr val="bg2"/>
              </a:solidFill>
              <a:prstDash val="sysDash"/>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cxnSp>
      </p:grpSp>
      <p:sp>
        <p:nvSpPr>
          <p:cNvPr id="79" name="TextBox 78">
            <a:extLst>
              <a:ext uri="{FF2B5EF4-FFF2-40B4-BE49-F238E27FC236}">
                <a16:creationId xmlns:a16="http://schemas.microsoft.com/office/drawing/2014/main" id="{196AF049-3BA1-93E0-8F82-3FE3B11843F9}"/>
              </a:ext>
            </a:extLst>
          </p:cNvPr>
          <p:cNvSpPr txBox="1"/>
          <p:nvPr/>
        </p:nvSpPr>
        <p:spPr>
          <a:xfrm>
            <a:off x="437572" y="3071348"/>
            <a:ext cx="1146883" cy="400110"/>
          </a:xfrm>
          <a:prstGeom prst="rect">
            <a:avLst/>
          </a:prstGeom>
          <a:noFill/>
        </p:spPr>
        <p:txBody>
          <a:bodyPr wrap="square" lIns="0" tIns="45720" rIns="91440" bIns="45720" rtlCol="0" anchor="t">
            <a:spAutoFit/>
          </a:bodyPr>
          <a:lstStyle/>
          <a:p>
            <a:pPr>
              <a:defRPr/>
            </a:pPr>
            <a:r>
              <a:rPr lang="en-US" sz="1000" b="1">
                <a:solidFill>
                  <a:srgbClr val="000000"/>
                </a:solidFill>
                <a:latin typeface="Montserrat"/>
              </a:rPr>
              <a:t>Strategic Planning</a:t>
            </a:r>
          </a:p>
        </p:txBody>
      </p:sp>
      <p:sp>
        <p:nvSpPr>
          <p:cNvPr id="87" name="TextBox 86">
            <a:extLst>
              <a:ext uri="{FF2B5EF4-FFF2-40B4-BE49-F238E27FC236}">
                <a16:creationId xmlns:a16="http://schemas.microsoft.com/office/drawing/2014/main" id="{DE0F5F3E-477E-079B-75FC-E58223F8FCAE}"/>
              </a:ext>
            </a:extLst>
          </p:cNvPr>
          <p:cNvSpPr txBox="1"/>
          <p:nvPr/>
        </p:nvSpPr>
        <p:spPr>
          <a:xfrm>
            <a:off x="464519" y="3547722"/>
            <a:ext cx="1206889" cy="661720"/>
          </a:xfrm>
          <a:prstGeom prst="rect">
            <a:avLst/>
          </a:prstGeom>
          <a:noFill/>
        </p:spPr>
        <p:txBody>
          <a:bodyPr wrap="square" lIns="0" tIns="0" rIns="0" bIns="0" rtlCol="0" anchor="t">
            <a:spAutoFit/>
          </a:bodyPr>
          <a:lstStyle/>
          <a:p>
            <a:pPr marL="118872" indent="-118872">
              <a:spcAft>
                <a:spcPts val="600"/>
              </a:spcAft>
              <a:buFont typeface="Wingdings" panose="05000000000000000000" pitchFamily="2" charset="2"/>
              <a:buChar char="v"/>
              <a:defRPr/>
            </a:pPr>
            <a:r>
              <a:rPr lang="en-US" sz="700">
                <a:solidFill>
                  <a:srgbClr val="000000"/>
                </a:solidFill>
                <a:latin typeface="Montserrat" panose="00000500000000000000" pitchFamily="2" charset="0"/>
                <a:ea typeface="+mn-lt"/>
                <a:cs typeface="+mn-lt"/>
              </a:rPr>
              <a:t>Demand Planning</a:t>
            </a:r>
            <a:endParaRPr lang="en-US" sz="700">
              <a:latin typeface="Montserrat" panose="00000500000000000000" pitchFamily="2" charset="0"/>
              <a:ea typeface="+mn-lt"/>
              <a:cs typeface="+mn-lt"/>
            </a:endParaRPr>
          </a:p>
          <a:p>
            <a:pPr marL="118872" indent="-118872">
              <a:spcAft>
                <a:spcPts val="600"/>
              </a:spcAft>
              <a:buFont typeface="Wingdings" panose="05000000000000000000" pitchFamily="2" charset="2"/>
              <a:buChar char="v"/>
              <a:defRPr/>
            </a:pPr>
            <a:r>
              <a:rPr lang="en-US" sz="700">
                <a:solidFill>
                  <a:srgbClr val="000000"/>
                </a:solidFill>
                <a:latin typeface="Montserrat" panose="00000500000000000000" pitchFamily="2" charset="0"/>
                <a:ea typeface="+mn-lt"/>
                <a:cs typeface="+mn-lt"/>
              </a:rPr>
              <a:t>Inventory Planning</a:t>
            </a:r>
            <a:endParaRPr lang="en-US" sz="700">
              <a:latin typeface="Montserrat" panose="00000500000000000000" pitchFamily="2" charset="0"/>
            </a:endParaRPr>
          </a:p>
          <a:p>
            <a:pPr marL="118872" indent="-118872">
              <a:spcAft>
                <a:spcPts val="600"/>
              </a:spcAft>
              <a:buFont typeface="Wingdings" panose="05000000000000000000" pitchFamily="2" charset="2"/>
              <a:buChar char="v"/>
              <a:defRPr/>
            </a:pPr>
            <a:r>
              <a:rPr lang="en-US" sz="700">
                <a:solidFill>
                  <a:srgbClr val="000000"/>
                </a:solidFill>
                <a:latin typeface="Montserrat" panose="00000500000000000000" pitchFamily="2" charset="0"/>
                <a:ea typeface="+mn-lt"/>
                <a:cs typeface="+mn-lt"/>
              </a:rPr>
              <a:t>Network Planning</a:t>
            </a:r>
            <a:endParaRPr lang="en-US" sz="700">
              <a:latin typeface="Montserrat" panose="00000500000000000000" pitchFamily="2" charset="0"/>
            </a:endParaRPr>
          </a:p>
          <a:p>
            <a:pPr marL="118872" indent="-118872">
              <a:spcAft>
                <a:spcPts val="600"/>
              </a:spcAft>
              <a:buFont typeface="Wingdings" panose="05000000000000000000" pitchFamily="2" charset="2"/>
              <a:buChar char="v"/>
              <a:defRPr/>
            </a:pPr>
            <a:r>
              <a:rPr lang="en-US" sz="700">
                <a:solidFill>
                  <a:srgbClr val="000000"/>
                </a:solidFill>
                <a:latin typeface="Montserrat" panose="00000500000000000000" pitchFamily="2" charset="0"/>
                <a:ea typeface="+mn-lt"/>
                <a:cs typeface="+mn-lt"/>
              </a:rPr>
              <a:t>Capacity Planning</a:t>
            </a:r>
            <a:endParaRPr lang="en-US" sz="700">
              <a:latin typeface="Montserrat" panose="00000500000000000000" pitchFamily="2" charset="0"/>
            </a:endParaRPr>
          </a:p>
        </p:txBody>
      </p:sp>
      <p:sp>
        <p:nvSpPr>
          <p:cNvPr id="91" name="TextBox 90">
            <a:extLst>
              <a:ext uri="{FF2B5EF4-FFF2-40B4-BE49-F238E27FC236}">
                <a16:creationId xmlns:a16="http://schemas.microsoft.com/office/drawing/2014/main" id="{7A53077D-38F2-93CD-E1EB-C2DAE63933AC}"/>
              </a:ext>
            </a:extLst>
          </p:cNvPr>
          <p:cNvSpPr txBox="1"/>
          <p:nvPr/>
        </p:nvSpPr>
        <p:spPr>
          <a:xfrm>
            <a:off x="4871221" y="3547866"/>
            <a:ext cx="1185592" cy="661720"/>
          </a:xfrm>
          <a:prstGeom prst="rect">
            <a:avLst/>
          </a:prstGeom>
          <a:noFill/>
        </p:spPr>
        <p:txBody>
          <a:bodyPr wrap="square" lIns="0" tIns="0" rIns="0" bIns="0" rtlCol="0" anchor="t">
            <a:spAutoFit/>
          </a:bodyPr>
          <a:lstStyle/>
          <a:p>
            <a:pPr marL="118872" indent="-118872">
              <a:spcAft>
                <a:spcPts val="600"/>
              </a:spcAft>
              <a:buFont typeface="Wingdings" panose="05000000000000000000" pitchFamily="2" charset="2"/>
              <a:buChar char="v"/>
              <a:defRPr/>
            </a:pPr>
            <a:r>
              <a:rPr lang="en-US" sz="700">
                <a:solidFill>
                  <a:srgbClr val="000000"/>
                </a:solidFill>
                <a:latin typeface="Montserrat" panose="00000500000000000000" pitchFamily="2" charset="0"/>
                <a:ea typeface="+mn-lt"/>
                <a:cs typeface="+mn-lt"/>
              </a:rPr>
              <a:t>Planning Agents </a:t>
            </a:r>
          </a:p>
          <a:p>
            <a:pPr marL="118872" indent="-118872">
              <a:spcAft>
                <a:spcPts val="600"/>
              </a:spcAft>
              <a:buFont typeface="Wingdings" panose="05000000000000000000" pitchFamily="2" charset="2"/>
              <a:buChar char="v"/>
              <a:defRPr/>
            </a:pPr>
            <a:r>
              <a:rPr lang="en-US" sz="700">
                <a:solidFill>
                  <a:srgbClr val="000000"/>
                </a:solidFill>
                <a:latin typeface="Montserrat" panose="00000500000000000000" pitchFamily="2" charset="0"/>
                <a:ea typeface="+mn-lt"/>
                <a:cs typeface="+mn-lt"/>
              </a:rPr>
              <a:t>Inventory Agents </a:t>
            </a:r>
            <a:endParaRPr lang="en-US" sz="700">
              <a:latin typeface="Montserrat" panose="00000500000000000000" pitchFamily="2" charset="0"/>
            </a:endParaRPr>
          </a:p>
          <a:p>
            <a:pPr marL="118872" indent="-118872">
              <a:spcAft>
                <a:spcPts val="600"/>
              </a:spcAft>
              <a:buFont typeface="Wingdings" panose="05000000000000000000" pitchFamily="2" charset="2"/>
              <a:buChar char="v"/>
              <a:defRPr/>
            </a:pPr>
            <a:r>
              <a:rPr lang="en-US" sz="700">
                <a:solidFill>
                  <a:srgbClr val="000000"/>
                </a:solidFill>
                <a:latin typeface="Montserrat" panose="00000500000000000000" pitchFamily="2" charset="0"/>
                <a:ea typeface="+mn-lt"/>
                <a:cs typeface="+mn-lt"/>
              </a:rPr>
              <a:t>Manufacturing Agents </a:t>
            </a:r>
            <a:endParaRPr lang="en-US" sz="700">
              <a:latin typeface="Montserrat" panose="00000500000000000000" pitchFamily="2" charset="0"/>
            </a:endParaRPr>
          </a:p>
          <a:p>
            <a:pPr marL="118872" indent="-118872">
              <a:spcAft>
                <a:spcPts val="600"/>
              </a:spcAft>
              <a:buFont typeface="Wingdings" panose="05000000000000000000" pitchFamily="2" charset="2"/>
              <a:buChar char="v"/>
              <a:defRPr/>
            </a:pPr>
            <a:r>
              <a:rPr lang="en-US" sz="700">
                <a:solidFill>
                  <a:srgbClr val="000000"/>
                </a:solidFill>
                <a:latin typeface="Montserrat" panose="00000500000000000000" pitchFamily="2" charset="0"/>
                <a:ea typeface="+mn-lt"/>
                <a:cs typeface="+mn-lt"/>
              </a:rPr>
              <a:t>Executive Copilot</a:t>
            </a:r>
            <a:endParaRPr lang="en-US" sz="700">
              <a:latin typeface="Montserrat" panose="00000500000000000000" pitchFamily="2" charset="0"/>
            </a:endParaRPr>
          </a:p>
        </p:txBody>
      </p:sp>
      <p:pic>
        <p:nvPicPr>
          <p:cNvPr id="94" name="Graphic 93">
            <a:extLst>
              <a:ext uri="{FF2B5EF4-FFF2-40B4-BE49-F238E27FC236}">
                <a16:creationId xmlns:a16="http://schemas.microsoft.com/office/drawing/2014/main" id="{49199A47-377B-6120-9C67-871548747F5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381431" y="2590054"/>
            <a:ext cx="274801" cy="274801"/>
          </a:xfrm>
          <a:prstGeom prst="rect">
            <a:avLst/>
          </a:prstGeom>
        </p:spPr>
      </p:pic>
      <p:pic>
        <p:nvPicPr>
          <p:cNvPr id="95" name="Graphic 94">
            <a:extLst>
              <a:ext uri="{FF2B5EF4-FFF2-40B4-BE49-F238E27FC236}">
                <a16:creationId xmlns:a16="http://schemas.microsoft.com/office/drawing/2014/main" id="{3A5C63C0-58C4-A8B4-966F-FEF50C8CC20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003696" y="2587664"/>
            <a:ext cx="274801" cy="274801"/>
          </a:xfrm>
          <a:prstGeom prst="rect">
            <a:avLst/>
          </a:prstGeom>
        </p:spPr>
      </p:pic>
      <p:sp>
        <p:nvSpPr>
          <p:cNvPr id="97" name="TextBox 96">
            <a:extLst>
              <a:ext uri="{FF2B5EF4-FFF2-40B4-BE49-F238E27FC236}">
                <a16:creationId xmlns:a16="http://schemas.microsoft.com/office/drawing/2014/main" id="{D14428E1-5D6D-0C6D-9764-C9996474E990}"/>
              </a:ext>
            </a:extLst>
          </p:cNvPr>
          <p:cNvSpPr txBox="1"/>
          <p:nvPr/>
        </p:nvSpPr>
        <p:spPr>
          <a:xfrm>
            <a:off x="464520" y="1920724"/>
            <a:ext cx="11384580" cy="400878"/>
          </a:xfrm>
          <a:prstGeom prst="round2SameRect">
            <a:avLst/>
          </a:prstGeom>
          <a:solidFill>
            <a:srgbClr val="1A1A1A"/>
          </a:solidFill>
        </p:spPr>
        <p:txBody>
          <a:bodyPr wrap="square" lIns="91440" tIns="45720" rIns="91440" bIns="45720" anchor="ctr">
            <a:noAutofit/>
          </a:bodyPr>
          <a:lstStyle/>
          <a:p>
            <a:pPr algn="ctr">
              <a:defRPr/>
            </a:pPr>
            <a:r>
              <a:rPr lang="en-US" sz="1400" b="1">
                <a:solidFill>
                  <a:srgbClr val="FEFFFF"/>
                </a:solidFill>
                <a:latin typeface="Montserrat"/>
              </a:rPr>
              <a:t>Decision Intelligence Platform</a:t>
            </a:r>
            <a:endParaRPr lang="en-US" sz="2000">
              <a:ea typeface="+mn-ea"/>
              <a:cs typeface="+mn-cs"/>
            </a:endParaRPr>
          </a:p>
        </p:txBody>
      </p:sp>
      <p:sp>
        <p:nvSpPr>
          <p:cNvPr id="98" name="TextBox 97">
            <a:extLst>
              <a:ext uri="{FF2B5EF4-FFF2-40B4-BE49-F238E27FC236}">
                <a16:creationId xmlns:a16="http://schemas.microsoft.com/office/drawing/2014/main" id="{E9153C15-23DA-BD97-ECCF-AD7E54C94D57}"/>
              </a:ext>
            </a:extLst>
          </p:cNvPr>
          <p:cNvSpPr txBox="1"/>
          <p:nvPr/>
        </p:nvSpPr>
        <p:spPr>
          <a:xfrm>
            <a:off x="1769971" y="3548798"/>
            <a:ext cx="1481328" cy="661720"/>
          </a:xfrm>
          <a:prstGeom prst="rect">
            <a:avLst/>
          </a:prstGeom>
          <a:noFill/>
        </p:spPr>
        <p:txBody>
          <a:bodyPr wrap="square" lIns="0" tIns="0" rIns="0" bIns="0" rtlCol="0" anchor="t">
            <a:spAutoFit/>
          </a:bodyPr>
          <a:lstStyle/>
          <a:p>
            <a:pPr marL="118872" indent="-118872">
              <a:spcAft>
                <a:spcPts val="600"/>
              </a:spcAft>
              <a:buFont typeface="Wingdings" panose="05000000000000000000" pitchFamily="2" charset="2"/>
              <a:buChar char="v"/>
              <a:defRPr/>
            </a:pPr>
            <a:r>
              <a:rPr lang="en-US" sz="700">
                <a:latin typeface="Montserrat" panose="00000500000000000000" pitchFamily="2" charset="0"/>
                <a:ea typeface="+mn-lt"/>
                <a:cs typeface="+mn-lt"/>
              </a:rPr>
              <a:t>Production Scheduling</a:t>
            </a:r>
            <a:endParaRPr lang="en-US" sz="700">
              <a:latin typeface="Montserrat" panose="00000500000000000000" pitchFamily="2" charset="0"/>
            </a:endParaRPr>
          </a:p>
          <a:p>
            <a:pPr marL="118872" indent="-118872">
              <a:spcAft>
                <a:spcPts val="600"/>
              </a:spcAft>
              <a:buFont typeface="Wingdings" panose="05000000000000000000" pitchFamily="2" charset="2"/>
              <a:buChar char="v"/>
              <a:defRPr/>
            </a:pPr>
            <a:r>
              <a:rPr lang="en-US" sz="700">
                <a:latin typeface="Montserrat" panose="00000500000000000000" pitchFamily="2" charset="0"/>
                <a:ea typeface="+mn-lt"/>
                <a:cs typeface="+mn-lt"/>
              </a:rPr>
              <a:t>Transportation Planning</a:t>
            </a:r>
            <a:endParaRPr lang="en-US" sz="700">
              <a:latin typeface="Montserrat" panose="00000500000000000000" pitchFamily="2" charset="0"/>
            </a:endParaRPr>
          </a:p>
          <a:p>
            <a:pPr marL="118872" indent="-118872">
              <a:spcAft>
                <a:spcPts val="600"/>
              </a:spcAft>
              <a:buFont typeface="Wingdings" panose="05000000000000000000" pitchFamily="2" charset="2"/>
              <a:buChar char="v"/>
              <a:defRPr/>
            </a:pPr>
            <a:r>
              <a:rPr lang="en-US" sz="700">
                <a:latin typeface="Montserrat" panose="00000500000000000000" pitchFamily="2" charset="0"/>
                <a:ea typeface="+mn-lt"/>
                <a:cs typeface="+mn-lt"/>
              </a:rPr>
              <a:t>Warehouse Optimization</a:t>
            </a:r>
            <a:endParaRPr lang="en-US" sz="700">
              <a:latin typeface="Montserrat" panose="00000500000000000000" pitchFamily="2" charset="0"/>
            </a:endParaRPr>
          </a:p>
          <a:p>
            <a:pPr marL="118872" indent="-118872">
              <a:spcAft>
                <a:spcPts val="600"/>
              </a:spcAft>
              <a:buFont typeface="Wingdings" panose="05000000000000000000" pitchFamily="2" charset="2"/>
              <a:buChar char="v"/>
              <a:defRPr/>
            </a:pPr>
            <a:r>
              <a:rPr lang="en-US" sz="700">
                <a:latin typeface="Montserrat" panose="00000500000000000000" pitchFamily="2" charset="0"/>
                <a:ea typeface="+mn-lt"/>
                <a:cs typeface="+mn-lt"/>
              </a:rPr>
              <a:t>Replenishment Planning</a:t>
            </a:r>
            <a:endParaRPr lang="en-US" sz="700">
              <a:latin typeface="Montserrat" panose="00000500000000000000" pitchFamily="2" charset="0"/>
            </a:endParaRPr>
          </a:p>
        </p:txBody>
      </p:sp>
      <p:sp>
        <p:nvSpPr>
          <p:cNvPr id="99" name="TextBox 98">
            <a:extLst>
              <a:ext uri="{FF2B5EF4-FFF2-40B4-BE49-F238E27FC236}">
                <a16:creationId xmlns:a16="http://schemas.microsoft.com/office/drawing/2014/main" id="{FD1288E4-EBFE-4F16-0475-0EC302EA5F56}"/>
              </a:ext>
            </a:extLst>
          </p:cNvPr>
          <p:cNvSpPr txBox="1"/>
          <p:nvPr/>
        </p:nvSpPr>
        <p:spPr>
          <a:xfrm>
            <a:off x="3249625" y="3545696"/>
            <a:ext cx="1481328" cy="661720"/>
          </a:xfrm>
          <a:prstGeom prst="rect">
            <a:avLst/>
          </a:prstGeom>
          <a:noFill/>
        </p:spPr>
        <p:txBody>
          <a:bodyPr wrap="square" lIns="0" tIns="0" rIns="0" bIns="0" rtlCol="0" anchor="t">
            <a:spAutoFit/>
          </a:bodyPr>
          <a:lstStyle/>
          <a:p>
            <a:pPr marL="118872" indent="-118872">
              <a:spcAft>
                <a:spcPts val="600"/>
              </a:spcAft>
              <a:buFont typeface="Wingdings" panose="05000000000000000000" pitchFamily="2" charset="2"/>
              <a:buChar char="v"/>
              <a:defRPr/>
            </a:pPr>
            <a:r>
              <a:rPr lang="en-US" sz="700">
                <a:latin typeface="Montserrat" panose="00000500000000000000" pitchFamily="2" charset="0"/>
                <a:ea typeface="+mn-lt"/>
                <a:cs typeface="+mn-lt"/>
              </a:rPr>
              <a:t>Exception Management </a:t>
            </a:r>
            <a:endParaRPr lang="en-US" sz="700">
              <a:latin typeface="Montserrat" panose="00000500000000000000" pitchFamily="2" charset="0"/>
            </a:endParaRPr>
          </a:p>
          <a:p>
            <a:pPr marL="118872" indent="-118872">
              <a:spcAft>
                <a:spcPts val="600"/>
              </a:spcAft>
              <a:buFont typeface="Wingdings" panose="05000000000000000000" pitchFamily="2" charset="2"/>
              <a:buChar char="v"/>
              <a:defRPr/>
            </a:pPr>
            <a:r>
              <a:rPr lang="en-US" sz="700">
                <a:latin typeface="Montserrat" panose="00000500000000000000" pitchFamily="2" charset="0"/>
                <a:ea typeface="+mn-lt"/>
                <a:cs typeface="+mn-lt"/>
              </a:rPr>
              <a:t>Root Cause Analysis </a:t>
            </a:r>
            <a:endParaRPr lang="en-US" sz="700">
              <a:latin typeface="Montserrat" panose="00000500000000000000" pitchFamily="2" charset="0"/>
            </a:endParaRPr>
          </a:p>
          <a:p>
            <a:pPr marL="118872" indent="-118872">
              <a:spcAft>
                <a:spcPts val="600"/>
              </a:spcAft>
              <a:buFont typeface="Wingdings" panose="05000000000000000000" pitchFamily="2" charset="2"/>
              <a:buChar char="v"/>
              <a:defRPr/>
            </a:pPr>
            <a:r>
              <a:rPr lang="en-US" sz="700">
                <a:latin typeface="Montserrat" panose="00000500000000000000" pitchFamily="2" charset="0"/>
                <a:ea typeface="+mn-lt"/>
                <a:cs typeface="+mn-lt"/>
              </a:rPr>
              <a:t>Decision Recommendations </a:t>
            </a:r>
            <a:endParaRPr lang="en-US" sz="700">
              <a:latin typeface="Montserrat" panose="00000500000000000000" pitchFamily="2" charset="0"/>
            </a:endParaRPr>
          </a:p>
          <a:p>
            <a:pPr marL="118872" indent="-118872">
              <a:spcAft>
                <a:spcPts val="600"/>
              </a:spcAft>
              <a:buFont typeface="Wingdings" panose="05000000000000000000" pitchFamily="2" charset="2"/>
              <a:buChar char="v"/>
              <a:defRPr/>
            </a:pPr>
            <a:r>
              <a:rPr lang="en-US" sz="700">
                <a:latin typeface="Montserrat" panose="00000500000000000000" pitchFamily="2" charset="0"/>
                <a:ea typeface="+mn-lt"/>
                <a:cs typeface="+mn-lt"/>
              </a:rPr>
              <a:t>Scenario Analysis</a:t>
            </a:r>
            <a:endParaRPr lang="en-US" sz="700">
              <a:latin typeface="Montserrat" panose="00000500000000000000" pitchFamily="2" charset="0"/>
            </a:endParaRPr>
          </a:p>
        </p:txBody>
      </p:sp>
      <p:grpSp>
        <p:nvGrpSpPr>
          <p:cNvPr id="128" name="Group 127">
            <a:extLst>
              <a:ext uri="{FF2B5EF4-FFF2-40B4-BE49-F238E27FC236}">
                <a16:creationId xmlns:a16="http://schemas.microsoft.com/office/drawing/2014/main" id="{538D17E2-5107-EE47-7203-B5D183CEDCB8}"/>
              </a:ext>
            </a:extLst>
          </p:cNvPr>
          <p:cNvGrpSpPr/>
          <p:nvPr/>
        </p:nvGrpSpPr>
        <p:grpSpPr>
          <a:xfrm>
            <a:off x="459173" y="2455189"/>
            <a:ext cx="539750" cy="617010"/>
            <a:chOff x="708536" y="2455189"/>
            <a:chExt cx="539750" cy="617010"/>
          </a:xfrm>
        </p:grpSpPr>
        <p:pic>
          <p:nvPicPr>
            <p:cNvPr id="93" name="Graphic 92">
              <a:extLst>
                <a:ext uri="{FF2B5EF4-FFF2-40B4-BE49-F238E27FC236}">
                  <a16:creationId xmlns:a16="http://schemas.microsoft.com/office/drawing/2014/main" id="{98821E7C-DF29-D7D8-E392-ED95CEA8BC5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41011" y="2587664"/>
              <a:ext cx="274801" cy="274801"/>
            </a:xfrm>
            <a:prstGeom prst="rect">
              <a:avLst/>
            </a:prstGeom>
          </p:spPr>
        </p:pic>
        <p:grpSp>
          <p:nvGrpSpPr>
            <p:cNvPr id="114" name="Group 113">
              <a:extLst>
                <a:ext uri="{FF2B5EF4-FFF2-40B4-BE49-F238E27FC236}">
                  <a16:creationId xmlns:a16="http://schemas.microsoft.com/office/drawing/2014/main" id="{9BFDAB9F-CCAA-8C1F-79EB-90348671608A}"/>
                </a:ext>
              </a:extLst>
            </p:cNvPr>
            <p:cNvGrpSpPr/>
            <p:nvPr/>
          </p:nvGrpSpPr>
          <p:grpSpPr>
            <a:xfrm>
              <a:off x="708536" y="2455189"/>
              <a:ext cx="539750" cy="617010"/>
              <a:chOff x="717170" y="2455189"/>
              <a:chExt cx="539750" cy="617010"/>
            </a:xfrm>
          </p:grpSpPr>
          <p:sp>
            <p:nvSpPr>
              <p:cNvPr id="112" name="Oval 111">
                <a:extLst>
                  <a:ext uri="{FF2B5EF4-FFF2-40B4-BE49-F238E27FC236}">
                    <a16:creationId xmlns:a16="http://schemas.microsoft.com/office/drawing/2014/main" id="{46ECA4C5-4634-99C0-8AC0-18E65CD2212C}"/>
                  </a:ext>
                </a:extLst>
              </p:cNvPr>
              <p:cNvSpPr/>
              <p:nvPr/>
            </p:nvSpPr>
            <p:spPr>
              <a:xfrm>
                <a:off x="717170" y="2455189"/>
                <a:ext cx="539750" cy="539750"/>
              </a:xfrm>
              <a:prstGeom prst="ellipse">
                <a:avLst/>
              </a:prstGeom>
              <a:noFill/>
              <a:ln>
                <a:solidFill>
                  <a:schemeClr val="bg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 name="Isosceles Triangle 112">
                <a:extLst>
                  <a:ext uri="{FF2B5EF4-FFF2-40B4-BE49-F238E27FC236}">
                    <a16:creationId xmlns:a16="http://schemas.microsoft.com/office/drawing/2014/main" id="{976277ED-A255-DED0-9467-96FD5B6CCAAA}"/>
                  </a:ext>
                </a:extLst>
              </p:cNvPr>
              <p:cNvSpPr/>
              <p:nvPr/>
            </p:nvSpPr>
            <p:spPr>
              <a:xfrm rot="10800000">
                <a:off x="935663" y="2983609"/>
                <a:ext cx="102764" cy="8859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sp>
        <p:nvSpPr>
          <p:cNvPr id="80" name="TextBox 79">
            <a:extLst>
              <a:ext uri="{FF2B5EF4-FFF2-40B4-BE49-F238E27FC236}">
                <a16:creationId xmlns:a16="http://schemas.microsoft.com/office/drawing/2014/main" id="{95905C34-2096-112B-C8BD-BD05B750DFA4}"/>
              </a:ext>
            </a:extLst>
          </p:cNvPr>
          <p:cNvSpPr txBox="1"/>
          <p:nvPr/>
        </p:nvSpPr>
        <p:spPr>
          <a:xfrm>
            <a:off x="1769971" y="3071348"/>
            <a:ext cx="1216152" cy="400110"/>
          </a:xfrm>
          <a:prstGeom prst="rect">
            <a:avLst/>
          </a:prstGeom>
          <a:noFill/>
        </p:spPr>
        <p:txBody>
          <a:bodyPr wrap="square" lIns="0" tIns="45720" rIns="91440" bIns="45720" rtlCol="0" anchor="t">
            <a:spAutoFit/>
          </a:bodyPr>
          <a:lstStyle/>
          <a:p>
            <a:pPr>
              <a:defRPr/>
            </a:pPr>
            <a:r>
              <a:rPr lang="en-US" sz="1000" b="1">
                <a:solidFill>
                  <a:srgbClr val="000000"/>
                </a:solidFill>
                <a:latin typeface="Montserrat"/>
              </a:rPr>
              <a:t>Tactical Planning</a:t>
            </a:r>
          </a:p>
        </p:txBody>
      </p:sp>
      <p:grpSp>
        <p:nvGrpSpPr>
          <p:cNvPr id="129" name="Group 128">
            <a:extLst>
              <a:ext uri="{FF2B5EF4-FFF2-40B4-BE49-F238E27FC236}">
                <a16:creationId xmlns:a16="http://schemas.microsoft.com/office/drawing/2014/main" id="{9E68F8CD-005A-7B1E-75CB-447F9465CCF4}"/>
              </a:ext>
            </a:extLst>
          </p:cNvPr>
          <p:cNvGrpSpPr/>
          <p:nvPr/>
        </p:nvGrpSpPr>
        <p:grpSpPr>
          <a:xfrm>
            <a:off x="1769971" y="2455189"/>
            <a:ext cx="539750" cy="617010"/>
            <a:chOff x="1874309" y="2455189"/>
            <a:chExt cx="539750" cy="617010"/>
          </a:xfrm>
        </p:grpSpPr>
        <p:pic>
          <p:nvPicPr>
            <p:cNvPr id="96" name="Graphic 95">
              <a:extLst>
                <a:ext uri="{FF2B5EF4-FFF2-40B4-BE49-F238E27FC236}">
                  <a16:creationId xmlns:a16="http://schemas.microsoft.com/office/drawing/2014/main" id="{E939F12D-6565-3921-447C-6C69EC0BD6AF}"/>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006784" y="2590054"/>
              <a:ext cx="274801" cy="274801"/>
            </a:xfrm>
            <a:prstGeom prst="rect">
              <a:avLst/>
            </a:prstGeom>
          </p:spPr>
        </p:pic>
        <p:sp>
          <p:nvSpPr>
            <p:cNvPr id="116" name="Oval 115">
              <a:extLst>
                <a:ext uri="{FF2B5EF4-FFF2-40B4-BE49-F238E27FC236}">
                  <a16:creationId xmlns:a16="http://schemas.microsoft.com/office/drawing/2014/main" id="{B46B9A68-A0D2-8B9A-16F9-BB237BA31E19}"/>
                </a:ext>
              </a:extLst>
            </p:cNvPr>
            <p:cNvSpPr/>
            <p:nvPr/>
          </p:nvSpPr>
          <p:spPr>
            <a:xfrm>
              <a:off x="1874309" y="2455189"/>
              <a:ext cx="539750" cy="539750"/>
            </a:xfrm>
            <a:prstGeom prst="ellipse">
              <a:avLst/>
            </a:prstGeom>
            <a:noFill/>
            <a:ln>
              <a:solidFill>
                <a:schemeClr val="bg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7" name="Isosceles Triangle 116">
              <a:extLst>
                <a:ext uri="{FF2B5EF4-FFF2-40B4-BE49-F238E27FC236}">
                  <a16:creationId xmlns:a16="http://schemas.microsoft.com/office/drawing/2014/main" id="{BE575718-D10F-EB63-6A2D-C4EED338EE74}"/>
                </a:ext>
              </a:extLst>
            </p:cNvPr>
            <p:cNvSpPr/>
            <p:nvPr/>
          </p:nvSpPr>
          <p:spPr>
            <a:xfrm rot="10800000">
              <a:off x="2092802" y="2983609"/>
              <a:ext cx="102764" cy="8859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1" name="TextBox 80">
            <a:extLst>
              <a:ext uri="{FF2B5EF4-FFF2-40B4-BE49-F238E27FC236}">
                <a16:creationId xmlns:a16="http://schemas.microsoft.com/office/drawing/2014/main" id="{15CD8F19-1389-788A-55F7-D8A2CA62AB87}"/>
              </a:ext>
            </a:extLst>
          </p:cNvPr>
          <p:cNvSpPr txBox="1"/>
          <p:nvPr/>
        </p:nvSpPr>
        <p:spPr>
          <a:xfrm>
            <a:off x="3249625" y="3071348"/>
            <a:ext cx="1216152" cy="400110"/>
          </a:xfrm>
          <a:prstGeom prst="rect">
            <a:avLst/>
          </a:prstGeom>
          <a:noFill/>
        </p:spPr>
        <p:txBody>
          <a:bodyPr wrap="square" lIns="0" tIns="45720" rIns="91440" bIns="45720" rtlCol="0" anchor="t">
            <a:spAutoFit/>
          </a:bodyPr>
          <a:lstStyle/>
          <a:p>
            <a:pPr>
              <a:defRPr/>
            </a:pPr>
            <a:r>
              <a:rPr lang="en-US" sz="1000" b="1">
                <a:solidFill>
                  <a:srgbClr val="000000"/>
                </a:solidFill>
                <a:latin typeface="Montserrat"/>
              </a:rPr>
              <a:t>Operational Execution</a:t>
            </a:r>
          </a:p>
        </p:txBody>
      </p:sp>
      <p:grpSp>
        <p:nvGrpSpPr>
          <p:cNvPr id="119" name="Group 118">
            <a:extLst>
              <a:ext uri="{FF2B5EF4-FFF2-40B4-BE49-F238E27FC236}">
                <a16:creationId xmlns:a16="http://schemas.microsoft.com/office/drawing/2014/main" id="{57BFA848-214F-F91C-EED9-A285812088DB}"/>
              </a:ext>
            </a:extLst>
          </p:cNvPr>
          <p:cNvGrpSpPr/>
          <p:nvPr/>
        </p:nvGrpSpPr>
        <p:grpSpPr>
          <a:xfrm>
            <a:off x="3249625" y="2455189"/>
            <a:ext cx="539750" cy="617010"/>
            <a:chOff x="717170" y="2455189"/>
            <a:chExt cx="539750" cy="617010"/>
          </a:xfrm>
        </p:grpSpPr>
        <p:sp>
          <p:nvSpPr>
            <p:cNvPr id="120" name="Oval 119">
              <a:extLst>
                <a:ext uri="{FF2B5EF4-FFF2-40B4-BE49-F238E27FC236}">
                  <a16:creationId xmlns:a16="http://schemas.microsoft.com/office/drawing/2014/main" id="{57F23B93-72E7-402B-B34F-0C7D6AAD84C4}"/>
                </a:ext>
              </a:extLst>
            </p:cNvPr>
            <p:cNvSpPr/>
            <p:nvPr/>
          </p:nvSpPr>
          <p:spPr>
            <a:xfrm>
              <a:off x="717170" y="2455189"/>
              <a:ext cx="539750" cy="539750"/>
            </a:xfrm>
            <a:prstGeom prst="ellipse">
              <a:avLst/>
            </a:prstGeom>
            <a:noFill/>
            <a:ln>
              <a:solidFill>
                <a:schemeClr val="bg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sp>
          <p:nvSpPr>
            <p:cNvPr id="121" name="Isosceles Triangle 120">
              <a:extLst>
                <a:ext uri="{FF2B5EF4-FFF2-40B4-BE49-F238E27FC236}">
                  <a16:creationId xmlns:a16="http://schemas.microsoft.com/office/drawing/2014/main" id="{98F37FD0-E2BD-873B-1127-E8191DE1C7CF}"/>
                </a:ext>
              </a:extLst>
            </p:cNvPr>
            <p:cNvSpPr/>
            <p:nvPr/>
          </p:nvSpPr>
          <p:spPr>
            <a:xfrm rot="10800000">
              <a:off x="935663" y="2983609"/>
              <a:ext cx="102764" cy="8859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a:p>
          </p:txBody>
        </p:sp>
      </p:grpSp>
      <p:sp>
        <p:nvSpPr>
          <p:cNvPr id="82" name="TextBox 81">
            <a:extLst>
              <a:ext uri="{FF2B5EF4-FFF2-40B4-BE49-F238E27FC236}">
                <a16:creationId xmlns:a16="http://schemas.microsoft.com/office/drawing/2014/main" id="{14E8B4FF-68A6-F02F-1CAA-B8E2E1839C89}"/>
              </a:ext>
            </a:extLst>
          </p:cNvPr>
          <p:cNvSpPr txBox="1"/>
          <p:nvPr/>
        </p:nvSpPr>
        <p:spPr>
          <a:xfrm>
            <a:off x="4871221" y="3071348"/>
            <a:ext cx="1231250" cy="400110"/>
          </a:xfrm>
          <a:prstGeom prst="rect">
            <a:avLst/>
          </a:prstGeom>
          <a:noFill/>
        </p:spPr>
        <p:txBody>
          <a:bodyPr wrap="square" lIns="0" tIns="45720" rIns="91440" bIns="45720" rtlCol="0" anchor="t">
            <a:spAutoFit/>
          </a:bodyPr>
          <a:lstStyle/>
          <a:p>
            <a:pPr>
              <a:defRPr/>
            </a:pPr>
            <a:r>
              <a:rPr lang="en-US" sz="1000" b="1">
                <a:solidFill>
                  <a:srgbClr val="000000"/>
                </a:solidFill>
                <a:latin typeface="Montserrat"/>
              </a:rPr>
              <a:t>Autonomous Operations</a:t>
            </a:r>
          </a:p>
        </p:txBody>
      </p:sp>
      <p:sp>
        <p:nvSpPr>
          <p:cNvPr id="123" name="Oval 122">
            <a:extLst>
              <a:ext uri="{FF2B5EF4-FFF2-40B4-BE49-F238E27FC236}">
                <a16:creationId xmlns:a16="http://schemas.microsoft.com/office/drawing/2014/main" id="{7AC753B4-0BF4-CF12-58F3-948A8E620F5C}"/>
              </a:ext>
            </a:extLst>
          </p:cNvPr>
          <p:cNvSpPr/>
          <p:nvPr/>
        </p:nvSpPr>
        <p:spPr>
          <a:xfrm>
            <a:off x="4871221" y="2455189"/>
            <a:ext cx="539750" cy="539750"/>
          </a:xfrm>
          <a:prstGeom prst="ellipse">
            <a:avLst/>
          </a:prstGeom>
          <a:noFill/>
          <a:ln>
            <a:solidFill>
              <a:schemeClr val="bg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4" name="Isosceles Triangle 123">
            <a:extLst>
              <a:ext uri="{FF2B5EF4-FFF2-40B4-BE49-F238E27FC236}">
                <a16:creationId xmlns:a16="http://schemas.microsoft.com/office/drawing/2014/main" id="{669F96A9-882F-6263-D261-14305124F97D}"/>
              </a:ext>
            </a:extLst>
          </p:cNvPr>
          <p:cNvSpPr/>
          <p:nvPr/>
        </p:nvSpPr>
        <p:spPr>
          <a:xfrm rot="10800000">
            <a:off x="5089714" y="2983609"/>
            <a:ext cx="102764" cy="88590"/>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1" name="Straight Connector 130">
            <a:extLst>
              <a:ext uri="{FF2B5EF4-FFF2-40B4-BE49-F238E27FC236}">
                <a16:creationId xmlns:a16="http://schemas.microsoft.com/office/drawing/2014/main" id="{38005F81-8857-55BC-A3B1-5CBF5E55B28B}"/>
              </a:ext>
            </a:extLst>
          </p:cNvPr>
          <p:cNvCxnSpPr>
            <a:cxnSpLocks/>
          </p:cNvCxnSpPr>
          <p:nvPr/>
        </p:nvCxnSpPr>
        <p:spPr>
          <a:xfrm>
            <a:off x="6173547" y="2532420"/>
            <a:ext cx="567376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33" name="TextBox 132">
            <a:extLst>
              <a:ext uri="{FF2B5EF4-FFF2-40B4-BE49-F238E27FC236}">
                <a16:creationId xmlns:a16="http://schemas.microsoft.com/office/drawing/2014/main" id="{6167E521-2B82-BA80-91F1-FDFE20C3B379}"/>
              </a:ext>
            </a:extLst>
          </p:cNvPr>
          <p:cNvSpPr txBox="1"/>
          <p:nvPr/>
        </p:nvSpPr>
        <p:spPr>
          <a:xfrm>
            <a:off x="7758703" y="2378532"/>
            <a:ext cx="2694394" cy="307777"/>
          </a:xfrm>
          <a:prstGeom prst="rect">
            <a:avLst/>
          </a:prstGeom>
          <a:solidFill>
            <a:srgbClr val="F3F3F3"/>
          </a:solidFill>
        </p:spPr>
        <p:txBody>
          <a:bodyPr wrap="square" lIns="91440" tIns="45720" rIns="91440" bIns="45720" anchor="t">
            <a:spAutoFit/>
          </a:bodyPr>
          <a:lstStyle/>
          <a:p>
            <a:pPr algn="ctr"/>
            <a:r>
              <a:rPr lang="en-US" sz="1400" b="1">
                <a:latin typeface="Montserrat" panose="00000500000000000000" pitchFamily="2" charset="0"/>
                <a:ea typeface="+mn-lt"/>
                <a:cs typeface="+mn-lt"/>
              </a:rPr>
              <a:t>Enterprise AI Accelerators</a:t>
            </a:r>
            <a:endParaRPr lang="en-US" sz="1400" b="1">
              <a:latin typeface="Montserrat" panose="00000500000000000000" pitchFamily="2" charset="0"/>
            </a:endParaRPr>
          </a:p>
        </p:txBody>
      </p:sp>
      <p:sp>
        <p:nvSpPr>
          <p:cNvPr id="138" name="Rectangle: Rounded Corners 137">
            <a:extLst>
              <a:ext uri="{FF2B5EF4-FFF2-40B4-BE49-F238E27FC236}">
                <a16:creationId xmlns:a16="http://schemas.microsoft.com/office/drawing/2014/main" id="{77648BB0-C73C-F9EB-BF27-8F8004EE1234}"/>
              </a:ext>
            </a:extLst>
          </p:cNvPr>
          <p:cNvSpPr/>
          <p:nvPr/>
        </p:nvSpPr>
        <p:spPr>
          <a:xfrm>
            <a:off x="0" y="4698654"/>
            <a:ext cx="12192000" cy="2159346"/>
          </a:xfrm>
          <a:prstGeom prst="roundRect">
            <a:avLst>
              <a:gd name="adj" fmla="val 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Slide Number Placeholder 3">
            <a:extLst>
              <a:ext uri="{FF2B5EF4-FFF2-40B4-BE49-F238E27FC236}">
                <a16:creationId xmlns:a16="http://schemas.microsoft.com/office/drawing/2014/main" id="{2E8EE0EF-16D6-E0F4-14C0-651398FAA435}"/>
              </a:ext>
            </a:extLst>
          </p:cNvPr>
          <p:cNvSpPr txBox="1">
            <a:spLocks/>
          </p:cNvSpPr>
          <p:nvPr/>
        </p:nvSpPr>
        <p:spPr>
          <a:xfrm>
            <a:off x="9105900" y="6540407"/>
            <a:ext cx="2743200" cy="206375"/>
          </a:xfrm>
          <a:prstGeom prst="rect">
            <a:avLst/>
          </a:prstGeom>
        </p:spPr>
        <p:txBody>
          <a:bodyPr vert="horz" lIns="91440" tIns="45720" rIns="91440" bIns="45720" rtlCol="0" anchor="ctr"/>
          <a:lstStyle>
            <a:defPPr>
              <a:defRPr lang="en-US"/>
            </a:defPPr>
            <a:lvl1pPr marL="0" algn="r" defTabSz="914400" rtl="0" eaLnBrk="1" latinLnBrk="0" hangingPunct="1">
              <a:defRPr sz="600" b="0" i="0" kern="1200">
                <a:solidFill>
                  <a:schemeClr val="tx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0EA680-D336-4FF7-8B7A-9848BB0A1C32}" type="slidenum">
              <a:rPr lang="en-US" smtClean="0">
                <a:solidFill>
                  <a:schemeClr val="bg1"/>
                </a:solidFill>
              </a:rPr>
              <a:pPr/>
              <a:t>16</a:t>
            </a:fld>
            <a:endParaRPr lang="en-US">
              <a:solidFill>
                <a:schemeClr val="bg1"/>
              </a:solidFill>
            </a:endParaRPr>
          </a:p>
        </p:txBody>
      </p:sp>
      <p:sp>
        <p:nvSpPr>
          <p:cNvPr id="140" name="Date Placeholder 2">
            <a:extLst>
              <a:ext uri="{FF2B5EF4-FFF2-40B4-BE49-F238E27FC236}">
                <a16:creationId xmlns:a16="http://schemas.microsoft.com/office/drawing/2014/main" id="{8AD5428A-6528-640C-16E7-99ECF39CF218}"/>
              </a:ext>
            </a:extLst>
          </p:cNvPr>
          <p:cNvSpPr txBox="1">
            <a:spLocks/>
          </p:cNvSpPr>
          <p:nvPr/>
        </p:nvSpPr>
        <p:spPr>
          <a:xfrm>
            <a:off x="857250" y="6540407"/>
            <a:ext cx="2743200" cy="206375"/>
          </a:xfrm>
          <a:prstGeom prst="rect">
            <a:avLst/>
          </a:prstGeom>
        </p:spPr>
        <p:txBody>
          <a:bodyPr vert="horz" lIns="91440" tIns="45720" rIns="91440" bIns="45720" rtlCol="0" anchor="ctr"/>
          <a:lstStyle>
            <a:defPPr>
              <a:defRPr lang="en-US"/>
            </a:defPPr>
            <a:lvl1pPr marL="0" algn="l" defTabSz="914400" rtl="0" eaLnBrk="1" latinLnBrk="0" hangingPunct="1">
              <a:defRPr sz="600" b="0" i="0" kern="1200">
                <a:solidFill>
                  <a:schemeClr val="tx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 SYREN CLOUD INC – 2026 – ALL RIGHTS RESERVED</a:t>
            </a:r>
          </a:p>
        </p:txBody>
      </p:sp>
      <p:pic>
        <p:nvPicPr>
          <p:cNvPr id="141" name="Graphic 140">
            <a:extLst>
              <a:ext uri="{FF2B5EF4-FFF2-40B4-BE49-F238E27FC236}">
                <a16:creationId xmlns:a16="http://schemas.microsoft.com/office/drawing/2014/main" id="{AF93E560-0E65-76C0-7F11-05F4DC5198A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74292" y="6551600"/>
            <a:ext cx="457200" cy="143540"/>
          </a:xfrm>
          <a:prstGeom prst="rect">
            <a:avLst/>
          </a:prstGeom>
        </p:spPr>
      </p:pic>
      <p:graphicFrame>
        <p:nvGraphicFramePr>
          <p:cNvPr id="143" name="Table 142">
            <a:extLst>
              <a:ext uri="{FF2B5EF4-FFF2-40B4-BE49-F238E27FC236}">
                <a16:creationId xmlns:a16="http://schemas.microsoft.com/office/drawing/2014/main" id="{1D0E189B-583A-DC49-FA12-5AD0CB28A4EF}"/>
              </a:ext>
            </a:extLst>
          </p:cNvPr>
          <p:cNvGraphicFramePr>
            <a:graphicFrameLocks noGrp="1"/>
          </p:cNvGraphicFramePr>
          <p:nvPr>
            <p:extLst>
              <p:ext uri="{D42A27DB-BD31-4B8C-83A1-F6EECF244321}">
                <p14:modId xmlns:p14="http://schemas.microsoft.com/office/powerpoint/2010/main" val="1895876210"/>
              </p:ext>
            </p:extLst>
          </p:nvPr>
        </p:nvGraphicFramePr>
        <p:xfrm>
          <a:off x="459173" y="5046885"/>
          <a:ext cx="5444632" cy="1219200"/>
        </p:xfrm>
        <a:graphic>
          <a:graphicData uri="http://schemas.openxmlformats.org/drawingml/2006/table">
            <a:tbl>
              <a:tblPr firstRow="1" bandRow="1">
                <a:tableStyleId>{0E3FDE45-AF77-4B5C-9715-49D594BDF05E}</a:tableStyleId>
              </a:tblPr>
              <a:tblGrid>
                <a:gridCol w="2722316">
                  <a:extLst>
                    <a:ext uri="{9D8B030D-6E8A-4147-A177-3AD203B41FA5}">
                      <a16:colId xmlns:a16="http://schemas.microsoft.com/office/drawing/2014/main" val="2896953952"/>
                    </a:ext>
                  </a:extLst>
                </a:gridCol>
                <a:gridCol w="2722316">
                  <a:extLst>
                    <a:ext uri="{9D8B030D-6E8A-4147-A177-3AD203B41FA5}">
                      <a16:colId xmlns:a16="http://schemas.microsoft.com/office/drawing/2014/main" val="2347348769"/>
                    </a:ext>
                  </a:extLst>
                </a:gridCol>
              </a:tblGrid>
              <a:tr h="274320">
                <a:tc>
                  <a:txBody>
                    <a:bodyPr/>
                    <a:lstStyle/>
                    <a:p>
                      <a:pPr>
                        <a:buNone/>
                      </a:pPr>
                      <a:r>
                        <a:rPr lang="en-US" sz="800" b="1">
                          <a:solidFill>
                            <a:schemeClr val="bg2"/>
                          </a:solidFill>
                          <a:effectLst/>
                          <a:latin typeface="Montserrat" panose="00000500000000000000" pitchFamily="2" charset="0"/>
                        </a:rPr>
                        <a:t>Possible Challenge</a:t>
                      </a:r>
                    </a:p>
                  </a:txBody>
                  <a:tcPr marL="0" marT="91440" marB="91440" anchor="ctr">
                    <a:lnT w="19050" cap="flat" cmpd="sng" algn="ctr">
                      <a:solidFill>
                        <a:schemeClr val="bg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buNone/>
                      </a:pPr>
                      <a:r>
                        <a:rPr lang="en-US" sz="800" b="1">
                          <a:solidFill>
                            <a:schemeClr val="bg2"/>
                          </a:solidFill>
                          <a:effectLst/>
                          <a:latin typeface="Montserrat" panose="00000500000000000000" pitchFamily="2" charset="0"/>
                        </a:rPr>
                        <a:t>Syren Capability</a:t>
                      </a:r>
                    </a:p>
                  </a:txBody>
                  <a:tcPr marT="91440" marB="91440" anchor="ctr">
                    <a:lnT w="19050" cap="flat" cmpd="sng" algn="ctr">
                      <a:solidFill>
                        <a:schemeClr val="bg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52140448"/>
                  </a:ext>
                </a:extLst>
              </a:tr>
              <a:tr h="274320">
                <a:tc>
                  <a:txBody>
                    <a:bodyPr/>
                    <a:lstStyle/>
                    <a:p>
                      <a:pPr>
                        <a:buNone/>
                      </a:pPr>
                      <a:r>
                        <a:rPr lang="en-US" sz="800">
                          <a:solidFill>
                            <a:srgbClr val="FFFFFF"/>
                          </a:solidFill>
                          <a:effectLst/>
                          <a:latin typeface="Montserrat" panose="00000500000000000000" pitchFamily="2" charset="0"/>
                        </a:rPr>
                        <a:t>Device demand volatility</a:t>
                      </a:r>
                    </a:p>
                  </a:txBody>
                  <a:tcPr marL="0" marT="91440" marB="91440"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buNone/>
                      </a:pPr>
                      <a:r>
                        <a:rPr lang="en-US" sz="800">
                          <a:solidFill>
                            <a:srgbClr val="FFFFFF"/>
                          </a:solidFill>
                          <a:effectLst/>
                          <a:latin typeface="Montserrat"/>
                        </a:rPr>
                        <a:t>Demand intelligence</a:t>
                      </a:r>
                      <a:endParaRPr lang="en-US" sz="800">
                        <a:solidFill>
                          <a:srgbClr val="FFFFFF"/>
                        </a:solidFill>
                        <a:effectLst/>
                        <a:latin typeface="Montserrat" panose="00000500000000000000" pitchFamily="2" charset="0"/>
                      </a:endParaRPr>
                    </a:p>
                  </a:txBody>
                  <a:tcPr marT="91440" marB="91440"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730613881"/>
                  </a:ext>
                </a:extLst>
              </a:tr>
              <a:tr h="274320">
                <a:tc>
                  <a:txBody>
                    <a:bodyPr/>
                    <a:lstStyle/>
                    <a:p>
                      <a:pPr>
                        <a:buNone/>
                      </a:pPr>
                      <a:r>
                        <a:rPr lang="en-US" sz="800">
                          <a:solidFill>
                            <a:srgbClr val="FFFFFF"/>
                          </a:solidFill>
                          <a:effectLst/>
                          <a:latin typeface="Montserrat" panose="00000500000000000000" pitchFamily="2" charset="0"/>
                        </a:rPr>
                        <a:t>Sterilization capacity</a:t>
                      </a:r>
                    </a:p>
                  </a:txBody>
                  <a:tcPr marL="0" marT="91440" marB="91440"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buNone/>
                      </a:pPr>
                      <a:r>
                        <a:rPr lang="en-US" sz="800">
                          <a:solidFill>
                            <a:srgbClr val="FFFFFF"/>
                          </a:solidFill>
                          <a:effectLst/>
                          <a:latin typeface="Montserrat"/>
                        </a:rPr>
                        <a:t>Production &amp; capacity optimization</a:t>
                      </a:r>
                    </a:p>
                  </a:txBody>
                  <a:tcPr marT="91440" marB="91440" anchor="ct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379127149"/>
                  </a:ext>
                </a:extLst>
              </a:tr>
              <a:tr h="0">
                <a:tc>
                  <a:txBody>
                    <a:bodyPr/>
                    <a:lstStyle/>
                    <a:p>
                      <a:pPr>
                        <a:buNone/>
                      </a:pPr>
                      <a:r>
                        <a:rPr lang="en-US" sz="800">
                          <a:solidFill>
                            <a:srgbClr val="FFFFFF"/>
                          </a:solidFill>
                          <a:effectLst/>
                          <a:latin typeface="Montserrat" panose="00000500000000000000" pitchFamily="2" charset="0"/>
                        </a:rPr>
                        <a:t>Cold-chain and IoT monitoring</a:t>
                      </a:r>
                    </a:p>
                  </a:txBody>
                  <a:tcPr marL="0" marT="91440" marB="91440" anchor="ct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buNone/>
                      </a:pPr>
                      <a:r>
                        <a:rPr lang="en-US" sz="800">
                          <a:solidFill>
                            <a:srgbClr val="FFFFFF"/>
                          </a:solidFill>
                          <a:effectLst/>
                          <a:latin typeface="Montserrat"/>
                        </a:rPr>
                        <a:t>IoT intelligence</a:t>
                      </a:r>
                      <a:endParaRPr lang="en-US" sz="800">
                        <a:solidFill>
                          <a:srgbClr val="FFFFFF"/>
                        </a:solidFill>
                        <a:effectLst/>
                        <a:latin typeface="Montserrat" panose="00000500000000000000" pitchFamily="2" charset="0"/>
                      </a:endParaRPr>
                    </a:p>
                  </a:txBody>
                  <a:tcPr marT="91440" marB="91440" anchor="ct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623128"/>
                  </a:ext>
                </a:extLst>
              </a:tr>
            </a:tbl>
          </a:graphicData>
        </a:graphic>
      </p:graphicFrame>
      <p:graphicFrame>
        <p:nvGraphicFramePr>
          <p:cNvPr id="144" name="Table 143">
            <a:extLst>
              <a:ext uri="{FF2B5EF4-FFF2-40B4-BE49-F238E27FC236}">
                <a16:creationId xmlns:a16="http://schemas.microsoft.com/office/drawing/2014/main" id="{5EA10140-CD65-AB27-40F6-28428DDF1173}"/>
              </a:ext>
            </a:extLst>
          </p:cNvPr>
          <p:cNvGraphicFramePr>
            <a:graphicFrameLocks noGrp="1"/>
          </p:cNvGraphicFramePr>
          <p:nvPr>
            <p:extLst>
              <p:ext uri="{D42A27DB-BD31-4B8C-83A1-F6EECF244321}">
                <p14:modId xmlns:p14="http://schemas.microsoft.com/office/powerpoint/2010/main" val="3537715463"/>
              </p:ext>
            </p:extLst>
          </p:nvPr>
        </p:nvGraphicFramePr>
        <p:xfrm>
          <a:off x="6288197" y="5046885"/>
          <a:ext cx="5336444" cy="1524000"/>
        </p:xfrm>
        <a:graphic>
          <a:graphicData uri="http://schemas.openxmlformats.org/drawingml/2006/table">
            <a:tbl>
              <a:tblPr firstRow="1" bandRow="1">
                <a:tableStyleId>{0E3FDE45-AF77-4B5C-9715-49D594BDF05E}</a:tableStyleId>
              </a:tblPr>
              <a:tblGrid>
                <a:gridCol w="2668222">
                  <a:extLst>
                    <a:ext uri="{9D8B030D-6E8A-4147-A177-3AD203B41FA5}">
                      <a16:colId xmlns:a16="http://schemas.microsoft.com/office/drawing/2014/main" val="2896953952"/>
                    </a:ext>
                  </a:extLst>
                </a:gridCol>
                <a:gridCol w="2668222">
                  <a:extLst>
                    <a:ext uri="{9D8B030D-6E8A-4147-A177-3AD203B41FA5}">
                      <a16:colId xmlns:a16="http://schemas.microsoft.com/office/drawing/2014/main" val="2347348769"/>
                    </a:ext>
                  </a:extLst>
                </a:gridCol>
              </a:tblGrid>
              <a:tr h="274320">
                <a:tc>
                  <a:txBody>
                    <a:bodyPr/>
                    <a:lstStyle/>
                    <a:p>
                      <a:pPr marL="0" lvl="0" algn="l" defTabSz="914400" rtl="0" eaLnBrk="1" latinLnBrk="0" hangingPunct="1">
                        <a:buNone/>
                      </a:pPr>
                      <a:r>
                        <a:rPr lang="en-US" sz="800" b="1" kern="1200">
                          <a:solidFill>
                            <a:schemeClr val="bg2"/>
                          </a:solidFill>
                          <a:effectLst/>
                          <a:latin typeface="Montserrat" panose="00000500000000000000" pitchFamily="2" charset="0"/>
                          <a:ea typeface="+mn-ea"/>
                          <a:cs typeface="+mn-cs"/>
                        </a:rPr>
                        <a:t>Possible Challenge</a:t>
                      </a:r>
                    </a:p>
                  </a:txBody>
                  <a:tcPr marL="0" marT="91440" marB="91440" anchor="ctr">
                    <a:lnL>
                      <a:noFill/>
                    </a:lnL>
                    <a:lnR>
                      <a:noFill/>
                    </a:lnR>
                    <a:lnT w="19050" cap="flat" cmpd="sng" algn="ctr">
                      <a:solidFill>
                        <a:schemeClr val="bg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4400" rtl="0" eaLnBrk="1" latinLnBrk="0" hangingPunct="1">
                        <a:buNone/>
                      </a:pPr>
                      <a:r>
                        <a:rPr lang="en-US" sz="800" b="1" kern="1200">
                          <a:solidFill>
                            <a:schemeClr val="bg2"/>
                          </a:solidFill>
                          <a:effectLst/>
                          <a:latin typeface="Montserrat" panose="00000500000000000000" pitchFamily="2" charset="0"/>
                          <a:ea typeface="+mn-ea"/>
                          <a:cs typeface="+mn-cs"/>
                        </a:rPr>
                        <a:t>Syren Capability</a:t>
                      </a:r>
                    </a:p>
                  </a:txBody>
                  <a:tcPr marT="91440" marB="91440" anchor="ctr">
                    <a:lnL>
                      <a:noFill/>
                    </a:lnL>
                    <a:lnR>
                      <a:noFill/>
                    </a:lnR>
                    <a:lnT w="19050" cap="flat" cmpd="sng" algn="ctr">
                      <a:solidFill>
                        <a:schemeClr val="bg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4268572"/>
                  </a:ext>
                </a:extLst>
              </a:tr>
              <a:tr h="274320">
                <a:tc>
                  <a:txBody>
                    <a:bodyPr/>
                    <a:lstStyle/>
                    <a:p>
                      <a:pPr marL="0" lvl="0" algn="l" defTabSz="914400" rtl="0" eaLnBrk="1" latinLnBrk="0" hangingPunct="1">
                        <a:buNone/>
                      </a:pPr>
                      <a:r>
                        <a:rPr lang="en-US" sz="800" kern="1200">
                          <a:solidFill>
                            <a:srgbClr val="FFFFFF"/>
                          </a:solidFill>
                          <a:effectLst/>
                          <a:latin typeface="Montserrat" panose="00000500000000000000" pitchFamily="2" charset="0"/>
                          <a:ea typeface="+mn-ea"/>
                          <a:cs typeface="+mn-cs"/>
                        </a:rPr>
                        <a:t>Global inventory balancing</a:t>
                      </a:r>
                    </a:p>
                  </a:txBody>
                  <a:tcPr marL="0" marT="91440" marB="91440" anchor="ctr">
                    <a:lnL>
                      <a:noFill/>
                    </a:lnL>
                    <a:lnR>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algn="l" defTabSz="914400" rtl="0" eaLnBrk="1" latinLnBrk="0" hangingPunct="1">
                        <a:buNone/>
                      </a:pPr>
                      <a:r>
                        <a:rPr lang="en-US" sz="800" kern="1200">
                          <a:solidFill>
                            <a:srgbClr val="FFFFFF"/>
                          </a:solidFill>
                          <a:effectLst/>
                          <a:latin typeface="Montserrat"/>
                          <a:ea typeface="+mn-ea"/>
                          <a:cs typeface="+mn-cs"/>
                        </a:rPr>
                        <a:t>Multi-echelon inventory optimization</a:t>
                      </a:r>
                    </a:p>
                  </a:txBody>
                  <a:tcPr marT="91440" marB="91440" anchor="ctr">
                    <a:lnL>
                      <a:noFill/>
                    </a:lnL>
                    <a:lnR>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2140448"/>
                  </a:ext>
                </a:extLst>
              </a:tr>
              <a:tr h="274320">
                <a:tc>
                  <a:txBody>
                    <a:bodyPr/>
                    <a:lstStyle/>
                    <a:p>
                      <a:pPr marL="0" lvl="0" algn="l" defTabSz="914400" rtl="0" eaLnBrk="1" latinLnBrk="0" hangingPunct="1">
                        <a:buNone/>
                      </a:pPr>
                      <a:r>
                        <a:rPr lang="en-US" sz="800" kern="1200">
                          <a:solidFill>
                            <a:srgbClr val="FFFFFF"/>
                          </a:solidFill>
                          <a:effectLst/>
                          <a:latin typeface="Montserrat" panose="00000500000000000000" pitchFamily="2" charset="0"/>
                          <a:ea typeface="+mn-ea"/>
                          <a:cs typeface="+mn-cs"/>
                        </a:rPr>
                        <a:t>Product recalls</a:t>
                      </a:r>
                    </a:p>
                  </a:txBody>
                  <a:tcPr marL="0" marT="91440" marB="91440" anchor="ctr">
                    <a:lnL>
                      <a:noFill/>
                    </a:lnL>
                    <a:lnR>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4400" rtl="0" eaLnBrk="1" latinLnBrk="0" hangingPunct="1">
                        <a:buNone/>
                      </a:pPr>
                      <a:r>
                        <a:rPr lang="en-US" sz="800" kern="1200">
                          <a:solidFill>
                            <a:srgbClr val="FFFFFF"/>
                          </a:solidFill>
                          <a:effectLst/>
                          <a:latin typeface="Montserrat"/>
                          <a:ea typeface="+mn-ea"/>
                          <a:cs typeface="+mn-cs"/>
                        </a:rPr>
                        <a:t>Traceability &amp; root cause analysis</a:t>
                      </a:r>
                      <a:endParaRPr lang="en-US" sz="800" kern="1200">
                        <a:solidFill>
                          <a:srgbClr val="FFFFFF"/>
                        </a:solidFill>
                        <a:effectLst/>
                        <a:latin typeface="Montserrat" panose="00000500000000000000" pitchFamily="2" charset="0"/>
                        <a:ea typeface="+mn-ea"/>
                        <a:cs typeface="+mn-cs"/>
                      </a:endParaRPr>
                    </a:p>
                  </a:txBody>
                  <a:tcPr marT="91440" marB="91440" anchor="ctr">
                    <a:lnL>
                      <a:noFill/>
                    </a:lnL>
                    <a:lnR>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2867571"/>
                  </a:ext>
                </a:extLst>
              </a:tr>
              <a:tr h="274320">
                <a:tc>
                  <a:txBody>
                    <a:bodyPr/>
                    <a:lstStyle/>
                    <a:p>
                      <a:pPr marL="0" lvl="0" algn="l" defTabSz="914400" rtl="0" eaLnBrk="1" latinLnBrk="0" hangingPunct="1">
                        <a:buNone/>
                      </a:pPr>
                      <a:r>
                        <a:rPr lang="en-US" sz="800" kern="1200">
                          <a:solidFill>
                            <a:srgbClr val="FFFFFF"/>
                          </a:solidFill>
                          <a:effectLst/>
                          <a:latin typeface="Montserrat" panose="00000500000000000000" pitchFamily="2" charset="0"/>
                          <a:ea typeface="+mn-ea"/>
                          <a:cs typeface="+mn-cs"/>
                        </a:rPr>
                        <a:t>Supplier disruption</a:t>
                      </a:r>
                    </a:p>
                  </a:txBody>
                  <a:tcPr marL="0" marT="91440" marB="91440" anchor="ctr">
                    <a:lnL>
                      <a:noFill/>
                    </a:lnL>
                    <a:lnR>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algn="l" defTabSz="914400" rtl="0" eaLnBrk="1" latinLnBrk="0" hangingPunct="1">
                        <a:buNone/>
                      </a:pPr>
                      <a:r>
                        <a:rPr lang="en-US" sz="800" kern="1200">
                          <a:solidFill>
                            <a:srgbClr val="FFFFFF"/>
                          </a:solidFill>
                          <a:effectLst/>
                          <a:latin typeface="Montserrat"/>
                          <a:ea typeface="+mn-ea"/>
                          <a:cs typeface="+mn-cs"/>
                        </a:rPr>
                        <a:t>Supply risk intelligence</a:t>
                      </a:r>
                      <a:endParaRPr lang="en-US" sz="800" kern="1200">
                        <a:solidFill>
                          <a:srgbClr val="FFFFFF"/>
                        </a:solidFill>
                        <a:effectLst/>
                        <a:latin typeface="Montserrat" panose="00000500000000000000" pitchFamily="2" charset="0"/>
                        <a:ea typeface="+mn-ea"/>
                        <a:cs typeface="+mn-cs"/>
                      </a:endParaRPr>
                    </a:p>
                  </a:txBody>
                  <a:tcPr marT="91440" marB="91440" anchor="ctr">
                    <a:lnL>
                      <a:noFill/>
                    </a:lnL>
                    <a:lnR>
                      <a:noFill/>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0441823"/>
                  </a:ext>
                </a:extLst>
              </a:tr>
              <a:tr h="274320">
                <a:tc>
                  <a:txBody>
                    <a:bodyPr/>
                    <a:lstStyle/>
                    <a:p>
                      <a:pPr marL="0" lvl="0" algn="l" defTabSz="914400" rtl="0" eaLnBrk="1" latinLnBrk="0" hangingPunct="1">
                        <a:buNone/>
                      </a:pPr>
                      <a:r>
                        <a:rPr lang="en-US" sz="800" kern="1200">
                          <a:solidFill>
                            <a:srgbClr val="FFFFFF"/>
                          </a:solidFill>
                          <a:effectLst/>
                          <a:latin typeface="Montserrat" panose="00000500000000000000" pitchFamily="2" charset="0"/>
                          <a:ea typeface="+mn-ea"/>
                          <a:cs typeface="+mn-cs"/>
                        </a:rPr>
                        <a:t>Executive trade-off decisions</a:t>
                      </a:r>
                    </a:p>
                  </a:txBody>
                  <a:tcPr marL="0" marT="91440" marB="91440" anchor="ctr">
                    <a:lnL>
                      <a:noFill/>
                    </a:lnL>
                    <a:lnR>
                      <a:noFill/>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algn="l" defTabSz="914400" rtl="0" eaLnBrk="1" latinLnBrk="0" hangingPunct="1">
                        <a:buNone/>
                      </a:pPr>
                      <a:r>
                        <a:rPr lang="en-US" sz="800" kern="1200">
                          <a:solidFill>
                            <a:srgbClr val="FFFFFF"/>
                          </a:solidFill>
                          <a:effectLst/>
                          <a:latin typeface="Montserrat"/>
                          <a:ea typeface="+mn-ea"/>
                          <a:cs typeface="+mn-cs"/>
                        </a:rPr>
                        <a:t>Scenario planning &amp; decision copilot</a:t>
                      </a:r>
                    </a:p>
                  </a:txBody>
                  <a:tcPr marT="91440" marB="91440" anchor="ctr">
                    <a:lnL>
                      <a:noFill/>
                    </a:lnL>
                    <a:lnR>
                      <a:noFill/>
                    </a:lnR>
                    <a:lnT w="6350"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87906516"/>
                  </a:ext>
                </a:extLst>
              </a:tr>
            </a:tbl>
          </a:graphicData>
        </a:graphic>
      </p:graphicFrame>
      <p:sp>
        <p:nvSpPr>
          <p:cNvPr id="145" name="TextBox 144">
            <a:extLst>
              <a:ext uri="{FF2B5EF4-FFF2-40B4-BE49-F238E27FC236}">
                <a16:creationId xmlns:a16="http://schemas.microsoft.com/office/drawing/2014/main" id="{FDE640DF-CDBB-831E-6A7A-F044A166119F}"/>
              </a:ext>
            </a:extLst>
          </p:cNvPr>
          <p:cNvSpPr txBox="1"/>
          <p:nvPr/>
        </p:nvSpPr>
        <p:spPr>
          <a:xfrm>
            <a:off x="4870190" y="4529152"/>
            <a:ext cx="2451620" cy="340519"/>
          </a:xfrm>
          <a:prstGeom prst="roundRect">
            <a:avLst/>
          </a:prstGeom>
          <a:solidFill>
            <a:schemeClr val="bg2"/>
          </a:solidFill>
        </p:spPr>
        <p:txBody>
          <a:bodyPr wrap="square" lIns="91440" tIns="45720" rIns="91440" bIns="45720" anchor="t">
            <a:spAutoFit/>
          </a:bodyPr>
          <a:lstStyle/>
          <a:p>
            <a:pPr algn="ctr">
              <a:defRPr/>
            </a:pPr>
            <a:r>
              <a:rPr lang="en-US" sz="1400" b="1">
                <a:solidFill>
                  <a:schemeClr val="bg1"/>
                </a:solidFill>
                <a:latin typeface="Montserrat"/>
              </a:rPr>
              <a:t>Where Syren can help</a:t>
            </a:r>
          </a:p>
        </p:txBody>
      </p:sp>
      <p:cxnSp>
        <p:nvCxnSpPr>
          <p:cNvPr id="146" name="Straight Connector 145">
            <a:extLst>
              <a:ext uri="{FF2B5EF4-FFF2-40B4-BE49-F238E27FC236}">
                <a16:creationId xmlns:a16="http://schemas.microsoft.com/office/drawing/2014/main" id="{05404CC6-A5ED-C646-EAAF-449B67DA01DE}"/>
              </a:ext>
            </a:extLst>
          </p:cNvPr>
          <p:cNvCxnSpPr>
            <a:cxnSpLocks/>
          </p:cNvCxnSpPr>
          <p:nvPr/>
        </p:nvCxnSpPr>
        <p:spPr>
          <a:xfrm flipV="1">
            <a:off x="6096000" y="2383206"/>
            <a:ext cx="0" cy="2080844"/>
          </a:xfrm>
          <a:prstGeom prst="line">
            <a:avLst/>
          </a:prstGeom>
          <a:ln w="12700">
            <a:solidFill>
              <a:schemeClr val="bg1">
                <a:lumMod val="75000"/>
              </a:schemeClr>
            </a:solidFill>
            <a:prstDash val="sysDash"/>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cxnSp>
      <p:cxnSp>
        <p:nvCxnSpPr>
          <p:cNvPr id="148" name="Straight Connector 147">
            <a:extLst>
              <a:ext uri="{FF2B5EF4-FFF2-40B4-BE49-F238E27FC236}">
                <a16:creationId xmlns:a16="http://schemas.microsoft.com/office/drawing/2014/main" id="{F12A74FB-AF3D-8FFF-1175-C4FB0E15C45B}"/>
              </a:ext>
            </a:extLst>
          </p:cNvPr>
          <p:cNvCxnSpPr>
            <a:cxnSpLocks/>
          </p:cNvCxnSpPr>
          <p:nvPr/>
        </p:nvCxnSpPr>
        <p:spPr>
          <a:xfrm flipV="1">
            <a:off x="6096000" y="5046885"/>
            <a:ext cx="0" cy="1468215"/>
          </a:xfrm>
          <a:prstGeom prst="line">
            <a:avLst/>
          </a:prstGeom>
          <a:ln w="12700">
            <a:solidFill>
              <a:schemeClr val="bg1">
                <a:lumMod val="75000"/>
              </a:schemeClr>
            </a:solidFill>
            <a:prstDash val="sysDash"/>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cxnSp>
    </p:spTree>
    <p:extLst>
      <p:ext uri="{BB962C8B-B14F-4D97-AF65-F5344CB8AC3E}">
        <p14:creationId xmlns:p14="http://schemas.microsoft.com/office/powerpoint/2010/main" val="3996616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1841C47F-DF0A-A256-AFD8-3B4D0231B036}"/>
              </a:ext>
            </a:extLst>
          </p:cNvPr>
          <p:cNvSpPr/>
          <p:nvPr/>
        </p:nvSpPr>
        <p:spPr>
          <a:xfrm>
            <a:off x="468086" y="2292972"/>
            <a:ext cx="11381014" cy="2873388"/>
          </a:xfrm>
          <a:prstGeom prst="roundRect">
            <a:avLst>
              <a:gd name="adj" fmla="val 4690"/>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EDC3F7-87A5-10D4-5B73-34DD4ABAA874}"/>
              </a:ext>
            </a:extLst>
          </p:cNvPr>
          <p:cNvSpPr>
            <a:spLocks noGrp="1"/>
          </p:cNvSpPr>
          <p:nvPr>
            <p:ph type="title"/>
          </p:nvPr>
        </p:nvSpPr>
        <p:spPr>
          <a:xfrm>
            <a:off x="380999" y="342899"/>
            <a:ext cx="11048939" cy="553993"/>
          </a:xfrm>
        </p:spPr>
        <p:txBody>
          <a:bodyPr/>
          <a:lstStyle/>
          <a:p>
            <a:r>
              <a:rPr lang="en-US">
                <a:latin typeface="Montserrat Light"/>
              </a:rPr>
              <a:t>Use case 1: Store Remodels Supply Chain for retail giant </a:t>
            </a:r>
          </a:p>
        </p:txBody>
      </p:sp>
      <p:sp>
        <p:nvSpPr>
          <p:cNvPr id="3" name="Slide Number Placeholder 2">
            <a:extLst>
              <a:ext uri="{FF2B5EF4-FFF2-40B4-BE49-F238E27FC236}">
                <a16:creationId xmlns:a16="http://schemas.microsoft.com/office/drawing/2014/main" id="{2B32D147-5634-6D15-1F6E-DF0CB0A21D14}"/>
              </a:ext>
            </a:extLst>
          </p:cNvPr>
          <p:cNvSpPr>
            <a:spLocks noGrp="1"/>
          </p:cNvSpPr>
          <p:nvPr>
            <p:ph type="sldNum" sz="quarter" idx="12"/>
          </p:nvPr>
        </p:nvSpPr>
        <p:spPr/>
        <p:txBody>
          <a:bodyPr/>
          <a:lstStyle/>
          <a:p>
            <a:fld id="{330EA680-D336-4FF7-8B7A-9848BB0A1C32}" type="slidenum">
              <a:rPr lang="en-US" smtClean="0"/>
              <a:t>17</a:t>
            </a:fld>
            <a:endParaRPr lang="en-US"/>
          </a:p>
        </p:txBody>
      </p:sp>
      <p:sp>
        <p:nvSpPr>
          <p:cNvPr id="4" name="Date Placeholder 3">
            <a:extLst>
              <a:ext uri="{FF2B5EF4-FFF2-40B4-BE49-F238E27FC236}">
                <a16:creationId xmlns:a16="http://schemas.microsoft.com/office/drawing/2014/main" id="{4B4651B1-E326-396B-409C-582E830F93DD}"/>
              </a:ext>
            </a:extLst>
          </p:cNvPr>
          <p:cNvSpPr>
            <a:spLocks noGrp="1"/>
          </p:cNvSpPr>
          <p:nvPr>
            <p:ph type="dt" sz="half" idx="2"/>
          </p:nvPr>
        </p:nvSpPr>
        <p:spPr/>
        <p:txBody>
          <a:bodyPr/>
          <a:lstStyle/>
          <a:p>
            <a:r>
              <a:rPr lang="en-US"/>
              <a:t>© SYREN CLOUD INC – 2026 – ALL RIGHTS RESERVED</a:t>
            </a:r>
            <a:endParaRPr lang="en-US" sz="600"/>
          </a:p>
        </p:txBody>
      </p:sp>
      <p:sp>
        <p:nvSpPr>
          <p:cNvPr id="6" name="TextBox 5">
            <a:extLst>
              <a:ext uri="{FF2B5EF4-FFF2-40B4-BE49-F238E27FC236}">
                <a16:creationId xmlns:a16="http://schemas.microsoft.com/office/drawing/2014/main" id="{56253688-1C9D-8BB6-A948-BAD8915F13E1}"/>
              </a:ext>
            </a:extLst>
          </p:cNvPr>
          <p:cNvSpPr txBox="1"/>
          <p:nvPr/>
        </p:nvSpPr>
        <p:spPr>
          <a:xfrm>
            <a:off x="381000" y="1078546"/>
            <a:ext cx="9455683" cy="338554"/>
          </a:xfrm>
          <a:prstGeom prst="rect">
            <a:avLst/>
          </a:prstGeom>
          <a:noFill/>
        </p:spPr>
        <p:txBody>
          <a:bodyPr wrap="square">
            <a:spAutoFit/>
          </a:bodyPr>
          <a:lstStyle/>
          <a:p>
            <a:r>
              <a:rPr lang="en-US" sz="1600" b="1">
                <a:solidFill>
                  <a:schemeClr val="bg2"/>
                </a:solidFill>
                <a:latin typeface="Montserrat" panose="00000500000000000000" pitchFamily="2" charset="0"/>
              </a:rPr>
              <a:t>The Right Store. The Right Time. The Right Plan. The Right Cost</a:t>
            </a:r>
          </a:p>
        </p:txBody>
      </p:sp>
      <p:sp>
        <p:nvSpPr>
          <p:cNvPr id="8" name="TextBox 7">
            <a:extLst>
              <a:ext uri="{FF2B5EF4-FFF2-40B4-BE49-F238E27FC236}">
                <a16:creationId xmlns:a16="http://schemas.microsoft.com/office/drawing/2014/main" id="{0515018C-3B79-18FE-CF5F-8F261C23BD63}"/>
              </a:ext>
            </a:extLst>
          </p:cNvPr>
          <p:cNvSpPr txBox="1"/>
          <p:nvPr/>
        </p:nvSpPr>
        <p:spPr>
          <a:xfrm>
            <a:off x="380999" y="1520215"/>
            <a:ext cx="10670721" cy="523220"/>
          </a:xfrm>
          <a:prstGeom prst="rect">
            <a:avLst/>
          </a:prstGeom>
          <a:noFill/>
        </p:spPr>
        <p:txBody>
          <a:bodyPr wrap="square" lIns="91440" tIns="45720" rIns="91440" bIns="45720" anchor="t">
            <a:spAutoFit/>
          </a:bodyPr>
          <a:lstStyle/>
          <a:p>
            <a:r>
              <a:rPr lang="en-US" sz="1400">
                <a:latin typeface="Montserrat"/>
              </a:rPr>
              <a:t>Al-powered planning and execution intelligence to optimize the end-to-end store remodel lifecycle from portfolio strategy to project close-out.</a:t>
            </a:r>
          </a:p>
        </p:txBody>
      </p:sp>
      <p:sp>
        <p:nvSpPr>
          <p:cNvPr id="10" name="TextBox 9">
            <a:extLst>
              <a:ext uri="{FF2B5EF4-FFF2-40B4-BE49-F238E27FC236}">
                <a16:creationId xmlns:a16="http://schemas.microsoft.com/office/drawing/2014/main" id="{1024AC7B-2F79-0CF7-6E95-6839B8A332A3}"/>
              </a:ext>
            </a:extLst>
          </p:cNvPr>
          <p:cNvSpPr txBox="1"/>
          <p:nvPr/>
        </p:nvSpPr>
        <p:spPr>
          <a:xfrm>
            <a:off x="987880" y="2155186"/>
            <a:ext cx="2907846" cy="307777"/>
          </a:xfrm>
          <a:prstGeom prst="rect">
            <a:avLst/>
          </a:prstGeom>
          <a:solidFill>
            <a:srgbClr val="F6F6F6"/>
          </a:solidFill>
        </p:spPr>
        <p:txBody>
          <a:bodyPr wrap="square">
            <a:spAutoFit/>
          </a:bodyPr>
          <a:lstStyle/>
          <a:p>
            <a:pPr algn="ctr"/>
            <a:r>
              <a:rPr lang="en-IN" sz="1400" b="1">
                <a:solidFill>
                  <a:schemeClr val="bg2"/>
                </a:solidFill>
                <a:latin typeface="Montserrat" panose="00000500000000000000" pitchFamily="2" charset="0"/>
              </a:rPr>
              <a:t>STORE REMODEL LIFECYCLE</a:t>
            </a:r>
            <a:endParaRPr lang="en-US" sz="1400" b="1">
              <a:solidFill>
                <a:schemeClr val="bg2"/>
              </a:solidFill>
              <a:latin typeface="Montserrat" panose="00000500000000000000" pitchFamily="2" charset="0"/>
            </a:endParaRPr>
          </a:p>
        </p:txBody>
      </p:sp>
      <p:cxnSp>
        <p:nvCxnSpPr>
          <p:cNvPr id="31" name="Straight Arrow Connector 30">
            <a:extLst>
              <a:ext uri="{FF2B5EF4-FFF2-40B4-BE49-F238E27FC236}">
                <a16:creationId xmlns:a16="http://schemas.microsoft.com/office/drawing/2014/main" id="{0F4C518D-BDFA-DDCA-5B08-DC882907A348}"/>
              </a:ext>
            </a:extLst>
          </p:cNvPr>
          <p:cNvCxnSpPr>
            <a:cxnSpLocks/>
          </p:cNvCxnSpPr>
          <p:nvPr/>
        </p:nvCxnSpPr>
        <p:spPr>
          <a:xfrm>
            <a:off x="2089813" y="3633137"/>
            <a:ext cx="177037" cy="0"/>
          </a:xfrm>
          <a:prstGeom prst="straightConnector1">
            <a:avLst/>
          </a:prstGeom>
          <a:ln w="28575">
            <a:solidFill>
              <a:schemeClr val="bg2"/>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9452E21E-9678-3A60-F87D-96C95D564F08}"/>
              </a:ext>
            </a:extLst>
          </p:cNvPr>
          <p:cNvCxnSpPr>
            <a:cxnSpLocks/>
          </p:cNvCxnSpPr>
          <p:nvPr/>
        </p:nvCxnSpPr>
        <p:spPr>
          <a:xfrm>
            <a:off x="4179606" y="3633137"/>
            <a:ext cx="177037" cy="0"/>
          </a:xfrm>
          <a:prstGeom prst="straightConnector1">
            <a:avLst/>
          </a:prstGeom>
          <a:ln w="28575">
            <a:solidFill>
              <a:schemeClr val="bg2"/>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0E3A6D23-282F-2FE4-8032-CDA212C3F393}"/>
              </a:ext>
            </a:extLst>
          </p:cNvPr>
          <p:cNvCxnSpPr>
            <a:cxnSpLocks/>
          </p:cNvCxnSpPr>
          <p:nvPr/>
        </p:nvCxnSpPr>
        <p:spPr>
          <a:xfrm>
            <a:off x="6269399" y="3633137"/>
            <a:ext cx="177037" cy="0"/>
          </a:xfrm>
          <a:prstGeom prst="straightConnector1">
            <a:avLst/>
          </a:prstGeom>
          <a:ln w="28575">
            <a:solidFill>
              <a:schemeClr val="bg2"/>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479C2D6E-5901-0765-6920-2D11CB1FD810}"/>
              </a:ext>
            </a:extLst>
          </p:cNvPr>
          <p:cNvCxnSpPr>
            <a:cxnSpLocks/>
          </p:cNvCxnSpPr>
          <p:nvPr/>
        </p:nvCxnSpPr>
        <p:spPr>
          <a:xfrm>
            <a:off x="8061903" y="3633137"/>
            <a:ext cx="177037" cy="0"/>
          </a:xfrm>
          <a:prstGeom prst="straightConnector1">
            <a:avLst/>
          </a:prstGeom>
          <a:ln w="28575">
            <a:solidFill>
              <a:schemeClr val="bg2"/>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AF8B5070-9556-56C1-CD51-2984E83E975B}"/>
              </a:ext>
            </a:extLst>
          </p:cNvPr>
          <p:cNvCxnSpPr>
            <a:cxnSpLocks/>
          </p:cNvCxnSpPr>
          <p:nvPr/>
        </p:nvCxnSpPr>
        <p:spPr>
          <a:xfrm>
            <a:off x="9854407" y="3633137"/>
            <a:ext cx="177037" cy="0"/>
          </a:xfrm>
          <a:prstGeom prst="straightConnector1">
            <a:avLst/>
          </a:prstGeom>
          <a:ln w="28575">
            <a:solidFill>
              <a:schemeClr val="bg2"/>
            </a:solidFill>
            <a:tailEnd type="triangle"/>
          </a:ln>
        </p:spPr>
        <p:style>
          <a:lnRef idx="2">
            <a:schemeClr val="accent1"/>
          </a:lnRef>
          <a:fillRef idx="0">
            <a:schemeClr val="accent1"/>
          </a:fillRef>
          <a:effectRef idx="1">
            <a:schemeClr val="accent1"/>
          </a:effectRef>
          <a:fontRef idx="minor">
            <a:schemeClr val="tx1"/>
          </a:fontRef>
        </p:style>
      </p:cxnSp>
      <p:grpSp>
        <p:nvGrpSpPr>
          <p:cNvPr id="60" name="Group 59">
            <a:extLst>
              <a:ext uri="{FF2B5EF4-FFF2-40B4-BE49-F238E27FC236}">
                <a16:creationId xmlns:a16="http://schemas.microsoft.com/office/drawing/2014/main" id="{7DADED5D-2C16-A8D6-52F6-D293EBE9F4D4}"/>
              </a:ext>
            </a:extLst>
          </p:cNvPr>
          <p:cNvGrpSpPr/>
          <p:nvPr/>
        </p:nvGrpSpPr>
        <p:grpSpPr>
          <a:xfrm>
            <a:off x="613570" y="2689400"/>
            <a:ext cx="1246813" cy="2271181"/>
            <a:chOff x="830439" y="2835109"/>
            <a:chExt cx="1246813" cy="2271181"/>
          </a:xfrm>
        </p:grpSpPr>
        <p:sp>
          <p:nvSpPr>
            <p:cNvPr id="13" name="TextBox 12">
              <a:extLst>
                <a:ext uri="{FF2B5EF4-FFF2-40B4-BE49-F238E27FC236}">
                  <a16:creationId xmlns:a16="http://schemas.microsoft.com/office/drawing/2014/main" id="{31ADE874-3E6F-C472-E110-29CFA123C2F4}"/>
                </a:ext>
              </a:extLst>
            </p:cNvPr>
            <p:cNvSpPr txBox="1"/>
            <p:nvPr/>
          </p:nvSpPr>
          <p:spPr>
            <a:xfrm>
              <a:off x="830439" y="2835109"/>
              <a:ext cx="1151016" cy="415498"/>
            </a:xfrm>
            <a:prstGeom prst="rect">
              <a:avLst/>
            </a:prstGeom>
            <a:noFill/>
          </p:spPr>
          <p:txBody>
            <a:bodyPr wrap="square">
              <a:spAutoFit/>
            </a:bodyPr>
            <a:lstStyle/>
            <a:p>
              <a:pPr algn="ctr"/>
              <a:r>
                <a:rPr lang="en-IN" sz="1050" b="1">
                  <a:latin typeface="Montserrat" panose="00000500000000000000" pitchFamily="2" charset="0"/>
                </a:rPr>
                <a:t>Portfolio Strategy</a:t>
              </a:r>
              <a:endParaRPr lang="en-US" sz="1050" b="1">
                <a:latin typeface="Montserrat" panose="00000500000000000000" pitchFamily="2" charset="0"/>
              </a:endParaRPr>
            </a:p>
          </p:txBody>
        </p:sp>
        <p:sp>
          <p:nvSpPr>
            <p:cNvPr id="23" name="TextBox 22">
              <a:extLst>
                <a:ext uri="{FF2B5EF4-FFF2-40B4-BE49-F238E27FC236}">
                  <a16:creationId xmlns:a16="http://schemas.microsoft.com/office/drawing/2014/main" id="{DA4A17BA-4462-386C-1BC5-DCEE41F00E58}"/>
                </a:ext>
              </a:extLst>
            </p:cNvPr>
            <p:cNvSpPr txBox="1"/>
            <p:nvPr/>
          </p:nvSpPr>
          <p:spPr>
            <a:xfrm>
              <a:off x="830439" y="4321460"/>
              <a:ext cx="1246813" cy="784830"/>
            </a:xfrm>
            <a:prstGeom prst="rect">
              <a:avLst/>
            </a:prstGeom>
            <a:noFill/>
          </p:spPr>
          <p:txBody>
            <a:bodyPr wrap="square">
              <a:spAutoFit/>
            </a:bodyPr>
            <a:lstStyle/>
            <a:p>
              <a:pPr marL="171450" indent="-171450">
                <a:spcBef>
                  <a:spcPts val="600"/>
                </a:spcBef>
                <a:buFont typeface="Wingdings" panose="05000000000000000000" pitchFamily="2" charset="2"/>
                <a:buChar char="v"/>
              </a:pPr>
              <a:r>
                <a:rPr lang="en-IN" sz="1000">
                  <a:latin typeface="Montserrat" panose="00000500000000000000" pitchFamily="2" charset="0"/>
                </a:rPr>
                <a:t>Prioritize stores.</a:t>
              </a:r>
            </a:p>
            <a:p>
              <a:pPr marL="171450" indent="-171450">
                <a:spcBef>
                  <a:spcPts val="600"/>
                </a:spcBef>
                <a:buFont typeface="Wingdings" panose="05000000000000000000" pitchFamily="2" charset="2"/>
                <a:buChar char="v"/>
              </a:pPr>
              <a:r>
                <a:rPr lang="en-IN" sz="1000">
                  <a:latin typeface="Montserrat" panose="00000500000000000000" pitchFamily="2" charset="0"/>
                </a:rPr>
                <a:t>Assess ROI &amp; impact</a:t>
              </a:r>
              <a:endParaRPr lang="en-US" sz="1000">
                <a:latin typeface="Montserrat" panose="00000500000000000000" pitchFamily="2" charset="0"/>
              </a:endParaRPr>
            </a:p>
          </p:txBody>
        </p:sp>
      </p:grpSp>
      <p:grpSp>
        <p:nvGrpSpPr>
          <p:cNvPr id="66" name="Group 65">
            <a:extLst>
              <a:ext uri="{FF2B5EF4-FFF2-40B4-BE49-F238E27FC236}">
                <a16:creationId xmlns:a16="http://schemas.microsoft.com/office/drawing/2014/main" id="{7810C5C1-9444-A1C0-310C-0AE726ED0685}"/>
              </a:ext>
            </a:extLst>
          </p:cNvPr>
          <p:cNvGrpSpPr/>
          <p:nvPr/>
        </p:nvGrpSpPr>
        <p:grpSpPr>
          <a:xfrm>
            <a:off x="2496280" y="2689400"/>
            <a:ext cx="1453896" cy="2143411"/>
            <a:chOff x="2268098" y="2835109"/>
            <a:chExt cx="1453896" cy="2143411"/>
          </a:xfrm>
        </p:grpSpPr>
        <p:sp>
          <p:nvSpPr>
            <p:cNvPr id="14" name="TextBox 13">
              <a:extLst>
                <a:ext uri="{FF2B5EF4-FFF2-40B4-BE49-F238E27FC236}">
                  <a16:creationId xmlns:a16="http://schemas.microsoft.com/office/drawing/2014/main" id="{7C56B572-93D7-AC3D-B394-69AFFAD27EC5}"/>
                </a:ext>
              </a:extLst>
            </p:cNvPr>
            <p:cNvSpPr txBox="1"/>
            <p:nvPr/>
          </p:nvSpPr>
          <p:spPr>
            <a:xfrm>
              <a:off x="2498386" y="2835109"/>
              <a:ext cx="993320" cy="415498"/>
            </a:xfrm>
            <a:prstGeom prst="rect">
              <a:avLst/>
            </a:prstGeom>
            <a:noFill/>
          </p:spPr>
          <p:txBody>
            <a:bodyPr wrap="square">
              <a:spAutoFit/>
            </a:bodyPr>
            <a:lstStyle/>
            <a:p>
              <a:pPr algn="ctr"/>
              <a:r>
                <a:rPr lang="en-IN" sz="1050" b="1">
                  <a:latin typeface="Montserrat" panose="00000500000000000000" pitchFamily="2" charset="0"/>
                </a:rPr>
                <a:t>Design &amp; Scope</a:t>
              </a:r>
              <a:endParaRPr lang="en-US" sz="1050" b="1">
                <a:latin typeface="Montserrat" panose="00000500000000000000" pitchFamily="2" charset="0"/>
              </a:endParaRPr>
            </a:p>
          </p:txBody>
        </p:sp>
        <p:sp>
          <p:nvSpPr>
            <p:cNvPr id="22" name="TextBox 21">
              <a:extLst>
                <a:ext uri="{FF2B5EF4-FFF2-40B4-BE49-F238E27FC236}">
                  <a16:creationId xmlns:a16="http://schemas.microsoft.com/office/drawing/2014/main" id="{06DF86A0-C612-F06F-714D-EBE66894EB38}"/>
                </a:ext>
              </a:extLst>
            </p:cNvPr>
            <p:cNvSpPr txBox="1"/>
            <p:nvPr/>
          </p:nvSpPr>
          <p:spPr>
            <a:xfrm>
              <a:off x="2268098" y="4347578"/>
              <a:ext cx="1453896" cy="630942"/>
            </a:xfrm>
            <a:prstGeom prst="rect">
              <a:avLst/>
            </a:prstGeom>
            <a:noFill/>
          </p:spPr>
          <p:txBody>
            <a:bodyPr wrap="square">
              <a:spAutoFit/>
            </a:bodyPr>
            <a:lstStyle/>
            <a:p>
              <a:pPr marL="171450" indent="-171450">
                <a:spcBef>
                  <a:spcPts val="600"/>
                </a:spcBef>
                <a:buFont typeface="Wingdings" panose="05000000000000000000" pitchFamily="2" charset="2"/>
                <a:buChar char="v"/>
              </a:pPr>
              <a:r>
                <a:rPr lang="en-IN" sz="1000">
                  <a:latin typeface="Montserrat" panose="00000500000000000000" pitchFamily="2" charset="0"/>
                </a:rPr>
                <a:t>Scope definition</a:t>
              </a:r>
            </a:p>
            <a:p>
              <a:pPr marL="171450" indent="-171450">
                <a:spcBef>
                  <a:spcPts val="600"/>
                </a:spcBef>
                <a:buFont typeface="Wingdings" panose="05000000000000000000" pitchFamily="2" charset="2"/>
                <a:buChar char="v"/>
              </a:pPr>
              <a:r>
                <a:rPr lang="en-IN" sz="1000">
                  <a:latin typeface="Montserrat" panose="00000500000000000000" pitchFamily="2" charset="0"/>
                </a:rPr>
                <a:t>Design standards</a:t>
              </a:r>
              <a:endParaRPr lang="en-US" sz="1000">
                <a:latin typeface="Montserrat" panose="00000500000000000000" pitchFamily="2" charset="0"/>
              </a:endParaRPr>
            </a:p>
          </p:txBody>
        </p:sp>
      </p:grpSp>
      <p:grpSp>
        <p:nvGrpSpPr>
          <p:cNvPr id="65" name="Group 64">
            <a:extLst>
              <a:ext uri="{FF2B5EF4-FFF2-40B4-BE49-F238E27FC236}">
                <a16:creationId xmlns:a16="http://schemas.microsoft.com/office/drawing/2014/main" id="{AA9CD31B-A385-EF0C-5C75-731841C3E2F2}"/>
              </a:ext>
            </a:extLst>
          </p:cNvPr>
          <p:cNvGrpSpPr/>
          <p:nvPr/>
        </p:nvGrpSpPr>
        <p:grpSpPr>
          <a:xfrm>
            <a:off x="4586073" y="2689400"/>
            <a:ext cx="1453896" cy="2145222"/>
            <a:chOff x="3857197" y="2835109"/>
            <a:chExt cx="1453896" cy="2145222"/>
          </a:xfrm>
        </p:grpSpPr>
        <p:sp>
          <p:nvSpPr>
            <p:cNvPr id="15" name="TextBox 14">
              <a:extLst>
                <a:ext uri="{FF2B5EF4-FFF2-40B4-BE49-F238E27FC236}">
                  <a16:creationId xmlns:a16="http://schemas.microsoft.com/office/drawing/2014/main" id="{2C13820D-DECF-6F52-6ACF-E2FEB1C341A3}"/>
                </a:ext>
              </a:extLst>
            </p:cNvPr>
            <p:cNvSpPr txBox="1"/>
            <p:nvPr/>
          </p:nvSpPr>
          <p:spPr>
            <a:xfrm>
              <a:off x="3935893" y="2835109"/>
              <a:ext cx="1296504" cy="415498"/>
            </a:xfrm>
            <a:prstGeom prst="rect">
              <a:avLst/>
            </a:prstGeom>
            <a:noFill/>
          </p:spPr>
          <p:txBody>
            <a:bodyPr wrap="square">
              <a:spAutoFit/>
            </a:bodyPr>
            <a:lstStyle/>
            <a:p>
              <a:pPr algn="ctr"/>
              <a:r>
                <a:rPr lang="en-IN" sz="1050" b="1">
                  <a:latin typeface="Montserrat" panose="00000500000000000000" pitchFamily="2" charset="0"/>
                </a:rPr>
                <a:t>Material Planning</a:t>
              </a:r>
              <a:endParaRPr lang="en-US" sz="1050" b="1">
                <a:latin typeface="Montserrat" panose="00000500000000000000" pitchFamily="2" charset="0"/>
              </a:endParaRPr>
            </a:p>
          </p:txBody>
        </p:sp>
        <p:sp>
          <p:nvSpPr>
            <p:cNvPr id="24" name="TextBox 23">
              <a:extLst>
                <a:ext uri="{FF2B5EF4-FFF2-40B4-BE49-F238E27FC236}">
                  <a16:creationId xmlns:a16="http://schemas.microsoft.com/office/drawing/2014/main" id="{EF5FC36F-7182-A0B9-7B16-EA89982C78B9}"/>
                </a:ext>
              </a:extLst>
            </p:cNvPr>
            <p:cNvSpPr txBox="1"/>
            <p:nvPr/>
          </p:nvSpPr>
          <p:spPr>
            <a:xfrm>
              <a:off x="3857197" y="4349389"/>
              <a:ext cx="1453896" cy="630942"/>
            </a:xfrm>
            <a:prstGeom prst="rect">
              <a:avLst/>
            </a:prstGeom>
            <a:noFill/>
          </p:spPr>
          <p:txBody>
            <a:bodyPr wrap="square">
              <a:spAutoFit/>
            </a:bodyPr>
            <a:lstStyle/>
            <a:p>
              <a:pPr marL="171450" indent="-171450">
                <a:spcBef>
                  <a:spcPts val="600"/>
                </a:spcBef>
                <a:buFont typeface="Wingdings" panose="05000000000000000000" pitchFamily="2" charset="2"/>
                <a:buChar char="v"/>
              </a:pPr>
              <a:r>
                <a:rPr lang="en-IN" sz="1000">
                  <a:latin typeface="Montserrat" panose="00000500000000000000" pitchFamily="2" charset="0"/>
                </a:rPr>
                <a:t>Demand planning</a:t>
              </a:r>
            </a:p>
            <a:p>
              <a:pPr marL="171450" indent="-171450">
                <a:spcBef>
                  <a:spcPts val="600"/>
                </a:spcBef>
                <a:buFont typeface="Wingdings" panose="05000000000000000000" pitchFamily="2" charset="2"/>
                <a:buChar char="v"/>
              </a:pPr>
              <a:r>
                <a:rPr lang="en-IN" sz="1000">
                  <a:latin typeface="Montserrat" panose="00000500000000000000" pitchFamily="2" charset="0"/>
                </a:rPr>
                <a:t>Material take off</a:t>
              </a:r>
              <a:endParaRPr lang="en-US" sz="1000">
                <a:latin typeface="Montserrat" panose="00000500000000000000" pitchFamily="2" charset="0"/>
              </a:endParaRPr>
            </a:p>
          </p:txBody>
        </p:sp>
      </p:grpSp>
      <p:grpSp>
        <p:nvGrpSpPr>
          <p:cNvPr id="64" name="Group 63">
            <a:extLst>
              <a:ext uri="{FF2B5EF4-FFF2-40B4-BE49-F238E27FC236}">
                <a16:creationId xmlns:a16="http://schemas.microsoft.com/office/drawing/2014/main" id="{F953A716-ACC1-9408-C8BF-4534DD6C0B5B}"/>
              </a:ext>
            </a:extLst>
          </p:cNvPr>
          <p:cNvGrpSpPr/>
          <p:nvPr/>
        </p:nvGrpSpPr>
        <p:grpSpPr>
          <a:xfrm>
            <a:off x="6675866" y="2689400"/>
            <a:ext cx="1651628" cy="1991334"/>
            <a:chOff x="5594941" y="2835109"/>
            <a:chExt cx="1651628" cy="1991334"/>
          </a:xfrm>
        </p:grpSpPr>
        <p:sp>
          <p:nvSpPr>
            <p:cNvPr id="16" name="TextBox 15">
              <a:extLst>
                <a:ext uri="{FF2B5EF4-FFF2-40B4-BE49-F238E27FC236}">
                  <a16:creationId xmlns:a16="http://schemas.microsoft.com/office/drawing/2014/main" id="{102400DF-9DF6-1E8F-C73F-A0C1508606FF}"/>
                </a:ext>
              </a:extLst>
            </p:cNvPr>
            <p:cNvSpPr txBox="1"/>
            <p:nvPr/>
          </p:nvSpPr>
          <p:spPr>
            <a:xfrm>
              <a:off x="5594941" y="2835109"/>
              <a:ext cx="1156607" cy="415498"/>
            </a:xfrm>
            <a:prstGeom prst="rect">
              <a:avLst/>
            </a:prstGeom>
            <a:noFill/>
          </p:spPr>
          <p:txBody>
            <a:bodyPr wrap="square">
              <a:spAutoFit/>
            </a:bodyPr>
            <a:lstStyle/>
            <a:p>
              <a:pPr algn="ctr"/>
              <a:r>
                <a:rPr lang="en-IN" sz="1050" b="1">
                  <a:latin typeface="Montserrat" panose="00000500000000000000" pitchFamily="2" charset="0"/>
                </a:rPr>
                <a:t>Supplier &amp; Procurement</a:t>
              </a:r>
              <a:endParaRPr lang="en-US" sz="1050" b="1">
                <a:latin typeface="Montserrat" panose="00000500000000000000" pitchFamily="2" charset="0"/>
              </a:endParaRPr>
            </a:p>
          </p:txBody>
        </p:sp>
        <p:sp>
          <p:nvSpPr>
            <p:cNvPr id="25" name="TextBox 24">
              <a:extLst>
                <a:ext uri="{FF2B5EF4-FFF2-40B4-BE49-F238E27FC236}">
                  <a16:creationId xmlns:a16="http://schemas.microsoft.com/office/drawing/2014/main" id="{CA3632BE-6DE9-9C4F-B1EC-6450C181DE74}"/>
                </a:ext>
              </a:extLst>
            </p:cNvPr>
            <p:cNvSpPr txBox="1"/>
            <p:nvPr/>
          </p:nvSpPr>
          <p:spPr>
            <a:xfrm>
              <a:off x="5594941" y="4349389"/>
              <a:ext cx="1651628" cy="477054"/>
            </a:xfrm>
            <a:prstGeom prst="rect">
              <a:avLst/>
            </a:prstGeom>
            <a:noFill/>
          </p:spPr>
          <p:txBody>
            <a:bodyPr wrap="square">
              <a:spAutoFit/>
            </a:bodyPr>
            <a:lstStyle/>
            <a:p>
              <a:pPr marL="171450" indent="-171450">
                <a:spcBef>
                  <a:spcPts val="600"/>
                </a:spcBef>
                <a:buFont typeface="Wingdings" panose="05000000000000000000" pitchFamily="2" charset="2"/>
                <a:buChar char="v"/>
              </a:pPr>
              <a:r>
                <a:rPr lang="en-IN" sz="1000">
                  <a:latin typeface="Montserrat" panose="00000500000000000000" pitchFamily="2" charset="0"/>
                </a:rPr>
                <a:t>Supplier selection</a:t>
              </a:r>
            </a:p>
            <a:p>
              <a:pPr marL="171450" indent="-171450">
                <a:spcBef>
                  <a:spcPts val="600"/>
                </a:spcBef>
                <a:buFont typeface="Wingdings" panose="05000000000000000000" pitchFamily="2" charset="2"/>
                <a:buChar char="v"/>
              </a:pPr>
              <a:r>
                <a:rPr lang="en-IN" sz="1000">
                  <a:latin typeface="Montserrat" panose="00000500000000000000" pitchFamily="2" charset="0"/>
                </a:rPr>
                <a:t>Contracting</a:t>
              </a:r>
              <a:endParaRPr lang="en-US" sz="1000">
                <a:latin typeface="Montserrat" panose="00000500000000000000" pitchFamily="2" charset="0"/>
              </a:endParaRPr>
            </a:p>
          </p:txBody>
        </p:sp>
      </p:grpSp>
      <p:grpSp>
        <p:nvGrpSpPr>
          <p:cNvPr id="63" name="Group 62">
            <a:extLst>
              <a:ext uri="{FF2B5EF4-FFF2-40B4-BE49-F238E27FC236}">
                <a16:creationId xmlns:a16="http://schemas.microsoft.com/office/drawing/2014/main" id="{FF68B6D9-DF21-94E9-A752-A0A239126DC5}"/>
              </a:ext>
            </a:extLst>
          </p:cNvPr>
          <p:cNvGrpSpPr/>
          <p:nvPr/>
        </p:nvGrpSpPr>
        <p:grpSpPr>
          <a:xfrm>
            <a:off x="8468370" y="2689400"/>
            <a:ext cx="1317906" cy="1989523"/>
            <a:chOff x="7184040" y="2835109"/>
            <a:chExt cx="1317906" cy="1989523"/>
          </a:xfrm>
        </p:grpSpPr>
        <p:sp>
          <p:nvSpPr>
            <p:cNvPr id="17" name="TextBox 16">
              <a:extLst>
                <a:ext uri="{FF2B5EF4-FFF2-40B4-BE49-F238E27FC236}">
                  <a16:creationId xmlns:a16="http://schemas.microsoft.com/office/drawing/2014/main" id="{900827E4-1C73-CEC6-D2B0-57321A83F8F0}"/>
                </a:ext>
              </a:extLst>
            </p:cNvPr>
            <p:cNvSpPr txBox="1"/>
            <p:nvPr/>
          </p:nvSpPr>
          <p:spPr>
            <a:xfrm>
              <a:off x="7184040" y="2835109"/>
              <a:ext cx="1156607" cy="415498"/>
            </a:xfrm>
            <a:prstGeom prst="rect">
              <a:avLst/>
            </a:prstGeom>
            <a:noFill/>
          </p:spPr>
          <p:txBody>
            <a:bodyPr wrap="square">
              <a:spAutoFit/>
            </a:bodyPr>
            <a:lstStyle/>
            <a:p>
              <a:pPr algn="ctr"/>
              <a:r>
                <a:rPr lang="en-IN" sz="1050" b="1">
                  <a:latin typeface="Montserrat" panose="00000500000000000000" pitchFamily="2" charset="0"/>
                </a:rPr>
                <a:t>Construction Execution</a:t>
              </a:r>
              <a:endParaRPr lang="en-US" sz="1050" b="1">
                <a:latin typeface="Montserrat" panose="00000500000000000000" pitchFamily="2" charset="0"/>
              </a:endParaRPr>
            </a:p>
          </p:txBody>
        </p:sp>
        <p:sp>
          <p:nvSpPr>
            <p:cNvPr id="26" name="TextBox 25">
              <a:extLst>
                <a:ext uri="{FF2B5EF4-FFF2-40B4-BE49-F238E27FC236}">
                  <a16:creationId xmlns:a16="http://schemas.microsoft.com/office/drawing/2014/main" id="{47AFFDD6-FAD8-2DDE-9421-6FA58C8C19D5}"/>
                </a:ext>
              </a:extLst>
            </p:cNvPr>
            <p:cNvSpPr txBox="1"/>
            <p:nvPr/>
          </p:nvSpPr>
          <p:spPr>
            <a:xfrm>
              <a:off x="7184040" y="4347578"/>
              <a:ext cx="1317906" cy="477054"/>
            </a:xfrm>
            <a:prstGeom prst="rect">
              <a:avLst/>
            </a:prstGeom>
            <a:noFill/>
          </p:spPr>
          <p:txBody>
            <a:bodyPr wrap="square" lIns="91440" tIns="45720" rIns="91440" bIns="45720" anchor="t">
              <a:spAutoFit/>
            </a:bodyPr>
            <a:lstStyle/>
            <a:p>
              <a:pPr marL="171450" indent="-171450">
                <a:spcBef>
                  <a:spcPts val="600"/>
                </a:spcBef>
                <a:buFont typeface="Wingdings" panose="05000000000000000000" pitchFamily="2" charset="2"/>
                <a:buChar char="v"/>
              </a:pPr>
              <a:r>
                <a:rPr lang="en-IN" sz="1000">
                  <a:latin typeface="Montserrat"/>
                </a:rPr>
                <a:t>Ordering</a:t>
              </a:r>
              <a:endParaRPr lang="en-IN" sz="1000">
                <a:latin typeface="Montserrat" panose="00000500000000000000" pitchFamily="2" charset="0"/>
              </a:endParaRPr>
            </a:p>
            <a:p>
              <a:pPr marL="171450" indent="-171450">
                <a:spcBef>
                  <a:spcPts val="600"/>
                </a:spcBef>
                <a:buFont typeface="Wingdings" panose="05000000000000000000" pitchFamily="2" charset="2"/>
                <a:buChar char="v"/>
              </a:pPr>
              <a:r>
                <a:rPr lang="en-IN" sz="1000">
                  <a:latin typeface="Montserrat"/>
                </a:rPr>
                <a:t>Scheduling</a:t>
              </a:r>
              <a:endParaRPr lang="en-US" sz="1000">
                <a:latin typeface="Montserrat" panose="00000500000000000000" pitchFamily="2" charset="0"/>
              </a:endParaRPr>
            </a:p>
          </p:txBody>
        </p:sp>
      </p:grpSp>
      <p:pic>
        <p:nvPicPr>
          <p:cNvPr id="71" name="Graphic 70">
            <a:extLst>
              <a:ext uri="{FF2B5EF4-FFF2-40B4-BE49-F238E27FC236}">
                <a16:creationId xmlns:a16="http://schemas.microsoft.com/office/drawing/2014/main" id="{E2D11E78-6A91-34FA-1C1B-ED455008B99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0298" y="3404537"/>
            <a:ext cx="457200" cy="457200"/>
          </a:xfrm>
          <a:prstGeom prst="rect">
            <a:avLst/>
          </a:prstGeom>
        </p:spPr>
      </p:pic>
      <p:pic>
        <p:nvPicPr>
          <p:cNvPr id="73" name="Graphic 72">
            <a:extLst>
              <a:ext uri="{FF2B5EF4-FFF2-40B4-BE49-F238E27FC236}">
                <a16:creationId xmlns:a16="http://schemas.microsoft.com/office/drawing/2014/main" id="{E391C4F5-74A9-C0F0-8701-4CA4F85FB6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21829" y="3404537"/>
            <a:ext cx="457200" cy="457200"/>
          </a:xfrm>
          <a:prstGeom prst="rect">
            <a:avLst/>
          </a:prstGeom>
        </p:spPr>
      </p:pic>
      <p:pic>
        <p:nvPicPr>
          <p:cNvPr id="75" name="Graphic 74">
            <a:extLst>
              <a:ext uri="{FF2B5EF4-FFF2-40B4-BE49-F238E27FC236}">
                <a16:creationId xmlns:a16="http://schemas.microsoft.com/office/drawing/2014/main" id="{85B1ADC9-A133-7EEB-F82B-D993D5BE600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84421" y="3404537"/>
            <a:ext cx="457200" cy="457200"/>
          </a:xfrm>
          <a:prstGeom prst="rect">
            <a:avLst/>
          </a:prstGeom>
        </p:spPr>
      </p:pic>
      <p:pic>
        <p:nvPicPr>
          <p:cNvPr id="77" name="Graphic 76">
            <a:extLst>
              <a:ext uri="{FF2B5EF4-FFF2-40B4-BE49-F238E27FC236}">
                <a16:creationId xmlns:a16="http://schemas.microsoft.com/office/drawing/2014/main" id="{EAB79166-32C4-D381-4C16-BB20F764A97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25569" y="3404537"/>
            <a:ext cx="457200" cy="457200"/>
          </a:xfrm>
          <a:prstGeom prst="rect">
            <a:avLst/>
          </a:prstGeom>
        </p:spPr>
      </p:pic>
      <p:pic>
        <p:nvPicPr>
          <p:cNvPr id="79" name="Graphic 78">
            <a:extLst>
              <a:ext uri="{FF2B5EF4-FFF2-40B4-BE49-F238E27FC236}">
                <a16:creationId xmlns:a16="http://schemas.microsoft.com/office/drawing/2014/main" id="{E96C4AD2-297E-D5C0-77AE-0598A7F3BEA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818073" y="3404537"/>
            <a:ext cx="457200" cy="457200"/>
          </a:xfrm>
          <a:prstGeom prst="rect">
            <a:avLst/>
          </a:prstGeom>
        </p:spPr>
      </p:pic>
      <p:grpSp>
        <p:nvGrpSpPr>
          <p:cNvPr id="42" name="Group 41">
            <a:extLst>
              <a:ext uri="{FF2B5EF4-FFF2-40B4-BE49-F238E27FC236}">
                <a16:creationId xmlns:a16="http://schemas.microsoft.com/office/drawing/2014/main" id="{7AF07018-8742-6799-504C-63DB5B6357D2}"/>
              </a:ext>
            </a:extLst>
          </p:cNvPr>
          <p:cNvGrpSpPr/>
          <p:nvPr/>
        </p:nvGrpSpPr>
        <p:grpSpPr>
          <a:xfrm>
            <a:off x="10260878" y="2689400"/>
            <a:ext cx="1333828" cy="2271181"/>
            <a:chOff x="10297638" y="2923789"/>
            <a:chExt cx="1333828" cy="2271181"/>
          </a:xfrm>
        </p:grpSpPr>
        <p:grpSp>
          <p:nvGrpSpPr>
            <p:cNvPr id="62" name="Group 61">
              <a:extLst>
                <a:ext uri="{FF2B5EF4-FFF2-40B4-BE49-F238E27FC236}">
                  <a16:creationId xmlns:a16="http://schemas.microsoft.com/office/drawing/2014/main" id="{92BC1F1C-A464-76B4-FE11-6DFB18BEF1B8}"/>
                </a:ext>
              </a:extLst>
            </p:cNvPr>
            <p:cNvGrpSpPr/>
            <p:nvPr/>
          </p:nvGrpSpPr>
          <p:grpSpPr>
            <a:xfrm>
              <a:off x="10297638" y="2923789"/>
              <a:ext cx="1333828" cy="2271181"/>
              <a:chOff x="8744562" y="2835109"/>
              <a:chExt cx="1333828" cy="2271181"/>
            </a:xfrm>
          </p:grpSpPr>
          <p:sp>
            <p:nvSpPr>
              <p:cNvPr id="18" name="TextBox 17">
                <a:extLst>
                  <a:ext uri="{FF2B5EF4-FFF2-40B4-BE49-F238E27FC236}">
                    <a16:creationId xmlns:a16="http://schemas.microsoft.com/office/drawing/2014/main" id="{64E55BAA-1043-3F8E-0038-83520C06ACF1}"/>
                  </a:ext>
                </a:extLst>
              </p:cNvPr>
              <p:cNvSpPr txBox="1"/>
              <p:nvPr/>
            </p:nvSpPr>
            <p:spPr>
              <a:xfrm>
                <a:off x="8744562" y="2835109"/>
                <a:ext cx="1333828" cy="415498"/>
              </a:xfrm>
              <a:prstGeom prst="rect">
                <a:avLst/>
              </a:prstGeom>
              <a:noFill/>
            </p:spPr>
            <p:txBody>
              <a:bodyPr wrap="square">
                <a:spAutoFit/>
              </a:bodyPr>
              <a:lstStyle/>
              <a:p>
                <a:pPr algn="ctr"/>
                <a:r>
                  <a:rPr lang="en-IN" sz="1050" b="1">
                    <a:latin typeface="Montserrat" panose="00000500000000000000" pitchFamily="2" charset="0"/>
                  </a:rPr>
                  <a:t>Close-out &amp; Performance</a:t>
                </a:r>
                <a:endParaRPr lang="en-US" sz="1050" b="1">
                  <a:latin typeface="Montserrat" panose="00000500000000000000" pitchFamily="2" charset="0"/>
                </a:endParaRPr>
              </a:p>
            </p:txBody>
          </p:sp>
          <p:sp>
            <p:nvSpPr>
              <p:cNvPr id="27" name="TextBox 26">
                <a:extLst>
                  <a:ext uri="{FF2B5EF4-FFF2-40B4-BE49-F238E27FC236}">
                    <a16:creationId xmlns:a16="http://schemas.microsoft.com/office/drawing/2014/main" id="{26193C26-CBC4-63E2-DFE3-3CD35D8D020C}"/>
                  </a:ext>
                </a:extLst>
              </p:cNvPr>
              <p:cNvSpPr txBox="1"/>
              <p:nvPr/>
            </p:nvSpPr>
            <p:spPr>
              <a:xfrm>
                <a:off x="8744562" y="4321460"/>
                <a:ext cx="1333828" cy="784830"/>
              </a:xfrm>
              <a:prstGeom prst="rect">
                <a:avLst/>
              </a:prstGeom>
              <a:noFill/>
            </p:spPr>
            <p:txBody>
              <a:bodyPr wrap="square">
                <a:spAutoFit/>
              </a:bodyPr>
              <a:lstStyle/>
              <a:p>
                <a:pPr marL="171450" indent="-171450">
                  <a:spcBef>
                    <a:spcPts val="600"/>
                  </a:spcBef>
                  <a:buFont typeface="Wingdings" panose="05000000000000000000" pitchFamily="2" charset="2"/>
                  <a:buChar char="v"/>
                </a:pPr>
                <a:r>
                  <a:rPr lang="en-IN" sz="1000">
                    <a:latin typeface="Montserrat" panose="00000500000000000000" pitchFamily="2" charset="0"/>
                  </a:rPr>
                  <a:t>Quality assurance</a:t>
                </a:r>
              </a:p>
              <a:p>
                <a:pPr marL="171450" indent="-171450">
                  <a:spcBef>
                    <a:spcPts val="600"/>
                  </a:spcBef>
                  <a:buFont typeface="Wingdings" panose="05000000000000000000" pitchFamily="2" charset="2"/>
                  <a:buChar char="v"/>
                </a:pPr>
                <a:r>
                  <a:rPr lang="en-IN" sz="1000">
                    <a:latin typeface="Montserrat" panose="00000500000000000000" pitchFamily="2" charset="0"/>
                  </a:rPr>
                  <a:t>Post-remodel impact</a:t>
                </a:r>
                <a:endParaRPr lang="en-US" sz="1000">
                  <a:latin typeface="Montserrat" panose="00000500000000000000" pitchFamily="2" charset="0"/>
                </a:endParaRPr>
              </a:p>
            </p:txBody>
          </p:sp>
        </p:grpSp>
        <p:pic>
          <p:nvPicPr>
            <p:cNvPr id="80" name="Graphic 79">
              <a:extLst>
                <a:ext uri="{FF2B5EF4-FFF2-40B4-BE49-F238E27FC236}">
                  <a16:creationId xmlns:a16="http://schemas.microsoft.com/office/drawing/2014/main" id="{D0FAF3D8-FEC3-B192-66A5-B267C511758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735952" y="3638926"/>
              <a:ext cx="457200" cy="457200"/>
            </a:xfrm>
            <a:prstGeom prst="rect">
              <a:avLst/>
            </a:prstGeom>
          </p:spPr>
        </p:pic>
      </p:grpSp>
      <p:sp>
        <p:nvSpPr>
          <p:cNvPr id="12" name="Rectangle: Rounded Corners 11">
            <a:extLst>
              <a:ext uri="{FF2B5EF4-FFF2-40B4-BE49-F238E27FC236}">
                <a16:creationId xmlns:a16="http://schemas.microsoft.com/office/drawing/2014/main" id="{A497E5D5-6DF5-88E5-FC0F-7FDCDB966411}"/>
              </a:ext>
            </a:extLst>
          </p:cNvPr>
          <p:cNvSpPr/>
          <p:nvPr/>
        </p:nvSpPr>
        <p:spPr>
          <a:xfrm>
            <a:off x="468086" y="5337785"/>
            <a:ext cx="11381014" cy="976185"/>
          </a:xfrm>
          <a:prstGeom prst="roundRect">
            <a:avLst>
              <a:gd name="adj" fmla="val 9518"/>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E29EFBE-48CE-6137-EF68-D39896D31102}"/>
              </a:ext>
            </a:extLst>
          </p:cNvPr>
          <p:cNvSpPr txBox="1"/>
          <p:nvPr/>
        </p:nvSpPr>
        <p:spPr>
          <a:xfrm>
            <a:off x="540648" y="5989774"/>
            <a:ext cx="1602920" cy="253916"/>
          </a:xfrm>
          <a:prstGeom prst="rect">
            <a:avLst/>
          </a:prstGeom>
          <a:noFill/>
        </p:spPr>
        <p:txBody>
          <a:bodyPr wrap="square" lIns="91440" tIns="45720" rIns="91440" bIns="45720" anchor="ctr">
            <a:spAutoFit/>
          </a:bodyPr>
          <a:lstStyle/>
          <a:p>
            <a:pPr algn="ctr"/>
            <a:r>
              <a:rPr lang="en-IN" sz="1050" b="1">
                <a:latin typeface="Montserrat"/>
              </a:rPr>
              <a:t>700 stores annually</a:t>
            </a:r>
          </a:p>
        </p:txBody>
      </p:sp>
      <p:sp>
        <p:nvSpPr>
          <p:cNvPr id="21" name="TextBox 20">
            <a:extLst>
              <a:ext uri="{FF2B5EF4-FFF2-40B4-BE49-F238E27FC236}">
                <a16:creationId xmlns:a16="http://schemas.microsoft.com/office/drawing/2014/main" id="{CACB29B2-115E-4D74-6E77-F9E11A2BCC51}"/>
              </a:ext>
            </a:extLst>
          </p:cNvPr>
          <p:cNvSpPr txBox="1"/>
          <p:nvPr/>
        </p:nvSpPr>
        <p:spPr>
          <a:xfrm>
            <a:off x="4636850" y="5989774"/>
            <a:ext cx="1602920" cy="253916"/>
          </a:xfrm>
          <a:prstGeom prst="rect">
            <a:avLst/>
          </a:prstGeom>
          <a:noFill/>
        </p:spPr>
        <p:txBody>
          <a:bodyPr wrap="square" lIns="91440" tIns="45720" rIns="91440" bIns="45720" anchor="ctr">
            <a:spAutoFit/>
          </a:bodyPr>
          <a:lstStyle/>
          <a:p>
            <a:pPr algn="ctr"/>
            <a:r>
              <a:rPr lang="en-IN" sz="1050" b="1">
                <a:latin typeface="Montserrat"/>
              </a:rPr>
              <a:t>$1B inventory flow</a:t>
            </a:r>
            <a:endParaRPr lang="en-US"/>
          </a:p>
        </p:txBody>
      </p:sp>
      <p:sp>
        <p:nvSpPr>
          <p:cNvPr id="28" name="TextBox 27">
            <a:extLst>
              <a:ext uri="{FF2B5EF4-FFF2-40B4-BE49-F238E27FC236}">
                <a16:creationId xmlns:a16="http://schemas.microsoft.com/office/drawing/2014/main" id="{A91E7DB7-73DC-0A48-DAB9-00A1FE86217F}"/>
              </a:ext>
            </a:extLst>
          </p:cNvPr>
          <p:cNvSpPr txBox="1"/>
          <p:nvPr/>
        </p:nvSpPr>
        <p:spPr>
          <a:xfrm>
            <a:off x="2588749" y="5989774"/>
            <a:ext cx="1602920" cy="253916"/>
          </a:xfrm>
          <a:prstGeom prst="rect">
            <a:avLst/>
          </a:prstGeom>
          <a:noFill/>
        </p:spPr>
        <p:txBody>
          <a:bodyPr wrap="square" lIns="91440" tIns="45720" rIns="91440" bIns="45720" anchor="ctr">
            <a:spAutoFit/>
          </a:bodyPr>
          <a:lstStyle/>
          <a:p>
            <a:pPr algn="ctr"/>
            <a:r>
              <a:rPr lang="en-IN" sz="1050" b="1">
                <a:latin typeface="Montserrat"/>
              </a:rPr>
              <a:t>20,000 SKU's</a:t>
            </a:r>
            <a:endParaRPr lang="en-US"/>
          </a:p>
        </p:txBody>
      </p:sp>
      <p:sp>
        <p:nvSpPr>
          <p:cNvPr id="29" name="TextBox 28">
            <a:extLst>
              <a:ext uri="{FF2B5EF4-FFF2-40B4-BE49-F238E27FC236}">
                <a16:creationId xmlns:a16="http://schemas.microsoft.com/office/drawing/2014/main" id="{43B7CDDA-14C3-FE71-8F97-4ABD741BC711}"/>
              </a:ext>
            </a:extLst>
          </p:cNvPr>
          <p:cNvSpPr txBox="1"/>
          <p:nvPr/>
        </p:nvSpPr>
        <p:spPr>
          <a:xfrm>
            <a:off x="8085932" y="5989774"/>
            <a:ext cx="1728510" cy="253916"/>
          </a:xfrm>
          <a:prstGeom prst="rect">
            <a:avLst/>
          </a:prstGeom>
          <a:noFill/>
        </p:spPr>
        <p:txBody>
          <a:bodyPr wrap="square" lIns="91440" tIns="45720" rIns="91440" bIns="45720" anchor="ctr">
            <a:spAutoFit/>
          </a:bodyPr>
          <a:lstStyle/>
          <a:p>
            <a:pPr algn="ctr"/>
            <a:r>
              <a:rPr lang="en-IN" sz="1050" b="1">
                <a:latin typeface="Montserrat"/>
              </a:rPr>
              <a:t>Hundreds of suppliers</a:t>
            </a:r>
          </a:p>
        </p:txBody>
      </p:sp>
      <p:sp>
        <p:nvSpPr>
          <p:cNvPr id="30" name="TextBox 29">
            <a:extLst>
              <a:ext uri="{FF2B5EF4-FFF2-40B4-BE49-F238E27FC236}">
                <a16:creationId xmlns:a16="http://schemas.microsoft.com/office/drawing/2014/main" id="{F651C565-73CB-987E-B55B-B1924AA18E0E}"/>
              </a:ext>
            </a:extLst>
          </p:cNvPr>
          <p:cNvSpPr txBox="1"/>
          <p:nvPr/>
        </p:nvSpPr>
        <p:spPr>
          <a:xfrm>
            <a:off x="6684951" y="5989774"/>
            <a:ext cx="955800" cy="253916"/>
          </a:xfrm>
          <a:prstGeom prst="rect">
            <a:avLst/>
          </a:prstGeom>
          <a:noFill/>
        </p:spPr>
        <p:txBody>
          <a:bodyPr wrap="square" lIns="91440" tIns="45720" rIns="91440" bIns="45720" anchor="ctr">
            <a:spAutoFit/>
          </a:bodyPr>
          <a:lstStyle>
            <a:defPPr>
              <a:defRPr lang="en-US"/>
            </a:defPPr>
            <a:lvl1pPr algn="ctr">
              <a:defRPr sz="1050" b="1">
                <a:latin typeface="Montserrat"/>
              </a:defRPr>
            </a:lvl1pPr>
          </a:lstStyle>
          <a:p>
            <a:r>
              <a:rPr lang="en-IN"/>
              <a:t>32 DC's</a:t>
            </a:r>
          </a:p>
        </p:txBody>
      </p:sp>
      <p:sp>
        <p:nvSpPr>
          <p:cNvPr id="36" name="TextBox 35">
            <a:extLst>
              <a:ext uri="{FF2B5EF4-FFF2-40B4-BE49-F238E27FC236}">
                <a16:creationId xmlns:a16="http://schemas.microsoft.com/office/drawing/2014/main" id="{F4A1105D-86AE-38A4-987A-016935962E88}"/>
              </a:ext>
            </a:extLst>
          </p:cNvPr>
          <p:cNvSpPr txBox="1"/>
          <p:nvPr/>
        </p:nvSpPr>
        <p:spPr>
          <a:xfrm>
            <a:off x="10259622" y="5989774"/>
            <a:ext cx="1373449" cy="253916"/>
          </a:xfrm>
          <a:prstGeom prst="rect">
            <a:avLst/>
          </a:prstGeom>
          <a:noFill/>
        </p:spPr>
        <p:txBody>
          <a:bodyPr wrap="square" lIns="91440" tIns="45720" rIns="91440" bIns="45720" anchor="ctr">
            <a:spAutoFit/>
          </a:bodyPr>
          <a:lstStyle/>
          <a:p>
            <a:pPr algn="ctr"/>
            <a:r>
              <a:rPr lang="en-IN" sz="1050" b="1">
                <a:latin typeface="Montserrat"/>
              </a:rPr>
              <a:t>2 consolidators</a:t>
            </a:r>
            <a:endParaRPr lang="en-US"/>
          </a:p>
        </p:txBody>
      </p:sp>
      <p:pic>
        <p:nvPicPr>
          <p:cNvPr id="5" name="Graphic 4">
            <a:extLst>
              <a:ext uri="{FF2B5EF4-FFF2-40B4-BE49-F238E27FC236}">
                <a16:creationId xmlns:a16="http://schemas.microsoft.com/office/drawing/2014/main" id="{59E6000F-D54F-662A-8450-2C63EC374D3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86394" y="5518906"/>
            <a:ext cx="365760" cy="365760"/>
          </a:xfrm>
          <a:prstGeom prst="rect">
            <a:avLst/>
          </a:prstGeom>
        </p:spPr>
      </p:pic>
      <p:pic>
        <p:nvPicPr>
          <p:cNvPr id="19" name="Graphic 18">
            <a:extLst>
              <a:ext uri="{FF2B5EF4-FFF2-40B4-BE49-F238E27FC236}">
                <a16:creationId xmlns:a16="http://schemas.microsoft.com/office/drawing/2014/main" id="{A2636191-9C31-700E-8B7F-8940A54C395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234495" y="5518906"/>
            <a:ext cx="365760" cy="365760"/>
          </a:xfrm>
          <a:prstGeom prst="rect">
            <a:avLst/>
          </a:prstGeom>
        </p:spPr>
      </p:pic>
      <p:pic>
        <p:nvPicPr>
          <p:cNvPr id="38" name="Graphic 37">
            <a:extLst>
              <a:ext uri="{FF2B5EF4-FFF2-40B4-BE49-F238E27FC236}">
                <a16:creationId xmlns:a16="http://schemas.microsoft.com/office/drawing/2014/main" id="{32ED3D6D-707D-6FD0-8CEA-2D1719493FD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282596" y="5518906"/>
            <a:ext cx="365760" cy="365760"/>
          </a:xfrm>
          <a:prstGeom prst="rect">
            <a:avLst/>
          </a:prstGeom>
        </p:spPr>
      </p:pic>
      <p:pic>
        <p:nvPicPr>
          <p:cNvPr id="9" name="Graphic 8">
            <a:extLst>
              <a:ext uri="{FF2B5EF4-FFF2-40B4-BE49-F238E27FC236}">
                <a16:creationId xmlns:a16="http://schemas.microsoft.com/office/drawing/2014/main" id="{350B4FF5-3C4D-DC6E-0215-0CE3E3237B6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007137" y="5518906"/>
            <a:ext cx="365760" cy="365760"/>
          </a:xfrm>
          <a:prstGeom prst="rect">
            <a:avLst/>
          </a:prstGeom>
        </p:spPr>
      </p:pic>
      <p:pic>
        <p:nvPicPr>
          <p:cNvPr id="39" name="Graphic 38">
            <a:extLst>
              <a:ext uri="{FF2B5EF4-FFF2-40B4-BE49-F238E27FC236}">
                <a16:creationId xmlns:a16="http://schemas.microsoft.com/office/drawing/2014/main" id="{E73AD710-AA6F-9BB7-6A59-6AC6543B860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794473" y="5518906"/>
            <a:ext cx="365760" cy="365760"/>
          </a:xfrm>
          <a:prstGeom prst="rect">
            <a:avLst/>
          </a:prstGeom>
        </p:spPr>
      </p:pic>
      <p:pic>
        <p:nvPicPr>
          <p:cNvPr id="41" name="Graphic 40">
            <a:extLst>
              <a:ext uri="{FF2B5EF4-FFF2-40B4-BE49-F238E27FC236}">
                <a16:creationId xmlns:a16="http://schemas.microsoft.com/office/drawing/2014/main" id="{A25A98D7-2BD3-1F0C-138E-E557D2DE7DA7}"/>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790632" y="5518906"/>
            <a:ext cx="365760" cy="365760"/>
          </a:xfrm>
          <a:prstGeom prst="rect">
            <a:avLst/>
          </a:prstGeom>
        </p:spPr>
      </p:pic>
    </p:spTree>
    <p:extLst>
      <p:ext uri="{BB962C8B-B14F-4D97-AF65-F5344CB8AC3E}">
        <p14:creationId xmlns:p14="http://schemas.microsoft.com/office/powerpoint/2010/main" val="2623331845"/>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BAA47-480D-79C3-351F-34F4754646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FCA7BF-5C58-D9F2-D48D-A05B2E602E94}"/>
              </a:ext>
            </a:extLst>
          </p:cNvPr>
          <p:cNvSpPr>
            <a:spLocks noGrp="1"/>
          </p:cNvSpPr>
          <p:nvPr>
            <p:ph type="title"/>
          </p:nvPr>
        </p:nvSpPr>
        <p:spPr>
          <a:xfrm>
            <a:off x="381000" y="342899"/>
            <a:ext cx="10515600" cy="553993"/>
          </a:xfrm>
        </p:spPr>
        <p:txBody>
          <a:bodyPr/>
          <a:lstStyle/>
          <a:p>
            <a:r>
              <a:rPr lang="en-IN">
                <a:latin typeface="Montserrat Light"/>
              </a:rPr>
              <a:t>Store remodels Decision Intelligence Platform</a:t>
            </a:r>
            <a:endParaRPr lang="en-US">
              <a:latin typeface="Montserrat Light"/>
            </a:endParaRPr>
          </a:p>
        </p:txBody>
      </p:sp>
      <p:sp>
        <p:nvSpPr>
          <p:cNvPr id="3" name="Slide Number Placeholder 2">
            <a:extLst>
              <a:ext uri="{FF2B5EF4-FFF2-40B4-BE49-F238E27FC236}">
                <a16:creationId xmlns:a16="http://schemas.microsoft.com/office/drawing/2014/main" id="{18B60A9A-E693-97E3-0899-A0DF9BAE92A8}"/>
              </a:ext>
            </a:extLst>
          </p:cNvPr>
          <p:cNvSpPr>
            <a:spLocks noGrp="1"/>
          </p:cNvSpPr>
          <p:nvPr>
            <p:ph type="sldNum" sz="quarter" idx="12"/>
          </p:nvPr>
        </p:nvSpPr>
        <p:spPr>
          <a:xfrm>
            <a:off x="9105900" y="6540407"/>
            <a:ext cx="2743200" cy="206375"/>
          </a:xfrm>
        </p:spPr>
        <p:txBody>
          <a:bodyPr/>
          <a:lstStyle/>
          <a:p>
            <a:fld id="{330EA680-D336-4FF7-8B7A-9848BB0A1C32}" type="slidenum">
              <a:rPr lang="en-US" smtClean="0"/>
              <a:t>18</a:t>
            </a:fld>
            <a:endParaRPr lang="en-US"/>
          </a:p>
        </p:txBody>
      </p:sp>
      <p:sp>
        <p:nvSpPr>
          <p:cNvPr id="4" name="Date Placeholder 3">
            <a:extLst>
              <a:ext uri="{FF2B5EF4-FFF2-40B4-BE49-F238E27FC236}">
                <a16:creationId xmlns:a16="http://schemas.microsoft.com/office/drawing/2014/main" id="{1D4ED89C-51DB-5AEB-4B40-9D792BEFE5D2}"/>
              </a:ext>
            </a:extLst>
          </p:cNvPr>
          <p:cNvSpPr>
            <a:spLocks noGrp="1"/>
          </p:cNvSpPr>
          <p:nvPr>
            <p:ph type="dt" sz="half" idx="2"/>
          </p:nvPr>
        </p:nvSpPr>
        <p:spPr>
          <a:xfrm>
            <a:off x="857250" y="6540407"/>
            <a:ext cx="2743200" cy="206375"/>
          </a:xfrm>
        </p:spPr>
        <p:txBody>
          <a:bodyPr/>
          <a:lstStyle/>
          <a:p>
            <a:r>
              <a:rPr lang="en-US"/>
              <a:t>© SYREN CLOUD INC – 2026 – ALL RIGHTS RESERVED</a:t>
            </a:r>
          </a:p>
        </p:txBody>
      </p:sp>
      <p:sp>
        <p:nvSpPr>
          <p:cNvPr id="5" name="Rectangle: Top Corners Rounded 4">
            <a:extLst>
              <a:ext uri="{FF2B5EF4-FFF2-40B4-BE49-F238E27FC236}">
                <a16:creationId xmlns:a16="http://schemas.microsoft.com/office/drawing/2014/main" id="{3505931C-A9CF-AB39-D3F8-5BE897E82EFE}"/>
              </a:ext>
            </a:extLst>
          </p:cNvPr>
          <p:cNvSpPr/>
          <p:nvPr/>
        </p:nvSpPr>
        <p:spPr>
          <a:xfrm>
            <a:off x="482885" y="973229"/>
            <a:ext cx="2291137" cy="281761"/>
          </a:xfrm>
          <a:prstGeom prst="round2SameRect">
            <a:avLst>
              <a:gd name="adj1" fmla="val 50000"/>
              <a:gd name="adj2" fmla="val 0"/>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a:latin typeface="Montserrat" panose="00000500000000000000" pitchFamily="2" charset="0"/>
              </a:rPr>
              <a:t>DATA SOURCES</a:t>
            </a:r>
          </a:p>
        </p:txBody>
      </p:sp>
      <p:sp>
        <p:nvSpPr>
          <p:cNvPr id="7" name="Rectangle 6">
            <a:extLst>
              <a:ext uri="{FF2B5EF4-FFF2-40B4-BE49-F238E27FC236}">
                <a16:creationId xmlns:a16="http://schemas.microsoft.com/office/drawing/2014/main" id="{11301654-BCE0-DDF2-9792-9B7EC80F78F3}"/>
              </a:ext>
            </a:extLst>
          </p:cNvPr>
          <p:cNvSpPr/>
          <p:nvPr/>
        </p:nvSpPr>
        <p:spPr>
          <a:xfrm>
            <a:off x="482885" y="1254991"/>
            <a:ext cx="2291137" cy="3522178"/>
          </a:xfrm>
          <a:prstGeom prst="rect">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Top Corners Rounded 8">
            <a:extLst>
              <a:ext uri="{FF2B5EF4-FFF2-40B4-BE49-F238E27FC236}">
                <a16:creationId xmlns:a16="http://schemas.microsoft.com/office/drawing/2014/main" id="{8449620F-3FE8-9801-821B-280AA8DBF33D}"/>
              </a:ext>
            </a:extLst>
          </p:cNvPr>
          <p:cNvSpPr/>
          <p:nvPr/>
        </p:nvSpPr>
        <p:spPr>
          <a:xfrm>
            <a:off x="482885" y="4989615"/>
            <a:ext cx="7375989" cy="289389"/>
          </a:xfrm>
          <a:prstGeom prst="round2SameRect">
            <a:avLst>
              <a:gd name="adj1" fmla="val 50000"/>
              <a:gd name="adj2" fmla="val 0"/>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latin typeface="Montserrat" panose="00000500000000000000" pitchFamily="2" charset="0"/>
              </a:rPr>
              <a:t>OPTIMIZATION &amp; AI METHODS</a:t>
            </a:r>
          </a:p>
        </p:txBody>
      </p:sp>
      <p:sp>
        <p:nvSpPr>
          <p:cNvPr id="12" name="Rectangle 11">
            <a:extLst>
              <a:ext uri="{FF2B5EF4-FFF2-40B4-BE49-F238E27FC236}">
                <a16:creationId xmlns:a16="http://schemas.microsoft.com/office/drawing/2014/main" id="{B15967DF-BD81-9B22-71B9-1A02BEF5617A}"/>
              </a:ext>
            </a:extLst>
          </p:cNvPr>
          <p:cNvSpPr/>
          <p:nvPr/>
        </p:nvSpPr>
        <p:spPr>
          <a:xfrm>
            <a:off x="482885" y="5279005"/>
            <a:ext cx="7375989" cy="1168290"/>
          </a:xfrm>
          <a:prstGeom prst="rect">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Top Corners Rounded 20">
            <a:extLst>
              <a:ext uri="{FF2B5EF4-FFF2-40B4-BE49-F238E27FC236}">
                <a16:creationId xmlns:a16="http://schemas.microsoft.com/office/drawing/2014/main" id="{DB43A14C-BF81-A1E4-2877-35510EAE0A9B}"/>
              </a:ext>
            </a:extLst>
          </p:cNvPr>
          <p:cNvSpPr/>
          <p:nvPr/>
        </p:nvSpPr>
        <p:spPr>
          <a:xfrm>
            <a:off x="8157681" y="4989615"/>
            <a:ext cx="3551434" cy="289389"/>
          </a:xfrm>
          <a:prstGeom prst="round2SameRect">
            <a:avLst>
              <a:gd name="adj1" fmla="val 50000"/>
              <a:gd name="adj2" fmla="val 0"/>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latin typeface="Montserrat" panose="00000500000000000000" pitchFamily="2" charset="0"/>
              </a:rPr>
              <a:t>DIGITAL TWIN FOR REMODELS</a:t>
            </a:r>
          </a:p>
        </p:txBody>
      </p:sp>
      <p:sp>
        <p:nvSpPr>
          <p:cNvPr id="30" name="Rectangle 29">
            <a:extLst>
              <a:ext uri="{FF2B5EF4-FFF2-40B4-BE49-F238E27FC236}">
                <a16:creationId xmlns:a16="http://schemas.microsoft.com/office/drawing/2014/main" id="{22C52439-3336-38A6-AEF3-AE7070480B0B}"/>
              </a:ext>
            </a:extLst>
          </p:cNvPr>
          <p:cNvSpPr/>
          <p:nvPr/>
        </p:nvSpPr>
        <p:spPr>
          <a:xfrm>
            <a:off x="8157681" y="5279005"/>
            <a:ext cx="3551434" cy="1168290"/>
          </a:xfrm>
          <a:prstGeom prst="rect">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Top Corners Rounded 37">
            <a:extLst>
              <a:ext uri="{FF2B5EF4-FFF2-40B4-BE49-F238E27FC236}">
                <a16:creationId xmlns:a16="http://schemas.microsoft.com/office/drawing/2014/main" id="{275EE759-60AB-5E2E-2414-865C87E909D5}"/>
              </a:ext>
            </a:extLst>
          </p:cNvPr>
          <p:cNvSpPr/>
          <p:nvPr/>
        </p:nvSpPr>
        <p:spPr>
          <a:xfrm>
            <a:off x="2957245" y="980857"/>
            <a:ext cx="8751870" cy="281761"/>
          </a:xfrm>
          <a:prstGeom prst="round2SameRect">
            <a:avLst>
              <a:gd name="adj1" fmla="val 50000"/>
              <a:gd name="adj2" fmla="val 0"/>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50" b="1">
                <a:latin typeface="Montserrat" panose="00000500000000000000" pitchFamily="2" charset="0"/>
              </a:rPr>
              <a:t>STORE REMODEL DECISION INTELLIGENCE PLATFORM</a:t>
            </a:r>
            <a:endParaRPr lang="en-US" sz="1050" b="1">
              <a:latin typeface="Montserrat" panose="00000500000000000000" pitchFamily="2" charset="0"/>
            </a:endParaRPr>
          </a:p>
        </p:txBody>
      </p:sp>
      <p:sp>
        <p:nvSpPr>
          <p:cNvPr id="40" name="Rectangle 39">
            <a:extLst>
              <a:ext uri="{FF2B5EF4-FFF2-40B4-BE49-F238E27FC236}">
                <a16:creationId xmlns:a16="http://schemas.microsoft.com/office/drawing/2014/main" id="{12839C16-294B-F8AF-0B36-BF5D1045781B}"/>
              </a:ext>
            </a:extLst>
          </p:cNvPr>
          <p:cNvSpPr/>
          <p:nvPr/>
        </p:nvSpPr>
        <p:spPr>
          <a:xfrm>
            <a:off x="2957245" y="1262619"/>
            <a:ext cx="8751870" cy="3522178"/>
          </a:xfrm>
          <a:prstGeom prst="rect">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2B867906-E3D9-6440-9822-D8838413E9D9}"/>
              </a:ext>
            </a:extLst>
          </p:cNvPr>
          <p:cNvSpPr txBox="1"/>
          <p:nvPr/>
        </p:nvSpPr>
        <p:spPr>
          <a:xfrm>
            <a:off x="3126940" y="4307894"/>
            <a:ext cx="8412480" cy="255389"/>
          </a:xfrm>
          <a:prstGeom prst="roundRect">
            <a:avLst/>
          </a:prstGeom>
          <a:solidFill>
            <a:schemeClr val="tx1"/>
          </a:solidFill>
        </p:spPr>
        <p:txBody>
          <a:bodyPr wrap="square">
            <a:spAutoFit/>
          </a:bodyPr>
          <a:lstStyle/>
          <a:p>
            <a:pPr algn="ctr"/>
            <a:r>
              <a:rPr lang="en-US" sz="900" b="1">
                <a:solidFill>
                  <a:schemeClr val="bg1"/>
                </a:solidFill>
                <a:latin typeface="Montserrat" panose="00000500000000000000" pitchFamily="2" charset="0"/>
              </a:rPr>
              <a:t>Decision API Layer</a:t>
            </a:r>
          </a:p>
        </p:txBody>
      </p:sp>
      <p:sp>
        <p:nvSpPr>
          <p:cNvPr id="49" name="TextBox 48">
            <a:extLst>
              <a:ext uri="{FF2B5EF4-FFF2-40B4-BE49-F238E27FC236}">
                <a16:creationId xmlns:a16="http://schemas.microsoft.com/office/drawing/2014/main" id="{0C2D01D7-19CE-4A9A-D2B9-7EF611C8DBC3}"/>
              </a:ext>
            </a:extLst>
          </p:cNvPr>
          <p:cNvSpPr txBox="1"/>
          <p:nvPr/>
        </p:nvSpPr>
        <p:spPr>
          <a:xfrm>
            <a:off x="4277454" y="4571184"/>
            <a:ext cx="6097712" cy="215444"/>
          </a:xfrm>
          <a:prstGeom prst="rect">
            <a:avLst/>
          </a:prstGeom>
          <a:noFill/>
        </p:spPr>
        <p:txBody>
          <a:bodyPr wrap="square">
            <a:spAutoFit/>
          </a:bodyPr>
          <a:lstStyle/>
          <a:p>
            <a:pPr algn="ctr"/>
            <a:r>
              <a:rPr lang="en-US" sz="800">
                <a:latin typeface="Montserrat" panose="00000500000000000000" pitchFamily="2" charset="0"/>
              </a:rPr>
              <a:t>Secure, Governed Scalable APIs for all Decision Services</a:t>
            </a:r>
          </a:p>
        </p:txBody>
      </p:sp>
      <p:sp>
        <p:nvSpPr>
          <p:cNvPr id="51" name="TextBox 50">
            <a:extLst>
              <a:ext uri="{FF2B5EF4-FFF2-40B4-BE49-F238E27FC236}">
                <a16:creationId xmlns:a16="http://schemas.microsoft.com/office/drawing/2014/main" id="{502980CF-599C-D951-B331-C85E3DBA9779}"/>
              </a:ext>
            </a:extLst>
          </p:cNvPr>
          <p:cNvSpPr txBox="1"/>
          <p:nvPr/>
        </p:nvSpPr>
        <p:spPr>
          <a:xfrm>
            <a:off x="3322337" y="3652030"/>
            <a:ext cx="8138160" cy="275926"/>
          </a:xfrm>
          <a:prstGeom prst="round2SameRect">
            <a:avLst>
              <a:gd name="adj1" fmla="val 50000"/>
              <a:gd name="adj2" fmla="val 0"/>
            </a:avLst>
          </a:prstGeom>
          <a:solidFill>
            <a:schemeClr val="tx1"/>
          </a:solidFill>
        </p:spPr>
        <p:txBody>
          <a:bodyPr wrap="square">
            <a:spAutoFit/>
          </a:bodyPr>
          <a:lstStyle/>
          <a:p>
            <a:pPr algn="ctr"/>
            <a:r>
              <a:rPr lang="en-US" sz="900" b="1">
                <a:solidFill>
                  <a:schemeClr val="bg1"/>
                </a:solidFill>
                <a:latin typeface="Montserrat" panose="00000500000000000000" pitchFamily="2" charset="0"/>
              </a:rPr>
              <a:t>Explainable Ai &amp; Recommendations</a:t>
            </a:r>
          </a:p>
        </p:txBody>
      </p:sp>
      <p:sp>
        <p:nvSpPr>
          <p:cNvPr id="55" name="TextBox 54">
            <a:extLst>
              <a:ext uri="{FF2B5EF4-FFF2-40B4-BE49-F238E27FC236}">
                <a16:creationId xmlns:a16="http://schemas.microsoft.com/office/drawing/2014/main" id="{83CA200C-48A1-D5E7-C0E6-ADCE220654ED}"/>
              </a:ext>
            </a:extLst>
          </p:cNvPr>
          <p:cNvSpPr txBox="1"/>
          <p:nvPr/>
        </p:nvSpPr>
        <p:spPr>
          <a:xfrm>
            <a:off x="3646278" y="3934693"/>
            <a:ext cx="1225193" cy="338554"/>
          </a:xfrm>
          <a:prstGeom prst="rect">
            <a:avLst/>
          </a:prstGeom>
          <a:noFill/>
        </p:spPr>
        <p:txBody>
          <a:bodyPr wrap="square">
            <a:spAutoFit/>
          </a:bodyPr>
          <a:lstStyle/>
          <a:p>
            <a:r>
              <a:rPr lang="en-US" sz="800">
                <a:latin typeface="Montserrat" panose="00000500000000000000" pitchFamily="2" charset="0"/>
              </a:rPr>
              <a:t>Why this recommendation?</a:t>
            </a:r>
          </a:p>
        </p:txBody>
      </p:sp>
      <p:sp>
        <p:nvSpPr>
          <p:cNvPr id="57" name="TextBox 56">
            <a:extLst>
              <a:ext uri="{FF2B5EF4-FFF2-40B4-BE49-F238E27FC236}">
                <a16:creationId xmlns:a16="http://schemas.microsoft.com/office/drawing/2014/main" id="{A28D60DE-7E32-3761-5B3F-450E311A476C}"/>
              </a:ext>
            </a:extLst>
          </p:cNvPr>
          <p:cNvSpPr txBox="1"/>
          <p:nvPr/>
        </p:nvSpPr>
        <p:spPr>
          <a:xfrm>
            <a:off x="5264226" y="3934693"/>
            <a:ext cx="1062602" cy="338554"/>
          </a:xfrm>
          <a:prstGeom prst="rect">
            <a:avLst/>
          </a:prstGeom>
          <a:noFill/>
        </p:spPr>
        <p:txBody>
          <a:bodyPr wrap="square">
            <a:spAutoFit/>
          </a:bodyPr>
          <a:lstStyle/>
          <a:p>
            <a:r>
              <a:rPr lang="en-US" sz="800">
                <a:latin typeface="Montserrat" panose="00000500000000000000" pitchFamily="2" charset="0"/>
              </a:rPr>
              <a:t>What is the expected impact</a:t>
            </a:r>
          </a:p>
        </p:txBody>
      </p:sp>
      <p:sp>
        <p:nvSpPr>
          <p:cNvPr id="58" name="TextBox 57">
            <a:extLst>
              <a:ext uri="{FF2B5EF4-FFF2-40B4-BE49-F238E27FC236}">
                <a16:creationId xmlns:a16="http://schemas.microsoft.com/office/drawing/2014/main" id="{759046C6-D02D-44CF-C483-2754453A28E8}"/>
              </a:ext>
            </a:extLst>
          </p:cNvPr>
          <p:cNvSpPr txBox="1"/>
          <p:nvPr/>
        </p:nvSpPr>
        <p:spPr>
          <a:xfrm>
            <a:off x="6794221" y="3934692"/>
            <a:ext cx="784476" cy="338554"/>
          </a:xfrm>
          <a:prstGeom prst="rect">
            <a:avLst/>
          </a:prstGeom>
          <a:noFill/>
        </p:spPr>
        <p:txBody>
          <a:bodyPr wrap="square">
            <a:spAutoFit/>
          </a:bodyPr>
          <a:lstStyle/>
          <a:p>
            <a:r>
              <a:rPr lang="en-US" sz="800">
                <a:latin typeface="Montserrat" panose="00000500000000000000" pitchFamily="2" charset="0"/>
              </a:rPr>
              <a:t>Confidence level</a:t>
            </a:r>
          </a:p>
        </p:txBody>
      </p:sp>
      <p:sp>
        <p:nvSpPr>
          <p:cNvPr id="59" name="TextBox 58">
            <a:extLst>
              <a:ext uri="{FF2B5EF4-FFF2-40B4-BE49-F238E27FC236}">
                <a16:creationId xmlns:a16="http://schemas.microsoft.com/office/drawing/2014/main" id="{3E79A30A-68E6-660D-5103-D14425258367}"/>
              </a:ext>
            </a:extLst>
          </p:cNvPr>
          <p:cNvSpPr txBox="1"/>
          <p:nvPr/>
        </p:nvSpPr>
        <p:spPr>
          <a:xfrm>
            <a:off x="8078227" y="3934693"/>
            <a:ext cx="747117" cy="338554"/>
          </a:xfrm>
          <a:prstGeom prst="rect">
            <a:avLst/>
          </a:prstGeom>
          <a:noFill/>
        </p:spPr>
        <p:txBody>
          <a:bodyPr wrap="square">
            <a:spAutoFit/>
          </a:bodyPr>
          <a:lstStyle/>
          <a:p>
            <a:r>
              <a:rPr lang="en-US" sz="800">
                <a:latin typeface="Montserrat" panose="00000500000000000000" pitchFamily="2" charset="0"/>
              </a:rPr>
              <a:t>Trade – off</a:t>
            </a:r>
          </a:p>
          <a:p>
            <a:r>
              <a:rPr lang="en-US" sz="800">
                <a:latin typeface="Montserrat" panose="00000500000000000000" pitchFamily="2" charset="0"/>
              </a:rPr>
              <a:t>Analysis</a:t>
            </a:r>
          </a:p>
        </p:txBody>
      </p:sp>
      <p:sp>
        <p:nvSpPr>
          <p:cNvPr id="60" name="TextBox 59">
            <a:extLst>
              <a:ext uri="{FF2B5EF4-FFF2-40B4-BE49-F238E27FC236}">
                <a16:creationId xmlns:a16="http://schemas.microsoft.com/office/drawing/2014/main" id="{6EEFBFC5-A0C9-1341-3E6C-93BEFADDD31D}"/>
              </a:ext>
            </a:extLst>
          </p:cNvPr>
          <p:cNvSpPr txBox="1"/>
          <p:nvPr/>
        </p:nvSpPr>
        <p:spPr>
          <a:xfrm>
            <a:off x="10532704" y="3934693"/>
            <a:ext cx="860123" cy="338554"/>
          </a:xfrm>
          <a:prstGeom prst="rect">
            <a:avLst/>
          </a:prstGeom>
          <a:noFill/>
        </p:spPr>
        <p:txBody>
          <a:bodyPr wrap="square">
            <a:spAutoFit/>
          </a:bodyPr>
          <a:lstStyle/>
          <a:p>
            <a:r>
              <a:rPr lang="en-US" sz="800">
                <a:latin typeface="Montserrat" panose="00000500000000000000" pitchFamily="2" charset="0"/>
              </a:rPr>
              <a:t>What should I do next?</a:t>
            </a:r>
          </a:p>
        </p:txBody>
      </p:sp>
      <p:grpSp>
        <p:nvGrpSpPr>
          <p:cNvPr id="68" name="Group 67">
            <a:extLst>
              <a:ext uri="{FF2B5EF4-FFF2-40B4-BE49-F238E27FC236}">
                <a16:creationId xmlns:a16="http://schemas.microsoft.com/office/drawing/2014/main" id="{1C27D449-150E-11E4-68E0-6BC2A08D81FE}"/>
              </a:ext>
            </a:extLst>
          </p:cNvPr>
          <p:cNvGrpSpPr/>
          <p:nvPr/>
        </p:nvGrpSpPr>
        <p:grpSpPr>
          <a:xfrm>
            <a:off x="3126939" y="1335260"/>
            <a:ext cx="8357302" cy="2310623"/>
            <a:chOff x="3126940" y="1499961"/>
            <a:chExt cx="7582616" cy="2310623"/>
          </a:xfrm>
        </p:grpSpPr>
        <p:sp>
          <p:nvSpPr>
            <p:cNvPr id="61" name="Rectangle: Rounded Corners 60">
              <a:extLst>
                <a:ext uri="{FF2B5EF4-FFF2-40B4-BE49-F238E27FC236}">
                  <a16:creationId xmlns:a16="http://schemas.microsoft.com/office/drawing/2014/main" id="{291EA3CC-13B5-17BF-02F3-B04B8F867E68}"/>
                </a:ext>
              </a:extLst>
            </p:cNvPr>
            <p:cNvSpPr/>
            <p:nvPr/>
          </p:nvSpPr>
          <p:spPr>
            <a:xfrm>
              <a:off x="3126940" y="1511085"/>
              <a:ext cx="980111" cy="2255003"/>
            </a:xfrm>
            <a:prstGeom prst="roundRect">
              <a:avLst>
                <a:gd name="adj" fmla="val 8761"/>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Rounded Corners 61">
              <a:extLst>
                <a:ext uri="{FF2B5EF4-FFF2-40B4-BE49-F238E27FC236}">
                  <a16:creationId xmlns:a16="http://schemas.microsoft.com/office/drawing/2014/main" id="{66409FB3-0D90-0D6F-148B-4F3312466D1B}"/>
                </a:ext>
              </a:extLst>
            </p:cNvPr>
            <p:cNvSpPr/>
            <p:nvPr/>
          </p:nvSpPr>
          <p:spPr>
            <a:xfrm>
              <a:off x="4429067" y="1499961"/>
              <a:ext cx="980111" cy="2255003"/>
            </a:xfrm>
            <a:prstGeom prst="roundRect">
              <a:avLst>
                <a:gd name="adj" fmla="val 8761"/>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Rounded Corners 62">
              <a:extLst>
                <a:ext uri="{FF2B5EF4-FFF2-40B4-BE49-F238E27FC236}">
                  <a16:creationId xmlns:a16="http://schemas.microsoft.com/office/drawing/2014/main" id="{673D50FA-322F-7F62-FF1C-E6EA34239981}"/>
                </a:ext>
              </a:extLst>
            </p:cNvPr>
            <p:cNvSpPr/>
            <p:nvPr/>
          </p:nvSpPr>
          <p:spPr>
            <a:xfrm>
              <a:off x="5744408" y="1499961"/>
              <a:ext cx="980111" cy="2255003"/>
            </a:xfrm>
            <a:prstGeom prst="roundRect">
              <a:avLst>
                <a:gd name="adj" fmla="val 8761"/>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Rounded Corners 63">
              <a:extLst>
                <a:ext uri="{FF2B5EF4-FFF2-40B4-BE49-F238E27FC236}">
                  <a16:creationId xmlns:a16="http://schemas.microsoft.com/office/drawing/2014/main" id="{7C2BFDB7-B5AC-1DE6-81DF-6F7564B050DB}"/>
                </a:ext>
              </a:extLst>
            </p:cNvPr>
            <p:cNvSpPr/>
            <p:nvPr/>
          </p:nvSpPr>
          <p:spPr>
            <a:xfrm>
              <a:off x="7107092" y="1511085"/>
              <a:ext cx="980111" cy="2255003"/>
            </a:xfrm>
            <a:prstGeom prst="roundRect">
              <a:avLst>
                <a:gd name="adj" fmla="val 8761"/>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Rounded Corners 64">
              <a:extLst>
                <a:ext uri="{FF2B5EF4-FFF2-40B4-BE49-F238E27FC236}">
                  <a16:creationId xmlns:a16="http://schemas.microsoft.com/office/drawing/2014/main" id="{A5034F5F-BA32-BD0B-6DF4-ABFE4469E7A4}"/>
                </a:ext>
              </a:extLst>
            </p:cNvPr>
            <p:cNvSpPr/>
            <p:nvPr/>
          </p:nvSpPr>
          <p:spPr>
            <a:xfrm>
              <a:off x="8454337" y="1555581"/>
              <a:ext cx="980111" cy="2255003"/>
            </a:xfrm>
            <a:prstGeom prst="roundRect">
              <a:avLst>
                <a:gd name="adj" fmla="val 8761"/>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Rounded Corners 66">
              <a:extLst>
                <a:ext uri="{FF2B5EF4-FFF2-40B4-BE49-F238E27FC236}">
                  <a16:creationId xmlns:a16="http://schemas.microsoft.com/office/drawing/2014/main" id="{884E4829-AD2E-21BA-743C-137A610DE74A}"/>
                </a:ext>
              </a:extLst>
            </p:cNvPr>
            <p:cNvSpPr/>
            <p:nvPr/>
          </p:nvSpPr>
          <p:spPr>
            <a:xfrm>
              <a:off x="9729445" y="1511085"/>
              <a:ext cx="980111" cy="2255003"/>
            </a:xfrm>
            <a:prstGeom prst="roundRect">
              <a:avLst>
                <a:gd name="adj" fmla="val 8761"/>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70" name="Straight Connector 69">
            <a:extLst>
              <a:ext uri="{FF2B5EF4-FFF2-40B4-BE49-F238E27FC236}">
                <a16:creationId xmlns:a16="http://schemas.microsoft.com/office/drawing/2014/main" id="{8675B31B-0EE0-AF57-B3F7-B3614D395CCC}"/>
              </a:ext>
            </a:extLst>
          </p:cNvPr>
          <p:cNvCxnSpPr>
            <a:cxnSpLocks/>
          </p:cNvCxnSpPr>
          <p:nvPr/>
        </p:nvCxnSpPr>
        <p:spPr>
          <a:xfrm>
            <a:off x="565688" y="2309288"/>
            <a:ext cx="2084522"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C29182ED-C0DB-8D18-04B2-29128F8408E2}"/>
              </a:ext>
            </a:extLst>
          </p:cNvPr>
          <p:cNvCxnSpPr>
            <a:cxnSpLocks/>
          </p:cNvCxnSpPr>
          <p:nvPr/>
        </p:nvCxnSpPr>
        <p:spPr>
          <a:xfrm>
            <a:off x="565688" y="3144734"/>
            <a:ext cx="2084522"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96B002BF-0A18-E548-D0C7-5F5C33D3C31E}"/>
              </a:ext>
            </a:extLst>
          </p:cNvPr>
          <p:cNvCxnSpPr>
            <a:cxnSpLocks/>
          </p:cNvCxnSpPr>
          <p:nvPr/>
        </p:nvCxnSpPr>
        <p:spPr>
          <a:xfrm>
            <a:off x="565688" y="3984060"/>
            <a:ext cx="2084522"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A6A858F6-8987-21AC-3CE6-2F5B99D94640}"/>
              </a:ext>
            </a:extLst>
          </p:cNvPr>
          <p:cNvCxnSpPr>
            <a:cxnSpLocks/>
          </p:cNvCxnSpPr>
          <p:nvPr/>
        </p:nvCxnSpPr>
        <p:spPr>
          <a:xfrm>
            <a:off x="1849502" y="5409464"/>
            <a:ext cx="0" cy="95359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4F16A34E-DC38-3A9F-2231-F47523CC9B09}"/>
              </a:ext>
            </a:extLst>
          </p:cNvPr>
          <p:cNvCxnSpPr>
            <a:cxnSpLocks/>
          </p:cNvCxnSpPr>
          <p:nvPr/>
        </p:nvCxnSpPr>
        <p:spPr>
          <a:xfrm>
            <a:off x="3382425" y="5409464"/>
            <a:ext cx="0" cy="95359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E4537686-C7AB-3A09-C877-956F9689A689}"/>
              </a:ext>
            </a:extLst>
          </p:cNvPr>
          <p:cNvCxnSpPr>
            <a:cxnSpLocks/>
          </p:cNvCxnSpPr>
          <p:nvPr/>
        </p:nvCxnSpPr>
        <p:spPr>
          <a:xfrm>
            <a:off x="4915348" y="5409464"/>
            <a:ext cx="0" cy="95359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A2BBE882-6084-70D6-1A2C-90B6A436848D}"/>
              </a:ext>
            </a:extLst>
          </p:cNvPr>
          <p:cNvCxnSpPr>
            <a:cxnSpLocks/>
          </p:cNvCxnSpPr>
          <p:nvPr/>
        </p:nvCxnSpPr>
        <p:spPr>
          <a:xfrm>
            <a:off x="6448271" y="5409464"/>
            <a:ext cx="0" cy="95359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79" name="TextBox 78">
            <a:extLst>
              <a:ext uri="{FF2B5EF4-FFF2-40B4-BE49-F238E27FC236}">
                <a16:creationId xmlns:a16="http://schemas.microsoft.com/office/drawing/2014/main" id="{8391646A-51D1-D0C4-5E9B-FAFB0F74B862}"/>
              </a:ext>
            </a:extLst>
          </p:cNvPr>
          <p:cNvSpPr txBox="1"/>
          <p:nvPr/>
        </p:nvSpPr>
        <p:spPr>
          <a:xfrm>
            <a:off x="1090835" y="1278237"/>
            <a:ext cx="1630228" cy="1031051"/>
          </a:xfrm>
          <a:prstGeom prst="rect">
            <a:avLst/>
          </a:prstGeom>
          <a:noFill/>
        </p:spPr>
        <p:txBody>
          <a:bodyPr wrap="square">
            <a:spAutoFit/>
          </a:bodyPr>
          <a:lstStyle/>
          <a:p>
            <a:pPr>
              <a:spcBef>
                <a:spcPts val="200"/>
              </a:spcBef>
            </a:pPr>
            <a:r>
              <a:rPr lang="en-US" sz="900" b="1">
                <a:latin typeface="Montserrat" panose="00000500000000000000" pitchFamily="2" charset="0"/>
              </a:rPr>
              <a:t>INTERNAL SYSTEMS</a:t>
            </a:r>
          </a:p>
          <a:p>
            <a:pPr marL="171450" indent="-171450">
              <a:spcBef>
                <a:spcPts val="200"/>
              </a:spcBef>
              <a:buFont typeface="Wingdings" panose="05000000000000000000" pitchFamily="2" charset="2"/>
              <a:buChar char="v"/>
            </a:pPr>
            <a:r>
              <a:rPr lang="en-US" sz="700">
                <a:latin typeface="Montserrat" panose="00000500000000000000" pitchFamily="2" charset="0"/>
              </a:rPr>
              <a:t>Store Master Data</a:t>
            </a:r>
          </a:p>
          <a:p>
            <a:pPr marL="171450" indent="-171450">
              <a:spcBef>
                <a:spcPts val="200"/>
              </a:spcBef>
              <a:buFont typeface="Wingdings" panose="05000000000000000000" pitchFamily="2" charset="2"/>
              <a:buChar char="v"/>
            </a:pPr>
            <a:r>
              <a:rPr lang="en-US" sz="700">
                <a:latin typeface="Montserrat" panose="00000500000000000000" pitchFamily="2" charset="0"/>
              </a:rPr>
              <a:t>Sales &amp; Traffic Data</a:t>
            </a:r>
          </a:p>
          <a:p>
            <a:pPr marL="171450" indent="-171450">
              <a:spcBef>
                <a:spcPts val="200"/>
              </a:spcBef>
              <a:buFont typeface="Wingdings" panose="05000000000000000000" pitchFamily="2" charset="2"/>
              <a:buChar char="v"/>
            </a:pPr>
            <a:r>
              <a:rPr lang="en-US" sz="700">
                <a:latin typeface="Montserrat" panose="00000500000000000000" pitchFamily="2" charset="0"/>
              </a:rPr>
              <a:t>Financial Data (P&amp;L)</a:t>
            </a:r>
          </a:p>
          <a:p>
            <a:pPr marL="171450" indent="-171450">
              <a:spcBef>
                <a:spcPts val="200"/>
              </a:spcBef>
              <a:buFont typeface="Wingdings" panose="05000000000000000000" pitchFamily="2" charset="2"/>
              <a:buChar char="v"/>
            </a:pPr>
            <a:r>
              <a:rPr lang="en-US" sz="700">
                <a:latin typeface="Montserrat" panose="00000500000000000000" pitchFamily="2" charset="0"/>
              </a:rPr>
              <a:t>Project History</a:t>
            </a:r>
          </a:p>
          <a:p>
            <a:pPr marL="171450" indent="-171450">
              <a:spcBef>
                <a:spcPts val="200"/>
              </a:spcBef>
              <a:buFont typeface="Wingdings" panose="05000000000000000000" pitchFamily="2" charset="2"/>
              <a:buChar char="v"/>
            </a:pPr>
            <a:r>
              <a:rPr lang="en-US" sz="700">
                <a:latin typeface="Montserrat" panose="00000500000000000000" pitchFamily="2" charset="0"/>
              </a:rPr>
              <a:t>Inventory &amp; DC Data</a:t>
            </a:r>
          </a:p>
          <a:p>
            <a:pPr marL="171450" indent="-171450">
              <a:spcBef>
                <a:spcPts val="200"/>
              </a:spcBef>
              <a:buFont typeface="Wingdings" panose="05000000000000000000" pitchFamily="2" charset="2"/>
              <a:buChar char="v"/>
            </a:pPr>
            <a:r>
              <a:rPr lang="en-US" sz="700">
                <a:latin typeface="Montserrat" panose="00000500000000000000" pitchFamily="2" charset="0"/>
              </a:rPr>
              <a:t>Contractor Performance</a:t>
            </a:r>
          </a:p>
        </p:txBody>
      </p:sp>
      <p:sp>
        <p:nvSpPr>
          <p:cNvPr id="80" name="TextBox 79">
            <a:extLst>
              <a:ext uri="{FF2B5EF4-FFF2-40B4-BE49-F238E27FC236}">
                <a16:creationId xmlns:a16="http://schemas.microsoft.com/office/drawing/2014/main" id="{B4FD0DD3-83CB-A75D-770A-E34F58885157}"/>
              </a:ext>
            </a:extLst>
          </p:cNvPr>
          <p:cNvSpPr txBox="1"/>
          <p:nvPr/>
        </p:nvSpPr>
        <p:spPr>
          <a:xfrm>
            <a:off x="1123503" y="2383442"/>
            <a:ext cx="1451998" cy="764312"/>
          </a:xfrm>
          <a:prstGeom prst="rect">
            <a:avLst/>
          </a:prstGeom>
          <a:noFill/>
        </p:spPr>
        <p:txBody>
          <a:bodyPr wrap="square">
            <a:spAutoFit/>
          </a:bodyPr>
          <a:lstStyle/>
          <a:p>
            <a:pPr>
              <a:spcBef>
                <a:spcPts val="200"/>
              </a:spcBef>
            </a:pPr>
            <a:r>
              <a:rPr lang="en-IN" sz="900" b="1">
                <a:latin typeface="Montserrat" panose="00000500000000000000" pitchFamily="2" charset="0"/>
              </a:rPr>
              <a:t>EXTERNAL DATA</a:t>
            </a:r>
          </a:p>
          <a:p>
            <a:pPr marL="171450" indent="-171450">
              <a:spcBef>
                <a:spcPts val="200"/>
              </a:spcBef>
              <a:buFont typeface="Wingdings" panose="05000000000000000000" pitchFamily="2" charset="2"/>
              <a:buChar char="v"/>
            </a:pPr>
            <a:r>
              <a:rPr lang="en-US" sz="700">
                <a:latin typeface="Montserrat" panose="00000500000000000000" pitchFamily="2" charset="0"/>
              </a:rPr>
              <a:t>Market &amp; Demographics</a:t>
            </a:r>
          </a:p>
          <a:p>
            <a:pPr marL="171450" indent="-171450">
              <a:spcBef>
                <a:spcPts val="200"/>
              </a:spcBef>
              <a:buFont typeface="Wingdings" panose="05000000000000000000" pitchFamily="2" charset="2"/>
              <a:buChar char="v"/>
            </a:pPr>
            <a:r>
              <a:rPr lang="en-US" sz="700">
                <a:latin typeface="Montserrat" panose="00000500000000000000" pitchFamily="2" charset="0"/>
              </a:rPr>
              <a:t>Competitor Activity</a:t>
            </a:r>
          </a:p>
          <a:p>
            <a:pPr marL="171450" indent="-171450">
              <a:spcBef>
                <a:spcPts val="200"/>
              </a:spcBef>
              <a:buFont typeface="Wingdings" panose="05000000000000000000" pitchFamily="2" charset="2"/>
              <a:buChar char="v"/>
            </a:pPr>
            <a:r>
              <a:rPr lang="en-US" sz="700">
                <a:latin typeface="Montserrat" panose="00000500000000000000" pitchFamily="2" charset="0"/>
              </a:rPr>
              <a:t>Economic Indicators</a:t>
            </a:r>
          </a:p>
          <a:p>
            <a:pPr marL="171450" indent="-171450">
              <a:spcBef>
                <a:spcPts val="200"/>
              </a:spcBef>
              <a:buFont typeface="Wingdings" panose="05000000000000000000" pitchFamily="2" charset="2"/>
              <a:buChar char="v"/>
            </a:pPr>
            <a:r>
              <a:rPr lang="en-US" sz="700">
                <a:latin typeface="Montserrat" panose="00000500000000000000" pitchFamily="2" charset="0"/>
              </a:rPr>
              <a:t>Weather &amp; Seasonality</a:t>
            </a:r>
          </a:p>
        </p:txBody>
      </p:sp>
      <p:sp>
        <p:nvSpPr>
          <p:cNvPr id="81" name="TextBox 80">
            <a:extLst>
              <a:ext uri="{FF2B5EF4-FFF2-40B4-BE49-F238E27FC236}">
                <a16:creationId xmlns:a16="http://schemas.microsoft.com/office/drawing/2014/main" id="{FA04BA3E-38E1-06F8-4F3F-1AD9645BF6FA}"/>
              </a:ext>
            </a:extLst>
          </p:cNvPr>
          <p:cNvSpPr txBox="1"/>
          <p:nvPr/>
        </p:nvSpPr>
        <p:spPr>
          <a:xfrm>
            <a:off x="1090835" y="3221908"/>
            <a:ext cx="1451998" cy="738664"/>
          </a:xfrm>
          <a:prstGeom prst="rect">
            <a:avLst/>
          </a:prstGeom>
          <a:noFill/>
        </p:spPr>
        <p:txBody>
          <a:bodyPr wrap="square">
            <a:spAutoFit/>
          </a:bodyPr>
          <a:lstStyle/>
          <a:p>
            <a:pPr>
              <a:spcBef>
                <a:spcPts val="200"/>
              </a:spcBef>
            </a:pPr>
            <a:r>
              <a:rPr lang="en-IN" sz="900" b="1">
                <a:latin typeface="Montserrat" panose="00000500000000000000" pitchFamily="2" charset="0"/>
              </a:rPr>
              <a:t>TECHNOLOGY &amp; IoT</a:t>
            </a:r>
          </a:p>
          <a:p>
            <a:pPr marL="171450" indent="-171450">
              <a:spcBef>
                <a:spcPts val="200"/>
              </a:spcBef>
              <a:buFont typeface="Wingdings" panose="05000000000000000000" pitchFamily="2" charset="2"/>
              <a:buChar char="v"/>
            </a:pPr>
            <a:r>
              <a:rPr lang="en-US" sz="700">
                <a:latin typeface="Montserrat" panose="00000500000000000000" pitchFamily="2" charset="0"/>
              </a:rPr>
              <a:t>Store Sensors</a:t>
            </a:r>
          </a:p>
          <a:p>
            <a:pPr marL="171450" indent="-171450">
              <a:spcBef>
                <a:spcPts val="200"/>
              </a:spcBef>
              <a:buFont typeface="Wingdings" panose="05000000000000000000" pitchFamily="2" charset="2"/>
              <a:buChar char="v"/>
            </a:pPr>
            <a:r>
              <a:rPr lang="en-US" sz="700">
                <a:latin typeface="Montserrat" panose="00000500000000000000" pitchFamily="2" charset="0"/>
              </a:rPr>
              <a:t>Energy &amp; Equipment Data</a:t>
            </a:r>
          </a:p>
          <a:p>
            <a:pPr marL="171450" indent="-171450">
              <a:spcBef>
                <a:spcPts val="200"/>
              </a:spcBef>
              <a:buFont typeface="Wingdings" panose="05000000000000000000" pitchFamily="2" charset="2"/>
              <a:buChar char="v"/>
            </a:pPr>
            <a:r>
              <a:rPr lang="en-US" sz="700">
                <a:latin typeface="Montserrat" panose="00000500000000000000" pitchFamily="2" charset="0"/>
              </a:rPr>
              <a:t>Building Condition</a:t>
            </a:r>
          </a:p>
        </p:txBody>
      </p:sp>
      <p:sp>
        <p:nvSpPr>
          <p:cNvPr id="82" name="TextBox 81">
            <a:extLst>
              <a:ext uri="{FF2B5EF4-FFF2-40B4-BE49-F238E27FC236}">
                <a16:creationId xmlns:a16="http://schemas.microsoft.com/office/drawing/2014/main" id="{8FB44A41-BB29-5F89-55BB-F5A32CB48708}"/>
              </a:ext>
            </a:extLst>
          </p:cNvPr>
          <p:cNvSpPr txBox="1"/>
          <p:nvPr/>
        </p:nvSpPr>
        <p:spPr>
          <a:xfrm>
            <a:off x="1112493" y="4034725"/>
            <a:ext cx="1451998" cy="764312"/>
          </a:xfrm>
          <a:prstGeom prst="rect">
            <a:avLst/>
          </a:prstGeom>
          <a:noFill/>
        </p:spPr>
        <p:txBody>
          <a:bodyPr wrap="square">
            <a:spAutoFit/>
          </a:bodyPr>
          <a:lstStyle/>
          <a:p>
            <a:pPr>
              <a:spcBef>
                <a:spcPts val="200"/>
              </a:spcBef>
            </a:pPr>
            <a:r>
              <a:rPr lang="en-US" sz="900" b="1">
                <a:latin typeface="Montserrat" panose="00000500000000000000" pitchFamily="2" charset="0"/>
              </a:rPr>
              <a:t>SUPPLIER DATA</a:t>
            </a:r>
          </a:p>
          <a:p>
            <a:pPr marL="171450" indent="-171450">
              <a:spcBef>
                <a:spcPts val="200"/>
              </a:spcBef>
              <a:buFont typeface="Wingdings" panose="05000000000000000000" pitchFamily="2" charset="2"/>
              <a:buChar char="v"/>
            </a:pPr>
            <a:r>
              <a:rPr lang="en-US" sz="700">
                <a:latin typeface="Montserrat" panose="00000500000000000000" pitchFamily="2" charset="0"/>
              </a:rPr>
              <a:t>Supplier Capacity</a:t>
            </a:r>
          </a:p>
          <a:p>
            <a:pPr marL="171450" indent="-171450">
              <a:spcBef>
                <a:spcPts val="200"/>
              </a:spcBef>
              <a:buFont typeface="Wingdings" panose="05000000000000000000" pitchFamily="2" charset="2"/>
              <a:buChar char="v"/>
            </a:pPr>
            <a:r>
              <a:rPr lang="en-US" sz="700">
                <a:latin typeface="Montserrat" panose="00000500000000000000" pitchFamily="2" charset="0"/>
              </a:rPr>
              <a:t>Lead Times</a:t>
            </a:r>
          </a:p>
          <a:p>
            <a:pPr marL="171450" indent="-171450">
              <a:spcBef>
                <a:spcPts val="200"/>
              </a:spcBef>
              <a:buFont typeface="Wingdings" panose="05000000000000000000" pitchFamily="2" charset="2"/>
              <a:buChar char="v"/>
            </a:pPr>
            <a:r>
              <a:rPr lang="en-US" sz="700">
                <a:latin typeface="Montserrat" panose="00000500000000000000" pitchFamily="2" charset="0"/>
              </a:rPr>
              <a:t>Performance Scores</a:t>
            </a:r>
          </a:p>
          <a:p>
            <a:pPr marL="171450" indent="-171450">
              <a:spcBef>
                <a:spcPts val="200"/>
              </a:spcBef>
              <a:buFont typeface="Wingdings" panose="05000000000000000000" pitchFamily="2" charset="2"/>
              <a:buChar char="v"/>
            </a:pPr>
            <a:r>
              <a:rPr lang="en-US" sz="700">
                <a:latin typeface="Montserrat" panose="00000500000000000000" pitchFamily="2" charset="0"/>
              </a:rPr>
              <a:t>Cost Index</a:t>
            </a:r>
          </a:p>
        </p:txBody>
      </p:sp>
      <p:sp>
        <p:nvSpPr>
          <p:cNvPr id="84" name="TextBox 83">
            <a:extLst>
              <a:ext uri="{FF2B5EF4-FFF2-40B4-BE49-F238E27FC236}">
                <a16:creationId xmlns:a16="http://schemas.microsoft.com/office/drawing/2014/main" id="{6E42F298-4091-A3C4-2F68-D35B241CEDDC}"/>
              </a:ext>
            </a:extLst>
          </p:cNvPr>
          <p:cNvSpPr txBox="1"/>
          <p:nvPr/>
        </p:nvSpPr>
        <p:spPr>
          <a:xfrm>
            <a:off x="3123715" y="1358421"/>
            <a:ext cx="1080245" cy="338554"/>
          </a:xfrm>
          <a:prstGeom prst="rect">
            <a:avLst/>
          </a:prstGeom>
          <a:noFill/>
        </p:spPr>
        <p:txBody>
          <a:bodyPr wrap="square">
            <a:spAutoFit/>
          </a:bodyPr>
          <a:lstStyle/>
          <a:p>
            <a:pPr algn="ctr"/>
            <a:r>
              <a:rPr lang="en-US" sz="800" b="1">
                <a:latin typeface="Montserrat" panose="00000500000000000000" pitchFamily="2" charset="0"/>
              </a:rPr>
              <a:t>Portfolio Prioritization</a:t>
            </a:r>
          </a:p>
        </p:txBody>
      </p:sp>
      <p:sp>
        <p:nvSpPr>
          <p:cNvPr id="85" name="TextBox 84">
            <a:extLst>
              <a:ext uri="{FF2B5EF4-FFF2-40B4-BE49-F238E27FC236}">
                <a16:creationId xmlns:a16="http://schemas.microsoft.com/office/drawing/2014/main" id="{ACB5DDB3-9B72-4446-B733-44B4C3A198AB}"/>
              </a:ext>
            </a:extLst>
          </p:cNvPr>
          <p:cNvSpPr txBox="1"/>
          <p:nvPr/>
        </p:nvSpPr>
        <p:spPr>
          <a:xfrm>
            <a:off x="4548791" y="1347297"/>
            <a:ext cx="1132171" cy="338554"/>
          </a:xfrm>
          <a:prstGeom prst="rect">
            <a:avLst/>
          </a:prstGeom>
          <a:noFill/>
        </p:spPr>
        <p:txBody>
          <a:bodyPr wrap="square">
            <a:spAutoFit/>
          </a:bodyPr>
          <a:lstStyle/>
          <a:p>
            <a:pPr algn="ctr"/>
            <a:r>
              <a:rPr lang="en-IN" sz="800" b="1">
                <a:latin typeface="Montserrat" panose="00000500000000000000" pitchFamily="2" charset="0"/>
              </a:rPr>
              <a:t>Demand &amp; Material Planning</a:t>
            </a:r>
            <a:endParaRPr lang="en-US" sz="800" b="1">
              <a:latin typeface="Montserrat" panose="00000500000000000000" pitchFamily="2" charset="0"/>
            </a:endParaRPr>
          </a:p>
        </p:txBody>
      </p:sp>
      <p:sp>
        <p:nvSpPr>
          <p:cNvPr id="86" name="TextBox 85">
            <a:extLst>
              <a:ext uri="{FF2B5EF4-FFF2-40B4-BE49-F238E27FC236}">
                <a16:creationId xmlns:a16="http://schemas.microsoft.com/office/drawing/2014/main" id="{E939DF06-BA9B-3C17-EC69-C15B21FFF653}"/>
              </a:ext>
            </a:extLst>
          </p:cNvPr>
          <p:cNvSpPr txBox="1"/>
          <p:nvPr/>
        </p:nvSpPr>
        <p:spPr>
          <a:xfrm>
            <a:off x="5999476" y="1358421"/>
            <a:ext cx="1079244" cy="484748"/>
          </a:xfrm>
          <a:prstGeom prst="rect">
            <a:avLst/>
          </a:prstGeom>
          <a:noFill/>
        </p:spPr>
        <p:txBody>
          <a:bodyPr wrap="square">
            <a:spAutoFit/>
          </a:bodyPr>
          <a:lstStyle/>
          <a:p>
            <a:pPr algn="ctr"/>
            <a:r>
              <a:rPr lang="en-IN" sz="850" b="1">
                <a:latin typeface="Montserrat" panose="00000500000000000000" pitchFamily="2" charset="0"/>
              </a:rPr>
              <a:t>Supplier &amp; Procurement Intelligence</a:t>
            </a:r>
            <a:endParaRPr lang="en-US" sz="850" b="1">
              <a:latin typeface="Montserrat" panose="00000500000000000000" pitchFamily="2" charset="0"/>
            </a:endParaRPr>
          </a:p>
        </p:txBody>
      </p:sp>
      <p:sp>
        <p:nvSpPr>
          <p:cNvPr id="87" name="TextBox 86">
            <a:extLst>
              <a:ext uri="{FF2B5EF4-FFF2-40B4-BE49-F238E27FC236}">
                <a16:creationId xmlns:a16="http://schemas.microsoft.com/office/drawing/2014/main" id="{B8F09C73-94B6-28F1-39A8-22BEF303EB38}"/>
              </a:ext>
            </a:extLst>
          </p:cNvPr>
          <p:cNvSpPr txBox="1"/>
          <p:nvPr/>
        </p:nvSpPr>
        <p:spPr>
          <a:xfrm>
            <a:off x="7488878" y="1391793"/>
            <a:ext cx="1080245" cy="484748"/>
          </a:xfrm>
          <a:prstGeom prst="rect">
            <a:avLst/>
          </a:prstGeom>
          <a:noFill/>
        </p:spPr>
        <p:txBody>
          <a:bodyPr wrap="square">
            <a:spAutoFit/>
          </a:bodyPr>
          <a:lstStyle/>
          <a:p>
            <a:pPr algn="ctr"/>
            <a:r>
              <a:rPr lang="en-US" sz="850" b="1">
                <a:latin typeface="Montserrat" panose="00000500000000000000" pitchFamily="2" charset="0"/>
              </a:rPr>
              <a:t>Logistics &amp; Distribution Planning</a:t>
            </a:r>
          </a:p>
        </p:txBody>
      </p:sp>
      <p:sp>
        <p:nvSpPr>
          <p:cNvPr id="88" name="TextBox 87">
            <a:extLst>
              <a:ext uri="{FF2B5EF4-FFF2-40B4-BE49-F238E27FC236}">
                <a16:creationId xmlns:a16="http://schemas.microsoft.com/office/drawing/2014/main" id="{681B8093-7010-6A7F-2A03-D442BB74D6F8}"/>
              </a:ext>
            </a:extLst>
          </p:cNvPr>
          <p:cNvSpPr txBox="1"/>
          <p:nvPr/>
        </p:nvSpPr>
        <p:spPr>
          <a:xfrm>
            <a:off x="8923660" y="1402917"/>
            <a:ext cx="1150035" cy="484748"/>
          </a:xfrm>
          <a:prstGeom prst="rect">
            <a:avLst/>
          </a:prstGeom>
          <a:noFill/>
        </p:spPr>
        <p:txBody>
          <a:bodyPr wrap="square" lIns="91440" tIns="45720" rIns="91440" bIns="45720" anchor="t">
            <a:spAutoFit/>
          </a:bodyPr>
          <a:lstStyle/>
          <a:p>
            <a:pPr algn="ctr"/>
            <a:r>
              <a:rPr lang="en-IN" sz="850" b="1">
                <a:latin typeface="Montserrat"/>
              </a:rPr>
              <a:t>Project Execution&amp; scheduling</a:t>
            </a:r>
          </a:p>
        </p:txBody>
      </p:sp>
      <p:sp>
        <p:nvSpPr>
          <p:cNvPr id="90" name="TextBox 89">
            <a:extLst>
              <a:ext uri="{FF2B5EF4-FFF2-40B4-BE49-F238E27FC236}">
                <a16:creationId xmlns:a16="http://schemas.microsoft.com/office/drawing/2014/main" id="{F9C94018-F2D5-FBD2-4D50-2FC80FD98183}"/>
              </a:ext>
            </a:extLst>
          </p:cNvPr>
          <p:cNvSpPr txBox="1"/>
          <p:nvPr/>
        </p:nvSpPr>
        <p:spPr>
          <a:xfrm>
            <a:off x="10401876" y="1392720"/>
            <a:ext cx="1080245" cy="484748"/>
          </a:xfrm>
          <a:prstGeom prst="rect">
            <a:avLst/>
          </a:prstGeom>
          <a:noFill/>
        </p:spPr>
        <p:txBody>
          <a:bodyPr wrap="square">
            <a:spAutoFit/>
          </a:bodyPr>
          <a:lstStyle/>
          <a:p>
            <a:pPr algn="ctr"/>
            <a:r>
              <a:rPr lang="en-IN" sz="850" b="1">
                <a:latin typeface="Montserrat" panose="00000500000000000000" pitchFamily="2" charset="0"/>
              </a:rPr>
              <a:t>Performance &amp; Post-remodel Analytics</a:t>
            </a:r>
            <a:endParaRPr lang="en-US" sz="850" b="1">
              <a:latin typeface="Montserrat" panose="00000500000000000000" pitchFamily="2" charset="0"/>
            </a:endParaRPr>
          </a:p>
        </p:txBody>
      </p:sp>
      <p:cxnSp>
        <p:nvCxnSpPr>
          <p:cNvPr id="93" name="Straight Connector 92">
            <a:extLst>
              <a:ext uri="{FF2B5EF4-FFF2-40B4-BE49-F238E27FC236}">
                <a16:creationId xmlns:a16="http://schemas.microsoft.com/office/drawing/2014/main" id="{AFE4D32D-2D7A-99B1-70D9-617053EEA1E2}"/>
              </a:ext>
            </a:extLst>
          </p:cNvPr>
          <p:cNvCxnSpPr>
            <a:cxnSpLocks/>
          </p:cNvCxnSpPr>
          <p:nvPr/>
        </p:nvCxnSpPr>
        <p:spPr>
          <a:xfrm>
            <a:off x="3200547" y="3206484"/>
            <a:ext cx="914253"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26D0C897-6B1F-0947-D0AE-3EED8BDD0B1C}"/>
              </a:ext>
            </a:extLst>
          </p:cNvPr>
          <p:cNvCxnSpPr>
            <a:cxnSpLocks/>
          </p:cNvCxnSpPr>
          <p:nvPr/>
        </p:nvCxnSpPr>
        <p:spPr>
          <a:xfrm>
            <a:off x="4636033" y="3195360"/>
            <a:ext cx="914253"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60D5E423-9A3B-66FF-92A9-0D749B1C4599}"/>
              </a:ext>
            </a:extLst>
          </p:cNvPr>
          <p:cNvCxnSpPr>
            <a:cxnSpLocks/>
          </p:cNvCxnSpPr>
          <p:nvPr/>
        </p:nvCxnSpPr>
        <p:spPr>
          <a:xfrm>
            <a:off x="6071519" y="3206484"/>
            <a:ext cx="914253"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7" name="Straight Connector 96">
            <a:extLst>
              <a:ext uri="{FF2B5EF4-FFF2-40B4-BE49-F238E27FC236}">
                <a16:creationId xmlns:a16="http://schemas.microsoft.com/office/drawing/2014/main" id="{8E9785F8-E800-AEF1-90AF-4462F7AB476F}"/>
              </a:ext>
            </a:extLst>
          </p:cNvPr>
          <p:cNvCxnSpPr>
            <a:cxnSpLocks/>
          </p:cNvCxnSpPr>
          <p:nvPr/>
        </p:nvCxnSpPr>
        <p:spPr>
          <a:xfrm>
            <a:off x="7573749" y="3239856"/>
            <a:ext cx="914253"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8" name="Straight Connector 97">
            <a:extLst>
              <a:ext uri="{FF2B5EF4-FFF2-40B4-BE49-F238E27FC236}">
                <a16:creationId xmlns:a16="http://schemas.microsoft.com/office/drawing/2014/main" id="{4FD1ADCF-3B60-58BB-FB94-9EAA2F76C3C5}"/>
              </a:ext>
            </a:extLst>
          </p:cNvPr>
          <p:cNvCxnSpPr>
            <a:cxnSpLocks/>
          </p:cNvCxnSpPr>
          <p:nvPr/>
        </p:nvCxnSpPr>
        <p:spPr>
          <a:xfrm>
            <a:off x="9020359" y="3250980"/>
            <a:ext cx="914253"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0" name="Straight Connector 99">
            <a:extLst>
              <a:ext uri="{FF2B5EF4-FFF2-40B4-BE49-F238E27FC236}">
                <a16:creationId xmlns:a16="http://schemas.microsoft.com/office/drawing/2014/main" id="{20601010-C1AA-41BB-F51F-FC65B61089DC}"/>
              </a:ext>
            </a:extLst>
          </p:cNvPr>
          <p:cNvCxnSpPr>
            <a:cxnSpLocks/>
          </p:cNvCxnSpPr>
          <p:nvPr/>
        </p:nvCxnSpPr>
        <p:spPr>
          <a:xfrm>
            <a:off x="10478574" y="3206484"/>
            <a:ext cx="914253"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02" name="TextBox 101">
            <a:extLst>
              <a:ext uri="{FF2B5EF4-FFF2-40B4-BE49-F238E27FC236}">
                <a16:creationId xmlns:a16="http://schemas.microsoft.com/office/drawing/2014/main" id="{EB61C558-ED3F-C7E5-1DE5-B8334A46C4C6}"/>
              </a:ext>
            </a:extLst>
          </p:cNvPr>
          <p:cNvSpPr txBox="1"/>
          <p:nvPr/>
        </p:nvSpPr>
        <p:spPr>
          <a:xfrm>
            <a:off x="3187147" y="3234032"/>
            <a:ext cx="941051" cy="276999"/>
          </a:xfrm>
          <a:prstGeom prst="rect">
            <a:avLst/>
          </a:prstGeom>
          <a:noFill/>
        </p:spPr>
        <p:txBody>
          <a:bodyPr wrap="square" lIns="91440" tIns="45720" rIns="91440" bIns="45720" anchor="t">
            <a:spAutoFit/>
          </a:bodyPr>
          <a:lstStyle/>
          <a:p>
            <a:pPr algn="ctr"/>
            <a:r>
              <a:rPr lang="en-IN" sz="600" b="1">
                <a:latin typeface="Montserrat"/>
              </a:rPr>
              <a:t>Powered By </a:t>
            </a:r>
            <a:br>
              <a:rPr lang="en-IN" sz="600" b="1">
                <a:latin typeface="Montserrat" panose="00000500000000000000" pitchFamily="2" charset="0"/>
              </a:rPr>
            </a:br>
            <a:r>
              <a:rPr lang="en-IN" sz="600">
                <a:latin typeface="Montserrat"/>
              </a:rPr>
              <a:t>ML</a:t>
            </a:r>
            <a:endParaRPr lang="en-US" sz="600">
              <a:latin typeface="Montserrat" panose="00000500000000000000" pitchFamily="2" charset="0"/>
            </a:endParaRPr>
          </a:p>
        </p:txBody>
      </p:sp>
      <p:sp>
        <p:nvSpPr>
          <p:cNvPr id="103" name="TextBox 102">
            <a:extLst>
              <a:ext uri="{FF2B5EF4-FFF2-40B4-BE49-F238E27FC236}">
                <a16:creationId xmlns:a16="http://schemas.microsoft.com/office/drawing/2014/main" id="{199C2C35-2F7F-1EE7-735E-88F554A4EADE}"/>
              </a:ext>
            </a:extLst>
          </p:cNvPr>
          <p:cNvSpPr txBox="1"/>
          <p:nvPr/>
        </p:nvSpPr>
        <p:spPr>
          <a:xfrm>
            <a:off x="4562100" y="3221142"/>
            <a:ext cx="1029455" cy="276999"/>
          </a:xfrm>
          <a:prstGeom prst="rect">
            <a:avLst/>
          </a:prstGeom>
          <a:noFill/>
        </p:spPr>
        <p:txBody>
          <a:bodyPr wrap="square">
            <a:spAutoFit/>
          </a:bodyPr>
          <a:lstStyle/>
          <a:p>
            <a:pPr algn="ctr"/>
            <a:r>
              <a:rPr lang="en-IN" sz="600" b="1">
                <a:latin typeface="Montserrat" panose="00000500000000000000" pitchFamily="2" charset="0"/>
              </a:rPr>
              <a:t>Powered By </a:t>
            </a:r>
            <a:br>
              <a:rPr lang="en-IN" sz="600" b="1">
                <a:latin typeface="Montserrat" panose="00000500000000000000" pitchFamily="2" charset="0"/>
              </a:rPr>
            </a:br>
            <a:r>
              <a:rPr lang="en-IN" sz="600">
                <a:latin typeface="Montserrat" panose="00000500000000000000" pitchFamily="2" charset="0"/>
              </a:rPr>
              <a:t>ML Forecasting</a:t>
            </a:r>
            <a:endParaRPr lang="en-US" sz="600">
              <a:latin typeface="Montserrat" panose="00000500000000000000" pitchFamily="2" charset="0"/>
            </a:endParaRPr>
          </a:p>
        </p:txBody>
      </p:sp>
      <p:sp>
        <p:nvSpPr>
          <p:cNvPr id="104" name="TextBox 103">
            <a:extLst>
              <a:ext uri="{FF2B5EF4-FFF2-40B4-BE49-F238E27FC236}">
                <a16:creationId xmlns:a16="http://schemas.microsoft.com/office/drawing/2014/main" id="{09A8E779-D631-8FF6-46F0-266668F667E2}"/>
              </a:ext>
            </a:extLst>
          </p:cNvPr>
          <p:cNvSpPr txBox="1"/>
          <p:nvPr/>
        </p:nvSpPr>
        <p:spPr>
          <a:xfrm>
            <a:off x="6020450" y="3241174"/>
            <a:ext cx="1029455" cy="276999"/>
          </a:xfrm>
          <a:prstGeom prst="rect">
            <a:avLst/>
          </a:prstGeom>
          <a:noFill/>
        </p:spPr>
        <p:txBody>
          <a:bodyPr wrap="square">
            <a:spAutoFit/>
          </a:bodyPr>
          <a:lstStyle/>
          <a:p>
            <a:pPr algn="ctr"/>
            <a:r>
              <a:rPr lang="en-IN" sz="600" b="1">
                <a:latin typeface="Montserrat" panose="00000500000000000000" pitchFamily="2" charset="0"/>
              </a:rPr>
              <a:t>Powered By </a:t>
            </a:r>
          </a:p>
          <a:p>
            <a:pPr algn="ctr"/>
            <a:r>
              <a:rPr lang="en-IN" sz="600">
                <a:latin typeface="Montserrat" panose="00000500000000000000" pitchFamily="2" charset="0"/>
              </a:rPr>
              <a:t>ML &amp; Risk Models</a:t>
            </a:r>
            <a:endParaRPr lang="en-US" sz="600">
              <a:latin typeface="Montserrat" panose="00000500000000000000" pitchFamily="2" charset="0"/>
            </a:endParaRPr>
          </a:p>
        </p:txBody>
      </p:sp>
      <p:sp>
        <p:nvSpPr>
          <p:cNvPr id="105" name="TextBox 104">
            <a:extLst>
              <a:ext uri="{FF2B5EF4-FFF2-40B4-BE49-F238E27FC236}">
                <a16:creationId xmlns:a16="http://schemas.microsoft.com/office/drawing/2014/main" id="{B760BF76-EBC0-CA53-CE65-18A87C835854}"/>
              </a:ext>
            </a:extLst>
          </p:cNvPr>
          <p:cNvSpPr txBox="1"/>
          <p:nvPr/>
        </p:nvSpPr>
        <p:spPr>
          <a:xfrm>
            <a:off x="7516147" y="3274546"/>
            <a:ext cx="1029455" cy="369332"/>
          </a:xfrm>
          <a:prstGeom prst="rect">
            <a:avLst/>
          </a:prstGeom>
          <a:noFill/>
        </p:spPr>
        <p:txBody>
          <a:bodyPr wrap="square">
            <a:spAutoFit/>
          </a:bodyPr>
          <a:lstStyle/>
          <a:p>
            <a:pPr algn="ctr"/>
            <a:r>
              <a:rPr lang="en-IN" sz="600" b="1">
                <a:latin typeface="Montserrat" panose="00000500000000000000" pitchFamily="2" charset="0"/>
              </a:rPr>
              <a:t>Powered By </a:t>
            </a:r>
          </a:p>
          <a:p>
            <a:pPr algn="ctr"/>
            <a:r>
              <a:rPr lang="en-IN" sz="600">
                <a:latin typeface="Montserrat" panose="00000500000000000000" pitchFamily="2" charset="0"/>
              </a:rPr>
              <a:t>Network Optimization</a:t>
            </a:r>
            <a:endParaRPr lang="en-US" sz="600">
              <a:latin typeface="Montserrat" panose="00000500000000000000" pitchFamily="2" charset="0"/>
            </a:endParaRPr>
          </a:p>
        </p:txBody>
      </p:sp>
      <p:sp>
        <p:nvSpPr>
          <p:cNvPr id="106" name="TextBox 105">
            <a:extLst>
              <a:ext uri="{FF2B5EF4-FFF2-40B4-BE49-F238E27FC236}">
                <a16:creationId xmlns:a16="http://schemas.microsoft.com/office/drawing/2014/main" id="{09FB4F95-BAA5-5F89-1FCF-34FE47336DE4}"/>
              </a:ext>
            </a:extLst>
          </p:cNvPr>
          <p:cNvSpPr txBox="1"/>
          <p:nvPr/>
        </p:nvSpPr>
        <p:spPr>
          <a:xfrm>
            <a:off x="8973953" y="3285670"/>
            <a:ext cx="1029455" cy="276999"/>
          </a:xfrm>
          <a:prstGeom prst="rect">
            <a:avLst/>
          </a:prstGeom>
          <a:noFill/>
        </p:spPr>
        <p:txBody>
          <a:bodyPr wrap="square" lIns="91440" tIns="45720" rIns="91440" bIns="45720" anchor="t">
            <a:spAutoFit/>
          </a:bodyPr>
          <a:lstStyle/>
          <a:p>
            <a:pPr algn="ctr"/>
            <a:r>
              <a:rPr lang="en-IN" sz="600" b="1">
                <a:latin typeface="Montserrat" panose="00000500000000000000" pitchFamily="2" charset="0"/>
              </a:rPr>
              <a:t>Powered By </a:t>
            </a:r>
          </a:p>
          <a:p>
            <a:pPr algn="ctr"/>
            <a:r>
              <a:rPr lang="en-IN" sz="600">
                <a:latin typeface="Montserrat"/>
              </a:rPr>
              <a:t>ML Models</a:t>
            </a:r>
            <a:endParaRPr lang="en-US"/>
          </a:p>
        </p:txBody>
      </p:sp>
      <p:sp>
        <p:nvSpPr>
          <p:cNvPr id="108" name="TextBox 107">
            <a:extLst>
              <a:ext uri="{FF2B5EF4-FFF2-40B4-BE49-F238E27FC236}">
                <a16:creationId xmlns:a16="http://schemas.microsoft.com/office/drawing/2014/main" id="{594901D6-E02A-2D4E-7AC5-7910A98CDDB3}"/>
              </a:ext>
            </a:extLst>
          </p:cNvPr>
          <p:cNvSpPr txBox="1"/>
          <p:nvPr/>
        </p:nvSpPr>
        <p:spPr>
          <a:xfrm>
            <a:off x="10420972" y="3221225"/>
            <a:ext cx="1029455" cy="369332"/>
          </a:xfrm>
          <a:prstGeom prst="rect">
            <a:avLst/>
          </a:prstGeom>
          <a:noFill/>
        </p:spPr>
        <p:txBody>
          <a:bodyPr wrap="square">
            <a:spAutoFit/>
          </a:bodyPr>
          <a:lstStyle/>
          <a:p>
            <a:pPr algn="ctr"/>
            <a:r>
              <a:rPr lang="en-IN" sz="600" b="1">
                <a:latin typeface="Montserrat" panose="00000500000000000000" pitchFamily="2" charset="0"/>
              </a:rPr>
              <a:t>Powered By </a:t>
            </a:r>
            <a:br>
              <a:rPr lang="en-IN" sz="600" b="1">
                <a:latin typeface="Montserrat" panose="00000500000000000000" pitchFamily="2" charset="0"/>
              </a:rPr>
            </a:br>
            <a:r>
              <a:rPr lang="en-IN" sz="600">
                <a:latin typeface="Montserrat" panose="00000500000000000000" pitchFamily="2" charset="0"/>
              </a:rPr>
              <a:t>Cause &amp; Effect Analytics</a:t>
            </a:r>
            <a:endParaRPr lang="en-US" sz="600">
              <a:latin typeface="Montserrat" panose="00000500000000000000" pitchFamily="2" charset="0"/>
            </a:endParaRPr>
          </a:p>
        </p:txBody>
      </p:sp>
      <p:sp>
        <p:nvSpPr>
          <p:cNvPr id="110" name="TextBox 109">
            <a:extLst>
              <a:ext uri="{FF2B5EF4-FFF2-40B4-BE49-F238E27FC236}">
                <a16:creationId xmlns:a16="http://schemas.microsoft.com/office/drawing/2014/main" id="{01F16DAC-982A-8F64-E899-43D942C16B97}"/>
              </a:ext>
            </a:extLst>
          </p:cNvPr>
          <p:cNvSpPr txBox="1"/>
          <p:nvPr/>
        </p:nvSpPr>
        <p:spPr>
          <a:xfrm>
            <a:off x="3123716" y="2134244"/>
            <a:ext cx="1061891" cy="854080"/>
          </a:xfrm>
          <a:prstGeom prst="rect">
            <a:avLst/>
          </a:prstGeom>
          <a:noFill/>
        </p:spPr>
        <p:txBody>
          <a:bodyPr wrap="square">
            <a:spAutoFit/>
          </a:bodyPr>
          <a:lstStyle/>
          <a:p>
            <a:pPr marL="171450" indent="-171450">
              <a:spcBef>
                <a:spcPts val="300"/>
              </a:spcBef>
              <a:buFont typeface="Wingdings" panose="05000000000000000000" pitchFamily="2" charset="2"/>
              <a:buChar char="v"/>
            </a:pPr>
            <a:r>
              <a:rPr lang="en-US" sz="700">
                <a:latin typeface="Montserrat" panose="00000500000000000000" pitchFamily="2" charset="0"/>
              </a:rPr>
              <a:t>Store scoring</a:t>
            </a:r>
          </a:p>
          <a:p>
            <a:pPr marL="171450" indent="-171450">
              <a:spcBef>
                <a:spcPts val="300"/>
              </a:spcBef>
              <a:buFont typeface="Wingdings" panose="05000000000000000000" pitchFamily="2" charset="2"/>
              <a:buChar char="v"/>
            </a:pPr>
            <a:r>
              <a:rPr lang="en-US" sz="700">
                <a:latin typeface="Montserrat" panose="00000500000000000000" pitchFamily="2" charset="0"/>
              </a:rPr>
              <a:t>Financial modeling</a:t>
            </a:r>
          </a:p>
          <a:p>
            <a:pPr marL="171450" indent="-171450">
              <a:spcBef>
                <a:spcPts val="300"/>
              </a:spcBef>
              <a:buFont typeface="Wingdings" panose="05000000000000000000" pitchFamily="2" charset="2"/>
              <a:buChar char="v"/>
            </a:pPr>
            <a:r>
              <a:rPr lang="en-US" sz="700">
                <a:latin typeface="Montserrat" panose="00000500000000000000" pitchFamily="2" charset="0"/>
              </a:rPr>
              <a:t>Strategic fit</a:t>
            </a:r>
          </a:p>
          <a:p>
            <a:pPr marL="171450" indent="-171450">
              <a:spcBef>
                <a:spcPts val="300"/>
              </a:spcBef>
              <a:buFont typeface="Wingdings" panose="05000000000000000000" pitchFamily="2" charset="2"/>
              <a:buChar char="v"/>
            </a:pPr>
            <a:r>
              <a:rPr lang="en-US" sz="700">
                <a:latin typeface="Montserrat" panose="00000500000000000000" pitchFamily="2" charset="0"/>
              </a:rPr>
              <a:t>Scenario analysis</a:t>
            </a:r>
          </a:p>
        </p:txBody>
      </p:sp>
      <p:sp>
        <p:nvSpPr>
          <p:cNvPr id="111" name="TextBox 110">
            <a:extLst>
              <a:ext uri="{FF2B5EF4-FFF2-40B4-BE49-F238E27FC236}">
                <a16:creationId xmlns:a16="http://schemas.microsoft.com/office/drawing/2014/main" id="{D3AE1539-3AB6-A87F-EADB-E1CCF6A3CCF7}"/>
              </a:ext>
            </a:extLst>
          </p:cNvPr>
          <p:cNvSpPr txBox="1"/>
          <p:nvPr/>
        </p:nvSpPr>
        <p:spPr>
          <a:xfrm>
            <a:off x="4563059" y="2162054"/>
            <a:ext cx="1061891" cy="815608"/>
          </a:xfrm>
          <a:prstGeom prst="rect">
            <a:avLst/>
          </a:prstGeom>
          <a:noFill/>
        </p:spPr>
        <p:txBody>
          <a:bodyPr wrap="square" lIns="91440" tIns="45720" rIns="91440" bIns="45720" anchor="t">
            <a:spAutoFit/>
          </a:bodyPr>
          <a:lstStyle/>
          <a:p>
            <a:pPr marL="171450" indent="-171450">
              <a:spcBef>
                <a:spcPts val="300"/>
              </a:spcBef>
              <a:buFont typeface="Wingdings" panose="05000000000000000000" pitchFamily="2" charset="2"/>
              <a:buChar char="v"/>
            </a:pPr>
            <a:r>
              <a:rPr lang="en-US" sz="700">
                <a:latin typeface="Montserrat" panose="00000500000000000000" pitchFamily="2" charset="0"/>
              </a:rPr>
              <a:t>SKU &amp; material forecast</a:t>
            </a:r>
          </a:p>
          <a:p>
            <a:pPr marL="171450" indent="-171450">
              <a:spcBef>
                <a:spcPts val="300"/>
              </a:spcBef>
              <a:buFont typeface="Wingdings" panose="05000000000000000000" pitchFamily="2" charset="2"/>
              <a:buChar char="v"/>
            </a:pPr>
            <a:r>
              <a:rPr lang="en-US" sz="700">
                <a:latin typeface="Montserrat" panose="00000500000000000000" pitchFamily="2" charset="0"/>
              </a:rPr>
              <a:t>Demand sensing</a:t>
            </a:r>
          </a:p>
          <a:p>
            <a:pPr marL="171450" indent="-171450">
              <a:spcBef>
                <a:spcPts val="300"/>
              </a:spcBef>
              <a:buFont typeface="Wingdings" panose="05000000000000000000" pitchFamily="2" charset="2"/>
              <a:buChar char="v"/>
            </a:pPr>
            <a:r>
              <a:rPr lang="en-US" sz="700">
                <a:latin typeface="Montserrat" panose="00000500000000000000" pitchFamily="2" charset="0"/>
              </a:rPr>
              <a:t>Substitution logic</a:t>
            </a:r>
          </a:p>
        </p:txBody>
      </p:sp>
      <p:sp>
        <p:nvSpPr>
          <p:cNvPr id="112" name="TextBox 111">
            <a:extLst>
              <a:ext uri="{FF2B5EF4-FFF2-40B4-BE49-F238E27FC236}">
                <a16:creationId xmlns:a16="http://schemas.microsoft.com/office/drawing/2014/main" id="{943C60AD-BC98-1B87-667E-8ABC089CF702}"/>
              </a:ext>
            </a:extLst>
          </p:cNvPr>
          <p:cNvSpPr txBox="1"/>
          <p:nvPr/>
        </p:nvSpPr>
        <p:spPr>
          <a:xfrm>
            <a:off x="6002666" y="2134244"/>
            <a:ext cx="1090427" cy="707886"/>
          </a:xfrm>
          <a:prstGeom prst="rect">
            <a:avLst/>
          </a:prstGeom>
          <a:noFill/>
        </p:spPr>
        <p:txBody>
          <a:bodyPr wrap="square" lIns="91440" tIns="45720" rIns="91440" bIns="45720" anchor="t">
            <a:spAutoFit/>
          </a:bodyPr>
          <a:lstStyle/>
          <a:p>
            <a:pPr marL="171450" indent="-171450">
              <a:spcBef>
                <a:spcPts val="300"/>
              </a:spcBef>
              <a:buFont typeface="Wingdings" panose="05000000000000000000" pitchFamily="2" charset="2"/>
              <a:buChar char="v"/>
            </a:pPr>
            <a:r>
              <a:rPr lang="en-US" sz="700">
                <a:latin typeface="Montserrat" panose="00000500000000000000" pitchFamily="2" charset="0"/>
              </a:rPr>
              <a:t>Supplier segmentation</a:t>
            </a:r>
          </a:p>
          <a:p>
            <a:pPr marL="171450" indent="-171450">
              <a:spcBef>
                <a:spcPts val="300"/>
              </a:spcBef>
              <a:buFont typeface="Wingdings" panose="05000000000000000000" pitchFamily="2" charset="2"/>
              <a:buChar char="v"/>
            </a:pPr>
            <a:r>
              <a:rPr lang="en-US" sz="700">
                <a:latin typeface="Montserrat" panose="00000500000000000000" pitchFamily="2" charset="0"/>
              </a:rPr>
              <a:t>Capacity planning</a:t>
            </a:r>
          </a:p>
          <a:p>
            <a:pPr marL="171450" indent="-171450">
              <a:spcBef>
                <a:spcPts val="300"/>
              </a:spcBef>
              <a:buFont typeface="Wingdings" panose="05000000000000000000" pitchFamily="2" charset="2"/>
              <a:buChar char="v"/>
            </a:pPr>
            <a:r>
              <a:rPr lang="en-US" sz="700">
                <a:latin typeface="Montserrat" panose="00000500000000000000" pitchFamily="2" charset="0"/>
              </a:rPr>
              <a:t>Risk &amp; reliability</a:t>
            </a:r>
          </a:p>
        </p:txBody>
      </p:sp>
      <p:sp>
        <p:nvSpPr>
          <p:cNvPr id="113" name="TextBox 112">
            <a:extLst>
              <a:ext uri="{FF2B5EF4-FFF2-40B4-BE49-F238E27FC236}">
                <a16:creationId xmlns:a16="http://schemas.microsoft.com/office/drawing/2014/main" id="{98B588B3-A206-FB5F-CA0C-5E0158413917}"/>
              </a:ext>
            </a:extLst>
          </p:cNvPr>
          <p:cNvSpPr txBox="1"/>
          <p:nvPr/>
        </p:nvSpPr>
        <p:spPr>
          <a:xfrm>
            <a:off x="7516147" y="2167616"/>
            <a:ext cx="1052976" cy="707886"/>
          </a:xfrm>
          <a:prstGeom prst="rect">
            <a:avLst/>
          </a:prstGeom>
          <a:noFill/>
        </p:spPr>
        <p:txBody>
          <a:bodyPr wrap="square" lIns="91440" tIns="45720" rIns="91440" bIns="45720" anchor="t">
            <a:spAutoFit/>
          </a:bodyPr>
          <a:lstStyle/>
          <a:p>
            <a:pPr marL="171450" indent="-171450">
              <a:spcBef>
                <a:spcPts val="300"/>
              </a:spcBef>
              <a:buFont typeface="Wingdings" panose="05000000000000000000" pitchFamily="2" charset="2"/>
              <a:buChar char="v"/>
            </a:pPr>
            <a:r>
              <a:rPr lang="en-US" sz="700">
                <a:latin typeface="Montserrat" panose="00000500000000000000" pitchFamily="2" charset="0"/>
              </a:rPr>
              <a:t>Inbound material flow</a:t>
            </a:r>
          </a:p>
          <a:p>
            <a:pPr marL="171450" indent="-171450">
              <a:spcBef>
                <a:spcPts val="300"/>
              </a:spcBef>
              <a:buFont typeface="Wingdings" panose="05000000000000000000" pitchFamily="2" charset="2"/>
              <a:buChar char="v"/>
            </a:pPr>
            <a:r>
              <a:rPr lang="en-US" sz="700">
                <a:latin typeface="Montserrat" panose="00000500000000000000" pitchFamily="2" charset="0"/>
              </a:rPr>
              <a:t>DC allocation</a:t>
            </a:r>
          </a:p>
          <a:p>
            <a:pPr marL="171450" indent="-171450">
              <a:spcBef>
                <a:spcPts val="300"/>
              </a:spcBef>
              <a:buFont typeface="Wingdings" panose="05000000000000000000" pitchFamily="2" charset="2"/>
              <a:buChar char="v"/>
            </a:pPr>
            <a:r>
              <a:rPr lang="en-US" sz="700">
                <a:latin typeface="Montserrat" panose="00000500000000000000" pitchFamily="2" charset="0"/>
              </a:rPr>
              <a:t>Route optimization</a:t>
            </a:r>
          </a:p>
        </p:txBody>
      </p:sp>
      <p:sp>
        <p:nvSpPr>
          <p:cNvPr id="114" name="TextBox 113">
            <a:extLst>
              <a:ext uri="{FF2B5EF4-FFF2-40B4-BE49-F238E27FC236}">
                <a16:creationId xmlns:a16="http://schemas.microsoft.com/office/drawing/2014/main" id="{4F53FAD5-912E-77E5-2614-006707DB2295}"/>
              </a:ext>
            </a:extLst>
          </p:cNvPr>
          <p:cNvSpPr txBox="1"/>
          <p:nvPr/>
        </p:nvSpPr>
        <p:spPr>
          <a:xfrm>
            <a:off x="8974279" y="2178740"/>
            <a:ext cx="1052976" cy="815608"/>
          </a:xfrm>
          <a:prstGeom prst="rect">
            <a:avLst/>
          </a:prstGeom>
          <a:noFill/>
        </p:spPr>
        <p:txBody>
          <a:bodyPr wrap="square" lIns="91440" tIns="45720" rIns="91440" bIns="45720" anchor="t">
            <a:spAutoFit/>
          </a:bodyPr>
          <a:lstStyle/>
          <a:p>
            <a:pPr marL="171450" indent="-171450">
              <a:spcBef>
                <a:spcPts val="300"/>
              </a:spcBef>
              <a:buFont typeface="Wingdings" panose="05000000000000000000" pitchFamily="2" charset="2"/>
              <a:buChar char="v"/>
            </a:pPr>
            <a:r>
              <a:rPr lang="en-US" sz="700">
                <a:latin typeface="Montserrat" panose="00000500000000000000" pitchFamily="2" charset="0"/>
              </a:rPr>
              <a:t>Resource leveling</a:t>
            </a:r>
          </a:p>
          <a:p>
            <a:pPr marL="171450" indent="-171450">
              <a:spcBef>
                <a:spcPts val="300"/>
              </a:spcBef>
              <a:buFont typeface="Wingdings" panose="05000000000000000000" pitchFamily="2" charset="2"/>
              <a:buChar char="v"/>
            </a:pPr>
            <a:r>
              <a:rPr lang="en-US" sz="700">
                <a:latin typeface="Montserrat" panose="00000500000000000000" pitchFamily="2" charset="0"/>
              </a:rPr>
              <a:t>Critical path mgmt.</a:t>
            </a:r>
          </a:p>
          <a:p>
            <a:pPr marL="171450" indent="-171450">
              <a:spcBef>
                <a:spcPts val="300"/>
              </a:spcBef>
              <a:buFont typeface="Wingdings" panose="05000000000000000000" pitchFamily="2" charset="2"/>
              <a:buChar char="v"/>
            </a:pPr>
            <a:r>
              <a:rPr lang="en-US" sz="700">
                <a:latin typeface="Montserrat" panose="00000500000000000000" pitchFamily="2" charset="0"/>
              </a:rPr>
              <a:t>Crew &amp; trade planning</a:t>
            </a:r>
          </a:p>
        </p:txBody>
      </p:sp>
      <p:sp>
        <p:nvSpPr>
          <p:cNvPr id="116" name="TextBox 115">
            <a:extLst>
              <a:ext uri="{FF2B5EF4-FFF2-40B4-BE49-F238E27FC236}">
                <a16:creationId xmlns:a16="http://schemas.microsoft.com/office/drawing/2014/main" id="{0129DD5C-54FE-BE2C-ED54-3B8426C4D50B}"/>
              </a:ext>
            </a:extLst>
          </p:cNvPr>
          <p:cNvSpPr txBox="1"/>
          <p:nvPr/>
        </p:nvSpPr>
        <p:spPr>
          <a:xfrm>
            <a:off x="10435874" y="2134244"/>
            <a:ext cx="1046247" cy="961802"/>
          </a:xfrm>
          <a:prstGeom prst="rect">
            <a:avLst/>
          </a:prstGeom>
          <a:noFill/>
        </p:spPr>
        <p:txBody>
          <a:bodyPr wrap="square">
            <a:spAutoFit/>
          </a:bodyPr>
          <a:lstStyle/>
          <a:p>
            <a:pPr marL="171450" indent="-171450">
              <a:spcBef>
                <a:spcPts val="300"/>
              </a:spcBef>
              <a:buFont typeface="Wingdings" panose="05000000000000000000" pitchFamily="2" charset="2"/>
              <a:buChar char="v"/>
            </a:pPr>
            <a:r>
              <a:rPr lang="en-US" sz="700">
                <a:latin typeface="Montserrat" panose="00000500000000000000" pitchFamily="2" charset="0"/>
              </a:rPr>
              <a:t>Sales lift measurement</a:t>
            </a:r>
          </a:p>
          <a:p>
            <a:pPr marL="171450" indent="-171450">
              <a:spcBef>
                <a:spcPts val="300"/>
              </a:spcBef>
              <a:buFont typeface="Wingdings" panose="05000000000000000000" pitchFamily="2" charset="2"/>
              <a:buChar char="v"/>
            </a:pPr>
            <a:r>
              <a:rPr lang="en-US" sz="700">
                <a:latin typeface="Montserrat" panose="00000500000000000000" pitchFamily="2" charset="0"/>
              </a:rPr>
              <a:t>Traffic &amp; conversion</a:t>
            </a:r>
          </a:p>
          <a:p>
            <a:pPr marL="171450" indent="-171450">
              <a:spcBef>
                <a:spcPts val="300"/>
              </a:spcBef>
              <a:buFont typeface="Wingdings" panose="05000000000000000000" pitchFamily="2" charset="2"/>
              <a:buChar char="v"/>
            </a:pPr>
            <a:r>
              <a:rPr lang="en-US" sz="700">
                <a:latin typeface="Montserrat" panose="00000500000000000000" pitchFamily="2" charset="0"/>
              </a:rPr>
              <a:t>ROI tracking</a:t>
            </a:r>
          </a:p>
          <a:p>
            <a:pPr marL="171450" indent="-171450">
              <a:spcBef>
                <a:spcPts val="300"/>
              </a:spcBef>
              <a:buFont typeface="Wingdings" panose="05000000000000000000" pitchFamily="2" charset="2"/>
              <a:buChar char="v"/>
            </a:pPr>
            <a:r>
              <a:rPr lang="en-US" sz="700">
                <a:latin typeface="Montserrat" panose="00000500000000000000" pitchFamily="2" charset="0"/>
              </a:rPr>
              <a:t>Lessons learned</a:t>
            </a:r>
          </a:p>
        </p:txBody>
      </p:sp>
      <p:cxnSp>
        <p:nvCxnSpPr>
          <p:cNvPr id="118" name="Straight Arrow Connector 117">
            <a:extLst>
              <a:ext uri="{FF2B5EF4-FFF2-40B4-BE49-F238E27FC236}">
                <a16:creationId xmlns:a16="http://schemas.microsoft.com/office/drawing/2014/main" id="{81BF60C1-6EA8-0D32-11C0-62A33E9B2A89}"/>
              </a:ext>
            </a:extLst>
          </p:cNvPr>
          <p:cNvCxnSpPr>
            <a:cxnSpLocks/>
          </p:cNvCxnSpPr>
          <p:nvPr/>
        </p:nvCxnSpPr>
        <p:spPr>
          <a:xfrm>
            <a:off x="5255812" y="4777169"/>
            <a:ext cx="0" cy="212446"/>
          </a:xfrm>
          <a:prstGeom prst="straightConnector1">
            <a:avLst/>
          </a:prstGeom>
          <a:ln w="38100">
            <a:solidFill>
              <a:schemeClr val="bg2"/>
            </a:solidFill>
            <a:tailEnd type="triangle"/>
          </a:ln>
        </p:spPr>
        <p:style>
          <a:lnRef idx="2">
            <a:schemeClr val="accent1"/>
          </a:lnRef>
          <a:fillRef idx="0">
            <a:schemeClr val="accent1"/>
          </a:fillRef>
          <a:effectRef idx="1">
            <a:schemeClr val="accent1"/>
          </a:effectRef>
          <a:fontRef idx="minor">
            <a:schemeClr val="tx1"/>
          </a:fontRef>
        </p:style>
      </p:cxnSp>
      <p:cxnSp>
        <p:nvCxnSpPr>
          <p:cNvPr id="120" name="Straight Arrow Connector 119">
            <a:extLst>
              <a:ext uri="{FF2B5EF4-FFF2-40B4-BE49-F238E27FC236}">
                <a16:creationId xmlns:a16="http://schemas.microsoft.com/office/drawing/2014/main" id="{978EAC57-B4D2-9B87-A64B-134666ED6D8F}"/>
              </a:ext>
            </a:extLst>
          </p:cNvPr>
          <p:cNvCxnSpPr>
            <a:cxnSpLocks/>
          </p:cNvCxnSpPr>
          <p:nvPr/>
        </p:nvCxnSpPr>
        <p:spPr>
          <a:xfrm flipV="1">
            <a:off x="5930726" y="4784797"/>
            <a:ext cx="0" cy="212446"/>
          </a:xfrm>
          <a:prstGeom prst="straightConnector1">
            <a:avLst/>
          </a:prstGeom>
          <a:ln w="38100">
            <a:solidFill>
              <a:schemeClr val="bg2"/>
            </a:solidFill>
            <a:tailEnd type="triangle"/>
          </a:ln>
        </p:spPr>
        <p:style>
          <a:lnRef idx="2">
            <a:schemeClr val="accent1"/>
          </a:lnRef>
          <a:fillRef idx="0">
            <a:schemeClr val="accent1"/>
          </a:fillRef>
          <a:effectRef idx="1">
            <a:schemeClr val="accent1"/>
          </a:effectRef>
          <a:fontRef idx="minor">
            <a:schemeClr val="tx1"/>
          </a:fontRef>
        </p:style>
      </p:cxnSp>
      <p:sp>
        <p:nvSpPr>
          <p:cNvPr id="124" name="TextBox 123">
            <a:extLst>
              <a:ext uri="{FF2B5EF4-FFF2-40B4-BE49-F238E27FC236}">
                <a16:creationId xmlns:a16="http://schemas.microsoft.com/office/drawing/2014/main" id="{49164C2E-FFA6-3E7F-4E67-A1B5C0C11CF9}"/>
              </a:ext>
            </a:extLst>
          </p:cNvPr>
          <p:cNvSpPr txBox="1"/>
          <p:nvPr/>
        </p:nvSpPr>
        <p:spPr>
          <a:xfrm>
            <a:off x="542682" y="5338406"/>
            <a:ext cx="1233082" cy="215444"/>
          </a:xfrm>
          <a:prstGeom prst="rect">
            <a:avLst/>
          </a:prstGeom>
          <a:noFill/>
        </p:spPr>
        <p:txBody>
          <a:bodyPr wrap="square">
            <a:spAutoFit/>
          </a:bodyPr>
          <a:lstStyle/>
          <a:p>
            <a:r>
              <a:rPr lang="en-US" sz="800" b="1">
                <a:latin typeface="Montserrat" panose="00000500000000000000" pitchFamily="2" charset="0"/>
              </a:rPr>
              <a:t>Machine Learning</a:t>
            </a:r>
          </a:p>
        </p:txBody>
      </p:sp>
      <p:sp>
        <p:nvSpPr>
          <p:cNvPr id="125" name="TextBox 124">
            <a:extLst>
              <a:ext uri="{FF2B5EF4-FFF2-40B4-BE49-F238E27FC236}">
                <a16:creationId xmlns:a16="http://schemas.microsoft.com/office/drawing/2014/main" id="{AC924A08-A4CA-4CF5-78AC-C3431D0684B1}"/>
              </a:ext>
            </a:extLst>
          </p:cNvPr>
          <p:cNvSpPr txBox="1"/>
          <p:nvPr/>
        </p:nvSpPr>
        <p:spPr>
          <a:xfrm>
            <a:off x="1936987" y="5328251"/>
            <a:ext cx="1366115" cy="215444"/>
          </a:xfrm>
          <a:prstGeom prst="rect">
            <a:avLst/>
          </a:prstGeom>
          <a:noFill/>
        </p:spPr>
        <p:txBody>
          <a:bodyPr wrap="square">
            <a:spAutoFit/>
          </a:bodyPr>
          <a:lstStyle/>
          <a:p>
            <a:r>
              <a:rPr lang="en-US" sz="800" b="1">
                <a:latin typeface="Montserrat" panose="00000500000000000000" pitchFamily="2" charset="0"/>
              </a:rPr>
              <a:t>Optimization</a:t>
            </a:r>
          </a:p>
        </p:txBody>
      </p:sp>
      <p:sp>
        <p:nvSpPr>
          <p:cNvPr id="126" name="TextBox 125">
            <a:extLst>
              <a:ext uri="{FF2B5EF4-FFF2-40B4-BE49-F238E27FC236}">
                <a16:creationId xmlns:a16="http://schemas.microsoft.com/office/drawing/2014/main" id="{CA9745B9-6988-FCA2-2E8A-2CE0B4A3331D}"/>
              </a:ext>
            </a:extLst>
          </p:cNvPr>
          <p:cNvSpPr txBox="1"/>
          <p:nvPr/>
        </p:nvSpPr>
        <p:spPr>
          <a:xfrm>
            <a:off x="3547604" y="5301118"/>
            <a:ext cx="1153206" cy="338554"/>
          </a:xfrm>
          <a:prstGeom prst="rect">
            <a:avLst/>
          </a:prstGeom>
          <a:noFill/>
        </p:spPr>
        <p:txBody>
          <a:bodyPr wrap="square">
            <a:spAutoFit/>
          </a:bodyPr>
          <a:lstStyle/>
          <a:p>
            <a:r>
              <a:rPr lang="en-US" sz="800" b="1">
                <a:latin typeface="Montserrat" panose="00000500000000000000" pitchFamily="2" charset="0"/>
              </a:rPr>
              <a:t>Constraint Programming</a:t>
            </a:r>
          </a:p>
        </p:txBody>
      </p:sp>
      <p:sp>
        <p:nvSpPr>
          <p:cNvPr id="127" name="TextBox 126">
            <a:extLst>
              <a:ext uri="{FF2B5EF4-FFF2-40B4-BE49-F238E27FC236}">
                <a16:creationId xmlns:a16="http://schemas.microsoft.com/office/drawing/2014/main" id="{CF80D4CA-3C35-23F3-7FA6-91CDA334C787}"/>
              </a:ext>
            </a:extLst>
          </p:cNvPr>
          <p:cNvSpPr txBox="1"/>
          <p:nvPr/>
        </p:nvSpPr>
        <p:spPr>
          <a:xfrm>
            <a:off x="5028329" y="5340243"/>
            <a:ext cx="1208971" cy="338554"/>
          </a:xfrm>
          <a:prstGeom prst="rect">
            <a:avLst/>
          </a:prstGeom>
          <a:noFill/>
        </p:spPr>
        <p:txBody>
          <a:bodyPr wrap="square">
            <a:spAutoFit/>
          </a:bodyPr>
          <a:lstStyle/>
          <a:p>
            <a:r>
              <a:rPr lang="en-US" sz="800" b="1">
                <a:latin typeface="Montserrat" panose="00000500000000000000" pitchFamily="2" charset="0"/>
              </a:rPr>
              <a:t>Simulation &amp; Scenario Analysis</a:t>
            </a:r>
          </a:p>
        </p:txBody>
      </p:sp>
      <p:sp>
        <p:nvSpPr>
          <p:cNvPr id="128" name="TextBox 127">
            <a:extLst>
              <a:ext uri="{FF2B5EF4-FFF2-40B4-BE49-F238E27FC236}">
                <a16:creationId xmlns:a16="http://schemas.microsoft.com/office/drawing/2014/main" id="{68E3B400-A36C-A591-B121-C6016B1D7D9F}"/>
              </a:ext>
            </a:extLst>
          </p:cNvPr>
          <p:cNvSpPr txBox="1"/>
          <p:nvPr/>
        </p:nvSpPr>
        <p:spPr>
          <a:xfrm>
            <a:off x="6515596" y="5301118"/>
            <a:ext cx="1170203" cy="338554"/>
          </a:xfrm>
          <a:prstGeom prst="rect">
            <a:avLst/>
          </a:prstGeom>
          <a:noFill/>
        </p:spPr>
        <p:txBody>
          <a:bodyPr wrap="square">
            <a:spAutoFit/>
          </a:bodyPr>
          <a:lstStyle/>
          <a:p>
            <a:r>
              <a:rPr lang="en-US" sz="800" b="1">
                <a:latin typeface="Montserrat" panose="00000500000000000000" pitchFamily="2" charset="0"/>
              </a:rPr>
              <a:t>Natural Language Processing</a:t>
            </a:r>
          </a:p>
        </p:txBody>
      </p:sp>
      <p:sp>
        <p:nvSpPr>
          <p:cNvPr id="130" name="TextBox 129">
            <a:extLst>
              <a:ext uri="{FF2B5EF4-FFF2-40B4-BE49-F238E27FC236}">
                <a16:creationId xmlns:a16="http://schemas.microsoft.com/office/drawing/2014/main" id="{BFE611CF-0537-AD39-4726-1F7058A92A9E}"/>
              </a:ext>
            </a:extLst>
          </p:cNvPr>
          <p:cNvSpPr txBox="1"/>
          <p:nvPr/>
        </p:nvSpPr>
        <p:spPr>
          <a:xfrm>
            <a:off x="542682" y="5650496"/>
            <a:ext cx="1322209" cy="733534"/>
          </a:xfrm>
          <a:prstGeom prst="rect">
            <a:avLst/>
          </a:prstGeom>
          <a:noFill/>
        </p:spPr>
        <p:txBody>
          <a:bodyPr wrap="square">
            <a:spAutoFit/>
          </a:bodyPr>
          <a:lstStyle/>
          <a:p>
            <a:pPr marL="171450" indent="-171450">
              <a:spcBef>
                <a:spcPts val="200"/>
              </a:spcBef>
              <a:buFont typeface="Wingdings" panose="05000000000000000000" pitchFamily="2" charset="2"/>
              <a:buChar char="v"/>
            </a:pPr>
            <a:r>
              <a:rPr lang="en-US" sz="700">
                <a:latin typeface="Montserrat" panose="00000500000000000000" pitchFamily="2" charset="0"/>
              </a:rPr>
              <a:t>Demand Forecasting</a:t>
            </a:r>
          </a:p>
          <a:p>
            <a:pPr marL="171450" indent="-171450">
              <a:spcBef>
                <a:spcPts val="200"/>
              </a:spcBef>
              <a:buFont typeface="Wingdings" panose="05000000000000000000" pitchFamily="2" charset="2"/>
              <a:buChar char="v"/>
            </a:pPr>
            <a:r>
              <a:rPr lang="en-US" sz="700">
                <a:latin typeface="Montserrat" panose="00000500000000000000" pitchFamily="2" charset="0"/>
              </a:rPr>
              <a:t>Store Scoring</a:t>
            </a:r>
          </a:p>
          <a:p>
            <a:pPr marL="171450" indent="-171450">
              <a:spcBef>
                <a:spcPts val="200"/>
              </a:spcBef>
              <a:buFont typeface="Wingdings" panose="05000000000000000000" pitchFamily="2" charset="2"/>
              <a:buChar char="v"/>
            </a:pPr>
            <a:r>
              <a:rPr lang="en-US" sz="700">
                <a:latin typeface="Montserrat" panose="00000500000000000000" pitchFamily="2" charset="0"/>
              </a:rPr>
              <a:t>Cost Forecasting</a:t>
            </a:r>
          </a:p>
          <a:p>
            <a:pPr marL="171450" indent="-171450">
              <a:spcBef>
                <a:spcPts val="200"/>
              </a:spcBef>
              <a:buFont typeface="Wingdings" panose="05000000000000000000" pitchFamily="2" charset="2"/>
              <a:buChar char="v"/>
            </a:pPr>
            <a:r>
              <a:rPr lang="en-US" sz="700">
                <a:latin typeface="Montserrat" panose="00000500000000000000" pitchFamily="2" charset="0"/>
              </a:rPr>
              <a:t>Risk Prediction</a:t>
            </a:r>
          </a:p>
          <a:p>
            <a:pPr marL="171450" indent="-171450">
              <a:spcBef>
                <a:spcPts val="200"/>
              </a:spcBef>
              <a:buFont typeface="Wingdings" panose="05000000000000000000" pitchFamily="2" charset="2"/>
              <a:buChar char="v"/>
            </a:pPr>
            <a:r>
              <a:rPr lang="en-US" sz="700">
                <a:latin typeface="Montserrat" panose="00000500000000000000" pitchFamily="2" charset="0"/>
              </a:rPr>
              <a:t>Sales Uplift Modeling</a:t>
            </a:r>
          </a:p>
        </p:txBody>
      </p:sp>
      <p:sp>
        <p:nvSpPr>
          <p:cNvPr id="131" name="TextBox 130">
            <a:extLst>
              <a:ext uri="{FF2B5EF4-FFF2-40B4-BE49-F238E27FC236}">
                <a16:creationId xmlns:a16="http://schemas.microsoft.com/office/drawing/2014/main" id="{5C101BA6-A5AE-21E0-7107-51533CD2D99F}"/>
              </a:ext>
            </a:extLst>
          </p:cNvPr>
          <p:cNvSpPr txBox="1"/>
          <p:nvPr/>
        </p:nvSpPr>
        <p:spPr>
          <a:xfrm>
            <a:off x="1936987" y="5650496"/>
            <a:ext cx="1422804" cy="733534"/>
          </a:xfrm>
          <a:prstGeom prst="rect">
            <a:avLst/>
          </a:prstGeom>
          <a:noFill/>
        </p:spPr>
        <p:txBody>
          <a:bodyPr wrap="square">
            <a:spAutoFit/>
          </a:bodyPr>
          <a:lstStyle/>
          <a:p>
            <a:pPr marL="171450" indent="-171450">
              <a:spcBef>
                <a:spcPts val="200"/>
              </a:spcBef>
              <a:buFont typeface="Wingdings" panose="05000000000000000000" pitchFamily="2" charset="2"/>
              <a:buChar char="v"/>
            </a:pPr>
            <a:r>
              <a:rPr lang="en-US" sz="700">
                <a:latin typeface="Montserrat" panose="00000500000000000000" pitchFamily="2" charset="0"/>
              </a:rPr>
              <a:t>Portfolio Optimization</a:t>
            </a:r>
          </a:p>
          <a:p>
            <a:pPr marL="171450" indent="-171450">
              <a:spcBef>
                <a:spcPts val="200"/>
              </a:spcBef>
              <a:buFont typeface="Wingdings" panose="05000000000000000000" pitchFamily="2" charset="2"/>
              <a:buChar char="v"/>
            </a:pPr>
            <a:r>
              <a:rPr lang="en-US" sz="700">
                <a:latin typeface="Montserrat" panose="00000500000000000000" pitchFamily="2" charset="0"/>
              </a:rPr>
              <a:t>Material Allocation</a:t>
            </a:r>
          </a:p>
          <a:p>
            <a:pPr marL="171450" indent="-171450">
              <a:spcBef>
                <a:spcPts val="200"/>
              </a:spcBef>
              <a:buFont typeface="Wingdings" panose="05000000000000000000" pitchFamily="2" charset="2"/>
              <a:buChar char="v"/>
            </a:pPr>
            <a:r>
              <a:rPr lang="en-US" sz="700">
                <a:latin typeface="Montserrat" panose="00000500000000000000" pitchFamily="2" charset="0"/>
              </a:rPr>
              <a:t>Supplier Selection</a:t>
            </a:r>
          </a:p>
          <a:p>
            <a:pPr marL="171450" indent="-171450">
              <a:spcBef>
                <a:spcPts val="200"/>
              </a:spcBef>
              <a:buFont typeface="Wingdings" panose="05000000000000000000" pitchFamily="2" charset="2"/>
              <a:buChar char="v"/>
            </a:pPr>
            <a:r>
              <a:rPr lang="en-US" sz="700">
                <a:latin typeface="Montserrat" panose="00000500000000000000" pitchFamily="2" charset="0"/>
              </a:rPr>
              <a:t>Logistics Optimization</a:t>
            </a:r>
          </a:p>
          <a:p>
            <a:pPr marL="171450" indent="-171450">
              <a:spcBef>
                <a:spcPts val="200"/>
              </a:spcBef>
              <a:buFont typeface="Wingdings" panose="05000000000000000000" pitchFamily="2" charset="2"/>
              <a:buChar char="v"/>
            </a:pPr>
            <a:r>
              <a:rPr lang="en-US" sz="700">
                <a:latin typeface="Montserrat" panose="00000500000000000000" pitchFamily="2" charset="0"/>
              </a:rPr>
              <a:t>Budget Optimization</a:t>
            </a:r>
          </a:p>
        </p:txBody>
      </p:sp>
      <p:sp>
        <p:nvSpPr>
          <p:cNvPr id="132" name="TextBox 131">
            <a:extLst>
              <a:ext uri="{FF2B5EF4-FFF2-40B4-BE49-F238E27FC236}">
                <a16:creationId xmlns:a16="http://schemas.microsoft.com/office/drawing/2014/main" id="{1B795A77-9E2C-AAE3-6A79-9A9E4E43626C}"/>
              </a:ext>
            </a:extLst>
          </p:cNvPr>
          <p:cNvSpPr txBox="1"/>
          <p:nvPr/>
        </p:nvSpPr>
        <p:spPr>
          <a:xfrm>
            <a:off x="3547604" y="5650496"/>
            <a:ext cx="1268074" cy="733534"/>
          </a:xfrm>
          <a:prstGeom prst="rect">
            <a:avLst/>
          </a:prstGeom>
          <a:noFill/>
        </p:spPr>
        <p:txBody>
          <a:bodyPr wrap="square">
            <a:spAutoFit/>
          </a:bodyPr>
          <a:lstStyle/>
          <a:p>
            <a:pPr marL="171450" indent="-171450">
              <a:spcBef>
                <a:spcPts val="200"/>
              </a:spcBef>
              <a:buFont typeface="Wingdings" panose="05000000000000000000" pitchFamily="2" charset="2"/>
              <a:buChar char="v"/>
            </a:pPr>
            <a:r>
              <a:rPr lang="en-US" sz="700">
                <a:latin typeface="Montserrat" panose="00000500000000000000" pitchFamily="2" charset="0"/>
              </a:rPr>
              <a:t>Project Scheduling</a:t>
            </a:r>
          </a:p>
          <a:p>
            <a:pPr marL="171450" indent="-171450">
              <a:spcBef>
                <a:spcPts val="200"/>
              </a:spcBef>
              <a:buFont typeface="Wingdings" panose="05000000000000000000" pitchFamily="2" charset="2"/>
              <a:buChar char="v"/>
            </a:pPr>
            <a:r>
              <a:rPr lang="en-US" sz="700">
                <a:latin typeface="Montserrat" panose="00000500000000000000" pitchFamily="2" charset="0"/>
              </a:rPr>
              <a:t>Resource Levelling</a:t>
            </a:r>
          </a:p>
          <a:p>
            <a:pPr marL="171450" indent="-171450">
              <a:spcBef>
                <a:spcPts val="200"/>
              </a:spcBef>
              <a:buFont typeface="Wingdings" panose="05000000000000000000" pitchFamily="2" charset="2"/>
              <a:buChar char="v"/>
            </a:pPr>
            <a:r>
              <a:rPr lang="en-US" sz="700">
                <a:latin typeface="Montserrat" panose="00000500000000000000" pitchFamily="2" charset="0"/>
              </a:rPr>
              <a:t>Trade Sequencing</a:t>
            </a:r>
          </a:p>
          <a:p>
            <a:pPr marL="171450" indent="-171450">
              <a:spcBef>
                <a:spcPts val="200"/>
              </a:spcBef>
              <a:buFont typeface="Wingdings" panose="05000000000000000000" pitchFamily="2" charset="2"/>
              <a:buChar char="v"/>
            </a:pPr>
            <a:r>
              <a:rPr lang="en-US" sz="700">
                <a:latin typeface="Montserrat" panose="00000500000000000000" pitchFamily="2" charset="0"/>
              </a:rPr>
              <a:t>Dependency Mgmt.</a:t>
            </a:r>
          </a:p>
          <a:p>
            <a:pPr marL="171450" indent="-171450">
              <a:spcBef>
                <a:spcPts val="200"/>
              </a:spcBef>
              <a:buFont typeface="Wingdings" panose="05000000000000000000" pitchFamily="2" charset="2"/>
              <a:buChar char="v"/>
            </a:pPr>
            <a:r>
              <a:rPr lang="en-US" sz="700">
                <a:latin typeface="Montserrat" panose="00000500000000000000" pitchFamily="2" charset="0"/>
              </a:rPr>
              <a:t>Crew Planning</a:t>
            </a:r>
          </a:p>
        </p:txBody>
      </p:sp>
      <p:sp>
        <p:nvSpPr>
          <p:cNvPr id="133" name="TextBox 132">
            <a:extLst>
              <a:ext uri="{FF2B5EF4-FFF2-40B4-BE49-F238E27FC236}">
                <a16:creationId xmlns:a16="http://schemas.microsoft.com/office/drawing/2014/main" id="{14B58D64-8AB8-DE28-694A-5107BEF1070E}"/>
              </a:ext>
            </a:extLst>
          </p:cNvPr>
          <p:cNvSpPr txBox="1"/>
          <p:nvPr/>
        </p:nvSpPr>
        <p:spPr>
          <a:xfrm>
            <a:off x="5028329" y="5632730"/>
            <a:ext cx="1320272" cy="600164"/>
          </a:xfrm>
          <a:prstGeom prst="rect">
            <a:avLst/>
          </a:prstGeom>
          <a:noFill/>
        </p:spPr>
        <p:txBody>
          <a:bodyPr wrap="square" lIns="91440" tIns="45720" rIns="91440" bIns="45720" anchor="t">
            <a:spAutoFit/>
          </a:bodyPr>
          <a:lstStyle/>
          <a:p>
            <a:pPr marL="171450" indent="-171450">
              <a:spcBef>
                <a:spcPts val="200"/>
              </a:spcBef>
              <a:buFont typeface="Wingdings" panose="05000000000000000000" pitchFamily="2" charset="2"/>
              <a:buChar char="v"/>
            </a:pPr>
            <a:r>
              <a:rPr lang="en-US" sz="700">
                <a:latin typeface="Montserrat" panose="00000500000000000000" pitchFamily="2" charset="0"/>
              </a:rPr>
              <a:t>What-if Scenarios</a:t>
            </a:r>
          </a:p>
          <a:p>
            <a:pPr marL="171450" indent="-171450">
              <a:spcBef>
                <a:spcPts val="200"/>
              </a:spcBef>
              <a:buFont typeface="Wingdings" panose="05000000000000000000" pitchFamily="2" charset="2"/>
              <a:buChar char="v"/>
            </a:pPr>
            <a:r>
              <a:rPr lang="en-US" sz="700">
                <a:latin typeface="Montserrat"/>
              </a:rPr>
              <a:t>Disruption Modeling</a:t>
            </a:r>
          </a:p>
          <a:p>
            <a:pPr marL="171450" indent="-171450">
              <a:spcBef>
                <a:spcPts val="200"/>
              </a:spcBef>
              <a:buFont typeface="Wingdings" panose="05000000000000000000" pitchFamily="2" charset="2"/>
              <a:buChar char="v"/>
            </a:pPr>
            <a:r>
              <a:rPr lang="en-US" sz="700">
                <a:latin typeface="Montserrat" panose="00000500000000000000" pitchFamily="2" charset="0"/>
              </a:rPr>
              <a:t>Capacity Simulation</a:t>
            </a:r>
          </a:p>
          <a:p>
            <a:pPr marL="171450" indent="-171450">
              <a:spcBef>
                <a:spcPts val="200"/>
              </a:spcBef>
              <a:buFont typeface="Wingdings" panose="05000000000000000000" pitchFamily="2" charset="2"/>
              <a:buChar char="v"/>
            </a:pPr>
            <a:r>
              <a:rPr lang="en-US" sz="700">
                <a:latin typeface="Montserrat" panose="00000500000000000000" pitchFamily="2" charset="0"/>
              </a:rPr>
              <a:t>Financial Scenarios</a:t>
            </a:r>
          </a:p>
        </p:txBody>
      </p:sp>
      <p:sp>
        <p:nvSpPr>
          <p:cNvPr id="134" name="TextBox 133">
            <a:extLst>
              <a:ext uri="{FF2B5EF4-FFF2-40B4-BE49-F238E27FC236}">
                <a16:creationId xmlns:a16="http://schemas.microsoft.com/office/drawing/2014/main" id="{B95A2A05-70DD-4F4B-587C-2BE8F975AB46}"/>
              </a:ext>
            </a:extLst>
          </p:cNvPr>
          <p:cNvSpPr txBox="1"/>
          <p:nvPr/>
        </p:nvSpPr>
        <p:spPr>
          <a:xfrm>
            <a:off x="6571153" y="5650496"/>
            <a:ext cx="1237534" cy="707886"/>
          </a:xfrm>
          <a:prstGeom prst="rect">
            <a:avLst/>
          </a:prstGeom>
          <a:noFill/>
        </p:spPr>
        <p:txBody>
          <a:bodyPr wrap="square">
            <a:spAutoFit/>
          </a:bodyPr>
          <a:lstStyle/>
          <a:p>
            <a:pPr marL="171450" indent="-171450">
              <a:spcBef>
                <a:spcPts val="200"/>
              </a:spcBef>
              <a:buFont typeface="Wingdings" panose="05000000000000000000" pitchFamily="2" charset="2"/>
              <a:buChar char="v"/>
            </a:pPr>
            <a:r>
              <a:rPr lang="en-US" sz="700">
                <a:latin typeface="Montserrat" panose="00000500000000000000" pitchFamily="2" charset="0"/>
              </a:rPr>
              <a:t>Document Extraction</a:t>
            </a:r>
          </a:p>
          <a:p>
            <a:pPr marL="171450" indent="-171450">
              <a:spcBef>
                <a:spcPts val="200"/>
              </a:spcBef>
              <a:buFont typeface="Wingdings" panose="05000000000000000000" pitchFamily="2" charset="2"/>
              <a:buChar char="v"/>
            </a:pPr>
            <a:r>
              <a:rPr lang="en-US" sz="700">
                <a:latin typeface="Montserrat" panose="00000500000000000000" pitchFamily="2" charset="0"/>
              </a:rPr>
              <a:t>Contract Analysis</a:t>
            </a:r>
          </a:p>
          <a:p>
            <a:pPr marL="171450" indent="-171450">
              <a:spcBef>
                <a:spcPts val="200"/>
              </a:spcBef>
              <a:buFont typeface="Wingdings" panose="05000000000000000000" pitchFamily="2" charset="2"/>
              <a:buChar char="v"/>
            </a:pPr>
            <a:r>
              <a:rPr lang="en-US" sz="700">
                <a:latin typeface="Montserrat" panose="00000500000000000000" pitchFamily="2" charset="0"/>
              </a:rPr>
              <a:t>Vendor Feedback</a:t>
            </a:r>
          </a:p>
          <a:p>
            <a:pPr marL="171450" indent="-171450">
              <a:spcBef>
                <a:spcPts val="200"/>
              </a:spcBef>
              <a:buFont typeface="Wingdings" panose="05000000000000000000" pitchFamily="2" charset="2"/>
              <a:buChar char="v"/>
            </a:pPr>
            <a:r>
              <a:rPr lang="en-US" sz="700">
                <a:latin typeface="Montserrat" panose="00000500000000000000" pitchFamily="2" charset="0"/>
              </a:rPr>
              <a:t>Risk Monitoring</a:t>
            </a:r>
          </a:p>
        </p:txBody>
      </p:sp>
      <p:sp>
        <p:nvSpPr>
          <p:cNvPr id="135" name="Oval 134">
            <a:extLst>
              <a:ext uri="{FF2B5EF4-FFF2-40B4-BE49-F238E27FC236}">
                <a16:creationId xmlns:a16="http://schemas.microsoft.com/office/drawing/2014/main" id="{E92A1356-FF71-39AE-2353-351042468C9B}"/>
              </a:ext>
            </a:extLst>
          </p:cNvPr>
          <p:cNvSpPr/>
          <p:nvPr/>
        </p:nvSpPr>
        <p:spPr>
          <a:xfrm>
            <a:off x="9615581" y="5591372"/>
            <a:ext cx="589779" cy="589779"/>
          </a:xfrm>
          <a:prstGeom prst="ellipse">
            <a:avLst/>
          </a:prstGeom>
          <a:solidFill>
            <a:schemeClr val="bg2"/>
          </a:solidFill>
          <a:ln w="9525">
            <a:solidFill>
              <a:schemeClr val="bg2"/>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TextBox 136">
            <a:extLst>
              <a:ext uri="{FF2B5EF4-FFF2-40B4-BE49-F238E27FC236}">
                <a16:creationId xmlns:a16="http://schemas.microsoft.com/office/drawing/2014/main" id="{64EA2E4F-22D8-620D-8A94-DD4C63AD7A6C}"/>
              </a:ext>
            </a:extLst>
          </p:cNvPr>
          <p:cNvSpPr txBox="1"/>
          <p:nvPr/>
        </p:nvSpPr>
        <p:spPr>
          <a:xfrm>
            <a:off x="9374450" y="5267317"/>
            <a:ext cx="1034657" cy="338554"/>
          </a:xfrm>
          <a:prstGeom prst="rect">
            <a:avLst/>
          </a:prstGeom>
          <a:noFill/>
        </p:spPr>
        <p:txBody>
          <a:bodyPr wrap="square">
            <a:spAutoFit/>
          </a:bodyPr>
          <a:lstStyle/>
          <a:p>
            <a:pPr algn="ctr"/>
            <a:r>
              <a:rPr lang="en-US" sz="800">
                <a:latin typeface="Montserrat" panose="00000500000000000000" pitchFamily="2" charset="0"/>
              </a:rPr>
              <a:t>Real-time Project Data</a:t>
            </a:r>
          </a:p>
        </p:txBody>
      </p:sp>
      <p:sp>
        <p:nvSpPr>
          <p:cNvPr id="138" name="TextBox 137">
            <a:extLst>
              <a:ext uri="{FF2B5EF4-FFF2-40B4-BE49-F238E27FC236}">
                <a16:creationId xmlns:a16="http://schemas.microsoft.com/office/drawing/2014/main" id="{7307FD63-4D5A-820F-63B6-7BE50442D181}"/>
              </a:ext>
            </a:extLst>
          </p:cNvPr>
          <p:cNvSpPr txBox="1"/>
          <p:nvPr/>
        </p:nvSpPr>
        <p:spPr>
          <a:xfrm>
            <a:off x="8546874" y="5659050"/>
            <a:ext cx="1034657" cy="338554"/>
          </a:xfrm>
          <a:prstGeom prst="rect">
            <a:avLst/>
          </a:prstGeom>
          <a:noFill/>
        </p:spPr>
        <p:txBody>
          <a:bodyPr wrap="square">
            <a:spAutoFit/>
          </a:bodyPr>
          <a:lstStyle/>
          <a:p>
            <a:pPr algn="ctr"/>
            <a:r>
              <a:rPr lang="en-US" sz="800">
                <a:latin typeface="Montserrat" panose="00000500000000000000" pitchFamily="2" charset="0"/>
              </a:rPr>
              <a:t>What –if Scenarios</a:t>
            </a:r>
          </a:p>
        </p:txBody>
      </p:sp>
      <p:sp>
        <p:nvSpPr>
          <p:cNvPr id="139" name="TextBox 138">
            <a:extLst>
              <a:ext uri="{FF2B5EF4-FFF2-40B4-BE49-F238E27FC236}">
                <a16:creationId xmlns:a16="http://schemas.microsoft.com/office/drawing/2014/main" id="{DF86B957-8E11-7FA9-8B27-10625A74BF48}"/>
              </a:ext>
            </a:extLst>
          </p:cNvPr>
          <p:cNvSpPr txBox="1"/>
          <p:nvPr/>
        </p:nvSpPr>
        <p:spPr>
          <a:xfrm>
            <a:off x="10258888" y="5670818"/>
            <a:ext cx="1034657" cy="338554"/>
          </a:xfrm>
          <a:prstGeom prst="rect">
            <a:avLst/>
          </a:prstGeom>
          <a:noFill/>
        </p:spPr>
        <p:txBody>
          <a:bodyPr wrap="square">
            <a:spAutoFit/>
          </a:bodyPr>
          <a:lstStyle/>
          <a:p>
            <a:pPr algn="ctr"/>
            <a:r>
              <a:rPr lang="en-US" sz="800">
                <a:latin typeface="Montserrat" panose="00000500000000000000" pitchFamily="2" charset="0"/>
              </a:rPr>
              <a:t>Simulation Engine</a:t>
            </a:r>
          </a:p>
        </p:txBody>
      </p:sp>
      <p:sp>
        <p:nvSpPr>
          <p:cNvPr id="140" name="TextBox 139">
            <a:extLst>
              <a:ext uri="{FF2B5EF4-FFF2-40B4-BE49-F238E27FC236}">
                <a16:creationId xmlns:a16="http://schemas.microsoft.com/office/drawing/2014/main" id="{BCB533E3-2143-A9CD-1A5A-2995852B9333}"/>
              </a:ext>
            </a:extLst>
          </p:cNvPr>
          <p:cNvSpPr txBox="1"/>
          <p:nvPr/>
        </p:nvSpPr>
        <p:spPr>
          <a:xfrm>
            <a:off x="8600338" y="6144424"/>
            <a:ext cx="1034657" cy="215444"/>
          </a:xfrm>
          <a:prstGeom prst="rect">
            <a:avLst/>
          </a:prstGeom>
          <a:noFill/>
        </p:spPr>
        <p:txBody>
          <a:bodyPr wrap="square">
            <a:spAutoFit/>
          </a:bodyPr>
          <a:lstStyle/>
          <a:p>
            <a:pPr algn="ctr"/>
            <a:r>
              <a:rPr lang="en-US" sz="800">
                <a:latin typeface="Montserrat" panose="00000500000000000000" pitchFamily="2" charset="0"/>
              </a:rPr>
              <a:t>Decision Engine</a:t>
            </a:r>
          </a:p>
        </p:txBody>
      </p:sp>
      <p:sp>
        <p:nvSpPr>
          <p:cNvPr id="141" name="TextBox 140">
            <a:extLst>
              <a:ext uri="{FF2B5EF4-FFF2-40B4-BE49-F238E27FC236}">
                <a16:creationId xmlns:a16="http://schemas.microsoft.com/office/drawing/2014/main" id="{94D64C3B-37BB-F6D8-6DE3-F29848FDEE59}"/>
              </a:ext>
            </a:extLst>
          </p:cNvPr>
          <p:cNvSpPr txBox="1"/>
          <p:nvPr/>
        </p:nvSpPr>
        <p:spPr>
          <a:xfrm>
            <a:off x="10205360" y="6165258"/>
            <a:ext cx="1263053" cy="215444"/>
          </a:xfrm>
          <a:prstGeom prst="rect">
            <a:avLst/>
          </a:prstGeom>
          <a:noFill/>
        </p:spPr>
        <p:txBody>
          <a:bodyPr wrap="square">
            <a:spAutoFit/>
          </a:bodyPr>
          <a:lstStyle/>
          <a:p>
            <a:pPr algn="ctr"/>
            <a:r>
              <a:rPr lang="en-US" sz="800">
                <a:latin typeface="Montserrat" panose="00000500000000000000" pitchFamily="2" charset="0"/>
              </a:rPr>
              <a:t>Optimization Engine</a:t>
            </a:r>
          </a:p>
        </p:txBody>
      </p:sp>
      <p:sp>
        <p:nvSpPr>
          <p:cNvPr id="145" name="Arc 144">
            <a:extLst>
              <a:ext uri="{FF2B5EF4-FFF2-40B4-BE49-F238E27FC236}">
                <a16:creationId xmlns:a16="http://schemas.microsoft.com/office/drawing/2014/main" id="{FC396436-3128-D496-FA13-636ED5BA2FDC}"/>
              </a:ext>
            </a:extLst>
          </p:cNvPr>
          <p:cNvSpPr/>
          <p:nvPr/>
        </p:nvSpPr>
        <p:spPr>
          <a:xfrm>
            <a:off x="9020773" y="5423222"/>
            <a:ext cx="1652224" cy="884004"/>
          </a:xfrm>
          <a:prstGeom prst="arc">
            <a:avLst>
              <a:gd name="adj1" fmla="val 11690540"/>
              <a:gd name="adj2" fmla="val 13283442"/>
            </a:avLst>
          </a:prstGeom>
          <a:ln w="9525">
            <a:solidFill>
              <a:schemeClr val="bg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6" name="Arc 145">
            <a:extLst>
              <a:ext uri="{FF2B5EF4-FFF2-40B4-BE49-F238E27FC236}">
                <a16:creationId xmlns:a16="http://schemas.microsoft.com/office/drawing/2014/main" id="{7619B7EF-ED16-2AEC-8A98-C57F2C4F1B48}"/>
              </a:ext>
            </a:extLst>
          </p:cNvPr>
          <p:cNvSpPr/>
          <p:nvPr/>
        </p:nvSpPr>
        <p:spPr>
          <a:xfrm>
            <a:off x="9013052" y="5434889"/>
            <a:ext cx="1652224" cy="884004"/>
          </a:xfrm>
          <a:prstGeom prst="arc">
            <a:avLst>
              <a:gd name="adj1" fmla="val 19568397"/>
              <a:gd name="adj2" fmla="val 20555342"/>
            </a:avLst>
          </a:prstGeom>
          <a:ln w="9525">
            <a:solidFill>
              <a:schemeClr val="bg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7" name="Arc 146">
            <a:extLst>
              <a:ext uri="{FF2B5EF4-FFF2-40B4-BE49-F238E27FC236}">
                <a16:creationId xmlns:a16="http://schemas.microsoft.com/office/drawing/2014/main" id="{B24BFF6C-FA3E-4006-36B7-C6D81B5764BC}"/>
              </a:ext>
            </a:extLst>
          </p:cNvPr>
          <p:cNvSpPr/>
          <p:nvPr/>
        </p:nvSpPr>
        <p:spPr>
          <a:xfrm>
            <a:off x="9029339" y="5430934"/>
            <a:ext cx="1652224" cy="884004"/>
          </a:xfrm>
          <a:prstGeom prst="arc">
            <a:avLst>
              <a:gd name="adj1" fmla="val 443789"/>
              <a:gd name="adj2" fmla="val 1104006"/>
            </a:avLst>
          </a:prstGeom>
          <a:ln w="9525">
            <a:solidFill>
              <a:schemeClr val="bg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8" name="Arc 147">
            <a:extLst>
              <a:ext uri="{FF2B5EF4-FFF2-40B4-BE49-F238E27FC236}">
                <a16:creationId xmlns:a16="http://schemas.microsoft.com/office/drawing/2014/main" id="{F9706AB8-37B7-3905-963D-1E7820E92CFF}"/>
              </a:ext>
            </a:extLst>
          </p:cNvPr>
          <p:cNvSpPr/>
          <p:nvPr/>
        </p:nvSpPr>
        <p:spPr>
          <a:xfrm>
            <a:off x="9020773" y="5501173"/>
            <a:ext cx="1703190" cy="817719"/>
          </a:xfrm>
          <a:prstGeom prst="arc">
            <a:avLst>
              <a:gd name="adj1" fmla="val 2958073"/>
              <a:gd name="adj2" fmla="val 7348807"/>
            </a:avLst>
          </a:prstGeom>
          <a:ln w="9525">
            <a:solidFill>
              <a:schemeClr val="bg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9" name="Arc 148">
            <a:extLst>
              <a:ext uri="{FF2B5EF4-FFF2-40B4-BE49-F238E27FC236}">
                <a16:creationId xmlns:a16="http://schemas.microsoft.com/office/drawing/2014/main" id="{2A7C254E-D090-86E4-E450-83AF0EAB5C3F}"/>
              </a:ext>
            </a:extLst>
          </p:cNvPr>
          <p:cNvSpPr/>
          <p:nvPr/>
        </p:nvSpPr>
        <p:spPr>
          <a:xfrm>
            <a:off x="9032442" y="5425824"/>
            <a:ext cx="1652224" cy="884004"/>
          </a:xfrm>
          <a:prstGeom prst="arc">
            <a:avLst>
              <a:gd name="adj1" fmla="val 9066576"/>
              <a:gd name="adj2" fmla="val 10149628"/>
            </a:avLst>
          </a:prstGeom>
          <a:ln w="9525">
            <a:solidFill>
              <a:schemeClr val="bg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153" name="Graphic 152">
            <a:extLst>
              <a:ext uri="{FF2B5EF4-FFF2-40B4-BE49-F238E27FC236}">
                <a16:creationId xmlns:a16="http://schemas.microsoft.com/office/drawing/2014/main" id="{EADD0478-E100-D4D5-803C-A68C690329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8707" y="2541237"/>
            <a:ext cx="320040" cy="320040"/>
          </a:xfrm>
          <a:prstGeom prst="rect">
            <a:avLst/>
          </a:prstGeom>
        </p:spPr>
      </p:pic>
      <p:pic>
        <p:nvPicPr>
          <p:cNvPr id="155" name="Graphic 154">
            <a:extLst>
              <a:ext uri="{FF2B5EF4-FFF2-40B4-BE49-F238E27FC236}">
                <a16:creationId xmlns:a16="http://schemas.microsoft.com/office/drawing/2014/main" id="{36CB311B-AB05-62E4-7D78-860ECEEF8E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6840" y="3431220"/>
            <a:ext cx="320040" cy="320040"/>
          </a:xfrm>
          <a:prstGeom prst="rect">
            <a:avLst/>
          </a:prstGeom>
        </p:spPr>
      </p:pic>
      <p:pic>
        <p:nvPicPr>
          <p:cNvPr id="157" name="Graphic 156">
            <a:extLst>
              <a:ext uri="{FF2B5EF4-FFF2-40B4-BE49-F238E27FC236}">
                <a16:creationId xmlns:a16="http://schemas.microsoft.com/office/drawing/2014/main" id="{A4E27DDB-6B74-BE6C-3CD2-5F5F56A3BF1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2758" y="4220595"/>
            <a:ext cx="320040" cy="320040"/>
          </a:xfrm>
          <a:prstGeom prst="rect">
            <a:avLst/>
          </a:prstGeom>
        </p:spPr>
      </p:pic>
      <p:pic>
        <p:nvPicPr>
          <p:cNvPr id="171" name="Graphic 170">
            <a:extLst>
              <a:ext uri="{FF2B5EF4-FFF2-40B4-BE49-F238E27FC236}">
                <a16:creationId xmlns:a16="http://schemas.microsoft.com/office/drawing/2014/main" id="{29AE5B12-1CD5-419F-8445-9030E75F065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371958" y="3987040"/>
            <a:ext cx="274320" cy="274320"/>
          </a:xfrm>
          <a:prstGeom prst="rect">
            <a:avLst/>
          </a:prstGeom>
        </p:spPr>
      </p:pic>
      <p:pic>
        <p:nvPicPr>
          <p:cNvPr id="173" name="Graphic 172">
            <a:extLst>
              <a:ext uri="{FF2B5EF4-FFF2-40B4-BE49-F238E27FC236}">
                <a16:creationId xmlns:a16="http://schemas.microsoft.com/office/drawing/2014/main" id="{43B023DA-099F-ADAB-5F09-09CE2C801C5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97748" y="3963261"/>
            <a:ext cx="274320" cy="274320"/>
          </a:xfrm>
          <a:prstGeom prst="rect">
            <a:avLst/>
          </a:prstGeom>
        </p:spPr>
      </p:pic>
      <p:pic>
        <p:nvPicPr>
          <p:cNvPr id="175" name="Graphic 174">
            <a:extLst>
              <a:ext uri="{FF2B5EF4-FFF2-40B4-BE49-F238E27FC236}">
                <a16:creationId xmlns:a16="http://schemas.microsoft.com/office/drawing/2014/main" id="{00DFF82D-08B2-A9AB-2F31-63CE71DD1D9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559576" y="3979769"/>
            <a:ext cx="274320" cy="274320"/>
          </a:xfrm>
          <a:prstGeom prst="rect">
            <a:avLst/>
          </a:prstGeom>
        </p:spPr>
      </p:pic>
      <p:pic>
        <p:nvPicPr>
          <p:cNvPr id="177" name="Graphic 176">
            <a:extLst>
              <a:ext uri="{FF2B5EF4-FFF2-40B4-BE49-F238E27FC236}">
                <a16:creationId xmlns:a16="http://schemas.microsoft.com/office/drawing/2014/main" id="{E4162EDE-9BCF-1423-DB83-FA3B6BBDEB3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811051" y="3963261"/>
            <a:ext cx="274320" cy="274320"/>
          </a:xfrm>
          <a:prstGeom prst="rect">
            <a:avLst/>
          </a:prstGeom>
        </p:spPr>
      </p:pic>
      <p:pic>
        <p:nvPicPr>
          <p:cNvPr id="179" name="Graphic 178">
            <a:extLst>
              <a:ext uri="{FF2B5EF4-FFF2-40B4-BE49-F238E27FC236}">
                <a16:creationId xmlns:a16="http://schemas.microsoft.com/office/drawing/2014/main" id="{65A3EE22-8C2B-73D3-43D7-CD3E2C372D7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303933" y="3969682"/>
            <a:ext cx="274320" cy="274320"/>
          </a:xfrm>
          <a:prstGeom prst="rect">
            <a:avLst/>
          </a:prstGeom>
        </p:spPr>
      </p:pic>
      <p:sp>
        <p:nvSpPr>
          <p:cNvPr id="16" name="TextBox 15">
            <a:extLst>
              <a:ext uri="{FF2B5EF4-FFF2-40B4-BE49-F238E27FC236}">
                <a16:creationId xmlns:a16="http://schemas.microsoft.com/office/drawing/2014/main" id="{EE6CC4AF-40A3-8A25-8126-F20CDE9E6717}"/>
              </a:ext>
            </a:extLst>
          </p:cNvPr>
          <p:cNvSpPr txBox="1"/>
          <p:nvPr/>
        </p:nvSpPr>
        <p:spPr>
          <a:xfrm>
            <a:off x="9367219" y="3944502"/>
            <a:ext cx="838141" cy="338554"/>
          </a:xfrm>
          <a:prstGeom prst="rect">
            <a:avLst/>
          </a:prstGeom>
          <a:noFill/>
        </p:spPr>
        <p:txBody>
          <a:bodyPr wrap="square">
            <a:spAutoFit/>
          </a:bodyPr>
          <a:lstStyle/>
          <a:p>
            <a:r>
              <a:rPr lang="en-US" sz="800">
                <a:latin typeface="Montserrat" panose="00000500000000000000" pitchFamily="2" charset="0"/>
              </a:rPr>
              <a:t>Scenario comparison</a:t>
            </a:r>
          </a:p>
        </p:txBody>
      </p:sp>
      <p:pic>
        <p:nvPicPr>
          <p:cNvPr id="18" name="Graphic 17">
            <a:extLst>
              <a:ext uri="{FF2B5EF4-FFF2-40B4-BE49-F238E27FC236}">
                <a16:creationId xmlns:a16="http://schemas.microsoft.com/office/drawing/2014/main" id="{86620A7B-FE66-2BBD-DD78-27611C778E0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117666" y="3984333"/>
            <a:ext cx="274320" cy="274320"/>
          </a:xfrm>
          <a:prstGeom prst="rect">
            <a:avLst/>
          </a:prstGeom>
        </p:spPr>
      </p:pic>
      <p:pic>
        <p:nvPicPr>
          <p:cNvPr id="20" name="Graphic 19">
            <a:extLst>
              <a:ext uri="{FF2B5EF4-FFF2-40B4-BE49-F238E27FC236}">
                <a16:creationId xmlns:a16="http://schemas.microsoft.com/office/drawing/2014/main" id="{38E38051-724F-DB24-0178-D5DA53CF1E1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727590" y="5702546"/>
            <a:ext cx="365760" cy="365760"/>
          </a:xfrm>
          <a:prstGeom prst="rect">
            <a:avLst/>
          </a:prstGeom>
        </p:spPr>
      </p:pic>
      <p:pic>
        <p:nvPicPr>
          <p:cNvPr id="22" name="Graphic 21">
            <a:extLst>
              <a:ext uri="{FF2B5EF4-FFF2-40B4-BE49-F238E27FC236}">
                <a16:creationId xmlns:a16="http://schemas.microsoft.com/office/drawing/2014/main" id="{68F76E10-3451-D5C1-4648-256AE03C892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72432" y="1557428"/>
            <a:ext cx="320040" cy="320040"/>
          </a:xfrm>
          <a:prstGeom prst="rect">
            <a:avLst/>
          </a:prstGeom>
        </p:spPr>
      </p:pic>
      <p:pic>
        <p:nvPicPr>
          <p:cNvPr id="24" name="Graphic 23">
            <a:extLst>
              <a:ext uri="{FF2B5EF4-FFF2-40B4-BE49-F238E27FC236}">
                <a16:creationId xmlns:a16="http://schemas.microsoft.com/office/drawing/2014/main" id="{15A2D76B-2395-9770-7E74-04A0442794A2}"/>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486589" y="1846994"/>
            <a:ext cx="274320" cy="274320"/>
          </a:xfrm>
          <a:prstGeom prst="rect">
            <a:avLst/>
          </a:prstGeom>
        </p:spPr>
      </p:pic>
      <p:pic>
        <p:nvPicPr>
          <p:cNvPr id="26" name="Graphic 25">
            <a:extLst>
              <a:ext uri="{FF2B5EF4-FFF2-40B4-BE49-F238E27FC236}">
                <a16:creationId xmlns:a16="http://schemas.microsoft.com/office/drawing/2014/main" id="{430F9E7D-293E-BAEF-FC33-1831975CE310}"/>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814909" y="1846994"/>
            <a:ext cx="274320" cy="274320"/>
          </a:xfrm>
          <a:prstGeom prst="rect">
            <a:avLst/>
          </a:prstGeom>
        </p:spPr>
      </p:pic>
      <p:pic>
        <p:nvPicPr>
          <p:cNvPr id="28" name="Graphic 27">
            <a:extLst>
              <a:ext uri="{FF2B5EF4-FFF2-40B4-BE49-F238E27FC236}">
                <a16:creationId xmlns:a16="http://schemas.microsoft.com/office/drawing/2014/main" id="{7D22C19C-BAC9-3D3C-E498-4428512D5667}"/>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286776" y="1846994"/>
            <a:ext cx="274320" cy="274320"/>
          </a:xfrm>
          <a:prstGeom prst="rect">
            <a:avLst/>
          </a:prstGeom>
        </p:spPr>
      </p:pic>
      <p:pic>
        <p:nvPicPr>
          <p:cNvPr id="31" name="Graphic 30">
            <a:extLst>
              <a:ext uri="{FF2B5EF4-FFF2-40B4-BE49-F238E27FC236}">
                <a16:creationId xmlns:a16="http://schemas.microsoft.com/office/drawing/2014/main" id="{EA2813B3-A7D8-BFE9-7241-2F47D1D01B49}"/>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878774" y="1880366"/>
            <a:ext cx="274320" cy="274320"/>
          </a:xfrm>
          <a:prstGeom prst="rect">
            <a:avLst/>
          </a:prstGeom>
        </p:spPr>
      </p:pic>
      <p:pic>
        <p:nvPicPr>
          <p:cNvPr id="32" name="Graphic 31">
            <a:extLst>
              <a:ext uri="{FF2B5EF4-FFF2-40B4-BE49-F238E27FC236}">
                <a16:creationId xmlns:a16="http://schemas.microsoft.com/office/drawing/2014/main" id="{4C36E166-390E-BC54-D3D3-F38EEF8C21F1}"/>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9351520" y="1880366"/>
            <a:ext cx="274320" cy="274320"/>
          </a:xfrm>
          <a:prstGeom prst="rect">
            <a:avLst/>
          </a:prstGeom>
        </p:spPr>
      </p:pic>
      <p:pic>
        <p:nvPicPr>
          <p:cNvPr id="36" name="Graphic 35">
            <a:extLst>
              <a:ext uri="{FF2B5EF4-FFF2-40B4-BE49-F238E27FC236}">
                <a16:creationId xmlns:a16="http://schemas.microsoft.com/office/drawing/2014/main" id="{23D88682-4253-91A2-51ED-526C659CCCE6}"/>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0699726" y="1846994"/>
            <a:ext cx="274320" cy="274320"/>
          </a:xfrm>
          <a:prstGeom prst="rect">
            <a:avLst/>
          </a:prstGeom>
        </p:spPr>
      </p:pic>
    </p:spTree>
    <p:extLst>
      <p:ext uri="{BB962C8B-B14F-4D97-AF65-F5344CB8AC3E}">
        <p14:creationId xmlns:p14="http://schemas.microsoft.com/office/powerpoint/2010/main" val="2595917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21190-433F-AA49-32E8-4351905AB7A3}"/>
              </a:ext>
            </a:extLst>
          </p:cNvPr>
          <p:cNvSpPr>
            <a:spLocks noGrp="1"/>
          </p:cNvSpPr>
          <p:nvPr>
            <p:ph type="title"/>
          </p:nvPr>
        </p:nvSpPr>
        <p:spPr/>
        <p:txBody>
          <a:bodyPr/>
          <a:lstStyle/>
          <a:p>
            <a:r>
              <a:rPr lang="en-US"/>
              <a:t>Business Impact</a:t>
            </a:r>
          </a:p>
        </p:txBody>
      </p:sp>
      <p:sp>
        <p:nvSpPr>
          <p:cNvPr id="4" name="Date Placeholder 3">
            <a:extLst>
              <a:ext uri="{FF2B5EF4-FFF2-40B4-BE49-F238E27FC236}">
                <a16:creationId xmlns:a16="http://schemas.microsoft.com/office/drawing/2014/main" id="{75670B62-680A-1452-C87A-1D3EB24533D2}"/>
              </a:ext>
            </a:extLst>
          </p:cNvPr>
          <p:cNvSpPr>
            <a:spLocks noGrp="1"/>
          </p:cNvSpPr>
          <p:nvPr>
            <p:ph type="dt" sz="half" idx="2"/>
          </p:nvPr>
        </p:nvSpPr>
        <p:spPr/>
        <p:txBody>
          <a:bodyPr/>
          <a:lstStyle/>
          <a:p>
            <a:r>
              <a:rPr lang="en-US"/>
              <a:t>© SYREN CLOUD INC – 2026 – ALL RIGHTS RESERVED</a:t>
            </a:r>
            <a:endParaRPr lang="en-US" sz="600"/>
          </a:p>
        </p:txBody>
      </p:sp>
      <p:sp>
        <p:nvSpPr>
          <p:cNvPr id="5" name="Rectangle: Rounded Corners 4">
            <a:extLst>
              <a:ext uri="{FF2B5EF4-FFF2-40B4-BE49-F238E27FC236}">
                <a16:creationId xmlns:a16="http://schemas.microsoft.com/office/drawing/2014/main" id="{03DFD637-B4C0-E93E-7723-5D5C18226179}"/>
              </a:ext>
            </a:extLst>
          </p:cNvPr>
          <p:cNvSpPr/>
          <p:nvPr/>
        </p:nvSpPr>
        <p:spPr>
          <a:xfrm>
            <a:off x="468086" y="1123720"/>
            <a:ext cx="11381014" cy="1057619"/>
          </a:xfrm>
          <a:prstGeom prst="roundRect">
            <a:avLst>
              <a:gd name="adj" fmla="val 9518"/>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1446EEE-7170-0FF7-5292-C32719B65B24}"/>
              </a:ext>
            </a:extLst>
          </p:cNvPr>
          <p:cNvSpPr txBox="1"/>
          <p:nvPr/>
        </p:nvSpPr>
        <p:spPr>
          <a:xfrm>
            <a:off x="2370123" y="1446129"/>
            <a:ext cx="1899054" cy="553998"/>
          </a:xfrm>
          <a:prstGeom prst="rect">
            <a:avLst/>
          </a:prstGeom>
          <a:noFill/>
        </p:spPr>
        <p:txBody>
          <a:bodyPr wrap="square" lIns="91440" tIns="45720" rIns="91440" bIns="45720" anchor="t">
            <a:spAutoFit/>
          </a:bodyPr>
          <a:lstStyle/>
          <a:p>
            <a:pPr algn="ctr">
              <a:spcBef>
                <a:spcPts val="600"/>
              </a:spcBef>
            </a:pPr>
            <a:r>
              <a:rPr lang="en-US" sz="1100">
                <a:latin typeface="Montserrat" panose="00000500000000000000" pitchFamily="2" charset="0"/>
              </a:rPr>
              <a:t>ON-TIME COMPLETION</a:t>
            </a:r>
          </a:p>
          <a:p>
            <a:pPr algn="ctr">
              <a:spcBef>
                <a:spcPts val="600"/>
              </a:spcBef>
            </a:pPr>
            <a:r>
              <a:rPr lang="en-US" sz="1400" b="1">
                <a:solidFill>
                  <a:srgbClr val="00B050"/>
                </a:solidFill>
                <a:latin typeface="Montserrat"/>
              </a:rPr>
              <a:t>↑20-25%</a:t>
            </a:r>
          </a:p>
        </p:txBody>
      </p:sp>
      <p:sp>
        <p:nvSpPr>
          <p:cNvPr id="9" name="TextBox 8">
            <a:extLst>
              <a:ext uri="{FF2B5EF4-FFF2-40B4-BE49-F238E27FC236}">
                <a16:creationId xmlns:a16="http://schemas.microsoft.com/office/drawing/2014/main" id="{A3F4A38D-EE6A-7A24-9A7F-EB247576F19E}"/>
              </a:ext>
            </a:extLst>
          </p:cNvPr>
          <p:cNvSpPr txBox="1"/>
          <p:nvPr/>
        </p:nvSpPr>
        <p:spPr>
          <a:xfrm>
            <a:off x="4495040" y="1446129"/>
            <a:ext cx="1537522" cy="553998"/>
          </a:xfrm>
          <a:prstGeom prst="rect">
            <a:avLst/>
          </a:prstGeom>
          <a:noFill/>
        </p:spPr>
        <p:txBody>
          <a:bodyPr wrap="square" lIns="91440" tIns="45720" rIns="91440" bIns="45720" anchor="t">
            <a:spAutoFit/>
          </a:bodyPr>
          <a:lstStyle/>
          <a:p>
            <a:pPr algn="ctr">
              <a:spcBef>
                <a:spcPts val="600"/>
              </a:spcBef>
            </a:pPr>
            <a:r>
              <a:rPr lang="en-US" sz="1100">
                <a:latin typeface="Montserrat" panose="00000500000000000000" pitchFamily="2" charset="0"/>
              </a:rPr>
              <a:t>COST SAVINGS</a:t>
            </a:r>
          </a:p>
          <a:p>
            <a:pPr algn="ctr">
              <a:spcBef>
                <a:spcPts val="600"/>
              </a:spcBef>
            </a:pPr>
            <a:r>
              <a:rPr lang="en-US" sz="1400" b="1">
                <a:solidFill>
                  <a:srgbClr val="00B050"/>
                </a:solidFill>
                <a:latin typeface="Montserrat"/>
              </a:rPr>
              <a:t>↑8-11%</a:t>
            </a:r>
          </a:p>
        </p:txBody>
      </p:sp>
      <p:sp>
        <p:nvSpPr>
          <p:cNvPr id="10" name="TextBox 9">
            <a:extLst>
              <a:ext uri="{FF2B5EF4-FFF2-40B4-BE49-F238E27FC236}">
                <a16:creationId xmlns:a16="http://schemas.microsoft.com/office/drawing/2014/main" id="{439D9397-F69D-A5D2-53C2-CF0CD94699DD}"/>
              </a:ext>
            </a:extLst>
          </p:cNvPr>
          <p:cNvSpPr txBox="1"/>
          <p:nvPr/>
        </p:nvSpPr>
        <p:spPr>
          <a:xfrm>
            <a:off x="6286236" y="1446129"/>
            <a:ext cx="1537522" cy="553998"/>
          </a:xfrm>
          <a:prstGeom prst="rect">
            <a:avLst/>
          </a:prstGeom>
          <a:noFill/>
        </p:spPr>
        <p:txBody>
          <a:bodyPr wrap="square">
            <a:spAutoFit/>
          </a:bodyPr>
          <a:lstStyle/>
          <a:p>
            <a:pPr algn="ctr">
              <a:spcBef>
                <a:spcPts val="600"/>
              </a:spcBef>
            </a:pPr>
            <a:r>
              <a:rPr lang="en-US" sz="1100">
                <a:latin typeface="Montserrat" panose="00000500000000000000" pitchFamily="2" charset="0"/>
              </a:rPr>
              <a:t>MATERIAL WASTE</a:t>
            </a:r>
          </a:p>
          <a:p>
            <a:pPr algn="ctr">
              <a:spcBef>
                <a:spcPts val="600"/>
              </a:spcBef>
            </a:pPr>
            <a:r>
              <a:rPr lang="en-US" sz="1400" b="1">
                <a:solidFill>
                  <a:schemeClr val="bg2"/>
                </a:solidFill>
                <a:latin typeface="Montserrat" panose="00000500000000000000" pitchFamily="2" charset="0"/>
              </a:rPr>
              <a:t>↓10-20%</a:t>
            </a:r>
          </a:p>
        </p:txBody>
      </p:sp>
      <p:sp>
        <p:nvSpPr>
          <p:cNvPr id="11" name="TextBox 10">
            <a:extLst>
              <a:ext uri="{FF2B5EF4-FFF2-40B4-BE49-F238E27FC236}">
                <a16:creationId xmlns:a16="http://schemas.microsoft.com/office/drawing/2014/main" id="{031D8BAF-F380-0ECF-44CA-4D32DEB76721}"/>
              </a:ext>
            </a:extLst>
          </p:cNvPr>
          <p:cNvSpPr txBox="1"/>
          <p:nvPr/>
        </p:nvSpPr>
        <p:spPr>
          <a:xfrm>
            <a:off x="8160862" y="1362698"/>
            <a:ext cx="1537522" cy="723275"/>
          </a:xfrm>
          <a:prstGeom prst="rect">
            <a:avLst/>
          </a:prstGeom>
          <a:noFill/>
        </p:spPr>
        <p:txBody>
          <a:bodyPr wrap="square" lIns="91440" tIns="45720" rIns="91440" bIns="45720" anchor="t">
            <a:spAutoFit/>
          </a:bodyPr>
          <a:lstStyle/>
          <a:p>
            <a:pPr algn="ctr">
              <a:spcBef>
                <a:spcPts val="600"/>
              </a:spcBef>
            </a:pPr>
            <a:r>
              <a:rPr lang="en-US" sz="1100">
                <a:latin typeface="Montserrat" panose="00000500000000000000" pitchFamily="2" charset="0"/>
              </a:rPr>
              <a:t>SUPPLIER PERFORMANCE</a:t>
            </a:r>
          </a:p>
          <a:p>
            <a:pPr algn="ctr">
              <a:spcBef>
                <a:spcPts val="600"/>
              </a:spcBef>
            </a:pPr>
            <a:r>
              <a:rPr lang="en-US" sz="1400" b="1">
                <a:solidFill>
                  <a:srgbClr val="00B050"/>
                </a:solidFill>
                <a:latin typeface="Montserrat"/>
              </a:rPr>
              <a:t>↑5-10%</a:t>
            </a:r>
          </a:p>
        </p:txBody>
      </p:sp>
      <p:sp>
        <p:nvSpPr>
          <p:cNvPr id="12" name="TextBox 11">
            <a:extLst>
              <a:ext uri="{FF2B5EF4-FFF2-40B4-BE49-F238E27FC236}">
                <a16:creationId xmlns:a16="http://schemas.microsoft.com/office/drawing/2014/main" id="{19DE75EA-A01E-C0AA-D064-F08B7F39F991}"/>
              </a:ext>
            </a:extLst>
          </p:cNvPr>
          <p:cNvSpPr txBox="1"/>
          <p:nvPr/>
        </p:nvSpPr>
        <p:spPr>
          <a:xfrm>
            <a:off x="10013238" y="1362698"/>
            <a:ext cx="1537522" cy="723275"/>
          </a:xfrm>
          <a:prstGeom prst="rect">
            <a:avLst/>
          </a:prstGeom>
          <a:noFill/>
        </p:spPr>
        <p:txBody>
          <a:bodyPr wrap="square">
            <a:spAutoFit/>
          </a:bodyPr>
          <a:lstStyle/>
          <a:p>
            <a:pPr algn="ctr">
              <a:spcBef>
                <a:spcPts val="600"/>
              </a:spcBef>
            </a:pPr>
            <a:r>
              <a:rPr lang="en-US" sz="1100">
                <a:latin typeface="Montserrat" panose="00000500000000000000" pitchFamily="2" charset="0"/>
              </a:rPr>
              <a:t>SALES UPLIFT (POST REMODEL)</a:t>
            </a:r>
          </a:p>
          <a:p>
            <a:pPr algn="ctr">
              <a:spcBef>
                <a:spcPts val="600"/>
              </a:spcBef>
            </a:pPr>
            <a:r>
              <a:rPr lang="en-US" sz="1400" b="1">
                <a:solidFill>
                  <a:schemeClr val="bg2"/>
                </a:solidFill>
                <a:latin typeface="Montserrat" panose="00000500000000000000" pitchFamily="2" charset="0"/>
              </a:rPr>
              <a:t>↑5-12%</a:t>
            </a:r>
          </a:p>
        </p:txBody>
      </p:sp>
      <p:sp>
        <p:nvSpPr>
          <p:cNvPr id="16" name="TextBox 15">
            <a:extLst>
              <a:ext uri="{FF2B5EF4-FFF2-40B4-BE49-F238E27FC236}">
                <a16:creationId xmlns:a16="http://schemas.microsoft.com/office/drawing/2014/main" id="{4D4DE686-BE88-2264-F454-E7F9D2B0F4AD}"/>
              </a:ext>
            </a:extLst>
          </p:cNvPr>
          <p:cNvSpPr txBox="1"/>
          <p:nvPr/>
        </p:nvSpPr>
        <p:spPr>
          <a:xfrm>
            <a:off x="653508" y="1005555"/>
            <a:ext cx="1853588" cy="274320"/>
          </a:xfrm>
          <a:prstGeom prst="roundRect">
            <a:avLst>
              <a:gd name="adj" fmla="val 50000"/>
            </a:avLst>
          </a:prstGeom>
          <a:solidFill>
            <a:schemeClr val="tx1"/>
          </a:solidFill>
        </p:spPr>
        <p:txBody>
          <a:bodyPr wrap="square" anchor="ctr">
            <a:spAutoFit/>
          </a:bodyPr>
          <a:lstStyle/>
          <a:p>
            <a:pPr algn="ctr"/>
            <a:r>
              <a:rPr lang="en-US" sz="1200">
                <a:solidFill>
                  <a:schemeClr val="bg1"/>
                </a:solidFill>
                <a:latin typeface="Montserrat" panose="00000500000000000000" pitchFamily="2" charset="0"/>
              </a:rPr>
              <a:t>Business Impact</a:t>
            </a:r>
          </a:p>
        </p:txBody>
      </p:sp>
      <p:sp>
        <p:nvSpPr>
          <p:cNvPr id="17" name="Rectangle: Top Corners Rounded 16">
            <a:extLst>
              <a:ext uri="{FF2B5EF4-FFF2-40B4-BE49-F238E27FC236}">
                <a16:creationId xmlns:a16="http://schemas.microsoft.com/office/drawing/2014/main" id="{E606876A-5C8D-CFFE-6DDC-0847134B4607}"/>
              </a:ext>
            </a:extLst>
          </p:cNvPr>
          <p:cNvSpPr/>
          <p:nvPr/>
        </p:nvSpPr>
        <p:spPr>
          <a:xfrm rot="16200000">
            <a:off x="686859" y="5318752"/>
            <a:ext cx="972802" cy="1409411"/>
          </a:xfrm>
          <a:prstGeom prst="round2SameRect">
            <a:avLst>
              <a:gd name="adj1" fmla="val 8043"/>
              <a:gd name="adj2" fmla="val 0"/>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B8505DB-545A-BAAE-DDB5-42BDF17B8AE7}"/>
              </a:ext>
            </a:extLst>
          </p:cNvPr>
          <p:cNvSpPr/>
          <p:nvPr/>
        </p:nvSpPr>
        <p:spPr>
          <a:xfrm>
            <a:off x="1877963" y="5537053"/>
            <a:ext cx="9998628" cy="972804"/>
          </a:xfrm>
          <a:prstGeom prst="rect">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Top Corners Rounded 18">
            <a:extLst>
              <a:ext uri="{FF2B5EF4-FFF2-40B4-BE49-F238E27FC236}">
                <a16:creationId xmlns:a16="http://schemas.microsoft.com/office/drawing/2014/main" id="{CFC0335F-3673-1F73-412C-81BDC4A90D88}"/>
              </a:ext>
            </a:extLst>
          </p:cNvPr>
          <p:cNvSpPr/>
          <p:nvPr/>
        </p:nvSpPr>
        <p:spPr>
          <a:xfrm>
            <a:off x="495578" y="2285333"/>
            <a:ext cx="5541382" cy="393947"/>
          </a:xfrm>
          <a:prstGeom prst="round2SameRect">
            <a:avLst>
              <a:gd name="adj1" fmla="val 50000"/>
              <a:gd name="adj2" fmla="val 0"/>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latin typeface="Montserrat" panose="00000500000000000000" pitchFamily="2" charset="0"/>
              </a:rPr>
              <a:t>KEY CAPABILITIES</a:t>
            </a:r>
          </a:p>
        </p:txBody>
      </p:sp>
      <p:sp>
        <p:nvSpPr>
          <p:cNvPr id="20" name="Rectangle 19">
            <a:extLst>
              <a:ext uri="{FF2B5EF4-FFF2-40B4-BE49-F238E27FC236}">
                <a16:creationId xmlns:a16="http://schemas.microsoft.com/office/drawing/2014/main" id="{F85150C4-5C86-D98C-9804-F3DC049513FD}"/>
              </a:ext>
            </a:extLst>
          </p:cNvPr>
          <p:cNvSpPr/>
          <p:nvPr/>
        </p:nvSpPr>
        <p:spPr>
          <a:xfrm>
            <a:off x="495578" y="2679281"/>
            <a:ext cx="5541382" cy="2757590"/>
          </a:xfrm>
          <a:prstGeom prst="rect">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Top Corners Rounded 20">
            <a:extLst>
              <a:ext uri="{FF2B5EF4-FFF2-40B4-BE49-F238E27FC236}">
                <a16:creationId xmlns:a16="http://schemas.microsoft.com/office/drawing/2014/main" id="{B72DA92C-BDDD-30E0-7155-DD3613E70A19}"/>
              </a:ext>
            </a:extLst>
          </p:cNvPr>
          <p:cNvSpPr/>
          <p:nvPr/>
        </p:nvSpPr>
        <p:spPr>
          <a:xfrm>
            <a:off x="6335209" y="2285333"/>
            <a:ext cx="5541382" cy="393947"/>
          </a:xfrm>
          <a:prstGeom prst="round2SameRect">
            <a:avLst>
              <a:gd name="adj1" fmla="val 50000"/>
              <a:gd name="adj2" fmla="val 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latin typeface="Montserrat" panose="00000500000000000000" pitchFamily="2" charset="0"/>
              </a:rPr>
              <a:t>TECHNOLOGY STACK</a:t>
            </a:r>
          </a:p>
        </p:txBody>
      </p:sp>
      <p:sp>
        <p:nvSpPr>
          <p:cNvPr id="22" name="Rectangle 21">
            <a:extLst>
              <a:ext uri="{FF2B5EF4-FFF2-40B4-BE49-F238E27FC236}">
                <a16:creationId xmlns:a16="http://schemas.microsoft.com/office/drawing/2014/main" id="{E144646D-D874-1561-2B2A-2105C9820C31}"/>
              </a:ext>
            </a:extLst>
          </p:cNvPr>
          <p:cNvSpPr/>
          <p:nvPr/>
        </p:nvSpPr>
        <p:spPr>
          <a:xfrm>
            <a:off x="6335209" y="2679281"/>
            <a:ext cx="5541382" cy="275759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4017C786-4656-63FC-A5AD-DE043B530E56}"/>
              </a:ext>
            </a:extLst>
          </p:cNvPr>
          <p:cNvSpPr txBox="1"/>
          <p:nvPr/>
        </p:nvSpPr>
        <p:spPr>
          <a:xfrm>
            <a:off x="994007" y="2801418"/>
            <a:ext cx="5063748" cy="2554545"/>
          </a:xfrm>
          <a:prstGeom prst="rect">
            <a:avLst/>
          </a:prstGeom>
          <a:noFill/>
        </p:spPr>
        <p:txBody>
          <a:bodyPr wrap="square">
            <a:spAutoFit/>
          </a:bodyPr>
          <a:lstStyle/>
          <a:p>
            <a:pPr>
              <a:spcBef>
                <a:spcPts val="1200"/>
              </a:spcBef>
              <a:spcAft>
                <a:spcPts val="600"/>
              </a:spcAft>
            </a:pPr>
            <a:r>
              <a:rPr lang="en-US" sz="1000" b="1">
                <a:latin typeface="Montserrat" panose="00000500000000000000" pitchFamily="2" charset="0"/>
              </a:rPr>
              <a:t>END-TO-END VISIBILITY</a:t>
            </a:r>
            <a:br>
              <a:rPr lang="en-US" sz="1000" b="1">
                <a:latin typeface="Montserrat" panose="00000500000000000000" pitchFamily="2" charset="0"/>
              </a:rPr>
            </a:br>
            <a:r>
              <a:rPr lang="en-US" sz="1000">
                <a:latin typeface="Montserrat" panose="00000500000000000000" pitchFamily="2" charset="0"/>
              </a:rPr>
              <a:t>Unified view across portfolio, projects, suppliers, materials, and performance.</a:t>
            </a:r>
          </a:p>
          <a:p>
            <a:pPr>
              <a:spcBef>
                <a:spcPts val="1200"/>
              </a:spcBef>
              <a:spcAft>
                <a:spcPts val="600"/>
              </a:spcAft>
            </a:pPr>
            <a:r>
              <a:rPr lang="en-US" sz="1000" b="1">
                <a:latin typeface="Montserrat" panose="00000500000000000000" pitchFamily="2" charset="0"/>
              </a:rPr>
              <a:t>AI-POWERED OPTIMIZATION</a:t>
            </a:r>
            <a:br>
              <a:rPr lang="en-US" sz="1000" b="1">
                <a:latin typeface="Montserrat" panose="00000500000000000000" pitchFamily="2" charset="0"/>
              </a:rPr>
            </a:br>
            <a:r>
              <a:rPr lang="en-US" sz="1000">
                <a:latin typeface="Montserrat" panose="00000500000000000000" pitchFamily="2" charset="0"/>
              </a:rPr>
              <a:t>Right stores, right plan, right resources, right time.</a:t>
            </a:r>
          </a:p>
          <a:p>
            <a:pPr>
              <a:spcBef>
                <a:spcPts val="1200"/>
              </a:spcBef>
              <a:spcAft>
                <a:spcPts val="600"/>
              </a:spcAft>
            </a:pPr>
            <a:r>
              <a:rPr lang="en-US" sz="1000" b="1">
                <a:latin typeface="Montserrat" panose="00000500000000000000" pitchFamily="2" charset="0"/>
              </a:rPr>
              <a:t>PROACTIVE RISK MANAGEMENT</a:t>
            </a:r>
            <a:br>
              <a:rPr lang="en-US" sz="1000" b="1">
                <a:latin typeface="Montserrat" panose="00000500000000000000" pitchFamily="2" charset="0"/>
              </a:rPr>
            </a:br>
            <a:r>
              <a:rPr lang="en-US" sz="1000">
                <a:latin typeface="Montserrat" panose="00000500000000000000" pitchFamily="2" charset="0"/>
              </a:rPr>
              <a:t>Identify and mitigate risks in cost, schedule, and supply.</a:t>
            </a:r>
          </a:p>
          <a:p>
            <a:pPr>
              <a:spcBef>
                <a:spcPts val="1200"/>
              </a:spcBef>
              <a:spcAft>
                <a:spcPts val="600"/>
              </a:spcAft>
            </a:pPr>
            <a:r>
              <a:rPr lang="en-US" sz="1000" b="1">
                <a:latin typeface="Montserrat" panose="00000500000000000000" pitchFamily="2" charset="0"/>
              </a:rPr>
              <a:t>FRESHER STORES, BETTER EXPERIENCE</a:t>
            </a:r>
            <a:br>
              <a:rPr lang="en-US" sz="1000" b="1">
                <a:latin typeface="Montserrat" panose="00000500000000000000" pitchFamily="2" charset="0"/>
              </a:rPr>
            </a:br>
            <a:r>
              <a:rPr lang="en-US" sz="1000">
                <a:latin typeface="Montserrat" panose="00000500000000000000" pitchFamily="2" charset="0"/>
              </a:rPr>
              <a:t>Drive sales, improve customer satisfaction, and brand perception.</a:t>
            </a:r>
          </a:p>
          <a:p>
            <a:pPr>
              <a:spcBef>
                <a:spcPts val="1200"/>
              </a:spcBef>
              <a:spcAft>
                <a:spcPts val="600"/>
              </a:spcAft>
            </a:pPr>
            <a:r>
              <a:rPr lang="en-US" sz="1000" b="1">
                <a:latin typeface="Montserrat" panose="00000500000000000000" pitchFamily="2" charset="0"/>
              </a:rPr>
              <a:t>DATA-DRIVEN GOVERNANCE</a:t>
            </a:r>
            <a:br>
              <a:rPr lang="en-US" sz="1000" b="1">
                <a:latin typeface="Montserrat" panose="00000500000000000000" pitchFamily="2" charset="0"/>
              </a:rPr>
            </a:br>
            <a:r>
              <a:rPr lang="en-US" sz="1000">
                <a:latin typeface="Montserrat" panose="00000500000000000000" pitchFamily="2" charset="0"/>
              </a:rPr>
              <a:t>Measure ROI, learn continuously, and improve future remodels.</a:t>
            </a:r>
          </a:p>
        </p:txBody>
      </p:sp>
      <p:sp>
        <p:nvSpPr>
          <p:cNvPr id="27" name="TextBox 26">
            <a:extLst>
              <a:ext uri="{FF2B5EF4-FFF2-40B4-BE49-F238E27FC236}">
                <a16:creationId xmlns:a16="http://schemas.microsoft.com/office/drawing/2014/main" id="{330274E1-85AA-161B-3D6E-C66238C963F1}"/>
              </a:ext>
            </a:extLst>
          </p:cNvPr>
          <p:cNvSpPr txBox="1"/>
          <p:nvPr/>
        </p:nvSpPr>
        <p:spPr>
          <a:xfrm>
            <a:off x="6446843" y="2801418"/>
            <a:ext cx="2036392" cy="246221"/>
          </a:xfrm>
          <a:prstGeom prst="rect">
            <a:avLst/>
          </a:prstGeom>
          <a:noFill/>
        </p:spPr>
        <p:txBody>
          <a:bodyPr wrap="square" lIns="91440" tIns="45720" rIns="91440" bIns="45720" anchor="t">
            <a:spAutoFit/>
          </a:bodyPr>
          <a:lstStyle/>
          <a:p>
            <a:r>
              <a:rPr lang="en-US" sz="1000" b="1">
                <a:latin typeface="Montserrat"/>
              </a:rPr>
              <a:t>CLOUD &amp; DATA PLATFORM</a:t>
            </a:r>
            <a:endParaRPr lang="en-US" sz="1000">
              <a:latin typeface="Montserrat"/>
            </a:endParaRPr>
          </a:p>
        </p:txBody>
      </p:sp>
      <p:sp>
        <p:nvSpPr>
          <p:cNvPr id="28" name="TextBox 27">
            <a:extLst>
              <a:ext uri="{FF2B5EF4-FFF2-40B4-BE49-F238E27FC236}">
                <a16:creationId xmlns:a16="http://schemas.microsoft.com/office/drawing/2014/main" id="{EB2A14ED-CE35-3B2E-3589-A7EC9255D6AA}"/>
              </a:ext>
            </a:extLst>
          </p:cNvPr>
          <p:cNvSpPr txBox="1"/>
          <p:nvPr/>
        </p:nvSpPr>
        <p:spPr>
          <a:xfrm>
            <a:off x="9715015" y="2801418"/>
            <a:ext cx="1747394" cy="246221"/>
          </a:xfrm>
          <a:prstGeom prst="rect">
            <a:avLst/>
          </a:prstGeom>
          <a:noFill/>
        </p:spPr>
        <p:txBody>
          <a:bodyPr wrap="square">
            <a:spAutoFit/>
          </a:bodyPr>
          <a:lstStyle/>
          <a:p>
            <a:r>
              <a:rPr lang="en-US" sz="1000" b="1">
                <a:latin typeface="Montserrat" panose="00000500000000000000" pitchFamily="2" charset="0"/>
              </a:rPr>
              <a:t>INTEGRATION LAYER</a:t>
            </a:r>
            <a:endParaRPr lang="en-US" sz="1000">
              <a:latin typeface="Montserrat" panose="00000500000000000000" pitchFamily="2" charset="0"/>
            </a:endParaRPr>
          </a:p>
        </p:txBody>
      </p:sp>
      <p:sp>
        <p:nvSpPr>
          <p:cNvPr id="29" name="TextBox 28">
            <a:extLst>
              <a:ext uri="{FF2B5EF4-FFF2-40B4-BE49-F238E27FC236}">
                <a16:creationId xmlns:a16="http://schemas.microsoft.com/office/drawing/2014/main" id="{2742972C-3CE5-AC95-D023-E0CDF98B9A94}"/>
              </a:ext>
            </a:extLst>
          </p:cNvPr>
          <p:cNvSpPr txBox="1"/>
          <p:nvPr/>
        </p:nvSpPr>
        <p:spPr>
          <a:xfrm>
            <a:off x="6626232" y="3087941"/>
            <a:ext cx="2331360" cy="1519262"/>
          </a:xfrm>
          <a:prstGeom prst="rect">
            <a:avLst/>
          </a:prstGeom>
          <a:noFill/>
        </p:spPr>
        <p:txBody>
          <a:bodyPr wrap="square">
            <a:spAutoFit/>
          </a:bodyPr>
          <a:lstStyle/>
          <a:p>
            <a:pPr marL="171450" indent="-171450">
              <a:lnSpc>
                <a:spcPct val="150000"/>
              </a:lnSpc>
              <a:buFont typeface="Wingdings" panose="05000000000000000000" pitchFamily="2" charset="2"/>
              <a:buChar char="v"/>
            </a:pPr>
            <a:r>
              <a:rPr lang="en-US" sz="1050">
                <a:latin typeface="Montserrat" panose="00000500000000000000" pitchFamily="2" charset="0"/>
              </a:rPr>
              <a:t>Cloud Data Lake</a:t>
            </a:r>
          </a:p>
          <a:p>
            <a:pPr marL="171450" indent="-171450">
              <a:lnSpc>
                <a:spcPct val="150000"/>
              </a:lnSpc>
              <a:buFont typeface="Wingdings" panose="05000000000000000000" pitchFamily="2" charset="2"/>
              <a:buChar char="v"/>
            </a:pPr>
            <a:r>
              <a:rPr lang="en-US" sz="1050">
                <a:latin typeface="Montserrat" panose="00000500000000000000" pitchFamily="2" charset="0"/>
              </a:rPr>
              <a:t>Data Warehouse</a:t>
            </a:r>
          </a:p>
          <a:p>
            <a:pPr marL="171450" indent="-171450">
              <a:lnSpc>
                <a:spcPct val="150000"/>
              </a:lnSpc>
              <a:buFont typeface="Wingdings" panose="05000000000000000000" pitchFamily="2" charset="2"/>
              <a:buChar char="v"/>
            </a:pPr>
            <a:r>
              <a:rPr lang="en-US" sz="1050">
                <a:latin typeface="Montserrat" panose="00000500000000000000" pitchFamily="2" charset="0"/>
              </a:rPr>
              <a:t>Feature Store</a:t>
            </a:r>
          </a:p>
          <a:p>
            <a:pPr marL="171450" indent="-171450">
              <a:lnSpc>
                <a:spcPct val="150000"/>
              </a:lnSpc>
              <a:buFont typeface="Wingdings" panose="05000000000000000000" pitchFamily="2" charset="2"/>
              <a:buChar char="v"/>
            </a:pPr>
            <a:r>
              <a:rPr lang="en-US" sz="1050">
                <a:latin typeface="Montserrat" panose="00000500000000000000" pitchFamily="2" charset="0"/>
              </a:rPr>
              <a:t>Streaming Ingestion</a:t>
            </a:r>
          </a:p>
          <a:p>
            <a:pPr marL="171450" indent="-171450">
              <a:lnSpc>
                <a:spcPct val="150000"/>
              </a:lnSpc>
              <a:buFont typeface="Wingdings" panose="05000000000000000000" pitchFamily="2" charset="2"/>
              <a:buChar char="v"/>
            </a:pPr>
            <a:r>
              <a:rPr lang="en-US" sz="1050">
                <a:latin typeface="Montserrat" panose="00000500000000000000" pitchFamily="2" charset="0"/>
              </a:rPr>
              <a:t>Data Governance</a:t>
            </a:r>
          </a:p>
          <a:p>
            <a:pPr marL="171450" indent="-171450">
              <a:lnSpc>
                <a:spcPct val="150000"/>
              </a:lnSpc>
              <a:buFont typeface="Wingdings" panose="05000000000000000000" pitchFamily="2" charset="2"/>
              <a:buChar char="v"/>
            </a:pPr>
            <a:r>
              <a:rPr lang="en-US" sz="1050">
                <a:latin typeface="Montserrat" panose="00000500000000000000" pitchFamily="2" charset="0"/>
              </a:rPr>
              <a:t>Analytics Workbench</a:t>
            </a:r>
          </a:p>
        </p:txBody>
      </p:sp>
      <p:sp>
        <p:nvSpPr>
          <p:cNvPr id="31" name="TextBox 30">
            <a:extLst>
              <a:ext uri="{FF2B5EF4-FFF2-40B4-BE49-F238E27FC236}">
                <a16:creationId xmlns:a16="http://schemas.microsoft.com/office/drawing/2014/main" id="{E306D409-B3E4-BF9C-9937-1BAC4159C24D}"/>
              </a:ext>
            </a:extLst>
          </p:cNvPr>
          <p:cNvSpPr txBox="1"/>
          <p:nvPr/>
        </p:nvSpPr>
        <p:spPr>
          <a:xfrm>
            <a:off x="9947127" y="3114265"/>
            <a:ext cx="1747394" cy="1276888"/>
          </a:xfrm>
          <a:prstGeom prst="rect">
            <a:avLst/>
          </a:prstGeom>
          <a:noFill/>
        </p:spPr>
        <p:txBody>
          <a:bodyPr wrap="square">
            <a:spAutoFit/>
          </a:bodyPr>
          <a:lstStyle/>
          <a:p>
            <a:pPr marL="171450" indent="-171450">
              <a:lnSpc>
                <a:spcPct val="150000"/>
              </a:lnSpc>
              <a:buFont typeface="Wingdings" panose="05000000000000000000" pitchFamily="2" charset="2"/>
              <a:buChar char="v"/>
            </a:pPr>
            <a:r>
              <a:rPr lang="en-US" sz="1050">
                <a:latin typeface="Montserrat" panose="00000500000000000000" pitchFamily="2" charset="0"/>
              </a:rPr>
              <a:t>ERP Integration</a:t>
            </a:r>
          </a:p>
          <a:p>
            <a:pPr marL="171450" indent="-171450">
              <a:lnSpc>
                <a:spcPct val="150000"/>
              </a:lnSpc>
              <a:buFont typeface="Wingdings" panose="05000000000000000000" pitchFamily="2" charset="2"/>
              <a:buChar char="v"/>
            </a:pPr>
            <a:r>
              <a:rPr lang="en-US" sz="1050">
                <a:latin typeface="Montserrat" panose="00000500000000000000" pitchFamily="2" charset="0"/>
              </a:rPr>
              <a:t>Project Mgmt. Tools</a:t>
            </a:r>
          </a:p>
          <a:p>
            <a:pPr marL="171450" indent="-171450">
              <a:lnSpc>
                <a:spcPct val="150000"/>
              </a:lnSpc>
              <a:buFont typeface="Wingdings" panose="05000000000000000000" pitchFamily="2" charset="2"/>
              <a:buChar char="v"/>
            </a:pPr>
            <a:r>
              <a:rPr lang="en-US" sz="1050">
                <a:latin typeface="Montserrat" panose="00000500000000000000" pitchFamily="2" charset="0"/>
              </a:rPr>
              <a:t>BIM &amp; Design Tools</a:t>
            </a:r>
          </a:p>
          <a:p>
            <a:pPr marL="171450" indent="-171450">
              <a:lnSpc>
                <a:spcPct val="150000"/>
              </a:lnSpc>
              <a:buFont typeface="Wingdings" panose="05000000000000000000" pitchFamily="2" charset="2"/>
              <a:buChar char="v"/>
            </a:pPr>
            <a:r>
              <a:rPr lang="en-US" sz="1050">
                <a:latin typeface="Montserrat" panose="00000500000000000000" pitchFamily="2" charset="0"/>
              </a:rPr>
              <a:t>TMS/Logistics Tools</a:t>
            </a:r>
          </a:p>
          <a:p>
            <a:pPr marL="171450" indent="-171450">
              <a:lnSpc>
                <a:spcPct val="150000"/>
              </a:lnSpc>
              <a:buFont typeface="Wingdings" panose="05000000000000000000" pitchFamily="2" charset="2"/>
              <a:buChar char="v"/>
            </a:pPr>
            <a:r>
              <a:rPr lang="en-US" sz="1050">
                <a:latin typeface="Montserrat" panose="00000500000000000000" pitchFamily="2" charset="0"/>
              </a:rPr>
              <a:t>Finance Systems</a:t>
            </a:r>
          </a:p>
        </p:txBody>
      </p:sp>
      <p:cxnSp>
        <p:nvCxnSpPr>
          <p:cNvPr id="33" name="Straight Arrow Connector 32">
            <a:extLst>
              <a:ext uri="{FF2B5EF4-FFF2-40B4-BE49-F238E27FC236}">
                <a16:creationId xmlns:a16="http://schemas.microsoft.com/office/drawing/2014/main" id="{5727C224-41F8-9624-AC32-3E2F41A27EDC}"/>
              </a:ext>
            </a:extLst>
          </p:cNvPr>
          <p:cNvCxnSpPr>
            <a:cxnSpLocks/>
          </p:cNvCxnSpPr>
          <p:nvPr/>
        </p:nvCxnSpPr>
        <p:spPr>
          <a:xfrm>
            <a:off x="8740717" y="3295724"/>
            <a:ext cx="785352" cy="0"/>
          </a:xfrm>
          <a:prstGeom prst="straightConnector1">
            <a:avLst/>
          </a:prstGeom>
          <a:ln w="76200">
            <a:solidFill>
              <a:schemeClr val="bg2"/>
            </a:solidFill>
            <a:headEnd type="triangle"/>
            <a:tailEnd type="triangle"/>
          </a:ln>
        </p:spPr>
        <p:style>
          <a:lnRef idx="2">
            <a:schemeClr val="accent1"/>
          </a:lnRef>
          <a:fillRef idx="0">
            <a:schemeClr val="accent1"/>
          </a:fillRef>
          <a:effectRef idx="1">
            <a:schemeClr val="accent1"/>
          </a:effectRef>
          <a:fontRef idx="minor">
            <a:schemeClr val="tx1"/>
          </a:fontRef>
        </p:style>
      </p:cxnSp>
      <p:pic>
        <p:nvPicPr>
          <p:cNvPr id="36" name="Graphic 35" descr="Single gear with solid fill">
            <a:extLst>
              <a:ext uri="{FF2B5EF4-FFF2-40B4-BE49-F238E27FC236}">
                <a16:creationId xmlns:a16="http://schemas.microsoft.com/office/drawing/2014/main" id="{4AC1D07C-61BF-25D2-10DA-8F9EA57B1338}"/>
              </a:ext>
            </a:extLst>
          </p:cNvPr>
          <p:cNvPicPr>
            <a:picLocks noChangeAspect="1"/>
          </p:cNvPicPr>
          <p:nvPr/>
        </p:nvPicPr>
        <p:blipFill>
          <a:blip>
            <a:extLst>
              <a:ext uri="{96DAC541-7B7A-43D3-8B79-37D633B846F1}">
                <asvg:svgBlip xmlns:asvg="http://schemas.microsoft.com/office/drawing/2016/SVG/main" r:embed="rId3"/>
              </a:ext>
            </a:extLst>
          </a:blip>
          <a:srcRect l="13629" t="12939" r="10198" b="11933"/>
          <a:stretch>
            <a:fillRect/>
          </a:stretch>
        </p:blipFill>
        <p:spPr>
          <a:xfrm>
            <a:off x="9445557" y="3567024"/>
            <a:ext cx="373956" cy="368829"/>
          </a:xfrm>
          <a:prstGeom prst="rect">
            <a:avLst/>
          </a:prstGeom>
        </p:spPr>
      </p:pic>
      <p:cxnSp>
        <p:nvCxnSpPr>
          <p:cNvPr id="38" name="Straight Connector 37">
            <a:extLst>
              <a:ext uri="{FF2B5EF4-FFF2-40B4-BE49-F238E27FC236}">
                <a16:creationId xmlns:a16="http://schemas.microsoft.com/office/drawing/2014/main" id="{3646BE28-B0F1-9442-6E0A-A1724EB844CD}"/>
              </a:ext>
            </a:extLst>
          </p:cNvPr>
          <p:cNvCxnSpPr>
            <a:cxnSpLocks/>
          </p:cNvCxnSpPr>
          <p:nvPr/>
        </p:nvCxnSpPr>
        <p:spPr>
          <a:xfrm>
            <a:off x="535372" y="3243593"/>
            <a:ext cx="5453744" cy="0"/>
          </a:xfrm>
          <a:prstGeom prst="line">
            <a:avLst/>
          </a:prstGeom>
          <a:ln w="31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20C8CCFC-E6CF-4793-93F3-F316EE11238B}"/>
              </a:ext>
            </a:extLst>
          </p:cNvPr>
          <p:cNvCxnSpPr>
            <a:cxnSpLocks/>
          </p:cNvCxnSpPr>
          <p:nvPr/>
        </p:nvCxnSpPr>
        <p:spPr>
          <a:xfrm>
            <a:off x="535372" y="3782260"/>
            <a:ext cx="5453744" cy="0"/>
          </a:xfrm>
          <a:prstGeom prst="line">
            <a:avLst/>
          </a:prstGeom>
          <a:ln w="31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CB9872FF-B8CE-7375-3811-6614AABBDF2D}"/>
              </a:ext>
            </a:extLst>
          </p:cNvPr>
          <p:cNvCxnSpPr>
            <a:cxnSpLocks/>
          </p:cNvCxnSpPr>
          <p:nvPr/>
        </p:nvCxnSpPr>
        <p:spPr>
          <a:xfrm>
            <a:off x="535372" y="4343871"/>
            <a:ext cx="5453744" cy="0"/>
          </a:xfrm>
          <a:prstGeom prst="line">
            <a:avLst/>
          </a:prstGeom>
          <a:ln w="31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6579D07A-2206-0AE9-104E-8BD2C2704C07}"/>
              </a:ext>
            </a:extLst>
          </p:cNvPr>
          <p:cNvCxnSpPr>
            <a:cxnSpLocks/>
          </p:cNvCxnSpPr>
          <p:nvPr/>
        </p:nvCxnSpPr>
        <p:spPr>
          <a:xfrm>
            <a:off x="535372" y="4856884"/>
            <a:ext cx="5453744" cy="0"/>
          </a:xfrm>
          <a:prstGeom prst="line">
            <a:avLst/>
          </a:prstGeom>
          <a:ln w="31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F87D2B99-594B-C1FA-6C9E-550B8FB8756B}"/>
              </a:ext>
            </a:extLst>
          </p:cNvPr>
          <p:cNvSpPr txBox="1"/>
          <p:nvPr/>
        </p:nvSpPr>
        <p:spPr>
          <a:xfrm>
            <a:off x="503544" y="5758505"/>
            <a:ext cx="1315624" cy="577081"/>
          </a:xfrm>
          <a:prstGeom prst="rect">
            <a:avLst/>
          </a:prstGeom>
          <a:noFill/>
        </p:spPr>
        <p:txBody>
          <a:bodyPr wrap="square">
            <a:spAutoFit/>
          </a:bodyPr>
          <a:lstStyle/>
          <a:p>
            <a:r>
              <a:rPr lang="en-US" sz="1050" b="1">
                <a:solidFill>
                  <a:schemeClr val="bg1"/>
                </a:solidFill>
                <a:latin typeface="Montserrat" panose="00000500000000000000" pitchFamily="2" charset="0"/>
              </a:rPr>
              <a:t>KEY PERFORMANCE INDICATORS</a:t>
            </a:r>
          </a:p>
        </p:txBody>
      </p:sp>
      <p:cxnSp>
        <p:nvCxnSpPr>
          <p:cNvPr id="68" name="Straight Connector 67">
            <a:extLst>
              <a:ext uri="{FF2B5EF4-FFF2-40B4-BE49-F238E27FC236}">
                <a16:creationId xmlns:a16="http://schemas.microsoft.com/office/drawing/2014/main" id="{7F2C8053-CB37-7435-150F-ED97973234A4}"/>
              </a:ext>
            </a:extLst>
          </p:cNvPr>
          <p:cNvCxnSpPr>
            <a:cxnSpLocks/>
          </p:cNvCxnSpPr>
          <p:nvPr/>
        </p:nvCxnSpPr>
        <p:spPr>
          <a:xfrm>
            <a:off x="3375258" y="5768051"/>
            <a:ext cx="0" cy="61827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pic>
        <p:nvPicPr>
          <p:cNvPr id="76" name="Graphic 75">
            <a:extLst>
              <a:ext uri="{FF2B5EF4-FFF2-40B4-BE49-F238E27FC236}">
                <a16:creationId xmlns:a16="http://schemas.microsoft.com/office/drawing/2014/main" id="{EA651A07-1A5E-A515-4FD0-52D717371DA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37001" y="5669736"/>
            <a:ext cx="274320" cy="274320"/>
          </a:xfrm>
          <a:prstGeom prst="rect">
            <a:avLst/>
          </a:prstGeom>
        </p:spPr>
      </p:pic>
      <p:pic>
        <p:nvPicPr>
          <p:cNvPr id="79" name="Graphic 78">
            <a:extLst>
              <a:ext uri="{FF2B5EF4-FFF2-40B4-BE49-F238E27FC236}">
                <a16:creationId xmlns:a16="http://schemas.microsoft.com/office/drawing/2014/main" id="{FFC5B1E9-29CF-A9FE-1DE1-8411931CAC8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88663" y="5741020"/>
            <a:ext cx="274320" cy="274320"/>
          </a:xfrm>
          <a:prstGeom prst="rect">
            <a:avLst/>
          </a:prstGeom>
        </p:spPr>
      </p:pic>
      <p:pic>
        <p:nvPicPr>
          <p:cNvPr id="1026" name="Picture 2">
            <a:extLst>
              <a:ext uri="{FF2B5EF4-FFF2-40B4-BE49-F238E27FC236}">
                <a16:creationId xmlns:a16="http://schemas.microsoft.com/office/drawing/2014/main" id="{7560501F-9AE3-961F-D36A-BA55220CC71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72212" y="5022346"/>
            <a:ext cx="831226" cy="23962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echnology - Databricks">
            <a:extLst>
              <a:ext uri="{FF2B5EF4-FFF2-40B4-BE49-F238E27FC236}">
                <a16:creationId xmlns:a16="http://schemas.microsoft.com/office/drawing/2014/main" id="{48E11257-03BC-A940-B61C-6D822AB46A3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26753" b="24786"/>
          <a:stretch>
            <a:fillRect/>
          </a:stretch>
        </p:blipFill>
        <p:spPr bwMode="auto">
          <a:xfrm>
            <a:off x="7629339" y="5082556"/>
            <a:ext cx="1140587" cy="186552"/>
          </a:xfrm>
          <a:prstGeom prst="rect">
            <a:avLst/>
          </a:prstGeom>
          <a:noFill/>
          <a:extLst>
            <a:ext uri="{909E8E84-426E-40DD-AFC4-6F175D3DCCD1}">
              <a14:hiddenFill xmlns:a14="http://schemas.microsoft.com/office/drawing/2010/main">
                <a:solidFill>
                  <a:srgbClr val="FFFFFF"/>
                </a:solidFill>
              </a14:hiddenFill>
            </a:ext>
          </a:extLst>
        </p:spPr>
      </p:pic>
      <p:sp>
        <p:nvSpPr>
          <p:cNvPr id="58" name="TextBox 57">
            <a:extLst>
              <a:ext uri="{FF2B5EF4-FFF2-40B4-BE49-F238E27FC236}">
                <a16:creationId xmlns:a16="http://schemas.microsoft.com/office/drawing/2014/main" id="{C7EA633B-65C3-FFAA-BF90-0C9295B9EDD3}"/>
              </a:ext>
            </a:extLst>
          </p:cNvPr>
          <p:cNvSpPr txBox="1"/>
          <p:nvPr/>
        </p:nvSpPr>
        <p:spPr>
          <a:xfrm>
            <a:off x="1966042" y="6066998"/>
            <a:ext cx="1297401" cy="400110"/>
          </a:xfrm>
          <a:prstGeom prst="rect">
            <a:avLst/>
          </a:prstGeom>
          <a:noFill/>
        </p:spPr>
        <p:txBody>
          <a:bodyPr wrap="square">
            <a:spAutoFit/>
          </a:bodyPr>
          <a:lstStyle/>
          <a:p>
            <a:pPr algn="ctr"/>
            <a:r>
              <a:rPr lang="en-US" sz="1000">
                <a:latin typeface="Montserrat" panose="00000500000000000000" pitchFamily="2" charset="0"/>
              </a:rPr>
              <a:t>Forecast Accuracy (MAPE)</a:t>
            </a:r>
          </a:p>
        </p:txBody>
      </p:sp>
      <p:sp>
        <p:nvSpPr>
          <p:cNvPr id="66" name="TextBox 65">
            <a:extLst>
              <a:ext uri="{FF2B5EF4-FFF2-40B4-BE49-F238E27FC236}">
                <a16:creationId xmlns:a16="http://schemas.microsoft.com/office/drawing/2014/main" id="{8C00BE8E-9C4A-F8BE-601D-4408ED4248A4}"/>
              </a:ext>
            </a:extLst>
          </p:cNvPr>
          <p:cNvSpPr txBox="1"/>
          <p:nvPr/>
        </p:nvSpPr>
        <p:spPr>
          <a:xfrm>
            <a:off x="3509696" y="6066998"/>
            <a:ext cx="1182312" cy="400110"/>
          </a:xfrm>
          <a:prstGeom prst="rect">
            <a:avLst/>
          </a:prstGeom>
          <a:noFill/>
        </p:spPr>
        <p:txBody>
          <a:bodyPr wrap="square">
            <a:spAutoFit/>
          </a:bodyPr>
          <a:lstStyle/>
          <a:p>
            <a:pPr algn="ctr"/>
            <a:r>
              <a:rPr lang="en-US" sz="1000">
                <a:latin typeface="Montserrat" panose="00000500000000000000" pitchFamily="2" charset="0"/>
              </a:rPr>
              <a:t>One Time </a:t>
            </a:r>
          </a:p>
          <a:p>
            <a:pPr algn="ctr"/>
            <a:r>
              <a:rPr lang="en-US" sz="1000">
                <a:latin typeface="Montserrat" panose="00000500000000000000" pitchFamily="2" charset="0"/>
              </a:rPr>
              <a:t>Completion (%)</a:t>
            </a:r>
          </a:p>
        </p:txBody>
      </p:sp>
      <p:sp>
        <p:nvSpPr>
          <p:cNvPr id="23" name="TextBox 22">
            <a:extLst>
              <a:ext uri="{FF2B5EF4-FFF2-40B4-BE49-F238E27FC236}">
                <a16:creationId xmlns:a16="http://schemas.microsoft.com/office/drawing/2014/main" id="{2045F6BA-58C7-DB31-4283-3065AD4A7150}"/>
              </a:ext>
            </a:extLst>
          </p:cNvPr>
          <p:cNvSpPr txBox="1"/>
          <p:nvPr/>
        </p:nvSpPr>
        <p:spPr>
          <a:xfrm>
            <a:off x="4938261" y="6066998"/>
            <a:ext cx="968802" cy="400110"/>
          </a:xfrm>
          <a:prstGeom prst="rect">
            <a:avLst/>
          </a:prstGeom>
          <a:noFill/>
        </p:spPr>
        <p:txBody>
          <a:bodyPr wrap="square">
            <a:spAutoFit/>
          </a:bodyPr>
          <a:lstStyle/>
          <a:p>
            <a:pPr algn="ctr"/>
            <a:r>
              <a:rPr lang="en-US" sz="1000">
                <a:latin typeface="Montserrat" panose="00000500000000000000" pitchFamily="2" charset="0"/>
              </a:rPr>
              <a:t>Cost variance(%)</a:t>
            </a:r>
          </a:p>
        </p:txBody>
      </p:sp>
      <p:sp>
        <p:nvSpPr>
          <p:cNvPr id="24" name="TextBox 23">
            <a:extLst>
              <a:ext uri="{FF2B5EF4-FFF2-40B4-BE49-F238E27FC236}">
                <a16:creationId xmlns:a16="http://schemas.microsoft.com/office/drawing/2014/main" id="{14BA938A-671B-6445-0454-518D7F162A85}"/>
              </a:ext>
            </a:extLst>
          </p:cNvPr>
          <p:cNvSpPr txBox="1"/>
          <p:nvPr/>
        </p:nvSpPr>
        <p:spPr>
          <a:xfrm>
            <a:off x="6153316" y="6066998"/>
            <a:ext cx="968802" cy="400110"/>
          </a:xfrm>
          <a:prstGeom prst="rect">
            <a:avLst/>
          </a:prstGeom>
          <a:noFill/>
        </p:spPr>
        <p:txBody>
          <a:bodyPr wrap="square">
            <a:spAutoFit/>
          </a:bodyPr>
          <a:lstStyle/>
          <a:p>
            <a:pPr algn="ctr"/>
            <a:r>
              <a:rPr lang="en-US" sz="1000">
                <a:latin typeface="Montserrat" panose="00000500000000000000" pitchFamily="2" charset="0"/>
              </a:rPr>
              <a:t>Material Waste (%)</a:t>
            </a:r>
          </a:p>
        </p:txBody>
      </p:sp>
      <p:sp>
        <p:nvSpPr>
          <p:cNvPr id="26" name="TextBox 25">
            <a:extLst>
              <a:ext uri="{FF2B5EF4-FFF2-40B4-BE49-F238E27FC236}">
                <a16:creationId xmlns:a16="http://schemas.microsoft.com/office/drawing/2014/main" id="{0903EF80-3453-D880-52ED-4EE73E191438}"/>
              </a:ext>
            </a:extLst>
          </p:cNvPr>
          <p:cNvSpPr txBox="1"/>
          <p:nvPr/>
        </p:nvSpPr>
        <p:spPr>
          <a:xfrm>
            <a:off x="7368371" y="6066998"/>
            <a:ext cx="879963" cy="400110"/>
          </a:xfrm>
          <a:prstGeom prst="rect">
            <a:avLst/>
          </a:prstGeom>
          <a:noFill/>
        </p:spPr>
        <p:txBody>
          <a:bodyPr wrap="square">
            <a:spAutoFit/>
          </a:bodyPr>
          <a:lstStyle/>
          <a:p>
            <a:pPr algn="ctr"/>
            <a:r>
              <a:rPr lang="en-US" sz="1000">
                <a:latin typeface="Montserrat" panose="00000500000000000000" pitchFamily="2" charset="0"/>
              </a:rPr>
              <a:t>Supplier OTIF (%)</a:t>
            </a:r>
          </a:p>
        </p:txBody>
      </p:sp>
      <p:sp>
        <p:nvSpPr>
          <p:cNvPr id="30" name="TextBox 29">
            <a:extLst>
              <a:ext uri="{FF2B5EF4-FFF2-40B4-BE49-F238E27FC236}">
                <a16:creationId xmlns:a16="http://schemas.microsoft.com/office/drawing/2014/main" id="{E0AE1E24-2DB7-BCB2-A7AD-B6EDD379CECD}"/>
              </a:ext>
            </a:extLst>
          </p:cNvPr>
          <p:cNvSpPr txBox="1"/>
          <p:nvPr/>
        </p:nvSpPr>
        <p:spPr>
          <a:xfrm>
            <a:off x="8494587" y="6066998"/>
            <a:ext cx="770385" cy="400110"/>
          </a:xfrm>
          <a:prstGeom prst="rect">
            <a:avLst/>
          </a:prstGeom>
          <a:noFill/>
        </p:spPr>
        <p:txBody>
          <a:bodyPr wrap="square">
            <a:spAutoFit/>
          </a:bodyPr>
          <a:lstStyle/>
          <a:p>
            <a:pPr algn="ctr"/>
            <a:r>
              <a:rPr lang="en-US" sz="1000">
                <a:latin typeface="Montserrat" panose="00000500000000000000" pitchFamily="2" charset="0"/>
              </a:rPr>
              <a:t>Sales Uplift(%)</a:t>
            </a:r>
          </a:p>
        </p:txBody>
      </p:sp>
      <p:sp>
        <p:nvSpPr>
          <p:cNvPr id="32" name="TextBox 31">
            <a:extLst>
              <a:ext uri="{FF2B5EF4-FFF2-40B4-BE49-F238E27FC236}">
                <a16:creationId xmlns:a16="http://schemas.microsoft.com/office/drawing/2014/main" id="{C7BC5F89-0F31-4D5E-D200-374E175BAA8A}"/>
              </a:ext>
            </a:extLst>
          </p:cNvPr>
          <p:cNvSpPr txBox="1"/>
          <p:nvPr/>
        </p:nvSpPr>
        <p:spPr>
          <a:xfrm>
            <a:off x="9511225" y="6066998"/>
            <a:ext cx="770385" cy="246221"/>
          </a:xfrm>
          <a:prstGeom prst="rect">
            <a:avLst/>
          </a:prstGeom>
          <a:noFill/>
        </p:spPr>
        <p:txBody>
          <a:bodyPr wrap="square">
            <a:spAutoFit/>
          </a:bodyPr>
          <a:lstStyle/>
          <a:p>
            <a:pPr algn="ctr"/>
            <a:r>
              <a:rPr lang="en-US" sz="1000">
                <a:latin typeface="Montserrat" panose="00000500000000000000" pitchFamily="2" charset="0"/>
              </a:rPr>
              <a:t>ROI (%)</a:t>
            </a:r>
          </a:p>
        </p:txBody>
      </p:sp>
      <p:sp>
        <p:nvSpPr>
          <p:cNvPr id="34" name="TextBox 33">
            <a:extLst>
              <a:ext uri="{FF2B5EF4-FFF2-40B4-BE49-F238E27FC236}">
                <a16:creationId xmlns:a16="http://schemas.microsoft.com/office/drawing/2014/main" id="{6A0CF2C7-3D1E-4A31-15D6-3DE4E3569C3C}"/>
              </a:ext>
            </a:extLst>
          </p:cNvPr>
          <p:cNvSpPr txBox="1"/>
          <p:nvPr/>
        </p:nvSpPr>
        <p:spPr>
          <a:xfrm>
            <a:off x="10527862" y="6066998"/>
            <a:ext cx="1160594" cy="400110"/>
          </a:xfrm>
          <a:prstGeom prst="rect">
            <a:avLst/>
          </a:prstGeom>
          <a:noFill/>
        </p:spPr>
        <p:txBody>
          <a:bodyPr wrap="square">
            <a:spAutoFit/>
          </a:bodyPr>
          <a:lstStyle/>
          <a:p>
            <a:pPr algn="ctr"/>
            <a:r>
              <a:rPr lang="en-US" sz="1000">
                <a:latin typeface="Montserrat" panose="00000500000000000000" pitchFamily="2" charset="0"/>
              </a:rPr>
              <a:t>Budget Adherence(%)</a:t>
            </a:r>
          </a:p>
        </p:txBody>
      </p:sp>
      <p:cxnSp>
        <p:nvCxnSpPr>
          <p:cNvPr id="43" name="Straight Connector 42">
            <a:extLst>
              <a:ext uri="{FF2B5EF4-FFF2-40B4-BE49-F238E27FC236}">
                <a16:creationId xmlns:a16="http://schemas.microsoft.com/office/drawing/2014/main" id="{1E991DB4-BAFE-12C8-F6DB-B6E336544A0D}"/>
              </a:ext>
            </a:extLst>
          </p:cNvPr>
          <p:cNvCxnSpPr>
            <a:cxnSpLocks/>
          </p:cNvCxnSpPr>
          <p:nvPr/>
        </p:nvCxnSpPr>
        <p:spPr>
          <a:xfrm>
            <a:off x="4853025" y="5768051"/>
            <a:ext cx="0" cy="61827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10E6574D-FB0F-9301-D393-7512521A3618}"/>
              </a:ext>
            </a:extLst>
          </p:cNvPr>
          <p:cNvCxnSpPr>
            <a:cxnSpLocks/>
          </p:cNvCxnSpPr>
          <p:nvPr/>
        </p:nvCxnSpPr>
        <p:spPr>
          <a:xfrm>
            <a:off x="6080214" y="5791107"/>
            <a:ext cx="0" cy="61827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27CEFC9F-70B4-7F75-7670-D68B7407ED62}"/>
              </a:ext>
            </a:extLst>
          </p:cNvPr>
          <p:cNvCxnSpPr>
            <a:cxnSpLocks/>
          </p:cNvCxnSpPr>
          <p:nvPr/>
        </p:nvCxnSpPr>
        <p:spPr>
          <a:xfrm>
            <a:off x="7270303" y="5797063"/>
            <a:ext cx="0" cy="61827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70F60062-700E-B948-83DA-9BABF3489EC4}"/>
              </a:ext>
            </a:extLst>
          </p:cNvPr>
          <p:cNvCxnSpPr>
            <a:cxnSpLocks/>
          </p:cNvCxnSpPr>
          <p:nvPr/>
        </p:nvCxnSpPr>
        <p:spPr>
          <a:xfrm>
            <a:off x="8457174" y="5791107"/>
            <a:ext cx="0" cy="61827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2F6356EF-5883-C396-9DB5-D313A04E713F}"/>
              </a:ext>
            </a:extLst>
          </p:cNvPr>
          <p:cNvCxnSpPr>
            <a:cxnSpLocks/>
          </p:cNvCxnSpPr>
          <p:nvPr/>
        </p:nvCxnSpPr>
        <p:spPr>
          <a:xfrm>
            <a:off x="9445557" y="5817658"/>
            <a:ext cx="0" cy="61827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F3CB9392-63B0-21A0-4A8D-1B9AAA38E2D3}"/>
              </a:ext>
            </a:extLst>
          </p:cNvPr>
          <p:cNvCxnSpPr>
            <a:cxnSpLocks/>
          </p:cNvCxnSpPr>
          <p:nvPr/>
        </p:nvCxnSpPr>
        <p:spPr>
          <a:xfrm>
            <a:off x="10430164" y="5817657"/>
            <a:ext cx="0" cy="61827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pic>
        <p:nvPicPr>
          <p:cNvPr id="55" name="Graphic 54">
            <a:extLst>
              <a:ext uri="{FF2B5EF4-FFF2-40B4-BE49-F238E27FC236}">
                <a16:creationId xmlns:a16="http://schemas.microsoft.com/office/drawing/2014/main" id="{24176662-152A-A830-3965-847C7788ADF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991979" y="5741020"/>
            <a:ext cx="274320" cy="274320"/>
          </a:xfrm>
          <a:prstGeom prst="rect">
            <a:avLst/>
          </a:prstGeom>
        </p:spPr>
      </p:pic>
      <p:pic>
        <p:nvPicPr>
          <p:cNvPr id="57" name="Graphic 56">
            <a:extLst>
              <a:ext uri="{FF2B5EF4-FFF2-40B4-BE49-F238E27FC236}">
                <a16:creationId xmlns:a16="http://schemas.microsoft.com/office/drawing/2014/main" id="{5968CA16-EFA9-29B5-3A7F-39ED9C96097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279300" y="5721032"/>
            <a:ext cx="274320" cy="274320"/>
          </a:xfrm>
          <a:prstGeom prst="rect">
            <a:avLst/>
          </a:prstGeom>
        </p:spPr>
      </p:pic>
      <p:pic>
        <p:nvPicPr>
          <p:cNvPr id="67" name="Graphic 66">
            <a:extLst>
              <a:ext uri="{FF2B5EF4-FFF2-40B4-BE49-F238E27FC236}">
                <a16:creationId xmlns:a16="http://schemas.microsoft.com/office/drawing/2014/main" id="{E5F50338-5EF3-60A3-46A4-FE17C4FEECE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501792" y="5721032"/>
            <a:ext cx="274320" cy="274320"/>
          </a:xfrm>
          <a:prstGeom prst="rect">
            <a:avLst/>
          </a:prstGeom>
        </p:spPr>
      </p:pic>
      <p:pic>
        <p:nvPicPr>
          <p:cNvPr id="78" name="Graphic 77">
            <a:extLst>
              <a:ext uri="{FF2B5EF4-FFF2-40B4-BE49-F238E27FC236}">
                <a16:creationId xmlns:a16="http://schemas.microsoft.com/office/drawing/2014/main" id="{A8E2C6A1-BAB3-C2F9-1885-6B104B51F99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769926" y="5697478"/>
            <a:ext cx="274320" cy="274320"/>
          </a:xfrm>
          <a:prstGeom prst="rect">
            <a:avLst/>
          </a:prstGeom>
        </p:spPr>
      </p:pic>
      <p:pic>
        <p:nvPicPr>
          <p:cNvPr id="82" name="Graphic 81">
            <a:extLst>
              <a:ext uri="{FF2B5EF4-FFF2-40B4-BE49-F238E27FC236}">
                <a16:creationId xmlns:a16="http://schemas.microsoft.com/office/drawing/2014/main" id="{6E37CABA-26F6-CE12-1295-9F27D95D9FA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729424" y="5721032"/>
            <a:ext cx="274320" cy="274320"/>
          </a:xfrm>
          <a:prstGeom prst="rect">
            <a:avLst/>
          </a:prstGeom>
        </p:spPr>
      </p:pic>
      <p:pic>
        <p:nvPicPr>
          <p:cNvPr id="86" name="Graphic 85">
            <a:extLst>
              <a:ext uri="{FF2B5EF4-FFF2-40B4-BE49-F238E27FC236}">
                <a16:creationId xmlns:a16="http://schemas.microsoft.com/office/drawing/2014/main" id="{32FF3C91-07ED-0B69-8673-17B18BF79EFB}"/>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949672" y="5753220"/>
            <a:ext cx="274320" cy="274320"/>
          </a:xfrm>
          <a:prstGeom prst="rect">
            <a:avLst/>
          </a:prstGeom>
        </p:spPr>
      </p:pic>
      <p:pic>
        <p:nvPicPr>
          <p:cNvPr id="90" name="Graphic 89">
            <a:extLst>
              <a:ext uri="{FF2B5EF4-FFF2-40B4-BE49-F238E27FC236}">
                <a16:creationId xmlns:a16="http://schemas.microsoft.com/office/drawing/2014/main" id="{1E5DDFB6-7B31-08F8-3796-B13E77BA67E7}"/>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27530" y="2847135"/>
            <a:ext cx="274320" cy="274320"/>
          </a:xfrm>
          <a:prstGeom prst="rect">
            <a:avLst/>
          </a:prstGeom>
        </p:spPr>
      </p:pic>
      <p:pic>
        <p:nvPicPr>
          <p:cNvPr id="92" name="Graphic 91">
            <a:extLst>
              <a:ext uri="{FF2B5EF4-FFF2-40B4-BE49-F238E27FC236}">
                <a16:creationId xmlns:a16="http://schemas.microsoft.com/office/drawing/2014/main" id="{41A35228-0BF1-13B8-A6FE-762587B84B9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07633" y="3396427"/>
            <a:ext cx="274320" cy="274320"/>
          </a:xfrm>
          <a:prstGeom prst="rect">
            <a:avLst/>
          </a:prstGeom>
        </p:spPr>
      </p:pic>
      <p:pic>
        <p:nvPicPr>
          <p:cNvPr id="94" name="Graphic 93">
            <a:extLst>
              <a:ext uri="{FF2B5EF4-FFF2-40B4-BE49-F238E27FC236}">
                <a16:creationId xmlns:a16="http://schemas.microsoft.com/office/drawing/2014/main" id="{B8259F5A-B9F7-C744-5359-01FA830C01DA}"/>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14190" y="3925906"/>
            <a:ext cx="274320" cy="274320"/>
          </a:xfrm>
          <a:prstGeom prst="rect">
            <a:avLst/>
          </a:prstGeom>
        </p:spPr>
      </p:pic>
      <p:pic>
        <p:nvPicPr>
          <p:cNvPr id="96" name="Graphic 95">
            <a:extLst>
              <a:ext uri="{FF2B5EF4-FFF2-40B4-BE49-F238E27FC236}">
                <a16:creationId xmlns:a16="http://schemas.microsoft.com/office/drawing/2014/main" id="{36D089FB-05AB-0614-DD56-ED17025BBCAD}"/>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14190" y="4456251"/>
            <a:ext cx="274320" cy="274320"/>
          </a:xfrm>
          <a:prstGeom prst="rect">
            <a:avLst/>
          </a:prstGeom>
        </p:spPr>
      </p:pic>
      <p:pic>
        <p:nvPicPr>
          <p:cNvPr id="98" name="Graphic 97">
            <a:extLst>
              <a:ext uri="{FF2B5EF4-FFF2-40B4-BE49-F238E27FC236}">
                <a16:creationId xmlns:a16="http://schemas.microsoft.com/office/drawing/2014/main" id="{8D743DCB-598D-2AF6-51D8-8EA58DA0510D}"/>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627530" y="5013202"/>
            <a:ext cx="274320" cy="274320"/>
          </a:xfrm>
          <a:prstGeom prst="rect">
            <a:avLst/>
          </a:prstGeom>
        </p:spPr>
      </p:pic>
    </p:spTree>
    <p:extLst>
      <p:ext uri="{BB962C8B-B14F-4D97-AF65-F5344CB8AC3E}">
        <p14:creationId xmlns:p14="http://schemas.microsoft.com/office/powerpoint/2010/main" val="32819605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C79B7-B8D8-C5EC-A6B7-E1DCB18716EB}"/>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8B6E2A78-BD6B-B2CB-0901-74CE0AFF7CCE}"/>
              </a:ext>
            </a:extLst>
          </p:cNvPr>
          <p:cNvSpPr/>
          <p:nvPr/>
        </p:nvSpPr>
        <p:spPr>
          <a:xfrm>
            <a:off x="468086" y="2416629"/>
            <a:ext cx="11381014" cy="3362825"/>
          </a:xfrm>
          <a:prstGeom prst="roundRect">
            <a:avLst>
              <a:gd name="adj" fmla="val 4690"/>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77F522-D95C-A041-60A4-9FE66FF80C61}"/>
              </a:ext>
            </a:extLst>
          </p:cNvPr>
          <p:cNvSpPr>
            <a:spLocks noGrp="1"/>
          </p:cNvSpPr>
          <p:nvPr>
            <p:ph type="title"/>
          </p:nvPr>
        </p:nvSpPr>
        <p:spPr>
          <a:xfrm>
            <a:off x="340190" y="47204"/>
            <a:ext cx="11355150" cy="553993"/>
          </a:xfrm>
        </p:spPr>
        <p:txBody>
          <a:bodyPr/>
          <a:lstStyle/>
          <a:p>
            <a:r>
              <a:rPr lang="en-US">
                <a:latin typeface="Montserrat Light"/>
              </a:rPr>
              <a:t>Use case 2: AI - Driven Decision Intelligence For Dairy Manufacturing plant</a:t>
            </a:r>
          </a:p>
        </p:txBody>
      </p:sp>
      <p:sp>
        <p:nvSpPr>
          <p:cNvPr id="3" name="Slide Number Placeholder 2">
            <a:extLst>
              <a:ext uri="{FF2B5EF4-FFF2-40B4-BE49-F238E27FC236}">
                <a16:creationId xmlns:a16="http://schemas.microsoft.com/office/drawing/2014/main" id="{47017EA7-5A21-663A-EEE5-CF43D581726F}"/>
              </a:ext>
            </a:extLst>
          </p:cNvPr>
          <p:cNvSpPr>
            <a:spLocks noGrp="1"/>
          </p:cNvSpPr>
          <p:nvPr>
            <p:ph type="sldNum" sz="quarter" idx="12"/>
          </p:nvPr>
        </p:nvSpPr>
        <p:spPr/>
        <p:txBody>
          <a:bodyPr/>
          <a:lstStyle/>
          <a:p>
            <a:fld id="{330EA680-D336-4FF7-8B7A-9848BB0A1C32}" type="slidenum">
              <a:rPr lang="en-US" smtClean="0"/>
              <a:t>20</a:t>
            </a:fld>
            <a:endParaRPr lang="en-US"/>
          </a:p>
        </p:txBody>
      </p:sp>
      <p:sp>
        <p:nvSpPr>
          <p:cNvPr id="4" name="Date Placeholder 3">
            <a:extLst>
              <a:ext uri="{FF2B5EF4-FFF2-40B4-BE49-F238E27FC236}">
                <a16:creationId xmlns:a16="http://schemas.microsoft.com/office/drawing/2014/main" id="{93A8D1AD-C6D6-7611-7FD7-AC1C89393EE7}"/>
              </a:ext>
            </a:extLst>
          </p:cNvPr>
          <p:cNvSpPr>
            <a:spLocks noGrp="1"/>
          </p:cNvSpPr>
          <p:nvPr>
            <p:ph type="dt" sz="half" idx="2"/>
          </p:nvPr>
        </p:nvSpPr>
        <p:spPr/>
        <p:txBody>
          <a:bodyPr/>
          <a:lstStyle/>
          <a:p>
            <a:r>
              <a:rPr lang="en-US"/>
              <a:t>© SYREN CLOUD INC – 2026 – ALL RIGHTS RESERVED</a:t>
            </a:r>
            <a:endParaRPr lang="en-US" sz="600"/>
          </a:p>
        </p:txBody>
      </p:sp>
      <p:sp>
        <p:nvSpPr>
          <p:cNvPr id="6" name="TextBox 5">
            <a:extLst>
              <a:ext uri="{FF2B5EF4-FFF2-40B4-BE49-F238E27FC236}">
                <a16:creationId xmlns:a16="http://schemas.microsoft.com/office/drawing/2014/main" id="{35C6C6F1-BDC7-670C-C6E0-22A01A1A27B2}"/>
              </a:ext>
            </a:extLst>
          </p:cNvPr>
          <p:cNvSpPr txBox="1"/>
          <p:nvPr/>
        </p:nvSpPr>
        <p:spPr>
          <a:xfrm>
            <a:off x="381000" y="1078546"/>
            <a:ext cx="9455683" cy="338554"/>
          </a:xfrm>
          <a:prstGeom prst="rect">
            <a:avLst/>
          </a:prstGeom>
          <a:noFill/>
        </p:spPr>
        <p:txBody>
          <a:bodyPr wrap="square">
            <a:spAutoFit/>
          </a:bodyPr>
          <a:lstStyle/>
          <a:p>
            <a:r>
              <a:rPr lang="en-IN" sz="1600" b="1">
                <a:solidFill>
                  <a:schemeClr val="bg2"/>
                </a:solidFill>
                <a:latin typeface="Montserrat" panose="00000500000000000000" pitchFamily="2" charset="0"/>
              </a:rPr>
              <a:t>Optimizing Freshness, Production, and Supply Chain Performance End-to-End</a:t>
            </a:r>
            <a:endParaRPr lang="en-US" sz="1600" b="1">
              <a:solidFill>
                <a:schemeClr val="bg2"/>
              </a:solidFill>
              <a:latin typeface="Montserrat" panose="00000500000000000000" pitchFamily="2" charset="0"/>
            </a:endParaRPr>
          </a:p>
        </p:txBody>
      </p:sp>
      <p:sp>
        <p:nvSpPr>
          <p:cNvPr id="8" name="TextBox 7">
            <a:extLst>
              <a:ext uri="{FF2B5EF4-FFF2-40B4-BE49-F238E27FC236}">
                <a16:creationId xmlns:a16="http://schemas.microsoft.com/office/drawing/2014/main" id="{71657E41-0B0C-E165-8EA2-61A431855C7D}"/>
              </a:ext>
            </a:extLst>
          </p:cNvPr>
          <p:cNvSpPr txBox="1"/>
          <p:nvPr/>
        </p:nvSpPr>
        <p:spPr>
          <a:xfrm>
            <a:off x="381000" y="1598754"/>
            <a:ext cx="10670721" cy="307777"/>
          </a:xfrm>
          <a:prstGeom prst="rect">
            <a:avLst/>
          </a:prstGeom>
          <a:noFill/>
        </p:spPr>
        <p:txBody>
          <a:bodyPr wrap="square">
            <a:spAutoFit/>
          </a:bodyPr>
          <a:lstStyle/>
          <a:p>
            <a:r>
              <a:rPr lang="en-IN" sz="1400">
                <a:latin typeface="Montserrat" panose="00000500000000000000" pitchFamily="2" charset="0"/>
              </a:rPr>
              <a:t>From milk to customer: Al, Optimization and Digital Twins powering every decision across the dairy value chain</a:t>
            </a:r>
            <a:endParaRPr lang="en-US" sz="1400">
              <a:latin typeface="Montserrat" panose="00000500000000000000" pitchFamily="2" charset="0"/>
            </a:endParaRPr>
          </a:p>
        </p:txBody>
      </p:sp>
      <p:sp>
        <p:nvSpPr>
          <p:cNvPr id="10" name="TextBox 9">
            <a:extLst>
              <a:ext uri="{FF2B5EF4-FFF2-40B4-BE49-F238E27FC236}">
                <a16:creationId xmlns:a16="http://schemas.microsoft.com/office/drawing/2014/main" id="{CFADB1EE-9610-CCAF-B809-0CE44F360117}"/>
              </a:ext>
            </a:extLst>
          </p:cNvPr>
          <p:cNvSpPr txBox="1"/>
          <p:nvPr/>
        </p:nvSpPr>
        <p:spPr>
          <a:xfrm>
            <a:off x="987880" y="2278844"/>
            <a:ext cx="2907846" cy="307777"/>
          </a:xfrm>
          <a:prstGeom prst="rect">
            <a:avLst/>
          </a:prstGeom>
          <a:solidFill>
            <a:srgbClr val="F6F6F6"/>
          </a:solidFill>
        </p:spPr>
        <p:txBody>
          <a:bodyPr wrap="square">
            <a:spAutoFit/>
          </a:bodyPr>
          <a:lstStyle/>
          <a:p>
            <a:pPr algn="ctr"/>
            <a:r>
              <a:rPr lang="en-IN" sz="1400" b="1">
                <a:solidFill>
                  <a:schemeClr val="bg2"/>
                </a:solidFill>
                <a:latin typeface="Montserrat" panose="00000500000000000000" pitchFamily="2" charset="0"/>
              </a:rPr>
              <a:t>Dairy Supply Chain Overview</a:t>
            </a:r>
            <a:endParaRPr lang="en-US" sz="1400" b="1">
              <a:solidFill>
                <a:schemeClr val="bg2"/>
              </a:solidFill>
              <a:latin typeface="Montserrat" panose="00000500000000000000" pitchFamily="2" charset="0"/>
            </a:endParaRPr>
          </a:p>
        </p:txBody>
      </p:sp>
      <p:cxnSp>
        <p:nvCxnSpPr>
          <p:cNvPr id="31" name="Straight Arrow Connector 30">
            <a:extLst>
              <a:ext uri="{FF2B5EF4-FFF2-40B4-BE49-F238E27FC236}">
                <a16:creationId xmlns:a16="http://schemas.microsoft.com/office/drawing/2014/main" id="{82306EAD-2F0F-0E81-6556-FB13BAD9324B}"/>
              </a:ext>
            </a:extLst>
          </p:cNvPr>
          <p:cNvCxnSpPr>
            <a:cxnSpLocks/>
          </p:cNvCxnSpPr>
          <p:nvPr/>
        </p:nvCxnSpPr>
        <p:spPr>
          <a:xfrm>
            <a:off x="1979834" y="3765803"/>
            <a:ext cx="177037" cy="0"/>
          </a:xfrm>
          <a:prstGeom prst="straightConnector1">
            <a:avLst/>
          </a:prstGeom>
          <a:ln w="28575">
            <a:solidFill>
              <a:schemeClr val="bg2"/>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25AD55FF-BB6B-0FFE-8017-6ABBFCF7C545}"/>
              </a:ext>
            </a:extLst>
          </p:cNvPr>
          <p:cNvCxnSpPr>
            <a:cxnSpLocks/>
          </p:cNvCxnSpPr>
          <p:nvPr/>
        </p:nvCxnSpPr>
        <p:spPr>
          <a:xfrm>
            <a:off x="3603219" y="3765803"/>
            <a:ext cx="177037" cy="0"/>
          </a:xfrm>
          <a:prstGeom prst="straightConnector1">
            <a:avLst/>
          </a:prstGeom>
          <a:ln w="28575">
            <a:solidFill>
              <a:schemeClr val="bg2"/>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70879599-A121-7871-E179-2F3CCC838EC0}"/>
              </a:ext>
            </a:extLst>
          </p:cNvPr>
          <p:cNvCxnSpPr>
            <a:cxnSpLocks/>
          </p:cNvCxnSpPr>
          <p:nvPr/>
        </p:nvCxnSpPr>
        <p:spPr>
          <a:xfrm>
            <a:off x="5226604" y="3765803"/>
            <a:ext cx="177037" cy="0"/>
          </a:xfrm>
          <a:prstGeom prst="straightConnector1">
            <a:avLst/>
          </a:prstGeom>
          <a:ln w="28575">
            <a:solidFill>
              <a:schemeClr val="bg2"/>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5077F6FB-12B1-5E85-8604-2B3455CD0EAC}"/>
              </a:ext>
            </a:extLst>
          </p:cNvPr>
          <p:cNvCxnSpPr>
            <a:cxnSpLocks/>
          </p:cNvCxnSpPr>
          <p:nvPr/>
        </p:nvCxnSpPr>
        <p:spPr>
          <a:xfrm>
            <a:off x="6849989" y="3765803"/>
            <a:ext cx="177037" cy="0"/>
          </a:xfrm>
          <a:prstGeom prst="straightConnector1">
            <a:avLst/>
          </a:prstGeom>
          <a:ln w="28575">
            <a:solidFill>
              <a:schemeClr val="bg2"/>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465BD312-98B3-38C9-2501-47337C74A6EA}"/>
              </a:ext>
            </a:extLst>
          </p:cNvPr>
          <p:cNvCxnSpPr>
            <a:cxnSpLocks/>
          </p:cNvCxnSpPr>
          <p:nvPr/>
        </p:nvCxnSpPr>
        <p:spPr>
          <a:xfrm>
            <a:off x="8473374" y="3765803"/>
            <a:ext cx="177037" cy="0"/>
          </a:xfrm>
          <a:prstGeom prst="straightConnector1">
            <a:avLst/>
          </a:prstGeom>
          <a:ln w="28575">
            <a:solidFill>
              <a:schemeClr val="bg2"/>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5DAC8CC1-1BBA-9024-DC55-2BA29214302A}"/>
              </a:ext>
            </a:extLst>
          </p:cNvPr>
          <p:cNvCxnSpPr>
            <a:cxnSpLocks/>
          </p:cNvCxnSpPr>
          <p:nvPr/>
        </p:nvCxnSpPr>
        <p:spPr>
          <a:xfrm>
            <a:off x="10096759" y="3765803"/>
            <a:ext cx="177037" cy="0"/>
          </a:xfrm>
          <a:prstGeom prst="straightConnector1">
            <a:avLst/>
          </a:prstGeom>
          <a:ln w="28575">
            <a:solidFill>
              <a:schemeClr val="bg2"/>
            </a:solidFill>
            <a:tailEnd type="triangle"/>
          </a:ln>
        </p:spPr>
        <p:style>
          <a:lnRef idx="2">
            <a:schemeClr val="accent1"/>
          </a:lnRef>
          <a:fillRef idx="0">
            <a:schemeClr val="accent1"/>
          </a:fillRef>
          <a:effectRef idx="1">
            <a:schemeClr val="accent1"/>
          </a:effectRef>
          <a:fontRef idx="minor">
            <a:schemeClr val="tx1"/>
          </a:fontRef>
        </p:style>
      </p:cxnSp>
      <p:grpSp>
        <p:nvGrpSpPr>
          <p:cNvPr id="62" name="Group 61">
            <a:extLst>
              <a:ext uri="{FF2B5EF4-FFF2-40B4-BE49-F238E27FC236}">
                <a16:creationId xmlns:a16="http://schemas.microsoft.com/office/drawing/2014/main" id="{E494A0C1-AA99-E97B-D0BE-08C832B00615}"/>
              </a:ext>
            </a:extLst>
          </p:cNvPr>
          <p:cNvGrpSpPr/>
          <p:nvPr/>
        </p:nvGrpSpPr>
        <p:grpSpPr>
          <a:xfrm>
            <a:off x="8646637" y="2835109"/>
            <a:ext cx="1453896" cy="2376054"/>
            <a:chOff x="8624494" y="2835109"/>
            <a:chExt cx="1453896" cy="2376054"/>
          </a:xfrm>
        </p:grpSpPr>
        <p:sp>
          <p:nvSpPr>
            <p:cNvPr id="18" name="TextBox 17">
              <a:extLst>
                <a:ext uri="{FF2B5EF4-FFF2-40B4-BE49-F238E27FC236}">
                  <a16:creationId xmlns:a16="http://schemas.microsoft.com/office/drawing/2014/main" id="{5F2B2132-C1D0-0CFF-E2F7-5F290EEA1A2F}"/>
                </a:ext>
              </a:extLst>
            </p:cNvPr>
            <p:cNvSpPr txBox="1"/>
            <p:nvPr/>
          </p:nvSpPr>
          <p:spPr>
            <a:xfrm>
              <a:off x="8744562" y="2835109"/>
              <a:ext cx="1213760" cy="415498"/>
            </a:xfrm>
            <a:prstGeom prst="rect">
              <a:avLst/>
            </a:prstGeom>
            <a:noFill/>
          </p:spPr>
          <p:txBody>
            <a:bodyPr wrap="square">
              <a:spAutoFit/>
            </a:bodyPr>
            <a:lstStyle/>
            <a:p>
              <a:pPr algn="ctr"/>
              <a:r>
                <a:rPr lang="en-IN" sz="1050" b="1">
                  <a:latin typeface="Montserrat" panose="00000500000000000000" pitchFamily="2" charset="0"/>
                </a:rPr>
                <a:t>Distribution centres</a:t>
              </a:r>
              <a:endParaRPr lang="en-US" sz="1050" b="1">
                <a:latin typeface="Montserrat" panose="00000500000000000000" pitchFamily="2" charset="0"/>
              </a:endParaRPr>
            </a:p>
          </p:txBody>
        </p:sp>
        <p:sp>
          <p:nvSpPr>
            <p:cNvPr id="27" name="TextBox 26">
              <a:extLst>
                <a:ext uri="{FF2B5EF4-FFF2-40B4-BE49-F238E27FC236}">
                  <a16:creationId xmlns:a16="http://schemas.microsoft.com/office/drawing/2014/main" id="{F9238F66-CCBE-DCB0-14E1-F579E637A450}"/>
                </a:ext>
              </a:extLst>
            </p:cNvPr>
            <p:cNvSpPr txBox="1"/>
            <p:nvPr/>
          </p:nvSpPr>
          <p:spPr>
            <a:xfrm>
              <a:off x="8624494" y="4349389"/>
              <a:ext cx="1453896" cy="861774"/>
            </a:xfrm>
            <a:prstGeom prst="rect">
              <a:avLst/>
            </a:prstGeom>
            <a:noFill/>
          </p:spPr>
          <p:txBody>
            <a:bodyPr wrap="square">
              <a:spAutoFit/>
            </a:bodyPr>
            <a:lstStyle/>
            <a:p>
              <a:pPr marL="171450" indent="-171450">
                <a:spcBef>
                  <a:spcPts val="600"/>
                </a:spcBef>
                <a:buFont typeface="Wingdings" panose="05000000000000000000" pitchFamily="2" charset="2"/>
                <a:buChar char="v"/>
              </a:pPr>
              <a:r>
                <a:rPr lang="en-IN" sz="1000">
                  <a:latin typeface="Montserrat" panose="00000500000000000000" pitchFamily="2" charset="0"/>
                </a:rPr>
                <a:t>Cross Docking </a:t>
              </a:r>
            </a:p>
            <a:p>
              <a:pPr marL="171450" indent="-171450">
                <a:spcBef>
                  <a:spcPts val="600"/>
                </a:spcBef>
                <a:buFont typeface="Wingdings" panose="05000000000000000000" pitchFamily="2" charset="2"/>
                <a:buChar char="v"/>
              </a:pPr>
              <a:r>
                <a:rPr lang="en-IN" sz="1000">
                  <a:latin typeface="Montserrat" panose="00000500000000000000" pitchFamily="2" charset="0"/>
                </a:rPr>
                <a:t>Route Planning </a:t>
              </a:r>
            </a:p>
            <a:p>
              <a:pPr marL="171450" indent="-171450">
                <a:spcBef>
                  <a:spcPts val="600"/>
                </a:spcBef>
                <a:buFont typeface="Wingdings" panose="05000000000000000000" pitchFamily="2" charset="2"/>
                <a:buChar char="v"/>
              </a:pPr>
              <a:r>
                <a:rPr lang="en-IN" sz="1000">
                  <a:latin typeface="Montserrat" panose="00000500000000000000" pitchFamily="2" charset="0"/>
                </a:rPr>
                <a:t>Load Optimization</a:t>
              </a:r>
              <a:endParaRPr lang="en-US" sz="1000">
                <a:latin typeface="Montserrat" panose="00000500000000000000" pitchFamily="2" charset="0"/>
              </a:endParaRPr>
            </a:p>
          </p:txBody>
        </p:sp>
        <p:pic>
          <p:nvPicPr>
            <p:cNvPr id="54" name="Graphic 53">
              <a:extLst>
                <a:ext uri="{FF2B5EF4-FFF2-40B4-BE49-F238E27FC236}">
                  <a16:creationId xmlns:a16="http://schemas.microsoft.com/office/drawing/2014/main" id="{29AD8783-E050-6DC2-4220-0503517A44C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168562" y="3582923"/>
              <a:ext cx="365760" cy="365760"/>
            </a:xfrm>
            <a:prstGeom prst="rect">
              <a:avLst/>
            </a:prstGeom>
          </p:spPr>
        </p:pic>
      </p:grpSp>
      <p:grpSp>
        <p:nvGrpSpPr>
          <p:cNvPr id="61" name="Group 60">
            <a:extLst>
              <a:ext uri="{FF2B5EF4-FFF2-40B4-BE49-F238E27FC236}">
                <a16:creationId xmlns:a16="http://schemas.microsoft.com/office/drawing/2014/main" id="{CE06C77E-34F0-B630-EA45-91CD808F09F8}"/>
              </a:ext>
            </a:extLst>
          </p:cNvPr>
          <p:cNvGrpSpPr/>
          <p:nvPr/>
        </p:nvGrpSpPr>
        <p:grpSpPr>
          <a:xfrm>
            <a:off x="10270018" y="2835109"/>
            <a:ext cx="1453896" cy="2683831"/>
            <a:chOff x="10213597" y="2835109"/>
            <a:chExt cx="1453896" cy="2683831"/>
          </a:xfrm>
        </p:grpSpPr>
        <p:sp>
          <p:nvSpPr>
            <p:cNvPr id="20" name="TextBox 19">
              <a:extLst>
                <a:ext uri="{FF2B5EF4-FFF2-40B4-BE49-F238E27FC236}">
                  <a16:creationId xmlns:a16="http://schemas.microsoft.com/office/drawing/2014/main" id="{F2BCF461-9700-267A-E8A5-13E368B43AFB}"/>
                </a:ext>
              </a:extLst>
            </p:cNvPr>
            <p:cNvSpPr txBox="1"/>
            <p:nvPr/>
          </p:nvSpPr>
          <p:spPr>
            <a:xfrm>
              <a:off x="10362242" y="2835109"/>
              <a:ext cx="1156607" cy="261610"/>
            </a:xfrm>
            <a:prstGeom prst="rect">
              <a:avLst/>
            </a:prstGeom>
            <a:noFill/>
          </p:spPr>
          <p:txBody>
            <a:bodyPr wrap="square">
              <a:spAutoFit/>
            </a:bodyPr>
            <a:lstStyle/>
            <a:p>
              <a:pPr algn="ctr"/>
              <a:r>
                <a:rPr lang="en-US" sz="1050" b="1">
                  <a:latin typeface="Montserrat" panose="00000500000000000000" pitchFamily="2" charset="0"/>
                </a:rPr>
                <a:t>Retail Stores</a:t>
              </a:r>
            </a:p>
          </p:txBody>
        </p:sp>
        <p:sp>
          <p:nvSpPr>
            <p:cNvPr id="29" name="TextBox 28">
              <a:extLst>
                <a:ext uri="{FF2B5EF4-FFF2-40B4-BE49-F238E27FC236}">
                  <a16:creationId xmlns:a16="http://schemas.microsoft.com/office/drawing/2014/main" id="{978E1F45-8AC2-A3C8-831E-6ABCB08C3CD5}"/>
                </a:ext>
              </a:extLst>
            </p:cNvPr>
            <p:cNvSpPr txBox="1"/>
            <p:nvPr/>
          </p:nvSpPr>
          <p:spPr>
            <a:xfrm>
              <a:off x="10213597" y="4349389"/>
              <a:ext cx="1453896" cy="1169551"/>
            </a:xfrm>
            <a:prstGeom prst="rect">
              <a:avLst/>
            </a:prstGeom>
            <a:noFill/>
          </p:spPr>
          <p:txBody>
            <a:bodyPr wrap="square">
              <a:spAutoFit/>
            </a:bodyPr>
            <a:lstStyle/>
            <a:p>
              <a:pPr marL="171450" indent="-171450">
                <a:spcBef>
                  <a:spcPts val="600"/>
                </a:spcBef>
                <a:buFont typeface="Wingdings" panose="05000000000000000000" pitchFamily="2" charset="2"/>
                <a:buChar char="v"/>
              </a:pPr>
              <a:r>
                <a:rPr lang="en-IN" sz="1000">
                  <a:latin typeface="Montserrat" panose="00000500000000000000" pitchFamily="2" charset="0"/>
                </a:rPr>
                <a:t>Fresh Availability </a:t>
              </a:r>
            </a:p>
            <a:p>
              <a:pPr marL="171450" indent="-171450">
                <a:spcBef>
                  <a:spcPts val="600"/>
                </a:spcBef>
                <a:buFont typeface="Wingdings" panose="05000000000000000000" pitchFamily="2" charset="2"/>
                <a:buChar char="v"/>
              </a:pPr>
              <a:r>
                <a:rPr lang="en-IN" sz="1000">
                  <a:latin typeface="Montserrat" panose="00000500000000000000" pitchFamily="2" charset="0"/>
                </a:rPr>
                <a:t>In-Store Execution </a:t>
              </a:r>
            </a:p>
            <a:p>
              <a:pPr marL="171450" indent="-171450">
                <a:spcBef>
                  <a:spcPts val="600"/>
                </a:spcBef>
                <a:buFont typeface="Wingdings" panose="05000000000000000000" pitchFamily="2" charset="2"/>
                <a:buChar char="v"/>
              </a:pPr>
              <a:r>
                <a:rPr lang="en-IN" sz="1000">
                  <a:latin typeface="Montserrat" panose="00000500000000000000" pitchFamily="2" charset="0"/>
                </a:rPr>
                <a:t>Customer Satisfaction</a:t>
              </a:r>
              <a:endParaRPr lang="en-US" sz="1000">
                <a:latin typeface="Montserrat" panose="00000500000000000000" pitchFamily="2" charset="0"/>
              </a:endParaRPr>
            </a:p>
          </p:txBody>
        </p:sp>
        <p:pic>
          <p:nvPicPr>
            <p:cNvPr id="56" name="Graphic 55">
              <a:extLst>
                <a:ext uri="{FF2B5EF4-FFF2-40B4-BE49-F238E27FC236}">
                  <a16:creationId xmlns:a16="http://schemas.microsoft.com/office/drawing/2014/main" id="{C581B85C-D27E-1717-6749-EE5076ABCF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803385" y="3628643"/>
              <a:ext cx="274320" cy="274320"/>
            </a:xfrm>
            <a:prstGeom prst="rect">
              <a:avLst/>
            </a:prstGeom>
          </p:spPr>
        </p:pic>
      </p:grpSp>
      <p:grpSp>
        <p:nvGrpSpPr>
          <p:cNvPr id="60" name="Group 59">
            <a:extLst>
              <a:ext uri="{FF2B5EF4-FFF2-40B4-BE49-F238E27FC236}">
                <a16:creationId xmlns:a16="http://schemas.microsoft.com/office/drawing/2014/main" id="{BD788D3F-CD0B-0D69-84DC-31ACE6F3EE58}"/>
              </a:ext>
            </a:extLst>
          </p:cNvPr>
          <p:cNvGrpSpPr/>
          <p:nvPr/>
        </p:nvGrpSpPr>
        <p:grpSpPr>
          <a:xfrm>
            <a:off x="529712" y="2835109"/>
            <a:ext cx="1453896" cy="2376054"/>
            <a:chOff x="678999" y="2835109"/>
            <a:chExt cx="1453896" cy="2376054"/>
          </a:xfrm>
        </p:grpSpPr>
        <p:sp>
          <p:nvSpPr>
            <p:cNvPr id="13" name="TextBox 12">
              <a:extLst>
                <a:ext uri="{FF2B5EF4-FFF2-40B4-BE49-F238E27FC236}">
                  <a16:creationId xmlns:a16="http://schemas.microsoft.com/office/drawing/2014/main" id="{ED44EFF5-0958-BF25-678F-D5FF696C39E2}"/>
                </a:ext>
              </a:extLst>
            </p:cNvPr>
            <p:cNvSpPr txBox="1"/>
            <p:nvPr/>
          </p:nvSpPr>
          <p:spPr>
            <a:xfrm>
              <a:off x="830439" y="2835109"/>
              <a:ext cx="1151016" cy="415498"/>
            </a:xfrm>
            <a:prstGeom prst="rect">
              <a:avLst/>
            </a:prstGeom>
            <a:noFill/>
          </p:spPr>
          <p:txBody>
            <a:bodyPr wrap="square">
              <a:spAutoFit/>
            </a:bodyPr>
            <a:lstStyle/>
            <a:p>
              <a:pPr algn="ctr"/>
              <a:r>
                <a:rPr lang="en-IN" sz="1050" b="1">
                  <a:latin typeface="Montserrat" panose="00000500000000000000" pitchFamily="2" charset="0"/>
                </a:rPr>
                <a:t>Milk procurement</a:t>
              </a:r>
              <a:endParaRPr lang="en-US" sz="1050" b="1">
                <a:latin typeface="Montserrat" panose="00000500000000000000" pitchFamily="2" charset="0"/>
              </a:endParaRPr>
            </a:p>
          </p:txBody>
        </p:sp>
        <p:sp>
          <p:nvSpPr>
            <p:cNvPr id="23" name="TextBox 22">
              <a:extLst>
                <a:ext uri="{FF2B5EF4-FFF2-40B4-BE49-F238E27FC236}">
                  <a16:creationId xmlns:a16="http://schemas.microsoft.com/office/drawing/2014/main" id="{0A6B2968-A185-7357-21C8-74C804D399A1}"/>
                </a:ext>
              </a:extLst>
            </p:cNvPr>
            <p:cNvSpPr txBox="1"/>
            <p:nvPr/>
          </p:nvSpPr>
          <p:spPr>
            <a:xfrm>
              <a:off x="678999" y="4349389"/>
              <a:ext cx="1453896" cy="861774"/>
            </a:xfrm>
            <a:prstGeom prst="rect">
              <a:avLst/>
            </a:prstGeom>
            <a:noFill/>
          </p:spPr>
          <p:txBody>
            <a:bodyPr wrap="square">
              <a:spAutoFit/>
            </a:bodyPr>
            <a:lstStyle/>
            <a:p>
              <a:pPr marL="171450" indent="-171450">
                <a:spcBef>
                  <a:spcPts val="600"/>
                </a:spcBef>
                <a:buFont typeface="Wingdings" panose="05000000000000000000" pitchFamily="2" charset="2"/>
                <a:buChar char="v"/>
              </a:pPr>
              <a:r>
                <a:rPr lang="en-IN" sz="1000">
                  <a:latin typeface="Montserrat" panose="00000500000000000000" pitchFamily="2" charset="0"/>
                </a:rPr>
                <a:t>Farm Network </a:t>
              </a:r>
            </a:p>
            <a:p>
              <a:pPr marL="171450" indent="-171450">
                <a:spcBef>
                  <a:spcPts val="600"/>
                </a:spcBef>
                <a:buFont typeface="Wingdings" panose="05000000000000000000" pitchFamily="2" charset="2"/>
                <a:buChar char="v"/>
              </a:pPr>
              <a:r>
                <a:rPr lang="en-IN" sz="1000">
                  <a:latin typeface="Montserrat" panose="00000500000000000000" pitchFamily="2" charset="0"/>
                </a:rPr>
                <a:t>Quality &amp; Testing </a:t>
              </a:r>
            </a:p>
            <a:p>
              <a:pPr marL="171450" indent="-171450">
                <a:spcBef>
                  <a:spcPts val="600"/>
                </a:spcBef>
                <a:buFont typeface="Wingdings" panose="05000000000000000000" pitchFamily="2" charset="2"/>
                <a:buChar char="v"/>
              </a:pPr>
              <a:r>
                <a:rPr lang="en-IN" sz="1000">
                  <a:latin typeface="Montserrat" panose="00000500000000000000" pitchFamily="2" charset="0"/>
                </a:rPr>
                <a:t>Milk Collection</a:t>
              </a:r>
              <a:endParaRPr lang="en-US" sz="1000">
                <a:latin typeface="Montserrat" panose="00000500000000000000" pitchFamily="2" charset="0"/>
              </a:endParaRPr>
            </a:p>
          </p:txBody>
        </p:sp>
        <p:pic>
          <p:nvPicPr>
            <p:cNvPr id="38" name="Graphic 37">
              <a:extLst>
                <a:ext uri="{FF2B5EF4-FFF2-40B4-BE49-F238E27FC236}">
                  <a16:creationId xmlns:a16="http://schemas.microsoft.com/office/drawing/2014/main" id="{745AF512-9A43-2FD7-9900-A4D537B3B3D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7347" y="3537203"/>
              <a:ext cx="457200" cy="457200"/>
            </a:xfrm>
            <a:prstGeom prst="rect">
              <a:avLst/>
            </a:prstGeom>
          </p:spPr>
        </p:pic>
      </p:grpSp>
      <p:grpSp>
        <p:nvGrpSpPr>
          <p:cNvPr id="66" name="Group 65">
            <a:extLst>
              <a:ext uri="{FF2B5EF4-FFF2-40B4-BE49-F238E27FC236}">
                <a16:creationId xmlns:a16="http://schemas.microsoft.com/office/drawing/2014/main" id="{E658DF9F-2B23-7431-F6BA-C324CD28B302}"/>
              </a:ext>
            </a:extLst>
          </p:cNvPr>
          <p:cNvGrpSpPr/>
          <p:nvPr/>
        </p:nvGrpSpPr>
        <p:grpSpPr>
          <a:xfrm>
            <a:off x="2153097" y="2835109"/>
            <a:ext cx="1453896" cy="2374243"/>
            <a:chOff x="2268098" y="2835109"/>
            <a:chExt cx="1453896" cy="2374243"/>
          </a:xfrm>
        </p:grpSpPr>
        <p:sp>
          <p:nvSpPr>
            <p:cNvPr id="14" name="TextBox 13">
              <a:extLst>
                <a:ext uri="{FF2B5EF4-FFF2-40B4-BE49-F238E27FC236}">
                  <a16:creationId xmlns:a16="http://schemas.microsoft.com/office/drawing/2014/main" id="{C3C68A85-3BE2-4434-F157-7FC6C5A82E50}"/>
                </a:ext>
              </a:extLst>
            </p:cNvPr>
            <p:cNvSpPr txBox="1"/>
            <p:nvPr/>
          </p:nvSpPr>
          <p:spPr>
            <a:xfrm>
              <a:off x="2498386" y="2835109"/>
              <a:ext cx="993320" cy="415498"/>
            </a:xfrm>
            <a:prstGeom prst="rect">
              <a:avLst/>
            </a:prstGeom>
            <a:noFill/>
          </p:spPr>
          <p:txBody>
            <a:bodyPr wrap="square">
              <a:spAutoFit/>
            </a:bodyPr>
            <a:lstStyle/>
            <a:p>
              <a:pPr algn="ctr"/>
              <a:r>
                <a:rPr lang="en-IN" sz="1050" b="1">
                  <a:latin typeface="Montserrat" panose="00000500000000000000" pitchFamily="2" charset="0"/>
                </a:rPr>
                <a:t>Raw milk storage</a:t>
              </a:r>
              <a:endParaRPr lang="en-US" sz="1050" b="1">
                <a:latin typeface="Montserrat" panose="00000500000000000000" pitchFamily="2" charset="0"/>
              </a:endParaRPr>
            </a:p>
          </p:txBody>
        </p:sp>
        <p:sp>
          <p:nvSpPr>
            <p:cNvPr id="22" name="TextBox 21">
              <a:extLst>
                <a:ext uri="{FF2B5EF4-FFF2-40B4-BE49-F238E27FC236}">
                  <a16:creationId xmlns:a16="http://schemas.microsoft.com/office/drawing/2014/main" id="{73487DE5-118C-648F-AFA0-1AF6CEA755D6}"/>
                </a:ext>
              </a:extLst>
            </p:cNvPr>
            <p:cNvSpPr txBox="1"/>
            <p:nvPr/>
          </p:nvSpPr>
          <p:spPr>
            <a:xfrm>
              <a:off x="2268098" y="4347578"/>
              <a:ext cx="1453896" cy="861774"/>
            </a:xfrm>
            <a:prstGeom prst="rect">
              <a:avLst/>
            </a:prstGeom>
            <a:noFill/>
          </p:spPr>
          <p:txBody>
            <a:bodyPr wrap="square">
              <a:spAutoFit/>
            </a:bodyPr>
            <a:lstStyle/>
            <a:p>
              <a:pPr marL="171450" indent="-171450">
                <a:spcBef>
                  <a:spcPts val="600"/>
                </a:spcBef>
                <a:buFont typeface="Wingdings" panose="05000000000000000000" pitchFamily="2" charset="2"/>
                <a:buChar char="v"/>
              </a:pPr>
              <a:r>
                <a:rPr lang="en-IN" sz="1000">
                  <a:latin typeface="Montserrat" panose="00000500000000000000" pitchFamily="2" charset="0"/>
                </a:rPr>
                <a:t>Quality Analysis </a:t>
              </a:r>
            </a:p>
            <a:p>
              <a:pPr marL="171450" indent="-171450">
                <a:spcBef>
                  <a:spcPts val="600"/>
                </a:spcBef>
                <a:buFont typeface="Wingdings" panose="05000000000000000000" pitchFamily="2" charset="2"/>
                <a:buChar char="v"/>
              </a:pPr>
              <a:r>
                <a:rPr lang="en-IN" sz="1000">
                  <a:latin typeface="Montserrat" panose="00000500000000000000" pitchFamily="2" charset="0"/>
                </a:rPr>
                <a:t>Temperature Control </a:t>
              </a:r>
            </a:p>
            <a:p>
              <a:pPr marL="171450" indent="-171450">
                <a:spcBef>
                  <a:spcPts val="600"/>
                </a:spcBef>
                <a:buFont typeface="Wingdings" panose="05000000000000000000" pitchFamily="2" charset="2"/>
                <a:buChar char="v"/>
              </a:pPr>
              <a:r>
                <a:rPr lang="en-IN" sz="1000">
                  <a:latin typeface="Montserrat" panose="00000500000000000000" pitchFamily="2" charset="0"/>
                </a:rPr>
                <a:t>Milk Reception</a:t>
              </a:r>
              <a:endParaRPr lang="en-US" sz="1000">
                <a:latin typeface="Montserrat" panose="00000500000000000000" pitchFamily="2" charset="0"/>
              </a:endParaRPr>
            </a:p>
          </p:txBody>
        </p:sp>
        <p:pic>
          <p:nvPicPr>
            <p:cNvPr id="44" name="Graphic 43">
              <a:extLst>
                <a:ext uri="{FF2B5EF4-FFF2-40B4-BE49-F238E27FC236}">
                  <a16:creationId xmlns:a16="http://schemas.microsoft.com/office/drawing/2014/main" id="{3BCDA702-6F62-158D-9987-F1BB63B21F3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66446" y="3537203"/>
              <a:ext cx="457200" cy="457200"/>
            </a:xfrm>
            <a:prstGeom prst="rect">
              <a:avLst/>
            </a:prstGeom>
          </p:spPr>
        </p:pic>
      </p:grpSp>
      <p:grpSp>
        <p:nvGrpSpPr>
          <p:cNvPr id="65" name="Group 64">
            <a:extLst>
              <a:ext uri="{FF2B5EF4-FFF2-40B4-BE49-F238E27FC236}">
                <a16:creationId xmlns:a16="http://schemas.microsoft.com/office/drawing/2014/main" id="{8DA1B70E-BC21-EABC-DF49-A2846662F282}"/>
              </a:ext>
            </a:extLst>
          </p:cNvPr>
          <p:cNvGrpSpPr/>
          <p:nvPr/>
        </p:nvGrpSpPr>
        <p:grpSpPr>
          <a:xfrm>
            <a:off x="3776482" y="2835109"/>
            <a:ext cx="1453896" cy="2376054"/>
            <a:chOff x="3857197" y="2835109"/>
            <a:chExt cx="1453896" cy="2376054"/>
          </a:xfrm>
        </p:grpSpPr>
        <p:sp>
          <p:nvSpPr>
            <p:cNvPr id="15" name="TextBox 14">
              <a:extLst>
                <a:ext uri="{FF2B5EF4-FFF2-40B4-BE49-F238E27FC236}">
                  <a16:creationId xmlns:a16="http://schemas.microsoft.com/office/drawing/2014/main" id="{6CCDB5CD-C4A3-60BA-C764-0794148DDD08}"/>
                </a:ext>
              </a:extLst>
            </p:cNvPr>
            <p:cNvSpPr txBox="1"/>
            <p:nvPr/>
          </p:nvSpPr>
          <p:spPr>
            <a:xfrm>
              <a:off x="3935893" y="2835109"/>
              <a:ext cx="1296504" cy="253916"/>
            </a:xfrm>
            <a:prstGeom prst="rect">
              <a:avLst/>
            </a:prstGeom>
            <a:noFill/>
          </p:spPr>
          <p:txBody>
            <a:bodyPr wrap="square">
              <a:spAutoFit/>
            </a:bodyPr>
            <a:lstStyle/>
            <a:p>
              <a:pPr algn="ctr"/>
              <a:r>
                <a:rPr lang="en-IN" sz="1050" b="1">
                  <a:latin typeface="Montserrat" panose="00000500000000000000" pitchFamily="2" charset="0"/>
                </a:rPr>
                <a:t>Pasteurization</a:t>
              </a:r>
              <a:endParaRPr lang="en-US" sz="1050" b="1">
                <a:latin typeface="Montserrat" panose="00000500000000000000" pitchFamily="2" charset="0"/>
              </a:endParaRPr>
            </a:p>
          </p:txBody>
        </p:sp>
        <p:sp>
          <p:nvSpPr>
            <p:cNvPr id="24" name="TextBox 23">
              <a:extLst>
                <a:ext uri="{FF2B5EF4-FFF2-40B4-BE49-F238E27FC236}">
                  <a16:creationId xmlns:a16="http://schemas.microsoft.com/office/drawing/2014/main" id="{DC4C78C2-0F7E-E36F-BB52-66803D5591B7}"/>
                </a:ext>
              </a:extLst>
            </p:cNvPr>
            <p:cNvSpPr txBox="1"/>
            <p:nvPr/>
          </p:nvSpPr>
          <p:spPr>
            <a:xfrm>
              <a:off x="3857197" y="4349389"/>
              <a:ext cx="1453896" cy="861774"/>
            </a:xfrm>
            <a:prstGeom prst="rect">
              <a:avLst/>
            </a:prstGeom>
            <a:noFill/>
          </p:spPr>
          <p:txBody>
            <a:bodyPr wrap="square">
              <a:spAutoFit/>
            </a:bodyPr>
            <a:lstStyle/>
            <a:p>
              <a:pPr marL="171450" indent="-171450">
                <a:spcBef>
                  <a:spcPts val="600"/>
                </a:spcBef>
                <a:buFont typeface="Wingdings" panose="05000000000000000000" pitchFamily="2" charset="2"/>
                <a:buChar char="v"/>
              </a:pPr>
              <a:r>
                <a:rPr lang="en-IN" sz="1000">
                  <a:latin typeface="Montserrat" panose="00000500000000000000" pitchFamily="2" charset="0"/>
                </a:rPr>
                <a:t>Heat Treatment </a:t>
              </a:r>
            </a:p>
            <a:p>
              <a:pPr marL="171450" indent="-171450">
                <a:spcBef>
                  <a:spcPts val="600"/>
                </a:spcBef>
                <a:buFont typeface="Wingdings" panose="05000000000000000000" pitchFamily="2" charset="2"/>
                <a:buChar char="v"/>
              </a:pPr>
              <a:r>
                <a:rPr lang="en-IN" sz="1000">
                  <a:latin typeface="Montserrat" panose="00000500000000000000" pitchFamily="2" charset="0"/>
                </a:rPr>
                <a:t>Safety Assurance </a:t>
              </a:r>
            </a:p>
            <a:p>
              <a:pPr marL="171450" indent="-171450">
                <a:spcBef>
                  <a:spcPts val="600"/>
                </a:spcBef>
                <a:buFont typeface="Wingdings" panose="05000000000000000000" pitchFamily="2" charset="2"/>
                <a:buChar char="v"/>
              </a:pPr>
              <a:r>
                <a:rPr lang="en-IN" sz="1000">
                  <a:latin typeface="Montserrat" panose="00000500000000000000" pitchFamily="2" charset="0"/>
                </a:rPr>
                <a:t>Standardization</a:t>
              </a:r>
              <a:endParaRPr lang="en-US" sz="1000">
                <a:latin typeface="Montserrat" panose="00000500000000000000" pitchFamily="2" charset="0"/>
              </a:endParaRPr>
            </a:p>
          </p:txBody>
        </p:sp>
        <p:pic>
          <p:nvPicPr>
            <p:cNvPr id="49" name="Graphic 48">
              <a:extLst>
                <a:ext uri="{FF2B5EF4-FFF2-40B4-BE49-F238E27FC236}">
                  <a16:creationId xmlns:a16="http://schemas.microsoft.com/office/drawing/2014/main" id="{FB61CEC7-7BE1-79B5-E6F2-99DD0871427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355545" y="3537203"/>
              <a:ext cx="457200" cy="457200"/>
            </a:xfrm>
            <a:prstGeom prst="rect">
              <a:avLst/>
            </a:prstGeom>
          </p:spPr>
        </p:pic>
      </p:grpSp>
      <p:grpSp>
        <p:nvGrpSpPr>
          <p:cNvPr id="64" name="Group 63">
            <a:extLst>
              <a:ext uri="{FF2B5EF4-FFF2-40B4-BE49-F238E27FC236}">
                <a16:creationId xmlns:a16="http://schemas.microsoft.com/office/drawing/2014/main" id="{078CC216-282F-6F82-4F1A-D46F35846575}"/>
              </a:ext>
            </a:extLst>
          </p:cNvPr>
          <p:cNvGrpSpPr/>
          <p:nvPr/>
        </p:nvGrpSpPr>
        <p:grpSpPr>
          <a:xfrm>
            <a:off x="5399867" y="2835109"/>
            <a:ext cx="1453896" cy="2376054"/>
            <a:chOff x="5446296" y="2835109"/>
            <a:chExt cx="1453896" cy="2376054"/>
          </a:xfrm>
        </p:grpSpPr>
        <p:sp>
          <p:nvSpPr>
            <p:cNvPr id="16" name="TextBox 15">
              <a:extLst>
                <a:ext uri="{FF2B5EF4-FFF2-40B4-BE49-F238E27FC236}">
                  <a16:creationId xmlns:a16="http://schemas.microsoft.com/office/drawing/2014/main" id="{E85ACCBA-8EF1-31DE-402C-92FA450109FB}"/>
                </a:ext>
              </a:extLst>
            </p:cNvPr>
            <p:cNvSpPr txBox="1"/>
            <p:nvPr/>
          </p:nvSpPr>
          <p:spPr>
            <a:xfrm>
              <a:off x="5594941" y="2835109"/>
              <a:ext cx="1156607" cy="415498"/>
            </a:xfrm>
            <a:prstGeom prst="rect">
              <a:avLst/>
            </a:prstGeom>
            <a:noFill/>
          </p:spPr>
          <p:txBody>
            <a:bodyPr wrap="square">
              <a:spAutoFit/>
            </a:bodyPr>
            <a:lstStyle/>
            <a:p>
              <a:pPr algn="ctr"/>
              <a:r>
                <a:rPr lang="en-IN" sz="1050" b="1">
                  <a:latin typeface="Montserrat" panose="00000500000000000000" pitchFamily="2" charset="0"/>
                </a:rPr>
                <a:t>Packaging &amp; filling</a:t>
              </a:r>
              <a:endParaRPr lang="en-US" sz="1050" b="1">
                <a:latin typeface="Montserrat" panose="00000500000000000000" pitchFamily="2" charset="0"/>
              </a:endParaRPr>
            </a:p>
          </p:txBody>
        </p:sp>
        <p:sp>
          <p:nvSpPr>
            <p:cNvPr id="25" name="TextBox 24">
              <a:extLst>
                <a:ext uri="{FF2B5EF4-FFF2-40B4-BE49-F238E27FC236}">
                  <a16:creationId xmlns:a16="http://schemas.microsoft.com/office/drawing/2014/main" id="{99567EA0-22D2-EB9C-3826-9CB7AF4AE67B}"/>
                </a:ext>
              </a:extLst>
            </p:cNvPr>
            <p:cNvSpPr txBox="1"/>
            <p:nvPr/>
          </p:nvSpPr>
          <p:spPr>
            <a:xfrm>
              <a:off x="5446296" y="4349389"/>
              <a:ext cx="1453896" cy="861774"/>
            </a:xfrm>
            <a:prstGeom prst="rect">
              <a:avLst/>
            </a:prstGeom>
            <a:noFill/>
          </p:spPr>
          <p:txBody>
            <a:bodyPr wrap="square">
              <a:spAutoFit/>
            </a:bodyPr>
            <a:lstStyle/>
            <a:p>
              <a:pPr marL="171450" indent="-171450">
                <a:spcBef>
                  <a:spcPts val="600"/>
                </a:spcBef>
                <a:buFont typeface="Wingdings" panose="05000000000000000000" pitchFamily="2" charset="2"/>
                <a:buChar char="v"/>
              </a:pPr>
              <a:r>
                <a:rPr lang="en-IN" sz="1000">
                  <a:latin typeface="Montserrat" panose="00000500000000000000" pitchFamily="2" charset="0"/>
                </a:rPr>
                <a:t>Bottles, Cartons, Pouches </a:t>
              </a:r>
            </a:p>
            <a:p>
              <a:pPr marL="171450" indent="-171450">
                <a:spcBef>
                  <a:spcPts val="600"/>
                </a:spcBef>
                <a:buFont typeface="Wingdings" panose="05000000000000000000" pitchFamily="2" charset="2"/>
                <a:buChar char="v"/>
              </a:pPr>
              <a:r>
                <a:rPr lang="en-IN" sz="1000">
                  <a:latin typeface="Montserrat" panose="00000500000000000000" pitchFamily="2" charset="0"/>
                </a:rPr>
                <a:t>Packaging Lines </a:t>
              </a:r>
            </a:p>
            <a:p>
              <a:pPr marL="171450" indent="-171450">
                <a:spcBef>
                  <a:spcPts val="600"/>
                </a:spcBef>
                <a:buFont typeface="Wingdings" panose="05000000000000000000" pitchFamily="2" charset="2"/>
                <a:buChar char="v"/>
              </a:pPr>
              <a:r>
                <a:rPr lang="en-IN" sz="1000">
                  <a:latin typeface="Montserrat" panose="00000500000000000000" pitchFamily="2" charset="0"/>
                </a:rPr>
                <a:t>Quality Check</a:t>
              </a:r>
              <a:endParaRPr lang="en-US" sz="1000">
                <a:latin typeface="Montserrat" panose="00000500000000000000" pitchFamily="2" charset="0"/>
              </a:endParaRPr>
            </a:p>
          </p:txBody>
        </p:sp>
        <p:pic>
          <p:nvPicPr>
            <p:cNvPr id="55" name="Graphic 54">
              <a:extLst>
                <a:ext uri="{FF2B5EF4-FFF2-40B4-BE49-F238E27FC236}">
                  <a16:creationId xmlns:a16="http://schemas.microsoft.com/office/drawing/2014/main" id="{40C0F1FB-21AE-1444-1C05-E38D0E5E799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944644" y="3537203"/>
              <a:ext cx="457200" cy="457200"/>
            </a:xfrm>
            <a:prstGeom prst="rect">
              <a:avLst/>
            </a:prstGeom>
          </p:spPr>
        </p:pic>
      </p:grpSp>
      <p:grpSp>
        <p:nvGrpSpPr>
          <p:cNvPr id="63" name="Group 62">
            <a:extLst>
              <a:ext uri="{FF2B5EF4-FFF2-40B4-BE49-F238E27FC236}">
                <a16:creationId xmlns:a16="http://schemas.microsoft.com/office/drawing/2014/main" id="{6D67FD93-6022-F55C-17F6-6464EA9B5B89}"/>
              </a:ext>
            </a:extLst>
          </p:cNvPr>
          <p:cNvGrpSpPr/>
          <p:nvPr/>
        </p:nvGrpSpPr>
        <p:grpSpPr>
          <a:xfrm>
            <a:off x="7023252" y="2835109"/>
            <a:ext cx="1453896" cy="2683831"/>
            <a:chOff x="7035395" y="2835109"/>
            <a:chExt cx="1453896" cy="2683831"/>
          </a:xfrm>
        </p:grpSpPr>
        <p:sp>
          <p:nvSpPr>
            <p:cNvPr id="17" name="TextBox 16">
              <a:extLst>
                <a:ext uri="{FF2B5EF4-FFF2-40B4-BE49-F238E27FC236}">
                  <a16:creationId xmlns:a16="http://schemas.microsoft.com/office/drawing/2014/main" id="{BD9CDA7C-EC21-546E-9C68-2C873D8D9E19}"/>
                </a:ext>
              </a:extLst>
            </p:cNvPr>
            <p:cNvSpPr txBox="1"/>
            <p:nvPr/>
          </p:nvSpPr>
          <p:spPr>
            <a:xfrm>
              <a:off x="7184040" y="2835109"/>
              <a:ext cx="1156607" cy="253916"/>
            </a:xfrm>
            <a:prstGeom prst="rect">
              <a:avLst/>
            </a:prstGeom>
            <a:noFill/>
          </p:spPr>
          <p:txBody>
            <a:bodyPr wrap="square">
              <a:spAutoFit/>
            </a:bodyPr>
            <a:lstStyle/>
            <a:p>
              <a:pPr algn="ctr"/>
              <a:r>
                <a:rPr lang="en-IN" sz="1050" b="1">
                  <a:latin typeface="Montserrat" panose="00000500000000000000" pitchFamily="2" charset="0"/>
                </a:rPr>
                <a:t>Cold storage</a:t>
              </a:r>
              <a:endParaRPr lang="en-US" sz="1050" b="1">
                <a:latin typeface="Montserrat" panose="00000500000000000000" pitchFamily="2" charset="0"/>
              </a:endParaRPr>
            </a:p>
          </p:txBody>
        </p:sp>
        <p:sp>
          <p:nvSpPr>
            <p:cNvPr id="26" name="TextBox 25">
              <a:extLst>
                <a:ext uri="{FF2B5EF4-FFF2-40B4-BE49-F238E27FC236}">
                  <a16:creationId xmlns:a16="http://schemas.microsoft.com/office/drawing/2014/main" id="{86DC187A-B3D1-6771-5585-21A116330B6B}"/>
                </a:ext>
              </a:extLst>
            </p:cNvPr>
            <p:cNvSpPr txBox="1"/>
            <p:nvPr/>
          </p:nvSpPr>
          <p:spPr>
            <a:xfrm>
              <a:off x="7035395" y="4349389"/>
              <a:ext cx="1453896" cy="1169551"/>
            </a:xfrm>
            <a:prstGeom prst="rect">
              <a:avLst/>
            </a:prstGeom>
            <a:noFill/>
          </p:spPr>
          <p:txBody>
            <a:bodyPr wrap="square">
              <a:spAutoFit/>
            </a:bodyPr>
            <a:lstStyle/>
            <a:p>
              <a:pPr marL="171450" indent="-171450">
                <a:spcBef>
                  <a:spcPts val="600"/>
                </a:spcBef>
                <a:buFont typeface="Wingdings" panose="05000000000000000000" pitchFamily="2" charset="2"/>
                <a:buChar char="v"/>
              </a:pPr>
              <a:r>
                <a:rPr lang="en-IN" sz="1000">
                  <a:latin typeface="Montserrat" panose="00000500000000000000" pitchFamily="2" charset="0"/>
                </a:rPr>
                <a:t>Finished Goods Storage </a:t>
              </a:r>
            </a:p>
            <a:p>
              <a:pPr marL="171450" indent="-171450">
                <a:spcBef>
                  <a:spcPts val="600"/>
                </a:spcBef>
                <a:buFont typeface="Wingdings" panose="05000000000000000000" pitchFamily="2" charset="2"/>
                <a:buChar char="v"/>
              </a:pPr>
              <a:r>
                <a:rPr lang="en-IN" sz="1000">
                  <a:latin typeface="Montserrat" panose="00000500000000000000" pitchFamily="2" charset="0"/>
                </a:rPr>
                <a:t>Temperature Control </a:t>
              </a:r>
            </a:p>
            <a:p>
              <a:pPr marL="171450" indent="-171450">
                <a:spcBef>
                  <a:spcPts val="600"/>
                </a:spcBef>
                <a:buFont typeface="Wingdings" panose="05000000000000000000" pitchFamily="2" charset="2"/>
                <a:buChar char="v"/>
              </a:pPr>
              <a:r>
                <a:rPr lang="en-IN" sz="1000">
                  <a:latin typeface="Montserrat" panose="00000500000000000000" pitchFamily="2" charset="0"/>
                </a:rPr>
                <a:t>Shelf-life Management</a:t>
              </a:r>
              <a:endParaRPr lang="en-US" sz="1000">
                <a:latin typeface="Montserrat" panose="00000500000000000000" pitchFamily="2" charset="0"/>
              </a:endParaRPr>
            </a:p>
          </p:txBody>
        </p:sp>
        <p:pic>
          <p:nvPicPr>
            <p:cNvPr id="59" name="Graphic 58">
              <a:extLst>
                <a:ext uri="{FF2B5EF4-FFF2-40B4-BE49-F238E27FC236}">
                  <a16:creationId xmlns:a16="http://schemas.microsoft.com/office/drawing/2014/main" id="{9E93F335-150E-F8E1-44AF-D0C23CEC9A7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579463" y="3582923"/>
              <a:ext cx="365760" cy="365760"/>
            </a:xfrm>
            <a:prstGeom prst="rect">
              <a:avLst/>
            </a:prstGeom>
          </p:spPr>
        </p:pic>
      </p:grpSp>
    </p:spTree>
    <p:extLst>
      <p:ext uri="{BB962C8B-B14F-4D97-AF65-F5344CB8AC3E}">
        <p14:creationId xmlns:p14="http://schemas.microsoft.com/office/powerpoint/2010/main" val="17001963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78803-A8BE-0CDF-B502-C2694C029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25DBF7-363E-D7C6-9996-1E4A93545AB0}"/>
              </a:ext>
            </a:extLst>
          </p:cNvPr>
          <p:cNvSpPr>
            <a:spLocks noGrp="1"/>
          </p:cNvSpPr>
          <p:nvPr>
            <p:ph type="title"/>
          </p:nvPr>
        </p:nvSpPr>
        <p:spPr>
          <a:xfrm>
            <a:off x="381000" y="342899"/>
            <a:ext cx="10515600" cy="553993"/>
          </a:xfrm>
        </p:spPr>
        <p:txBody>
          <a:bodyPr/>
          <a:lstStyle/>
          <a:p>
            <a:r>
              <a:rPr lang="en-IN"/>
              <a:t>Dairy Decision Intelligence Platform</a:t>
            </a:r>
            <a:endParaRPr lang="en-US"/>
          </a:p>
        </p:txBody>
      </p:sp>
      <p:sp>
        <p:nvSpPr>
          <p:cNvPr id="3" name="Slide Number Placeholder 2">
            <a:extLst>
              <a:ext uri="{FF2B5EF4-FFF2-40B4-BE49-F238E27FC236}">
                <a16:creationId xmlns:a16="http://schemas.microsoft.com/office/drawing/2014/main" id="{35943CCD-85C2-1A74-B903-7234D404D91A}"/>
              </a:ext>
            </a:extLst>
          </p:cNvPr>
          <p:cNvSpPr>
            <a:spLocks noGrp="1"/>
          </p:cNvSpPr>
          <p:nvPr>
            <p:ph type="sldNum" sz="quarter" idx="12"/>
          </p:nvPr>
        </p:nvSpPr>
        <p:spPr>
          <a:xfrm>
            <a:off x="9105900" y="6540407"/>
            <a:ext cx="2743200" cy="206375"/>
          </a:xfrm>
        </p:spPr>
        <p:txBody>
          <a:bodyPr/>
          <a:lstStyle/>
          <a:p>
            <a:fld id="{330EA680-D336-4FF7-8B7A-9848BB0A1C32}" type="slidenum">
              <a:rPr lang="en-US" smtClean="0"/>
              <a:t>21</a:t>
            </a:fld>
            <a:endParaRPr lang="en-US"/>
          </a:p>
        </p:txBody>
      </p:sp>
      <p:sp>
        <p:nvSpPr>
          <p:cNvPr id="4" name="Date Placeholder 3">
            <a:extLst>
              <a:ext uri="{FF2B5EF4-FFF2-40B4-BE49-F238E27FC236}">
                <a16:creationId xmlns:a16="http://schemas.microsoft.com/office/drawing/2014/main" id="{9B31B8CA-358A-39F5-A011-A9EC0BC177B5}"/>
              </a:ext>
            </a:extLst>
          </p:cNvPr>
          <p:cNvSpPr>
            <a:spLocks noGrp="1"/>
          </p:cNvSpPr>
          <p:nvPr>
            <p:ph type="dt" sz="half" idx="2"/>
          </p:nvPr>
        </p:nvSpPr>
        <p:spPr>
          <a:xfrm>
            <a:off x="857250" y="6540407"/>
            <a:ext cx="2743200" cy="206375"/>
          </a:xfrm>
        </p:spPr>
        <p:txBody>
          <a:bodyPr/>
          <a:lstStyle/>
          <a:p>
            <a:r>
              <a:rPr lang="en-US"/>
              <a:t>© SYREN CLOUD INC – 2026 – ALL RIGHTS RESERVED</a:t>
            </a:r>
          </a:p>
        </p:txBody>
      </p:sp>
      <p:sp>
        <p:nvSpPr>
          <p:cNvPr id="5" name="Rectangle: Top Corners Rounded 4">
            <a:extLst>
              <a:ext uri="{FF2B5EF4-FFF2-40B4-BE49-F238E27FC236}">
                <a16:creationId xmlns:a16="http://schemas.microsoft.com/office/drawing/2014/main" id="{F5E3AE0F-C002-F484-F59E-20ECCD99EFFD}"/>
              </a:ext>
            </a:extLst>
          </p:cNvPr>
          <p:cNvSpPr/>
          <p:nvPr/>
        </p:nvSpPr>
        <p:spPr>
          <a:xfrm>
            <a:off x="482885" y="973229"/>
            <a:ext cx="2291137" cy="281761"/>
          </a:xfrm>
          <a:prstGeom prst="round2SameRect">
            <a:avLst>
              <a:gd name="adj1" fmla="val 50000"/>
              <a:gd name="adj2" fmla="val 0"/>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a:latin typeface="Montserrat" panose="00000500000000000000" pitchFamily="2" charset="0"/>
              </a:rPr>
              <a:t>DATA SOURCES</a:t>
            </a:r>
          </a:p>
        </p:txBody>
      </p:sp>
      <p:sp>
        <p:nvSpPr>
          <p:cNvPr id="7" name="Rectangle 6">
            <a:extLst>
              <a:ext uri="{FF2B5EF4-FFF2-40B4-BE49-F238E27FC236}">
                <a16:creationId xmlns:a16="http://schemas.microsoft.com/office/drawing/2014/main" id="{203775E6-96BF-F872-125D-E257464E5CC2}"/>
              </a:ext>
            </a:extLst>
          </p:cNvPr>
          <p:cNvSpPr/>
          <p:nvPr/>
        </p:nvSpPr>
        <p:spPr>
          <a:xfrm>
            <a:off x="482885" y="1254991"/>
            <a:ext cx="2291137" cy="3522178"/>
          </a:xfrm>
          <a:prstGeom prst="rect">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Top Corners Rounded 8">
            <a:extLst>
              <a:ext uri="{FF2B5EF4-FFF2-40B4-BE49-F238E27FC236}">
                <a16:creationId xmlns:a16="http://schemas.microsoft.com/office/drawing/2014/main" id="{CA9D50A4-04AD-5555-C4FD-5DFF1C3D09C4}"/>
              </a:ext>
            </a:extLst>
          </p:cNvPr>
          <p:cNvSpPr/>
          <p:nvPr/>
        </p:nvSpPr>
        <p:spPr>
          <a:xfrm>
            <a:off x="482885" y="4989615"/>
            <a:ext cx="7375989" cy="289389"/>
          </a:xfrm>
          <a:prstGeom prst="round2SameRect">
            <a:avLst>
              <a:gd name="adj1" fmla="val 50000"/>
              <a:gd name="adj2" fmla="val 0"/>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latin typeface="Montserrat" panose="00000500000000000000" pitchFamily="2" charset="0"/>
              </a:rPr>
              <a:t>OPTIMIZATION &amp; AI METHODS</a:t>
            </a:r>
          </a:p>
        </p:txBody>
      </p:sp>
      <p:sp>
        <p:nvSpPr>
          <p:cNvPr id="12" name="Rectangle 11">
            <a:extLst>
              <a:ext uri="{FF2B5EF4-FFF2-40B4-BE49-F238E27FC236}">
                <a16:creationId xmlns:a16="http://schemas.microsoft.com/office/drawing/2014/main" id="{C82AA8D7-9CC6-C7AF-C692-D6F72C5B68D9}"/>
              </a:ext>
            </a:extLst>
          </p:cNvPr>
          <p:cNvSpPr/>
          <p:nvPr/>
        </p:nvSpPr>
        <p:spPr>
          <a:xfrm>
            <a:off x="482885" y="5279005"/>
            <a:ext cx="7375989" cy="1168290"/>
          </a:xfrm>
          <a:prstGeom prst="rect">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Top Corners Rounded 20">
            <a:extLst>
              <a:ext uri="{FF2B5EF4-FFF2-40B4-BE49-F238E27FC236}">
                <a16:creationId xmlns:a16="http://schemas.microsoft.com/office/drawing/2014/main" id="{876C0A23-F283-C3D3-7022-574C0BD38875}"/>
              </a:ext>
            </a:extLst>
          </p:cNvPr>
          <p:cNvSpPr/>
          <p:nvPr/>
        </p:nvSpPr>
        <p:spPr>
          <a:xfrm>
            <a:off x="8157681" y="4989615"/>
            <a:ext cx="3551434" cy="289389"/>
          </a:xfrm>
          <a:prstGeom prst="round2SameRect">
            <a:avLst>
              <a:gd name="adj1" fmla="val 50000"/>
              <a:gd name="adj2" fmla="val 0"/>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latin typeface="Montserrat" panose="00000500000000000000" pitchFamily="2" charset="0"/>
              </a:rPr>
              <a:t>DIGITAL TWIN ARCHITECTURE</a:t>
            </a:r>
          </a:p>
        </p:txBody>
      </p:sp>
      <p:sp>
        <p:nvSpPr>
          <p:cNvPr id="30" name="Rectangle 29">
            <a:extLst>
              <a:ext uri="{FF2B5EF4-FFF2-40B4-BE49-F238E27FC236}">
                <a16:creationId xmlns:a16="http://schemas.microsoft.com/office/drawing/2014/main" id="{A2938AA7-9968-35FC-8362-69FFFB38C405}"/>
              </a:ext>
            </a:extLst>
          </p:cNvPr>
          <p:cNvSpPr/>
          <p:nvPr/>
        </p:nvSpPr>
        <p:spPr>
          <a:xfrm>
            <a:off x="8157681" y="5279005"/>
            <a:ext cx="3551434" cy="1168290"/>
          </a:xfrm>
          <a:prstGeom prst="rect">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Top Corners Rounded 37">
            <a:extLst>
              <a:ext uri="{FF2B5EF4-FFF2-40B4-BE49-F238E27FC236}">
                <a16:creationId xmlns:a16="http://schemas.microsoft.com/office/drawing/2014/main" id="{B0246999-5EA2-0C99-E4C2-807C70111FCD}"/>
              </a:ext>
            </a:extLst>
          </p:cNvPr>
          <p:cNvSpPr/>
          <p:nvPr/>
        </p:nvSpPr>
        <p:spPr>
          <a:xfrm>
            <a:off x="2957245" y="980857"/>
            <a:ext cx="8751870" cy="281761"/>
          </a:xfrm>
          <a:prstGeom prst="round2SameRect">
            <a:avLst>
              <a:gd name="adj1" fmla="val 50000"/>
              <a:gd name="adj2" fmla="val 0"/>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50" b="1">
                <a:latin typeface="Montserrat" panose="00000500000000000000" pitchFamily="2" charset="0"/>
              </a:rPr>
              <a:t>DAIRY DECISION INTELLIGENCE PLATFORM</a:t>
            </a:r>
            <a:endParaRPr lang="en-US" sz="1050" b="1">
              <a:latin typeface="Montserrat" panose="00000500000000000000" pitchFamily="2" charset="0"/>
            </a:endParaRPr>
          </a:p>
        </p:txBody>
      </p:sp>
      <p:sp>
        <p:nvSpPr>
          <p:cNvPr id="40" name="Rectangle 39">
            <a:extLst>
              <a:ext uri="{FF2B5EF4-FFF2-40B4-BE49-F238E27FC236}">
                <a16:creationId xmlns:a16="http://schemas.microsoft.com/office/drawing/2014/main" id="{44603A9C-18E7-1951-D21A-E747FE99ED79}"/>
              </a:ext>
            </a:extLst>
          </p:cNvPr>
          <p:cNvSpPr/>
          <p:nvPr/>
        </p:nvSpPr>
        <p:spPr>
          <a:xfrm>
            <a:off x="2957245" y="1262619"/>
            <a:ext cx="8751870" cy="3522178"/>
          </a:xfrm>
          <a:prstGeom prst="rect">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41EAE14D-4773-5C7B-9A2E-536C782FF673}"/>
              </a:ext>
            </a:extLst>
          </p:cNvPr>
          <p:cNvSpPr txBox="1"/>
          <p:nvPr/>
        </p:nvSpPr>
        <p:spPr>
          <a:xfrm>
            <a:off x="3126940" y="4307894"/>
            <a:ext cx="8412480" cy="255389"/>
          </a:xfrm>
          <a:prstGeom prst="roundRect">
            <a:avLst/>
          </a:prstGeom>
          <a:solidFill>
            <a:schemeClr val="tx1"/>
          </a:solidFill>
        </p:spPr>
        <p:txBody>
          <a:bodyPr wrap="square">
            <a:spAutoFit/>
          </a:bodyPr>
          <a:lstStyle/>
          <a:p>
            <a:pPr algn="ctr"/>
            <a:r>
              <a:rPr lang="en-US" sz="900" b="1">
                <a:solidFill>
                  <a:schemeClr val="bg1"/>
                </a:solidFill>
                <a:latin typeface="Montserrat" panose="00000500000000000000" pitchFamily="2" charset="0"/>
              </a:rPr>
              <a:t>Decision API Layer</a:t>
            </a:r>
          </a:p>
        </p:txBody>
      </p:sp>
      <p:sp>
        <p:nvSpPr>
          <p:cNvPr id="49" name="TextBox 48">
            <a:extLst>
              <a:ext uri="{FF2B5EF4-FFF2-40B4-BE49-F238E27FC236}">
                <a16:creationId xmlns:a16="http://schemas.microsoft.com/office/drawing/2014/main" id="{8D7212CF-83A8-A857-B5A1-2700929B48F1}"/>
              </a:ext>
            </a:extLst>
          </p:cNvPr>
          <p:cNvSpPr txBox="1"/>
          <p:nvPr/>
        </p:nvSpPr>
        <p:spPr>
          <a:xfrm>
            <a:off x="4277454" y="4571184"/>
            <a:ext cx="6097712" cy="215444"/>
          </a:xfrm>
          <a:prstGeom prst="rect">
            <a:avLst/>
          </a:prstGeom>
          <a:noFill/>
        </p:spPr>
        <p:txBody>
          <a:bodyPr wrap="square">
            <a:spAutoFit/>
          </a:bodyPr>
          <a:lstStyle/>
          <a:p>
            <a:pPr algn="ctr"/>
            <a:r>
              <a:rPr lang="en-US" sz="800">
                <a:latin typeface="Montserrat" panose="00000500000000000000" pitchFamily="2" charset="0"/>
              </a:rPr>
              <a:t>Secure, Governed, Scalable APIs for Seamless Integration with SAP &amp; Executive Systems</a:t>
            </a:r>
          </a:p>
        </p:txBody>
      </p:sp>
      <p:sp>
        <p:nvSpPr>
          <p:cNvPr id="51" name="TextBox 50">
            <a:extLst>
              <a:ext uri="{FF2B5EF4-FFF2-40B4-BE49-F238E27FC236}">
                <a16:creationId xmlns:a16="http://schemas.microsoft.com/office/drawing/2014/main" id="{A762EA64-E71F-B62F-5221-C459BF720F40}"/>
              </a:ext>
            </a:extLst>
          </p:cNvPr>
          <p:cNvSpPr txBox="1"/>
          <p:nvPr/>
        </p:nvSpPr>
        <p:spPr>
          <a:xfrm>
            <a:off x="3829050" y="3645287"/>
            <a:ext cx="6943725" cy="275926"/>
          </a:xfrm>
          <a:prstGeom prst="round2SameRect">
            <a:avLst>
              <a:gd name="adj1" fmla="val 50000"/>
              <a:gd name="adj2" fmla="val 0"/>
            </a:avLst>
          </a:prstGeom>
          <a:solidFill>
            <a:schemeClr val="tx1"/>
          </a:solidFill>
        </p:spPr>
        <p:txBody>
          <a:bodyPr wrap="square">
            <a:spAutoFit/>
          </a:bodyPr>
          <a:lstStyle/>
          <a:p>
            <a:pPr algn="ctr"/>
            <a:r>
              <a:rPr lang="en-US" sz="900" b="1">
                <a:solidFill>
                  <a:schemeClr val="bg1"/>
                </a:solidFill>
                <a:latin typeface="Montserrat" panose="00000500000000000000" pitchFamily="2" charset="0"/>
              </a:rPr>
              <a:t>Explainable AI &amp; Intelligent Recommendations</a:t>
            </a:r>
          </a:p>
        </p:txBody>
      </p:sp>
      <p:sp>
        <p:nvSpPr>
          <p:cNvPr id="55" name="TextBox 54">
            <a:extLst>
              <a:ext uri="{FF2B5EF4-FFF2-40B4-BE49-F238E27FC236}">
                <a16:creationId xmlns:a16="http://schemas.microsoft.com/office/drawing/2014/main" id="{13E64141-FB96-2878-7D46-41AA58434C9F}"/>
              </a:ext>
            </a:extLst>
          </p:cNvPr>
          <p:cNvSpPr txBox="1"/>
          <p:nvPr/>
        </p:nvSpPr>
        <p:spPr>
          <a:xfrm>
            <a:off x="4227208" y="3934693"/>
            <a:ext cx="1225193" cy="338554"/>
          </a:xfrm>
          <a:prstGeom prst="rect">
            <a:avLst/>
          </a:prstGeom>
          <a:noFill/>
        </p:spPr>
        <p:txBody>
          <a:bodyPr wrap="square">
            <a:spAutoFit/>
          </a:bodyPr>
          <a:lstStyle/>
          <a:p>
            <a:r>
              <a:rPr lang="en-US" sz="800">
                <a:latin typeface="Montserrat" panose="00000500000000000000" pitchFamily="2" charset="0"/>
              </a:rPr>
              <a:t>Why this recommendation?</a:t>
            </a:r>
          </a:p>
        </p:txBody>
      </p:sp>
      <p:sp>
        <p:nvSpPr>
          <p:cNvPr id="57" name="TextBox 56">
            <a:extLst>
              <a:ext uri="{FF2B5EF4-FFF2-40B4-BE49-F238E27FC236}">
                <a16:creationId xmlns:a16="http://schemas.microsoft.com/office/drawing/2014/main" id="{5EB0527D-F523-81E9-C424-C06778344F60}"/>
              </a:ext>
            </a:extLst>
          </p:cNvPr>
          <p:cNvSpPr txBox="1"/>
          <p:nvPr/>
        </p:nvSpPr>
        <p:spPr>
          <a:xfrm>
            <a:off x="5816569" y="3934693"/>
            <a:ext cx="1225193" cy="338554"/>
          </a:xfrm>
          <a:prstGeom prst="rect">
            <a:avLst/>
          </a:prstGeom>
          <a:noFill/>
        </p:spPr>
        <p:txBody>
          <a:bodyPr wrap="square">
            <a:spAutoFit/>
          </a:bodyPr>
          <a:lstStyle/>
          <a:p>
            <a:r>
              <a:rPr lang="en-US" sz="800">
                <a:latin typeface="Montserrat" panose="00000500000000000000" pitchFamily="2" charset="0"/>
              </a:rPr>
              <a:t>What is the expected impact</a:t>
            </a:r>
          </a:p>
        </p:txBody>
      </p:sp>
      <p:sp>
        <p:nvSpPr>
          <p:cNvPr id="58" name="TextBox 57">
            <a:extLst>
              <a:ext uri="{FF2B5EF4-FFF2-40B4-BE49-F238E27FC236}">
                <a16:creationId xmlns:a16="http://schemas.microsoft.com/office/drawing/2014/main" id="{9679A0FF-3AFD-F89F-89B6-56BD15943967}"/>
              </a:ext>
            </a:extLst>
          </p:cNvPr>
          <p:cNvSpPr txBox="1"/>
          <p:nvPr/>
        </p:nvSpPr>
        <p:spPr>
          <a:xfrm>
            <a:off x="7405930" y="3934692"/>
            <a:ext cx="912044" cy="338554"/>
          </a:xfrm>
          <a:prstGeom prst="rect">
            <a:avLst/>
          </a:prstGeom>
          <a:noFill/>
        </p:spPr>
        <p:txBody>
          <a:bodyPr wrap="square">
            <a:spAutoFit/>
          </a:bodyPr>
          <a:lstStyle/>
          <a:p>
            <a:r>
              <a:rPr lang="en-US" sz="800">
                <a:latin typeface="Montserrat" panose="00000500000000000000" pitchFamily="2" charset="0"/>
              </a:rPr>
              <a:t>Confidence level</a:t>
            </a:r>
          </a:p>
        </p:txBody>
      </p:sp>
      <p:sp>
        <p:nvSpPr>
          <p:cNvPr id="59" name="TextBox 58">
            <a:extLst>
              <a:ext uri="{FF2B5EF4-FFF2-40B4-BE49-F238E27FC236}">
                <a16:creationId xmlns:a16="http://schemas.microsoft.com/office/drawing/2014/main" id="{35515B11-59FC-92D2-D74B-5519F77027BE}"/>
              </a:ext>
            </a:extLst>
          </p:cNvPr>
          <p:cNvSpPr txBox="1"/>
          <p:nvPr/>
        </p:nvSpPr>
        <p:spPr>
          <a:xfrm>
            <a:off x="8682142" y="3934693"/>
            <a:ext cx="747117" cy="338554"/>
          </a:xfrm>
          <a:prstGeom prst="rect">
            <a:avLst/>
          </a:prstGeom>
          <a:noFill/>
        </p:spPr>
        <p:txBody>
          <a:bodyPr wrap="square">
            <a:spAutoFit/>
          </a:bodyPr>
          <a:lstStyle/>
          <a:p>
            <a:r>
              <a:rPr lang="en-US" sz="800">
                <a:latin typeface="Montserrat" panose="00000500000000000000" pitchFamily="2" charset="0"/>
              </a:rPr>
              <a:t>Trade – off</a:t>
            </a:r>
          </a:p>
          <a:p>
            <a:r>
              <a:rPr lang="en-US" sz="800">
                <a:latin typeface="Montserrat" panose="00000500000000000000" pitchFamily="2" charset="0"/>
              </a:rPr>
              <a:t>Analysis</a:t>
            </a:r>
          </a:p>
        </p:txBody>
      </p:sp>
      <p:sp>
        <p:nvSpPr>
          <p:cNvPr id="60" name="TextBox 59">
            <a:extLst>
              <a:ext uri="{FF2B5EF4-FFF2-40B4-BE49-F238E27FC236}">
                <a16:creationId xmlns:a16="http://schemas.microsoft.com/office/drawing/2014/main" id="{62811957-C122-099D-569C-1AC0BC671872}"/>
              </a:ext>
            </a:extLst>
          </p:cNvPr>
          <p:cNvSpPr txBox="1"/>
          <p:nvPr/>
        </p:nvSpPr>
        <p:spPr>
          <a:xfrm>
            <a:off x="9793428" y="3934693"/>
            <a:ext cx="979347" cy="338554"/>
          </a:xfrm>
          <a:prstGeom prst="rect">
            <a:avLst/>
          </a:prstGeom>
          <a:noFill/>
        </p:spPr>
        <p:txBody>
          <a:bodyPr wrap="square">
            <a:spAutoFit/>
          </a:bodyPr>
          <a:lstStyle/>
          <a:p>
            <a:r>
              <a:rPr lang="en-US" sz="800">
                <a:latin typeface="Montserrat" panose="00000500000000000000" pitchFamily="2" charset="0"/>
              </a:rPr>
              <a:t>What should I do next?</a:t>
            </a:r>
          </a:p>
        </p:txBody>
      </p:sp>
      <p:grpSp>
        <p:nvGrpSpPr>
          <p:cNvPr id="68" name="Group 67">
            <a:extLst>
              <a:ext uri="{FF2B5EF4-FFF2-40B4-BE49-F238E27FC236}">
                <a16:creationId xmlns:a16="http://schemas.microsoft.com/office/drawing/2014/main" id="{B4687BD7-DC73-3647-9A5D-06E19DBCB6F7}"/>
              </a:ext>
            </a:extLst>
          </p:cNvPr>
          <p:cNvGrpSpPr/>
          <p:nvPr/>
        </p:nvGrpSpPr>
        <p:grpSpPr>
          <a:xfrm>
            <a:off x="3126940" y="1346384"/>
            <a:ext cx="8357304" cy="2255003"/>
            <a:chOff x="3126940" y="1511085"/>
            <a:chExt cx="7582616" cy="2255003"/>
          </a:xfrm>
        </p:grpSpPr>
        <p:sp>
          <p:nvSpPr>
            <p:cNvPr id="61" name="Rectangle: Rounded Corners 60">
              <a:extLst>
                <a:ext uri="{FF2B5EF4-FFF2-40B4-BE49-F238E27FC236}">
                  <a16:creationId xmlns:a16="http://schemas.microsoft.com/office/drawing/2014/main" id="{A8FDCEAB-C556-FE7E-EECA-CC3F50401D3F}"/>
                </a:ext>
              </a:extLst>
            </p:cNvPr>
            <p:cNvSpPr/>
            <p:nvPr/>
          </p:nvSpPr>
          <p:spPr>
            <a:xfrm>
              <a:off x="3126940" y="1511085"/>
              <a:ext cx="980111" cy="2255003"/>
            </a:xfrm>
            <a:prstGeom prst="roundRect">
              <a:avLst>
                <a:gd name="adj" fmla="val 8761"/>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Rounded Corners 61">
              <a:extLst>
                <a:ext uri="{FF2B5EF4-FFF2-40B4-BE49-F238E27FC236}">
                  <a16:creationId xmlns:a16="http://schemas.microsoft.com/office/drawing/2014/main" id="{592C384E-FECF-577E-723B-EFBFF370A1EF}"/>
                </a:ext>
              </a:extLst>
            </p:cNvPr>
            <p:cNvSpPr/>
            <p:nvPr/>
          </p:nvSpPr>
          <p:spPr>
            <a:xfrm>
              <a:off x="4227208" y="1511085"/>
              <a:ext cx="980111" cy="2255003"/>
            </a:xfrm>
            <a:prstGeom prst="roundRect">
              <a:avLst>
                <a:gd name="adj" fmla="val 8761"/>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Rounded Corners 62">
              <a:extLst>
                <a:ext uri="{FF2B5EF4-FFF2-40B4-BE49-F238E27FC236}">
                  <a16:creationId xmlns:a16="http://schemas.microsoft.com/office/drawing/2014/main" id="{DAAF962F-6D61-89B0-26AE-73058E1BAD44}"/>
                </a:ext>
              </a:extLst>
            </p:cNvPr>
            <p:cNvSpPr/>
            <p:nvPr/>
          </p:nvSpPr>
          <p:spPr>
            <a:xfrm>
              <a:off x="5325551" y="1511085"/>
              <a:ext cx="980111" cy="2255003"/>
            </a:xfrm>
            <a:prstGeom prst="roundRect">
              <a:avLst>
                <a:gd name="adj" fmla="val 8761"/>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Rounded Corners 63">
              <a:extLst>
                <a:ext uri="{FF2B5EF4-FFF2-40B4-BE49-F238E27FC236}">
                  <a16:creationId xmlns:a16="http://schemas.microsoft.com/office/drawing/2014/main" id="{2E29FCF2-648E-566E-EF84-8315B03EF84A}"/>
                </a:ext>
              </a:extLst>
            </p:cNvPr>
            <p:cNvSpPr/>
            <p:nvPr/>
          </p:nvSpPr>
          <p:spPr>
            <a:xfrm>
              <a:off x="6425819" y="1511085"/>
              <a:ext cx="980111" cy="2255003"/>
            </a:xfrm>
            <a:prstGeom prst="roundRect">
              <a:avLst>
                <a:gd name="adj" fmla="val 8761"/>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Rounded Corners 64">
              <a:extLst>
                <a:ext uri="{FF2B5EF4-FFF2-40B4-BE49-F238E27FC236}">
                  <a16:creationId xmlns:a16="http://schemas.microsoft.com/office/drawing/2014/main" id="{FFB22BFA-9848-B4F6-1EC5-9ED43E34B42B}"/>
                </a:ext>
              </a:extLst>
            </p:cNvPr>
            <p:cNvSpPr/>
            <p:nvPr/>
          </p:nvSpPr>
          <p:spPr>
            <a:xfrm>
              <a:off x="7530834" y="1511085"/>
              <a:ext cx="980111" cy="2255003"/>
            </a:xfrm>
            <a:prstGeom prst="roundRect">
              <a:avLst>
                <a:gd name="adj" fmla="val 8761"/>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Rounded Corners 65">
              <a:extLst>
                <a:ext uri="{FF2B5EF4-FFF2-40B4-BE49-F238E27FC236}">
                  <a16:creationId xmlns:a16="http://schemas.microsoft.com/office/drawing/2014/main" id="{DB5E1FAC-05CF-23C1-07DD-00A3960EADAD}"/>
                </a:ext>
              </a:extLst>
            </p:cNvPr>
            <p:cNvSpPr/>
            <p:nvPr/>
          </p:nvSpPr>
          <p:spPr>
            <a:xfrm>
              <a:off x="8629177" y="1511085"/>
              <a:ext cx="980111" cy="2255003"/>
            </a:xfrm>
            <a:prstGeom prst="roundRect">
              <a:avLst>
                <a:gd name="adj" fmla="val 8761"/>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Rounded Corners 66">
              <a:extLst>
                <a:ext uri="{FF2B5EF4-FFF2-40B4-BE49-F238E27FC236}">
                  <a16:creationId xmlns:a16="http://schemas.microsoft.com/office/drawing/2014/main" id="{D075945E-72D6-8B04-9E39-8FDB8DC9525B}"/>
                </a:ext>
              </a:extLst>
            </p:cNvPr>
            <p:cNvSpPr/>
            <p:nvPr/>
          </p:nvSpPr>
          <p:spPr>
            <a:xfrm>
              <a:off x="9729445" y="1511085"/>
              <a:ext cx="980111" cy="2255003"/>
            </a:xfrm>
            <a:prstGeom prst="roundRect">
              <a:avLst>
                <a:gd name="adj" fmla="val 8761"/>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70" name="Straight Connector 69">
            <a:extLst>
              <a:ext uri="{FF2B5EF4-FFF2-40B4-BE49-F238E27FC236}">
                <a16:creationId xmlns:a16="http://schemas.microsoft.com/office/drawing/2014/main" id="{291D9567-E0CF-5F00-FA9A-309CE7A5B436}"/>
              </a:ext>
            </a:extLst>
          </p:cNvPr>
          <p:cNvCxnSpPr/>
          <p:nvPr/>
        </p:nvCxnSpPr>
        <p:spPr>
          <a:xfrm>
            <a:off x="565688" y="2099786"/>
            <a:ext cx="2084522"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D97C26DA-573A-873B-A8CC-1736346E9809}"/>
              </a:ext>
            </a:extLst>
          </p:cNvPr>
          <p:cNvCxnSpPr/>
          <p:nvPr/>
        </p:nvCxnSpPr>
        <p:spPr>
          <a:xfrm>
            <a:off x="565688" y="2978572"/>
            <a:ext cx="2084522"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7CF3F14D-D30E-F49A-0328-2F30480CCA28}"/>
              </a:ext>
            </a:extLst>
          </p:cNvPr>
          <p:cNvCxnSpPr/>
          <p:nvPr/>
        </p:nvCxnSpPr>
        <p:spPr>
          <a:xfrm>
            <a:off x="565688" y="3857358"/>
            <a:ext cx="2084522"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5277681E-0045-2488-81D6-8649DF2F6E2E}"/>
              </a:ext>
            </a:extLst>
          </p:cNvPr>
          <p:cNvCxnSpPr>
            <a:cxnSpLocks/>
          </p:cNvCxnSpPr>
          <p:nvPr/>
        </p:nvCxnSpPr>
        <p:spPr>
          <a:xfrm>
            <a:off x="1849502" y="5409464"/>
            <a:ext cx="0" cy="95359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A759D802-FB2C-B540-49AD-D2D006E1D502}"/>
              </a:ext>
            </a:extLst>
          </p:cNvPr>
          <p:cNvCxnSpPr>
            <a:cxnSpLocks/>
          </p:cNvCxnSpPr>
          <p:nvPr/>
        </p:nvCxnSpPr>
        <p:spPr>
          <a:xfrm>
            <a:off x="3356104" y="5409464"/>
            <a:ext cx="0" cy="95359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FB7063D2-5742-F6FB-34FE-CEADC6D594BC}"/>
              </a:ext>
            </a:extLst>
          </p:cNvPr>
          <p:cNvCxnSpPr>
            <a:cxnSpLocks/>
          </p:cNvCxnSpPr>
          <p:nvPr/>
        </p:nvCxnSpPr>
        <p:spPr>
          <a:xfrm>
            <a:off x="4869129" y="5416379"/>
            <a:ext cx="0" cy="95359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D0907AAA-1169-00E9-BD60-052C8441C227}"/>
              </a:ext>
            </a:extLst>
          </p:cNvPr>
          <p:cNvCxnSpPr>
            <a:cxnSpLocks/>
          </p:cNvCxnSpPr>
          <p:nvPr/>
        </p:nvCxnSpPr>
        <p:spPr>
          <a:xfrm>
            <a:off x="6326827" y="5409464"/>
            <a:ext cx="0" cy="95359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79" name="TextBox 78">
            <a:extLst>
              <a:ext uri="{FF2B5EF4-FFF2-40B4-BE49-F238E27FC236}">
                <a16:creationId xmlns:a16="http://schemas.microsoft.com/office/drawing/2014/main" id="{95F198B7-F22B-BF4D-2833-5F273BD64D98}"/>
              </a:ext>
            </a:extLst>
          </p:cNvPr>
          <p:cNvSpPr txBox="1"/>
          <p:nvPr/>
        </p:nvSpPr>
        <p:spPr>
          <a:xfrm>
            <a:off x="1090835" y="1278237"/>
            <a:ext cx="1630228" cy="764312"/>
          </a:xfrm>
          <a:prstGeom prst="rect">
            <a:avLst/>
          </a:prstGeom>
          <a:noFill/>
        </p:spPr>
        <p:txBody>
          <a:bodyPr wrap="square">
            <a:spAutoFit/>
          </a:bodyPr>
          <a:lstStyle/>
          <a:p>
            <a:pPr>
              <a:spcBef>
                <a:spcPts val="200"/>
              </a:spcBef>
            </a:pPr>
            <a:r>
              <a:rPr lang="en-US" sz="900" b="1">
                <a:latin typeface="Montserrat" panose="00000500000000000000" pitchFamily="2" charset="0"/>
              </a:rPr>
              <a:t>Enterprise Systems</a:t>
            </a:r>
          </a:p>
          <a:p>
            <a:pPr marL="171450" indent="-171450">
              <a:spcBef>
                <a:spcPts val="200"/>
              </a:spcBef>
              <a:buFont typeface="Wingdings" panose="05000000000000000000" pitchFamily="2" charset="2"/>
              <a:buChar char="v"/>
            </a:pPr>
            <a:r>
              <a:rPr lang="en-IN" sz="700">
                <a:latin typeface="Montserrat" panose="00000500000000000000" pitchFamily="2" charset="0"/>
              </a:rPr>
              <a:t>ERP (Finance, MM, PP, SD) </a:t>
            </a:r>
          </a:p>
          <a:p>
            <a:pPr marL="171450" indent="-171450">
              <a:spcBef>
                <a:spcPts val="200"/>
              </a:spcBef>
              <a:buFont typeface="Wingdings" panose="05000000000000000000" pitchFamily="2" charset="2"/>
              <a:buChar char="v"/>
            </a:pPr>
            <a:r>
              <a:rPr lang="en-IN" sz="700">
                <a:latin typeface="Montserrat" panose="00000500000000000000" pitchFamily="2" charset="0"/>
              </a:rPr>
              <a:t>MES/MOM </a:t>
            </a:r>
          </a:p>
          <a:p>
            <a:pPr marL="171450" indent="-171450">
              <a:spcBef>
                <a:spcPts val="200"/>
              </a:spcBef>
              <a:buFont typeface="Wingdings" panose="05000000000000000000" pitchFamily="2" charset="2"/>
              <a:buChar char="v"/>
            </a:pPr>
            <a:r>
              <a:rPr lang="en-IN" sz="700">
                <a:latin typeface="Montserrat" panose="00000500000000000000" pitchFamily="2" charset="0"/>
              </a:rPr>
              <a:t>WMS/Inventory </a:t>
            </a:r>
          </a:p>
          <a:p>
            <a:pPr marL="171450" indent="-171450">
              <a:spcBef>
                <a:spcPts val="200"/>
              </a:spcBef>
              <a:buFont typeface="Wingdings" panose="05000000000000000000" pitchFamily="2" charset="2"/>
              <a:buChar char="v"/>
            </a:pPr>
            <a:r>
              <a:rPr lang="en-IN" sz="700">
                <a:latin typeface="Montserrat" panose="00000500000000000000" pitchFamily="2" charset="0"/>
              </a:rPr>
              <a:t>LMS/Quality Systems</a:t>
            </a:r>
            <a:endParaRPr lang="en-US" sz="700">
              <a:latin typeface="Montserrat" panose="00000500000000000000" pitchFamily="2" charset="0"/>
            </a:endParaRPr>
          </a:p>
        </p:txBody>
      </p:sp>
      <p:sp>
        <p:nvSpPr>
          <p:cNvPr id="80" name="TextBox 79">
            <a:extLst>
              <a:ext uri="{FF2B5EF4-FFF2-40B4-BE49-F238E27FC236}">
                <a16:creationId xmlns:a16="http://schemas.microsoft.com/office/drawing/2014/main" id="{16626082-BA30-6A0E-BC4C-8041118B7A84}"/>
              </a:ext>
            </a:extLst>
          </p:cNvPr>
          <p:cNvSpPr txBox="1"/>
          <p:nvPr/>
        </p:nvSpPr>
        <p:spPr>
          <a:xfrm>
            <a:off x="1090835" y="2157023"/>
            <a:ext cx="1451998" cy="764312"/>
          </a:xfrm>
          <a:prstGeom prst="rect">
            <a:avLst/>
          </a:prstGeom>
          <a:noFill/>
        </p:spPr>
        <p:txBody>
          <a:bodyPr wrap="square">
            <a:spAutoFit/>
          </a:bodyPr>
          <a:lstStyle/>
          <a:p>
            <a:pPr>
              <a:spcBef>
                <a:spcPts val="200"/>
              </a:spcBef>
            </a:pPr>
            <a:r>
              <a:rPr lang="en-IN" sz="900" b="1">
                <a:latin typeface="Montserrat" panose="00000500000000000000" pitchFamily="2" charset="0"/>
              </a:rPr>
              <a:t>IOT &amp; SENSORS</a:t>
            </a:r>
          </a:p>
          <a:p>
            <a:pPr marL="171450" indent="-171450">
              <a:spcBef>
                <a:spcPts val="200"/>
              </a:spcBef>
              <a:buFont typeface="Wingdings" panose="05000000000000000000" pitchFamily="2" charset="2"/>
              <a:buChar char="v"/>
            </a:pPr>
            <a:r>
              <a:rPr lang="en-IN" sz="700">
                <a:latin typeface="Montserrat" panose="00000500000000000000" pitchFamily="2" charset="0"/>
              </a:rPr>
              <a:t>Temperature/Humidity </a:t>
            </a:r>
          </a:p>
          <a:p>
            <a:pPr marL="171450" indent="-171450">
              <a:spcBef>
                <a:spcPts val="200"/>
              </a:spcBef>
              <a:buFont typeface="Wingdings" panose="05000000000000000000" pitchFamily="2" charset="2"/>
              <a:buChar char="v"/>
            </a:pPr>
            <a:r>
              <a:rPr lang="en-IN" sz="700">
                <a:latin typeface="Montserrat" panose="00000500000000000000" pitchFamily="2" charset="0"/>
              </a:rPr>
              <a:t>Flow Meters </a:t>
            </a:r>
          </a:p>
          <a:p>
            <a:pPr marL="171450" indent="-171450">
              <a:spcBef>
                <a:spcPts val="200"/>
              </a:spcBef>
              <a:buFont typeface="Wingdings" panose="05000000000000000000" pitchFamily="2" charset="2"/>
              <a:buChar char="v"/>
            </a:pPr>
            <a:r>
              <a:rPr lang="en-IN" sz="700">
                <a:latin typeface="Montserrat" panose="00000500000000000000" pitchFamily="2" charset="0"/>
              </a:rPr>
              <a:t>Equipment Health </a:t>
            </a:r>
          </a:p>
          <a:p>
            <a:pPr marL="171450" indent="-171450">
              <a:spcBef>
                <a:spcPts val="200"/>
              </a:spcBef>
              <a:buFont typeface="Wingdings" panose="05000000000000000000" pitchFamily="2" charset="2"/>
              <a:buChar char="v"/>
            </a:pPr>
            <a:r>
              <a:rPr lang="en-IN" sz="700">
                <a:latin typeface="Montserrat" panose="00000500000000000000" pitchFamily="2" charset="0"/>
              </a:rPr>
              <a:t>Cold Chain Monitoring</a:t>
            </a:r>
            <a:endParaRPr lang="en-US" sz="700">
              <a:latin typeface="Montserrat" panose="00000500000000000000" pitchFamily="2" charset="0"/>
            </a:endParaRPr>
          </a:p>
        </p:txBody>
      </p:sp>
      <p:sp>
        <p:nvSpPr>
          <p:cNvPr id="81" name="TextBox 80">
            <a:extLst>
              <a:ext uri="{FF2B5EF4-FFF2-40B4-BE49-F238E27FC236}">
                <a16:creationId xmlns:a16="http://schemas.microsoft.com/office/drawing/2014/main" id="{C2A75493-BDFD-4EEB-8E81-FC80C3F1398F}"/>
              </a:ext>
            </a:extLst>
          </p:cNvPr>
          <p:cNvSpPr txBox="1"/>
          <p:nvPr/>
        </p:nvSpPr>
        <p:spPr>
          <a:xfrm>
            <a:off x="1090835" y="3035809"/>
            <a:ext cx="1451998" cy="764312"/>
          </a:xfrm>
          <a:prstGeom prst="rect">
            <a:avLst/>
          </a:prstGeom>
          <a:noFill/>
        </p:spPr>
        <p:txBody>
          <a:bodyPr wrap="square">
            <a:spAutoFit/>
          </a:bodyPr>
          <a:lstStyle/>
          <a:p>
            <a:pPr>
              <a:spcBef>
                <a:spcPts val="200"/>
              </a:spcBef>
            </a:pPr>
            <a:r>
              <a:rPr lang="en-IN" sz="900" b="1">
                <a:latin typeface="Montserrat" panose="00000500000000000000" pitchFamily="2" charset="0"/>
              </a:rPr>
              <a:t>Operational Data</a:t>
            </a:r>
            <a:endParaRPr lang="en-US" sz="900" b="1">
              <a:latin typeface="Montserrat" panose="00000500000000000000" pitchFamily="2" charset="0"/>
            </a:endParaRPr>
          </a:p>
          <a:p>
            <a:pPr marL="171450" indent="-171450">
              <a:spcBef>
                <a:spcPts val="200"/>
              </a:spcBef>
              <a:buFont typeface="Wingdings" panose="05000000000000000000" pitchFamily="2" charset="2"/>
              <a:buChar char="v"/>
            </a:pPr>
            <a:r>
              <a:rPr lang="en-IN" sz="700">
                <a:latin typeface="Montserrat" panose="00000500000000000000" pitchFamily="2" charset="0"/>
              </a:rPr>
              <a:t>Production Runs </a:t>
            </a:r>
          </a:p>
          <a:p>
            <a:pPr marL="171450" indent="-171450">
              <a:spcBef>
                <a:spcPts val="200"/>
              </a:spcBef>
              <a:buFont typeface="Wingdings" panose="05000000000000000000" pitchFamily="2" charset="2"/>
              <a:buChar char="v"/>
            </a:pPr>
            <a:r>
              <a:rPr lang="en-IN" sz="700">
                <a:latin typeface="Montserrat" panose="00000500000000000000" pitchFamily="2" charset="0"/>
              </a:rPr>
              <a:t>Downtime &amp; CEE </a:t>
            </a:r>
          </a:p>
          <a:p>
            <a:pPr marL="171450" indent="-171450">
              <a:spcBef>
                <a:spcPts val="200"/>
              </a:spcBef>
              <a:buFont typeface="Wingdings" panose="05000000000000000000" pitchFamily="2" charset="2"/>
              <a:buChar char="v"/>
            </a:pPr>
            <a:r>
              <a:rPr lang="en-IN" sz="700">
                <a:latin typeface="Montserrat" panose="00000500000000000000" pitchFamily="2" charset="0"/>
              </a:rPr>
              <a:t>Labor &amp; Shift Data </a:t>
            </a:r>
          </a:p>
          <a:p>
            <a:pPr marL="171450" indent="-171450">
              <a:spcBef>
                <a:spcPts val="200"/>
              </a:spcBef>
              <a:buFont typeface="Wingdings" panose="05000000000000000000" pitchFamily="2" charset="2"/>
              <a:buChar char="v"/>
            </a:pPr>
            <a:r>
              <a:rPr lang="en-IN" sz="700">
                <a:latin typeface="Montserrat" panose="00000500000000000000" pitchFamily="2" charset="0"/>
              </a:rPr>
              <a:t>Cleaning (CIP) Cycles</a:t>
            </a:r>
            <a:endParaRPr lang="en-US" sz="700">
              <a:latin typeface="Montserrat" panose="00000500000000000000" pitchFamily="2" charset="0"/>
            </a:endParaRPr>
          </a:p>
        </p:txBody>
      </p:sp>
      <p:sp>
        <p:nvSpPr>
          <p:cNvPr id="82" name="TextBox 81">
            <a:extLst>
              <a:ext uri="{FF2B5EF4-FFF2-40B4-BE49-F238E27FC236}">
                <a16:creationId xmlns:a16="http://schemas.microsoft.com/office/drawing/2014/main" id="{39F9691D-6184-2AD7-882C-A0D96F1BFC20}"/>
              </a:ext>
            </a:extLst>
          </p:cNvPr>
          <p:cNvSpPr txBox="1"/>
          <p:nvPr/>
        </p:nvSpPr>
        <p:spPr>
          <a:xfrm>
            <a:off x="1090835" y="3914594"/>
            <a:ext cx="1451998" cy="764312"/>
          </a:xfrm>
          <a:prstGeom prst="rect">
            <a:avLst/>
          </a:prstGeom>
          <a:noFill/>
        </p:spPr>
        <p:txBody>
          <a:bodyPr wrap="square">
            <a:spAutoFit/>
          </a:bodyPr>
          <a:lstStyle/>
          <a:p>
            <a:pPr>
              <a:spcBef>
                <a:spcPts val="200"/>
              </a:spcBef>
            </a:pPr>
            <a:r>
              <a:rPr lang="en-US" sz="900" b="1">
                <a:latin typeface="Montserrat" panose="00000500000000000000" pitchFamily="2" charset="0"/>
              </a:rPr>
              <a:t>EXTERNAL DATA</a:t>
            </a:r>
          </a:p>
          <a:p>
            <a:pPr marL="171450" indent="-171450">
              <a:spcBef>
                <a:spcPts val="200"/>
              </a:spcBef>
              <a:buFont typeface="Wingdings" panose="05000000000000000000" pitchFamily="2" charset="2"/>
              <a:buChar char="v"/>
            </a:pPr>
            <a:r>
              <a:rPr lang="en-IN" sz="700">
                <a:latin typeface="Montserrat" panose="00000500000000000000" pitchFamily="2" charset="0"/>
              </a:rPr>
              <a:t>Weather Forecast </a:t>
            </a:r>
          </a:p>
          <a:p>
            <a:pPr marL="171450" indent="-171450">
              <a:spcBef>
                <a:spcPts val="200"/>
              </a:spcBef>
              <a:buFont typeface="Wingdings" panose="05000000000000000000" pitchFamily="2" charset="2"/>
              <a:buChar char="v"/>
            </a:pPr>
            <a:r>
              <a:rPr lang="en-IN" sz="700">
                <a:latin typeface="Montserrat" panose="00000500000000000000" pitchFamily="2" charset="0"/>
              </a:rPr>
              <a:t>Holidays &amp; Events </a:t>
            </a:r>
          </a:p>
          <a:p>
            <a:pPr marL="171450" indent="-171450">
              <a:spcBef>
                <a:spcPts val="200"/>
              </a:spcBef>
              <a:buFont typeface="Wingdings" panose="05000000000000000000" pitchFamily="2" charset="2"/>
              <a:buChar char="v"/>
            </a:pPr>
            <a:r>
              <a:rPr lang="en-IN" sz="700">
                <a:latin typeface="Montserrat" panose="00000500000000000000" pitchFamily="2" charset="0"/>
              </a:rPr>
              <a:t>Promotions </a:t>
            </a:r>
          </a:p>
          <a:p>
            <a:pPr marL="171450" indent="-171450">
              <a:spcBef>
                <a:spcPts val="200"/>
              </a:spcBef>
              <a:buFont typeface="Wingdings" panose="05000000000000000000" pitchFamily="2" charset="2"/>
              <a:buChar char="v"/>
            </a:pPr>
            <a:r>
              <a:rPr lang="en-IN" sz="700">
                <a:latin typeface="Montserrat" panose="00000500000000000000" pitchFamily="2" charset="0"/>
              </a:rPr>
              <a:t>Market &amp; Demographics</a:t>
            </a:r>
            <a:endParaRPr lang="en-US" sz="700">
              <a:latin typeface="Montserrat" panose="00000500000000000000" pitchFamily="2" charset="0"/>
            </a:endParaRPr>
          </a:p>
        </p:txBody>
      </p:sp>
      <p:sp>
        <p:nvSpPr>
          <p:cNvPr id="84" name="TextBox 83">
            <a:extLst>
              <a:ext uri="{FF2B5EF4-FFF2-40B4-BE49-F238E27FC236}">
                <a16:creationId xmlns:a16="http://schemas.microsoft.com/office/drawing/2014/main" id="{6EEDEFBB-CEB8-417A-CADF-40B0FC72983A}"/>
              </a:ext>
            </a:extLst>
          </p:cNvPr>
          <p:cNvSpPr txBox="1"/>
          <p:nvPr/>
        </p:nvSpPr>
        <p:spPr>
          <a:xfrm>
            <a:off x="3123716" y="1392720"/>
            <a:ext cx="1080245" cy="353943"/>
          </a:xfrm>
          <a:prstGeom prst="rect">
            <a:avLst/>
          </a:prstGeom>
          <a:noFill/>
        </p:spPr>
        <p:txBody>
          <a:bodyPr wrap="square">
            <a:spAutoFit/>
          </a:bodyPr>
          <a:lstStyle/>
          <a:p>
            <a:pPr algn="ctr"/>
            <a:r>
              <a:rPr lang="en-US" sz="850" b="1">
                <a:latin typeface="Montserrat" panose="00000500000000000000" pitchFamily="2" charset="0"/>
              </a:rPr>
              <a:t>Demand Forecasting</a:t>
            </a:r>
          </a:p>
        </p:txBody>
      </p:sp>
      <p:sp>
        <p:nvSpPr>
          <p:cNvPr id="85" name="TextBox 84">
            <a:extLst>
              <a:ext uri="{FF2B5EF4-FFF2-40B4-BE49-F238E27FC236}">
                <a16:creationId xmlns:a16="http://schemas.microsoft.com/office/drawing/2014/main" id="{D3FBCE6F-E64F-94CB-CCA3-13B253548E1F}"/>
              </a:ext>
            </a:extLst>
          </p:cNvPr>
          <p:cNvSpPr txBox="1"/>
          <p:nvPr/>
        </p:nvSpPr>
        <p:spPr>
          <a:xfrm>
            <a:off x="4332264" y="1392720"/>
            <a:ext cx="1080245" cy="353943"/>
          </a:xfrm>
          <a:prstGeom prst="rect">
            <a:avLst/>
          </a:prstGeom>
          <a:noFill/>
        </p:spPr>
        <p:txBody>
          <a:bodyPr wrap="square">
            <a:spAutoFit/>
          </a:bodyPr>
          <a:lstStyle/>
          <a:p>
            <a:pPr algn="ctr"/>
            <a:r>
              <a:rPr lang="en-IN" sz="850" b="1">
                <a:latin typeface="Montserrat" panose="00000500000000000000" pitchFamily="2" charset="0"/>
              </a:rPr>
              <a:t>Inventory Optimization</a:t>
            </a:r>
            <a:endParaRPr lang="en-US" sz="850" b="1">
              <a:latin typeface="Montserrat" panose="00000500000000000000" pitchFamily="2" charset="0"/>
            </a:endParaRPr>
          </a:p>
        </p:txBody>
      </p:sp>
      <p:sp>
        <p:nvSpPr>
          <p:cNvPr id="86" name="TextBox 85">
            <a:extLst>
              <a:ext uri="{FF2B5EF4-FFF2-40B4-BE49-F238E27FC236}">
                <a16:creationId xmlns:a16="http://schemas.microsoft.com/office/drawing/2014/main" id="{315E5923-04AC-6F15-23FE-4C64A79CDD9F}"/>
              </a:ext>
            </a:extLst>
          </p:cNvPr>
          <p:cNvSpPr txBox="1"/>
          <p:nvPr/>
        </p:nvSpPr>
        <p:spPr>
          <a:xfrm>
            <a:off x="5550092" y="1392720"/>
            <a:ext cx="1080245" cy="353943"/>
          </a:xfrm>
          <a:prstGeom prst="rect">
            <a:avLst/>
          </a:prstGeom>
          <a:noFill/>
        </p:spPr>
        <p:txBody>
          <a:bodyPr wrap="square">
            <a:spAutoFit/>
          </a:bodyPr>
          <a:lstStyle/>
          <a:p>
            <a:pPr algn="ctr"/>
            <a:r>
              <a:rPr lang="en-IN" sz="850" b="1">
                <a:latin typeface="Montserrat" panose="00000500000000000000" pitchFamily="2" charset="0"/>
              </a:rPr>
              <a:t>Production Planning</a:t>
            </a:r>
            <a:endParaRPr lang="en-US" sz="850" b="1">
              <a:latin typeface="Montserrat" panose="00000500000000000000" pitchFamily="2" charset="0"/>
            </a:endParaRPr>
          </a:p>
        </p:txBody>
      </p:sp>
      <p:sp>
        <p:nvSpPr>
          <p:cNvPr id="87" name="TextBox 86">
            <a:extLst>
              <a:ext uri="{FF2B5EF4-FFF2-40B4-BE49-F238E27FC236}">
                <a16:creationId xmlns:a16="http://schemas.microsoft.com/office/drawing/2014/main" id="{DA8917D9-561B-6294-250E-54FC8DECDA04}"/>
              </a:ext>
            </a:extLst>
          </p:cNvPr>
          <p:cNvSpPr txBox="1"/>
          <p:nvPr/>
        </p:nvSpPr>
        <p:spPr>
          <a:xfrm>
            <a:off x="6758640" y="1392720"/>
            <a:ext cx="1080245" cy="353943"/>
          </a:xfrm>
          <a:prstGeom prst="rect">
            <a:avLst/>
          </a:prstGeom>
          <a:noFill/>
        </p:spPr>
        <p:txBody>
          <a:bodyPr wrap="square">
            <a:spAutoFit/>
          </a:bodyPr>
          <a:lstStyle/>
          <a:p>
            <a:pPr algn="ctr"/>
            <a:r>
              <a:rPr lang="en-US" sz="850" b="1">
                <a:latin typeface="Montserrat" panose="00000500000000000000" pitchFamily="2" charset="0"/>
              </a:rPr>
              <a:t>Production Scheduling</a:t>
            </a:r>
          </a:p>
        </p:txBody>
      </p:sp>
      <p:sp>
        <p:nvSpPr>
          <p:cNvPr id="88" name="TextBox 87">
            <a:extLst>
              <a:ext uri="{FF2B5EF4-FFF2-40B4-BE49-F238E27FC236}">
                <a16:creationId xmlns:a16="http://schemas.microsoft.com/office/drawing/2014/main" id="{26BE7F2A-B0E5-A0B0-C2A6-AEF09B140F37}"/>
              </a:ext>
            </a:extLst>
          </p:cNvPr>
          <p:cNvSpPr txBox="1"/>
          <p:nvPr/>
        </p:nvSpPr>
        <p:spPr>
          <a:xfrm>
            <a:off x="7970810" y="1392720"/>
            <a:ext cx="1080245" cy="353943"/>
          </a:xfrm>
          <a:prstGeom prst="rect">
            <a:avLst/>
          </a:prstGeom>
          <a:noFill/>
        </p:spPr>
        <p:txBody>
          <a:bodyPr wrap="square">
            <a:spAutoFit/>
          </a:bodyPr>
          <a:lstStyle/>
          <a:p>
            <a:pPr algn="ctr"/>
            <a:r>
              <a:rPr lang="en-IN" sz="850" b="1">
                <a:latin typeface="Montserrat" panose="00000500000000000000" pitchFamily="2" charset="0"/>
              </a:rPr>
              <a:t>Labor Scheduling</a:t>
            </a:r>
            <a:endParaRPr lang="en-US" sz="850" b="1">
              <a:latin typeface="Montserrat" panose="00000500000000000000" pitchFamily="2" charset="0"/>
            </a:endParaRPr>
          </a:p>
        </p:txBody>
      </p:sp>
      <p:sp>
        <p:nvSpPr>
          <p:cNvPr id="89" name="TextBox 88">
            <a:extLst>
              <a:ext uri="{FF2B5EF4-FFF2-40B4-BE49-F238E27FC236}">
                <a16:creationId xmlns:a16="http://schemas.microsoft.com/office/drawing/2014/main" id="{8636D891-77C3-AEC0-847D-1039041565C8}"/>
              </a:ext>
            </a:extLst>
          </p:cNvPr>
          <p:cNvSpPr txBox="1"/>
          <p:nvPr/>
        </p:nvSpPr>
        <p:spPr>
          <a:xfrm>
            <a:off x="9179358" y="1392720"/>
            <a:ext cx="1080245" cy="353943"/>
          </a:xfrm>
          <a:prstGeom prst="rect">
            <a:avLst/>
          </a:prstGeom>
          <a:noFill/>
        </p:spPr>
        <p:txBody>
          <a:bodyPr wrap="square">
            <a:spAutoFit/>
          </a:bodyPr>
          <a:lstStyle/>
          <a:p>
            <a:pPr algn="ctr"/>
            <a:r>
              <a:rPr lang="en-IN" sz="850" b="1">
                <a:latin typeface="Montserrat" panose="00000500000000000000" pitchFamily="2" charset="0"/>
              </a:rPr>
              <a:t>Distribution Planning</a:t>
            </a:r>
            <a:endParaRPr lang="en-US" sz="850" b="1">
              <a:latin typeface="Montserrat" panose="00000500000000000000" pitchFamily="2" charset="0"/>
            </a:endParaRPr>
          </a:p>
        </p:txBody>
      </p:sp>
      <p:sp>
        <p:nvSpPr>
          <p:cNvPr id="90" name="TextBox 89">
            <a:extLst>
              <a:ext uri="{FF2B5EF4-FFF2-40B4-BE49-F238E27FC236}">
                <a16:creationId xmlns:a16="http://schemas.microsoft.com/office/drawing/2014/main" id="{30B449B8-6EC9-8FDA-EBE5-4B04F8CACD52}"/>
              </a:ext>
            </a:extLst>
          </p:cNvPr>
          <p:cNvSpPr txBox="1"/>
          <p:nvPr/>
        </p:nvSpPr>
        <p:spPr>
          <a:xfrm>
            <a:off x="10401876" y="1392720"/>
            <a:ext cx="1080245" cy="353943"/>
          </a:xfrm>
          <a:prstGeom prst="rect">
            <a:avLst/>
          </a:prstGeom>
          <a:noFill/>
        </p:spPr>
        <p:txBody>
          <a:bodyPr wrap="square">
            <a:spAutoFit/>
          </a:bodyPr>
          <a:lstStyle/>
          <a:p>
            <a:pPr algn="ctr"/>
            <a:r>
              <a:rPr lang="en-IN" sz="850" b="1">
                <a:latin typeface="Montserrat" panose="00000500000000000000" pitchFamily="2" charset="0"/>
              </a:rPr>
              <a:t>Freshness &amp; Shelf-life</a:t>
            </a:r>
            <a:endParaRPr lang="en-US" sz="850" b="1">
              <a:latin typeface="Montserrat" panose="00000500000000000000" pitchFamily="2" charset="0"/>
            </a:endParaRPr>
          </a:p>
        </p:txBody>
      </p:sp>
      <p:cxnSp>
        <p:nvCxnSpPr>
          <p:cNvPr id="93" name="Straight Connector 92">
            <a:extLst>
              <a:ext uri="{FF2B5EF4-FFF2-40B4-BE49-F238E27FC236}">
                <a16:creationId xmlns:a16="http://schemas.microsoft.com/office/drawing/2014/main" id="{246984FE-7630-7575-247E-4A7BC854A163}"/>
              </a:ext>
            </a:extLst>
          </p:cNvPr>
          <p:cNvCxnSpPr>
            <a:cxnSpLocks/>
          </p:cNvCxnSpPr>
          <p:nvPr/>
        </p:nvCxnSpPr>
        <p:spPr>
          <a:xfrm>
            <a:off x="3200547" y="3163620"/>
            <a:ext cx="914253"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F0F574A9-AD4C-25F8-B70D-441BC8A30E9F}"/>
              </a:ext>
            </a:extLst>
          </p:cNvPr>
          <p:cNvCxnSpPr>
            <a:cxnSpLocks/>
          </p:cNvCxnSpPr>
          <p:nvPr/>
        </p:nvCxnSpPr>
        <p:spPr>
          <a:xfrm>
            <a:off x="4413551" y="3163620"/>
            <a:ext cx="914253"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66A019C3-9CCD-721C-32F7-E591688BD7A2}"/>
              </a:ext>
            </a:extLst>
          </p:cNvPr>
          <p:cNvCxnSpPr>
            <a:cxnSpLocks/>
          </p:cNvCxnSpPr>
          <p:nvPr/>
        </p:nvCxnSpPr>
        <p:spPr>
          <a:xfrm>
            <a:off x="5626555" y="3163620"/>
            <a:ext cx="914253"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7" name="Straight Connector 96">
            <a:extLst>
              <a:ext uri="{FF2B5EF4-FFF2-40B4-BE49-F238E27FC236}">
                <a16:creationId xmlns:a16="http://schemas.microsoft.com/office/drawing/2014/main" id="{0491CDF3-7622-673E-51E0-CC665BD3A795}"/>
              </a:ext>
            </a:extLst>
          </p:cNvPr>
          <p:cNvCxnSpPr>
            <a:cxnSpLocks/>
          </p:cNvCxnSpPr>
          <p:nvPr/>
        </p:nvCxnSpPr>
        <p:spPr>
          <a:xfrm>
            <a:off x="6839559" y="3163620"/>
            <a:ext cx="914253"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8" name="Straight Connector 97">
            <a:extLst>
              <a:ext uri="{FF2B5EF4-FFF2-40B4-BE49-F238E27FC236}">
                <a16:creationId xmlns:a16="http://schemas.microsoft.com/office/drawing/2014/main" id="{B0338C2F-18AD-2591-9EE8-A8B42BC4E345}"/>
              </a:ext>
            </a:extLst>
          </p:cNvPr>
          <p:cNvCxnSpPr>
            <a:cxnSpLocks/>
          </p:cNvCxnSpPr>
          <p:nvPr/>
        </p:nvCxnSpPr>
        <p:spPr>
          <a:xfrm>
            <a:off x="8052564" y="3163620"/>
            <a:ext cx="914253"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9" name="Straight Connector 98">
            <a:extLst>
              <a:ext uri="{FF2B5EF4-FFF2-40B4-BE49-F238E27FC236}">
                <a16:creationId xmlns:a16="http://schemas.microsoft.com/office/drawing/2014/main" id="{6719B835-00AE-AA21-4DED-E36DE9258400}"/>
              </a:ext>
            </a:extLst>
          </p:cNvPr>
          <p:cNvCxnSpPr>
            <a:cxnSpLocks/>
          </p:cNvCxnSpPr>
          <p:nvPr/>
        </p:nvCxnSpPr>
        <p:spPr>
          <a:xfrm>
            <a:off x="9265568" y="3163620"/>
            <a:ext cx="914253"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0" name="Straight Connector 99">
            <a:extLst>
              <a:ext uri="{FF2B5EF4-FFF2-40B4-BE49-F238E27FC236}">
                <a16:creationId xmlns:a16="http://schemas.microsoft.com/office/drawing/2014/main" id="{29FC3FB4-C4D9-9AC8-6CBD-58F19FE90EBE}"/>
              </a:ext>
            </a:extLst>
          </p:cNvPr>
          <p:cNvCxnSpPr>
            <a:cxnSpLocks/>
          </p:cNvCxnSpPr>
          <p:nvPr/>
        </p:nvCxnSpPr>
        <p:spPr>
          <a:xfrm>
            <a:off x="10478574" y="3163620"/>
            <a:ext cx="914253"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02" name="TextBox 101">
            <a:extLst>
              <a:ext uri="{FF2B5EF4-FFF2-40B4-BE49-F238E27FC236}">
                <a16:creationId xmlns:a16="http://schemas.microsoft.com/office/drawing/2014/main" id="{467E7769-4B2E-99C1-C15F-5EB90ACE14E2}"/>
              </a:ext>
            </a:extLst>
          </p:cNvPr>
          <p:cNvSpPr txBox="1"/>
          <p:nvPr/>
        </p:nvSpPr>
        <p:spPr>
          <a:xfrm>
            <a:off x="3187147" y="3205456"/>
            <a:ext cx="941051" cy="276999"/>
          </a:xfrm>
          <a:prstGeom prst="rect">
            <a:avLst/>
          </a:prstGeom>
          <a:noFill/>
        </p:spPr>
        <p:txBody>
          <a:bodyPr wrap="square">
            <a:spAutoFit/>
          </a:bodyPr>
          <a:lstStyle/>
          <a:p>
            <a:pPr algn="ctr"/>
            <a:r>
              <a:rPr lang="en-IN" sz="600" b="1">
                <a:latin typeface="Montserrat" panose="00000500000000000000" pitchFamily="2" charset="0"/>
              </a:rPr>
              <a:t>Powered By </a:t>
            </a:r>
            <a:br>
              <a:rPr lang="en-IN" sz="600" b="1">
                <a:latin typeface="Montserrat" panose="00000500000000000000" pitchFamily="2" charset="0"/>
              </a:rPr>
            </a:br>
            <a:r>
              <a:rPr lang="en-IN" sz="600">
                <a:latin typeface="Montserrat" panose="00000500000000000000" pitchFamily="2" charset="0"/>
              </a:rPr>
              <a:t>ML Forecasting</a:t>
            </a:r>
            <a:endParaRPr lang="en-US" sz="600">
              <a:latin typeface="Montserrat" panose="00000500000000000000" pitchFamily="2" charset="0"/>
            </a:endParaRPr>
          </a:p>
        </p:txBody>
      </p:sp>
      <p:sp>
        <p:nvSpPr>
          <p:cNvPr id="103" name="TextBox 102">
            <a:extLst>
              <a:ext uri="{FF2B5EF4-FFF2-40B4-BE49-F238E27FC236}">
                <a16:creationId xmlns:a16="http://schemas.microsoft.com/office/drawing/2014/main" id="{C249B90E-C746-CB26-E7D6-275FA4913BB9}"/>
              </a:ext>
            </a:extLst>
          </p:cNvPr>
          <p:cNvSpPr txBox="1"/>
          <p:nvPr/>
        </p:nvSpPr>
        <p:spPr>
          <a:xfrm>
            <a:off x="4339618" y="3203690"/>
            <a:ext cx="1029455" cy="276999"/>
          </a:xfrm>
          <a:prstGeom prst="rect">
            <a:avLst/>
          </a:prstGeom>
          <a:noFill/>
        </p:spPr>
        <p:txBody>
          <a:bodyPr wrap="square">
            <a:spAutoFit/>
          </a:bodyPr>
          <a:lstStyle/>
          <a:p>
            <a:pPr algn="ctr"/>
            <a:r>
              <a:rPr lang="en-IN" sz="600" b="1">
                <a:latin typeface="Montserrat" panose="00000500000000000000" pitchFamily="2" charset="0"/>
              </a:rPr>
              <a:t>Powered By </a:t>
            </a:r>
            <a:br>
              <a:rPr lang="en-IN" sz="600" b="1">
                <a:latin typeface="Montserrat" panose="00000500000000000000" pitchFamily="2" charset="0"/>
              </a:rPr>
            </a:br>
            <a:r>
              <a:rPr lang="en-IN" sz="600">
                <a:latin typeface="Montserrat" panose="00000500000000000000" pitchFamily="2" charset="0"/>
              </a:rPr>
              <a:t>ML + Optimization</a:t>
            </a:r>
            <a:endParaRPr lang="en-US" sz="600">
              <a:latin typeface="Montserrat" panose="00000500000000000000" pitchFamily="2" charset="0"/>
            </a:endParaRPr>
          </a:p>
        </p:txBody>
      </p:sp>
      <p:sp>
        <p:nvSpPr>
          <p:cNvPr id="104" name="TextBox 103">
            <a:extLst>
              <a:ext uri="{FF2B5EF4-FFF2-40B4-BE49-F238E27FC236}">
                <a16:creationId xmlns:a16="http://schemas.microsoft.com/office/drawing/2014/main" id="{21B4BACF-FD49-72B2-3806-C364FBECF743}"/>
              </a:ext>
            </a:extLst>
          </p:cNvPr>
          <p:cNvSpPr txBox="1"/>
          <p:nvPr/>
        </p:nvSpPr>
        <p:spPr>
          <a:xfrm>
            <a:off x="5575486" y="3212598"/>
            <a:ext cx="1029455" cy="276999"/>
          </a:xfrm>
          <a:prstGeom prst="rect">
            <a:avLst/>
          </a:prstGeom>
          <a:noFill/>
        </p:spPr>
        <p:txBody>
          <a:bodyPr wrap="square">
            <a:spAutoFit/>
          </a:bodyPr>
          <a:lstStyle/>
          <a:p>
            <a:pPr algn="ctr"/>
            <a:r>
              <a:rPr lang="en-IN" sz="600" b="1">
                <a:latin typeface="Montserrat" panose="00000500000000000000" pitchFamily="2" charset="0"/>
              </a:rPr>
              <a:t>Powered By </a:t>
            </a:r>
            <a:r>
              <a:rPr lang="en-IN" sz="600">
                <a:latin typeface="Montserrat" panose="00000500000000000000" pitchFamily="2" charset="0"/>
              </a:rPr>
              <a:t>Optimization (MILP)</a:t>
            </a:r>
            <a:endParaRPr lang="en-US" sz="600">
              <a:latin typeface="Montserrat" panose="00000500000000000000" pitchFamily="2" charset="0"/>
            </a:endParaRPr>
          </a:p>
        </p:txBody>
      </p:sp>
      <p:sp>
        <p:nvSpPr>
          <p:cNvPr id="105" name="TextBox 104">
            <a:extLst>
              <a:ext uri="{FF2B5EF4-FFF2-40B4-BE49-F238E27FC236}">
                <a16:creationId xmlns:a16="http://schemas.microsoft.com/office/drawing/2014/main" id="{948897B6-99B4-A194-DF1F-BCF5F42540E5}"/>
              </a:ext>
            </a:extLst>
          </p:cNvPr>
          <p:cNvSpPr txBox="1"/>
          <p:nvPr/>
        </p:nvSpPr>
        <p:spPr>
          <a:xfrm>
            <a:off x="6781957" y="3212598"/>
            <a:ext cx="1029455" cy="276999"/>
          </a:xfrm>
          <a:prstGeom prst="rect">
            <a:avLst/>
          </a:prstGeom>
          <a:noFill/>
        </p:spPr>
        <p:txBody>
          <a:bodyPr wrap="square">
            <a:spAutoFit/>
          </a:bodyPr>
          <a:lstStyle/>
          <a:p>
            <a:pPr algn="ctr"/>
            <a:r>
              <a:rPr lang="en-IN" sz="600" b="1">
                <a:latin typeface="Montserrat" panose="00000500000000000000" pitchFamily="2" charset="0"/>
              </a:rPr>
              <a:t>Powered By </a:t>
            </a:r>
            <a:r>
              <a:rPr lang="en-IN" sz="600">
                <a:latin typeface="Montserrat" panose="00000500000000000000" pitchFamily="2" charset="0"/>
              </a:rPr>
              <a:t>CP/MILP/GA</a:t>
            </a:r>
            <a:endParaRPr lang="en-US" sz="600">
              <a:latin typeface="Montserrat" panose="00000500000000000000" pitchFamily="2" charset="0"/>
            </a:endParaRPr>
          </a:p>
        </p:txBody>
      </p:sp>
      <p:sp>
        <p:nvSpPr>
          <p:cNvPr id="106" name="TextBox 105">
            <a:extLst>
              <a:ext uri="{FF2B5EF4-FFF2-40B4-BE49-F238E27FC236}">
                <a16:creationId xmlns:a16="http://schemas.microsoft.com/office/drawing/2014/main" id="{70651419-CF0F-9340-F256-D166D38EB5F0}"/>
              </a:ext>
            </a:extLst>
          </p:cNvPr>
          <p:cNvSpPr txBox="1"/>
          <p:nvPr/>
        </p:nvSpPr>
        <p:spPr>
          <a:xfrm>
            <a:off x="8006158" y="3212598"/>
            <a:ext cx="1029455" cy="276999"/>
          </a:xfrm>
          <a:prstGeom prst="rect">
            <a:avLst/>
          </a:prstGeom>
          <a:noFill/>
        </p:spPr>
        <p:txBody>
          <a:bodyPr wrap="square">
            <a:spAutoFit/>
          </a:bodyPr>
          <a:lstStyle/>
          <a:p>
            <a:pPr algn="ctr"/>
            <a:r>
              <a:rPr lang="en-IN" sz="600" b="1">
                <a:latin typeface="Montserrat" panose="00000500000000000000" pitchFamily="2" charset="0"/>
              </a:rPr>
              <a:t>Powered By </a:t>
            </a:r>
            <a:r>
              <a:rPr lang="en-IN" sz="600">
                <a:latin typeface="Montserrat" panose="00000500000000000000" pitchFamily="2" charset="0"/>
              </a:rPr>
              <a:t>Optimization (MILP)</a:t>
            </a:r>
            <a:endParaRPr lang="en-US" sz="600">
              <a:latin typeface="Montserrat" panose="00000500000000000000" pitchFamily="2" charset="0"/>
            </a:endParaRPr>
          </a:p>
        </p:txBody>
      </p:sp>
      <p:sp>
        <p:nvSpPr>
          <p:cNvPr id="107" name="TextBox 106">
            <a:extLst>
              <a:ext uri="{FF2B5EF4-FFF2-40B4-BE49-F238E27FC236}">
                <a16:creationId xmlns:a16="http://schemas.microsoft.com/office/drawing/2014/main" id="{68B0946B-1B47-C93C-A2FE-8A516660BEAC}"/>
              </a:ext>
            </a:extLst>
          </p:cNvPr>
          <p:cNvSpPr txBox="1"/>
          <p:nvPr/>
        </p:nvSpPr>
        <p:spPr>
          <a:xfrm>
            <a:off x="9158951" y="3196706"/>
            <a:ext cx="1144982" cy="276999"/>
          </a:xfrm>
          <a:prstGeom prst="rect">
            <a:avLst/>
          </a:prstGeom>
          <a:noFill/>
        </p:spPr>
        <p:txBody>
          <a:bodyPr wrap="square">
            <a:spAutoFit/>
          </a:bodyPr>
          <a:lstStyle/>
          <a:p>
            <a:pPr algn="ctr"/>
            <a:r>
              <a:rPr lang="en-IN" sz="600" b="1">
                <a:latin typeface="Montserrat" panose="00000500000000000000" pitchFamily="2" charset="0"/>
              </a:rPr>
              <a:t>Powered By </a:t>
            </a:r>
            <a:br>
              <a:rPr lang="en-IN" sz="600" b="1">
                <a:latin typeface="Montserrat" panose="00000500000000000000" pitchFamily="2" charset="0"/>
              </a:rPr>
            </a:br>
            <a:r>
              <a:rPr lang="en-IN" sz="600">
                <a:latin typeface="Montserrat" panose="00000500000000000000" pitchFamily="2" charset="0"/>
              </a:rPr>
              <a:t>Network Optimization</a:t>
            </a:r>
            <a:endParaRPr lang="en-US" sz="600">
              <a:latin typeface="Montserrat" panose="00000500000000000000" pitchFamily="2" charset="0"/>
            </a:endParaRPr>
          </a:p>
        </p:txBody>
      </p:sp>
      <p:sp>
        <p:nvSpPr>
          <p:cNvPr id="108" name="TextBox 107">
            <a:extLst>
              <a:ext uri="{FF2B5EF4-FFF2-40B4-BE49-F238E27FC236}">
                <a16:creationId xmlns:a16="http://schemas.microsoft.com/office/drawing/2014/main" id="{E7542541-62BF-4C6C-3112-093DAAC0E879}"/>
              </a:ext>
            </a:extLst>
          </p:cNvPr>
          <p:cNvSpPr txBox="1"/>
          <p:nvPr/>
        </p:nvSpPr>
        <p:spPr>
          <a:xfrm>
            <a:off x="10420972" y="3192649"/>
            <a:ext cx="1029455" cy="276999"/>
          </a:xfrm>
          <a:prstGeom prst="rect">
            <a:avLst/>
          </a:prstGeom>
          <a:noFill/>
        </p:spPr>
        <p:txBody>
          <a:bodyPr wrap="square">
            <a:spAutoFit/>
          </a:bodyPr>
          <a:lstStyle/>
          <a:p>
            <a:pPr algn="ctr"/>
            <a:r>
              <a:rPr lang="en-IN" sz="600" b="1">
                <a:latin typeface="Montserrat" panose="00000500000000000000" pitchFamily="2" charset="0"/>
              </a:rPr>
              <a:t>Powered By </a:t>
            </a:r>
            <a:br>
              <a:rPr lang="en-IN" sz="600" b="1">
                <a:latin typeface="Montserrat" panose="00000500000000000000" pitchFamily="2" charset="0"/>
              </a:rPr>
            </a:br>
            <a:r>
              <a:rPr lang="en-IN" sz="600">
                <a:latin typeface="Montserrat" panose="00000500000000000000" pitchFamily="2" charset="0"/>
              </a:rPr>
              <a:t>ML + Optimization</a:t>
            </a:r>
            <a:endParaRPr lang="en-US" sz="600">
              <a:latin typeface="Montserrat" panose="00000500000000000000" pitchFamily="2" charset="0"/>
            </a:endParaRPr>
          </a:p>
        </p:txBody>
      </p:sp>
      <p:sp>
        <p:nvSpPr>
          <p:cNvPr id="110" name="TextBox 109">
            <a:extLst>
              <a:ext uri="{FF2B5EF4-FFF2-40B4-BE49-F238E27FC236}">
                <a16:creationId xmlns:a16="http://schemas.microsoft.com/office/drawing/2014/main" id="{747B004D-72FE-9CDE-5432-CED97630F949}"/>
              </a:ext>
            </a:extLst>
          </p:cNvPr>
          <p:cNvSpPr txBox="1"/>
          <p:nvPr/>
        </p:nvSpPr>
        <p:spPr>
          <a:xfrm>
            <a:off x="3123716" y="2075210"/>
            <a:ext cx="1061891" cy="1069524"/>
          </a:xfrm>
          <a:prstGeom prst="rect">
            <a:avLst/>
          </a:prstGeom>
          <a:noFill/>
        </p:spPr>
        <p:txBody>
          <a:bodyPr wrap="square">
            <a:spAutoFit/>
          </a:bodyPr>
          <a:lstStyle/>
          <a:p>
            <a:pPr marL="171450" indent="-171450">
              <a:spcBef>
                <a:spcPts val="300"/>
              </a:spcBef>
              <a:buFont typeface="Wingdings" panose="05000000000000000000" pitchFamily="2" charset="2"/>
              <a:buChar char="v"/>
            </a:pPr>
            <a:r>
              <a:rPr lang="en-IN" sz="700">
                <a:latin typeface="Montserrat" panose="00000500000000000000" pitchFamily="2" charset="0"/>
              </a:rPr>
              <a:t>Stone/DC/SKU Level </a:t>
            </a:r>
          </a:p>
          <a:p>
            <a:pPr marL="171450" indent="-171450">
              <a:spcBef>
                <a:spcPts val="300"/>
              </a:spcBef>
              <a:buFont typeface="Wingdings" panose="05000000000000000000" pitchFamily="2" charset="2"/>
              <a:buChar char="v"/>
            </a:pPr>
            <a:r>
              <a:rPr lang="en-IN" sz="700">
                <a:latin typeface="Montserrat" panose="00000500000000000000" pitchFamily="2" charset="0"/>
              </a:rPr>
              <a:t>Hierarchical Forecasts </a:t>
            </a:r>
          </a:p>
          <a:p>
            <a:pPr marL="171450" indent="-171450">
              <a:spcBef>
                <a:spcPts val="300"/>
              </a:spcBef>
              <a:buFont typeface="Wingdings" panose="05000000000000000000" pitchFamily="2" charset="2"/>
              <a:buChar char="v"/>
            </a:pPr>
            <a:r>
              <a:rPr lang="en-IN" sz="700">
                <a:latin typeface="Montserrat" panose="00000500000000000000" pitchFamily="2" charset="0"/>
              </a:rPr>
              <a:t>Probabilistic Forecasts </a:t>
            </a:r>
          </a:p>
          <a:p>
            <a:pPr marL="171450" indent="-171450">
              <a:spcBef>
                <a:spcPts val="300"/>
              </a:spcBef>
              <a:buFont typeface="Wingdings" panose="05000000000000000000" pitchFamily="2" charset="2"/>
              <a:buChar char="v"/>
            </a:pPr>
            <a:r>
              <a:rPr lang="en-IN" sz="700">
                <a:latin typeface="Montserrat" panose="00000500000000000000" pitchFamily="2" charset="0"/>
              </a:rPr>
              <a:t>Promo &amp; Event impact</a:t>
            </a:r>
            <a:endParaRPr lang="en-US" sz="700">
              <a:latin typeface="Montserrat" panose="00000500000000000000" pitchFamily="2" charset="0"/>
            </a:endParaRPr>
          </a:p>
        </p:txBody>
      </p:sp>
      <p:sp>
        <p:nvSpPr>
          <p:cNvPr id="111" name="TextBox 110">
            <a:extLst>
              <a:ext uri="{FF2B5EF4-FFF2-40B4-BE49-F238E27FC236}">
                <a16:creationId xmlns:a16="http://schemas.microsoft.com/office/drawing/2014/main" id="{C3537AC7-16CC-EEA8-F35F-0B323756845F}"/>
              </a:ext>
            </a:extLst>
          </p:cNvPr>
          <p:cNvSpPr txBox="1"/>
          <p:nvPr/>
        </p:nvSpPr>
        <p:spPr>
          <a:xfrm>
            <a:off x="4323891" y="2075210"/>
            <a:ext cx="1061891" cy="1069524"/>
          </a:xfrm>
          <a:prstGeom prst="rect">
            <a:avLst/>
          </a:prstGeom>
          <a:noFill/>
        </p:spPr>
        <p:txBody>
          <a:bodyPr wrap="square">
            <a:spAutoFit/>
          </a:bodyPr>
          <a:lstStyle/>
          <a:p>
            <a:pPr marL="171450" indent="-171450">
              <a:spcBef>
                <a:spcPts val="300"/>
              </a:spcBef>
              <a:buFont typeface="Wingdings" panose="05000000000000000000" pitchFamily="2" charset="2"/>
              <a:buChar char="v"/>
            </a:pPr>
            <a:r>
              <a:rPr lang="en-IN" sz="700">
                <a:latin typeface="Montserrat" panose="00000500000000000000" pitchFamily="2" charset="0"/>
              </a:rPr>
              <a:t>Multi-echelon Inventory </a:t>
            </a:r>
          </a:p>
          <a:p>
            <a:pPr marL="171450" indent="-171450">
              <a:spcBef>
                <a:spcPts val="300"/>
              </a:spcBef>
              <a:buFont typeface="Wingdings" panose="05000000000000000000" pitchFamily="2" charset="2"/>
              <a:buChar char="v"/>
            </a:pPr>
            <a:r>
              <a:rPr lang="en-IN" sz="700">
                <a:latin typeface="Montserrat" panose="00000500000000000000" pitchFamily="2" charset="0"/>
              </a:rPr>
              <a:t>Safety Stock Optimization </a:t>
            </a:r>
          </a:p>
          <a:p>
            <a:pPr marL="171450" indent="-171450">
              <a:spcBef>
                <a:spcPts val="300"/>
              </a:spcBef>
              <a:buFont typeface="Wingdings" panose="05000000000000000000" pitchFamily="2" charset="2"/>
              <a:buChar char="v"/>
            </a:pPr>
            <a:r>
              <a:rPr lang="en-IN" sz="700">
                <a:latin typeface="Montserrat" panose="00000500000000000000" pitchFamily="2" charset="0"/>
              </a:rPr>
              <a:t>Shelf-life Aware Policies </a:t>
            </a:r>
          </a:p>
          <a:p>
            <a:pPr marL="171450" indent="-171450">
              <a:spcBef>
                <a:spcPts val="300"/>
              </a:spcBef>
              <a:buFont typeface="Wingdings" panose="05000000000000000000" pitchFamily="2" charset="2"/>
              <a:buChar char="v"/>
            </a:pPr>
            <a:r>
              <a:rPr lang="en-IN" sz="700">
                <a:latin typeface="Montserrat" panose="00000500000000000000" pitchFamily="2" charset="0"/>
              </a:rPr>
              <a:t>FOFO/FIFO Strategies</a:t>
            </a:r>
            <a:endParaRPr lang="en-US" sz="700">
              <a:latin typeface="Montserrat" panose="00000500000000000000" pitchFamily="2" charset="0"/>
            </a:endParaRPr>
          </a:p>
        </p:txBody>
      </p:sp>
      <p:sp>
        <p:nvSpPr>
          <p:cNvPr id="112" name="TextBox 111">
            <a:extLst>
              <a:ext uri="{FF2B5EF4-FFF2-40B4-BE49-F238E27FC236}">
                <a16:creationId xmlns:a16="http://schemas.microsoft.com/office/drawing/2014/main" id="{ED1E39F8-0158-D2ED-6298-30A09318D0C8}"/>
              </a:ext>
            </a:extLst>
          </p:cNvPr>
          <p:cNvSpPr txBox="1"/>
          <p:nvPr/>
        </p:nvSpPr>
        <p:spPr>
          <a:xfrm>
            <a:off x="5557702" y="2075210"/>
            <a:ext cx="1090427" cy="961802"/>
          </a:xfrm>
          <a:prstGeom prst="rect">
            <a:avLst/>
          </a:prstGeom>
          <a:noFill/>
        </p:spPr>
        <p:txBody>
          <a:bodyPr wrap="square">
            <a:spAutoFit/>
          </a:bodyPr>
          <a:lstStyle/>
          <a:p>
            <a:pPr marL="171450" indent="-171450">
              <a:spcBef>
                <a:spcPts val="300"/>
              </a:spcBef>
              <a:buFont typeface="Wingdings" panose="05000000000000000000" pitchFamily="2" charset="2"/>
              <a:buChar char="v"/>
            </a:pPr>
            <a:r>
              <a:rPr lang="en-IN" sz="700">
                <a:latin typeface="Montserrat" panose="00000500000000000000" pitchFamily="2" charset="0"/>
              </a:rPr>
              <a:t>What to Produce </a:t>
            </a:r>
          </a:p>
          <a:p>
            <a:pPr marL="171450" indent="-171450">
              <a:spcBef>
                <a:spcPts val="300"/>
              </a:spcBef>
              <a:buFont typeface="Wingdings" panose="05000000000000000000" pitchFamily="2" charset="2"/>
              <a:buChar char="v"/>
            </a:pPr>
            <a:r>
              <a:rPr lang="en-IN" sz="700">
                <a:latin typeface="Montserrat" panose="00000500000000000000" pitchFamily="2" charset="0"/>
              </a:rPr>
              <a:t>How much </a:t>
            </a:r>
          </a:p>
          <a:p>
            <a:pPr marL="171450" indent="-171450">
              <a:spcBef>
                <a:spcPts val="300"/>
              </a:spcBef>
              <a:buFont typeface="Wingdings" panose="05000000000000000000" pitchFamily="2" charset="2"/>
              <a:buChar char="v"/>
            </a:pPr>
            <a:r>
              <a:rPr lang="en-IN" sz="700">
                <a:latin typeface="Montserrat" panose="00000500000000000000" pitchFamily="2" charset="0"/>
              </a:rPr>
              <a:t>Which Day </a:t>
            </a:r>
          </a:p>
          <a:p>
            <a:pPr marL="171450" indent="-171450">
              <a:spcBef>
                <a:spcPts val="300"/>
              </a:spcBef>
              <a:buFont typeface="Wingdings" panose="05000000000000000000" pitchFamily="2" charset="2"/>
              <a:buChar char="v"/>
            </a:pPr>
            <a:r>
              <a:rPr lang="en-IN" sz="700">
                <a:latin typeface="Montserrat" panose="00000500000000000000" pitchFamily="2" charset="0"/>
              </a:rPr>
              <a:t>Capacity &amp; Ingredient Alignment</a:t>
            </a:r>
            <a:endParaRPr lang="en-US" sz="700">
              <a:latin typeface="Montserrat" panose="00000500000000000000" pitchFamily="2" charset="0"/>
            </a:endParaRPr>
          </a:p>
        </p:txBody>
      </p:sp>
      <p:sp>
        <p:nvSpPr>
          <p:cNvPr id="113" name="TextBox 112">
            <a:extLst>
              <a:ext uri="{FF2B5EF4-FFF2-40B4-BE49-F238E27FC236}">
                <a16:creationId xmlns:a16="http://schemas.microsoft.com/office/drawing/2014/main" id="{833EB042-84E1-993F-9E3C-A93CDA647A86}"/>
              </a:ext>
            </a:extLst>
          </p:cNvPr>
          <p:cNvSpPr txBox="1"/>
          <p:nvPr/>
        </p:nvSpPr>
        <p:spPr>
          <a:xfrm>
            <a:off x="6781957" y="2075210"/>
            <a:ext cx="1052976" cy="892552"/>
          </a:xfrm>
          <a:prstGeom prst="rect">
            <a:avLst/>
          </a:prstGeom>
          <a:noFill/>
        </p:spPr>
        <p:txBody>
          <a:bodyPr wrap="square">
            <a:spAutoFit/>
          </a:bodyPr>
          <a:lstStyle/>
          <a:p>
            <a:pPr marL="171450" indent="-171450">
              <a:spcBef>
                <a:spcPts val="300"/>
              </a:spcBef>
              <a:buFont typeface="Wingdings" panose="05000000000000000000" pitchFamily="2" charset="2"/>
              <a:buChar char="v"/>
            </a:pPr>
            <a:r>
              <a:rPr lang="en-IN" sz="700">
                <a:latin typeface="Montserrat" panose="00000500000000000000" pitchFamily="2" charset="0"/>
              </a:rPr>
              <a:t>Which Line </a:t>
            </a:r>
          </a:p>
          <a:p>
            <a:pPr marL="171450" indent="-171450">
              <a:spcBef>
                <a:spcPts val="300"/>
              </a:spcBef>
              <a:buFont typeface="Wingdings" panose="05000000000000000000" pitchFamily="2" charset="2"/>
              <a:buChar char="v"/>
            </a:pPr>
            <a:r>
              <a:rPr lang="en-IN" sz="700">
                <a:latin typeface="Montserrat" panose="00000500000000000000" pitchFamily="2" charset="0"/>
              </a:rPr>
              <a:t>Which Sequence </a:t>
            </a:r>
          </a:p>
          <a:p>
            <a:pPr marL="171450" indent="-171450">
              <a:spcBef>
                <a:spcPts val="300"/>
              </a:spcBef>
              <a:buFont typeface="Wingdings" panose="05000000000000000000" pitchFamily="2" charset="2"/>
              <a:buChar char="v"/>
            </a:pPr>
            <a:r>
              <a:rPr lang="en-IN" sz="700">
                <a:latin typeface="Montserrat" panose="00000500000000000000" pitchFamily="2" charset="0"/>
              </a:rPr>
              <a:t>Start Times </a:t>
            </a:r>
          </a:p>
          <a:p>
            <a:pPr marL="171450" indent="-171450">
              <a:spcBef>
                <a:spcPts val="300"/>
              </a:spcBef>
              <a:buFont typeface="Wingdings" panose="05000000000000000000" pitchFamily="2" charset="2"/>
              <a:buChar char="v"/>
            </a:pPr>
            <a:r>
              <a:rPr lang="en-IN" sz="700">
                <a:latin typeface="Montserrat" panose="00000500000000000000" pitchFamily="2" charset="0"/>
              </a:rPr>
              <a:t>Changeovers </a:t>
            </a:r>
          </a:p>
          <a:p>
            <a:pPr marL="171450" indent="-171450">
              <a:spcBef>
                <a:spcPts val="300"/>
              </a:spcBef>
              <a:buFont typeface="Wingdings" panose="05000000000000000000" pitchFamily="2" charset="2"/>
              <a:buChar char="v"/>
            </a:pPr>
            <a:r>
              <a:rPr lang="en-IN" sz="700">
                <a:latin typeface="Montserrat" panose="00000500000000000000" pitchFamily="2" charset="0"/>
              </a:rPr>
              <a:t>CIP Windows</a:t>
            </a:r>
            <a:endParaRPr lang="en-US" sz="700">
              <a:latin typeface="Montserrat" panose="00000500000000000000" pitchFamily="2" charset="0"/>
            </a:endParaRPr>
          </a:p>
        </p:txBody>
      </p:sp>
      <p:sp>
        <p:nvSpPr>
          <p:cNvPr id="114" name="TextBox 113">
            <a:extLst>
              <a:ext uri="{FF2B5EF4-FFF2-40B4-BE49-F238E27FC236}">
                <a16:creationId xmlns:a16="http://schemas.microsoft.com/office/drawing/2014/main" id="{44006AE8-83A1-D95A-3A72-A4601E0FCA16}"/>
              </a:ext>
            </a:extLst>
          </p:cNvPr>
          <p:cNvSpPr txBox="1"/>
          <p:nvPr/>
        </p:nvSpPr>
        <p:spPr>
          <a:xfrm>
            <a:off x="8006484" y="2075210"/>
            <a:ext cx="1014288" cy="854080"/>
          </a:xfrm>
          <a:prstGeom prst="rect">
            <a:avLst/>
          </a:prstGeom>
          <a:noFill/>
        </p:spPr>
        <p:txBody>
          <a:bodyPr wrap="square">
            <a:spAutoFit/>
          </a:bodyPr>
          <a:lstStyle/>
          <a:p>
            <a:pPr marL="171450" indent="-171450">
              <a:spcBef>
                <a:spcPts val="300"/>
              </a:spcBef>
              <a:buFont typeface="Wingdings" panose="05000000000000000000" pitchFamily="2" charset="2"/>
              <a:buChar char="v"/>
            </a:pPr>
            <a:r>
              <a:rPr lang="en-IN" sz="700">
                <a:latin typeface="Montserrat" panose="00000500000000000000" pitchFamily="2" charset="0"/>
              </a:rPr>
              <a:t>Shift Planning </a:t>
            </a:r>
          </a:p>
          <a:p>
            <a:pPr marL="171450" indent="-171450">
              <a:spcBef>
                <a:spcPts val="300"/>
              </a:spcBef>
              <a:buFont typeface="Wingdings" panose="05000000000000000000" pitchFamily="2" charset="2"/>
              <a:buChar char="v"/>
            </a:pPr>
            <a:r>
              <a:rPr lang="en-IN" sz="700">
                <a:latin typeface="Montserrat" panose="00000500000000000000" pitchFamily="2" charset="0"/>
              </a:rPr>
              <a:t>Skill Matching </a:t>
            </a:r>
          </a:p>
          <a:p>
            <a:pPr marL="171450" indent="-171450">
              <a:spcBef>
                <a:spcPts val="300"/>
              </a:spcBef>
              <a:buFont typeface="Wingdings" panose="05000000000000000000" pitchFamily="2" charset="2"/>
              <a:buChar char="v"/>
            </a:pPr>
            <a:r>
              <a:rPr lang="en-IN" sz="700">
                <a:latin typeface="Montserrat" panose="00000500000000000000" pitchFamily="2" charset="0"/>
              </a:rPr>
              <a:t>Labor Standards </a:t>
            </a:r>
          </a:p>
          <a:p>
            <a:pPr marL="171450" indent="-171450">
              <a:spcBef>
                <a:spcPts val="300"/>
              </a:spcBef>
              <a:buFont typeface="Wingdings" panose="05000000000000000000" pitchFamily="2" charset="2"/>
              <a:buChar char="v"/>
            </a:pPr>
            <a:r>
              <a:rPr lang="en-IN" sz="700">
                <a:latin typeface="Montserrat" panose="00000500000000000000" pitchFamily="2" charset="0"/>
              </a:rPr>
              <a:t>Overtime Control</a:t>
            </a:r>
            <a:endParaRPr lang="en-US" sz="700">
              <a:latin typeface="Montserrat" panose="00000500000000000000" pitchFamily="2" charset="0"/>
            </a:endParaRPr>
          </a:p>
        </p:txBody>
      </p:sp>
      <p:sp>
        <p:nvSpPr>
          <p:cNvPr id="115" name="TextBox 114">
            <a:extLst>
              <a:ext uri="{FF2B5EF4-FFF2-40B4-BE49-F238E27FC236}">
                <a16:creationId xmlns:a16="http://schemas.microsoft.com/office/drawing/2014/main" id="{13946FE8-48A4-1264-825A-3F0BC731A64F}"/>
              </a:ext>
            </a:extLst>
          </p:cNvPr>
          <p:cNvSpPr txBox="1"/>
          <p:nvPr/>
        </p:nvSpPr>
        <p:spPr>
          <a:xfrm>
            <a:off x="9230040" y="2075210"/>
            <a:ext cx="1014288" cy="961802"/>
          </a:xfrm>
          <a:prstGeom prst="rect">
            <a:avLst/>
          </a:prstGeom>
          <a:noFill/>
        </p:spPr>
        <p:txBody>
          <a:bodyPr wrap="square">
            <a:spAutoFit/>
          </a:bodyPr>
          <a:lstStyle/>
          <a:p>
            <a:pPr marL="171450" indent="-171450">
              <a:spcBef>
                <a:spcPts val="300"/>
              </a:spcBef>
              <a:buFont typeface="Wingdings" panose="05000000000000000000" pitchFamily="2" charset="2"/>
              <a:buChar char="v"/>
            </a:pPr>
            <a:r>
              <a:rPr lang="en-IN" sz="700">
                <a:latin typeface="Montserrat" panose="00000500000000000000" pitchFamily="2" charset="0"/>
              </a:rPr>
              <a:t>Load </a:t>
            </a:r>
            <a:r>
              <a:rPr lang="en-IN" sz="700" err="1">
                <a:latin typeface="Montserrat" panose="00000500000000000000" pitchFamily="2" charset="0"/>
              </a:rPr>
              <a:t>Buliding</a:t>
            </a:r>
            <a:r>
              <a:rPr lang="en-IN" sz="700">
                <a:latin typeface="Montserrat" panose="00000500000000000000" pitchFamily="2" charset="0"/>
              </a:rPr>
              <a:t> </a:t>
            </a:r>
          </a:p>
          <a:p>
            <a:pPr marL="171450" indent="-171450">
              <a:spcBef>
                <a:spcPts val="300"/>
              </a:spcBef>
              <a:buFont typeface="Wingdings" panose="05000000000000000000" pitchFamily="2" charset="2"/>
              <a:buChar char="v"/>
            </a:pPr>
            <a:r>
              <a:rPr lang="en-IN" sz="700">
                <a:latin typeface="Montserrat" panose="00000500000000000000" pitchFamily="2" charset="0"/>
              </a:rPr>
              <a:t>Route Optimization </a:t>
            </a:r>
          </a:p>
          <a:p>
            <a:pPr marL="171450" indent="-171450">
              <a:spcBef>
                <a:spcPts val="300"/>
              </a:spcBef>
              <a:buFont typeface="Wingdings" panose="05000000000000000000" pitchFamily="2" charset="2"/>
              <a:buChar char="v"/>
            </a:pPr>
            <a:r>
              <a:rPr lang="en-IN" sz="700">
                <a:latin typeface="Montserrat" panose="00000500000000000000" pitchFamily="2" charset="0"/>
              </a:rPr>
              <a:t>Temperature Compliance </a:t>
            </a:r>
          </a:p>
          <a:p>
            <a:pPr marL="171450" indent="-171450">
              <a:spcBef>
                <a:spcPts val="300"/>
              </a:spcBef>
              <a:buFont typeface="Wingdings" panose="05000000000000000000" pitchFamily="2" charset="2"/>
              <a:buChar char="v"/>
            </a:pPr>
            <a:r>
              <a:rPr lang="en-IN" sz="700">
                <a:latin typeface="Montserrat" panose="00000500000000000000" pitchFamily="2" charset="0"/>
              </a:rPr>
              <a:t>On-time Delivery</a:t>
            </a:r>
            <a:endParaRPr lang="en-US" sz="700">
              <a:latin typeface="Montserrat" panose="00000500000000000000" pitchFamily="2" charset="0"/>
            </a:endParaRPr>
          </a:p>
        </p:txBody>
      </p:sp>
      <p:sp>
        <p:nvSpPr>
          <p:cNvPr id="116" name="TextBox 115">
            <a:extLst>
              <a:ext uri="{FF2B5EF4-FFF2-40B4-BE49-F238E27FC236}">
                <a16:creationId xmlns:a16="http://schemas.microsoft.com/office/drawing/2014/main" id="{79734767-B1A0-EBE7-B05A-29480B965013}"/>
              </a:ext>
            </a:extLst>
          </p:cNvPr>
          <p:cNvSpPr txBox="1"/>
          <p:nvPr/>
        </p:nvSpPr>
        <p:spPr>
          <a:xfrm>
            <a:off x="10435874" y="2075210"/>
            <a:ext cx="1014287" cy="1069524"/>
          </a:xfrm>
          <a:prstGeom prst="rect">
            <a:avLst/>
          </a:prstGeom>
          <a:noFill/>
        </p:spPr>
        <p:txBody>
          <a:bodyPr wrap="square">
            <a:spAutoFit/>
          </a:bodyPr>
          <a:lstStyle/>
          <a:p>
            <a:pPr marL="171450" indent="-171450">
              <a:spcBef>
                <a:spcPts val="300"/>
              </a:spcBef>
              <a:buFont typeface="Wingdings" panose="05000000000000000000" pitchFamily="2" charset="2"/>
              <a:buChar char="v"/>
            </a:pPr>
            <a:r>
              <a:rPr lang="en-IN" sz="700">
                <a:latin typeface="Montserrat" panose="00000500000000000000" pitchFamily="2" charset="0"/>
              </a:rPr>
              <a:t>Shelf-life Tracking </a:t>
            </a:r>
          </a:p>
          <a:p>
            <a:pPr marL="171450" indent="-171450">
              <a:spcBef>
                <a:spcPts val="300"/>
              </a:spcBef>
              <a:buFont typeface="Wingdings" panose="05000000000000000000" pitchFamily="2" charset="2"/>
              <a:buChar char="v"/>
            </a:pPr>
            <a:r>
              <a:rPr lang="en-IN" sz="700">
                <a:latin typeface="Montserrat" panose="00000500000000000000" pitchFamily="2" charset="0"/>
              </a:rPr>
              <a:t>Age-based Allocation </a:t>
            </a:r>
          </a:p>
          <a:p>
            <a:pPr marL="171450" indent="-171450">
              <a:spcBef>
                <a:spcPts val="300"/>
              </a:spcBef>
              <a:buFont typeface="Wingdings" panose="05000000000000000000" pitchFamily="2" charset="2"/>
              <a:buChar char="v"/>
            </a:pPr>
            <a:r>
              <a:rPr lang="en-IN" sz="700">
                <a:latin typeface="Montserrat" panose="00000500000000000000" pitchFamily="2" charset="0"/>
              </a:rPr>
              <a:t>Spoilage Prediction </a:t>
            </a:r>
          </a:p>
          <a:p>
            <a:pPr marL="171450" indent="-171450">
              <a:spcBef>
                <a:spcPts val="300"/>
              </a:spcBef>
              <a:buFont typeface="Wingdings" panose="05000000000000000000" pitchFamily="2" charset="2"/>
              <a:buChar char="v"/>
            </a:pPr>
            <a:r>
              <a:rPr lang="en-IN" sz="700">
                <a:latin typeface="Montserrat" panose="00000500000000000000" pitchFamily="2" charset="0"/>
              </a:rPr>
              <a:t>Freshness Index</a:t>
            </a:r>
            <a:endParaRPr lang="en-US" sz="700">
              <a:latin typeface="Montserrat" panose="00000500000000000000" pitchFamily="2" charset="0"/>
            </a:endParaRPr>
          </a:p>
        </p:txBody>
      </p:sp>
      <p:cxnSp>
        <p:nvCxnSpPr>
          <p:cNvPr id="118" name="Straight Arrow Connector 117">
            <a:extLst>
              <a:ext uri="{FF2B5EF4-FFF2-40B4-BE49-F238E27FC236}">
                <a16:creationId xmlns:a16="http://schemas.microsoft.com/office/drawing/2014/main" id="{F121DA89-D68B-549B-8998-1DF49DE9F484}"/>
              </a:ext>
            </a:extLst>
          </p:cNvPr>
          <p:cNvCxnSpPr>
            <a:cxnSpLocks/>
          </p:cNvCxnSpPr>
          <p:nvPr/>
        </p:nvCxnSpPr>
        <p:spPr>
          <a:xfrm>
            <a:off x="5255812" y="4777169"/>
            <a:ext cx="0" cy="212446"/>
          </a:xfrm>
          <a:prstGeom prst="straightConnector1">
            <a:avLst/>
          </a:prstGeom>
          <a:ln w="38100">
            <a:solidFill>
              <a:schemeClr val="bg2"/>
            </a:solidFill>
            <a:tailEnd type="triangle"/>
          </a:ln>
        </p:spPr>
        <p:style>
          <a:lnRef idx="2">
            <a:schemeClr val="accent1"/>
          </a:lnRef>
          <a:fillRef idx="0">
            <a:schemeClr val="accent1"/>
          </a:fillRef>
          <a:effectRef idx="1">
            <a:schemeClr val="accent1"/>
          </a:effectRef>
          <a:fontRef idx="minor">
            <a:schemeClr val="tx1"/>
          </a:fontRef>
        </p:style>
      </p:cxnSp>
      <p:cxnSp>
        <p:nvCxnSpPr>
          <p:cNvPr id="120" name="Straight Arrow Connector 119">
            <a:extLst>
              <a:ext uri="{FF2B5EF4-FFF2-40B4-BE49-F238E27FC236}">
                <a16:creationId xmlns:a16="http://schemas.microsoft.com/office/drawing/2014/main" id="{135804B8-0B73-11BC-5845-46716406D5A2}"/>
              </a:ext>
            </a:extLst>
          </p:cNvPr>
          <p:cNvCxnSpPr>
            <a:cxnSpLocks/>
          </p:cNvCxnSpPr>
          <p:nvPr/>
        </p:nvCxnSpPr>
        <p:spPr>
          <a:xfrm flipV="1">
            <a:off x="5930726" y="4784797"/>
            <a:ext cx="0" cy="212446"/>
          </a:xfrm>
          <a:prstGeom prst="straightConnector1">
            <a:avLst/>
          </a:prstGeom>
          <a:ln w="38100">
            <a:solidFill>
              <a:schemeClr val="bg2"/>
            </a:solidFill>
            <a:tailEnd type="triangle"/>
          </a:ln>
        </p:spPr>
        <p:style>
          <a:lnRef idx="2">
            <a:schemeClr val="accent1"/>
          </a:lnRef>
          <a:fillRef idx="0">
            <a:schemeClr val="accent1"/>
          </a:fillRef>
          <a:effectRef idx="1">
            <a:schemeClr val="accent1"/>
          </a:effectRef>
          <a:fontRef idx="minor">
            <a:schemeClr val="tx1"/>
          </a:fontRef>
        </p:style>
      </p:cxnSp>
      <p:sp>
        <p:nvSpPr>
          <p:cNvPr id="124" name="TextBox 123">
            <a:extLst>
              <a:ext uri="{FF2B5EF4-FFF2-40B4-BE49-F238E27FC236}">
                <a16:creationId xmlns:a16="http://schemas.microsoft.com/office/drawing/2014/main" id="{4B4C60E5-D865-D9BF-4756-3CFF5CBB08DE}"/>
              </a:ext>
            </a:extLst>
          </p:cNvPr>
          <p:cNvSpPr txBox="1"/>
          <p:nvPr/>
        </p:nvSpPr>
        <p:spPr>
          <a:xfrm>
            <a:off x="507866" y="5301118"/>
            <a:ext cx="1233082" cy="307777"/>
          </a:xfrm>
          <a:prstGeom prst="rect">
            <a:avLst/>
          </a:prstGeom>
          <a:noFill/>
        </p:spPr>
        <p:txBody>
          <a:bodyPr wrap="square">
            <a:spAutoFit/>
          </a:bodyPr>
          <a:lstStyle/>
          <a:p>
            <a:r>
              <a:rPr lang="en-US" sz="700" b="1">
                <a:latin typeface="Montserrat" panose="00000500000000000000" pitchFamily="2" charset="0"/>
              </a:rPr>
              <a:t>Mixed Integer Linear Programming (MILP)</a:t>
            </a:r>
          </a:p>
        </p:txBody>
      </p:sp>
      <p:sp>
        <p:nvSpPr>
          <p:cNvPr id="125" name="TextBox 124">
            <a:extLst>
              <a:ext uri="{FF2B5EF4-FFF2-40B4-BE49-F238E27FC236}">
                <a16:creationId xmlns:a16="http://schemas.microsoft.com/office/drawing/2014/main" id="{E2E64AD5-B871-1B61-8F29-5A9935112E2E}"/>
              </a:ext>
            </a:extLst>
          </p:cNvPr>
          <p:cNvSpPr txBox="1"/>
          <p:nvPr/>
        </p:nvSpPr>
        <p:spPr>
          <a:xfrm>
            <a:off x="1881434" y="5328251"/>
            <a:ext cx="1366115" cy="307777"/>
          </a:xfrm>
          <a:prstGeom prst="rect">
            <a:avLst/>
          </a:prstGeom>
          <a:noFill/>
        </p:spPr>
        <p:txBody>
          <a:bodyPr wrap="square">
            <a:spAutoFit/>
          </a:bodyPr>
          <a:lstStyle/>
          <a:p>
            <a:r>
              <a:rPr lang="en-US" sz="700" b="1">
                <a:latin typeface="Montserrat" panose="00000500000000000000" pitchFamily="2" charset="0"/>
              </a:rPr>
              <a:t>Constraint Programming</a:t>
            </a:r>
            <a:br>
              <a:rPr lang="en-US" sz="700" b="1">
                <a:latin typeface="Montserrat" panose="00000500000000000000" pitchFamily="2" charset="0"/>
              </a:rPr>
            </a:br>
            <a:r>
              <a:rPr lang="en-US" sz="700" b="1">
                <a:latin typeface="Montserrat" panose="00000500000000000000" pitchFamily="2" charset="0"/>
              </a:rPr>
              <a:t>(CP)</a:t>
            </a:r>
          </a:p>
        </p:txBody>
      </p:sp>
      <p:sp>
        <p:nvSpPr>
          <p:cNvPr id="126" name="TextBox 125">
            <a:extLst>
              <a:ext uri="{FF2B5EF4-FFF2-40B4-BE49-F238E27FC236}">
                <a16:creationId xmlns:a16="http://schemas.microsoft.com/office/drawing/2014/main" id="{20B30A23-3FD0-0444-F9B9-2949AB5E7520}"/>
              </a:ext>
            </a:extLst>
          </p:cNvPr>
          <p:cNvSpPr txBox="1"/>
          <p:nvPr/>
        </p:nvSpPr>
        <p:spPr>
          <a:xfrm>
            <a:off x="3500059" y="5301118"/>
            <a:ext cx="1153206" cy="307777"/>
          </a:xfrm>
          <a:prstGeom prst="rect">
            <a:avLst/>
          </a:prstGeom>
          <a:noFill/>
        </p:spPr>
        <p:txBody>
          <a:bodyPr wrap="square">
            <a:spAutoFit/>
          </a:bodyPr>
          <a:lstStyle/>
          <a:p>
            <a:r>
              <a:rPr lang="en-US" sz="700" b="1">
                <a:latin typeface="Montserrat" panose="00000500000000000000" pitchFamily="2" charset="0"/>
              </a:rPr>
              <a:t>Genetic Algorithms (GA)</a:t>
            </a:r>
          </a:p>
        </p:txBody>
      </p:sp>
      <p:sp>
        <p:nvSpPr>
          <p:cNvPr id="127" name="TextBox 126">
            <a:extLst>
              <a:ext uri="{FF2B5EF4-FFF2-40B4-BE49-F238E27FC236}">
                <a16:creationId xmlns:a16="http://schemas.microsoft.com/office/drawing/2014/main" id="{D798D446-136F-D9EF-D58A-89F8D1FC561F}"/>
              </a:ext>
            </a:extLst>
          </p:cNvPr>
          <p:cNvSpPr txBox="1"/>
          <p:nvPr/>
        </p:nvSpPr>
        <p:spPr>
          <a:xfrm>
            <a:off x="5064328" y="5301118"/>
            <a:ext cx="1033476" cy="200055"/>
          </a:xfrm>
          <a:prstGeom prst="rect">
            <a:avLst/>
          </a:prstGeom>
          <a:noFill/>
        </p:spPr>
        <p:txBody>
          <a:bodyPr wrap="square">
            <a:spAutoFit/>
          </a:bodyPr>
          <a:lstStyle/>
          <a:p>
            <a:r>
              <a:rPr lang="en-US" sz="700" b="1">
                <a:latin typeface="Montserrat" panose="00000500000000000000" pitchFamily="2" charset="0"/>
              </a:rPr>
              <a:t>Machine Learning</a:t>
            </a:r>
          </a:p>
        </p:txBody>
      </p:sp>
      <p:sp>
        <p:nvSpPr>
          <p:cNvPr id="128" name="TextBox 127">
            <a:extLst>
              <a:ext uri="{FF2B5EF4-FFF2-40B4-BE49-F238E27FC236}">
                <a16:creationId xmlns:a16="http://schemas.microsoft.com/office/drawing/2014/main" id="{4DAA2E91-866A-3986-89B3-2E4297DF23E3}"/>
              </a:ext>
            </a:extLst>
          </p:cNvPr>
          <p:cNvSpPr txBox="1"/>
          <p:nvPr/>
        </p:nvSpPr>
        <p:spPr>
          <a:xfrm>
            <a:off x="6408493" y="5301118"/>
            <a:ext cx="1376032" cy="200055"/>
          </a:xfrm>
          <a:prstGeom prst="rect">
            <a:avLst/>
          </a:prstGeom>
          <a:noFill/>
        </p:spPr>
        <p:txBody>
          <a:bodyPr wrap="square">
            <a:spAutoFit/>
          </a:bodyPr>
          <a:lstStyle/>
          <a:p>
            <a:r>
              <a:rPr lang="en-US" sz="700" b="1">
                <a:latin typeface="Montserrat" panose="00000500000000000000" pitchFamily="2" charset="0"/>
              </a:rPr>
              <a:t>Statistical Models</a:t>
            </a:r>
          </a:p>
        </p:txBody>
      </p:sp>
      <p:sp>
        <p:nvSpPr>
          <p:cNvPr id="130" name="TextBox 129">
            <a:extLst>
              <a:ext uri="{FF2B5EF4-FFF2-40B4-BE49-F238E27FC236}">
                <a16:creationId xmlns:a16="http://schemas.microsoft.com/office/drawing/2014/main" id="{C7BF07A2-66FB-8588-FB37-CA62EA4BC525}"/>
              </a:ext>
            </a:extLst>
          </p:cNvPr>
          <p:cNvSpPr txBox="1"/>
          <p:nvPr/>
        </p:nvSpPr>
        <p:spPr>
          <a:xfrm>
            <a:off x="516723" y="5622367"/>
            <a:ext cx="1322209" cy="815608"/>
          </a:xfrm>
          <a:prstGeom prst="rect">
            <a:avLst/>
          </a:prstGeom>
          <a:noFill/>
        </p:spPr>
        <p:txBody>
          <a:bodyPr wrap="square">
            <a:spAutoFit/>
          </a:bodyPr>
          <a:lstStyle/>
          <a:p>
            <a:pPr marL="171450" indent="-171450">
              <a:spcBef>
                <a:spcPts val="200"/>
              </a:spcBef>
              <a:buFont typeface="Wingdings" panose="05000000000000000000" pitchFamily="2" charset="2"/>
              <a:buChar char="v"/>
            </a:pPr>
            <a:r>
              <a:rPr lang="en-US" sz="700">
                <a:latin typeface="Montserrat" panose="00000500000000000000" pitchFamily="2" charset="0"/>
              </a:rPr>
              <a:t>Production Planning</a:t>
            </a:r>
          </a:p>
          <a:p>
            <a:pPr marL="171450" indent="-171450">
              <a:spcBef>
                <a:spcPts val="200"/>
              </a:spcBef>
              <a:buFont typeface="Wingdings" panose="05000000000000000000" pitchFamily="2" charset="2"/>
              <a:buChar char="v"/>
            </a:pPr>
            <a:r>
              <a:rPr lang="en-US" sz="700">
                <a:latin typeface="Montserrat" panose="00000500000000000000" pitchFamily="2" charset="0"/>
              </a:rPr>
              <a:t>Inventory Optimization</a:t>
            </a:r>
          </a:p>
          <a:p>
            <a:pPr marL="171450" indent="-171450">
              <a:spcBef>
                <a:spcPts val="200"/>
              </a:spcBef>
              <a:buFont typeface="Wingdings" panose="05000000000000000000" pitchFamily="2" charset="2"/>
              <a:buChar char="v"/>
            </a:pPr>
            <a:r>
              <a:rPr lang="en-US" sz="700">
                <a:latin typeface="Montserrat" panose="00000500000000000000" pitchFamily="2" charset="0"/>
              </a:rPr>
              <a:t>Labor Planning</a:t>
            </a:r>
          </a:p>
          <a:p>
            <a:pPr marL="171450" indent="-171450">
              <a:spcBef>
                <a:spcPts val="200"/>
              </a:spcBef>
              <a:buFont typeface="Wingdings" panose="05000000000000000000" pitchFamily="2" charset="2"/>
              <a:buChar char="v"/>
            </a:pPr>
            <a:r>
              <a:rPr lang="en-US" sz="700">
                <a:latin typeface="Montserrat" panose="00000500000000000000" pitchFamily="2" charset="0"/>
              </a:rPr>
              <a:t>Transportation Planning</a:t>
            </a:r>
          </a:p>
        </p:txBody>
      </p:sp>
      <p:sp>
        <p:nvSpPr>
          <p:cNvPr id="131" name="TextBox 130">
            <a:extLst>
              <a:ext uri="{FF2B5EF4-FFF2-40B4-BE49-F238E27FC236}">
                <a16:creationId xmlns:a16="http://schemas.microsoft.com/office/drawing/2014/main" id="{5F550ED1-D528-5754-1BAA-C98173702E24}"/>
              </a:ext>
            </a:extLst>
          </p:cNvPr>
          <p:cNvSpPr txBox="1"/>
          <p:nvPr/>
        </p:nvSpPr>
        <p:spPr>
          <a:xfrm>
            <a:off x="1928109" y="5622367"/>
            <a:ext cx="1422804" cy="707886"/>
          </a:xfrm>
          <a:prstGeom prst="rect">
            <a:avLst/>
          </a:prstGeom>
          <a:noFill/>
        </p:spPr>
        <p:txBody>
          <a:bodyPr wrap="square">
            <a:spAutoFit/>
          </a:bodyPr>
          <a:lstStyle/>
          <a:p>
            <a:pPr marL="171450" indent="-171450">
              <a:spcBef>
                <a:spcPts val="200"/>
              </a:spcBef>
              <a:buFont typeface="Wingdings" panose="05000000000000000000" pitchFamily="2" charset="2"/>
              <a:buChar char="v"/>
            </a:pPr>
            <a:r>
              <a:rPr lang="en-US" sz="700">
                <a:latin typeface="Montserrat" panose="00000500000000000000" pitchFamily="2" charset="0"/>
              </a:rPr>
              <a:t>Production Scheduling</a:t>
            </a:r>
          </a:p>
          <a:p>
            <a:pPr marL="171450" indent="-171450">
              <a:spcBef>
                <a:spcPts val="200"/>
              </a:spcBef>
              <a:buFont typeface="Wingdings" panose="05000000000000000000" pitchFamily="2" charset="2"/>
              <a:buChar char="v"/>
            </a:pPr>
            <a:r>
              <a:rPr lang="en-US" sz="700">
                <a:latin typeface="Montserrat" panose="00000500000000000000" pitchFamily="2" charset="0"/>
              </a:rPr>
              <a:t>Sequence Optimization</a:t>
            </a:r>
          </a:p>
          <a:p>
            <a:pPr marL="171450" indent="-171450">
              <a:spcBef>
                <a:spcPts val="200"/>
              </a:spcBef>
              <a:buFont typeface="Wingdings" panose="05000000000000000000" pitchFamily="2" charset="2"/>
              <a:buChar char="v"/>
            </a:pPr>
            <a:r>
              <a:rPr lang="en-US" sz="700">
                <a:latin typeface="Montserrat" panose="00000500000000000000" pitchFamily="2" charset="0"/>
              </a:rPr>
              <a:t>Changeover Constraints</a:t>
            </a:r>
          </a:p>
          <a:p>
            <a:pPr marL="171450" indent="-171450">
              <a:spcBef>
                <a:spcPts val="200"/>
              </a:spcBef>
              <a:buFont typeface="Wingdings" panose="05000000000000000000" pitchFamily="2" charset="2"/>
              <a:buChar char="v"/>
            </a:pPr>
            <a:r>
              <a:rPr lang="en-US" sz="700">
                <a:latin typeface="Montserrat" panose="00000500000000000000" pitchFamily="2" charset="0"/>
              </a:rPr>
              <a:t>CIP Scheduling</a:t>
            </a:r>
          </a:p>
        </p:txBody>
      </p:sp>
      <p:sp>
        <p:nvSpPr>
          <p:cNvPr id="132" name="TextBox 131">
            <a:extLst>
              <a:ext uri="{FF2B5EF4-FFF2-40B4-BE49-F238E27FC236}">
                <a16:creationId xmlns:a16="http://schemas.microsoft.com/office/drawing/2014/main" id="{6799B0EF-5A5A-F2A8-178C-8F14B92BFD93}"/>
              </a:ext>
            </a:extLst>
          </p:cNvPr>
          <p:cNvSpPr txBox="1"/>
          <p:nvPr/>
        </p:nvSpPr>
        <p:spPr>
          <a:xfrm>
            <a:off x="3440090" y="5622367"/>
            <a:ext cx="1422804" cy="600164"/>
          </a:xfrm>
          <a:prstGeom prst="rect">
            <a:avLst/>
          </a:prstGeom>
          <a:noFill/>
        </p:spPr>
        <p:txBody>
          <a:bodyPr wrap="square">
            <a:spAutoFit/>
          </a:bodyPr>
          <a:lstStyle/>
          <a:p>
            <a:pPr marL="171450" indent="-171450">
              <a:spcBef>
                <a:spcPts val="200"/>
              </a:spcBef>
              <a:buFont typeface="Wingdings" panose="05000000000000000000" pitchFamily="2" charset="2"/>
              <a:buChar char="v"/>
            </a:pPr>
            <a:r>
              <a:rPr lang="en-US" sz="700">
                <a:latin typeface="Montserrat" panose="00000500000000000000" pitchFamily="2" charset="0"/>
              </a:rPr>
              <a:t>Sequence Optimization</a:t>
            </a:r>
          </a:p>
          <a:p>
            <a:pPr marL="171450" indent="-171450">
              <a:spcBef>
                <a:spcPts val="200"/>
              </a:spcBef>
              <a:buFont typeface="Wingdings" panose="05000000000000000000" pitchFamily="2" charset="2"/>
              <a:buChar char="v"/>
            </a:pPr>
            <a:r>
              <a:rPr lang="en-US" sz="700">
                <a:latin typeface="Montserrat" panose="00000500000000000000" pitchFamily="2" charset="0"/>
              </a:rPr>
              <a:t>Setup Minimization</a:t>
            </a:r>
          </a:p>
          <a:p>
            <a:pPr marL="171450" indent="-171450">
              <a:spcBef>
                <a:spcPts val="200"/>
              </a:spcBef>
              <a:buFont typeface="Wingdings" panose="05000000000000000000" pitchFamily="2" charset="2"/>
              <a:buChar char="v"/>
            </a:pPr>
            <a:r>
              <a:rPr lang="en-US" sz="700">
                <a:latin typeface="Montserrat" panose="00000500000000000000" pitchFamily="2" charset="0"/>
              </a:rPr>
              <a:t>Batching Prediction</a:t>
            </a:r>
          </a:p>
          <a:p>
            <a:pPr marL="171450" indent="-171450">
              <a:spcBef>
                <a:spcPts val="200"/>
              </a:spcBef>
              <a:buFont typeface="Wingdings" panose="05000000000000000000" pitchFamily="2" charset="2"/>
              <a:buChar char="v"/>
            </a:pPr>
            <a:r>
              <a:rPr lang="en-US" sz="700">
                <a:latin typeface="Montserrat" panose="00000500000000000000" pitchFamily="2" charset="0"/>
              </a:rPr>
              <a:t>Large Search Spaces</a:t>
            </a:r>
          </a:p>
        </p:txBody>
      </p:sp>
      <p:sp>
        <p:nvSpPr>
          <p:cNvPr id="133" name="TextBox 132">
            <a:extLst>
              <a:ext uri="{FF2B5EF4-FFF2-40B4-BE49-F238E27FC236}">
                <a16:creationId xmlns:a16="http://schemas.microsoft.com/office/drawing/2014/main" id="{00F5C187-686E-3FD7-FB3A-5C9AC044D914}"/>
              </a:ext>
            </a:extLst>
          </p:cNvPr>
          <p:cNvSpPr txBox="1"/>
          <p:nvPr/>
        </p:nvSpPr>
        <p:spPr>
          <a:xfrm>
            <a:off x="4952071" y="5622367"/>
            <a:ext cx="1422804" cy="600164"/>
          </a:xfrm>
          <a:prstGeom prst="rect">
            <a:avLst/>
          </a:prstGeom>
          <a:noFill/>
        </p:spPr>
        <p:txBody>
          <a:bodyPr wrap="square">
            <a:spAutoFit/>
          </a:bodyPr>
          <a:lstStyle/>
          <a:p>
            <a:pPr marL="171450" indent="-171450">
              <a:spcBef>
                <a:spcPts val="200"/>
              </a:spcBef>
              <a:buFont typeface="Wingdings" panose="05000000000000000000" pitchFamily="2" charset="2"/>
              <a:buChar char="v"/>
            </a:pPr>
            <a:r>
              <a:rPr lang="en-US" sz="700">
                <a:latin typeface="Montserrat" panose="00000500000000000000" pitchFamily="2" charset="0"/>
              </a:rPr>
              <a:t>Demand Forecasting</a:t>
            </a:r>
          </a:p>
          <a:p>
            <a:pPr marL="171450" indent="-171450">
              <a:spcBef>
                <a:spcPts val="200"/>
              </a:spcBef>
              <a:buFont typeface="Wingdings" panose="05000000000000000000" pitchFamily="2" charset="2"/>
              <a:buChar char="v"/>
            </a:pPr>
            <a:r>
              <a:rPr lang="en-US" sz="700">
                <a:latin typeface="Montserrat" panose="00000500000000000000" pitchFamily="2" charset="0"/>
              </a:rPr>
              <a:t>Yield Prediction</a:t>
            </a:r>
          </a:p>
          <a:p>
            <a:pPr marL="171450" indent="-171450">
              <a:spcBef>
                <a:spcPts val="200"/>
              </a:spcBef>
              <a:buFont typeface="Wingdings" panose="05000000000000000000" pitchFamily="2" charset="2"/>
              <a:buChar char="v"/>
            </a:pPr>
            <a:r>
              <a:rPr lang="en-US" sz="700">
                <a:latin typeface="Montserrat" panose="00000500000000000000" pitchFamily="2" charset="0"/>
              </a:rPr>
              <a:t>Spoilage Prediction</a:t>
            </a:r>
          </a:p>
          <a:p>
            <a:pPr marL="171450" indent="-171450">
              <a:spcBef>
                <a:spcPts val="200"/>
              </a:spcBef>
              <a:buFont typeface="Wingdings" panose="05000000000000000000" pitchFamily="2" charset="2"/>
              <a:buChar char="v"/>
            </a:pPr>
            <a:r>
              <a:rPr lang="en-US" sz="700">
                <a:latin typeface="Montserrat" panose="00000500000000000000" pitchFamily="2" charset="0"/>
              </a:rPr>
              <a:t>Anomaly Detection</a:t>
            </a:r>
          </a:p>
        </p:txBody>
      </p:sp>
      <p:sp>
        <p:nvSpPr>
          <p:cNvPr id="134" name="TextBox 133">
            <a:extLst>
              <a:ext uri="{FF2B5EF4-FFF2-40B4-BE49-F238E27FC236}">
                <a16:creationId xmlns:a16="http://schemas.microsoft.com/office/drawing/2014/main" id="{2E0256C0-93D5-241C-6829-FDBA48CFE49D}"/>
              </a:ext>
            </a:extLst>
          </p:cNvPr>
          <p:cNvSpPr txBox="1"/>
          <p:nvPr/>
        </p:nvSpPr>
        <p:spPr>
          <a:xfrm>
            <a:off x="6464050" y="5622367"/>
            <a:ext cx="1237534" cy="707886"/>
          </a:xfrm>
          <a:prstGeom prst="rect">
            <a:avLst/>
          </a:prstGeom>
          <a:noFill/>
        </p:spPr>
        <p:txBody>
          <a:bodyPr wrap="square">
            <a:spAutoFit/>
          </a:bodyPr>
          <a:lstStyle/>
          <a:p>
            <a:pPr marL="171450" indent="-171450">
              <a:spcBef>
                <a:spcPts val="200"/>
              </a:spcBef>
              <a:buFont typeface="Wingdings" panose="05000000000000000000" pitchFamily="2" charset="2"/>
              <a:buChar char="v"/>
            </a:pPr>
            <a:r>
              <a:rPr lang="en-US" sz="700">
                <a:latin typeface="Montserrat" panose="00000500000000000000" pitchFamily="2" charset="0"/>
              </a:rPr>
              <a:t>Time Series Models</a:t>
            </a:r>
          </a:p>
          <a:p>
            <a:pPr marL="171450" indent="-171450">
              <a:spcBef>
                <a:spcPts val="200"/>
              </a:spcBef>
              <a:buFont typeface="Wingdings" panose="05000000000000000000" pitchFamily="2" charset="2"/>
              <a:buChar char="v"/>
            </a:pPr>
            <a:r>
              <a:rPr lang="en-US" sz="700">
                <a:latin typeface="Montserrat" panose="00000500000000000000" pitchFamily="2" charset="0"/>
              </a:rPr>
              <a:t>Survival Analysis (Shelf-life)</a:t>
            </a:r>
          </a:p>
          <a:p>
            <a:pPr marL="171450" indent="-171450">
              <a:spcBef>
                <a:spcPts val="200"/>
              </a:spcBef>
              <a:buFont typeface="Wingdings" panose="05000000000000000000" pitchFamily="2" charset="2"/>
              <a:buChar char="v"/>
            </a:pPr>
            <a:r>
              <a:rPr lang="en-US" sz="700">
                <a:latin typeface="Montserrat" panose="00000500000000000000" pitchFamily="2" charset="0"/>
              </a:rPr>
              <a:t>Regression &amp;</a:t>
            </a:r>
          </a:p>
          <a:p>
            <a:pPr marL="171450" indent="-171450">
              <a:spcBef>
                <a:spcPts val="200"/>
              </a:spcBef>
              <a:buFont typeface="Wingdings" panose="05000000000000000000" pitchFamily="2" charset="2"/>
              <a:buChar char="v"/>
            </a:pPr>
            <a:r>
              <a:rPr lang="en-US" sz="700">
                <a:latin typeface="Montserrat" panose="00000500000000000000" pitchFamily="2" charset="0"/>
              </a:rPr>
              <a:t>Classification</a:t>
            </a:r>
          </a:p>
        </p:txBody>
      </p:sp>
      <p:sp>
        <p:nvSpPr>
          <p:cNvPr id="135" name="Oval 134">
            <a:extLst>
              <a:ext uri="{FF2B5EF4-FFF2-40B4-BE49-F238E27FC236}">
                <a16:creationId xmlns:a16="http://schemas.microsoft.com/office/drawing/2014/main" id="{32F2540D-00DD-41ED-7AE1-D4A061C87738}"/>
              </a:ext>
            </a:extLst>
          </p:cNvPr>
          <p:cNvSpPr/>
          <p:nvPr/>
        </p:nvSpPr>
        <p:spPr>
          <a:xfrm>
            <a:off x="9615581" y="5591372"/>
            <a:ext cx="589779" cy="589779"/>
          </a:xfrm>
          <a:prstGeom prst="ellipse">
            <a:avLst/>
          </a:prstGeom>
          <a:solidFill>
            <a:schemeClr val="bg2"/>
          </a:solidFill>
          <a:ln w="9525">
            <a:solidFill>
              <a:schemeClr val="bg2"/>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TextBox 136">
            <a:extLst>
              <a:ext uri="{FF2B5EF4-FFF2-40B4-BE49-F238E27FC236}">
                <a16:creationId xmlns:a16="http://schemas.microsoft.com/office/drawing/2014/main" id="{8E3CEDEE-0596-8181-5952-F175194E4D8A}"/>
              </a:ext>
            </a:extLst>
          </p:cNvPr>
          <p:cNvSpPr txBox="1"/>
          <p:nvPr/>
        </p:nvSpPr>
        <p:spPr>
          <a:xfrm>
            <a:off x="9367219" y="5352723"/>
            <a:ext cx="1034657" cy="215444"/>
          </a:xfrm>
          <a:prstGeom prst="rect">
            <a:avLst/>
          </a:prstGeom>
          <a:noFill/>
        </p:spPr>
        <p:txBody>
          <a:bodyPr wrap="square">
            <a:spAutoFit/>
          </a:bodyPr>
          <a:lstStyle/>
          <a:p>
            <a:pPr algn="ctr"/>
            <a:r>
              <a:rPr lang="en-US" sz="800">
                <a:latin typeface="Montserrat" panose="00000500000000000000" pitchFamily="2" charset="0"/>
              </a:rPr>
              <a:t>Real – time Data</a:t>
            </a:r>
          </a:p>
        </p:txBody>
      </p:sp>
      <p:sp>
        <p:nvSpPr>
          <p:cNvPr id="138" name="TextBox 137">
            <a:extLst>
              <a:ext uri="{FF2B5EF4-FFF2-40B4-BE49-F238E27FC236}">
                <a16:creationId xmlns:a16="http://schemas.microsoft.com/office/drawing/2014/main" id="{885F9480-F72F-27A4-B92B-80C2665CA48C}"/>
              </a:ext>
            </a:extLst>
          </p:cNvPr>
          <p:cNvSpPr txBox="1"/>
          <p:nvPr/>
        </p:nvSpPr>
        <p:spPr>
          <a:xfrm>
            <a:off x="8546874" y="5659050"/>
            <a:ext cx="1034657" cy="338554"/>
          </a:xfrm>
          <a:prstGeom prst="rect">
            <a:avLst/>
          </a:prstGeom>
          <a:noFill/>
        </p:spPr>
        <p:txBody>
          <a:bodyPr wrap="square">
            <a:spAutoFit/>
          </a:bodyPr>
          <a:lstStyle/>
          <a:p>
            <a:pPr algn="ctr"/>
            <a:r>
              <a:rPr lang="en-US" sz="800">
                <a:latin typeface="Montserrat" panose="00000500000000000000" pitchFamily="2" charset="0"/>
              </a:rPr>
              <a:t>What –if Scenarios</a:t>
            </a:r>
          </a:p>
        </p:txBody>
      </p:sp>
      <p:sp>
        <p:nvSpPr>
          <p:cNvPr id="139" name="TextBox 138">
            <a:extLst>
              <a:ext uri="{FF2B5EF4-FFF2-40B4-BE49-F238E27FC236}">
                <a16:creationId xmlns:a16="http://schemas.microsoft.com/office/drawing/2014/main" id="{30F01EB6-0209-A6A3-1C97-9B14F1EA4950}"/>
              </a:ext>
            </a:extLst>
          </p:cNvPr>
          <p:cNvSpPr txBox="1"/>
          <p:nvPr/>
        </p:nvSpPr>
        <p:spPr>
          <a:xfrm>
            <a:off x="10258888" y="5670818"/>
            <a:ext cx="1034657" cy="338554"/>
          </a:xfrm>
          <a:prstGeom prst="rect">
            <a:avLst/>
          </a:prstGeom>
          <a:noFill/>
        </p:spPr>
        <p:txBody>
          <a:bodyPr wrap="square">
            <a:spAutoFit/>
          </a:bodyPr>
          <a:lstStyle/>
          <a:p>
            <a:pPr algn="ctr"/>
            <a:r>
              <a:rPr lang="en-US" sz="800">
                <a:latin typeface="Montserrat" panose="00000500000000000000" pitchFamily="2" charset="0"/>
              </a:rPr>
              <a:t>Simulation Engine</a:t>
            </a:r>
          </a:p>
        </p:txBody>
      </p:sp>
      <p:sp>
        <p:nvSpPr>
          <p:cNvPr id="140" name="TextBox 139">
            <a:extLst>
              <a:ext uri="{FF2B5EF4-FFF2-40B4-BE49-F238E27FC236}">
                <a16:creationId xmlns:a16="http://schemas.microsoft.com/office/drawing/2014/main" id="{A371AB8C-FD76-AB1B-6B94-9BBC6191B0DE}"/>
              </a:ext>
            </a:extLst>
          </p:cNvPr>
          <p:cNvSpPr txBox="1"/>
          <p:nvPr/>
        </p:nvSpPr>
        <p:spPr>
          <a:xfrm>
            <a:off x="8600338" y="6144424"/>
            <a:ext cx="1034657" cy="215444"/>
          </a:xfrm>
          <a:prstGeom prst="rect">
            <a:avLst/>
          </a:prstGeom>
          <a:noFill/>
        </p:spPr>
        <p:txBody>
          <a:bodyPr wrap="square">
            <a:spAutoFit/>
          </a:bodyPr>
          <a:lstStyle/>
          <a:p>
            <a:pPr algn="ctr"/>
            <a:r>
              <a:rPr lang="en-US" sz="800">
                <a:latin typeface="Montserrat" panose="00000500000000000000" pitchFamily="2" charset="0"/>
              </a:rPr>
              <a:t>Decision Engine</a:t>
            </a:r>
          </a:p>
        </p:txBody>
      </p:sp>
      <p:sp>
        <p:nvSpPr>
          <p:cNvPr id="141" name="TextBox 140">
            <a:extLst>
              <a:ext uri="{FF2B5EF4-FFF2-40B4-BE49-F238E27FC236}">
                <a16:creationId xmlns:a16="http://schemas.microsoft.com/office/drawing/2014/main" id="{B8B9D93D-07B3-E2FC-EF10-41785BB9AB63}"/>
              </a:ext>
            </a:extLst>
          </p:cNvPr>
          <p:cNvSpPr txBox="1"/>
          <p:nvPr/>
        </p:nvSpPr>
        <p:spPr>
          <a:xfrm>
            <a:off x="10205360" y="6165258"/>
            <a:ext cx="1263053" cy="215444"/>
          </a:xfrm>
          <a:prstGeom prst="rect">
            <a:avLst/>
          </a:prstGeom>
          <a:noFill/>
        </p:spPr>
        <p:txBody>
          <a:bodyPr wrap="square">
            <a:spAutoFit/>
          </a:bodyPr>
          <a:lstStyle/>
          <a:p>
            <a:pPr algn="ctr"/>
            <a:r>
              <a:rPr lang="en-US" sz="800">
                <a:latin typeface="Montserrat" panose="00000500000000000000" pitchFamily="2" charset="0"/>
              </a:rPr>
              <a:t>Optimization Engine</a:t>
            </a:r>
          </a:p>
        </p:txBody>
      </p:sp>
      <p:sp>
        <p:nvSpPr>
          <p:cNvPr id="145" name="Arc 144">
            <a:extLst>
              <a:ext uri="{FF2B5EF4-FFF2-40B4-BE49-F238E27FC236}">
                <a16:creationId xmlns:a16="http://schemas.microsoft.com/office/drawing/2014/main" id="{8146BB43-113E-571E-34F0-05A7A9A62F36}"/>
              </a:ext>
            </a:extLst>
          </p:cNvPr>
          <p:cNvSpPr/>
          <p:nvPr/>
        </p:nvSpPr>
        <p:spPr>
          <a:xfrm>
            <a:off x="9020773" y="5423222"/>
            <a:ext cx="1652224" cy="884004"/>
          </a:xfrm>
          <a:prstGeom prst="arc">
            <a:avLst>
              <a:gd name="adj1" fmla="val 11690540"/>
              <a:gd name="adj2" fmla="val 13283442"/>
            </a:avLst>
          </a:prstGeom>
          <a:ln w="9525">
            <a:solidFill>
              <a:schemeClr val="bg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6" name="Arc 145">
            <a:extLst>
              <a:ext uri="{FF2B5EF4-FFF2-40B4-BE49-F238E27FC236}">
                <a16:creationId xmlns:a16="http://schemas.microsoft.com/office/drawing/2014/main" id="{644E4D2A-FB13-4798-5595-DB5EB7FA9FFD}"/>
              </a:ext>
            </a:extLst>
          </p:cNvPr>
          <p:cNvSpPr/>
          <p:nvPr/>
        </p:nvSpPr>
        <p:spPr>
          <a:xfrm>
            <a:off x="9013052" y="5434889"/>
            <a:ext cx="1652224" cy="884004"/>
          </a:xfrm>
          <a:prstGeom prst="arc">
            <a:avLst>
              <a:gd name="adj1" fmla="val 19568397"/>
              <a:gd name="adj2" fmla="val 20555342"/>
            </a:avLst>
          </a:prstGeom>
          <a:ln w="9525">
            <a:solidFill>
              <a:schemeClr val="bg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7" name="Arc 146">
            <a:extLst>
              <a:ext uri="{FF2B5EF4-FFF2-40B4-BE49-F238E27FC236}">
                <a16:creationId xmlns:a16="http://schemas.microsoft.com/office/drawing/2014/main" id="{4F94350C-2F9E-BE64-28F8-4C3C87609F6A}"/>
              </a:ext>
            </a:extLst>
          </p:cNvPr>
          <p:cNvSpPr/>
          <p:nvPr/>
        </p:nvSpPr>
        <p:spPr>
          <a:xfrm>
            <a:off x="9029339" y="5430934"/>
            <a:ext cx="1652224" cy="884004"/>
          </a:xfrm>
          <a:prstGeom prst="arc">
            <a:avLst>
              <a:gd name="adj1" fmla="val 443789"/>
              <a:gd name="adj2" fmla="val 1104006"/>
            </a:avLst>
          </a:prstGeom>
          <a:ln w="9525">
            <a:solidFill>
              <a:schemeClr val="bg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8" name="Arc 147">
            <a:extLst>
              <a:ext uri="{FF2B5EF4-FFF2-40B4-BE49-F238E27FC236}">
                <a16:creationId xmlns:a16="http://schemas.microsoft.com/office/drawing/2014/main" id="{BC15E43E-96F1-37E1-A4F7-F2172FE65AB1}"/>
              </a:ext>
            </a:extLst>
          </p:cNvPr>
          <p:cNvSpPr/>
          <p:nvPr/>
        </p:nvSpPr>
        <p:spPr>
          <a:xfrm>
            <a:off x="9020773" y="5501173"/>
            <a:ext cx="1703190" cy="817719"/>
          </a:xfrm>
          <a:prstGeom prst="arc">
            <a:avLst>
              <a:gd name="adj1" fmla="val 2958073"/>
              <a:gd name="adj2" fmla="val 7348807"/>
            </a:avLst>
          </a:prstGeom>
          <a:ln w="9525">
            <a:solidFill>
              <a:schemeClr val="bg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9" name="Arc 148">
            <a:extLst>
              <a:ext uri="{FF2B5EF4-FFF2-40B4-BE49-F238E27FC236}">
                <a16:creationId xmlns:a16="http://schemas.microsoft.com/office/drawing/2014/main" id="{6F9CD2B4-B45B-0DA1-A986-DC53C7998CF4}"/>
              </a:ext>
            </a:extLst>
          </p:cNvPr>
          <p:cNvSpPr/>
          <p:nvPr/>
        </p:nvSpPr>
        <p:spPr>
          <a:xfrm>
            <a:off x="9032442" y="5425824"/>
            <a:ext cx="1652224" cy="884004"/>
          </a:xfrm>
          <a:prstGeom prst="arc">
            <a:avLst>
              <a:gd name="adj1" fmla="val 9066576"/>
              <a:gd name="adj2" fmla="val 10149628"/>
            </a:avLst>
          </a:prstGeom>
          <a:ln w="9525">
            <a:solidFill>
              <a:schemeClr val="bg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151" name="Graphic 150">
            <a:extLst>
              <a:ext uri="{FF2B5EF4-FFF2-40B4-BE49-F238E27FC236}">
                <a16:creationId xmlns:a16="http://schemas.microsoft.com/office/drawing/2014/main" id="{756AE0E9-1873-02E2-4002-BE5C0E391C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9698" y="1501441"/>
            <a:ext cx="320040" cy="320040"/>
          </a:xfrm>
          <a:prstGeom prst="rect">
            <a:avLst/>
          </a:prstGeom>
        </p:spPr>
      </p:pic>
      <p:pic>
        <p:nvPicPr>
          <p:cNvPr id="153" name="Graphic 152">
            <a:extLst>
              <a:ext uri="{FF2B5EF4-FFF2-40B4-BE49-F238E27FC236}">
                <a16:creationId xmlns:a16="http://schemas.microsoft.com/office/drawing/2014/main" id="{02D86340-B872-C687-CBAB-4D5F210C9BC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9024" y="2381195"/>
            <a:ext cx="320040" cy="320040"/>
          </a:xfrm>
          <a:prstGeom prst="rect">
            <a:avLst/>
          </a:prstGeom>
        </p:spPr>
      </p:pic>
      <p:pic>
        <p:nvPicPr>
          <p:cNvPr id="155" name="Graphic 154">
            <a:extLst>
              <a:ext uri="{FF2B5EF4-FFF2-40B4-BE49-F238E27FC236}">
                <a16:creationId xmlns:a16="http://schemas.microsoft.com/office/drawing/2014/main" id="{8B259872-4092-D187-D0F9-00E21506102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9024" y="3285904"/>
            <a:ext cx="320040" cy="320040"/>
          </a:xfrm>
          <a:prstGeom prst="rect">
            <a:avLst/>
          </a:prstGeom>
        </p:spPr>
      </p:pic>
      <p:pic>
        <p:nvPicPr>
          <p:cNvPr id="157" name="Graphic 156">
            <a:extLst>
              <a:ext uri="{FF2B5EF4-FFF2-40B4-BE49-F238E27FC236}">
                <a16:creationId xmlns:a16="http://schemas.microsoft.com/office/drawing/2014/main" id="{04356237-D309-B413-DC22-D7C0CADBF60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9024" y="4113226"/>
            <a:ext cx="320040" cy="320040"/>
          </a:xfrm>
          <a:prstGeom prst="rect">
            <a:avLst/>
          </a:prstGeom>
        </p:spPr>
      </p:pic>
      <p:pic>
        <p:nvPicPr>
          <p:cNvPr id="159" name="Graphic 158">
            <a:extLst>
              <a:ext uri="{FF2B5EF4-FFF2-40B4-BE49-F238E27FC236}">
                <a16:creationId xmlns:a16="http://schemas.microsoft.com/office/drawing/2014/main" id="{FD67F8CD-7F2A-C250-AE9C-229DB289FF8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63290" y="1765226"/>
            <a:ext cx="274320" cy="274320"/>
          </a:xfrm>
          <a:prstGeom prst="rect">
            <a:avLst/>
          </a:prstGeom>
        </p:spPr>
      </p:pic>
      <p:pic>
        <p:nvPicPr>
          <p:cNvPr id="163" name="Graphic 162">
            <a:extLst>
              <a:ext uri="{FF2B5EF4-FFF2-40B4-BE49-F238E27FC236}">
                <a16:creationId xmlns:a16="http://schemas.microsoft.com/office/drawing/2014/main" id="{43D08F99-71DB-991C-4741-3A7DF177E0E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930726" y="1772335"/>
            <a:ext cx="274320" cy="274320"/>
          </a:xfrm>
          <a:prstGeom prst="rect">
            <a:avLst/>
          </a:prstGeom>
        </p:spPr>
      </p:pic>
      <p:pic>
        <p:nvPicPr>
          <p:cNvPr id="165" name="Graphic 164">
            <a:extLst>
              <a:ext uri="{FF2B5EF4-FFF2-40B4-BE49-F238E27FC236}">
                <a16:creationId xmlns:a16="http://schemas.microsoft.com/office/drawing/2014/main" id="{6B470388-C6DF-E0A8-0300-D3AD506FD3B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104864" y="1746944"/>
            <a:ext cx="274320" cy="274320"/>
          </a:xfrm>
          <a:prstGeom prst="rect">
            <a:avLst/>
          </a:prstGeom>
        </p:spPr>
      </p:pic>
      <p:pic>
        <p:nvPicPr>
          <p:cNvPr id="167" name="Graphic 166">
            <a:extLst>
              <a:ext uri="{FF2B5EF4-FFF2-40B4-BE49-F238E27FC236}">
                <a16:creationId xmlns:a16="http://schemas.microsoft.com/office/drawing/2014/main" id="{719832FF-F228-E407-FB48-47F1034D34A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677751" y="1746877"/>
            <a:ext cx="274320" cy="274320"/>
          </a:xfrm>
          <a:prstGeom prst="rect">
            <a:avLst/>
          </a:prstGeom>
        </p:spPr>
      </p:pic>
      <p:pic>
        <p:nvPicPr>
          <p:cNvPr id="169" name="Graphic 168">
            <a:extLst>
              <a:ext uri="{FF2B5EF4-FFF2-40B4-BE49-F238E27FC236}">
                <a16:creationId xmlns:a16="http://schemas.microsoft.com/office/drawing/2014/main" id="{38A82336-AF1A-FEFF-E3DB-5C2E1E42C96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544508" y="1752224"/>
            <a:ext cx="274320" cy="274320"/>
          </a:xfrm>
          <a:prstGeom prst="rect">
            <a:avLst/>
          </a:prstGeom>
        </p:spPr>
      </p:pic>
      <p:pic>
        <p:nvPicPr>
          <p:cNvPr id="171" name="Graphic 170">
            <a:extLst>
              <a:ext uri="{FF2B5EF4-FFF2-40B4-BE49-F238E27FC236}">
                <a16:creationId xmlns:a16="http://schemas.microsoft.com/office/drawing/2014/main" id="{17B88E0C-C47F-DFD9-90BE-5F28B95F9C1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952888" y="3987040"/>
            <a:ext cx="274320" cy="274320"/>
          </a:xfrm>
          <a:prstGeom prst="rect">
            <a:avLst/>
          </a:prstGeom>
        </p:spPr>
      </p:pic>
      <p:pic>
        <p:nvPicPr>
          <p:cNvPr id="173" name="Graphic 172">
            <a:extLst>
              <a:ext uri="{FF2B5EF4-FFF2-40B4-BE49-F238E27FC236}">
                <a16:creationId xmlns:a16="http://schemas.microsoft.com/office/drawing/2014/main" id="{A89DFDD7-9123-1FBF-E8B1-D8E9DC58005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550092" y="3963261"/>
            <a:ext cx="274320" cy="274320"/>
          </a:xfrm>
          <a:prstGeom prst="rect">
            <a:avLst/>
          </a:prstGeom>
        </p:spPr>
      </p:pic>
      <p:pic>
        <p:nvPicPr>
          <p:cNvPr id="175" name="Graphic 174">
            <a:extLst>
              <a:ext uri="{FF2B5EF4-FFF2-40B4-BE49-F238E27FC236}">
                <a16:creationId xmlns:a16="http://schemas.microsoft.com/office/drawing/2014/main" id="{52095FB2-17F7-2542-0AB4-EE3751D893C7}"/>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171285" y="3979769"/>
            <a:ext cx="274320" cy="274320"/>
          </a:xfrm>
          <a:prstGeom prst="rect">
            <a:avLst/>
          </a:prstGeom>
        </p:spPr>
      </p:pic>
      <p:pic>
        <p:nvPicPr>
          <p:cNvPr id="177" name="Graphic 176">
            <a:extLst>
              <a:ext uri="{FF2B5EF4-FFF2-40B4-BE49-F238E27FC236}">
                <a16:creationId xmlns:a16="http://schemas.microsoft.com/office/drawing/2014/main" id="{A82AE3BE-C3D7-4C56-CE1A-1E24E052766E}"/>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414966" y="3963261"/>
            <a:ext cx="274320" cy="274320"/>
          </a:xfrm>
          <a:prstGeom prst="rect">
            <a:avLst/>
          </a:prstGeom>
        </p:spPr>
      </p:pic>
      <p:pic>
        <p:nvPicPr>
          <p:cNvPr id="179" name="Graphic 178">
            <a:extLst>
              <a:ext uri="{FF2B5EF4-FFF2-40B4-BE49-F238E27FC236}">
                <a16:creationId xmlns:a16="http://schemas.microsoft.com/office/drawing/2014/main" id="{6970EFA9-0E9B-FD9E-19CF-607C623E63A9}"/>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9564657" y="3969682"/>
            <a:ext cx="274320" cy="274320"/>
          </a:xfrm>
          <a:prstGeom prst="rect">
            <a:avLst/>
          </a:prstGeom>
        </p:spPr>
      </p:pic>
      <p:pic>
        <p:nvPicPr>
          <p:cNvPr id="8" name="Graphic 7">
            <a:extLst>
              <a:ext uri="{FF2B5EF4-FFF2-40B4-BE49-F238E27FC236}">
                <a16:creationId xmlns:a16="http://schemas.microsoft.com/office/drawing/2014/main" id="{8E5E6F48-774A-C885-78C6-99D034C1E24D}"/>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8372530" y="1735063"/>
            <a:ext cx="274320" cy="274320"/>
          </a:xfrm>
          <a:prstGeom prst="rect">
            <a:avLst/>
          </a:prstGeom>
        </p:spPr>
      </p:pic>
      <p:pic>
        <p:nvPicPr>
          <p:cNvPr id="14" name="Graphic 13">
            <a:extLst>
              <a:ext uri="{FF2B5EF4-FFF2-40B4-BE49-F238E27FC236}">
                <a16:creationId xmlns:a16="http://schemas.microsoft.com/office/drawing/2014/main" id="{EFFD2DDB-715A-BF4E-CA99-8EC56C1FE9F2}"/>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805858" y="1733232"/>
            <a:ext cx="274320" cy="274320"/>
          </a:xfrm>
          <a:prstGeom prst="rect">
            <a:avLst/>
          </a:prstGeom>
        </p:spPr>
      </p:pic>
      <p:pic>
        <p:nvPicPr>
          <p:cNvPr id="15" name="Graphic 14">
            <a:extLst>
              <a:ext uri="{FF2B5EF4-FFF2-40B4-BE49-F238E27FC236}">
                <a16:creationId xmlns:a16="http://schemas.microsoft.com/office/drawing/2014/main" id="{6DCBB50F-5059-83CA-CD20-C2A1E787FDC2}"/>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719480" y="5694263"/>
            <a:ext cx="365760" cy="365760"/>
          </a:xfrm>
          <a:prstGeom prst="rect">
            <a:avLst/>
          </a:prstGeom>
        </p:spPr>
      </p:pic>
    </p:spTree>
    <p:extLst>
      <p:ext uri="{BB962C8B-B14F-4D97-AF65-F5344CB8AC3E}">
        <p14:creationId xmlns:p14="http://schemas.microsoft.com/office/powerpoint/2010/main" val="10310671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DC9B2-EF79-BD5A-D0E0-1E63E35DD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DF1E08-094D-20D1-AE2B-CF31970FA3E4}"/>
              </a:ext>
            </a:extLst>
          </p:cNvPr>
          <p:cNvSpPr>
            <a:spLocks noGrp="1"/>
          </p:cNvSpPr>
          <p:nvPr>
            <p:ph type="title"/>
          </p:nvPr>
        </p:nvSpPr>
        <p:spPr/>
        <p:txBody>
          <a:bodyPr/>
          <a:lstStyle/>
          <a:p>
            <a:r>
              <a:rPr lang="en-US"/>
              <a:t>Business Impact</a:t>
            </a:r>
          </a:p>
        </p:txBody>
      </p:sp>
      <p:sp>
        <p:nvSpPr>
          <p:cNvPr id="3" name="Slide Number Placeholder 2">
            <a:extLst>
              <a:ext uri="{FF2B5EF4-FFF2-40B4-BE49-F238E27FC236}">
                <a16:creationId xmlns:a16="http://schemas.microsoft.com/office/drawing/2014/main" id="{33E425B6-2D42-D177-7345-2773AD5039A6}"/>
              </a:ext>
            </a:extLst>
          </p:cNvPr>
          <p:cNvSpPr>
            <a:spLocks noGrp="1"/>
          </p:cNvSpPr>
          <p:nvPr>
            <p:ph type="sldNum" sz="quarter" idx="12"/>
          </p:nvPr>
        </p:nvSpPr>
        <p:spPr/>
        <p:txBody>
          <a:bodyPr/>
          <a:lstStyle/>
          <a:p>
            <a:fld id="{330EA680-D336-4FF7-8B7A-9848BB0A1C32}" type="slidenum">
              <a:rPr lang="en-US" smtClean="0"/>
              <a:t>22</a:t>
            </a:fld>
            <a:endParaRPr lang="en-US"/>
          </a:p>
        </p:txBody>
      </p:sp>
      <p:sp>
        <p:nvSpPr>
          <p:cNvPr id="4" name="Date Placeholder 3">
            <a:extLst>
              <a:ext uri="{FF2B5EF4-FFF2-40B4-BE49-F238E27FC236}">
                <a16:creationId xmlns:a16="http://schemas.microsoft.com/office/drawing/2014/main" id="{EB85D1BC-2C62-26C0-9FC9-7501E1F2C737}"/>
              </a:ext>
            </a:extLst>
          </p:cNvPr>
          <p:cNvSpPr>
            <a:spLocks noGrp="1"/>
          </p:cNvSpPr>
          <p:nvPr>
            <p:ph type="dt" sz="half" idx="2"/>
          </p:nvPr>
        </p:nvSpPr>
        <p:spPr/>
        <p:txBody>
          <a:bodyPr/>
          <a:lstStyle/>
          <a:p>
            <a:r>
              <a:rPr lang="en-US"/>
              <a:t>© SYREN CLOUD INC – 2026 – ALL RIGHTS RESERVED</a:t>
            </a:r>
            <a:endParaRPr lang="en-US" sz="600"/>
          </a:p>
        </p:txBody>
      </p:sp>
      <p:sp>
        <p:nvSpPr>
          <p:cNvPr id="5" name="Rectangle: Rounded Corners 4">
            <a:extLst>
              <a:ext uri="{FF2B5EF4-FFF2-40B4-BE49-F238E27FC236}">
                <a16:creationId xmlns:a16="http://schemas.microsoft.com/office/drawing/2014/main" id="{09F68919-753B-F8AF-B6F4-5B8362DE8A26}"/>
              </a:ext>
            </a:extLst>
          </p:cNvPr>
          <p:cNvSpPr/>
          <p:nvPr/>
        </p:nvSpPr>
        <p:spPr>
          <a:xfrm>
            <a:off x="468086" y="1123720"/>
            <a:ext cx="11381014" cy="1057619"/>
          </a:xfrm>
          <a:prstGeom prst="roundRect">
            <a:avLst>
              <a:gd name="adj" fmla="val 9518"/>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AC3115E-CC5D-92E9-8FD0-DF2A2B9623CE}"/>
              </a:ext>
            </a:extLst>
          </p:cNvPr>
          <p:cNvSpPr txBox="1"/>
          <p:nvPr/>
        </p:nvSpPr>
        <p:spPr>
          <a:xfrm>
            <a:off x="614190" y="1368969"/>
            <a:ext cx="1537522" cy="723275"/>
          </a:xfrm>
          <a:prstGeom prst="rect">
            <a:avLst/>
          </a:prstGeom>
          <a:noFill/>
        </p:spPr>
        <p:txBody>
          <a:bodyPr wrap="square">
            <a:spAutoFit/>
          </a:bodyPr>
          <a:lstStyle/>
          <a:p>
            <a:pPr algn="ctr">
              <a:spcBef>
                <a:spcPts val="600"/>
              </a:spcBef>
            </a:pPr>
            <a:r>
              <a:rPr lang="en-US" sz="1100">
                <a:latin typeface="Montserrat" panose="00000500000000000000" pitchFamily="2" charset="0"/>
              </a:rPr>
              <a:t>SERVICE LEVEL (OTIF</a:t>
            </a:r>
          </a:p>
          <a:p>
            <a:pPr algn="ctr">
              <a:spcBef>
                <a:spcPts val="600"/>
              </a:spcBef>
            </a:pPr>
            <a:r>
              <a:rPr lang="en-US" sz="1400" b="1">
                <a:solidFill>
                  <a:srgbClr val="00B050"/>
                </a:solidFill>
                <a:latin typeface="Montserrat" panose="00000500000000000000" pitchFamily="2" charset="0"/>
              </a:rPr>
              <a:t>↑10-15%</a:t>
            </a:r>
          </a:p>
        </p:txBody>
      </p:sp>
      <p:sp>
        <p:nvSpPr>
          <p:cNvPr id="8" name="TextBox 7">
            <a:extLst>
              <a:ext uri="{FF2B5EF4-FFF2-40B4-BE49-F238E27FC236}">
                <a16:creationId xmlns:a16="http://schemas.microsoft.com/office/drawing/2014/main" id="{2A02D3A8-2BD4-B819-926D-8465940BEC78}"/>
              </a:ext>
            </a:extLst>
          </p:cNvPr>
          <p:cNvSpPr txBox="1"/>
          <p:nvPr/>
        </p:nvSpPr>
        <p:spPr>
          <a:xfrm>
            <a:off x="2209557" y="1368969"/>
            <a:ext cx="1537522" cy="723275"/>
          </a:xfrm>
          <a:prstGeom prst="rect">
            <a:avLst/>
          </a:prstGeom>
          <a:noFill/>
        </p:spPr>
        <p:txBody>
          <a:bodyPr wrap="square">
            <a:spAutoFit/>
          </a:bodyPr>
          <a:lstStyle/>
          <a:p>
            <a:pPr algn="ctr">
              <a:spcBef>
                <a:spcPts val="600"/>
              </a:spcBef>
            </a:pPr>
            <a:r>
              <a:rPr lang="en-US" sz="1100">
                <a:latin typeface="Montserrat" panose="00000500000000000000" pitchFamily="2" charset="0"/>
              </a:rPr>
              <a:t>PRODUCTION EFFICIENCY</a:t>
            </a:r>
          </a:p>
          <a:p>
            <a:pPr algn="ctr">
              <a:spcBef>
                <a:spcPts val="600"/>
              </a:spcBef>
            </a:pPr>
            <a:r>
              <a:rPr lang="en-US" sz="1400" b="1">
                <a:solidFill>
                  <a:srgbClr val="00B050"/>
                </a:solidFill>
                <a:latin typeface="Montserrat" panose="00000500000000000000" pitchFamily="2" charset="0"/>
              </a:rPr>
              <a:t>↑8-12</a:t>
            </a:r>
          </a:p>
        </p:txBody>
      </p:sp>
      <p:sp>
        <p:nvSpPr>
          <p:cNvPr id="9" name="TextBox 8">
            <a:extLst>
              <a:ext uri="{FF2B5EF4-FFF2-40B4-BE49-F238E27FC236}">
                <a16:creationId xmlns:a16="http://schemas.microsoft.com/office/drawing/2014/main" id="{9C03924C-C1B1-68B8-1FBD-53FEB9D6BD85}"/>
              </a:ext>
            </a:extLst>
          </p:cNvPr>
          <p:cNvSpPr txBox="1"/>
          <p:nvPr/>
        </p:nvSpPr>
        <p:spPr>
          <a:xfrm>
            <a:off x="3804924" y="1368969"/>
            <a:ext cx="1537522" cy="723275"/>
          </a:xfrm>
          <a:prstGeom prst="rect">
            <a:avLst/>
          </a:prstGeom>
          <a:noFill/>
        </p:spPr>
        <p:txBody>
          <a:bodyPr wrap="square">
            <a:spAutoFit/>
          </a:bodyPr>
          <a:lstStyle/>
          <a:p>
            <a:pPr algn="ctr">
              <a:spcBef>
                <a:spcPts val="600"/>
              </a:spcBef>
            </a:pPr>
            <a:r>
              <a:rPr lang="en-US" sz="1100">
                <a:latin typeface="Montserrat" panose="00000500000000000000" pitchFamily="2" charset="0"/>
              </a:rPr>
              <a:t>SPOILAGE / WASTE</a:t>
            </a:r>
          </a:p>
          <a:p>
            <a:pPr algn="ctr">
              <a:spcBef>
                <a:spcPts val="600"/>
              </a:spcBef>
            </a:pPr>
            <a:r>
              <a:rPr lang="en-US" sz="1400" b="1">
                <a:solidFill>
                  <a:schemeClr val="bg2"/>
                </a:solidFill>
                <a:latin typeface="Montserrat" panose="00000500000000000000" pitchFamily="2" charset="0"/>
              </a:rPr>
              <a:t>↓ 15-30%</a:t>
            </a:r>
          </a:p>
        </p:txBody>
      </p:sp>
      <p:sp>
        <p:nvSpPr>
          <p:cNvPr id="10" name="TextBox 9">
            <a:extLst>
              <a:ext uri="{FF2B5EF4-FFF2-40B4-BE49-F238E27FC236}">
                <a16:creationId xmlns:a16="http://schemas.microsoft.com/office/drawing/2014/main" id="{9E62223B-A64A-09E2-9D8C-0938EB0A5FE7}"/>
              </a:ext>
            </a:extLst>
          </p:cNvPr>
          <p:cNvSpPr txBox="1"/>
          <p:nvPr/>
        </p:nvSpPr>
        <p:spPr>
          <a:xfrm>
            <a:off x="5400291" y="1368969"/>
            <a:ext cx="1537522" cy="723275"/>
          </a:xfrm>
          <a:prstGeom prst="rect">
            <a:avLst/>
          </a:prstGeom>
          <a:noFill/>
        </p:spPr>
        <p:txBody>
          <a:bodyPr wrap="square">
            <a:spAutoFit/>
          </a:bodyPr>
          <a:lstStyle/>
          <a:p>
            <a:pPr algn="ctr">
              <a:spcBef>
                <a:spcPts val="600"/>
              </a:spcBef>
            </a:pPr>
            <a:r>
              <a:rPr lang="en-US" sz="1100">
                <a:latin typeface="Montserrat" panose="00000500000000000000" pitchFamily="2" charset="0"/>
              </a:rPr>
              <a:t>INVENTORY </a:t>
            </a:r>
            <a:br>
              <a:rPr lang="en-US" sz="1100">
                <a:latin typeface="Montserrat" panose="00000500000000000000" pitchFamily="2" charset="0"/>
              </a:rPr>
            </a:br>
            <a:r>
              <a:rPr lang="en-US" sz="1100">
                <a:latin typeface="Montserrat" panose="00000500000000000000" pitchFamily="2" charset="0"/>
              </a:rPr>
              <a:t>DAYS</a:t>
            </a:r>
          </a:p>
          <a:p>
            <a:pPr algn="ctr">
              <a:spcBef>
                <a:spcPts val="600"/>
              </a:spcBef>
            </a:pPr>
            <a:r>
              <a:rPr lang="en-US" sz="1400" b="1">
                <a:solidFill>
                  <a:schemeClr val="bg2"/>
                </a:solidFill>
                <a:latin typeface="Montserrat" panose="00000500000000000000" pitchFamily="2" charset="0"/>
              </a:rPr>
              <a:t>↓10-20%</a:t>
            </a:r>
          </a:p>
        </p:txBody>
      </p:sp>
      <p:sp>
        <p:nvSpPr>
          <p:cNvPr id="11" name="TextBox 10">
            <a:extLst>
              <a:ext uri="{FF2B5EF4-FFF2-40B4-BE49-F238E27FC236}">
                <a16:creationId xmlns:a16="http://schemas.microsoft.com/office/drawing/2014/main" id="{BE77FC9B-529B-FA5C-D8C5-F9CF442F492B}"/>
              </a:ext>
            </a:extLst>
          </p:cNvPr>
          <p:cNvSpPr txBox="1"/>
          <p:nvPr/>
        </p:nvSpPr>
        <p:spPr>
          <a:xfrm>
            <a:off x="6995658" y="1368969"/>
            <a:ext cx="1537522" cy="723275"/>
          </a:xfrm>
          <a:prstGeom prst="rect">
            <a:avLst/>
          </a:prstGeom>
          <a:noFill/>
        </p:spPr>
        <p:txBody>
          <a:bodyPr wrap="square">
            <a:spAutoFit/>
          </a:bodyPr>
          <a:lstStyle/>
          <a:p>
            <a:pPr algn="ctr">
              <a:spcBef>
                <a:spcPts val="600"/>
              </a:spcBef>
            </a:pPr>
            <a:r>
              <a:rPr lang="en-US" sz="1100">
                <a:latin typeface="Montserrat" panose="00000500000000000000" pitchFamily="2" charset="0"/>
              </a:rPr>
              <a:t>LABOR PRODUCTIVITY</a:t>
            </a:r>
          </a:p>
          <a:p>
            <a:pPr algn="ctr">
              <a:spcBef>
                <a:spcPts val="600"/>
              </a:spcBef>
            </a:pPr>
            <a:r>
              <a:rPr lang="en-US" sz="1400" b="1">
                <a:solidFill>
                  <a:srgbClr val="00B050"/>
                </a:solidFill>
                <a:latin typeface="Montserrat" panose="00000500000000000000" pitchFamily="2" charset="0"/>
              </a:rPr>
              <a:t>↑15-25%</a:t>
            </a:r>
          </a:p>
        </p:txBody>
      </p:sp>
      <p:sp>
        <p:nvSpPr>
          <p:cNvPr id="12" name="TextBox 11">
            <a:extLst>
              <a:ext uri="{FF2B5EF4-FFF2-40B4-BE49-F238E27FC236}">
                <a16:creationId xmlns:a16="http://schemas.microsoft.com/office/drawing/2014/main" id="{D8A04F4D-D086-E47F-5391-63CE846A453C}"/>
              </a:ext>
            </a:extLst>
          </p:cNvPr>
          <p:cNvSpPr txBox="1"/>
          <p:nvPr/>
        </p:nvSpPr>
        <p:spPr>
          <a:xfrm>
            <a:off x="8591025" y="1368969"/>
            <a:ext cx="1537522" cy="723275"/>
          </a:xfrm>
          <a:prstGeom prst="rect">
            <a:avLst/>
          </a:prstGeom>
          <a:noFill/>
        </p:spPr>
        <p:txBody>
          <a:bodyPr wrap="square">
            <a:spAutoFit/>
          </a:bodyPr>
          <a:lstStyle/>
          <a:p>
            <a:pPr algn="ctr">
              <a:spcBef>
                <a:spcPts val="600"/>
              </a:spcBef>
            </a:pPr>
            <a:r>
              <a:rPr lang="en-US" sz="1100">
                <a:latin typeface="Montserrat" panose="00000500000000000000" pitchFamily="2" charset="0"/>
              </a:rPr>
              <a:t>COST TO </a:t>
            </a:r>
            <a:br>
              <a:rPr lang="en-US" sz="1100">
                <a:latin typeface="Montserrat" panose="00000500000000000000" pitchFamily="2" charset="0"/>
              </a:rPr>
            </a:br>
            <a:r>
              <a:rPr lang="en-US" sz="1100">
                <a:latin typeface="Montserrat" panose="00000500000000000000" pitchFamily="2" charset="0"/>
              </a:rPr>
              <a:t>SERVE</a:t>
            </a:r>
          </a:p>
          <a:p>
            <a:pPr algn="ctr">
              <a:spcBef>
                <a:spcPts val="600"/>
              </a:spcBef>
            </a:pPr>
            <a:r>
              <a:rPr lang="en-US" sz="1400" b="1">
                <a:solidFill>
                  <a:schemeClr val="bg2"/>
                </a:solidFill>
                <a:latin typeface="Montserrat" panose="00000500000000000000" pitchFamily="2" charset="0"/>
              </a:rPr>
              <a:t>↓8-12%</a:t>
            </a:r>
          </a:p>
        </p:txBody>
      </p:sp>
      <p:sp>
        <p:nvSpPr>
          <p:cNvPr id="13" name="TextBox 12">
            <a:extLst>
              <a:ext uri="{FF2B5EF4-FFF2-40B4-BE49-F238E27FC236}">
                <a16:creationId xmlns:a16="http://schemas.microsoft.com/office/drawing/2014/main" id="{DD24CD3E-9903-6E47-79C4-8CF6B39EB160}"/>
              </a:ext>
            </a:extLst>
          </p:cNvPr>
          <p:cNvSpPr txBox="1"/>
          <p:nvPr/>
        </p:nvSpPr>
        <p:spPr>
          <a:xfrm>
            <a:off x="10186392" y="1368969"/>
            <a:ext cx="1537522" cy="723275"/>
          </a:xfrm>
          <a:prstGeom prst="rect">
            <a:avLst/>
          </a:prstGeom>
          <a:noFill/>
        </p:spPr>
        <p:txBody>
          <a:bodyPr wrap="square">
            <a:spAutoFit/>
          </a:bodyPr>
          <a:lstStyle/>
          <a:p>
            <a:pPr algn="ctr">
              <a:spcBef>
                <a:spcPts val="600"/>
              </a:spcBef>
            </a:pPr>
            <a:r>
              <a:rPr lang="en-US" sz="1100">
                <a:latin typeface="Montserrat" panose="00000500000000000000" pitchFamily="2" charset="0"/>
              </a:rPr>
              <a:t>FRESHNESS INDEX</a:t>
            </a:r>
          </a:p>
          <a:p>
            <a:pPr algn="ctr">
              <a:spcBef>
                <a:spcPts val="600"/>
              </a:spcBef>
            </a:pPr>
            <a:r>
              <a:rPr lang="en-US" sz="1400" b="1">
                <a:solidFill>
                  <a:srgbClr val="00B050"/>
                </a:solidFill>
                <a:latin typeface="Montserrat" panose="00000500000000000000" pitchFamily="2" charset="0"/>
              </a:rPr>
              <a:t>↑10-20%</a:t>
            </a:r>
          </a:p>
        </p:txBody>
      </p:sp>
      <p:sp>
        <p:nvSpPr>
          <p:cNvPr id="16" name="TextBox 15">
            <a:extLst>
              <a:ext uri="{FF2B5EF4-FFF2-40B4-BE49-F238E27FC236}">
                <a16:creationId xmlns:a16="http://schemas.microsoft.com/office/drawing/2014/main" id="{91418044-49D4-F768-5C94-C214EC05A7A4}"/>
              </a:ext>
            </a:extLst>
          </p:cNvPr>
          <p:cNvSpPr txBox="1"/>
          <p:nvPr/>
        </p:nvSpPr>
        <p:spPr>
          <a:xfrm>
            <a:off x="653508" y="1005555"/>
            <a:ext cx="1853588" cy="274320"/>
          </a:xfrm>
          <a:prstGeom prst="roundRect">
            <a:avLst>
              <a:gd name="adj" fmla="val 50000"/>
            </a:avLst>
          </a:prstGeom>
          <a:solidFill>
            <a:schemeClr val="tx1"/>
          </a:solidFill>
        </p:spPr>
        <p:txBody>
          <a:bodyPr wrap="square" anchor="ctr">
            <a:spAutoFit/>
          </a:bodyPr>
          <a:lstStyle/>
          <a:p>
            <a:pPr algn="ctr"/>
            <a:r>
              <a:rPr lang="en-US" sz="1200">
                <a:solidFill>
                  <a:schemeClr val="bg1"/>
                </a:solidFill>
                <a:latin typeface="Montserrat" panose="00000500000000000000" pitchFamily="2" charset="0"/>
              </a:rPr>
              <a:t>Business Impact</a:t>
            </a:r>
          </a:p>
        </p:txBody>
      </p:sp>
      <p:sp>
        <p:nvSpPr>
          <p:cNvPr id="17" name="Rectangle: Top Corners Rounded 16">
            <a:extLst>
              <a:ext uri="{FF2B5EF4-FFF2-40B4-BE49-F238E27FC236}">
                <a16:creationId xmlns:a16="http://schemas.microsoft.com/office/drawing/2014/main" id="{AEA4C211-0EA3-0CC5-5741-8D7A0ECB1E3B}"/>
              </a:ext>
            </a:extLst>
          </p:cNvPr>
          <p:cNvSpPr/>
          <p:nvPr/>
        </p:nvSpPr>
        <p:spPr>
          <a:xfrm rot="16200000">
            <a:off x="686859" y="5318752"/>
            <a:ext cx="972802" cy="1409411"/>
          </a:xfrm>
          <a:prstGeom prst="round2SameRect">
            <a:avLst>
              <a:gd name="adj1" fmla="val 8043"/>
              <a:gd name="adj2" fmla="val 0"/>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79C6FD7-E7E3-EEE7-00BB-9852C74E2285}"/>
              </a:ext>
            </a:extLst>
          </p:cNvPr>
          <p:cNvSpPr/>
          <p:nvPr/>
        </p:nvSpPr>
        <p:spPr>
          <a:xfrm>
            <a:off x="1877963" y="5537053"/>
            <a:ext cx="9998628" cy="972804"/>
          </a:xfrm>
          <a:prstGeom prst="rect">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Top Corners Rounded 18">
            <a:extLst>
              <a:ext uri="{FF2B5EF4-FFF2-40B4-BE49-F238E27FC236}">
                <a16:creationId xmlns:a16="http://schemas.microsoft.com/office/drawing/2014/main" id="{36AC35E8-0932-47F4-665F-9D23131DD355}"/>
              </a:ext>
            </a:extLst>
          </p:cNvPr>
          <p:cNvSpPr/>
          <p:nvPr/>
        </p:nvSpPr>
        <p:spPr>
          <a:xfrm>
            <a:off x="495578" y="2285333"/>
            <a:ext cx="5541382" cy="393947"/>
          </a:xfrm>
          <a:prstGeom prst="round2SameRect">
            <a:avLst>
              <a:gd name="adj1" fmla="val 50000"/>
              <a:gd name="adj2" fmla="val 0"/>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latin typeface="Montserrat" panose="00000500000000000000" pitchFamily="2" charset="0"/>
              </a:rPr>
              <a:t>KEY CAPABILITIES</a:t>
            </a:r>
          </a:p>
        </p:txBody>
      </p:sp>
      <p:sp>
        <p:nvSpPr>
          <p:cNvPr id="20" name="Rectangle 19">
            <a:extLst>
              <a:ext uri="{FF2B5EF4-FFF2-40B4-BE49-F238E27FC236}">
                <a16:creationId xmlns:a16="http://schemas.microsoft.com/office/drawing/2014/main" id="{3D1DFB9B-F0AF-B773-7145-B777DB79F656}"/>
              </a:ext>
            </a:extLst>
          </p:cNvPr>
          <p:cNvSpPr/>
          <p:nvPr/>
        </p:nvSpPr>
        <p:spPr>
          <a:xfrm>
            <a:off x="495578" y="2679281"/>
            <a:ext cx="5541382" cy="2757590"/>
          </a:xfrm>
          <a:prstGeom prst="rect">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Top Corners Rounded 20">
            <a:extLst>
              <a:ext uri="{FF2B5EF4-FFF2-40B4-BE49-F238E27FC236}">
                <a16:creationId xmlns:a16="http://schemas.microsoft.com/office/drawing/2014/main" id="{C45A02D9-76EE-874F-7136-01B0DD63AA74}"/>
              </a:ext>
            </a:extLst>
          </p:cNvPr>
          <p:cNvSpPr/>
          <p:nvPr/>
        </p:nvSpPr>
        <p:spPr>
          <a:xfrm>
            <a:off x="6335209" y="2285333"/>
            <a:ext cx="5541382" cy="393947"/>
          </a:xfrm>
          <a:prstGeom prst="round2SameRect">
            <a:avLst>
              <a:gd name="adj1" fmla="val 50000"/>
              <a:gd name="adj2" fmla="val 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latin typeface="Montserrat" panose="00000500000000000000" pitchFamily="2" charset="0"/>
              </a:rPr>
              <a:t>TECHNOLOGY STACK</a:t>
            </a:r>
          </a:p>
        </p:txBody>
      </p:sp>
      <p:sp>
        <p:nvSpPr>
          <p:cNvPr id="22" name="Rectangle 21">
            <a:extLst>
              <a:ext uri="{FF2B5EF4-FFF2-40B4-BE49-F238E27FC236}">
                <a16:creationId xmlns:a16="http://schemas.microsoft.com/office/drawing/2014/main" id="{6949B59C-AF75-845B-8C10-5731FB8C70E2}"/>
              </a:ext>
            </a:extLst>
          </p:cNvPr>
          <p:cNvSpPr/>
          <p:nvPr/>
        </p:nvSpPr>
        <p:spPr>
          <a:xfrm>
            <a:off x="6335209" y="2679281"/>
            <a:ext cx="5541382" cy="275759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47864FAB-5578-D90E-D518-A884CC31EB77}"/>
              </a:ext>
            </a:extLst>
          </p:cNvPr>
          <p:cNvSpPr txBox="1"/>
          <p:nvPr/>
        </p:nvSpPr>
        <p:spPr>
          <a:xfrm>
            <a:off x="1024352" y="2721602"/>
            <a:ext cx="5012608" cy="2662267"/>
          </a:xfrm>
          <a:prstGeom prst="rect">
            <a:avLst/>
          </a:prstGeom>
          <a:noFill/>
        </p:spPr>
        <p:txBody>
          <a:bodyPr wrap="square">
            <a:spAutoFit/>
          </a:bodyPr>
          <a:lstStyle/>
          <a:p>
            <a:pPr>
              <a:spcBef>
                <a:spcPts val="600"/>
              </a:spcBef>
              <a:spcAft>
                <a:spcPts val="600"/>
              </a:spcAft>
            </a:pPr>
            <a:r>
              <a:rPr lang="en-US" sz="900" b="1">
                <a:latin typeface="Montserrat" panose="00000500000000000000" pitchFamily="2" charset="0"/>
              </a:rPr>
              <a:t>END-TO-END OPTIMIZATION</a:t>
            </a:r>
            <a:br>
              <a:rPr lang="en-US" sz="900" b="1">
                <a:latin typeface="Montserrat" panose="00000500000000000000" pitchFamily="2" charset="0"/>
              </a:rPr>
            </a:br>
            <a:r>
              <a:rPr lang="en-US" sz="900">
                <a:latin typeface="Montserrat" panose="00000500000000000000" pitchFamily="2" charset="0"/>
              </a:rPr>
              <a:t>Coordinated planning from milk intake to store delivery with freshness constraints</a:t>
            </a:r>
          </a:p>
          <a:p>
            <a:pPr>
              <a:spcBef>
                <a:spcPts val="600"/>
              </a:spcBef>
              <a:spcAft>
                <a:spcPts val="600"/>
              </a:spcAft>
            </a:pPr>
            <a:r>
              <a:rPr lang="en-US" sz="900" b="1">
                <a:latin typeface="Montserrat" panose="00000500000000000000" pitchFamily="2" charset="0"/>
              </a:rPr>
              <a:t>FRESHNESS-FIRST APPROACH</a:t>
            </a:r>
            <a:br>
              <a:rPr lang="en-US" sz="900" b="1">
                <a:latin typeface="Montserrat" panose="00000500000000000000" pitchFamily="2" charset="0"/>
              </a:rPr>
            </a:br>
            <a:r>
              <a:rPr lang="en-US" sz="900">
                <a:latin typeface="Montserrat" panose="00000500000000000000" pitchFamily="2" charset="0"/>
              </a:rPr>
              <a:t>Shelf-life aware optimization to maximize freshness and minimize waste</a:t>
            </a:r>
          </a:p>
          <a:p>
            <a:pPr>
              <a:spcBef>
                <a:spcPts val="600"/>
              </a:spcBef>
              <a:spcAft>
                <a:spcPts val="600"/>
              </a:spcAft>
            </a:pPr>
            <a:r>
              <a:rPr lang="en-US" sz="900" b="1">
                <a:latin typeface="Montserrat" panose="00000500000000000000" pitchFamily="2" charset="0"/>
              </a:rPr>
              <a:t>CONSTRAINT-AWARE SCHEDULING</a:t>
            </a:r>
            <a:br>
              <a:rPr lang="en-US" sz="900" b="1">
                <a:latin typeface="Montserrat" panose="00000500000000000000" pitchFamily="2" charset="0"/>
              </a:rPr>
            </a:br>
            <a:r>
              <a:rPr lang="en-US" sz="900">
                <a:latin typeface="Montserrat" panose="00000500000000000000" pitchFamily="2" charset="0"/>
              </a:rPr>
              <a:t>Finite capacity, sequence dependent setup, CIP cleaning, packaging constraints</a:t>
            </a:r>
          </a:p>
          <a:p>
            <a:pPr>
              <a:spcBef>
                <a:spcPts val="600"/>
              </a:spcBef>
              <a:spcAft>
                <a:spcPts val="600"/>
              </a:spcAft>
            </a:pPr>
            <a:r>
              <a:rPr lang="en-US" sz="900" b="1">
                <a:latin typeface="Montserrat" panose="00000500000000000000" pitchFamily="2" charset="0"/>
              </a:rPr>
              <a:t>DIGITAL TWIN &amp; SCENARIO PLANNING</a:t>
            </a:r>
            <a:br>
              <a:rPr lang="en-US" sz="900" b="1">
                <a:latin typeface="Montserrat" panose="00000500000000000000" pitchFamily="2" charset="0"/>
              </a:rPr>
            </a:br>
            <a:r>
              <a:rPr lang="en-US" sz="900">
                <a:latin typeface="Montserrat" panose="00000500000000000000" pitchFamily="2" charset="0"/>
              </a:rPr>
              <a:t>Simulate demand spikes, equipment failures, supply disruptions, and what if scenarios</a:t>
            </a:r>
          </a:p>
          <a:p>
            <a:pPr>
              <a:spcBef>
                <a:spcPts val="600"/>
              </a:spcBef>
              <a:spcAft>
                <a:spcPts val="600"/>
              </a:spcAft>
            </a:pPr>
            <a:r>
              <a:rPr lang="en-US" sz="900" b="1">
                <a:latin typeface="Montserrat" panose="00000500000000000000" pitchFamily="2" charset="0"/>
              </a:rPr>
              <a:t>EXPLAINABLE &amp; TRUSTED AI</a:t>
            </a:r>
            <a:br>
              <a:rPr lang="en-US" sz="900" b="1">
                <a:latin typeface="Montserrat" panose="00000500000000000000" pitchFamily="2" charset="0"/>
              </a:rPr>
            </a:br>
            <a:r>
              <a:rPr lang="en-US" sz="900">
                <a:latin typeface="Montserrat" panose="00000500000000000000" pitchFamily="2" charset="0"/>
              </a:rPr>
              <a:t>Transparent recommendations with business logic, drivers and confidence</a:t>
            </a:r>
          </a:p>
          <a:p>
            <a:pPr>
              <a:spcBef>
                <a:spcPts val="600"/>
              </a:spcBef>
              <a:spcAft>
                <a:spcPts val="600"/>
              </a:spcAft>
            </a:pPr>
            <a:r>
              <a:rPr lang="en-US" sz="900" b="1">
                <a:latin typeface="Montserrat" panose="00000500000000000000" pitchFamily="2" charset="0"/>
              </a:rPr>
              <a:t>REAL-TIME &amp; ADAPTIVE</a:t>
            </a:r>
            <a:br>
              <a:rPr lang="en-US" sz="900" b="1">
                <a:latin typeface="Montserrat" panose="00000500000000000000" pitchFamily="2" charset="0"/>
              </a:rPr>
            </a:br>
            <a:r>
              <a:rPr lang="en-US" sz="900">
                <a:latin typeface="Montserrat" panose="00000500000000000000" pitchFamily="2" charset="0"/>
              </a:rPr>
              <a:t>Continuously learn and adapt to changing conditions and sensor and sensor data</a:t>
            </a:r>
          </a:p>
        </p:txBody>
      </p:sp>
      <p:sp>
        <p:nvSpPr>
          <p:cNvPr id="27" name="TextBox 26">
            <a:extLst>
              <a:ext uri="{FF2B5EF4-FFF2-40B4-BE49-F238E27FC236}">
                <a16:creationId xmlns:a16="http://schemas.microsoft.com/office/drawing/2014/main" id="{856D62F7-B97F-7EC3-6D2D-F6368242FF36}"/>
              </a:ext>
            </a:extLst>
          </p:cNvPr>
          <p:cNvSpPr txBox="1"/>
          <p:nvPr/>
        </p:nvSpPr>
        <p:spPr>
          <a:xfrm>
            <a:off x="6446843" y="2801418"/>
            <a:ext cx="2036392" cy="246221"/>
          </a:xfrm>
          <a:prstGeom prst="rect">
            <a:avLst/>
          </a:prstGeom>
          <a:noFill/>
        </p:spPr>
        <p:txBody>
          <a:bodyPr wrap="square" lIns="91440" tIns="45720" rIns="91440" bIns="45720" anchor="t">
            <a:spAutoFit/>
          </a:bodyPr>
          <a:lstStyle/>
          <a:p>
            <a:r>
              <a:rPr lang="en-US" sz="1000" b="1">
                <a:latin typeface="Montserrat"/>
              </a:rPr>
              <a:t>CLOUD &amp; DATA PLATFORM</a:t>
            </a:r>
            <a:endParaRPr lang="en-US" sz="1000">
              <a:latin typeface="Montserrat"/>
            </a:endParaRPr>
          </a:p>
        </p:txBody>
      </p:sp>
      <p:sp>
        <p:nvSpPr>
          <p:cNvPr id="28" name="TextBox 27">
            <a:extLst>
              <a:ext uri="{FF2B5EF4-FFF2-40B4-BE49-F238E27FC236}">
                <a16:creationId xmlns:a16="http://schemas.microsoft.com/office/drawing/2014/main" id="{E7FD9075-DED0-9D55-791A-EC110713388F}"/>
              </a:ext>
            </a:extLst>
          </p:cNvPr>
          <p:cNvSpPr txBox="1"/>
          <p:nvPr/>
        </p:nvSpPr>
        <p:spPr>
          <a:xfrm>
            <a:off x="9715015" y="2801418"/>
            <a:ext cx="1747394" cy="246221"/>
          </a:xfrm>
          <a:prstGeom prst="rect">
            <a:avLst/>
          </a:prstGeom>
          <a:noFill/>
        </p:spPr>
        <p:txBody>
          <a:bodyPr wrap="square">
            <a:spAutoFit/>
          </a:bodyPr>
          <a:lstStyle/>
          <a:p>
            <a:r>
              <a:rPr lang="en-US" sz="1000" b="1">
                <a:latin typeface="Montserrat" panose="00000500000000000000" pitchFamily="2" charset="0"/>
              </a:rPr>
              <a:t>ERP INTEGRATION</a:t>
            </a:r>
            <a:endParaRPr lang="en-US" sz="1000">
              <a:latin typeface="Montserrat" panose="00000500000000000000" pitchFamily="2" charset="0"/>
            </a:endParaRPr>
          </a:p>
        </p:txBody>
      </p:sp>
      <p:sp>
        <p:nvSpPr>
          <p:cNvPr id="29" name="TextBox 28">
            <a:extLst>
              <a:ext uri="{FF2B5EF4-FFF2-40B4-BE49-F238E27FC236}">
                <a16:creationId xmlns:a16="http://schemas.microsoft.com/office/drawing/2014/main" id="{E68F37E4-B01C-88D2-176E-6FD0EC67F30B}"/>
              </a:ext>
            </a:extLst>
          </p:cNvPr>
          <p:cNvSpPr txBox="1"/>
          <p:nvPr/>
        </p:nvSpPr>
        <p:spPr>
          <a:xfrm>
            <a:off x="6626232" y="3087941"/>
            <a:ext cx="2331360" cy="1519262"/>
          </a:xfrm>
          <a:prstGeom prst="rect">
            <a:avLst/>
          </a:prstGeom>
          <a:noFill/>
        </p:spPr>
        <p:txBody>
          <a:bodyPr wrap="square">
            <a:spAutoFit/>
          </a:bodyPr>
          <a:lstStyle/>
          <a:p>
            <a:pPr marL="171450" indent="-171450">
              <a:lnSpc>
                <a:spcPct val="150000"/>
              </a:lnSpc>
              <a:buFont typeface="Wingdings" panose="05000000000000000000" pitchFamily="2" charset="2"/>
              <a:buChar char="v"/>
            </a:pPr>
            <a:r>
              <a:rPr lang="en-US" sz="1050">
                <a:latin typeface="Montserrat" panose="00000500000000000000" pitchFamily="2" charset="0"/>
              </a:rPr>
              <a:t>Azure Data Factory</a:t>
            </a:r>
          </a:p>
          <a:p>
            <a:pPr marL="171450" indent="-171450">
              <a:lnSpc>
                <a:spcPct val="150000"/>
              </a:lnSpc>
              <a:buFont typeface="Wingdings" panose="05000000000000000000" pitchFamily="2" charset="2"/>
              <a:buChar char="v"/>
            </a:pPr>
            <a:r>
              <a:rPr lang="en-US" sz="1050">
                <a:latin typeface="Montserrat" panose="00000500000000000000" pitchFamily="2" charset="0"/>
              </a:rPr>
              <a:t>Azure Data Lake</a:t>
            </a:r>
          </a:p>
          <a:p>
            <a:pPr marL="171450" indent="-171450">
              <a:lnSpc>
                <a:spcPct val="150000"/>
              </a:lnSpc>
              <a:buFont typeface="Wingdings" panose="05000000000000000000" pitchFamily="2" charset="2"/>
              <a:buChar char="v"/>
            </a:pPr>
            <a:r>
              <a:rPr lang="en-US" sz="1050">
                <a:latin typeface="Montserrat" panose="00000500000000000000" pitchFamily="2" charset="0"/>
              </a:rPr>
              <a:t>Azure Databricks</a:t>
            </a:r>
          </a:p>
          <a:p>
            <a:pPr marL="171450" indent="-171450">
              <a:lnSpc>
                <a:spcPct val="150000"/>
              </a:lnSpc>
              <a:buFont typeface="Wingdings" panose="05000000000000000000" pitchFamily="2" charset="2"/>
              <a:buChar char="v"/>
            </a:pPr>
            <a:r>
              <a:rPr lang="en-US" sz="1050">
                <a:latin typeface="Montserrat" panose="00000500000000000000" pitchFamily="2" charset="0"/>
              </a:rPr>
              <a:t>Azure Machine Learning</a:t>
            </a:r>
          </a:p>
          <a:p>
            <a:pPr marL="171450" indent="-171450">
              <a:lnSpc>
                <a:spcPct val="150000"/>
              </a:lnSpc>
              <a:buFont typeface="Wingdings" panose="05000000000000000000" pitchFamily="2" charset="2"/>
              <a:buChar char="v"/>
            </a:pPr>
            <a:r>
              <a:rPr lang="en-US" sz="1050">
                <a:latin typeface="Montserrat" panose="00000500000000000000" pitchFamily="2" charset="0"/>
              </a:rPr>
              <a:t>Azure Kubernetes Service</a:t>
            </a:r>
          </a:p>
          <a:p>
            <a:pPr marL="171450" indent="-171450">
              <a:lnSpc>
                <a:spcPct val="150000"/>
              </a:lnSpc>
              <a:buFont typeface="Wingdings" panose="05000000000000000000" pitchFamily="2" charset="2"/>
              <a:buChar char="v"/>
            </a:pPr>
            <a:r>
              <a:rPr lang="en-US" sz="1050">
                <a:latin typeface="Montserrat" panose="00000500000000000000" pitchFamily="2" charset="0"/>
              </a:rPr>
              <a:t>Power Bl</a:t>
            </a:r>
          </a:p>
        </p:txBody>
      </p:sp>
      <p:sp>
        <p:nvSpPr>
          <p:cNvPr id="31" name="TextBox 30">
            <a:extLst>
              <a:ext uri="{FF2B5EF4-FFF2-40B4-BE49-F238E27FC236}">
                <a16:creationId xmlns:a16="http://schemas.microsoft.com/office/drawing/2014/main" id="{081CA888-E4E4-7D29-D443-DD72782BAFB7}"/>
              </a:ext>
            </a:extLst>
          </p:cNvPr>
          <p:cNvSpPr txBox="1"/>
          <p:nvPr/>
        </p:nvSpPr>
        <p:spPr>
          <a:xfrm>
            <a:off x="9947127" y="3114265"/>
            <a:ext cx="1747394" cy="1276888"/>
          </a:xfrm>
          <a:prstGeom prst="rect">
            <a:avLst/>
          </a:prstGeom>
          <a:noFill/>
        </p:spPr>
        <p:txBody>
          <a:bodyPr wrap="square">
            <a:spAutoFit/>
          </a:bodyPr>
          <a:lstStyle/>
          <a:p>
            <a:pPr marL="171450" indent="-171450">
              <a:lnSpc>
                <a:spcPct val="150000"/>
              </a:lnSpc>
              <a:buFont typeface="Wingdings" panose="05000000000000000000" pitchFamily="2" charset="2"/>
              <a:buChar char="v"/>
            </a:pPr>
            <a:r>
              <a:rPr lang="en-US" sz="1050">
                <a:latin typeface="Montserrat" panose="00000500000000000000" pitchFamily="2" charset="0"/>
              </a:rPr>
              <a:t>SAP S/4HANA</a:t>
            </a:r>
          </a:p>
          <a:p>
            <a:pPr marL="171450" indent="-171450">
              <a:lnSpc>
                <a:spcPct val="150000"/>
              </a:lnSpc>
              <a:buFont typeface="Wingdings" panose="05000000000000000000" pitchFamily="2" charset="2"/>
              <a:buChar char="v"/>
            </a:pPr>
            <a:r>
              <a:rPr lang="en-US" sz="1050">
                <a:latin typeface="Montserrat" panose="00000500000000000000" pitchFamily="2" charset="0"/>
              </a:rPr>
              <a:t>SAP ISP (Optional)</a:t>
            </a:r>
          </a:p>
          <a:p>
            <a:pPr marL="171450" indent="-171450">
              <a:lnSpc>
                <a:spcPct val="150000"/>
              </a:lnSpc>
              <a:buFont typeface="Wingdings" panose="05000000000000000000" pitchFamily="2" charset="2"/>
              <a:buChar char="v"/>
            </a:pPr>
            <a:r>
              <a:rPr lang="en-US" sz="1050">
                <a:latin typeface="Montserrat" panose="00000500000000000000" pitchFamily="2" charset="0"/>
              </a:rPr>
              <a:t>SAP EWM / TM</a:t>
            </a:r>
          </a:p>
          <a:p>
            <a:pPr marL="171450" indent="-171450">
              <a:lnSpc>
                <a:spcPct val="150000"/>
              </a:lnSpc>
              <a:buFont typeface="Wingdings" panose="05000000000000000000" pitchFamily="2" charset="2"/>
              <a:buChar char="v"/>
            </a:pPr>
            <a:r>
              <a:rPr lang="en-US" sz="1050">
                <a:latin typeface="Montserrat" panose="00000500000000000000" pitchFamily="2" charset="0"/>
              </a:rPr>
              <a:t>SAP Analytics Cloud</a:t>
            </a:r>
          </a:p>
          <a:p>
            <a:pPr marL="171450" indent="-171450">
              <a:lnSpc>
                <a:spcPct val="150000"/>
              </a:lnSpc>
              <a:buFont typeface="Wingdings" panose="05000000000000000000" pitchFamily="2" charset="2"/>
              <a:buChar char="v"/>
            </a:pPr>
            <a:r>
              <a:rPr lang="en-US" sz="1050">
                <a:latin typeface="Montserrat" panose="00000500000000000000" pitchFamily="2" charset="0"/>
              </a:rPr>
              <a:t>IoT Hub / Event Hub</a:t>
            </a:r>
          </a:p>
        </p:txBody>
      </p:sp>
      <p:cxnSp>
        <p:nvCxnSpPr>
          <p:cNvPr id="33" name="Straight Arrow Connector 32">
            <a:extLst>
              <a:ext uri="{FF2B5EF4-FFF2-40B4-BE49-F238E27FC236}">
                <a16:creationId xmlns:a16="http://schemas.microsoft.com/office/drawing/2014/main" id="{B3C6BD90-277C-04B6-65D4-1A9C7A5E9E8D}"/>
              </a:ext>
            </a:extLst>
          </p:cNvPr>
          <p:cNvCxnSpPr>
            <a:cxnSpLocks/>
          </p:cNvCxnSpPr>
          <p:nvPr/>
        </p:nvCxnSpPr>
        <p:spPr>
          <a:xfrm>
            <a:off x="8740717" y="3295724"/>
            <a:ext cx="785352" cy="0"/>
          </a:xfrm>
          <a:prstGeom prst="straightConnector1">
            <a:avLst/>
          </a:prstGeom>
          <a:ln w="76200">
            <a:solidFill>
              <a:schemeClr val="bg2"/>
            </a:solidFill>
            <a:headEnd type="triangle"/>
            <a:tailEnd type="triangle"/>
          </a:ln>
        </p:spPr>
        <p:style>
          <a:lnRef idx="2">
            <a:schemeClr val="accent1"/>
          </a:lnRef>
          <a:fillRef idx="0">
            <a:schemeClr val="accent1"/>
          </a:fillRef>
          <a:effectRef idx="1">
            <a:schemeClr val="accent1"/>
          </a:effectRef>
          <a:fontRef idx="minor">
            <a:schemeClr val="tx1"/>
          </a:fontRef>
        </p:style>
      </p:cxnSp>
      <p:pic>
        <p:nvPicPr>
          <p:cNvPr id="36" name="Graphic 35" descr="Single gear with solid fill">
            <a:extLst>
              <a:ext uri="{FF2B5EF4-FFF2-40B4-BE49-F238E27FC236}">
                <a16:creationId xmlns:a16="http://schemas.microsoft.com/office/drawing/2014/main" id="{46571A1F-374A-0386-1840-6F8444668819}"/>
              </a:ext>
            </a:extLst>
          </p:cNvPr>
          <p:cNvPicPr>
            <a:picLocks noChangeAspect="1"/>
          </p:cNvPicPr>
          <p:nvPr/>
        </p:nvPicPr>
        <p:blipFill>
          <a:blip>
            <a:extLst>
              <a:ext uri="{96DAC541-7B7A-43D3-8B79-37D633B846F1}">
                <asvg:svgBlip xmlns:asvg="http://schemas.microsoft.com/office/drawing/2016/SVG/main" r:embed="rId3"/>
              </a:ext>
            </a:extLst>
          </a:blip>
          <a:srcRect l="13629" t="12939" r="10198" b="11933"/>
          <a:stretch>
            <a:fillRect/>
          </a:stretch>
        </p:blipFill>
        <p:spPr>
          <a:xfrm>
            <a:off x="9445557" y="3567024"/>
            <a:ext cx="373956" cy="368829"/>
          </a:xfrm>
          <a:prstGeom prst="rect">
            <a:avLst/>
          </a:prstGeom>
        </p:spPr>
      </p:pic>
      <p:cxnSp>
        <p:nvCxnSpPr>
          <p:cNvPr id="38" name="Straight Connector 37">
            <a:extLst>
              <a:ext uri="{FF2B5EF4-FFF2-40B4-BE49-F238E27FC236}">
                <a16:creationId xmlns:a16="http://schemas.microsoft.com/office/drawing/2014/main" id="{7E9BCC76-0E84-C275-6B6C-0A76291F455E}"/>
              </a:ext>
            </a:extLst>
          </p:cNvPr>
          <p:cNvCxnSpPr>
            <a:cxnSpLocks/>
          </p:cNvCxnSpPr>
          <p:nvPr/>
        </p:nvCxnSpPr>
        <p:spPr>
          <a:xfrm>
            <a:off x="542415" y="3130579"/>
            <a:ext cx="5453744" cy="0"/>
          </a:xfrm>
          <a:prstGeom prst="line">
            <a:avLst/>
          </a:prstGeom>
          <a:ln w="31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4967A0EC-4065-F204-87BD-D4D2C7DD9F35}"/>
              </a:ext>
            </a:extLst>
          </p:cNvPr>
          <p:cNvCxnSpPr>
            <a:cxnSpLocks/>
          </p:cNvCxnSpPr>
          <p:nvPr/>
        </p:nvCxnSpPr>
        <p:spPr>
          <a:xfrm>
            <a:off x="539122" y="3559410"/>
            <a:ext cx="5453744" cy="0"/>
          </a:xfrm>
          <a:prstGeom prst="line">
            <a:avLst/>
          </a:prstGeom>
          <a:ln w="31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0C95B305-F612-E61B-E7E8-36244814B9D1}"/>
              </a:ext>
            </a:extLst>
          </p:cNvPr>
          <p:cNvCxnSpPr>
            <a:cxnSpLocks/>
          </p:cNvCxnSpPr>
          <p:nvPr/>
        </p:nvCxnSpPr>
        <p:spPr>
          <a:xfrm>
            <a:off x="539122" y="3967826"/>
            <a:ext cx="5453744" cy="0"/>
          </a:xfrm>
          <a:prstGeom prst="line">
            <a:avLst/>
          </a:prstGeom>
          <a:ln w="31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BC1644B0-678E-7874-CBBA-8C7B288AFDAB}"/>
              </a:ext>
            </a:extLst>
          </p:cNvPr>
          <p:cNvCxnSpPr>
            <a:cxnSpLocks/>
          </p:cNvCxnSpPr>
          <p:nvPr/>
        </p:nvCxnSpPr>
        <p:spPr>
          <a:xfrm>
            <a:off x="525098" y="4533791"/>
            <a:ext cx="5453744" cy="0"/>
          </a:xfrm>
          <a:prstGeom prst="line">
            <a:avLst/>
          </a:prstGeom>
          <a:ln w="31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90C8774C-105E-A4C0-9F28-28BA63055CD4}"/>
              </a:ext>
            </a:extLst>
          </p:cNvPr>
          <p:cNvCxnSpPr>
            <a:cxnSpLocks/>
          </p:cNvCxnSpPr>
          <p:nvPr/>
        </p:nvCxnSpPr>
        <p:spPr>
          <a:xfrm>
            <a:off x="539122" y="4950347"/>
            <a:ext cx="5453744" cy="0"/>
          </a:xfrm>
          <a:prstGeom prst="line">
            <a:avLst/>
          </a:prstGeom>
          <a:ln w="317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pic>
        <p:nvPicPr>
          <p:cNvPr id="44" name="Graphic 43">
            <a:extLst>
              <a:ext uri="{FF2B5EF4-FFF2-40B4-BE49-F238E27FC236}">
                <a16:creationId xmlns:a16="http://schemas.microsoft.com/office/drawing/2014/main" id="{6940BEF2-E47E-8DED-DD25-A77BD6F8E31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7203" y="2783153"/>
            <a:ext cx="274320" cy="274320"/>
          </a:xfrm>
          <a:prstGeom prst="rect">
            <a:avLst/>
          </a:prstGeom>
        </p:spPr>
      </p:pic>
      <p:pic>
        <p:nvPicPr>
          <p:cNvPr id="46" name="Graphic 45">
            <a:extLst>
              <a:ext uri="{FF2B5EF4-FFF2-40B4-BE49-F238E27FC236}">
                <a16:creationId xmlns:a16="http://schemas.microsoft.com/office/drawing/2014/main" id="{D12EF373-2AD0-A298-1F69-B6124814CA2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7203" y="3218843"/>
            <a:ext cx="274320" cy="274320"/>
          </a:xfrm>
          <a:prstGeom prst="rect">
            <a:avLst/>
          </a:prstGeom>
        </p:spPr>
      </p:pic>
      <p:pic>
        <p:nvPicPr>
          <p:cNvPr id="48" name="Graphic 47">
            <a:extLst>
              <a:ext uri="{FF2B5EF4-FFF2-40B4-BE49-F238E27FC236}">
                <a16:creationId xmlns:a16="http://schemas.microsoft.com/office/drawing/2014/main" id="{487F1515-561F-02DA-D2A3-5422693B345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7203" y="3645918"/>
            <a:ext cx="274320" cy="274320"/>
          </a:xfrm>
          <a:prstGeom prst="rect">
            <a:avLst/>
          </a:prstGeom>
        </p:spPr>
      </p:pic>
      <p:pic>
        <p:nvPicPr>
          <p:cNvPr id="50" name="Graphic 49">
            <a:extLst>
              <a:ext uri="{FF2B5EF4-FFF2-40B4-BE49-F238E27FC236}">
                <a16:creationId xmlns:a16="http://schemas.microsoft.com/office/drawing/2014/main" id="{D5C0E9C1-3079-10F9-600A-A24502FFC71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00908" y="4604909"/>
            <a:ext cx="274320" cy="274320"/>
          </a:xfrm>
          <a:prstGeom prst="rect">
            <a:avLst/>
          </a:prstGeom>
        </p:spPr>
      </p:pic>
      <p:pic>
        <p:nvPicPr>
          <p:cNvPr id="52" name="Graphic 51">
            <a:extLst>
              <a:ext uri="{FF2B5EF4-FFF2-40B4-BE49-F238E27FC236}">
                <a16:creationId xmlns:a16="http://schemas.microsoft.com/office/drawing/2014/main" id="{00D9CE49-1A3D-894A-F556-623326A8145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17203" y="5032273"/>
            <a:ext cx="274320" cy="274320"/>
          </a:xfrm>
          <a:prstGeom prst="rect">
            <a:avLst/>
          </a:prstGeom>
        </p:spPr>
      </p:pic>
      <p:pic>
        <p:nvPicPr>
          <p:cNvPr id="54" name="Graphic 53">
            <a:extLst>
              <a:ext uri="{FF2B5EF4-FFF2-40B4-BE49-F238E27FC236}">
                <a16:creationId xmlns:a16="http://schemas.microsoft.com/office/drawing/2014/main" id="{74242422-373E-D8B0-3DAD-CB1E76F5F9F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17203" y="4125559"/>
            <a:ext cx="274320" cy="274320"/>
          </a:xfrm>
          <a:prstGeom prst="rect">
            <a:avLst/>
          </a:prstGeom>
        </p:spPr>
      </p:pic>
      <p:sp>
        <p:nvSpPr>
          <p:cNvPr id="56" name="TextBox 55">
            <a:extLst>
              <a:ext uri="{FF2B5EF4-FFF2-40B4-BE49-F238E27FC236}">
                <a16:creationId xmlns:a16="http://schemas.microsoft.com/office/drawing/2014/main" id="{EC1EA9B3-4266-4225-39FF-3E9783CB8E74}"/>
              </a:ext>
            </a:extLst>
          </p:cNvPr>
          <p:cNvSpPr txBox="1"/>
          <p:nvPr/>
        </p:nvSpPr>
        <p:spPr>
          <a:xfrm>
            <a:off x="503544" y="5758505"/>
            <a:ext cx="1315624" cy="577081"/>
          </a:xfrm>
          <a:prstGeom prst="rect">
            <a:avLst/>
          </a:prstGeom>
          <a:noFill/>
        </p:spPr>
        <p:txBody>
          <a:bodyPr wrap="square">
            <a:spAutoFit/>
          </a:bodyPr>
          <a:lstStyle/>
          <a:p>
            <a:r>
              <a:rPr lang="en-US" sz="1050" b="1">
                <a:solidFill>
                  <a:schemeClr val="bg1"/>
                </a:solidFill>
                <a:latin typeface="Montserrat" panose="00000500000000000000" pitchFamily="2" charset="0"/>
              </a:rPr>
              <a:t>KEY PERFORMANCE INDICATORS</a:t>
            </a:r>
          </a:p>
        </p:txBody>
      </p:sp>
      <p:sp>
        <p:nvSpPr>
          <p:cNvPr id="58" name="TextBox 57">
            <a:extLst>
              <a:ext uri="{FF2B5EF4-FFF2-40B4-BE49-F238E27FC236}">
                <a16:creationId xmlns:a16="http://schemas.microsoft.com/office/drawing/2014/main" id="{414AADDC-C4A9-83E7-8341-9B8182EE43E4}"/>
              </a:ext>
            </a:extLst>
          </p:cNvPr>
          <p:cNvSpPr txBox="1"/>
          <p:nvPr/>
        </p:nvSpPr>
        <p:spPr>
          <a:xfrm>
            <a:off x="1919358" y="6036886"/>
            <a:ext cx="1308559" cy="400110"/>
          </a:xfrm>
          <a:prstGeom prst="rect">
            <a:avLst/>
          </a:prstGeom>
          <a:noFill/>
        </p:spPr>
        <p:txBody>
          <a:bodyPr wrap="square">
            <a:spAutoFit/>
          </a:bodyPr>
          <a:lstStyle/>
          <a:p>
            <a:pPr algn="ctr"/>
            <a:r>
              <a:rPr lang="en-US" sz="1000">
                <a:latin typeface="Montserrat" panose="00000500000000000000" pitchFamily="2" charset="0"/>
              </a:rPr>
              <a:t>Forecast Accuracy (MAPE)</a:t>
            </a:r>
          </a:p>
        </p:txBody>
      </p:sp>
      <p:sp>
        <p:nvSpPr>
          <p:cNvPr id="60" name="TextBox 59">
            <a:extLst>
              <a:ext uri="{FF2B5EF4-FFF2-40B4-BE49-F238E27FC236}">
                <a16:creationId xmlns:a16="http://schemas.microsoft.com/office/drawing/2014/main" id="{E63870C7-0091-064B-F135-8F97ADD72230}"/>
              </a:ext>
            </a:extLst>
          </p:cNvPr>
          <p:cNvSpPr txBox="1"/>
          <p:nvPr/>
        </p:nvSpPr>
        <p:spPr>
          <a:xfrm>
            <a:off x="4199065" y="6036886"/>
            <a:ext cx="866876" cy="400110"/>
          </a:xfrm>
          <a:prstGeom prst="rect">
            <a:avLst/>
          </a:prstGeom>
          <a:noFill/>
        </p:spPr>
        <p:txBody>
          <a:bodyPr wrap="square">
            <a:spAutoFit/>
          </a:bodyPr>
          <a:lstStyle/>
          <a:p>
            <a:pPr algn="ctr"/>
            <a:r>
              <a:rPr lang="en-US" sz="1000">
                <a:latin typeface="Montserrat" panose="00000500000000000000" pitchFamily="2" charset="0"/>
              </a:rPr>
              <a:t>Spoilage &amp; of Sales</a:t>
            </a:r>
          </a:p>
        </p:txBody>
      </p:sp>
      <p:sp>
        <p:nvSpPr>
          <p:cNvPr id="61" name="TextBox 60">
            <a:extLst>
              <a:ext uri="{FF2B5EF4-FFF2-40B4-BE49-F238E27FC236}">
                <a16:creationId xmlns:a16="http://schemas.microsoft.com/office/drawing/2014/main" id="{DB9AEF55-FC03-46D9-1E90-CBC15E409376}"/>
              </a:ext>
            </a:extLst>
          </p:cNvPr>
          <p:cNvSpPr txBox="1"/>
          <p:nvPr/>
        </p:nvSpPr>
        <p:spPr>
          <a:xfrm>
            <a:off x="5298789" y="6036886"/>
            <a:ext cx="1280392" cy="400110"/>
          </a:xfrm>
          <a:prstGeom prst="rect">
            <a:avLst/>
          </a:prstGeom>
          <a:noFill/>
        </p:spPr>
        <p:txBody>
          <a:bodyPr wrap="square">
            <a:spAutoFit/>
          </a:bodyPr>
          <a:lstStyle/>
          <a:p>
            <a:pPr algn="ctr"/>
            <a:r>
              <a:rPr lang="en-US" sz="1000">
                <a:latin typeface="Montserrat" panose="00000500000000000000" pitchFamily="2" charset="0"/>
              </a:rPr>
              <a:t>Inventory Turns</a:t>
            </a:r>
          </a:p>
          <a:p>
            <a:pPr algn="ctr"/>
            <a:r>
              <a:rPr lang="en-US" sz="1000">
                <a:latin typeface="Montserrat" panose="00000500000000000000" pitchFamily="2" charset="0"/>
              </a:rPr>
              <a:t>(Turns/Year)</a:t>
            </a:r>
          </a:p>
        </p:txBody>
      </p:sp>
      <p:sp>
        <p:nvSpPr>
          <p:cNvPr id="62" name="TextBox 61">
            <a:extLst>
              <a:ext uri="{FF2B5EF4-FFF2-40B4-BE49-F238E27FC236}">
                <a16:creationId xmlns:a16="http://schemas.microsoft.com/office/drawing/2014/main" id="{BB440EBA-F339-2CD7-1C06-3467872CA787}"/>
              </a:ext>
            </a:extLst>
          </p:cNvPr>
          <p:cNvSpPr txBox="1"/>
          <p:nvPr/>
        </p:nvSpPr>
        <p:spPr>
          <a:xfrm>
            <a:off x="6812029" y="6036886"/>
            <a:ext cx="1111625" cy="400110"/>
          </a:xfrm>
          <a:prstGeom prst="rect">
            <a:avLst/>
          </a:prstGeom>
          <a:noFill/>
        </p:spPr>
        <p:txBody>
          <a:bodyPr wrap="square">
            <a:spAutoFit/>
          </a:bodyPr>
          <a:lstStyle/>
          <a:p>
            <a:pPr algn="ctr"/>
            <a:r>
              <a:rPr lang="en-US" sz="1000">
                <a:latin typeface="Montserrat" panose="00000500000000000000" pitchFamily="2" charset="0"/>
              </a:rPr>
              <a:t>Capacity Utilization (%)</a:t>
            </a:r>
          </a:p>
        </p:txBody>
      </p:sp>
      <p:sp>
        <p:nvSpPr>
          <p:cNvPr id="63" name="TextBox 62">
            <a:extLst>
              <a:ext uri="{FF2B5EF4-FFF2-40B4-BE49-F238E27FC236}">
                <a16:creationId xmlns:a16="http://schemas.microsoft.com/office/drawing/2014/main" id="{6B376341-4724-09EC-8D8F-9993212C3FDB}"/>
              </a:ext>
            </a:extLst>
          </p:cNvPr>
          <p:cNvSpPr txBox="1"/>
          <p:nvPr/>
        </p:nvSpPr>
        <p:spPr>
          <a:xfrm>
            <a:off x="8156502" y="6036886"/>
            <a:ext cx="1198356" cy="400110"/>
          </a:xfrm>
          <a:prstGeom prst="rect">
            <a:avLst/>
          </a:prstGeom>
          <a:noFill/>
        </p:spPr>
        <p:txBody>
          <a:bodyPr wrap="square">
            <a:spAutoFit/>
          </a:bodyPr>
          <a:lstStyle/>
          <a:p>
            <a:pPr algn="ctr"/>
            <a:r>
              <a:rPr lang="en-US" sz="1000">
                <a:latin typeface="Montserrat" panose="00000500000000000000" pitchFamily="2" charset="0"/>
              </a:rPr>
              <a:t>Schedule </a:t>
            </a:r>
            <a:br>
              <a:rPr lang="en-US" sz="1000">
                <a:latin typeface="Montserrat" panose="00000500000000000000" pitchFamily="2" charset="0"/>
              </a:rPr>
            </a:br>
            <a:r>
              <a:rPr lang="en-US" sz="1000">
                <a:latin typeface="Montserrat" panose="00000500000000000000" pitchFamily="2" charset="0"/>
              </a:rPr>
              <a:t>Adherence (%)</a:t>
            </a:r>
          </a:p>
        </p:txBody>
      </p:sp>
      <p:sp>
        <p:nvSpPr>
          <p:cNvPr id="64" name="TextBox 63">
            <a:extLst>
              <a:ext uri="{FF2B5EF4-FFF2-40B4-BE49-F238E27FC236}">
                <a16:creationId xmlns:a16="http://schemas.microsoft.com/office/drawing/2014/main" id="{D1D79011-79E9-608F-CF10-3E93C71F400E}"/>
              </a:ext>
            </a:extLst>
          </p:cNvPr>
          <p:cNvSpPr txBox="1"/>
          <p:nvPr/>
        </p:nvSpPr>
        <p:spPr>
          <a:xfrm>
            <a:off x="9587706" y="6036886"/>
            <a:ext cx="989420" cy="400110"/>
          </a:xfrm>
          <a:prstGeom prst="rect">
            <a:avLst/>
          </a:prstGeom>
          <a:noFill/>
        </p:spPr>
        <p:txBody>
          <a:bodyPr wrap="square">
            <a:spAutoFit/>
          </a:bodyPr>
          <a:lstStyle/>
          <a:p>
            <a:pPr algn="ctr"/>
            <a:r>
              <a:rPr lang="en-US" sz="1000">
                <a:latin typeface="Montserrat" panose="00000500000000000000" pitchFamily="2" charset="0"/>
              </a:rPr>
              <a:t>Cost per </a:t>
            </a:r>
            <a:br>
              <a:rPr lang="en-US" sz="1000">
                <a:latin typeface="Montserrat" panose="00000500000000000000" pitchFamily="2" charset="0"/>
              </a:rPr>
            </a:br>
            <a:r>
              <a:rPr lang="en-US" sz="1000">
                <a:latin typeface="Montserrat" panose="00000500000000000000" pitchFamily="2" charset="0"/>
              </a:rPr>
              <a:t>Liter ($)</a:t>
            </a:r>
          </a:p>
        </p:txBody>
      </p:sp>
      <p:sp>
        <p:nvSpPr>
          <p:cNvPr id="65" name="TextBox 64">
            <a:extLst>
              <a:ext uri="{FF2B5EF4-FFF2-40B4-BE49-F238E27FC236}">
                <a16:creationId xmlns:a16="http://schemas.microsoft.com/office/drawing/2014/main" id="{0A97ABB4-1ECB-CCC0-4831-29CA06A11A09}"/>
              </a:ext>
            </a:extLst>
          </p:cNvPr>
          <p:cNvSpPr txBox="1"/>
          <p:nvPr/>
        </p:nvSpPr>
        <p:spPr>
          <a:xfrm>
            <a:off x="10809976" y="6036886"/>
            <a:ext cx="973334" cy="400110"/>
          </a:xfrm>
          <a:prstGeom prst="rect">
            <a:avLst/>
          </a:prstGeom>
          <a:noFill/>
        </p:spPr>
        <p:txBody>
          <a:bodyPr wrap="square">
            <a:spAutoFit/>
          </a:bodyPr>
          <a:lstStyle/>
          <a:p>
            <a:pPr algn="ctr"/>
            <a:r>
              <a:rPr lang="en-US" sz="1000">
                <a:latin typeface="Montserrat" panose="00000500000000000000" pitchFamily="2" charset="0"/>
              </a:rPr>
              <a:t>Freshness Index(0-100)</a:t>
            </a:r>
          </a:p>
        </p:txBody>
      </p:sp>
      <p:sp>
        <p:nvSpPr>
          <p:cNvPr id="66" name="TextBox 65">
            <a:extLst>
              <a:ext uri="{FF2B5EF4-FFF2-40B4-BE49-F238E27FC236}">
                <a16:creationId xmlns:a16="http://schemas.microsoft.com/office/drawing/2014/main" id="{932C4791-72AB-6ECB-7B84-6F6F5CFE1BC1}"/>
              </a:ext>
            </a:extLst>
          </p:cNvPr>
          <p:cNvSpPr txBox="1"/>
          <p:nvPr/>
        </p:nvSpPr>
        <p:spPr>
          <a:xfrm>
            <a:off x="3460765" y="6036886"/>
            <a:ext cx="505452" cy="400110"/>
          </a:xfrm>
          <a:prstGeom prst="rect">
            <a:avLst/>
          </a:prstGeom>
          <a:noFill/>
        </p:spPr>
        <p:txBody>
          <a:bodyPr wrap="square">
            <a:spAutoFit/>
          </a:bodyPr>
          <a:lstStyle/>
          <a:p>
            <a:pPr algn="ctr"/>
            <a:r>
              <a:rPr lang="en-US" sz="1000">
                <a:latin typeface="Montserrat" panose="00000500000000000000" pitchFamily="2" charset="0"/>
              </a:rPr>
              <a:t>OTIF (%)</a:t>
            </a:r>
          </a:p>
        </p:txBody>
      </p:sp>
      <p:cxnSp>
        <p:nvCxnSpPr>
          <p:cNvPr id="68" name="Straight Connector 67">
            <a:extLst>
              <a:ext uri="{FF2B5EF4-FFF2-40B4-BE49-F238E27FC236}">
                <a16:creationId xmlns:a16="http://schemas.microsoft.com/office/drawing/2014/main" id="{B26B06BC-E47F-E612-F948-37684F5AF998}"/>
              </a:ext>
            </a:extLst>
          </p:cNvPr>
          <p:cNvCxnSpPr>
            <a:cxnSpLocks/>
          </p:cNvCxnSpPr>
          <p:nvPr/>
        </p:nvCxnSpPr>
        <p:spPr>
          <a:xfrm>
            <a:off x="3251970" y="5768051"/>
            <a:ext cx="0" cy="61827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4B26779F-163E-B5B3-62D9-F6FDC0A2F18A}"/>
              </a:ext>
            </a:extLst>
          </p:cNvPr>
          <p:cNvCxnSpPr>
            <a:cxnSpLocks/>
          </p:cNvCxnSpPr>
          <p:nvPr/>
        </p:nvCxnSpPr>
        <p:spPr>
          <a:xfrm>
            <a:off x="4112438" y="5754069"/>
            <a:ext cx="0" cy="61827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1BCE1C47-4666-55EF-8D62-FC1B990928EA}"/>
              </a:ext>
            </a:extLst>
          </p:cNvPr>
          <p:cNvCxnSpPr>
            <a:cxnSpLocks/>
          </p:cNvCxnSpPr>
          <p:nvPr/>
        </p:nvCxnSpPr>
        <p:spPr>
          <a:xfrm>
            <a:off x="5298789" y="5768051"/>
            <a:ext cx="0" cy="61827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A866E338-C57A-F8AD-6DE3-094301A1FC42}"/>
              </a:ext>
            </a:extLst>
          </p:cNvPr>
          <p:cNvCxnSpPr>
            <a:cxnSpLocks/>
          </p:cNvCxnSpPr>
          <p:nvPr/>
        </p:nvCxnSpPr>
        <p:spPr>
          <a:xfrm>
            <a:off x="6649641" y="5768051"/>
            <a:ext cx="0" cy="61827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803F5460-EDE3-2971-7156-C12FB8D699A6}"/>
              </a:ext>
            </a:extLst>
          </p:cNvPr>
          <p:cNvCxnSpPr>
            <a:cxnSpLocks/>
          </p:cNvCxnSpPr>
          <p:nvPr/>
        </p:nvCxnSpPr>
        <p:spPr>
          <a:xfrm>
            <a:off x="8055565" y="5768051"/>
            <a:ext cx="0" cy="61827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41AF87A5-2A2F-0D6B-F56B-D54EB95C3AD0}"/>
              </a:ext>
            </a:extLst>
          </p:cNvPr>
          <p:cNvCxnSpPr>
            <a:cxnSpLocks/>
          </p:cNvCxnSpPr>
          <p:nvPr/>
        </p:nvCxnSpPr>
        <p:spPr>
          <a:xfrm>
            <a:off x="9445557" y="5768051"/>
            <a:ext cx="0" cy="61827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936E5FFD-F745-B818-D8B8-5E9C2FFAD47B}"/>
              </a:ext>
            </a:extLst>
          </p:cNvPr>
          <p:cNvCxnSpPr>
            <a:cxnSpLocks/>
          </p:cNvCxnSpPr>
          <p:nvPr/>
        </p:nvCxnSpPr>
        <p:spPr>
          <a:xfrm>
            <a:off x="10694472" y="5768051"/>
            <a:ext cx="0" cy="61827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pic>
        <p:nvPicPr>
          <p:cNvPr id="76" name="Graphic 75">
            <a:extLst>
              <a:ext uri="{FF2B5EF4-FFF2-40B4-BE49-F238E27FC236}">
                <a16:creationId xmlns:a16="http://schemas.microsoft.com/office/drawing/2014/main" id="{F4A07E9C-9596-207D-C5A6-430DFDF6975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437001" y="5669736"/>
            <a:ext cx="274320" cy="274320"/>
          </a:xfrm>
          <a:prstGeom prst="rect">
            <a:avLst/>
          </a:prstGeom>
        </p:spPr>
      </p:pic>
      <p:pic>
        <p:nvPicPr>
          <p:cNvPr id="79" name="Graphic 78">
            <a:extLst>
              <a:ext uri="{FF2B5EF4-FFF2-40B4-BE49-F238E27FC236}">
                <a16:creationId xmlns:a16="http://schemas.microsoft.com/office/drawing/2014/main" id="{19CDEA9C-849A-3C9A-820C-18428CE4DE0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570882" y="5688911"/>
            <a:ext cx="274320" cy="274320"/>
          </a:xfrm>
          <a:prstGeom prst="rect">
            <a:avLst/>
          </a:prstGeom>
        </p:spPr>
      </p:pic>
      <p:pic>
        <p:nvPicPr>
          <p:cNvPr id="81" name="Graphic 80">
            <a:extLst>
              <a:ext uri="{FF2B5EF4-FFF2-40B4-BE49-F238E27FC236}">
                <a16:creationId xmlns:a16="http://schemas.microsoft.com/office/drawing/2014/main" id="{DFBCA5B5-F44D-C993-545F-824B4C5BA60F}"/>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467574" y="5669736"/>
            <a:ext cx="274320" cy="274320"/>
          </a:xfrm>
          <a:prstGeom prst="rect">
            <a:avLst/>
          </a:prstGeom>
        </p:spPr>
      </p:pic>
      <p:pic>
        <p:nvPicPr>
          <p:cNvPr id="83" name="Graphic 82">
            <a:extLst>
              <a:ext uri="{FF2B5EF4-FFF2-40B4-BE49-F238E27FC236}">
                <a16:creationId xmlns:a16="http://schemas.microsoft.com/office/drawing/2014/main" id="{815F7EBA-CDA1-A254-BCEB-38F4F513A98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812861" y="5669736"/>
            <a:ext cx="274320" cy="274320"/>
          </a:xfrm>
          <a:prstGeom prst="rect">
            <a:avLst/>
          </a:prstGeom>
        </p:spPr>
      </p:pic>
      <p:pic>
        <p:nvPicPr>
          <p:cNvPr id="85" name="Graphic 84">
            <a:extLst>
              <a:ext uri="{FF2B5EF4-FFF2-40B4-BE49-F238E27FC236}">
                <a16:creationId xmlns:a16="http://schemas.microsoft.com/office/drawing/2014/main" id="{8EEF25DE-9D05-1CF7-D76A-122E94118382}"/>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333164" y="5669736"/>
            <a:ext cx="274320" cy="274320"/>
          </a:xfrm>
          <a:prstGeom prst="rect">
            <a:avLst/>
          </a:prstGeom>
        </p:spPr>
      </p:pic>
      <p:pic>
        <p:nvPicPr>
          <p:cNvPr id="87" name="Graphic 86">
            <a:extLst>
              <a:ext uri="{FF2B5EF4-FFF2-40B4-BE49-F238E27FC236}">
                <a16:creationId xmlns:a16="http://schemas.microsoft.com/office/drawing/2014/main" id="{4F03CA53-3C9A-41F0-D062-81E81A9FC759}"/>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603557" y="5655546"/>
            <a:ext cx="274320" cy="274320"/>
          </a:xfrm>
          <a:prstGeom prst="rect">
            <a:avLst/>
          </a:prstGeom>
        </p:spPr>
      </p:pic>
      <p:pic>
        <p:nvPicPr>
          <p:cNvPr id="89" name="Graphic 88">
            <a:extLst>
              <a:ext uri="{FF2B5EF4-FFF2-40B4-BE49-F238E27FC236}">
                <a16:creationId xmlns:a16="http://schemas.microsoft.com/office/drawing/2014/main" id="{0DDFAFE7-22AF-873F-A903-14A29F34013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9876078" y="5669736"/>
            <a:ext cx="274320" cy="274320"/>
          </a:xfrm>
          <a:prstGeom prst="rect">
            <a:avLst/>
          </a:prstGeom>
        </p:spPr>
      </p:pic>
      <p:pic>
        <p:nvPicPr>
          <p:cNvPr id="91" name="Graphic 90">
            <a:extLst>
              <a:ext uri="{FF2B5EF4-FFF2-40B4-BE49-F238E27FC236}">
                <a16:creationId xmlns:a16="http://schemas.microsoft.com/office/drawing/2014/main" id="{C3014D17-AAB0-D341-8CF6-02B67ACE67D7}"/>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1154628" y="5669736"/>
            <a:ext cx="274320" cy="274320"/>
          </a:xfrm>
          <a:prstGeom prst="rect">
            <a:avLst/>
          </a:prstGeom>
        </p:spPr>
      </p:pic>
    </p:spTree>
    <p:extLst>
      <p:ext uri="{BB962C8B-B14F-4D97-AF65-F5344CB8AC3E}">
        <p14:creationId xmlns:p14="http://schemas.microsoft.com/office/powerpoint/2010/main" val="41386522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5972B-E162-24E1-50F7-51FF82DC2EC1}"/>
            </a:ext>
          </a:extLst>
        </p:cNvPr>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B0D3A5B9-26FB-9098-F1CE-63846EA89B87}"/>
              </a:ext>
            </a:extLst>
          </p:cNvPr>
          <p:cNvSpPr/>
          <p:nvPr/>
        </p:nvSpPr>
        <p:spPr>
          <a:xfrm>
            <a:off x="468086" y="2416629"/>
            <a:ext cx="11381014" cy="3362825"/>
          </a:xfrm>
          <a:prstGeom prst="roundRect">
            <a:avLst>
              <a:gd name="adj" fmla="val 4690"/>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F379CD-C47E-92E0-DB32-6B7977E7987B}"/>
              </a:ext>
            </a:extLst>
          </p:cNvPr>
          <p:cNvSpPr>
            <a:spLocks noGrp="1"/>
          </p:cNvSpPr>
          <p:nvPr>
            <p:ph type="title"/>
          </p:nvPr>
        </p:nvSpPr>
        <p:spPr>
          <a:xfrm>
            <a:off x="297801" y="57122"/>
            <a:ext cx="11038114" cy="553993"/>
          </a:xfrm>
        </p:spPr>
        <p:txBody>
          <a:bodyPr/>
          <a:lstStyle/>
          <a:p>
            <a:r>
              <a:rPr lang="en-US">
                <a:latin typeface="Montserrat Light"/>
              </a:rPr>
              <a:t>Use case 3: AI - Driven Decision Intelligence For Beef Manufacturing plant</a:t>
            </a:r>
          </a:p>
        </p:txBody>
      </p:sp>
      <p:sp>
        <p:nvSpPr>
          <p:cNvPr id="3" name="Slide Number Placeholder 2">
            <a:extLst>
              <a:ext uri="{FF2B5EF4-FFF2-40B4-BE49-F238E27FC236}">
                <a16:creationId xmlns:a16="http://schemas.microsoft.com/office/drawing/2014/main" id="{5FA9DD7B-6151-1D53-3940-FFF34A984CAC}"/>
              </a:ext>
            </a:extLst>
          </p:cNvPr>
          <p:cNvSpPr>
            <a:spLocks noGrp="1"/>
          </p:cNvSpPr>
          <p:nvPr>
            <p:ph type="sldNum" sz="quarter" idx="12"/>
          </p:nvPr>
        </p:nvSpPr>
        <p:spPr/>
        <p:txBody>
          <a:bodyPr/>
          <a:lstStyle/>
          <a:p>
            <a:fld id="{330EA680-D336-4FF7-8B7A-9848BB0A1C32}" type="slidenum">
              <a:rPr lang="en-US" smtClean="0"/>
              <a:t>23</a:t>
            </a:fld>
            <a:endParaRPr lang="en-US"/>
          </a:p>
        </p:txBody>
      </p:sp>
      <p:sp>
        <p:nvSpPr>
          <p:cNvPr id="4" name="Date Placeholder 3">
            <a:extLst>
              <a:ext uri="{FF2B5EF4-FFF2-40B4-BE49-F238E27FC236}">
                <a16:creationId xmlns:a16="http://schemas.microsoft.com/office/drawing/2014/main" id="{8A0E2F5A-AED3-C89D-6ADC-472577135C6D}"/>
              </a:ext>
            </a:extLst>
          </p:cNvPr>
          <p:cNvSpPr>
            <a:spLocks noGrp="1"/>
          </p:cNvSpPr>
          <p:nvPr>
            <p:ph type="dt" sz="half" idx="2"/>
          </p:nvPr>
        </p:nvSpPr>
        <p:spPr/>
        <p:txBody>
          <a:bodyPr/>
          <a:lstStyle/>
          <a:p>
            <a:r>
              <a:rPr lang="en-US"/>
              <a:t>© SYREN CLOUD INC – 2026 – ALL RIGHTS RESERVED</a:t>
            </a:r>
            <a:endParaRPr lang="en-US" sz="600"/>
          </a:p>
        </p:txBody>
      </p:sp>
      <p:sp>
        <p:nvSpPr>
          <p:cNvPr id="6" name="TextBox 5">
            <a:extLst>
              <a:ext uri="{FF2B5EF4-FFF2-40B4-BE49-F238E27FC236}">
                <a16:creationId xmlns:a16="http://schemas.microsoft.com/office/drawing/2014/main" id="{59C754C5-9C39-0352-FF19-46EBBFC4CC03}"/>
              </a:ext>
            </a:extLst>
          </p:cNvPr>
          <p:cNvSpPr txBox="1"/>
          <p:nvPr/>
        </p:nvSpPr>
        <p:spPr>
          <a:xfrm>
            <a:off x="381000" y="1078546"/>
            <a:ext cx="8327571" cy="338554"/>
          </a:xfrm>
          <a:prstGeom prst="rect">
            <a:avLst/>
          </a:prstGeom>
          <a:noFill/>
        </p:spPr>
        <p:txBody>
          <a:bodyPr wrap="square">
            <a:spAutoFit/>
          </a:bodyPr>
          <a:lstStyle/>
          <a:p>
            <a:r>
              <a:rPr lang="en-US" sz="1600" b="1">
                <a:solidFill>
                  <a:schemeClr val="bg2"/>
                </a:solidFill>
                <a:latin typeface="Montserrat" panose="00000500000000000000" pitchFamily="2" charset="0"/>
              </a:rPr>
              <a:t>Optimizing Yield, Production, and Supply Chain Operations End-to-End</a:t>
            </a:r>
          </a:p>
        </p:txBody>
      </p:sp>
      <p:sp>
        <p:nvSpPr>
          <p:cNvPr id="8" name="TextBox 7">
            <a:extLst>
              <a:ext uri="{FF2B5EF4-FFF2-40B4-BE49-F238E27FC236}">
                <a16:creationId xmlns:a16="http://schemas.microsoft.com/office/drawing/2014/main" id="{E3DC8D1F-485A-FE1F-E739-8E28B1F39418}"/>
              </a:ext>
            </a:extLst>
          </p:cNvPr>
          <p:cNvSpPr txBox="1"/>
          <p:nvPr/>
        </p:nvSpPr>
        <p:spPr>
          <a:xfrm>
            <a:off x="381000" y="1598754"/>
            <a:ext cx="10670721" cy="307777"/>
          </a:xfrm>
          <a:prstGeom prst="rect">
            <a:avLst/>
          </a:prstGeom>
          <a:noFill/>
        </p:spPr>
        <p:txBody>
          <a:bodyPr wrap="square">
            <a:spAutoFit/>
          </a:bodyPr>
          <a:lstStyle/>
          <a:p>
            <a:r>
              <a:rPr lang="en-US" sz="1400">
                <a:latin typeface="Montserrat" panose="00000500000000000000" pitchFamily="2" charset="0"/>
              </a:rPr>
              <a:t>Transforming complex meat supply chains into a coordinated, optimized, and intelligent decision ecosystem</a:t>
            </a:r>
          </a:p>
        </p:txBody>
      </p:sp>
      <p:sp>
        <p:nvSpPr>
          <p:cNvPr id="10" name="TextBox 9">
            <a:extLst>
              <a:ext uri="{FF2B5EF4-FFF2-40B4-BE49-F238E27FC236}">
                <a16:creationId xmlns:a16="http://schemas.microsoft.com/office/drawing/2014/main" id="{BA760EBD-354E-872B-9A23-6E9DD68E735E}"/>
              </a:ext>
            </a:extLst>
          </p:cNvPr>
          <p:cNvSpPr txBox="1"/>
          <p:nvPr/>
        </p:nvSpPr>
        <p:spPr>
          <a:xfrm>
            <a:off x="987879" y="2278844"/>
            <a:ext cx="2928257" cy="307777"/>
          </a:xfrm>
          <a:prstGeom prst="rect">
            <a:avLst/>
          </a:prstGeom>
          <a:solidFill>
            <a:srgbClr val="F6F6F6"/>
          </a:solidFill>
        </p:spPr>
        <p:txBody>
          <a:bodyPr wrap="square">
            <a:spAutoFit/>
          </a:bodyPr>
          <a:lstStyle/>
          <a:p>
            <a:pPr algn="ctr"/>
            <a:r>
              <a:rPr lang="en-US" sz="1400" b="1">
                <a:solidFill>
                  <a:schemeClr val="bg2"/>
                </a:solidFill>
                <a:latin typeface="Montserrat" panose="00000500000000000000" pitchFamily="2" charset="0"/>
              </a:rPr>
              <a:t>Beef Supply Chain Overview</a:t>
            </a:r>
          </a:p>
        </p:txBody>
      </p:sp>
      <p:sp>
        <p:nvSpPr>
          <p:cNvPr id="13" name="TextBox 12">
            <a:extLst>
              <a:ext uri="{FF2B5EF4-FFF2-40B4-BE49-F238E27FC236}">
                <a16:creationId xmlns:a16="http://schemas.microsoft.com/office/drawing/2014/main" id="{1ED4FAF9-CC57-5AD3-6095-49C908E6D1BA}"/>
              </a:ext>
            </a:extLst>
          </p:cNvPr>
          <p:cNvSpPr txBox="1"/>
          <p:nvPr/>
        </p:nvSpPr>
        <p:spPr>
          <a:xfrm>
            <a:off x="678999" y="2835109"/>
            <a:ext cx="1156606" cy="430887"/>
          </a:xfrm>
          <a:prstGeom prst="rect">
            <a:avLst/>
          </a:prstGeom>
          <a:noFill/>
        </p:spPr>
        <p:txBody>
          <a:bodyPr wrap="square">
            <a:spAutoFit/>
          </a:bodyPr>
          <a:lstStyle/>
          <a:p>
            <a:pPr algn="ctr"/>
            <a:r>
              <a:rPr lang="en-US" sz="1050" b="1">
                <a:latin typeface="Montserrat" panose="00000500000000000000" pitchFamily="2" charset="0"/>
              </a:rPr>
              <a:t>Livestock Procurement</a:t>
            </a:r>
          </a:p>
        </p:txBody>
      </p:sp>
      <p:sp>
        <p:nvSpPr>
          <p:cNvPr id="14" name="TextBox 13">
            <a:extLst>
              <a:ext uri="{FF2B5EF4-FFF2-40B4-BE49-F238E27FC236}">
                <a16:creationId xmlns:a16="http://schemas.microsoft.com/office/drawing/2014/main" id="{EC3FD397-2DB6-FEA8-259E-D25EAFF1CDAB}"/>
              </a:ext>
            </a:extLst>
          </p:cNvPr>
          <p:cNvSpPr txBox="1"/>
          <p:nvPr/>
        </p:nvSpPr>
        <p:spPr>
          <a:xfrm>
            <a:off x="2012642" y="2835109"/>
            <a:ext cx="993320" cy="261610"/>
          </a:xfrm>
          <a:prstGeom prst="rect">
            <a:avLst/>
          </a:prstGeom>
          <a:noFill/>
        </p:spPr>
        <p:txBody>
          <a:bodyPr wrap="square">
            <a:spAutoFit/>
          </a:bodyPr>
          <a:lstStyle/>
          <a:p>
            <a:pPr algn="ctr"/>
            <a:r>
              <a:rPr lang="en-US" sz="1050" b="1">
                <a:latin typeface="Montserrat" panose="00000500000000000000" pitchFamily="2" charset="0"/>
              </a:rPr>
              <a:t>Harvesting</a:t>
            </a:r>
          </a:p>
        </p:txBody>
      </p:sp>
      <p:sp>
        <p:nvSpPr>
          <p:cNvPr id="15" name="TextBox 14">
            <a:extLst>
              <a:ext uri="{FF2B5EF4-FFF2-40B4-BE49-F238E27FC236}">
                <a16:creationId xmlns:a16="http://schemas.microsoft.com/office/drawing/2014/main" id="{711A1659-259E-BCB7-28C2-3A28997809E4}"/>
              </a:ext>
            </a:extLst>
          </p:cNvPr>
          <p:cNvSpPr txBox="1"/>
          <p:nvPr/>
        </p:nvSpPr>
        <p:spPr>
          <a:xfrm>
            <a:off x="3309129" y="2842366"/>
            <a:ext cx="993321" cy="253916"/>
          </a:xfrm>
          <a:prstGeom prst="rect">
            <a:avLst/>
          </a:prstGeom>
          <a:noFill/>
        </p:spPr>
        <p:txBody>
          <a:bodyPr wrap="square">
            <a:spAutoFit/>
          </a:bodyPr>
          <a:lstStyle/>
          <a:p>
            <a:pPr algn="ctr"/>
            <a:r>
              <a:rPr lang="en-US" sz="1050" b="1">
                <a:latin typeface="Montserrat" panose="00000500000000000000" pitchFamily="2" charset="0"/>
              </a:rPr>
              <a:t>Fabrication</a:t>
            </a:r>
          </a:p>
        </p:txBody>
      </p:sp>
      <p:sp>
        <p:nvSpPr>
          <p:cNvPr id="16" name="TextBox 15">
            <a:extLst>
              <a:ext uri="{FF2B5EF4-FFF2-40B4-BE49-F238E27FC236}">
                <a16:creationId xmlns:a16="http://schemas.microsoft.com/office/drawing/2014/main" id="{4A49F747-6D35-63DD-1C21-F2E303BD2268}"/>
              </a:ext>
            </a:extLst>
          </p:cNvPr>
          <p:cNvSpPr txBox="1"/>
          <p:nvPr/>
        </p:nvSpPr>
        <p:spPr>
          <a:xfrm>
            <a:off x="4660251" y="2835109"/>
            <a:ext cx="1156607" cy="430887"/>
          </a:xfrm>
          <a:prstGeom prst="rect">
            <a:avLst/>
          </a:prstGeom>
          <a:noFill/>
        </p:spPr>
        <p:txBody>
          <a:bodyPr wrap="square">
            <a:spAutoFit/>
          </a:bodyPr>
          <a:lstStyle/>
          <a:p>
            <a:pPr algn="ctr"/>
            <a:r>
              <a:rPr lang="en-US" sz="1050" b="1">
                <a:latin typeface="Montserrat" panose="00000500000000000000" pitchFamily="2" charset="0"/>
              </a:rPr>
              <a:t>Sub-primal Processing</a:t>
            </a:r>
          </a:p>
        </p:txBody>
      </p:sp>
      <p:sp>
        <p:nvSpPr>
          <p:cNvPr id="17" name="TextBox 16">
            <a:extLst>
              <a:ext uri="{FF2B5EF4-FFF2-40B4-BE49-F238E27FC236}">
                <a16:creationId xmlns:a16="http://schemas.microsoft.com/office/drawing/2014/main" id="{AB1D2FC0-E466-EC48-969B-E035DA7DE925}"/>
              </a:ext>
            </a:extLst>
          </p:cNvPr>
          <p:cNvSpPr txBox="1"/>
          <p:nvPr/>
        </p:nvSpPr>
        <p:spPr>
          <a:xfrm>
            <a:off x="6038460" y="2835109"/>
            <a:ext cx="1156607" cy="261610"/>
          </a:xfrm>
          <a:prstGeom prst="rect">
            <a:avLst/>
          </a:prstGeom>
          <a:noFill/>
        </p:spPr>
        <p:txBody>
          <a:bodyPr wrap="square">
            <a:spAutoFit/>
          </a:bodyPr>
          <a:lstStyle/>
          <a:p>
            <a:pPr algn="ctr"/>
            <a:r>
              <a:rPr lang="en-US" sz="1050" b="1">
                <a:latin typeface="Montserrat" panose="00000500000000000000" pitchFamily="2" charset="0"/>
              </a:rPr>
              <a:t>Packaging</a:t>
            </a:r>
          </a:p>
        </p:txBody>
      </p:sp>
      <p:sp>
        <p:nvSpPr>
          <p:cNvPr id="18" name="TextBox 17">
            <a:extLst>
              <a:ext uri="{FF2B5EF4-FFF2-40B4-BE49-F238E27FC236}">
                <a16:creationId xmlns:a16="http://schemas.microsoft.com/office/drawing/2014/main" id="{1F834BB9-4985-86B6-1E8A-47A170B07DF6}"/>
              </a:ext>
            </a:extLst>
          </p:cNvPr>
          <p:cNvSpPr txBox="1"/>
          <p:nvPr/>
        </p:nvSpPr>
        <p:spPr>
          <a:xfrm>
            <a:off x="7503268" y="2835109"/>
            <a:ext cx="1156607" cy="261610"/>
          </a:xfrm>
          <a:prstGeom prst="rect">
            <a:avLst/>
          </a:prstGeom>
          <a:noFill/>
        </p:spPr>
        <p:txBody>
          <a:bodyPr wrap="square">
            <a:spAutoFit/>
          </a:bodyPr>
          <a:lstStyle/>
          <a:p>
            <a:pPr algn="ctr"/>
            <a:r>
              <a:rPr lang="en-US" sz="1050" b="1">
                <a:latin typeface="Montserrat" panose="00000500000000000000" pitchFamily="2" charset="0"/>
              </a:rPr>
              <a:t>Cold Storage</a:t>
            </a:r>
          </a:p>
        </p:txBody>
      </p:sp>
      <p:sp>
        <p:nvSpPr>
          <p:cNvPr id="19" name="TextBox 18">
            <a:extLst>
              <a:ext uri="{FF2B5EF4-FFF2-40B4-BE49-F238E27FC236}">
                <a16:creationId xmlns:a16="http://schemas.microsoft.com/office/drawing/2014/main" id="{CBD22BB4-22E0-FCF9-6389-C6A7B48956D2}"/>
              </a:ext>
            </a:extLst>
          </p:cNvPr>
          <p:cNvSpPr txBox="1"/>
          <p:nvPr/>
        </p:nvSpPr>
        <p:spPr>
          <a:xfrm>
            <a:off x="8968077" y="2835109"/>
            <a:ext cx="1319896" cy="430887"/>
          </a:xfrm>
          <a:prstGeom prst="rect">
            <a:avLst/>
          </a:prstGeom>
          <a:noFill/>
        </p:spPr>
        <p:txBody>
          <a:bodyPr wrap="square">
            <a:spAutoFit/>
          </a:bodyPr>
          <a:lstStyle/>
          <a:p>
            <a:pPr algn="ctr"/>
            <a:r>
              <a:rPr lang="en-US" sz="1050" b="1">
                <a:latin typeface="Montserrat" panose="00000500000000000000" pitchFamily="2" charset="0"/>
              </a:rPr>
              <a:t>Distribution Centers</a:t>
            </a:r>
          </a:p>
        </p:txBody>
      </p:sp>
      <p:sp>
        <p:nvSpPr>
          <p:cNvPr id="20" name="TextBox 19">
            <a:extLst>
              <a:ext uri="{FF2B5EF4-FFF2-40B4-BE49-F238E27FC236}">
                <a16:creationId xmlns:a16="http://schemas.microsoft.com/office/drawing/2014/main" id="{3259C058-4332-5BE2-107A-DDBED974975F}"/>
              </a:ext>
            </a:extLst>
          </p:cNvPr>
          <p:cNvSpPr txBox="1"/>
          <p:nvPr/>
        </p:nvSpPr>
        <p:spPr>
          <a:xfrm>
            <a:off x="10539022" y="2835109"/>
            <a:ext cx="1156607" cy="261610"/>
          </a:xfrm>
          <a:prstGeom prst="rect">
            <a:avLst/>
          </a:prstGeom>
          <a:noFill/>
        </p:spPr>
        <p:txBody>
          <a:bodyPr wrap="square">
            <a:spAutoFit/>
          </a:bodyPr>
          <a:lstStyle/>
          <a:p>
            <a:pPr algn="ctr"/>
            <a:r>
              <a:rPr lang="en-US" sz="1050" b="1">
                <a:latin typeface="Montserrat" panose="00000500000000000000" pitchFamily="2" charset="0"/>
              </a:rPr>
              <a:t>Retail Stores</a:t>
            </a:r>
          </a:p>
        </p:txBody>
      </p:sp>
      <p:sp>
        <p:nvSpPr>
          <p:cNvPr id="22" name="TextBox 21">
            <a:extLst>
              <a:ext uri="{FF2B5EF4-FFF2-40B4-BE49-F238E27FC236}">
                <a16:creationId xmlns:a16="http://schemas.microsoft.com/office/drawing/2014/main" id="{C920B95A-72F1-4FB1-0BBE-7FD2210D60F1}"/>
              </a:ext>
            </a:extLst>
          </p:cNvPr>
          <p:cNvSpPr txBox="1"/>
          <p:nvPr/>
        </p:nvSpPr>
        <p:spPr>
          <a:xfrm>
            <a:off x="2012642" y="4349389"/>
            <a:ext cx="993320" cy="1015663"/>
          </a:xfrm>
          <a:prstGeom prst="rect">
            <a:avLst/>
          </a:prstGeom>
          <a:noFill/>
        </p:spPr>
        <p:txBody>
          <a:bodyPr wrap="square">
            <a:spAutoFit/>
          </a:bodyPr>
          <a:lstStyle/>
          <a:p>
            <a:pPr marL="171450" indent="-171450">
              <a:spcBef>
                <a:spcPts val="600"/>
              </a:spcBef>
              <a:buFont typeface="Wingdings" panose="05000000000000000000" pitchFamily="2" charset="2"/>
              <a:buChar char="v"/>
            </a:pPr>
            <a:r>
              <a:rPr lang="en-US" sz="1000">
                <a:latin typeface="Montserrat" panose="00000500000000000000" pitchFamily="2" charset="0"/>
              </a:rPr>
              <a:t>Slaughter Planning</a:t>
            </a:r>
          </a:p>
          <a:p>
            <a:pPr marL="171450" indent="-171450">
              <a:spcBef>
                <a:spcPts val="600"/>
              </a:spcBef>
              <a:buFont typeface="Wingdings" panose="05000000000000000000" pitchFamily="2" charset="2"/>
              <a:buChar char="v"/>
            </a:pPr>
            <a:r>
              <a:rPr lang="en-US" sz="1000">
                <a:latin typeface="Montserrat" panose="00000500000000000000" pitchFamily="2" charset="0"/>
              </a:rPr>
              <a:t>Carcass Data</a:t>
            </a:r>
          </a:p>
          <a:p>
            <a:pPr marL="171450" indent="-171450">
              <a:spcBef>
                <a:spcPts val="600"/>
              </a:spcBef>
              <a:buFont typeface="Wingdings" panose="05000000000000000000" pitchFamily="2" charset="2"/>
              <a:buChar char="v"/>
            </a:pPr>
            <a:r>
              <a:rPr lang="en-US" sz="1000">
                <a:latin typeface="Montserrat" panose="00000500000000000000" pitchFamily="2" charset="0"/>
              </a:rPr>
              <a:t>Grading</a:t>
            </a:r>
          </a:p>
        </p:txBody>
      </p:sp>
      <p:sp>
        <p:nvSpPr>
          <p:cNvPr id="23" name="TextBox 22">
            <a:extLst>
              <a:ext uri="{FF2B5EF4-FFF2-40B4-BE49-F238E27FC236}">
                <a16:creationId xmlns:a16="http://schemas.microsoft.com/office/drawing/2014/main" id="{0B7E1C99-1B31-E302-47A8-2A219EA35DB3}"/>
              </a:ext>
            </a:extLst>
          </p:cNvPr>
          <p:cNvSpPr txBox="1"/>
          <p:nvPr/>
        </p:nvSpPr>
        <p:spPr>
          <a:xfrm>
            <a:off x="678999" y="4349389"/>
            <a:ext cx="1156606" cy="1015663"/>
          </a:xfrm>
          <a:prstGeom prst="rect">
            <a:avLst/>
          </a:prstGeom>
          <a:noFill/>
        </p:spPr>
        <p:txBody>
          <a:bodyPr wrap="square">
            <a:spAutoFit/>
          </a:bodyPr>
          <a:lstStyle/>
          <a:p>
            <a:pPr marL="171450" indent="-171450">
              <a:spcBef>
                <a:spcPts val="600"/>
              </a:spcBef>
              <a:buFont typeface="Wingdings" panose="05000000000000000000" pitchFamily="2" charset="2"/>
              <a:buChar char="v"/>
            </a:pPr>
            <a:r>
              <a:rPr lang="en-US" sz="1000">
                <a:latin typeface="Montserrat" panose="00000500000000000000" pitchFamily="2" charset="0"/>
              </a:rPr>
              <a:t>Supplier Network</a:t>
            </a:r>
          </a:p>
          <a:p>
            <a:pPr marL="171450" indent="-171450">
              <a:spcBef>
                <a:spcPts val="600"/>
              </a:spcBef>
              <a:buFont typeface="Wingdings" panose="05000000000000000000" pitchFamily="2" charset="2"/>
              <a:buChar char="v"/>
            </a:pPr>
            <a:r>
              <a:rPr lang="en-US" sz="1000">
                <a:latin typeface="Montserrat" panose="00000500000000000000" pitchFamily="2" charset="0"/>
              </a:rPr>
              <a:t>Quality &amp; Grade</a:t>
            </a:r>
          </a:p>
          <a:p>
            <a:pPr marL="171450" indent="-171450">
              <a:spcBef>
                <a:spcPts val="600"/>
              </a:spcBef>
              <a:buFont typeface="Wingdings" panose="05000000000000000000" pitchFamily="2" charset="2"/>
              <a:buChar char="v"/>
            </a:pPr>
            <a:r>
              <a:rPr lang="en-US" sz="1000">
                <a:latin typeface="Montserrat" panose="00000500000000000000" pitchFamily="2" charset="0"/>
              </a:rPr>
              <a:t>Planning</a:t>
            </a:r>
          </a:p>
        </p:txBody>
      </p:sp>
      <p:sp>
        <p:nvSpPr>
          <p:cNvPr id="24" name="TextBox 23">
            <a:extLst>
              <a:ext uri="{FF2B5EF4-FFF2-40B4-BE49-F238E27FC236}">
                <a16:creationId xmlns:a16="http://schemas.microsoft.com/office/drawing/2014/main" id="{E29F5EE1-65B0-AF3C-5D05-143019E30D3C}"/>
              </a:ext>
            </a:extLst>
          </p:cNvPr>
          <p:cNvSpPr txBox="1"/>
          <p:nvPr/>
        </p:nvSpPr>
        <p:spPr>
          <a:xfrm>
            <a:off x="3280100" y="4349389"/>
            <a:ext cx="1272072" cy="892552"/>
          </a:xfrm>
          <a:prstGeom prst="rect">
            <a:avLst/>
          </a:prstGeom>
          <a:noFill/>
        </p:spPr>
        <p:txBody>
          <a:bodyPr wrap="square">
            <a:spAutoFit/>
          </a:bodyPr>
          <a:lstStyle/>
          <a:p>
            <a:pPr marL="171450" indent="-171450">
              <a:spcBef>
                <a:spcPts val="600"/>
              </a:spcBef>
              <a:buFont typeface="Wingdings" panose="05000000000000000000" pitchFamily="2" charset="2"/>
              <a:buChar char="v"/>
            </a:pPr>
            <a:r>
              <a:rPr lang="en-US" sz="1000">
                <a:latin typeface="Montserrat" panose="00000500000000000000" pitchFamily="2" charset="0"/>
              </a:rPr>
              <a:t>Primal Cutting</a:t>
            </a:r>
          </a:p>
          <a:p>
            <a:pPr marL="171450" indent="-171450">
              <a:spcBef>
                <a:spcPts val="600"/>
              </a:spcBef>
              <a:buFont typeface="Wingdings" panose="05000000000000000000" pitchFamily="2" charset="2"/>
              <a:buChar char="v"/>
            </a:pPr>
            <a:r>
              <a:rPr lang="en-US" sz="1000">
                <a:latin typeface="Montserrat" panose="00000500000000000000" pitchFamily="2" charset="0"/>
              </a:rPr>
              <a:t>Yield Capture</a:t>
            </a:r>
          </a:p>
          <a:p>
            <a:pPr marL="171450" indent="-171450">
              <a:spcBef>
                <a:spcPts val="600"/>
              </a:spcBef>
              <a:buFont typeface="Wingdings" panose="05000000000000000000" pitchFamily="2" charset="2"/>
              <a:buChar char="v"/>
            </a:pPr>
            <a:r>
              <a:rPr lang="en-US" sz="1000">
                <a:latin typeface="Montserrat" panose="00000500000000000000" pitchFamily="2" charset="0"/>
              </a:rPr>
              <a:t>Traceability</a:t>
            </a:r>
          </a:p>
        </p:txBody>
      </p:sp>
      <p:sp>
        <p:nvSpPr>
          <p:cNvPr id="25" name="TextBox 24">
            <a:extLst>
              <a:ext uri="{FF2B5EF4-FFF2-40B4-BE49-F238E27FC236}">
                <a16:creationId xmlns:a16="http://schemas.microsoft.com/office/drawing/2014/main" id="{55BCBC15-80B9-05BF-A173-3D5FAB804C6D}"/>
              </a:ext>
            </a:extLst>
          </p:cNvPr>
          <p:cNvSpPr txBox="1"/>
          <p:nvPr/>
        </p:nvSpPr>
        <p:spPr>
          <a:xfrm>
            <a:off x="4660251" y="4349389"/>
            <a:ext cx="1272072" cy="1015663"/>
          </a:xfrm>
          <a:prstGeom prst="rect">
            <a:avLst/>
          </a:prstGeom>
          <a:noFill/>
        </p:spPr>
        <p:txBody>
          <a:bodyPr wrap="square">
            <a:spAutoFit/>
          </a:bodyPr>
          <a:lstStyle/>
          <a:p>
            <a:pPr marL="171450" indent="-171450">
              <a:spcBef>
                <a:spcPts val="600"/>
              </a:spcBef>
              <a:buFont typeface="Wingdings" panose="05000000000000000000" pitchFamily="2" charset="2"/>
              <a:buChar char="v"/>
            </a:pPr>
            <a:r>
              <a:rPr lang="en-US" sz="1000">
                <a:latin typeface="Montserrat" panose="00000500000000000000" pitchFamily="2" charset="0"/>
              </a:rPr>
              <a:t>Bone-in/Boneless</a:t>
            </a:r>
          </a:p>
          <a:p>
            <a:pPr marL="171450" indent="-171450">
              <a:spcBef>
                <a:spcPts val="600"/>
              </a:spcBef>
              <a:buFont typeface="Wingdings" panose="05000000000000000000" pitchFamily="2" charset="2"/>
              <a:buChar char="v"/>
            </a:pPr>
            <a:r>
              <a:rPr lang="en-US" sz="1000">
                <a:latin typeface="Montserrat" panose="00000500000000000000" pitchFamily="2" charset="0"/>
              </a:rPr>
              <a:t>Trimming</a:t>
            </a:r>
          </a:p>
          <a:p>
            <a:pPr marL="171450" indent="-171450">
              <a:spcBef>
                <a:spcPts val="600"/>
              </a:spcBef>
              <a:buFont typeface="Wingdings" panose="05000000000000000000" pitchFamily="2" charset="2"/>
              <a:buChar char="v"/>
            </a:pPr>
            <a:r>
              <a:rPr lang="en-US" sz="1000">
                <a:latin typeface="Montserrat" panose="00000500000000000000" pitchFamily="2" charset="0"/>
              </a:rPr>
              <a:t>Value Addition</a:t>
            </a:r>
          </a:p>
        </p:txBody>
      </p:sp>
      <p:sp>
        <p:nvSpPr>
          <p:cNvPr id="26" name="TextBox 25">
            <a:extLst>
              <a:ext uri="{FF2B5EF4-FFF2-40B4-BE49-F238E27FC236}">
                <a16:creationId xmlns:a16="http://schemas.microsoft.com/office/drawing/2014/main" id="{044286CF-BC80-D825-0177-4F93A62C9A9D}"/>
              </a:ext>
            </a:extLst>
          </p:cNvPr>
          <p:cNvSpPr txBox="1"/>
          <p:nvPr/>
        </p:nvSpPr>
        <p:spPr>
          <a:xfrm>
            <a:off x="6038460" y="4349389"/>
            <a:ext cx="1214340" cy="707886"/>
          </a:xfrm>
          <a:prstGeom prst="rect">
            <a:avLst/>
          </a:prstGeom>
          <a:noFill/>
        </p:spPr>
        <p:txBody>
          <a:bodyPr wrap="square">
            <a:spAutoFit/>
          </a:bodyPr>
          <a:lstStyle/>
          <a:p>
            <a:pPr marL="171450" indent="-171450">
              <a:spcBef>
                <a:spcPts val="600"/>
              </a:spcBef>
              <a:buFont typeface="Wingdings" panose="05000000000000000000" pitchFamily="2" charset="2"/>
              <a:buChar char="v"/>
            </a:pPr>
            <a:r>
              <a:rPr lang="en-US" sz="1000">
                <a:latin typeface="Montserrat" panose="00000500000000000000" pitchFamily="2" charset="0"/>
              </a:rPr>
              <a:t>Portioning</a:t>
            </a:r>
          </a:p>
          <a:p>
            <a:pPr marL="171450" indent="-171450">
              <a:spcBef>
                <a:spcPts val="600"/>
              </a:spcBef>
              <a:buFont typeface="Wingdings" panose="05000000000000000000" pitchFamily="2" charset="2"/>
              <a:buChar char="v"/>
            </a:pPr>
            <a:r>
              <a:rPr lang="en-US" sz="1000">
                <a:latin typeface="Montserrat" panose="00000500000000000000" pitchFamily="2" charset="0"/>
              </a:rPr>
              <a:t>Packaging</a:t>
            </a:r>
          </a:p>
          <a:p>
            <a:pPr marL="171450" indent="-171450">
              <a:spcBef>
                <a:spcPts val="600"/>
              </a:spcBef>
              <a:buFont typeface="Wingdings" panose="05000000000000000000" pitchFamily="2" charset="2"/>
              <a:buChar char="v"/>
            </a:pPr>
            <a:r>
              <a:rPr lang="en-US" sz="1000">
                <a:latin typeface="Montserrat" panose="00000500000000000000" pitchFamily="2" charset="0"/>
              </a:rPr>
              <a:t>Labeling</a:t>
            </a:r>
          </a:p>
        </p:txBody>
      </p:sp>
      <p:sp>
        <p:nvSpPr>
          <p:cNvPr id="27" name="TextBox 26">
            <a:extLst>
              <a:ext uri="{FF2B5EF4-FFF2-40B4-BE49-F238E27FC236}">
                <a16:creationId xmlns:a16="http://schemas.microsoft.com/office/drawing/2014/main" id="{593D866F-2DE5-7035-1F60-35526B202570}"/>
              </a:ext>
            </a:extLst>
          </p:cNvPr>
          <p:cNvSpPr txBox="1"/>
          <p:nvPr/>
        </p:nvSpPr>
        <p:spPr>
          <a:xfrm>
            <a:off x="7503268" y="4349389"/>
            <a:ext cx="1349148" cy="1015663"/>
          </a:xfrm>
          <a:prstGeom prst="rect">
            <a:avLst/>
          </a:prstGeom>
          <a:noFill/>
        </p:spPr>
        <p:txBody>
          <a:bodyPr wrap="square">
            <a:spAutoFit/>
          </a:bodyPr>
          <a:lstStyle/>
          <a:p>
            <a:pPr marL="171450" indent="-171450">
              <a:spcBef>
                <a:spcPts val="600"/>
              </a:spcBef>
              <a:buFont typeface="Wingdings" panose="05000000000000000000" pitchFamily="2" charset="2"/>
              <a:buChar char="v"/>
            </a:pPr>
            <a:r>
              <a:rPr lang="en-US" sz="1000">
                <a:latin typeface="Montserrat" panose="00000500000000000000" pitchFamily="2" charset="0"/>
              </a:rPr>
              <a:t>Inventory Aging</a:t>
            </a:r>
          </a:p>
          <a:p>
            <a:pPr marL="171450" indent="-171450">
              <a:spcBef>
                <a:spcPts val="600"/>
              </a:spcBef>
              <a:buFont typeface="Wingdings" panose="05000000000000000000" pitchFamily="2" charset="2"/>
              <a:buChar char="v"/>
            </a:pPr>
            <a:r>
              <a:rPr lang="en-US" sz="1000">
                <a:latin typeface="Montserrat" panose="00000500000000000000" pitchFamily="2" charset="0"/>
              </a:rPr>
              <a:t>Temperature Control</a:t>
            </a:r>
          </a:p>
          <a:p>
            <a:pPr marL="171450" indent="-171450">
              <a:spcBef>
                <a:spcPts val="600"/>
              </a:spcBef>
              <a:buFont typeface="Wingdings" panose="05000000000000000000" pitchFamily="2" charset="2"/>
              <a:buChar char="v"/>
            </a:pPr>
            <a:r>
              <a:rPr lang="en-US" sz="1000">
                <a:latin typeface="Montserrat" panose="00000500000000000000" pitchFamily="2" charset="0"/>
              </a:rPr>
              <a:t>Shelf Life</a:t>
            </a:r>
          </a:p>
        </p:txBody>
      </p:sp>
      <p:sp>
        <p:nvSpPr>
          <p:cNvPr id="28" name="TextBox 27">
            <a:extLst>
              <a:ext uri="{FF2B5EF4-FFF2-40B4-BE49-F238E27FC236}">
                <a16:creationId xmlns:a16="http://schemas.microsoft.com/office/drawing/2014/main" id="{D89B5C0D-33DB-B5B8-ED09-83AFD47485C7}"/>
              </a:ext>
            </a:extLst>
          </p:cNvPr>
          <p:cNvSpPr txBox="1"/>
          <p:nvPr/>
        </p:nvSpPr>
        <p:spPr>
          <a:xfrm>
            <a:off x="8968077" y="4349389"/>
            <a:ext cx="1455284" cy="707886"/>
          </a:xfrm>
          <a:prstGeom prst="rect">
            <a:avLst/>
          </a:prstGeom>
          <a:noFill/>
        </p:spPr>
        <p:txBody>
          <a:bodyPr wrap="square">
            <a:spAutoFit/>
          </a:bodyPr>
          <a:lstStyle/>
          <a:p>
            <a:pPr marL="171450" indent="-171450">
              <a:spcBef>
                <a:spcPts val="600"/>
              </a:spcBef>
              <a:buFont typeface="Wingdings" panose="05000000000000000000" pitchFamily="2" charset="2"/>
              <a:buChar char="v"/>
            </a:pPr>
            <a:r>
              <a:rPr lang="en-US" sz="1000">
                <a:latin typeface="Montserrat" panose="00000500000000000000" pitchFamily="2" charset="0"/>
              </a:rPr>
              <a:t>Replenishment</a:t>
            </a:r>
          </a:p>
          <a:p>
            <a:pPr marL="171450" indent="-171450">
              <a:spcBef>
                <a:spcPts val="600"/>
              </a:spcBef>
              <a:buFont typeface="Wingdings" panose="05000000000000000000" pitchFamily="2" charset="2"/>
              <a:buChar char="v"/>
            </a:pPr>
            <a:r>
              <a:rPr lang="en-US" sz="1000">
                <a:latin typeface="Montserrat" panose="00000500000000000000" pitchFamily="2" charset="0"/>
              </a:rPr>
              <a:t>Cross Docking</a:t>
            </a:r>
          </a:p>
          <a:p>
            <a:pPr marL="171450" indent="-171450">
              <a:spcBef>
                <a:spcPts val="600"/>
              </a:spcBef>
              <a:buFont typeface="Wingdings" panose="05000000000000000000" pitchFamily="2" charset="2"/>
              <a:buChar char="v"/>
            </a:pPr>
            <a:r>
              <a:rPr lang="en-US" sz="1000">
                <a:latin typeface="Montserrat" panose="00000500000000000000" pitchFamily="2" charset="0"/>
              </a:rPr>
              <a:t>Routing</a:t>
            </a:r>
          </a:p>
        </p:txBody>
      </p:sp>
      <p:sp>
        <p:nvSpPr>
          <p:cNvPr id="29" name="TextBox 28">
            <a:extLst>
              <a:ext uri="{FF2B5EF4-FFF2-40B4-BE49-F238E27FC236}">
                <a16:creationId xmlns:a16="http://schemas.microsoft.com/office/drawing/2014/main" id="{90FCC4EA-2432-5FB5-468D-FB80301DF534}"/>
              </a:ext>
            </a:extLst>
          </p:cNvPr>
          <p:cNvSpPr txBox="1"/>
          <p:nvPr/>
        </p:nvSpPr>
        <p:spPr>
          <a:xfrm>
            <a:off x="10539022" y="4349389"/>
            <a:ext cx="1156607" cy="1169551"/>
          </a:xfrm>
          <a:prstGeom prst="rect">
            <a:avLst/>
          </a:prstGeom>
          <a:noFill/>
        </p:spPr>
        <p:txBody>
          <a:bodyPr wrap="square">
            <a:spAutoFit/>
          </a:bodyPr>
          <a:lstStyle/>
          <a:p>
            <a:pPr marL="171450" indent="-171450">
              <a:spcBef>
                <a:spcPts val="600"/>
              </a:spcBef>
              <a:buFont typeface="Wingdings" panose="05000000000000000000" pitchFamily="2" charset="2"/>
              <a:buChar char="v"/>
            </a:pPr>
            <a:r>
              <a:rPr lang="en-US" sz="1000">
                <a:latin typeface="Montserrat" panose="00000500000000000000" pitchFamily="2" charset="0"/>
              </a:rPr>
              <a:t>Fresh Availability</a:t>
            </a:r>
          </a:p>
          <a:p>
            <a:pPr marL="171450" indent="-171450">
              <a:spcBef>
                <a:spcPts val="600"/>
              </a:spcBef>
              <a:buFont typeface="Wingdings" panose="05000000000000000000" pitchFamily="2" charset="2"/>
              <a:buChar char="v"/>
            </a:pPr>
            <a:r>
              <a:rPr lang="en-US" sz="1000">
                <a:latin typeface="Montserrat" panose="00000500000000000000" pitchFamily="2" charset="0"/>
              </a:rPr>
              <a:t>In-Store Execution</a:t>
            </a:r>
          </a:p>
          <a:p>
            <a:pPr marL="171450" indent="-171450">
              <a:spcBef>
                <a:spcPts val="600"/>
              </a:spcBef>
              <a:buFont typeface="Wingdings" panose="05000000000000000000" pitchFamily="2" charset="2"/>
              <a:buChar char="v"/>
            </a:pPr>
            <a:r>
              <a:rPr lang="en-US" sz="1000">
                <a:latin typeface="Montserrat" panose="00000500000000000000" pitchFamily="2" charset="0"/>
              </a:rPr>
              <a:t>Customer Satisfaction</a:t>
            </a:r>
          </a:p>
        </p:txBody>
      </p:sp>
      <p:cxnSp>
        <p:nvCxnSpPr>
          <p:cNvPr id="31" name="Straight Arrow Connector 30">
            <a:extLst>
              <a:ext uri="{FF2B5EF4-FFF2-40B4-BE49-F238E27FC236}">
                <a16:creationId xmlns:a16="http://schemas.microsoft.com/office/drawing/2014/main" id="{DB530732-9120-B32B-3953-570B3E51C310}"/>
              </a:ext>
            </a:extLst>
          </p:cNvPr>
          <p:cNvCxnSpPr>
            <a:cxnSpLocks/>
          </p:cNvCxnSpPr>
          <p:nvPr/>
        </p:nvCxnSpPr>
        <p:spPr>
          <a:xfrm>
            <a:off x="1835605" y="3807692"/>
            <a:ext cx="177037" cy="0"/>
          </a:xfrm>
          <a:prstGeom prst="straightConnector1">
            <a:avLst/>
          </a:prstGeom>
          <a:ln w="28575">
            <a:solidFill>
              <a:schemeClr val="bg2"/>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B8DA1847-956C-31ED-4068-690A392B5326}"/>
              </a:ext>
            </a:extLst>
          </p:cNvPr>
          <p:cNvCxnSpPr>
            <a:cxnSpLocks/>
          </p:cNvCxnSpPr>
          <p:nvPr/>
        </p:nvCxnSpPr>
        <p:spPr>
          <a:xfrm>
            <a:off x="3103063" y="3807692"/>
            <a:ext cx="177037" cy="0"/>
          </a:xfrm>
          <a:prstGeom prst="straightConnector1">
            <a:avLst/>
          </a:prstGeom>
          <a:ln w="28575">
            <a:solidFill>
              <a:schemeClr val="bg2"/>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056856DE-AC23-FF05-3844-130F1A49C1E9}"/>
              </a:ext>
            </a:extLst>
          </p:cNvPr>
          <p:cNvCxnSpPr>
            <a:cxnSpLocks/>
          </p:cNvCxnSpPr>
          <p:nvPr/>
        </p:nvCxnSpPr>
        <p:spPr>
          <a:xfrm>
            <a:off x="4456266" y="3807692"/>
            <a:ext cx="177037" cy="0"/>
          </a:xfrm>
          <a:prstGeom prst="straightConnector1">
            <a:avLst/>
          </a:prstGeom>
          <a:ln w="28575">
            <a:solidFill>
              <a:schemeClr val="bg2"/>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0488DCC0-003D-44FE-3DE1-58D8F451D0F9}"/>
              </a:ext>
            </a:extLst>
          </p:cNvPr>
          <p:cNvCxnSpPr>
            <a:cxnSpLocks/>
          </p:cNvCxnSpPr>
          <p:nvPr/>
        </p:nvCxnSpPr>
        <p:spPr>
          <a:xfrm>
            <a:off x="5900057" y="3807692"/>
            <a:ext cx="177037" cy="0"/>
          </a:xfrm>
          <a:prstGeom prst="straightConnector1">
            <a:avLst/>
          </a:prstGeom>
          <a:ln w="28575">
            <a:solidFill>
              <a:schemeClr val="bg2"/>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010C7B39-165D-F596-55F8-7153E2ED2D4E}"/>
              </a:ext>
            </a:extLst>
          </p:cNvPr>
          <p:cNvCxnSpPr>
            <a:cxnSpLocks/>
          </p:cNvCxnSpPr>
          <p:nvPr/>
        </p:nvCxnSpPr>
        <p:spPr>
          <a:xfrm>
            <a:off x="7252800" y="3807692"/>
            <a:ext cx="177037" cy="0"/>
          </a:xfrm>
          <a:prstGeom prst="straightConnector1">
            <a:avLst/>
          </a:prstGeom>
          <a:ln w="28575">
            <a:solidFill>
              <a:schemeClr val="bg2"/>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383B69EC-AEE3-3F1F-4148-6C88D53BE987}"/>
              </a:ext>
            </a:extLst>
          </p:cNvPr>
          <p:cNvCxnSpPr>
            <a:cxnSpLocks/>
          </p:cNvCxnSpPr>
          <p:nvPr/>
        </p:nvCxnSpPr>
        <p:spPr>
          <a:xfrm>
            <a:off x="8763897" y="3807692"/>
            <a:ext cx="177037" cy="0"/>
          </a:xfrm>
          <a:prstGeom prst="straightConnector1">
            <a:avLst/>
          </a:prstGeom>
          <a:ln w="28575">
            <a:solidFill>
              <a:schemeClr val="bg2"/>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DAC5AF97-CDAD-087B-222D-67B1D8901575}"/>
              </a:ext>
            </a:extLst>
          </p:cNvPr>
          <p:cNvCxnSpPr>
            <a:cxnSpLocks/>
          </p:cNvCxnSpPr>
          <p:nvPr/>
        </p:nvCxnSpPr>
        <p:spPr>
          <a:xfrm>
            <a:off x="10246324" y="3807692"/>
            <a:ext cx="177037" cy="0"/>
          </a:xfrm>
          <a:prstGeom prst="straightConnector1">
            <a:avLst/>
          </a:prstGeom>
          <a:ln w="28575">
            <a:solidFill>
              <a:schemeClr val="bg2"/>
            </a:solidFill>
            <a:tailEnd type="triangle"/>
          </a:ln>
        </p:spPr>
        <p:style>
          <a:lnRef idx="2">
            <a:schemeClr val="accent1"/>
          </a:lnRef>
          <a:fillRef idx="0">
            <a:schemeClr val="accent1"/>
          </a:fillRef>
          <a:effectRef idx="1">
            <a:schemeClr val="accent1"/>
          </a:effectRef>
          <a:fontRef idx="minor">
            <a:schemeClr val="tx1"/>
          </a:fontRef>
        </p:style>
      </p:cxnSp>
      <p:grpSp>
        <p:nvGrpSpPr>
          <p:cNvPr id="43" name="Group 42">
            <a:extLst>
              <a:ext uri="{FF2B5EF4-FFF2-40B4-BE49-F238E27FC236}">
                <a16:creationId xmlns:a16="http://schemas.microsoft.com/office/drawing/2014/main" id="{1F78ACFC-4D58-DF41-6C5A-0E63D334F3CB}"/>
              </a:ext>
            </a:extLst>
          </p:cNvPr>
          <p:cNvGrpSpPr/>
          <p:nvPr/>
        </p:nvGrpSpPr>
        <p:grpSpPr>
          <a:xfrm>
            <a:off x="2228646" y="3646863"/>
            <a:ext cx="597571" cy="321657"/>
            <a:chOff x="2296145" y="3714312"/>
            <a:chExt cx="420186" cy="226175"/>
          </a:xfrm>
        </p:grpSpPr>
        <p:pic>
          <p:nvPicPr>
            <p:cNvPr id="41" name="Graphic 40">
              <a:extLst>
                <a:ext uri="{FF2B5EF4-FFF2-40B4-BE49-F238E27FC236}">
                  <a16:creationId xmlns:a16="http://schemas.microsoft.com/office/drawing/2014/main" id="{80FA5C0A-5E66-193F-1903-1C8FF5CC02B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296145" y="3714312"/>
              <a:ext cx="226175" cy="226175"/>
            </a:xfrm>
            <a:prstGeom prst="rect">
              <a:avLst/>
            </a:prstGeom>
          </p:spPr>
        </p:pic>
        <p:pic>
          <p:nvPicPr>
            <p:cNvPr id="42" name="Graphic 41">
              <a:extLst>
                <a:ext uri="{FF2B5EF4-FFF2-40B4-BE49-F238E27FC236}">
                  <a16:creationId xmlns:a16="http://schemas.microsoft.com/office/drawing/2014/main" id="{34CD2340-2474-F845-CE85-E4A62C46364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490156" y="3714312"/>
              <a:ext cx="226175" cy="226175"/>
            </a:xfrm>
            <a:prstGeom prst="rect">
              <a:avLst/>
            </a:prstGeom>
          </p:spPr>
        </p:pic>
      </p:grpSp>
      <p:pic>
        <p:nvPicPr>
          <p:cNvPr id="45" name="Graphic 44">
            <a:extLst>
              <a:ext uri="{FF2B5EF4-FFF2-40B4-BE49-F238E27FC236}">
                <a16:creationId xmlns:a16="http://schemas.microsoft.com/office/drawing/2014/main" id="{E3BB6862-F18B-653F-6F1B-5EDF17DA609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27209" y="3624812"/>
            <a:ext cx="365760" cy="365760"/>
          </a:xfrm>
          <a:prstGeom prst="rect">
            <a:avLst/>
          </a:prstGeom>
        </p:spPr>
      </p:pic>
      <p:pic>
        <p:nvPicPr>
          <p:cNvPr id="48" name="Graphic 47">
            <a:extLst>
              <a:ext uri="{FF2B5EF4-FFF2-40B4-BE49-F238E27FC236}">
                <a16:creationId xmlns:a16="http://schemas.microsoft.com/office/drawing/2014/main" id="{744C18E0-E6EE-F971-D834-2F833A30E3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22549" y="3624812"/>
            <a:ext cx="365760" cy="365760"/>
          </a:xfrm>
          <a:prstGeom prst="rect">
            <a:avLst/>
          </a:prstGeom>
        </p:spPr>
      </p:pic>
      <p:pic>
        <p:nvPicPr>
          <p:cNvPr id="50" name="Graphic 49">
            <a:extLst>
              <a:ext uri="{FF2B5EF4-FFF2-40B4-BE49-F238E27FC236}">
                <a16:creationId xmlns:a16="http://schemas.microsoft.com/office/drawing/2014/main" id="{F81FD871-2ADF-98C2-3F1F-5DF1E963A00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62750" y="3624812"/>
            <a:ext cx="365760" cy="365760"/>
          </a:xfrm>
          <a:prstGeom prst="rect">
            <a:avLst/>
          </a:prstGeom>
        </p:spPr>
      </p:pic>
      <p:pic>
        <p:nvPicPr>
          <p:cNvPr id="52" name="Graphic 51">
            <a:extLst>
              <a:ext uri="{FF2B5EF4-FFF2-40B4-BE49-F238E27FC236}">
                <a16:creationId xmlns:a16="http://schemas.microsoft.com/office/drawing/2014/main" id="{74ACE45D-DFF3-C717-FFD6-36A407A4852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898691" y="3624812"/>
            <a:ext cx="365760" cy="365760"/>
          </a:xfrm>
          <a:prstGeom prst="rect">
            <a:avLst/>
          </a:prstGeom>
        </p:spPr>
      </p:pic>
      <p:pic>
        <p:nvPicPr>
          <p:cNvPr id="54" name="Graphic 53">
            <a:extLst>
              <a:ext uri="{FF2B5EF4-FFF2-40B4-BE49-F238E27FC236}">
                <a16:creationId xmlns:a16="http://schemas.microsoft.com/office/drawing/2014/main" id="{522CF150-5E41-7C94-AE27-9AEB1CDD0E1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470923" y="3624812"/>
            <a:ext cx="365760" cy="365760"/>
          </a:xfrm>
          <a:prstGeom prst="rect">
            <a:avLst/>
          </a:prstGeom>
        </p:spPr>
      </p:pic>
      <p:pic>
        <p:nvPicPr>
          <p:cNvPr id="56" name="Graphic 55">
            <a:extLst>
              <a:ext uri="{FF2B5EF4-FFF2-40B4-BE49-F238E27FC236}">
                <a16:creationId xmlns:a16="http://schemas.microsoft.com/office/drawing/2014/main" id="{96832297-AB7B-5929-FA73-08D870CECBF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980165" y="3670532"/>
            <a:ext cx="274320" cy="274320"/>
          </a:xfrm>
          <a:prstGeom prst="rect">
            <a:avLst/>
          </a:prstGeom>
        </p:spPr>
      </p:pic>
      <p:pic>
        <p:nvPicPr>
          <p:cNvPr id="58" name="Graphic 57">
            <a:extLst>
              <a:ext uri="{FF2B5EF4-FFF2-40B4-BE49-F238E27FC236}">
                <a16:creationId xmlns:a16="http://schemas.microsoft.com/office/drawing/2014/main" id="{12BC8950-B207-C511-86B5-6BFBEE50ACB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09551" y="3533372"/>
            <a:ext cx="457200" cy="457200"/>
          </a:xfrm>
          <a:prstGeom prst="rect">
            <a:avLst/>
          </a:prstGeom>
        </p:spPr>
      </p:pic>
    </p:spTree>
    <p:extLst>
      <p:ext uri="{BB962C8B-B14F-4D97-AF65-F5344CB8AC3E}">
        <p14:creationId xmlns:p14="http://schemas.microsoft.com/office/powerpoint/2010/main" val="4804910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1EE17-C848-BF45-1407-46F56B4197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F5A74F-9E52-5BB3-1469-52E7BB10239C}"/>
              </a:ext>
            </a:extLst>
          </p:cNvPr>
          <p:cNvSpPr>
            <a:spLocks noGrp="1"/>
          </p:cNvSpPr>
          <p:nvPr>
            <p:ph type="title"/>
          </p:nvPr>
        </p:nvSpPr>
        <p:spPr>
          <a:xfrm>
            <a:off x="381000" y="342899"/>
            <a:ext cx="7375989" cy="553993"/>
          </a:xfrm>
        </p:spPr>
        <p:txBody>
          <a:bodyPr/>
          <a:lstStyle/>
          <a:p>
            <a:r>
              <a:rPr lang="en-US"/>
              <a:t>Decision Intelligence Platform</a:t>
            </a:r>
          </a:p>
        </p:txBody>
      </p:sp>
      <p:sp>
        <p:nvSpPr>
          <p:cNvPr id="3" name="Slide Number Placeholder 2">
            <a:extLst>
              <a:ext uri="{FF2B5EF4-FFF2-40B4-BE49-F238E27FC236}">
                <a16:creationId xmlns:a16="http://schemas.microsoft.com/office/drawing/2014/main" id="{B2181823-6A98-9047-BF15-3E7A3E3F85E5}"/>
              </a:ext>
            </a:extLst>
          </p:cNvPr>
          <p:cNvSpPr>
            <a:spLocks noGrp="1"/>
          </p:cNvSpPr>
          <p:nvPr>
            <p:ph type="sldNum" sz="quarter" idx="12"/>
          </p:nvPr>
        </p:nvSpPr>
        <p:spPr/>
        <p:txBody>
          <a:bodyPr/>
          <a:lstStyle/>
          <a:p>
            <a:fld id="{330EA680-D336-4FF7-8B7A-9848BB0A1C32}" type="slidenum">
              <a:rPr lang="en-US" smtClean="0"/>
              <a:t>24</a:t>
            </a:fld>
            <a:endParaRPr lang="en-US"/>
          </a:p>
        </p:txBody>
      </p:sp>
      <p:sp>
        <p:nvSpPr>
          <p:cNvPr id="4" name="Date Placeholder 3">
            <a:extLst>
              <a:ext uri="{FF2B5EF4-FFF2-40B4-BE49-F238E27FC236}">
                <a16:creationId xmlns:a16="http://schemas.microsoft.com/office/drawing/2014/main" id="{E65D5AAF-3196-E79A-DBFF-1BB03DB01E95}"/>
              </a:ext>
            </a:extLst>
          </p:cNvPr>
          <p:cNvSpPr>
            <a:spLocks noGrp="1"/>
          </p:cNvSpPr>
          <p:nvPr>
            <p:ph type="dt" sz="half" idx="2"/>
          </p:nvPr>
        </p:nvSpPr>
        <p:spPr/>
        <p:txBody>
          <a:bodyPr/>
          <a:lstStyle/>
          <a:p>
            <a:r>
              <a:rPr lang="en-US"/>
              <a:t>© SYREN CLOUD INC – 2026 – ALL RIGHTS RESERVED</a:t>
            </a:r>
            <a:endParaRPr lang="en-US" sz="600"/>
          </a:p>
        </p:txBody>
      </p:sp>
      <p:sp>
        <p:nvSpPr>
          <p:cNvPr id="5" name="Rectangle: Top Corners Rounded 4">
            <a:extLst>
              <a:ext uri="{FF2B5EF4-FFF2-40B4-BE49-F238E27FC236}">
                <a16:creationId xmlns:a16="http://schemas.microsoft.com/office/drawing/2014/main" id="{9987B424-FC3D-068B-D67D-C9B7874BFCDA}"/>
              </a:ext>
            </a:extLst>
          </p:cNvPr>
          <p:cNvSpPr/>
          <p:nvPr/>
        </p:nvSpPr>
        <p:spPr>
          <a:xfrm>
            <a:off x="482885" y="973229"/>
            <a:ext cx="2291137" cy="281761"/>
          </a:xfrm>
          <a:prstGeom prst="round2SameRect">
            <a:avLst>
              <a:gd name="adj1" fmla="val 50000"/>
              <a:gd name="adj2" fmla="val 0"/>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a:latin typeface="Montserrat" panose="00000500000000000000" pitchFamily="2" charset="0"/>
              </a:rPr>
              <a:t>DATA SOURCES</a:t>
            </a:r>
          </a:p>
        </p:txBody>
      </p:sp>
      <p:sp>
        <p:nvSpPr>
          <p:cNvPr id="7" name="Rectangle 6">
            <a:extLst>
              <a:ext uri="{FF2B5EF4-FFF2-40B4-BE49-F238E27FC236}">
                <a16:creationId xmlns:a16="http://schemas.microsoft.com/office/drawing/2014/main" id="{55BAD7B7-CAB2-FABE-2BE7-CDD9A1AA78F1}"/>
              </a:ext>
            </a:extLst>
          </p:cNvPr>
          <p:cNvSpPr/>
          <p:nvPr/>
        </p:nvSpPr>
        <p:spPr>
          <a:xfrm>
            <a:off x="482885" y="1254991"/>
            <a:ext cx="2291137" cy="3522178"/>
          </a:xfrm>
          <a:prstGeom prst="rect">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Top Corners Rounded 8">
            <a:extLst>
              <a:ext uri="{FF2B5EF4-FFF2-40B4-BE49-F238E27FC236}">
                <a16:creationId xmlns:a16="http://schemas.microsoft.com/office/drawing/2014/main" id="{3B39EAF5-D46A-FD5D-9E37-33D55947A582}"/>
              </a:ext>
            </a:extLst>
          </p:cNvPr>
          <p:cNvSpPr/>
          <p:nvPr/>
        </p:nvSpPr>
        <p:spPr>
          <a:xfrm>
            <a:off x="482885" y="4989615"/>
            <a:ext cx="7375989" cy="289389"/>
          </a:xfrm>
          <a:prstGeom prst="round2SameRect">
            <a:avLst>
              <a:gd name="adj1" fmla="val 50000"/>
              <a:gd name="adj2" fmla="val 0"/>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latin typeface="Montserrat" panose="00000500000000000000" pitchFamily="2" charset="0"/>
              </a:rPr>
              <a:t>OPTIMIZATION METHODS</a:t>
            </a:r>
          </a:p>
        </p:txBody>
      </p:sp>
      <p:sp>
        <p:nvSpPr>
          <p:cNvPr id="12" name="Rectangle 11">
            <a:extLst>
              <a:ext uri="{FF2B5EF4-FFF2-40B4-BE49-F238E27FC236}">
                <a16:creationId xmlns:a16="http://schemas.microsoft.com/office/drawing/2014/main" id="{A483482B-5C0C-3454-0A8D-74528F14B203}"/>
              </a:ext>
            </a:extLst>
          </p:cNvPr>
          <p:cNvSpPr/>
          <p:nvPr/>
        </p:nvSpPr>
        <p:spPr>
          <a:xfrm>
            <a:off x="482885" y="5279005"/>
            <a:ext cx="7375989" cy="1168290"/>
          </a:xfrm>
          <a:prstGeom prst="rect">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Top Corners Rounded 20">
            <a:extLst>
              <a:ext uri="{FF2B5EF4-FFF2-40B4-BE49-F238E27FC236}">
                <a16:creationId xmlns:a16="http://schemas.microsoft.com/office/drawing/2014/main" id="{26C63791-B57E-E6CD-8B92-A75E394E7436}"/>
              </a:ext>
            </a:extLst>
          </p:cNvPr>
          <p:cNvSpPr/>
          <p:nvPr/>
        </p:nvSpPr>
        <p:spPr>
          <a:xfrm>
            <a:off x="8157681" y="4989615"/>
            <a:ext cx="3551434" cy="289389"/>
          </a:xfrm>
          <a:prstGeom prst="round2SameRect">
            <a:avLst>
              <a:gd name="adj1" fmla="val 50000"/>
              <a:gd name="adj2" fmla="val 0"/>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latin typeface="Montserrat" panose="00000500000000000000" pitchFamily="2" charset="0"/>
              </a:rPr>
              <a:t>DIGITAL TWIN ARCHITECTURE</a:t>
            </a:r>
          </a:p>
        </p:txBody>
      </p:sp>
      <p:sp>
        <p:nvSpPr>
          <p:cNvPr id="30" name="Rectangle 29">
            <a:extLst>
              <a:ext uri="{FF2B5EF4-FFF2-40B4-BE49-F238E27FC236}">
                <a16:creationId xmlns:a16="http://schemas.microsoft.com/office/drawing/2014/main" id="{7EB82824-BC03-9D10-472E-555723DB0720}"/>
              </a:ext>
            </a:extLst>
          </p:cNvPr>
          <p:cNvSpPr/>
          <p:nvPr/>
        </p:nvSpPr>
        <p:spPr>
          <a:xfrm>
            <a:off x="8157681" y="5279005"/>
            <a:ext cx="3551434" cy="1168290"/>
          </a:xfrm>
          <a:prstGeom prst="rect">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Top Corners Rounded 37">
            <a:extLst>
              <a:ext uri="{FF2B5EF4-FFF2-40B4-BE49-F238E27FC236}">
                <a16:creationId xmlns:a16="http://schemas.microsoft.com/office/drawing/2014/main" id="{7D672D46-0632-3D6A-2AC8-F4444E6A6EC4}"/>
              </a:ext>
            </a:extLst>
          </p:cNvPr>
          <p:cNvSpPr/>
          <p:nvPr/>
        </p:nvSpPr>
        <p:spPr>
          <a:xfrm>
            <a:off x="2957245" y="980857"/>
            <a:ext cx="8751870" cy="281761"/>
          </a:xfrm>
          <a:prstGeom prst="round2SameRect">
            <a:avLst>
              <a:gd name="adj1" fmla="val 50000"/>
              <a:gd name="adj2" fmla="val 0"/>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a:latin typeface="Montserrat" panose="00000500000000000000" pitchFamily="2" charset="0"/>
              </a:rPr>
              <a:t>DECISION INTELLIGENCE PLATFORM</a:t>
            </a:r>
          </a:p>
        </p:txBody>
      </p:sp>
      <p:sp>
        <p:nvSpPr>
          <p:cNvPr id="40" name="Rectangle 39">
            <a:extLst>
              <a:ext uri="{FF2B5EF4-FFF2-40B4-BE49-F238E27FC236}">
                <a16:creationId xmlns:a16="http://schemas.microsoft.com/office/drawing/2014/main" id="{A02B7297-B23B-6C8D-22DC-33B33722269E}"/>
              </a:ext>
            </a:extLst>
          </p:cNvPr>
          <p:cNvSpPr/>
          <p:nvPr/>
        </p:nvSpPr>
        <p:spPr>
          <a:xfrm>
            <a:off x="2957245" y="1262619"/>
            <a:ext cx="8751870" cy="3522178"/>
          </a:xfrm>
          <a:prstGeom prst="rect">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935A3D3A-74D4-9589-206C-23510E17842F}"/>
              </a:ext>
            </a:extLst>
          </p:cNvPr>
          <p:cNvSpPr txBox="1"/>
          <p:nvPr/>
        </p:nvSpPr>
        <p:spPr>
          <a:xfrm>
            <a:off x="3126940" y="4307894"/>
            <a:ext cx="8412480" cy="255389"/>
          </a:xfrm>
          <a:prstGeom prst="roundRect">
            <a:avLst/>
          </a:prstGeom>
          <a:solidFill>
            <a:schemeClr val="tx1"/>
          </a:solidFill>
        </p:spPr>
        <p:txBody>
          <a:bodyPr wrap="square">
            <a:spAutoFit/>
          </a:bodyPr>
          <a:lstStyle/>
          <a:p>
            <a:pPr algn="ctr"/>
            <a:r>
              <a:rPr lang="en-US" sz="900" b="1">
                <a:solidFill>
                  <a:schemeClr val="bg1"/>
                </a:solidFill>
                <a:latin typeface="Montserrat" panose="00000500000000000000" pitchFamily="2" charset="0"/>
              </a:rPr>
              <a:t>Decision Api Layer</a:t>
            </a:r>
          </a:p>
        </p:txBody>
      </p:sp>
      <p:sp>
        <p:nvSpPr>
          <p:cNvPr id="49" name="TextBox 48">
            <a:extLst>
              <a:ext uri="{FF2B5EF4-FFF2-40B4-BE49-F238E27FC236}">
                <a16:creationId xmlns:a16="http://schemas.microsoft.com/office/drawing/2014/main" id="{E75AB331-C00C-A6F5-B747-773160F988EF}"/>
              </a:ext>
            </a:extLst>
          </p:cNvPr>
          <p:cNvSpPr txBox="1"/>
          <p:nvPr/>
        </p:nvSpPr>
        <p:spPr>
          <a:xfrm>
            <a:off x="4277454" y="4571184"/>
            <a:ext cx="6097712" cy="215444"/>
          </a:xfrm>
          <a:prstGeom prst="rect">
            <a:avLst/>
          </a:prstGeom>
          <a:noFill/>
        </p:spPr>
        <p:txBody>
          <a:bodyPr wrap="square">
            <a:spAutoFit/>
          </a:bodyPr>
          <a:lstStyle/>
          <a:p>
            <a:pPr algn="ctr"/>
            <a:r>
              <a:rPr lang="en-US" sz="800">
                <a:latin typeface="Montserrat" panose="00000500000000000000" pitchFamily="2" charset="0"/>
              </a:rPr>
              <a:t>Seamless Integration with ERP &amp; Execution Systems=</a:t>
            </a:r>
          </a:p>
        </p:txBody>
      </p:sp>
      <p:sp>
        <p:nvSpPr>
          <p:cNvPr id="51" name="TextBox 50">
            <a:extLst>
              <a:ext uri="{FF2B5EF4-FFF2-40B4-BE49-F238E27FC236}">
                <a16:creationId xmlns:a16="http://schemas.microsoft.com/office/drawing/2014/main" id="{C616318E-5AB8-89B6-15CB-DDA06D577DDA}"/>
              </a:ext>
            </a:extLst>
          </p:cNvPr>
          <p:cNvSpPr txBox="1"/>
          <p:nvPr/>
        </p:nvSpPr>
        <p:spPr>
          <a:xfrm>
            <a:off x="3829050" y="3645287"/>
            <a:ext cx="6943725" cy="275926"/>
          </a:xfrm>
          <a:prstGeom prst="round2SameRect">
            <a:avLst>
              <a:gd name="adj1" fmla="val 50000"/>
              <a:gd name="adj2" fmla="val 0"/>
            </a:avLst>
          </a:prstGeom>
          <a:solidFill>
            <a:schemeClr val="tx1"/>
          </a:solidFill>
        </p:spPr>
        <p:txBody>
          <a:bodyPr wrap="square">
            <a:spAutoFit/>
          </a:bodyPr>
          <a:lstStyle/>
          <a:p>
            <a:pPr algn="ctr"/>
            <a:r>
              <a:rPr lang="en-US" sz="900" b="1">
                <a:solidFill>
                  <a:schemeClr val="bg1"/>
                </a:solidFill>
                <a:latin typeface="Montserrat" panose="00000500000000000000" pitchFamily="2" charset="0"/>
              </a:rPr>
              <a:t>EXPLAINABLE AI &amp; RECOMMENDATIONS</a:t>
            </a:r>
          </a:p>
        </p:txBody>
      </p:sp>
      <p:sp>
        <p:nvSpPr>
          <p:cNvPr id="55" name="TextBox 54">
            <a:extLst>
              <a:ext uri="{FF2B5EF4-FFF2-40B4-BE49-F238E27FC236}">
                <a16:creationId xmlns:a16="http://schemas.microsoft.com/office/drawing/2014/main" id="{D5190D84-4778-A0FC-5AC0-04C9401AA793}"/>
              </a:ext>
            </a:extLst>
          </p:cNvPr>
          <p:cNvSpPr txBox="1"/>
          <p:nvPr/>
        </p:nvSpPr>
        <p:spPr>
          <a:xfrm>
            <a:off x="4227208" y="3934693"/>
            <a:ext cx="1225193" cy="338554"/>
          </a:xfrm>
          <a:prstGeom prst="rect">
            <a:avLst/>
          </a:prstGeom>
          <a:noFill/>
        </p:spPr>
        <p:txBody>
          <a:bodyPr wrap="square">
            <a:spAutoFit/>
          </a:bodyPr>
          <a:lstStyle/>
          <a:p>
            <a:r>
              <a:rPr lang="en-US" sz="800">
                <a:latin typeface="Montserrat" panose="00000500000000000000" pitchFamily="2" charset="0"/>
              </a:rPr>
              <a:t>Why this recommendation?</a:t>
            </a:r>
          </a:p>
        </p:txBody>
      </p:sp>
      <p:sp>
        <p:nvSpPr>
          <p:cNvPr id="57" name="TextBox 56">
            <a:extLst>
              <a:ext uri="{FF2B5EF4-FFF2-40B4-BE49-F238E27FC236}">
                <a16:creationId xmlns:a16="http://schemas.microsoft.com/office/drawing/2014/main" id="{A309EC28-35CF-2054-78C2-526DD826C8F7}"/>
              </a:ext>
            </a:extLst>
          </p:cNvPr>
          <p:cNvSpPr txBox="1"/>
          <p:nvPr/>
        </p:nvSpPr>
        <p:spPr>
          <a:xfrm>
            <a:off x="5816569" y="3934693"/>
            <a:ext cx="1225193" cy="338554"/>
          </a:xfrm>
          <a:prstGeom prst="rect">
            <a:avLst/>
          </a:prstGeom>
          <a:noFill/>
        </p:spPr>
        <p:txBody>
          <a:bodyPr wrap="square">
            <a:spAutoFit/>
          </a:bodyPr>
          <a:lstStyle/>
          <a:p>
            <a:r>
              <a:rPr lang="en-US" sz="800">
                <a:latin typeface="Montserrat" panose="00000500000000000000" pitchFamily="2" charset="0"/>
              </a:rPr>
              <a:t>What is the expected impact</a:t>
            </a:r>
          </a:p>
        </p:txBody>
      </p:sp>
      <p:sp>
        <p:nvSpPr>
          <p:cNvPr id="58" name="TextBox 57">
            <a:extLst>
              <a:ext uri="{FF2B5EF4-FFF2-40B4-BE49-F238E27FC236}">
                <a16:creationId xmlns:a16="http://schemas.microsoft.com/office/drawing/2014/main" id="{C2C5BC88-FC5A-1D66-72F1-2FF27D45CC70}"/>
              </a:ext>
            </a:extLst>
          </p:cNvPr>
          <p:cNvSpPr txBox="1"/>
          <p:nvPr/>
        </p:nvSpPr>
        <p:spPr>
          <a:xfrm>
            <a:off x="7405930" y="3934692"/>
            <a:ext cx="912044" cy="338554"/>
          </a:xfrm>
          <a:prstGeom prst="rect">
            <a:avLst/>
          </a:prstGeom>
          <a:noFill/>
        </p:spPr>
        <p:txBody>
          <a:bodyPr wrap="square">
            <a:spAutoFit/>
          </a:bodyPr>
          <a:lstStyle/>
          <a:p>
            <a:r>
              <a:rPr lang="en-US" sz="800">
                <a:latin typeface="Montserrat" panose="00000500000000000000" pitchFamily="2" charset="0"/>
              </a:rPr>
              <a:t>Confidence level</a:t>
            </a:r>
          </a:p>
        </p:txBody>
      </p:sp>
      <p:sp>
        <p:nvSpPr>
          <p:cNvPr id="59" name="TextBox 58">
            <a:extLst>
              <a:ext uri="{FF2B5EF4-FFF2-40B4-BE49-F238E27FC236}">
                <a16:creationId xmlns:a16="http://schemas.microsoft.com/office/drawing/2014/main" id="{07CA3A52-B7B5-7DF4-F3AD-B341017EF55A}"/>
              </a:ext>
            </a:extLst>
          </p:cNvPr>
          <p:cNvSpPr txBox="1"/>
          <p:nvPr/>
        </p:nvSpPr>
        <p:spPr>
          <a:xfrm>
            <a:off x="8682142" y="3934693"/>
            <a:ext cx="747117" cy="338554"/>
          </a:xfrm>
          <a:prstGeom prst="rect">
            <a:avLst/>
          </a:prstGeom>
          <a:noFill/>
        </p:spPr>
        <p:txBody>
          <a:bodyPr wrap="square">
            <a:spAutoFit/>
          </a:bodyPr>
          <a:lstStyle/>
          <a:p>
            <a:r>
              <a:rPr lang="en-US" sz="800">
                <a:latin typeface="Montserrat" panose="00000500000000000000" pitchFamily="2" charset="0"/>
              </a:rPr>
              <a:t>Trade – off</a:t>
            </a:r>
          </a:p>
          <a:p>
            <a:r>
              <a:rPr lang="en-US" sz="800">
                <a:latin typeface="Montserrat" panose="00000500000000000000" pitchFamily="2" charset="0"/>
              </a:rPr>
              <a:t>Analysis</a:t>
            </a:r>
          </a:p>
        </p:txBody>
      </p:sp>
      <p:sp>
        <p:nvSpPr>
          <p:cNvPr id="60" name="TextBox 59">
            <a:extLst>
              <a:ext uri="{FF2B5EF4-FFF2-40B4-BE49-F238E27FC236}">
                <a16:creationId xmlns:a16="http://schemas.microsoft.com/office/drawing/2014/main" id="{96C353A8-6E3D-7506-4FF3-FBD5F312453D}"/>
              </a:ext>
            </a:extLst>
          </p:cNvPr>
          <p:cNvSpPr txBox="1"/>
          <p:nvPr/>
        </p:nvSpPr>
        <p:spPr>
          <a:xfrm>
            <a:off x="9793428" y="3934693"/>
            <a:ext cx="823865" cy="338554"/>
          </a:xfrm>
          <a:prstGeom prst="rect">
            <a:avLst/>
          </a:prstGeom>
          <a:noFill/>
        </p:spPr>
        <p:txBody>
          <a:bodyPr wrap="square">
            <a:spAutoFit/>
          </a:bodyPr>
          <a:lstStyle/>
          <a:p>
            <a:r>
              <a:rPr lang="en-US" sz="800">
                <a:latin typeface="Montserrat" panose="00000500000000000000" pitchFamily="2" charset="0"/>
              </a:rPr>
              <a:t>Scenario</a:t>
            </a:r>
          </a:p>
          <a:p>
            <a:r>
              <a:rPr lang="en-US" sz="800">
                <a:latin typeface="Montserrat" panose="00000500000000000000" pitchFamily="2" charset="0"/>
              </a:rPr>
              <a:t>Comparison</a:t>
            </a:r>
          </a:p>
        </p:txBody>
      </p:sp>
      <p:grpSp>
        <p:nvGrpSpPr>
          <p:cNvPr id="68" name="Group 67">
            <a:extLst>
              <a:ext uri="{FF2B5EF4-FFF2-40B4-BE49-F238E27FC236}">
                <a16:creationId xmlns:a16="http://schemas.microsoft.com/office/drawing/2014/main" id="{019A8857-28A2-3946-2E89-42FCCB3DB55F}"/>
              </a:ext>
            </a:extLst>
          </p:cNvPr>
          <p:cNvGrpSpPr/>
          <p:nvPr/>
        </p:nvGrpSpPr>
        <p:grpSpPr>
          <a:xfrm>
            <a:off x="3126940" y="1346384"/>
            <a:ext cx="8357304" cy="2255003"/>
            <a:chOff x="3126940" y="1511085"/>
            <a:chExt cx="7582616" cy="2255003"/>
          </a:xfrm>
        </p:grpSpPr>
        <p:sp>
          <p:nvSpPr>
            <p:cNvPr id="61" name="Rectangle: Rounded Corners 60">
              <a:extLst>
                <a:ext uri="{FF2B5EF4-FFF2-40B4-BE49-F238E27FC236}">
                  <a16:creationId xmlns:a16="http://schemas.microsoft.com/office/drawing/2014/main" id="{9A666616-67E7-8DA7-0F40-F91334782378}"/>
                </a:ext>
              </a:extLst>
            </p:cNvPr>
            <p:cNvSpPr/>
            <p:nvPr/>
          </p:nvSpPr>
          <p:spPr>
            <a:xfrm>
              <a:off x="3126940" y="1511085"/>
              <a:ext cx="980111" cy="2255003"/>
            </a:xfrm>
            <a:prstGeom prst="roundRect">
              <a:avLst>
                <a:gd name="adj" fmla="val 8761"/>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Rounded Corners 61">
              <a:extLst>
                <a:ext uri="{FF2B5EF4-FFF2-40B4-BE49-F238E27FC236}">
                  <a16:creationId xmlns:a16="http://schemas.microsoft.com/office/drawing/2014/main" id="{7AD34374-62B9-08E5-5707-CE86EA0DB8EA}"/>
                </a:ext>
              </a:extLst>
            </p:cNvPr>
            <p:cNvSpPr/>
            <p:nvPr/>
          </p:nvSpPr>
          <p:spPr>
            <a:xfrm>
              <a:off x="4227208" y="1511085"/>
              <a:ext cx="980111" cy="2255003"/>
            </a:xfrm>
            <a:prstGeom prst="roundRect">
              <a:avLst>
                <a:gd name="adj" fmla="val 8761"/>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Rounded Corners 62">
              <a:extLst>
                <a:ext uri="{FF2B5EF4-FFF2-40B4-BE49-F238E27FC236}">
                  <a16:creationId xmlns:a16="http://schemas.microsoft.com/office/drawing/2014/main" id="{C6B2279C-F9D0-149E-923B-55EEC56E5AFC}"/>
                </a:ext>
              </a:extLst>
            </p:cNvPr>
            <p:cNvSpPr/>
            <p:nvPr/>
          </p:nvSpPr>
          <p:spPr>
            <a:xfrm>
              <a:off x="5325551" y="1511085"/>
              <a:ext cx="980111" cy="2255003"/>
            </a:xfrm>
            <a:prstGeom prst="roundRect">
              <a:avLst>
                <a:gd name="adj" fmla="val 8761"/>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Rounded Corners 63">
              <a:extLst>
                <a:ext uri="{FF2B5EF4-FFF2-40B4-BE49-F238E27FC236}">
                  <a16:creationId xmlns:a16="http://schemas.microsoft.com/office/drawing/2014/main" id="{C11A38CD-F3CA-C542-A4BA-33B23DF64B49}"/>
                </a:ext>
              </a:extLst>
            </p:cNvPr>
            <p:cNvSpPr/>
            <p:nvPr/>
          </p:nvSpPr>
          <p:spPr>
            <a:xfrm>
              <a:off x="6425819" y="1511085"/>
              <a:ext cx="980111" cy="2255003"/>
            </a:xfrm>
            <a:prstGeom prst="roundRect">
              <a:avLst>
                <a:gd name="adj" fmla="val 8761"/>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Rounded Corners 64">
              <a:extLst>
                <a:ext uri="{FF2B5EF4-FFF2-40B4-BE49-F238E27FC236}">
                  <a16:creationId xmlns:a16="http://schemas.microsoft.com/office/drawing/2014/main" id="{98BD8B74-79F4-AAD8-0C6D-0BA8000F5BD8}"/>
                </a:ext>
              </a:extLst>
            </p:cNvPr>
            <p:cNvSpPr/>
            <p:nvPr/>
          </p:nvSpPr>
          <p:spPr>
            <a:xfrm>
              <a:off x="7530834" y="1511085"/>
              <a:ext cx="980111" cy="2255003"/>
            </a:xfrm>
            <a:prstGeom prst="roundRect">
              <a:avLst>
                <a:gd name="adj" fmla="val 8761"/>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Rounded Corners 65">
              <a:extLst>
                <a:ext uri="{FF2B5EF4-FFF2-40B4-BE49-F238E27FC236}">
                  <a16:creationId xmlns:a16="http://schemas.microsoft.com/office/drawing/2014/main" id="{1BBC3294-DB2E-232F-D631-940379F34707}"/>
                </a:ext>
              </a:extLst>
            </p:cNvPr>
            <p:cNvSpPr/>
            <p:nvPr/>
          </p:nvSpPr>
          <p:spPr>
            <a:xfrm>
              <a:off x="8629177" y="1511085"/>
              <a:ext cx="980111" cy="2255003"/>
            </a:xfrm>
            <a:prstGeom prst="roundRect">
              <a:avLst>
                <a:gd name="adj" fmla="val 8761"/>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Rounded Corners 66">
              <a:extLst>
                <a:ext uri="{FF2B5EF4-FFF2-40B4-BE49-F238E27FC236}">
                  <a16:creationId xmlns:a16="http://schemas.microsoft.com/office/drawing/2014/main" id="{7FB7D697-2B38-507D-AC53-47B7059A1BD9}"/>
                </a:ext>
              </a:extLst>
            </p:cNvPr>
            <p:cNvSpPr/>
            <p:nvPr/>
          </p:nvSpPr>
          <p:spPr>
            <a:xfrm>
              <a:off x="9729445" y="1511085"/>
              <a:ext cx="980111" cy="2255003"/>
            </a:xfrm>
            <a:prstGeom prst="roundRect">
              <a:avLst>
                <a:gd name="adj" fmla="val 8761"/>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70" name="Straight Connector 69">
            <a:extLst>
              <a:ext uri="{FF2B5EF4-FFF2-40B4-BE49-F238E27FC236}">
                <a16:creationId xmlns:a16="http://schemas.microsoft.com/office/drawing/2014/main" id="{315D4857-8CAF-F124-CFAC-58D8737E536E}"/>
              </a:ext>
            </a:extLst>
          </p:cNvPr>
          <p:cNvCxnSpPr/>
          <p:nvPr/>
        </p:nvCxnSpPr>
        <p:spPr>
          <a:xfrm>
            <a:off x="565688" y="2122014"/>
            <a:ext cx="2084522"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A25A5091-F82D-517F-D925-647577F56D89}"/>
              </a:ext>
            </a:extLst>
          </p:cNvPr>
          <p:cNvCxnSpPr/>
          <p:nvPr/>
        </p:nvCxnSpPr>
        <p:spPr>
          <a:xfrm>
            <a:off x="565688" y="3045256"/>
            <a:ext cx="2084522"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01E6FD2C-9E2B-AAD0-C3AF-9BE5129DED96}"/>
              </a:ext>
            </a:extLst>
          </p:cNvPr>
          <p:cNvCxnSpPr/>
          <p:nvPr/>
        </p:nvCxnSpPr>
        <p:spPr>
          <a:xfrm>
            <a:off x="565688" y="3835128"/>
            <a:ext cx="2084522"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B16011CF-8EC8-5500-ADF2-9B8EE2C29E02}"/>
              </a:ext>
            </a:extLst>
          </p:cNvPr>
          <p:cNvCxnSpPr>
            <a:cxnSpLocks/>
          </p:cNvCxnSpPr>
          <p:nvPr/>
        </p:nvCxnSpPr>
        <p:spPr>
          <a:xfrm>
            <a:off x="1849502" y="5409464"/>
            <a:ext cx="0" cy="95359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491418D0-D904-6179-D6AE-11589B00B1C6}"/>
              </a:ext>
            </a:extLst>
          </p:cNvPr>
          <p:cNvCxnSpPr>
            <a:cxnSpLocks/>
          </p:cNvCxnSpPr>
          <p:nvPr/>
        </p:nvCxnSpPr>
        <p:spPr>
          <a:xfrm>
            <a:off x="3356104" y="5409464"/>
            <a:ext cx="0" cy="95359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E553B41F-0237-497E-EA91-82A943355EAB}"/>
              </a:ext>
            </a:extLst>
          </p:cNvPr>
          <p:cNvCxnSpPr>
            <a:cxnSpLocks/>
          </p:cNvCxnSpPr>
          <p:nvPr/>
        </p:nvCxnSpPr>
        <p:spPr>
          <a:xfrm>
            <a:off x="4869129" y="5416379"/>
            <a:ext cx="0" cy="95359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D44E2168-2264-4DBE-05C1-02F9FF308A49}"/>
              </a:ext>
            </a:extLst>
          </p:cNvPr>
          <p:cNvCxnSpPr>
            <a:cxnSpLocks/>
          </p:cNvCxnSpPr>
          <p:nvPr/>
        </p:nvCxnSpPr>
        <p:spPr>
          <a:xfrm>
            <a:off x="6326827" y="5409464"/>
            <a:ext cx="0" cy="95359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
        <p:nvSpPr>
          <p:cNvPr id="79" name="TextBox 78">
            <a:extLst>
              <a:ext uri="{FF2B5EF4-FFF2-40B4-BE49-F238E27FC236}">
                <a16:creationId xmlns:a16="http://schemas.microsoft.com/office/drawing/2014/main" id="{AAFB7492-C46D-5D70-7C10-8D60345EA280}"/>
              </a:ext>
            </a:extLst>
          </p:cNvPr>
          <p:cNvSpPr txBox="1"/>
          <p:nvPr/>
        </p:nvSpPr>
        <p:spPr>
          <a:xfrm>
            <a:off x="1090835" y="1278237"/>
            <a:ext cx="1630228" cy="764312"/>
          </a:xfrm>
          <a:prstGeom prst="rect">
            <a:avLst/>
          </a:prstGeom>
          <a:noFill/>
        </p:spPr>
        <p:txBody>
          <a:bodyPr wrap="square">
            <a:spAutoFit/>
          </a:bodyPr>
          <a:lstStyle/>
          <a:p>
            <a:pPr>
              <a:spcBef>
                <a:spcPts val="200"/>
              </a:spcBef>
            </a:pPr>
            <a:r>
              <a:rPr lang="en-US" sz="900" b="1">
                <a:latin typeface="Montserrat" panose="00000500000000000000" pitchFamily="2" charset="0"/>
              </a:rPr>
              <a:t>Enterprise Systems</a:t>
            </a:r>
          </a:p>
          <a:p>
            <a:pPr marL="171450" indent="-171450">
              <a:spcBef>
                <a:spcPts val="200"/>
              </a:spcBef>
              <a:buFont typeface="Wingdings" panose="05000000000000000000" pitchFamily="2" charset="2"/>
              <a:buChar char="v"/>
            </a:pPr>
            <a:r>
              <a:rPr lang="en-US" sz="700">
                <a:latin typeface="Montserrat" panose="00000500000000000000" pitchFamily="2" charset="0"/>
              </a:rPr>
              <a:t>ERP (SAP, Oracle, etc.)</a:t>
            </a:r>
          </a:p>
          <a:p>
            <a:pPr marL="171450" indent="-171450">
              <a:spcBef>
                <a:spcPts val="200"/>
              </a:spcBef>
              <a:buFont typeface="Wingdings" panose="05000000000000000000" pitchFamily="2" charset="2"/>
              <a:buChar char="v"/>
            </a:pPr>
            <a:r>
              <a:rPr lang="en-US" sz="700">
                <a:latin typeface="Montserrat" panose="00000500000000000000" pitchFamily="2" charset="0"/>
              </a:rPr>
              <a:t>MES/Production Data</a:t>
            </a:r>
          </a:p>
          <a:p>
            <a:pPr marL="171450" indent="-171450">
              <a:spcBef>
                <a:spcPts val="200"/>
              </a:spcBef>
              <a:buFont typeface="Wingdings" panose="05000000000000000000" pitchFamily="2" charset="2"/>
              <a:buChar char="v"/>
            </a:pPr>
            <a:r>
              <a:rPr lang="en-US" sz="700">
                <a:latin typeface="Montserrat" panose="00000500000000000000" pitchFamily="2" charset="0"/>
              </a:rPr>
              <a:t>WMS/Inventory Data</a:t>
            </a:r>
          </a:p>
          <a:p>
            <a:pPr marL="171450" indent="-171450">
              <a:spcBef>
                <a:spcPts val="200"/>
              </a:spcBef>
              <a:buFont typeface="Wingdings" panose="05000000000000000000" pitchFamily="2" charset="2"/>
              <a:buChar char="v"/>
            </a:pPr>
            <a:r>
              <a:rPr lang="en-US" sz="700">
                <a:latin typeface="Montserrat" panose="00000500000000000000" pitchFamily="2" charset="0"/>
              </a:rPr>
              <a:t>QMS/Quality Data</a:t>
            </a:r>
          </a:p>
        </p:txBody>
      </p:sp>
      <p:sp>
        <p:nvSpPr>
          <p:cNvPr id="80" name="TextBox 79">
            <a:extLst>
              <a:ext uri="{FF2B5EF4-FFF2-40B4-BE49-F238E27FC236}">
                <a16:creationId xmlns:a16="http://schemas.microsoft.com/office/drawing/2014/main" id="{95F54E59-8ECE-CC74-CDCC-3C630998DB0B}"/>
              </a:ext>
            </a:extLst>
          </p:cNvPr>
          <p:cNvSpPr txBox="1"/>
          <p:nvPr/>
        </p:nvSpPr>
        <p:spPr>
          <a:xfrm>
            <a:off x="1090835" y="2201479"/>
            <a:ext cx="1451998" cy="764312"/>
          </a:xfrm>
          <a:prstGeom prst="rect">
            <a:avLst/>
          </a:prstGeom>
          <a:noFill/>
        </p:spPr>
        <p:txBody>
          <a:bodyPr wrap="square">
            <a:spAutoFit/>
          </a:bodyPr>
          <a:lstStyle/>
          <a:p>
            <a:pPr>
              <a:spcBef>
                <a:spcPts val="200"/>
              </a:spcBef>
            </a:pPr>
            <a:r>
              <a:rPr lang="en-US" sz="900" b="1">
                <a:latin typeface="Montserrat" panose="00000500000000000000" pitchFamily="2" charset="0"/>
              </a:rPr>
              <a:t>OPERATIONAL DATA</a:t>
            </a:r>
          </a:p>
          <a:p>
            <a:pPr marL="171450" indent="-171450">
              <a:spcBef>
                <a:spcPts val="200"/>
              </a:spcBef>
              <a:buFont typeface="Wingdings" panose="05000000000000000000" pitchFamily="2" charset="2"/>
              <a:buChar char="v"/>
            </a:pPr>
            <a:r>
              <a:rPr lang="en-US" sz="700">
                <a:latin typeface="Montserrat" panose="00000500000000000000" pitchFamily="2" charset="0"/>
              </a:rPr>
              <a:t>Line Performance</a:t>
            </a:r>
          </a:p>
          <a:p>
            <a:pPr marL="171450" indent="-171450">
              <a:spcBef>
                <a:spcPts val="200"/>
              </a:spcBef>
              <a:buFont typeface="Wingdings" panose="05000000000000000000" pitchFamily="2" charset="2"/>
              <a:buChar char="v"/>
            </a:pPr>
            <a:r>
              <a:rPr lang="en-US" sz="700">
                <a:latin typeface="Montserrat" panose="00000500000000000000" pitchFamily="2" charset="0"/>
              </a:rPr>
              <a:t>Downtime &amp; OEE</a:t>
            </a:r>
          </a:p>
          <a:p>
            <a:pPr marL="171450" indent="-171450">
              <a:spcBef>
                <a:spcPts val="200"/>
              </a:spcBef>
              <a:buFont typeface="Wingdings" panose="05000000000000000000" pitchFamily="2" charset="2"/>
              <a:buChar char="v"/>
            </a:pPr>
            <a:r>
              <a:rPr lang="en-US" sz="700">
                <a:latin typeface="Montserrat" panose="00000500000000000000" pitchFamily="2" charset="0"/>
              </a:rPr>
              <a:t>Yield &amp; Trim Data</a:t>
            </a:r>
          </a:p>
          <a:p>
            <a:pPr marL="171450" indent="-171450">
              <a:spcBef>
                <a:spcPts val="200"/>
              </a:spcBef>
              <a:buFont typeface="Wingdings" panose="05000000000000000000" pitchFamily="2" charset="2"/>
              <a:buChar char="v"/>
            </a:pPr>
            <a:r>
              <a:rPr lang="en-US" sz="700">
                <a:latin typeface="Montserrat" panose="00000500000000000000" pitchFamily="2" charset="0"/>
              </a:rPr>
              <a:t>Labor &amp; Shift Data</a:t>
            </a:r>
          </a:p>
        </p:txBody>
      </p:sp>
      <p:sp>
        <p:nvSpPr>
          <p:cNvPr id="81" name="TextBox 80">
            <a:extLst>
              <a:ext uri="{FF2B5EF4-FFF2-40B4-BE49-F238E27FC236}">
                <a16:creationId xmlns:a16="http://schemas.microsoft.com/office/drawing/2014/main" id="{9810CC87-4E73-C231-55B6-0A80D6449510}"/>
              </a:ext>
            </a:extLst>
          </p:cNvPr>
          <p:cNvSpPr txBox="1"/>
          <p:nvPr/>
        </p:nvSpPr>
        <p:spPr>
          <a:xfrm>
            <a:off x="1090835" y="3124721"/>
            <a:ext cx="1451998" cy="630942"/>
          </a:xfrm>
          <a:prstGeom prst="rect">
            <a:avLst/>
          </a:prstGeom>
          <a:noFill/>
        </p:spPr>
        <p:txBody>
          <a:bodyPr wrap="square">
            <a:spAutoFit/>
          </a:bodyPr>
          <a:lstStyle/>
          <a:p>
            <a:pPr>
              <a:spcBef>
                <a:spcPts val="200"/>
              </a:spcBef>
            </a:pPr>
            <a:r>
              <a:rPr lang="en-US" sz="900" b="1">
                <a:latin typeface="Montserrat" panose="00000500000000000000" pitchFamily="2" charset="0"/>
              </a:rPr>
              <a:t>IOT &amp; SENSORS</a:t>
            </a:r>
          </a:p>
          <a:p>
            <a:pPr marL="171450" indent="-171450">
              <a:spcBef>
                <a:spcPts val="200"/>
              </a:spcBef>
              <a:buFont typeface="Wingdings" panose="05000000000000000000" pitchFamily="2" charset="2"/>
              <a:buChar char="v"/>
            </a:pPr>
            <a:r>
              <a:rPr lang="en-US" sz="700">
                <a:latin typeface="Montserrat" panose="00000500000000000000" pitchFamily="2" charset="0"/>
              </a:rPr>
              <a:t>Temperature/Humidity</a:t>
            </a:r>
          </a:p>
          <a:p>
            <a:pPr marL="171450" indent="-171450">
              <a:spcBef>
                <a:spcPts val="200"/>
              </a:spcBef>
              <a:buFont typeface="Wingdings" panose="05000000000000000000" pitchFamily="2" charset="2"/>
              <a:buChar char="v"/>
            </a:pPr>
            <a:r>
              <a:rPr lang="en-US" sz="700">
                <a:latin typeface="Montserrat" panose="00000500000000000000" pitchFamily="2" charset="0"/>
              </a:rPr>
              <a:t>Equipment Health</a:t>
            </a:r>
          </a:p>
          <a:p>
            <a:pPr marL="171450" indent="-171450">
              <a:spcBef>
                <a:spcPts val="200"/>
              </a:spcBef>
              <a:buFont typeface="Wingdings" panose="05000000000000000000" pitchFamily="2" charset="2"/>
              <a:buChar char="v"/>
            </a:pPr>
            <a:r>
              <a:rPr lang="en-US" sz="700">
                <a:latin typeface="Montserrat" panose="00000500000000000000" pitchFamily="2" charset="0"/>
              </a:rPr>
              <a:t>Cold Chain Tracking</a:t>
            </a:r>
          </a:p>
        </p:txBody>
      </p:sp>
      <p:sp>
        <p:nvSpPr>
          <p:cNvPr id="82" name="TextBox 81">
            <a:extLst>
              <a:ext uri="{FF2B5EF4-FFF2-40B4-BE49-F238E27FC236}">
                <a16:creationId xmlns:a16="http://schemas.microsoft.com/office/drawing/2014/main" id="{69D84C96-92C4-1FAB-3D97-36D000B4CC7F}"/>
              </a:ext>
            </a:extLst>
          </p:cNvPr>
          <p:cNvSpPr txBox="1"/>
          <p:nvPr/>
        </p:nvSpPr>
        <p:spPr>
          <a:xfrm>
            <a:off x="1090835" y="3914594"/>
            <a:ext cx="1451998" cy="764312"/>
          </a:xfrm>
          <a:prstGeom prst="rect">
            <a:avLst/>
          </a:prstGeom>
          <a:noFill/>
        </p:spPr>
        <p:txBody>
          <a:bodyPr wrap="square">
            <a:spAutoFit/>
          </a:bodyPr>
          <a:lstStyle/>
          <a:p>
            <a:pPr>
              <a:spcBef>
                <a:spcPts val="200"/>
              </a:spcBef>
            </a:pPr>
            <a:r>
              <a:rPr lang="en-US" sz="900" b="1">
                <a:latin typeface="Montserrat" panose="00000500000000000000" pitchFamily="2" charset="0"/>
              </a:rPr>
              <a:t>EXTERNAL DATA</a:t>
            </a:r>
          </a:p>
          <a:p>
            <a:pPr marL="171450" indent="-171450">
              <a:spcBef>
                <a:spcPts val="200"/>
              </a:spcBef>
              <a:buFont typeface="Wingdings" panose="05000000000000000000" pitchFamily="2" charset="2"/>
              <a:buChar char="v"/>
            </a:pPr>
            <a:r>
              <a:rPr lang="en-US" sz="700">
                <a:latin typeface="Montserrat" panose="00000500000000000000" pitchFamily="2" charset="0"/>
              </a:rPr>
              <a:t>Weather</a:t>
            </a:r>
          </a:p>
          <a:p>
            <a:pPr marL="171450" indent="-171450">
              <a:spcBef>
                <a:spcPts val="200"/>
              </a:spcBef>
              <a:buFont typeface="Wingdings" panose="05000000000000000000" pitchFamily="2" charset="2"/>
              <a:buChar char="v"/>
            </a:pPr>
            <a:r>
              <a:rPr lang="en-US" sz="700">
                <a:latin typeface="Montserrat" panose="00000500000000000000" pitchFamily="2" charset="0"/>
              </a:rPr>
              <a:t>Holidays &amp; Events</a:t>
            </a:r>
          </a:p>
          <a:p>
            <a:pPr marL="171450" indent="-171450">
              <a:spcBef>
                <a:spcPts val="200"/>
              </a:spcBef>
              <a:buFont typeface="Wingdings" panose="05000000000000000000" pitchFamily="2" charset="2"/>
              <a:buChar char="v"/>
            </a:pPr>
            <a:r>
              <a:rPr lang="en-US" sz="700">
                <a:latin typeface="Montserrat" panose="00000500000000000000" pitchFamily="2" charset="0"/>
              </a:rPr>
              <a:t>Promotions</a:t>
            </a:r>
          </a:p>
          <a:p>
            <a:pPr marL="171450" indent="-171450">
              <a:spcBef>
                <a:spcPts val="200"/>
              </a:spcBef>
              <a:buFont typeface="Wingdings" panose="05000000000000000000" pitchFamily="2" charset="2"/>
              <a:buChar char="v"/>
            </a:pPr>
            <a:r>
              <a:rPr lang="en-US" sz="700">
                <a:latin typeface="Montserrat" panose="00000500000000000000" pitchFamily="2" charset="0"/>
              </a:rPr>
              <a:t>Market &amp; Price Signals</a:t>
            </a:r>
          </a:p>
        </p:txBody>
      </p:sp>
      <p:sp>
        <p:nvSpPr>
          <p:cNvPr id="84" name="TextBox 83">
            <a:extLst>
              <a:ext uri="{FF2B5EF4-FFF2-40B4-BE49-F238E27FC236}">
                <a16:creationId xmlns:a16="http://schemas.microsoft.com/office/drawing/2014/main" id="{9338CE9B-8576-9501-267D-2D713E86EC9B}"/>
              </a:ext>
            </a:extLst>
          </p:cNvPr>
          <p:cNvSpPr txBox="1"/>
          <p:nvPr/>
        </p:nvSpPr>
        <p:spPr>
          <a:xfrm>
            <a:off x="3123716" y="1392720"/>
            <a:ext cx="1080245" cy="353943"/>
          </a:xfrm>
          <a:prstGeom prst="rect">
            <a:avLst/>
          </a:prstGeom>
          <a:noFill/>
        </p:spPr>
        <p:txBody>
          <a:bodyPr wrap="square">
            <a:spAutoFit/>
          </a:bodyPr>
          <a:lstStyle/>
          <a:p>
            <a:pPr algn="ctr"/>
            <a:r>
              <a:rPr lang="en-US" sz="850" b="1">
                <a:latin typeface="Montserrat" panose="00000500000000000000" pitchFamily="2" charset="0"/>
              </a:rPr>
              <a:t>Demand Forecasting</a:t>
            </a:r>
          </a:p>
        </p:txBody>
      </p:sp>
      <p:sp>
        <p:nvSpPr>
          <p:cNvPr id="85" name="TextBox 84">
            <a:extLst>
              <a:ext uri="{FF2B5EF4-FFF2-40B4-BE49-F238E27FC236}">
                <a16:creationId xmlns:a16="http://schemas.microsoft.com/office/drawing/2014/main" id="{DAA9F63C-99AF-8C3F-CF71-655C723B161B}"/>
              </a:ext>
            </a:extLst>
          </p:cNvPr>
          <p:cNvSpPr txBox="1"/>
          <p:nvPr/>
        </p:nvSpPr>
        <p:spPr>
          <a:xfrm>
            <a:off x="4332264" y="1392720"/>
            <a:ext cx="1080245" cy="353943"/>
          </a:xfrm>
          <a:prstGeom prst="rect">
            <a:avLst/>
          </a:prstGeom>
          <a:noFill/>
        </p:spPr>
        <p:txBody>
          <a:bodyPr wrap="square">
            <a:spAutoFit/>
          </a:bodyPr>
          <a:lstStyle/>
          <a:p>
            <a:pPr algn="ctr"/>
            <a:r>
              <a:rPr lang="en-US" sz="850" b="1">
                <a:latin typeface="Montserrat" panose="00000500000000000000" pitchFamily="2" charset="0"/>
              </a:rPr>
              <a:t>Yield </a:t>
            </a:r>
          </a:p>
          <a:p>
            <a:pPr algn="ctr"/>
            <a:r>
              <a:rPr lang="en-US" sz="850" b="1">
                <a:latin typeface="Montserrat" panose="00000500000000000000" pitchFamily="2" charset="0"/>
              </a:rPr>
              <a:t>Prediction</a:t>
            </a:r>
          </a:p>
        </p:txBody>
      </p:sp>
      <p:sp>
        <p:nvSpPr>
          <p:cNvPr id="86" name="TextBox 85">
            <a:extLst>
              <a:ext uri="{FF2B5EF4-FFF2-40B4-BE49-F238E27FC236}">
                <a16:creationId xmlns:a16="http://schemas.microsoft.com/office/drawing/2014/main" id="{A97CB157-15D4-07C3-B5F2-C74A2CDCDBCC}"/>
              </a:ext>
            </a:extLst>
          </p:cNvPr>
          <p:cNvSpPr txBox="1"/>
          <p:nvPr/>
        </p:nvSpPr>
        <p:spPr>
          <a:xfrm>
            <a:off x="5550092" y="1392720"/>
            <a:ext cx="1080245" cy="353943"/>
          </a:xfrm>
          <a:prstGeom prst="rect">
            <a:avLst/>
          </a:prstGeom>
          <a:noFill/>
        </p:spPr>
        <p:txBody>
          <a:bodyPr wrap="square">
            <a:spAutoFit/>
          </a:bodyPr>
          <a:lstStyle/>
          <a:p>
            <a:pPr algn="ctr"/>
            <a:r>
              <a:rPr lang="en-US" sz="850" b="1">
                <a:latin typeface="Montserrat" panose="00000500000000000000" pitchFamily="2" charset="0"/>
              </a:rPr>
              <a:t>Raw Material Optimization</a:t>
            </a:r>
          </a:p>
        </p:txBody>
      </p:sp>
      <p:sp>
        <p:nvSpPr>
          <p:cNvPr id="87" name="TextBox 86">
            <a:extLst>
              <a:ext uri="{FF2B5EF4-FFF2-40B4-BE49-F238E27FC236}">
                <a16:creationId xmlns:a16="http://schemas.microsoft.com/office/drawing/2014/main" id="{8AEE7627-15BE-7BCF-FFE8-74522BC5C9DD}"/>
              </a:ext>
            </a:extLst>
          </p:cNvPr>
          <p:cNvSpPr txBox="1"/>
          <p:nvPr/>
        </p:nvSpPr>
        <p:spPr>
          <a:xfrm>
            <a:off x="6758640" y="1392720"/>
            <a:ext cx="1080245" cy="353943"/>
          </a:xfrm>
          <a:prstGeom prst="rect">
            <a:avLst/>
          </a:prstGeom>
          <a:noFill/>
        </p:spPr>
        <p:txBody>
          <a:bodyPr wrap="square">
            <a:spAutoFit/>
          </a:bodyPr>
          <a:lstStyle/>
          <a:p>
            <a:pPr algn="ctr"/>
            <a:r>
              <a:rPr lang="en-US" sz="850" b="1">
                <a:latin typeface="Montserrat" panose="00000500000000000000" pitchFamily="2" charset="0"/>
              </a:rPr>
              <a:t>Production Planning</a:t>
            </a:r>
          </a:p>
        </p:txBody>
      </p:sp>
      <p:sp>
        <p:nvSpPr>
          <p:cNvPr id="88" name="TextBox 87">
            <a:extLst>
              <a:ext uri="{FF2B5EF4-FFF2-40B4-BE49-F238E27FC236}">
                <a16:creationId xmlns:a16="http://schemas.microsoft.com/office/drawing/2014/main" id="{767AEB07-E8E6-BF6F-8D7E-9DD7D73C3D2A}"/>
              </a:ext>
            </a:extLst>
          </p:cNvPr>
          <p:cNvSpPr txBox="1"/>
          <p:nvPr/>
        </p:nvSpPr>
        <p:spPr>
          <a:xfrm>
            <a:off x="7970810" y="1392720"/>
            <a:ext cx="1080245" cy="353943"/>
          </a:xfrm>
          <a:prstGeom prst="rect">
            <a:avLst/>
          </a:prstGeom>
          <a:noFill/>
        </p:spPr>
        <p:txBody>
          <a:bodyPr wrap="square">
            <a:spAutoFit/>
          </a:bodyPr>
          <a:lstStyle/>
          <a:p>
            <a:pPr algn="ctr"/>
            <a:r>
              <a:rPr lang="en-US" sz="850" b="1">
                <a:latin typeface="Montserrat" panose="00000500000000000000" pitchFamily="2" charset="0"/>
              </a:rPr>
              <a:t>Production Scheduling</a:t>
            </a:r>
          </a:p>
        </p:txBody>
      </p:sp>
      <p:sp>
        <p:nvSpPr>
          <p:cNvPr id="89" name="TextBox 88">
            <a:extLst>
              <a:ext uri="{FF2B5EF4-FFF2-40B4-BE49-F238E27FC236}">
                <a16:creationId xmlns:a16="http://schemas.microsoft.com/office/drawing/2014/main" id="{B2B19452-24D9-8BB9-E41A-55513413820D}"/>
              </a:ext>
            </a:extLst>
          </p:cNvPr>
          <p:cNvSpPr txBox="1"/>
          <p:nvPr/>
        </p:nvSpPr>
        <p:spPr>
          <a:xfrm>
            <a:off x="9179358" y="1392720"/>
            <a:ext cx="1080245" cy="353943"/>
          </a:xfrm>
          <a:prstGeom prst="rect">
            <a:avLst/>
          </a:prstGeom>
          <a:noFill/>
        </p:spPr>
        <p:txBody>
          <a:bodyPr wrap="square">
            <a:spAutoFit/>
          </a:bodyPr>
          <a:lstStyle/>
          <a:p>
            <a:pPr algn="ctr"/>
            <a:r>
              <a:rPr lang="en-US" sz="850" b="1">
                <a:latin typeface="Montserrat" panose="00000500000000000000" pitchFamily="2" charset="0"/>
              </a:rPr>
              <a:t>Inventory Optimization</a:t>
            </a:r>
          </a:p>
        </p:txBody>
      </p:sp>
      <p:sp>
        <p:nvSpPr>
          <p:cNvPr id="90" name="TextBox 89">
            <a:extLst>
              <a:ext uri="{FF2B5EF4-FFF2-40B4-BE49-F238E27FC236}">
                <a16:creationId xmlns:a16="http://schemas.microsoft.com/office/drawing/2014/main" id="{7A1F07E4-3D17-3365-1730-CDDDE6B4D5F9}"/>
              </a:ext>
            </a:extLst>
          </p:cNvPr>
          <p:cNvSpPr txBox="1"/>
          <p:nvPr/>
        </p:nvSpPr>
        <p:spPr>
          <a:xfrm>
            <a:off x="10401876" y="1392720"/>
            <a:ext cx="1080245" cy="353943"/>
          </a:xfrm>
          <a:prstGeom prst="rect">
            <a:avLst/>
          </a:prstGeom>
          <a:noFill/>
        </p:spPr>
        <p:txBody>
          <a:bodyPr wrap="square">
            <a:spAutoFit/>
          </a:bodyPr>
          <a:lstStyle/>
          <a:p>
            <a:pPr algn="ctr"/>
            <a:r>
              <a:rPr lang="en-US" sz="850" b="1">
                <a:latin typeface="Montserrat" panose="00000500000000000000" pitchFamily="2" charset="0"/>
              </a:rPr>
              <a:t>Logistics Optimization</a:t>
            </a:r>
          </a:p>
        </p:txBody>
      </p:sp>
      <p:cxnSp>
        <p:nvCxnSpPr>
          <p:cNvPr id="93" name="Straight Connector 92">
            <a:extLst>
              <a:ext uri="{FF2B5EF4-FFF2-40B4-BE49-F238E27FC236}">
                <a16:creationId xmlns:a16="http://schemas.microsoft.com/office/drawing/2014/main" id="{D36F9DCD-DD30-561C-EC5E-89F296B4D9B8}"/>
              </a:ext>
            </a:extLst>
          </p:cNvPr>
          <p:cNvCxnSpPr>
            <a:cxnSpLocks/>
          </p:cNvCxnSpPr>
          <p:nvPr/>
        </p:nvCxnSpPr>
        <p:spPr>
          <a:xfrm>
            <a:off x="3200547" y="3163620"/>
            <a:ext cx="914253"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96F111C5-8CFA-0F41-5ED5-EE549CF60C98}"/>
              </a:ext>
            </a:extLst>
          </p:cNvPr>
          <p:cNvCxnSpPr>
            <a:cxnSpLocks/>
          </p:cNvCxnSpPr>
          <p:nvPr/>
        </p:nvCxnSpPr>
        <p:spPr>
          <a:xfrm>
            <a:off x="4413551" y="3163620"/>
            <a:ext cx="914253"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F5279C8D-387D-4571-AC30-B1FC23E1BFAC}"/>
              </a:ext>
            </a:extLst>
          </p:cNvPr>
          <p:cNvCxnSpPr>
            <a:cxnSpLocks/>
          </p:cNvCxnSpPr>
          <p:nvPr/>
        </p:nvCxnSpPr>
        <p:spPr>
          <a:xfrm>
            <a:off x="5626555" y="3163620"/>
            <a:ext cx="914253"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7" name="Straight Connector 96">
            <a:extLst>
              <a:ext uri="{FF2B5EF4-FFF2-40B4-BE49-F238E27FC236}">
                <a16:creationId xmlns:a16="http://schemas.microsoft.com/office/drawing/2014/main" id="{F4973D96-5B5D-5F2D-DC39-7529C34CC8C5}"/>
              </a:ext>
            </a:extLst>
          </p:cNvPr>
          <p:cNvCxnSpPr>
            <a:cxnSpLocks/>
          </p:cNvCxnSpPr>
          <p:nvPr/>
        </p:nvCxnSpPr>
        <p:spPr>
          <a:xfrm>
            <a:off x="6839559" y="3163620"/>
            <a:ext cx="914253"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8" name="Straight Connector 97">
            <a:extLst>
              <a:ext uri="{FF2B5EF4-FFF2-40B4-BE49-F238E27FC236}">
                <a16:creationId xmlns:a16="http://schemas.microsoft.com/office/drawing/2014/main" id="{BD19D0E5-8796-60AF-0E13-1AC9F80A4071}"/>
              </a:ext>
            </a:extLst>
          </p:cNvPr>
          <p:cNvCxnSpPr>
            <a:cxnSpLocks/>
          </p:cNvCxnSpPr>
          <p:nvPr/>
        </p:nvCxnSpPr>
        <p:spPr>
          <a:xfrm>
            <a:off x="8052564" y="3163620"/>
            <a:ext cx="914253"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9" name="Straight Connector 98">
            <a:extLst>
              <a:ext uri="{FF2B5EF4-FFF2-40B4-BE49-F238E27FC236}">
                <a16:creationId xmlns:a16="http://schemas.microsoft.com/office/drawing/2014/main" id="{3C6C99F7-7923-016B-7F52-ADA5C2BAB6C6}"/>
              </a:ext>
            </a:extLst>
          </p:cNvPr>
          <p:cNvCxnSpPr>
            <a:cxnSpLocks/>
          </p:cNvCxnSpPr>
          <p:nvPr/>
        </p:nvCxnSpPr>
        <p:spPr>
          <a:xfrm>
            <a:off x="9265568" y="3163620"/>
            <a:ext cx="914253"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0" name="Straight Connector 99">
            <a:extLst>
              <a:ext uri="{FF2B5EF4-FFF2-40B4-BE49-F238E27FC236}">
                <a16:creationId xmlns:a16="http://schemas.microsoft.com/office/drawing/2014/main" id="{6621C330-9809-D6E8-D6AA-DF4B0869324F}"/>
              </a:ext>
            </a:extLst>
          </p:cNvPr>
          <p:cNvCxnSpPr>
            <a:cxnSpLocks/>
          </p:cNvCxnSpPr>
          <p:nvPr/>
        </p:nvCxnSpPr>
        <p:spPr>
          <a:xfrm>
            <a:off x="10478574" y="3163620"/>
            <a:ext cx="914253"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02" name="TextBox 101">
            <a:extLst>
              <a:ext uri="{FF2B5EF4-FFF2-40B4-BE49-F238E27FC236}">
                <a16:creationId xmlns:a16="http://schemas.microsoft.com/office/drawing/2014/main" id="{2BD798E2-A334-6DA4-7B58-EBC934BB5521}"/>
              </a:ext>
            </a:extLst>
          </p:cNvPr>
          <p:cNvSpPr txBox="1"/>
          <p:nvPr/>
        </p:nvSpPr>
        <p:spPr>
          <a:xfrm>
            <a:off x="3187147" y="3205456"/>
            <a:ext cx="941051" cy="369332"/>
          </a:xfrm>
          <a:prstGeom prst="rect">
            <a:avLst/>
          </a:prstGeom>
          <a:noFill/>
        </p:spPr>
        <p:txBody>
          <a:bodyPr wrap="square">
            <a:spAutoFit/>
          </a:bodyPr>
          <a:lstStyle/>
          <a:p>
            <a:pPr algn="ctr"/>
            <a:r>
              <a:rPr lang="en-US" sz="600" b="1">
                <a:latin typeface="Montserrat" panose="00000500000000000000" pitchFamily="2" charset="0"/>
              </a:rPr>
              <a:t>ML MODELS</a:t>
            </a:r>
          </a:p>
          <a:p>
            <a:pPr algn="ctr"/>
            <a:r>
              <a:rPr lang="en-US" sz="600" err="1">
                <a:latin typeface="Montserrat" panose="00000500000000000000" pitchFamily="2" charset="0"/>
              </a:rPr>
              <a:t>XGBoost</a:t>
            </a:r>
            <a:r>
              <a:rPr lang="en-US" sz="600">
                <a:latin typeface="Montserrat" panose="00000500000000000000" pitchFamily="2" charset="0"/>
              </a:rPr>
              <a:t>, TFT, LSTM Prophet, Croston</a:t>
            </a:r>
          </a:p>
        </p:txBody>
      </p:sp>
      <p:sp>
        <p:nvSpPr>
          <p:cNvPr id="103" name="TextBox 102">
            <a:extLst>
              <a:ext uri="{FF2B5EF4-FFF2-40B4-BE49-F238E27FC236}">
                <a16:creationId xmlns:a16="http://schemas.microsoft.com/office/drawing/2014/main" id="{E305B677-16D8-49B9-C887-06AD181BDFF6}"/>
              </a:ext>
            </a:extLst>
          </p:cNvPr>
          <p:cNvSpPr txBox="1"/>
          <p:nvPr/>
        </p:nvSpPr>
        <p:spPr>
          <a:xfrm>
            <a:off x="4339618" y="3203690"/>
            <a:ext cx="1029455" cy="369332"/>
          </a:xfrm>
          <a:prstGeom prst="rect">
            <a:avLst/>
          </a:prstGeom>
          <a:noFill/>
        </p:spPr>
        <p:txBody>
          <a:bodyPr wrap="square">
            <a:spAutoFit/>
          </a:bodyPr>
          <a:lstStyle/>
          <a:p>
            <a:pPr algn="ctr"/>
            <a:r>
              <a:rPr lang="en-US" sz="600" b="1">
                <a:latin typeface="Montserrat" panose="00000500000000000000" pitchFamily="2" charset="0"/>
              </a:rPr>
              <a:t>ML MODELS</a:t>
            </a:r>
          </a:p>
          <a:p>
            <a:pPr algn="ctr"/>
            <a:r>
              <a:rPr lang="en-US" sz="600">
                <a:latin typeface="Montserrat" panose="00000500000000000000" pitchFamily="2" charset="0"/>
              </a:rPr>
              <a:t>GBM, Random Forest Neural Networks</a:t>
            </a:r>
          </a:p>
        </p:txBody>
      </p:sp>
      <p:sp>
        <p:nvSpPr>
          <p:cNvPr id="104" name="TextBox 103">
            <a:extLst>
              <a:ext uri="{FF2B5EF4-FFF2-40B4-BE49-F238E27FC236}">
                <a16:creationId xmlns:a16="http://schemas.microsoft.com/office/drawing/2014/main" id="{0863D1FB-30C8-5030-BFA7-D0FB15791359}"/>
              </a:ext>
            </a:extLst>
          </p:cNvPr>
          <p:cNvSpPr txBox="1"/>
          <p:nvPr/>
        </p:nvSpPr>
        <p:spPr>
          <a:xfrm>
            <a:off x="5575486" y="3212598"/>
            <a:ext cx="1029455" cy="276999"/>
          </a:xfrm>
          <a:prstGeom prst="rect">
            <a:avLst/>
          </a:prstGeom>
          <a:noFill/>
        </p:spPr>
        <p:txBody>
          <a:bodyPr wrap="square">
            <a:spAutoFit/>
          </a:bodyPr>
          <a:lstStyle/>
          <a:p>
            <a:pPr algn="ctr"/>
            <a:r>
              <a:rPr lang="en-US" sz="600" b="1">
                <a:latin typeface="Montserrat" panose="00000500000000000000" pitchFamily="2" charset="0"/>
              </a:rPr>
              <a:t>OPTIMIZATION</a:t>
            </a:r>
          </a:p>
          <a:p>
            <a:pPr algn="ctr"/>
            <a:r>
              <a:rPr lang="en-US" sz="600">
                <a:latin typeface="Montserrat" panose="00000500000000000000" pitchFamily="2" charset="0"/>
              </a:rPr>
              <a:t>MILP</a:t>
            </a:r>
          </a:p>
        </p:txBody>
      </p:sp>
      <p:sp>
        <p:nvSpPr>
          <p:cNvPr id="105" name="TextBox 104">
            <a:extLst>
              <a:ext uri="{FF2B5EF4-FFF2-40B4-BE49-F238E27FC236}">
                <a16:creationId xmlns:a16="http://schemas.microsoft.com/office/drawing/2014/main" id="{0C8B3B56-0C23-3738-CBBE-8E3D94D041D4}"/>
              </a:ext>
            </a:extLst>
          </p:cNvPr>
          <p:cNvSpPr txBox="1"/>
          <p:nvPr/>
        </p:nvSpPr>
        <p:spPr>
          <a:xfrm>
            <a:off x="6781957" y="3212598"/>
            <a:ext cx="1029455" cy="276999"/>
          </a:xfrm>
          <a:prstGeom prst="rect">
            <a:avLst/>
          </a:prstGeom>
          <a:noFill/>
        </p:spPr>
        <p:txBody>
          <a:bodyPr wrap="square">
            <a:spAutoFit/>
          </a:bodyPr>
          <a:lstStyle/>
          <a:p>
            <a:pPr algn="ctr"/>
            <a:r>
              <a:rPr lang="en-US" sz="600" b="1">
                <a:latin typeface="Montserrat" panose="00000500000000000000" pitchFamily="2" charset="0"/>
              </a:rPr>
              <a:t>OPTIMIZATION</a:t>
            </a:r>
          </a:p>
          <a:p>
            <a:pPr algn="ctr"/>
            <a:r>
              <a:rPr lang="en-US" sz="600">
                <a:latin typeface="Montserrat" panose="00000500000000000000" pitchFamily="2" charset="0"/>
              </a:rPr>
              <a:t>MILP</a:t>
            </a:r>
          </a:p>
        </p:txBody>
      </p:sp>
      <p:sp>
        <p:nvSpPr>
          <p:cNvPr id="106" name="TextBox 105">
            <a:extLst>
              <a:ext uri="{FF2B5EF4-FFF2-40B4-BE49-F238E27FC236}">
                <a16:creationId xmlns:a16="http://schemas.microsoft.com/office/drawing/2014/main" id="{510DEE4E-259A-54DA-8275-71A0890ABC69}"/>
              </a:ext>
            </a:extLst>
          </p:cNvPr>
          <p:cNvSpPr txBox="1"/>
          <p:nvPr/>
        </p:nvSpPr>
        <p:spPr>
          <a:xfrm>
            <a:off x="8006158" y="3212598"/>
            <a:ext cx="1029455" cy="369332"/>
          </a:xfrm>
          <a:prstGeom prst="rect">
            <a:avLst/>
          </a:prstGeom>
          <a:noFill/>
        </p:spPr>
        <p:txBody>
          <a:bodyPr wrap="square">
            <a:spAutoFit/>
          </a:bodyPr>
          <a:lstStyle/>
          <a:p>
            <a:pPr algn="ctr"/>
            <a:r>
              <a:rPr lang="en-US" sz="600" b="1">
                <a:latin typeface="Montserrat" panose="00000500000000000000" pitchFamily="2" charset="0"/>
              </a:rPr>
              <a:t>OPTIMIZATION</a:t>
            </a:r>
          </a:p>
          <a:p>
            <a:pPr algn="ctr"/>
            <a:r>
              <a:rPr lang="en-US" sz="600">
                <a:latin typeface="Montserrat" panose="00000500000000000000" pitchFamily="2" charset="0"/>
              </a:rPr>
              <a:t>CP/MILP/Genetic Algorithms</a:t>
            </a:r>
          </a:p>
        </p:txBody>
      </p:sp>
      <p:sp>
        <p:nvSpPr>
          <p:cNvPr id="107" name="TextBox 106">
            <a:extLst>
              <a:ext uri="{FF2B5EF4-FFF2-40B4-BE49-F238E27FC236}">
                <a16:creationId xmlns:a16="http://schemas.microsoft.com/office/drawing/2014/main" id="{84E2C96C-1B73-8EC8-EF78-B62BC608469D}"/>
              </a:ext>
            </a:extLst>
          </p:cNvPr>
          <p:cNvSpPr txBox="1"/>
          <p:nvPr/>
        </p:nvSpPr>
        <p:spPr>
          <a:xfrm>
            <a:off x="9216714" y="3196706"/>
            <a:ext cx="1029455" cy="276999"/>
          </a:xfrm>
          <a:prstGeom prst="rect">
            <a:avLst/>
          </a:prstGeom>
          <a:noFill/>
        </p:spPr>
        <p:txBody>
          <a:bodyPr wrap="square">
            <a:spAutoFit/>
          </a:bodyPr>
          <a:lstStyle/>
          <a:p>
            <a:pPr algn="ctr"/>
            <a:r>
              <a:rPr lang="en-US" sz="600" b="1">
                <a:latin typeface="Montserrat" panose="00000500000000000000" pitchFamily="2" charset="0"/>
              </a:rPr>
              <a:t>OPTIMIZATION</a:t>
            </a:r>
          </a:p>
          <a:p>
            <a:pPr algn="ctr"/>
            <a:r>
              <a:rPr lang="en-US" sz="600">
                <a:latin typeface="Montserrat" panose="00000500000000000000" pitchFamily="2" charset="0"/>
              </a:rPr>
              <a:t>MILP</a:t>
            </a:r>
          </a:p>
        </p:txBody>
      </p:sp>
      <p:sp>
        <p:nvSpPr>
          <p:cNvPr id="108" name="TextBox 107">
            <a:extLst>
              <a:ext uri="{FF2B5EF4-FFF2-40B4-BE49-F238E27FC236}">
                <a16:creationId xmlns:a16="http://schemas.microsoft.com/office/drawing/2014/main" id="{5AE6AF0B-E02F-5844-EE98-9F77AAB4B32D}"/>
              </a:ext>
            </a:extLst>
          </p:cNvPr>
          <p:cNvSpPr txBox="1"/>
          <p:nvPr/>
        </p:nvSpPr>
        <p:spPr>
          <a:xfrm>
            <a:off x="10420972" y="3192649"/>
            <a:ext cx="1029455" cy="276999"/>
          </a:xfrm>
          <a:prstGeom prst="rect">
            <a:avLst/>
          </a:prstGeom>
          <a:noFill/>
        </p:spPr>
        <p:txBody>
          <a:bodyPr wrap="square">
            <a:spAutoFit/>
          </a:bodyPr>
          <a:lstStyle/>
          <a:p>
            <a:pPr algn="ctr"/>
            <a:r>
              <a:rPr lang="en-US" sz="600" b="1">
                <a:latin typeface="Montserrat" panose="00000500000000000000" pitchFamily="2" charset="0"/>
              </a:rPr>
              <a:t>OPTIMIZATION</a:t>
            </a:r>
          </a:p>
          <a:p>
            <a:pPr algn="ctr"/>
            <a:r>
              <a:rPr lang="en-US" sz="600">
                <a:latin typeface="Montserrat" panose="00000500000000000000" pitchFamily="2" charset="0"/>
              </a:rPr>
              <a:t>Network Flow</a:t>
            </a:r>
          </a:p>
        </p:txBody>
      </p:sp>
      <p:sp>
        <p:nvSpPr>
          <p:cNvPr id="110" name="TextBox 109">
            <a:extLst>
              <a:ext uri="{FF2B5EF4-FFF2-40B4-BE49-F238E27FC236}">
                <a16:creationId xmlns:a16="http://schemas.microsoft.com/office/drawing/2014/main" id="{D1195314-5166-3D89-9E3C-86FEA0A8071F}"/>
              </a:ext>
            </a:extLst>
          </p:cNvPr>
          <p:cNvSpPr txBox="1"/>
          <p:nvPr/>
        </p:nvSpPr>
        <p:spPr>
          <a:xfrm>
            <a:off x="3123716" y="2075210"/>
            <a:ext cx="1061891" cy="1069524"/>
          </a:xfrm>
          <a:prstGeom prst="rect">
            <a:avLst/>
          </a:prstGeom>
          <a:noFill/>
        </p:spPr>
        <p:txBody>
          <a:bodyPr wrap="square">
            <a:spAutoFit/>
          </a:bodyPr>
          <a:lstStyle/>
          <a:p>
            <a:pPr marL="171450" indent="-171450">
              <a:spcBef>
                <a:spcPts val="300"/>
              </a:spcBef>
              <a:buFont typeface="Wingdings" panose="05000000000000000000" pitchFamily="2" charset="2"/>
              <a:buChar char="v"/>
            </a:pPr>
            <a:r>
              <a:rPr lang="en-US" sz="700">
                <a:latin typeface="Montserrat" panose="00000500000000000000" pitchFamily="2" charset="0"/>
              </a:rPr>
              <a:t>Store-Level Forecasts</a:t>
            </a:r>
          </a:p>
          <a:p>
            <a:pPr marL="171450" indent="-171450">
              <a:spcBef>
                <a:spcPts val="300"/>
              </a:spcBef>
              <a:buFont typeface="Wingdings" panose="05000000000000000000" pitchFamily="2" charset="2"/>
              <a:buChar char="v"/>
            </a:pPr>
            <a:r>
              <a:rPr lang="en-US" sz="700">
                <a:latin typeface="Montserrat" panose="00000500000000000000" pitchFamily="2" charset="0"/>
              </a:rPr>
              <a:t>Hierarchical Models</a:t>
            </a:r>
          </a:p>
          <a:p>
            <a:pPr marL="171450" indent="-171450">
              <a:spcBef>
                <a:spcPts val="300"/>
              </a:spcBef>
              <a:buFont typeface="Wingdings" panose="05000000000000000000" pitchFamily="2" charset="2"/>
              <a:buChar char="v"/>
            </a:pPr>
            <a:r>
              <a:rPr lang="en-US" sz="700">
                <a:latin typeface="Montserrat" panose="00000500000000000000" pitchFamily="2" charset="0"/>
              </a:rPr>
              <a:t>Probabilistic Forecasts</a:t>
            </a:r>
          </a:p>
          <a:p>
            <a:pPr marL="171450" indent="-171450">
              <a:spcBef>
                <a:spcPts val="300"/>
              </a:spcBef>
              <a:buFont typeface="Wingdings" panose="05000000000000000000" pitchFamily="2" charset="2"/>
              <a:buChar char="v"/>
            </a:pPr>
            <a:r>
              <a:rPr lang="en-US" sz="700">
                <a:latin typeface="Montserrat" panose="00000500000000000000" pitchFamily="2" charset="0"/>
              </a:rPr>
              <a:t>Promo &amp; Event impact</a:t>
            </a:r>
          </a:p>
        </p:txBody>
      </p:sp>
      <p:sp>
        <p:nvSpPr>
          <p:cNvPr id="111" name="TextBox 110">
            <a:extLst>
              <a:ext uri="{FF2B5EF4-FFF2-40B4-BE49-F238E27FC236}">
                <a16:creationId xmlns:a16="http://schemas.microsoft.com/office/drawing/2014/main" id="{F7530C09-A77A-09EC-2A56-1D6AF4D12BAB}"/>
              </a:ext>
            </a:extLst>
          </p:cNvPr>
          <p:cNvSpPr txBox="1"/>
          <p:nvPr/>
        </p:nvSpPr>
        <p:spPr>
          <a:xfrm>
            <a:off x="4323891" y="2075210"/>
            <a:ext cx="1061891" cy="1069524"/>
          </a:xfrm>
          <a:prstGeom prst="rect">
            <a:avLst/>
          </a:prstGeom>
          <a:noFill/>
        </p:spPr>
        <p:txBody>
          <a:bodyPr wrap="square">
            <a:spAutoFit/>
          </a:bodyPr>
          <a:lstStyle/>
          <a:p>
            <a:pPr marL="171450" indent="-171450">
              <a:spcBef>
                <a:spcPts val="300"/>
              </a:spcBef>
              <a:buFont typeface="Wingdings" panose="05000000000000000000" pitchFamily="2" charset="2"/>
              <a:buChar char="v"/>
            </a:pPr>
            <a:r>
              <a:rPr lang="en-US" sz="700">
                <a:latin typeface="Montserrat" panose="00000500000000000000" pitchFamily="2" charset="0"/>
              </a:rPr>
              <a:t>Carcass to Cut Yield</a:t>
            </a:r>
          </a:p>
          <a:p>
            <a:pPr marL="171450" indent="-171450">
              <a:spcBef>
                <a:spcPts val="300"/>
              </a:spcBef>
              <a:buFont typeface="Wingdings" panose="05000000000000000000" pitchFamily="2" charset="2"/>
              <a:buChar char="v"/>
            </a:pPr>
            <a:r>
              <a:rPr lang="en-US" sz="700">
                <a:latin typeface="Montserrat" panose="00000500000000000000" pitchFamily="2" charset="0"/>
              </a:rPr>
              <a:t>Primal/Sub-Primal</a:t>
            </a:r>
          </a:p>
          <a:p>
            <a:pPr marL="171450" indent="-171450">
              <a:spcBef>
                <a:spcPts val="300"/>
              </a:spcBef>
              <a:buFont typeface="Wingdings" panose="05000000000000000000" pitchFamily="2" charset="2"/>
              <a:buChar char="v"/>
            </a:pPr>
            <a:r>
              <a:rPr lang="en-US" sz="700">
                <a:latin typeface="Montserrat" panose="00000500000000000000" pitchFamily="2" charset="0"/>
              </a:rPr>
              <a:t>Quality Grade Impact</a:t>
            </a:r>
          </a:p>
          <a:p>
            <a:pPr marL="171450" indent="-171450">
              <a:spcBef>
                <a:spcPts val="300"/>
              </a:spcBef>
              <a:buFont typeface="Wingdings" panose="05000000000000000000" pitchFamily="2" charset="2"/>
              <a:buChar char="v"/>
            </a:pPr>
            <a:r>
              <a:rPr lang="en-US" sz="700">
                <a:latin typeface="Montserrat" panose="00000500000000000000" pitchFamily="2" charset="0"/>
              </a:rPr>
              <a:t>ML Yield Models</a:t>
            </a:r>
          </a:p>
        </p:txBody>
      </p:sp>
      <p:sp>
        <p:nvSpPr>
          <p:cNvPr id="112" name="TextBox 111">
            <a:extLst>
              <a:ext uri="{FF2B5EF4-FFF2-40B4-BE49-F238E27FC236}">
                <a16:creationId xmlns:a16="http://schemas.microsoft.com/office/drawing/2014/main" id="{B1ADFA5D-7E66-C903-C7C0-A34383B43A7B}"/>
              </a:ext>
            </a:extLst>
          </p:cNvPr>
          <p:cNvSpPr txBox="1"/>
          <p:nvPr/>
        </p:nvSpPr>
        <p:spPr>
          <a:xfrm>
            <a:off x="5557702" y="2075210"/>
            <a:ext cx="1090427" cy="1069524"/>
          </a:xfrm>
          <a:prstGeom prst="rect">
            <a:avLst/>
          </a:prstGeom>
          <a:noFill/>
        </p:spPr>
        <p:txBody>
          <a:bodyPr wrap="square">
            <a:spAutoFit/>
          </a:bodyPr>
          <a:lstStyle/>
          <a:p>
            <a:pPr marL="171450" indent="-171450">
              <a:spcBef>
                <a:spcPts val="300"/>
              </a:spcBef>
              <a:buFont typeface="Wingdings" panose="05000000000000000000" pitchFamily="2" charset="2"/>
              <a:buChar char="v"/>
            </a:pPr>
            <a:r>
              <a:rPr lang="en-US" sz="700">
                <a:latin typeface="Montserrat" panose="00000500000000000000" pitchFamily="2" charset="0"/>
              </a:rPr>
              <a:t>Which Cattle to Run</a:t>
            </a:r>
          </a:p>
          <a:p>
            <a:pPr marL="171450" indent="-171450">
              <a:spcBef>
                <a:spcPts val="300"/>
              </a:spcBef>
              <a:buFont typeface="Wingdings" panose="05000000000000000000" pitchFamily="2" charset="2"/>
              <a:buChar char="v"/>
            </a:pPr>
            <a:r>
              <a:rPr lang="en-US" sz="700">
                <a:latin typeface="Montserrat" panose="00000500000000000000" pitchFamily="2" charset="0"/>
              </a:rPr>
              <a:t>Maximize Expected Yield</a:t>
            </a:r>
          </a:p>
          <a:p>
            <a:pPr marL="171450" indent="-171450">
              <a:spcBef>
                <a:spcPts val="300"/>
              </a:spcBef>
              <a:buFont typeface="Wingdings" panose="05000000000000000000" pitchFamily="2" charset="2"/>
              <a:buChar char="v"/>
            </a:pPr>
            <a:r>
              <a:rPr lang="en-US" sz="700">
                <a:latin typeface="Montserrat" panose="00000500000000000000" pitchFamily="2" charset="0"/>
              </a:rPr>
              <a:t>Cost &amp; Availability</a:t>
            </a:r>
          </a:p>
          <a:p>
            <a:pPr marL="171450" indent="-171450">
              <a:spcBef>
                <a:spcPts val="300"/>
              </a:spcBef>
              <a:buFont typeface="Wingdings" panose="05000000000000000000" pitchFamily="2" charset="2"/>
              <a:buChar char="v"/>
            </a:pPr>
            <a:r>
              <a:rPr lang="en-US" sz="700">
                <a:latin typeface="Montserrat" panose="00000500000000000000" pitchFamily="2" charset="0"/>
              </a:rPr>
              <a:t>Supplier Selection</a:t>
            </a:r>
          </a:p>
        </p:txBody>
      </p:sp>
      <p:sp>
        <p:nvSpPr>
          <p:cNvPr id="113" name="TextBox 112">
            <a:extLst>
              <a:ext uri="{FF2B5EF4-FFF2-40B4-BE49-F238E27FC236}">
                <a16:creationId xmlns:a16="http://schemas.microsoft.com/office/drawing/2014/main" id="{8C174EB9-EED3-8CF2-0822-08C138D412C2}"/>
              </a:ext>
            </a:extLst>
          </p:cNvPr>
          <p:cNvSpPr txBox="1"/>
          <p:nvPr/>
        </p:nvSpPr>
        <p:spPr>
          <a:xfrm>
            <a:off x="6781957" y="2075210"/>
            <a:ext cx="1052976" cy="1000274"/>
          </a:xfrm>
          <a:prstGeom prst="rect">
            <a:avLst/>
          </a:prstGeom>
          <a:noFill/>
        </p:spPr>
        <p:txBody>
          <a:bodyPr wrap="square">
            <a:spAutoFit/>
          </a:bodyPr>
          <a:lstStyle/>
          <a:p>
            <a:pPr marL="171450" indent="-171450">
              <a:spcBef>
                <a:spcPts val="300"/>
              </a:spcBef>
              <a:buFont typeface="Wingdings" panose="05000000000000000000" pitchFamily="2" charset="2"/>
              <a:buChar char="v"/>
            </a:pPr>
            <a:r>
              <a:rPr lang="en-US" sz="700">
                <a:latin typeface="Montserrat" panose="00000500000000000000" pitchFamily="2" charset="0"/>
              </a:rPr>
              <a:t>What to Produce</a:t>
            </a:r>
          </a:p>
          <a:p>
            <a:pPr marL="171450" indent="-171450">
              <a:spcBef>
                <a:spcPts val="300"/>
              </a:spcBef>
              <a:buFont typeface="Wingdings" panose="05000000000000000000" pitchFamily="2" charset="2"/>
              <a:buChar char="v"/>
            </a:pPr>
            <a:r>
              <a:rPr lang="en-US" sz="700">
                <a:latin typeface="Montserrat" panose="00000500000000000000" pitchFamily="2" charset="0"/>
              </a:rPr>
              <a:t>How Much</a:t>
            </a:r>
          </a:p>
          <a:p>
            <a:pPr marL="171450" indent="-171450">
              <a:spcBef>
                <a:spcPts val="300"/>
              </a:spcBef>
              <a:buFont typeface="Wingdings" panose="05000000000000000000" pitchFamily="2" charset="2"/>
              <a:buChar char="v"/>
            </a:pPr>
            <a:r>
              <a:rPr lang="en-US" sz="700">
                <a:latin typeface="Montserrat" panose="00000500000000000000" pitchFamily="2" charset="0"/>
              </a:rPr>
              <a:t>Which Day</a:t>
            </a:r>
          </a:p>
          <a:p>
            <a:pPr marL="171450" indent="-171450">
              <a:spcBef>
                <a:spcPts val="300"/>
              </a:spcBef>
              <a:buFont typeface="Wingdings" panose="05000000000000000000" pitchFamily="2" charset="2"/>
              <a:buChar char="v"/>
            </a:pPr>
            <a:r>
              <a:rPr lang="en-US" sz="700">
                <a:latin typeface="Montserrat" panose="00000500000000000000" pitchFamily="2" charset="0"/>
              </a:rPr>
              <a:t>Demand &amp; Capacity</a:t>
            </a:r>
          </a:p>
          <a:p>
            <a:pPr marL="171450" indent="-171450">
              <a:spcBef>
                <a:spcPts val="300"/>
              </a:spcBef>
              <a:buFont typeface="Wingdings" panose="05000000000000000000" pitchFamily="2" charset="2"/>
              <a:buChar char="v"/>
            </a:pPr>
            <a:r>
              <a:rPr lang="en-US" sz="700">
                <a:latin typeface="Montserrat" panose="00000500000000000000" pitchFamily="2" charset="0"/>
              </a:rPr>
              <a:t>Alignment</a:t>
            </a:r>
          </a:p>
        </p:txBody>
      </p:sp>
      <p:sp>
        <p:nvSpPr>
          <p:cNvPr id="114" name="TextBox 113">
            <a:extLst>
              <a:ext uri="{FF2B5EF4-FFF2-40B4-BE49-F238E27FC236}">
                <a16:creationId xmlns:a16="http://schemas.microsoft.com/office/drawing/2014/main" id="{11FF7040-C515-5D3C-9168-5A94294D6E71}"/>
              </a:ext>
            </a:extLst>
          </p:cNvPr>
          <p:cNvSpPr txBox="1"/>
          <p:nvPr/>
        </p:nvSpPr>
        <p:spPr>
          <a:xfrm>
            <a:off x="8006484" y="2075210"/>
            <a:ext cx="1014288" cy="892552"/>
          </a:xfrm>
          <a:prstGeom prst="rect">
            <a:avLst/>
          </a:prstGeom>
          <a:noFill/>
        </p:spPr>
        <p:txBody>
          <a:bodyPr wrap="square">
            <a:spAutoFit/>
          </a:bodyPr>
          <a:lstStyle/>
          <a:p>
            <a:pPr marL="171450" indent="-171450">
              <a:spcBef>
                <a:spcPts val="300"/>
              </a:spcBef>
              <a:buFont typeface="Wingdings" panose="05000000000000000000" pitchFamily="2" charset="2"/>
              <a:buChar char="v"/>
            </a:pPr>
            <a:r>
              <a:rPr lang="en-US" sz="700">
                <a:latin typeface="Montserrat" panose="00000500000000000000" pitchFamily="2" charset="0"/>
              </a:rPr>
              <a:t>Which Line</a:t>
            </a:r>
          </a:p>
          <a:p>
            <a:pPr marL="171450" indent="-171450">
              <a:spcBef>
                <a:spcPts val="300"/>
              </a:spcBef>
              <a:buFont typeface="Wingdings" panose="05000000000000000000" pitchFamily="2" charset="2"/>
              <a:buChar char="v"/>
            </a:pPr>
            <a:r>
              <a:rPr lang="en-US" sz="700">
                <a:latin typeface="Montserrat" panose="00000500000000000000" pitchFamily="2" charset="0"/>
              </a:rPr>
              <a:t>Which Sequence</a:t>
            </a:r>
          </a:p>
          <a:p>
            <a:pPr marL="171450" indent="-171450">
              <a:spcBef>
                <a:spcPts val="300"/>
              </a:spcBef>
              <a:buFont typeface="Wingdings" panose="05000000000000000000" pitchFamily="2" charset="2"/>
              <a:buChar char="v"/>
            </a:pPr>
            <a:r>
              <a:rPr lang="en-US" sz="700">
                <a:latin typeface="Montserrat" panose="00000500000000000000" pitchFamily="2" charset="0"/>
              </a:rPr>
              <a:t>Start Times</a:t>
            </a:r>
          </a:p>
          <a:p>
            <a:pPr marL="171450" indent="-171450">
              <a:spcBef>
                <a:spcPts val="300"/>
              </a:spcBef>
              <a:buFont typeface="Wingdings" panose="05000000000000000000" pitchFamily="2" charset="2"/>
              <a:buChar char="v"/>
            </a:pPr>
            <a:r>
              <a:rPr lang="en-US" sz="700">
                <a:latin typeface="Montserrat" panose="00000500000000000000" pitchFamily="2" charset="0"/>
              </a:rPr>
              <a:t>Changeovers</a:t>
            </a:r>
          </a:p>
          <a:p>
            <a:pPr marL="171450" indent="-171450">
              <a:spcBef>
                <a:spcPts val="300"/>
              </a:spcBef>
              <a:buFont typeface="Wingdings" panose="05000000000000000000" pitchFamily="2" charset="2"/>
              <a:buChar char="v"/>
            </a:pPr>
            <a:r>
              <a:rPr lang="en-US" sz="700">
                <a:latin typeface="Montserrat" panose="00000500000000000000" pitchFamily="2" charset="0"/>
              </a:rPr>
              <a:t>Cleaning</a:t>
            </a:r>
          </a:p>
        </p:txBody>
      </p:sp>
      <p:sp>
        <p:nvSpPr>
          <p:cNvPr id="115" name="TextBox 114">
            <a:extLst>
              <a:ext uri="{FF2B5EF4-FFF2-40B4-BE49-F238E27FC236}">
                <a16:creationId xmlns:a16="http://schemas.microsoft.com/office/drawing/2014/main" id="{B678E9B6-F454-C7AA-D6E2-8D86BE9DC27B}"/>
              </a:ext>
            </a:extLst>
          </p:cNvPr>
          <p:cNvSpPr txBox="1"/>
          <p:nvPr/>
        </p:nvSpPr>
        <p:spPr>
          <a:xfrm>
            <a:off x="9230040" y="2075210"/>
            <a:ext cx="1014288" cy="1000274"/>
          </a:xfrm>
          <a:prstGeom prst="rect">
            <a:avLst/>
          </a:prstGeom>
          <a:noFill/>
        </p:spPr>
        <p:txBody>
          <a:bodyPr wrap="square">
            <a:spAutoFit/>
          </a:bodyPr>
          <a:lstStyle/>
          <a:p>
            <a:pPr marL="171450" indent="-171450">
              <a:spcBef>
                <a:spcPts val="300"/>
              </a:spcBef>
              <a:buFont typeface="Wingdings" panose="05000000000000000000" pitchFamily="2" charset="2"/>
              <a:buChar char="v"/>
            </a:pPr>
            <a:r>
              <a:rPr lang="en-US" sz="700">
                <a:latin typeface="Montserrat" panose="00000500000000000000" pitchFamily="2" charset="0"/>
              </a:rPr>
              <a:t>Plant, DC &amp; Store</a:t>
            </a:r>
          </a:p>
          <a:p>
            <a:pPr marL="171450" indent="-171450">
              <a:spcBef>
                <a:spcPts val="300"/>
              </a:spcBef>
              <a:buFont typeface="Wingdings" panose="05000000000000000000" pitchFamily="2" charset="2"/>
              <a:buChar char="v"/>
            </a:pPr>
            <a:r>
              <a:rPr lang="en-US" sz="700">
                <a:latin typeface="Montserrat" panose="00000500000000000000" pitchFamily="2" charset="0"/>
              </a:rPr>
              <a:t>Inventory</a:t>
            </a:r>
          </a:p>
          <a:p>
            <a:pPr marL="171450" indent="-171450">
              <a:spcBef>
                <a:spcPts val="300"/>
              </a:spcBef>
              <a:buFont typeface="Wingdings" panose="05000000000000000000" pitchFamily="2" charset="2"/>
              <a:buChar char="v"/>
            </a:pPr>
            <a:r>
              <a:rPr lang="en-US" sz="700">
                <a:latin typeface="Montserrat" panose="00000500000000000000" pitchFamily="2" charset="0"/>
              </a:rPr>
              <a:t>Freshness-Aware</a:t>
            </a:r>
          </a:p>
          <a:p>
            <a:pPr marL="171450" indent="-171450">
              <a:spcBef>
                <a:spcPts val="300"/>
              </a:spcBef>
              <a:buFont typeface="Wingdings" panose="05000000000000000000" pitchFamily="2" charset="2"/>
              <a:buChar char="v"/>
            </a:pPr>
            <a:r>
              <a:rPr lang="en-US" sz="700">
                <a:latin typeface="Montserrat" panose="00000500000000000000" pitchFamily="2" charset="0"/>
              </a:rPr>
              <a:t>Multi-Echelon</a:t>
            </a:r>
          </a:p>
          <a:p>
            <a:pPr marL="171450" indent="-171450">
              <a:spcBef>
                <a:spcPts val="300"/>
              </a:spcBef>
              <a:buFont typeface="Wingdings" panose="05000000000000000000" pitchFamily="2" charset="2"/>
              <a:buChar char="v"/>
            </a:pPr>
            <a:r>
              <a:rPr lang="en-US" sz="700">
                <a:latin typeface="Montserrat" panose="00000500000000000000" pitchFamily="2" charset="0"/>
              </a:rPr>
              <a:t>Service vs Cost</a:t>
            </a:r>
          </a:p>
        </p:txBody>
      </p:sp>
      <p:sp>
        <p:nvSpPr>
          <p:cNvPr id="116" name="TextBox 115">
            <a:extLst>
              <a:ext uri="{FF2B5EF4-FFF2-40B4-BE49-F238E27FC236}">
                <a16:creationId xmlns:a16="http://schemas.microsoft.com/office/drawing/2014/main" id="{412C4BA0-25B7-B71B-0D1F-6D684569B8F4}"/>
              </a:ext>
            </a:extLst>
          </p:cNvPr>
          <p:cNvSpPr txBox="1"/>
          <p:nvPr/>
        </p:nvSpPr>
        <p:spPr>
          <a:xfrm>
            <a:off x="10435874" y="2075210"/>
            <a:ext cx="1014288" cy="892552"/>
          </a:xfrm>
          <a:prstGeom prst="rect">
            <a:avLst/>
          </a:prstGeom>
          <a:noFill/>
        </p:spPr>
        <p:txBody>
          <a:bodyPr wrap="square">
            <a:spAutoFit/>
          </a:bodyPr>
          <a:lstStyle/>
          <a:p>
            <a:pPr marL="171450" indent="-171450">
              <a:spcBef>
                <a:spcPts val="300"/>
              </a:spcBef>
              <a:buFont typeface="Wingdings" panose="05000000000000000000" pitchFamily="2" charset="2"/>
              <a:buChar char="v"/>
            </a:pPr>
            <a:r>
              <a:rPr lang="en-US" sz="700">
                <a:latin typeface="Montserrat" panose="00000500000000000000" pitchFamily="2" charset="0"/>
              </a:rPr>
              <a:t>Load Building</a:t>
            </a:r>
          </a:p>
          <a:p>
            <a:pPr marL="171450" indent="-171450">
              <a:spcBef>
                <a:spcPts val="300"/>
              </a:spcBef>
              <a:buFont typeface="Wingdings" panose="05000000000000000000" pitchFamily="2" charset="2"/>
              <a:buChar char="v"/>
            </a:pPr>
            <a:r>
              <a:rPr lang="en-US" sz="700">
                <a:latin typeface="Montserrat" panose="00000500000000000000" pitchFamily="2" charset="0"/>
              </a:rPr>
              <a:t>Routing</a:t>
            </a:r>
          </a:p>
          <a:p>
            <a:pPr marL="171450" indent="-171450">
              <a:spcBef>
                <a:spcPts val="300"/>
              </a:spcBef>
              <a:buFont typeface="Wingdings" panose="05000000000000000000" pitchFamily="2" charset="2"/>
              <a:buChar char="v"/>
            </a:pPr>
            <a:r>
              <a:rPr lang="en-US" sz="700">
                <a:latin typeface="Montserrat" panose="00000500000000000000" pitchFamily="2" charset="0"/>
              </a:rPr>
              <a:t>Temperature</a:t>
            </a:r>
          </a:p>
          <a:p>
            <a:pPr marL="171450" indent="-171450">
              <a:spcBef>
                <a:spcPts val="300"/>
              </a:spcBef>
              <a:buFont typeface="Wingdings" panose="05000000000000000000" pitchFamily="2" charset="2"/>
              <a:buChar char="v"/>
            </a:pPr>
            <a:r>
              <a:rPr lang="en-US" sz="700">
                <a:latin typeface="Montserrat" panose="00000500000000000000" pitchFamily="2" charset="0"/>
              </a:rPr>
              <a:t>Compliance</a:t>
            </a:r>
          </a:p>
          <a:p>
            <a:pPr marL="171450" indent="-171450">
              <a:spcBef>
                <a:spcPts val="300"/>
              </a:spcBef>
              <a:buFont typeface="Wingdings" panose="05000000000000000000" pitchFamily="2" charset="2"/>
              <a:buChar char="v"/>
            </a:pPr>
            <a:r>
              <a:rPr lang="en-US" sz="700">
                <a:latin typeface="Montserrat" panose="00000500000000000000" pitchFamily="2" charset="0"/>
              </a:rPr>
              <a:t>On-Time Delivery</a:t>
            </a:r>
          </a:p>
        </p:txBody>
      </p:sp>
      <p:cxnSp>
        <p:nvCxnSpPr>
          <p:cNvPr id="118" name="Straight Arrow Connector 117">
            <a:extLst>
              <a:ext uri="{FF2B5EF4-FFF2-40B4-BE49-F238E27FC236}">
                <a16:creationId xmlns:a16="http://schemas.microsoft.com/office/drawing/2014/main" id="{EBB21CAA-450E-409A-EBBD-27B1EEEBEF11}"/>
              </a:ext>
            </a:extLst>
          </p:cNvPr>
          <p:cNvCxnSpPr>
            <a:cxnSpLocks/>
          </p:cNvCxnSpPr>
          <p:nvPr/>
        </p:nvCxnSpPr>
        <p:spPr>
          <a:xfrm>
            <a:off x="5255812" y="4777169"/>
            <a:ext cx="0" cy="212446"/>
          </a:xfrm>
          <a:prstGeom prst="straightConnector1">
            <a:avLst/>
          </a:prstGeom>
          <a:ln w="38100">
            <a:solidFill>
              <a:schemeClr val="bg2"/>
            </a:solidFill>
            <a:tailEnd type="triangle"/>
          </a:ln>
        </p:spPr>
        <p:style>
          <a:lnRef idx="2">
            <a:schemeClr val="accent1"/>
          </a:lnRef>
          <a:fillRef idx="0">
            <a:schemeClr val="accent1"/>
          </a:fillRef>
          <a:effectRef idx="1">
            <a:schemeClr val="accent1"/>
          </a:effectRef>
          <a:fontRef idx="minor">
            <a:schemeClr val="tx1"/>
          </a:fontRef>
        </p:style>
      </p:cxnSp>
      <p:cxnSp>
        <p:nvCxnSpPr>
          <p:cNvPr id="120" name="Straight Arrow Connector 119">
            <a:extLst>
              <a:ext uri="{FF2B5EF4-FFF2-40B4-BE49-F238E27FC236}">
                <a16:creationId xmlns:a16="http://schemas.microsoft.com/office/drawing/2014/main" id="{1DAC7F18-AB42-6DBF-2D30-90BF0682FDEB}"/>
              </a:ext>
            </a:extLst>
          </p:cNvPr>
          <p:cNvCxnSpPr>
            <a:cxnSpLocks/>
          </p:cNvCxnSpPr>
          <p:nvPr/>
        </p:nvCxnSpPr>
        <p:spPr>
          <a:xfrm>
            <a:off x="5930726" y="4784797"/>
            <a:ext cx="0" cy="212446"/>
          </a:xfrm>
          <a:prstGeom prst="straightConnector1">
            <a:avLst/>
          </a:prstGeom>
          <a:ln w="38100">
            <a:solidFill>
              <a:schemeClr val="bg2"/>
            </a:solidFill>
            <a:tailEnd type="triangle"/>
          </a:ln>
        </p:spPr>
        <p:style>
          <a:lnRef idx="2">
            <a:schemeClr val="accent1"/>
          </a:lnRef>
          <a:fillRef idx="0">
            <a:schemeClr val="accent1"/>
          </a:fillRef>
          <a:effectRef idx="1">
            <a:schemeClr val="accent1"/>
          </a:effectRef>
          <a:fontRef idx="minor">
            <a:schemeClr val="tx1"/>
          </a:fontRef>
        </p:style>
      </p:cxnSp>
      <p:sp>
        <p:nvSpPr>
          <p:cNvPr id="124" name="TextBox 123">
            <a:extLst>
              <a:ext uri="{FF2B5EF4-FFF2-40B4-BE49-F238E27FC236}">
                <a16:creationId xmlns:a16="http://schemas.microsoft.com/office/drawing/2014/main" id="{FD9BB126-FAC2-B4AB-558B-F41D4CCD2947}"/>
              </a:ext>
            </a:extLst>
          </p:cNvPr>
          <p:cNvSpPr txBox="1"/>
          <p:nvPr/>
        </p:nvSpPr>
        <p:spPr>
          <a:xfrm>
            <a:off x="507866" y="5301118"/>
            <a:ext cx="1233082" cy="307777"/>
          </a:xfrm>
          <a:prstGeom prst="rect">
            <a:avLst/>
          </a:prstGeom>
          <a:noFill/>
        </p:spPr>
        <p:txBody>
          <a:bodyPr wrap="square">
            <a:spAutoFit/>
          </a:bodyPr>
          <a:lstStyle/>
          <a:p>
            <a:r>
              <a:rPr lang="en-US" sz="700" b="1">
                <a:latin typeface="Montserrat" panose="00000500000000000000" pitchFamily="2" charset="0"/>
              </a:rPr>
              <a:t>Mixed Integer Linear Programming (MILP)</a:t>
            </a:r>
          </a:p>
        </p:txBody>
      </p:sp>
      <p:sp>
        <p:nvSpPr>
          <p:cNvPr id="125" name="TextBox 124">
            <a:extLst>
              <a:ext uri="{FF2B5EF4-FFF2-40B4-BE49-F238E27FC236}">
                <a16:creationId xmlns:a16="http://schemas.microsoft.com/office/drawing/2014/main" id="{94BE28BB-A752-0318-51D5-309D366B03ED}"/>
              </a:ext>
            </a:extLst>
          </p:cNvPr>
          <p:cNvSpPr txBox="1"/>
          <p:nvPr/>
        </p:nvSpPr>
        <p:spPr>
          <a:xfrm>
            <a:off x="1881434" y="5328251"/>
            <a:ext cx="1366115" cy="200055"/>
          </a:xfrm>
          <a:prstGeom prst="rect">
            <a:avLst/>
          </a:prstGeom>
          <a:noFill/>
        </p:spPr>
        <p:txBody>
          <a:bodyPr wrap="square">
            <a:spAutoFit/>
          </a:bodyPr>
          <a:lstStyle/>
          <a:p>
            <a:r>
              <a:rPr lang="en-US" sz="700" b="1">
                <a:latin typeface="Montserrat" panose="00000500000000000000" pitchFamily="2" charset="0"/>
              </a:rPr>
              <a:t>Constraint Programming</a:t>
            </a:r>
          </a:p>
        </p:txBody>
      </p:sp>
      <p:sp>
        <p:nvSpPr>
          <p:cNvPr id="126" name="TextBox 125">
            <a:extLst>
              <a:ext uri="{FF2B5EF4-FFF2-40B4-BE49-F238E27FC236}">
                <a16:creationId xmlns:a16="http://schemas.microsoft.com/office/drawing/2014/main" id="{17BEE7A0-FDAD-7026-5F74-746A060B2385}"/>
              </a:ext>
            </a:extLst>
          </p:cNvPr>
          <p:cNvSpPr txBox="1"/>
          <p:nvPr/>
        </p:nvSpPr>
        <p:spPr>
          <a:xfrm>
            <a:off x="3500059" y="5301118"/>
            <a:ext cx="1153206" cy="307777"/>
          </a:xfrm>
          <a:prstGeom prst="rect">
            <a:avLst/>
          </a:prstGeom>
          <a:noFill/>
        </p:spPr>
        <p:txBody>
          <a:bodyPr wrap="square">
            <a:spAutoFit/>
          </a:bodyPr>
          <a:lstStyle/>
          <a:p>
            <a:r>
              <a:rPr lang="en-US" sz="700" b="1">
                <a:latin typeface="Montserrat" panose="00000500000000000000" pitchFamily="2" charset="0"/>
              </a:rPr>
              <a:t>Genetic Algorithms &amp; Metaheuristics</a:t>
            </a:r>
          </a:p>
        </p:txBody>
      </p:sp>
      <p:sp>
        <p:nvSpPr>
          <p:cNvPr id="127" name="TextBox 126">
            <a:extLst>
              <a:ext uri="{FF2B5EF4-FFF2-40B4-BE49-F238E27FC236}">
                <a16:creationId xmlns:a16="http://schemas.microsoft.com/office/drawing/2014/main" id="{5A66757C-7639-9879-7ECF-76F6ED063978}"/>
              </a:ext>
            </a:extLst>
          </p:cNvPr>
          <p:cNvSpPr txBox="1"/>
          <p:nvPr/>
        </p:nvSpPr>
        <p:spPr>
          <a:xfrm>
            <a:off x="5064328" y="5301118"/>
            <a:ext cx="1033476" cy="307777"/>
          </a:xfrm>
          <a:prstGeom prst="rect">
            <a:avLst/>
          </a:prstGeom>
          <a:noFill/>
        </p:spPr>
        <p:txBody>
          <a:bodyPr wrap="square">
            <a:spAutoFit/>
          </a:bodyPr>
          <a:lstStyle/>
          <a:p>
            <a:r>
              <a:rPr lang="en-US" sz="700" b="1">
                <a:latin typeface="Montserrat" panose="00000500000000000000" pitchFamily="2" charset="0"/>
              </a:rPr>
              <a:t>Network Flow Optimization</a:t>
            </a:r>
          </a:p>
        </p:txBody>
      </p:sp>
      <p:sp>
        <p:nvSpPr>
          <p:cNvPr id="128" name="TextBox 127">
            <a:extLst>
              <a:ext uri="{FF2B5EF4-FFF2-40B4-BE49-F238E27FC236}">
                <a16:creationId xmlns:a16="http://schemas.microsoft.com/office/drawing/2014/main" id="{2CA18B08-B3B4-15D6-F409-E683032CEC86}"/>
              </a:ext>
            </a:extLst>
          </p:cNvPr>
          <p:cNvSpPr txBox="1"/>
          <p:nvPr/>
        </p:nvSpPr>
        <p:spPr>
          <a:xfrm>
            <a:off x="6408493" y="5301118"/>
            <a:ext cx="1376032" cy="200055"/>
          </a:xfrm>
          <a:prstGeom prst="rect">
            <a:avLst/>
          </a:prstGeom>
          <a:noFill/>
        </p:spPr>
        <p:txBody>
          <a:bodyPr wrap="square">
            <a:spAutoFit/>
          </a:bodyPr>
          <a:lstStyle/>
          <a:p>
            <a:r>
              <a:rPr lang="en-US" sz="700" b="1">
                <a:latin typeface="Montserrat" panose="00000500000000000000" pitchFamily="2" charset="0"/>
              </a:rPr>
              <a:t>Monte Carlo Simulation</a:t>
            </a:r>
          </a:p>
        </p:txBody>
      </p:sp>
      <p:sp>
        <p:nvSpPr>
          <p:cNvPr id="130" name="TextBox 129">
            <a:extLst>
              <a:ext uri="{FF2B5EF4-FFF2-40B4-BE49-F238E27FC236}">
                <a16:creationId xmlns:a16="http://schemas.microsoft.com/office/drawing/2014/main" id="{2DFB34C9-D681-D2C9-E0A1-B89613848CF8}"/>
              </a:ext>
            </a:extLst>
          </p:cNvPr>
          <p:cNvSpPr txBox="1"/>
          <p:nvPr/>
        </p:nvSpPr>
        <p:spPr>
          <a:xfrm>
            <a:off x="516723" y="5622367"/>
            <a:ext cx="1322209" cy="815608"/>
          </a:xfrm>
          <a:prstGeom prst="rect">
            <a:avLst/>
          </a:prstGeom>
          <a:noFill/>
        </p:spPr>
        <p:txBody>
          <a:bodyPr wrap="square">
            <a:spAutoFit/>
          </a:bodyPr>
          <a:lstStyle/>
          <a:p>
            <a:pPr marL="171450" indent="-171450">
              <a:spcBef>
                <a:spcPts val="200"/>
              </a:spcBef>
              <a:buFont typeface="Wingdings" panose="05000000000000000000" pitchFamily="2" charset="2"/>
              <a:buChar char="v"/>
            </a:pPr>
            <a:r>
              <a:rPr lang="en-US" sz="700">
                <a:latin typeface="Montserrat" panose="00000500000000000000" pitchFamily="2" charset="0"/>
              </a:rPr>
              <a:t>Production Planning</a:t>
            </a:r>
          </a:p>
          <a:p>
            <a:pPr marL="171450" indent="-171450">
              <a:spcBef>
                <a:spcPts val="200"/>
              </a:spcBef>
              <a:buFont typeface="Wingdings" panose="05000000000000000000" pitchFamily="2" charset="2"/>
              <a:buChar char="v"/>
            </a:pPr>
            <a:r>
              <a:rPr lang="en-US" sz="700">
                <a:latin typeface="Montserrat" panose="00000500000000000000" pitchFamily="2" charset="0"/>
              </a:rPr>
              <a:t>Raw Material Optimization</a:t>
            </a:r>
          </a:p>
          <a:p>
            <a:pPr marL="171450" indent="-171450">
              <a:spcBef>
                <a:spcPts val="200"/>
              </a:spcBef>
              <a:buFont typeface="Wingdings" panose="05000000000000000000" pitchFamily="2" charset="2"/>
              <a:buChar char="v"/>
            </a:pPr>
            <a:r>
              <a:rPr lang="en-US" sz="700">
                <a:latin typeface="Montserrat" panose="00000500000000000000" pitchFamily="2" charset="0"/>
              </a:rPr>
              <a:t>Inventory Optimization</a:t>
            </a:r>
          </a:p>
          <a:p>
            <a:pPr marL="171450" indent="-171450">
              <a:spcBef>
                <a:spcPts val="200"/>
              </a:spcBef>
              <a:buFont typeface="Wingdings" panose="05000000000000000000" pitchFamily="2" charset="2"/>
              <a:buChar char="v"/>
            </a:pPr>
            <a:r>
              <a:rPr lang="en-US" sz="700">
                <a:latin typeface="Montserrat" panose="00000500000000000000" pitchFamily="2" charset="0"/>
              </a:rPr>
              <a:t>Labor Planning</a:t>
            </a:r>
          </a:p>
        </p:txBody>
      </p:sp>
      <p:sp>
        <p:nvSpPr>
          <p:cNvPr id="131" name="TextBox 130">
            <a:extLst>
              <a:ext uri="{FF2B5EF4-FFF2-40B4-BE49-F238E27FC236}">
                <a16:creationId xmlns:a16="http://schemas.microsoft.com/office/drawing/2014/main" id="{826B5851-D8C5-ECB1-11DD-039AE49F4AA2}"/>
              </a:ext>
            </a:extLst>
          </p:cNvPr>
          <p:cNvSpPr txBox="1"/>
          <p:nvPr/>
        </p:nvSpPr>
        <p:spPr>
          <a:xfrm>
            <a:off x="1928109" y="5622367"/>
            <a:ext cx="1422804" cy="815608"/>
          </a:xfrm>
          <a:prstGeom prst="rect">
            <a:avLst/>
          </a:prstGeom>
          <a:noFill/>
        </p:spPr>
        <p:txBody>
          <a:bodyPr wrap="square">
            <a:spAutoFit/>
          </a:bodyPr>
          <a:lstStyle/>
          <a:p>
            <a:pPr marL="171450" indent="-171450">
              <a:spcBef>
                <a:spcPts val="200"/>
              </a:spcBef>
              <a:buFont typeface="Wingdings" panose="05000000000000000000" pitchFamily="2" charset="2"/>
              <a:buChar char="v"/>
            </a:pPr>
            <a:r>
              <a:rPr lang="en-US" sz="700">
                <a:latin typeface="Montserrat" panose="00000500000000000000" pitchFamily="2" charset="0"/>
              </a:rPr>
              <a:t>Finite-Capacity Scheduling</a:t>
            </a:r>
          </a:p>
          <a:p>
            <a:pPr marL="171450" indent="-171450">
              <a:spcBef>
                <a:spcPts val="200"/>
              </a:spcBef>
              <a:buFont typeface="Wingdings" panose="05000000000000000000" pitchFamily="2" charset="2"/>
              <a:buChar char="v"/>
            </a:pPr>
            <a:r>
              <a:rPr lang="en-US" sz="700">
                <a:latin typeface="Montserrat" panose="00000500000000000000" pitchFamily="2" charset="0"/>
              </a:rPr>
              <a:t>Sequence Optimization</a:t>
            </a:r>
          </a:p>
          <a:p>
            <a:pPr marL="171450" indent="-171450">
              <a:spcBef>
                <a:spcPts val="200"/>
              </a:spcBef>
              <a:buFont typeface="Wingdings" panose="05000000000000000000" pitchFamily="2" charset="2"/>
              <a:buChar char="v"/>
            </a:pPr>
            <a:r>
              <a:rPr lang="en-US" sz="700">
                <a:latin typeface="Montserrat" panose="00000500000000000000" pitchFamily="2" charset="0"/>
              </a:rPr>
              <a:t>Changeover Constraints</a:t>
            </a:r>
          </a:p>
          <a:p>
            <a:pPr marL="171450" indent="-171450">
              <a:spcBef>
                <a:spcPts val="200"/>
              </a:spcBef>
              <a:buFont typeface="Wingdings" panose="05000000000000000000" pitchFamily="2" charset="2"/>
              <a:buChar char="v"/>
            </a:pPr>
            <a:r>
              <a:rPr lang="en-US" sz="700">
                <a:latin typeface="Montserrat" panose="00000500000000000000" pitchFamily="2" charset="0"/>
              </a:rPr>
              <a:t>Cleaning Windows</a:t>
            </a:r>
          </a:p>
        </p:txBody>
      </p:sp>
      <p:sp>
        <p:nvSpPr>
          <p:cNvPr id="132" name="TextBox 131">
            <a:extLst>
              <a:ext uri="{FF2B5EF4-FFF2-40B4-BE49-F238E27FC236}">
                <a16:creationId xmlns:a16="http://schemas.microsoft.com/office/drawing/2014/main" id="{6A137E66-EC41-32BF-BF40-51155F3758F3}"/>
              </a:ext>
            </a:extLst>
          </p:cNvPr>
          <p:cNvSpPr txBox="1"/>
          <p:nvPr/>
        </p:nvSpPr>
        <p:spPr>
          <a:xfrm>
            <a:off x="3440090" y="5622367"/>
            <a:ext cx="1422804" cy="600164"/>
          </a:xfrm>
          <a:prstGeom prst="rect">
            <a:avLst/>
          </a:prstGeom>
          <a:noFill/>
        </p:spPr>
        <p:txBody>
          <a:bodyPr wrap="square">
            <a:spAutoFit/>
          </a:bodyPr>
          <a:lstStyle/>
          <a:p>
            <a:pPr marL="171450" indent="-171450">
              <a:spcBef>
                <a:spcPts val="200"/>
              </a:spcBef>
              <a:buFont typeface="Wingdings" panose="05000000000000000000" pitchFamily="2" charset="2"/>
              <a:buChar char="v"/>
            </a:pPr>
            <a:r>
              <a:rPr lang="en-US" sz="700">
                <a:latin typeface="Montserrat" panose="00000500000000000000" pitchFamily="2" charset="0"/>
              </a:rPr>
              <a:t>Complex Sequence</a:t>
            </a:r>
          </a:p>
          <a:p>
            <a:pPr marL="171450" indent="-171450">
              <a:spcBef>
                <a:spcPts val="200"/>
              </a:spcBef>
              <a:buFont typeface="Wingdings" panose="05000000000000000000" pitchFamily="2" charset="2"/>
              <a:buChar char="v"/>
            </a:pPr>
            <a:r>
              <a:rPr lang="en-US" sz="700">
                <a:latin typeface="Montserrat" panose="00000500000000000000" pitchFamily="2" charset="0"/>
              </a:rPr>
              <a:t>Optimization</a:t>
            </a:r>
          </a:p>
          <a:p>
            <a:pPr marL="171450" indent="-171450">
              <a:spcBef>
                <a:spcPts val="200"/>
              </a:spcBef>
              <a:buFont typeface="Wingdings" panose="05000000000000000000" pitchFamily="2" charset="2"/>
              <a:buChar char="v"/>
            </a:pPr>
            <a:r>
              <a:rPr lang="en-US" sz="700">
                <a:latin typeface="Montserrat" panose="00000500000000000000" pitchFamily="2" charset="0"/>
              </a:rPr>
              <a:t>Large Search Spaces</a:t>
            </a:r>
          </a:p>
          <a:p>
            <a:pPr marL="171450" indent="-171450">
              <a:spcBef>
                <a:spcPts val="200"/>
              </a:spcBef>
              <a:buFont typeface="Wingdings" panose="05000000000000000000" pitchFamily="2" charset="2"/>
              <a:buChar char="v"/>
            </a:pPr>
            <a:r>
              <a:rPr lang="en-US" sz="700">
                <a:latin typeface="Montserrat" panose="00000500000000000000" pitchFamily="2" charset="0"/>
              </a:rPr>
              <a:t>Near Optimal Solutions</a:t>
            </a:r>
          </a:p>
        </p:txBody>
      </p:sp>
      <p:sp>
        <p:nvSpPr>
          <p:cNvPr id="133" name="TextBox 132">
            <a:extLst>
              <a:ext uri="{FF2B5EF4-FFF2-40B4-BE49-F238E27FC236}">
                <a16:creationId xmlns:a16="http://schemas.microsoft.com/office/drawing/2014/main" id="{DB0ADFC5-E3A2-FA67-18BF-1DCA55B07D3B}"/>
              </a:ext>
            </a:extLst>
          </p:cNvPr>
          <p:cNvSpPr txBox="1"/>
          <p:nvPr/>
        </p:nvSpPr>
        <p:spPr>
          <a:xfrm>
            <a:off x="4952071" y="5622367"/>
            <a:ext cx="1422804" cy="707886"/>
          </a:xfrm>
          <a:prstGeom prst="rect">
            <a:avLst/>
          </a:prstGeom>
          <a:noFill/>
        </p:spPr>
        <p:txBody>
          <a:bodyPr wrap="square">
            <a:spAutoFit/>
          </a:bodyPr>
          <a:lstStyle/>
          <a:p>
            <a:pPr marL="171450" indent="-171450">
              <a:spcBef>
                <a:spcPts val="200"/>
              </a:spcBef>
              <a:buFont typeface="Wingdings" panose="05000000000000000000" pitchFamily="2" charset="2"/>
              <a:buChar char="v"/>
            </a:pPr>
            <a:r>
              <a:rPr lang="en-US" sz="700">
                <a:latin typeface="Montserrat" panose="00000500000000000000" pitchFamily="2" charset="0"/>
              </a:rPr>
              <a:t>Transportation</a:t>
            </a:r>
          </a:p>
          <a:p>
            <a:pPr marL="171450" indent="-171450">
              <a:spcBef>
                <a:spcPts val="200"/>
              </a:spcBef>
              <a:buFont typeface="Wingdings" panose="05000000000000000000" pitchFamily="2" charset="2"/>
              <a:buChar char="v"/>
            </a:pPr>
            <a:r>
              <a:rPr lang="en-US" sz="700">
                <a:latin typeface="Montserrat" panose="00000500000000000000" pitchFamily="2" charset="0"/>
              </a:rPr>
              <a:t>Multi-Echelon Inventory</a:t>
            </a:r>
          </a:p>
          <a:p>
            <a:pPr marL="171450" indent="-171450">
              <a:spcBef>
                <a:spcPts val="200"/>
              </a:spcBef>
              <a:buFont typeface="Wingdings" panose="05000000000000000000" pitchFamily="2" charset="2"/>
              <a:buChar char="v"/>
            </a:pPr>
            <a:r>
              <a:rPr lang="en-US" sz="700">
                <a:latin typeface="Montserrat" panose="00000500000000000000" pitchFamily="2" charset="0"/>
              </a:rPr>
              <a:t>Distribution Planning</a:t>
            </a:r>
          </a:p>
          <a:p>
            <a:pPr marL="171450" indent="-171450">
              <a:spcBef>
                <a:spcPts val="200"/>
              </a:spcBef>
              <a:buFont typeface="Wingdings" panose="05000000000000000000" pitchFamily="2" charset="2"/>
              <a:buChar char="v"/>
            </a:pPr>
            <a:r>
              <a:rPr lang="en-US" sz="700">
                <a:latin typeface="Montserrat" panose="00000500000000000000" pitchFamily="2" charset="0"/>
              </a:rPr>
              <a:t>Capacity Balancing</a:t>
            </a:r>
          </a:p>
        </p:txBody>
      </p:sp>
      <p:sp>
        <p:nvSpPr>
          <p:cNvPr id="134" name="TextBox 133">
            <a:extLst>
              <a:ext uri="{FF2B5EF4-FFF2-40B4-BE49-F238E27FC236}">
                <a16:creationId xmlns:a16="http://schemas.microsoft.com/office/drawing/2014/main" id="{9451162B-8723-A466-50CC-EC247A0E8141}"/>
              </a:ext>
            </a:extLst>
          </p:cNvPr>
          <p:cNvSpPr txBox="1"/>
          <p:nvPr/>
        </p:nvSpPr>
        <p:spPr>
          <a:xfrm>
            <a:off x="6464050" y="5622367"/>
            <a:ext cx="1155424" cy="707886"/>
          </a:xfrm>
          <a:prstGeom prst="rect">
            <a:avLst/>
          </a:prstGeom>
          <a:noFill/>
        </p:spPr>
        <p:txBody>
          <a:bodyPr wrap="square">
            <a:spAutoFit/>
          </a:bodyPr>
          <a:lstStyle/>
          <a:p>
            <a:pPr marL="171450" indent="-171450">
              <a:spcBef>
                <a:spcPts val="200"/>
              </a:spcBef>
              <a:buFont typeface="Wingdings" panose="05000000000000000000" pitchFamily="2" charset="2"/>
              <a:buChar char="v"/>
            </a:pPr>
            <a:r>
              <a:rPr lang="en-US" sz="700">
                <a:latin typeface="Montserrat" panose="00000500000000000000" pitchFamily="2" charset="0"/>
              </a:rPr>
              <a:t>Uncertainty Quantification</a:t>
            </a:r>
          </a:p>
          <a:p>
            <a:pPr marL="171450" indent="-171450">
              <a:spcBef>
                <a:spcPts val="200"/>
              </a:spcBef>
              <a:buFont typeface="Wingdings" panose="05000000000000000000" pitchFamily="2" charset="2"/>
              <a:buChar char="v"/>
            </a:pPr>
            <a:r>
              <a:rPr lang="en-US" sz="700">
                <a:latin typeface="Montserrat" panose="00000500000000000000" pitchFamily="2" charset="0"/>
              </a:rPr>
              <a:t>Risk Analysis</a:t>
            </a:r>
          </a:p>
          <a:p>
            <a:pPr marL="171450" indent="-171450">
              <a:spcBef>
                <a:spcPts val="200"/>
              </a:spcBef>
              <a:buFont typeface="Wingdings" panose="05000000000000000000" pitchFamily="2" charset="2"/>
              <a:buChar char="v"/>
            </a:pPr>
            <a:r>
              <a:rPr lang="en-US" sz="700">
                <a:latin typeface="Montserrat" panose="00000500000000000000" pitchFamily="2" charset="0"/>
              </a:rPr>
              <a:t>Service Level</a:t>
            </a:r>
          </a:p>
          <a:p>
            <a:pPr marL="171450" indent="-171450">
              <a:spcBef>
                <a:spcPts val="200"/>
              </a:spcBef>
              <a:buFont typeface="Wingdings" panose="05000000000000000000" pitchFamily="2" charset="2"/>
              <a:buChar char="v"/>
            </a:pPr>
            <a:r>
              <a:rPr lang="en-US" sz="700">
                <a:latin typeface="Montserrat" panose="00000500000000000000" pitchFamily="2" charset="0"/>
              </a:rPr>
              <a:t>Evaluation</a:t>
            </a:r>
          </a:p>
        </p:txBody>
      </p:sp>
      <p:sp>
        <p:nvSpPr>
          <p:cNvPr id="135" name="Oval 134">
            <a:extLst>
              <a:ext uri="{FF2B5EF4-FFF2-40B4-BE49-F238E27FC236}">
                <a16:creationId xmlns:a16="http://schemas.microsoft.com/office/drawing/2014/main" id="{C5D652B4-7C7F-11FD-5818-0900FAC487F4}"/>
              </a:ext>
            </a:extLst>
          </p:cNvPr>
          <p:cNvSpPr/>
          <p:nvPr/>
        </p:nvSpPr>
        <p:spPr>
          <a:xfrm>
            <a:off x="9654549" y="5633997"/>
            <a:ext cx="458305" cy="458305"/>
          </a:xfrm>
          <a:prstGeom prst="ellipse">
            <a:avLst/>
          </a:prstGeom>
          <a:solidFill>
            <a:schemeClr val="bg2"/>
          </a:solidFill>
          <a:ln w="9525">
            <a:solidFill>
              <a:schemeClr val="bg2"/>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TextBox 135">
            <a:extLst>
              <a:ext uri="{FF2B5EF4-FFF2-40B4-BE49-F238E27FC236}">
                <a16:creationId xmlns:a16="http://schemas.microsoft.com/office/drawing/2014/main" id="{D5FC2827-FE98-1080-292C-2682D5AE4ABC}"/>
              </a:ext>
            </a:extLst>
          </p:cNvPr>
          <p:cNvSpPr txBox="1"/>
          <p:nvPr/>
        </p:nvSpPr>
        <p:spPr>
          <a:xfrm>
            <a:off x="9581531" y="5707716"/>
            <a:ext cx="604339" cy="338554"/>
          </a:xfrm>
          <a:prstGeom prst="rect">
            <a:avLst/>
          </a:prstGeom>
          <a:noFill/>
          <a:ln w="9525">
            <a:noFill/>
            <a:headEnd type="none" w="med" len="med"/>
            <a:tailEnd type="triangle" w="med" len="med"/>
          </a:ln>
        </p:spPr>
        <p:txBody>
          <a:bodyPr wrap="square">
            <a:spAutoFit/>
          </a:bodyPr>
          <a:lstStyle/>
          <a:p>
            <a:pPr algn="ctr"/>
            <a:r>
              <a:rPr lang="en-US" sz="800" b="1">
                <a:solidFill>
                  <a:schemeClr val="bg1"/>
                </a:solidFill>
                <a:latin typeface="Montserrat" panose="00000500000000000000" pitchFamily="2" charset="0"/>
              </a:rPr>
              <a:t>Digital Twin</a:t>
            </a:r>
          </a:p>
        </p:txBody>
      </p:sp>
      <p:sp>
        <p:nvSpPr>
          <p:cNvPr id="137" name="TextBox 136">
            <a:extLst>
              <a:ext uri="{FF2B5EF4-FFF2-40B4-BE49-F238E27FC236}">
                <a16:creationId xmlns:a16="http://schemas.microsoft.com/office/drawing/2014/main" id="{5BB0C130-CEE1-F68E-CD28-96639D45FD97}"/>
              </a:ext>
            </a:extLst>
          </p:cNvPr>
          <p:cNvSpPr txBox="1"/>
          <p:nvPr/>
        </p:nvSpPr>
        <p:spPr>
          <a:xfrm>
            <a:off x="9367219" y="5352723"/>
            <a:ext cx="1034657" cy="215444"/>
          </a:xfrm>
          <a:prstGeom prst="rect">
            <a:avLst/>
          </a:prstGeom>
          <a:noFill/>
        </p:spPr>
        <p:txBody>
          <a:bodyPr wrap="square">
            <a:spAutoFit/>
          </a:bodyPr>
          <a:lstStyle/>
          <a:p>
            <a:pPr algn="ctr"/>
            <a:r>
              <a:rPr lang="en-US" sz="800">
                <a:latin typeface="Montserrat" panose="00000500000000000000" pitchFamily="2" charset="0"/>
              </a:rPr>
              <a:t>Real – time Data</a:t>
            </a:r>
          </a:p>
        </p:txBody>
      </p:sp>
      <p:sp>
        <p:nvSpPr>
          <p:cNvPr id="138" name="TextBox 137">
            <a:extLst>
              <a:ext uri="{FF2B5EF4-FFF2-40B4-BE49-F238E27FC236}">
                <a16:creationId xmlns:a16="http://schemas.microsoft.com/office/drawing/2014/main" id="{A1E9F2B3-C083-CC31-632C-D987BC983E5E}"/>
              </a:ext>
            </a:extLst>
          </p:cNvPr>
          <p:cNvSpPr txBox="1"/>
          <p:nvPr/>
        </p:nvSpPr>
        <p:spPr>
          <a:xfrm>
            <a:off x="8546874" y="5659050"/>
            <a:ext cx="1034657" cy="338554"/>
          </a:xfrm>
          <a:prstGeom prst="rect">
            <a:avLst/>
          </a:prstGeom>
          <a:noFill/>
        </p:spPr>
        <p:txBody>
          <a:bodyPr wrap="square">
            <a:spAutoFit/>
          </a:bodyPr>
          <a:lstStyle/>
          <a:p>
            <a:pPr algn="ctr"/>
            <a:r>
              <a:rPr lang="en-US" sz="800">
                <a:latin typeface="Montserrat" panose="00000500000000000000" pitchFamily="2" charset="0"/>
              </a:rPr>
              <a:t>What –if Scenarios</a:t>
            </a:r>
          </a:p>
        </p:txBody>
      </p:sp>
      <p:sp>
        <p:nvSpPr>
          <p:cNvPr id="139" name="TextBox 138">
            <a:extLst>
              <a:ext uri="{FF2B5EF4-FFF2-40B4-BE49-F238E27FC236}">
                <a16:creationId xmlns:a16="http://schemas.microsoft.com/office/drawing/2014/main" id="{A81F94FD-95D0-89F4-466F-ED9A60D3DBB3}"/>
              </a:ext>
            </a:extLst>
          </p:cNvPr>
          <p:cNvSpPr txBox="1"/>
          <p:nvPr/>
        </p:nvSpPr>
        <p:spPr>
          <a:xfrm>
            <a:off x="10258888" y="5670818"/>
            <a:ext cx="1034657" cy="338554"/>
          </a:xfrm>
          <a:prstGeom prst="rect">
            <a:avLst/>
          </a:prstGeom>
          <a:noFill/>
        </p:spPr>
        <p:txBody>
          <a:bodyPr wrap="square">
            <a:spAutoFit/>
          </a:bodyPr>
          <a:lstStyle/>
          <a:p>
            <a:pPr algn="ctr"/>
            <a:r>
              <a:rPr lang="en-US" sz="800">
                <a:latin typeface="Montserrat" panose="00000500000000000000" pitchFamily="2" charset="0"/>
              </a:rPr>
              <a:t>Simulation Engine</a:t>
            </a:r>
          </a:p>
        </p:txBody>
      </p:sp>
      <p:sp>
        <p:nvSpPr>
          <p:cNvPr id="140" name="TextBox 139">
            <a:extLst>
              <a:ext uri="{FF2B5EF4-FFF2-40B4-BE49-F238E27FC236}">
                <a16:creationId xmlns:a16="http://schemas.microsoft.com/office/drawing/2014/main" id="{30969F9B-7711-395C-3713-15006ADD564E}"/>
              </a:ext>
            </a:extLst>
          </p:cNvPr>
          <p:cNvSpPr txBox="1"/>
          <p:nvPr/>
        </p:nvSpPr>
        <p:spPr>
          <a:xfrm>
            <a:off x="8600338" y="6144424"/>
            <a:ext cx="1034657" cy="215444"/>
          </a:xfrm>
          <a:prstGeom prst="rect">
            <a:avLst/>
          </a:prstGeom>
          <a:noFill/>
        </p:spPr>
        <p:txBody>
          <a:bodyPr wrap="square">
            <a:spAutoFit/>
          </a:bodyPr>
          <a:lstStyle/>
          <a:p>
            <a:pPr algn="ctr"/>
            <a:r>
              <a:rPr lang="en-US" sz="800">
                <a:latin typeface="Montserrat" panose="00000500000000000000" pitchFamily="2" charset="0"/>
              </a:rPr>
              <a:t>Decision Engine</a:t>
            </a:r>
          </a:p>
        </p:txBody>
      </p:sp>
      <p:sp>
        <p:nvSpPr>
          <p:cNvPr id="141" name="TextBox 140">
            <a:extLst>
              <a:ext uri="{FF2B5EF4-FFF2-40B4-BE49-F238E27FC236}">
                <a16:creationId xmlns:a16="http://schemas.microsoft.com/office/drawing/2014/main" id="{8311EE5C-DAA4-D02D-8191-256310F4734A}"/>
              </a:ext>
            </a:extLst>
          </p:cNvPr>
          <p:cNvSpPr txBox="1"/>
          <p:nvPr/>
        </p:nvSpPr>
        <p:spPr>
          <a:xfrm>
            <a:off x="10205360" y="6165258"/>
            <a:ext cx="1263053" cy="215444"/>
          </a:xfrm>
          <a:prstGeom prst="rect">
            <a:avLst/>
          </a:prstGeom>
          <a:noFill/>
        </p:spPr>
        <p:txBody>
          <a:bodyPr wrap="square">
            <a:spAutoFit/>
          </a:bodyPr>
          <a:lstStyle/>
          <a:p>
            <a:pPr algn="ctr"/>
            <a:r>
              <a:rPr lang="en-US" sz="800">
                <a:latin typeface="Montserrat" panose="00000500000000000000" pitchFamily="2" charset="0"/>
              </a:rPr>
              <a:t>Optimization Engine</a:t>
            </a:r>
          </a:p>
        </p:txBody>
      </p:sp>
      <p:sp>
        <p:nvSpPr>
          <p:cNvPr id="145" name="Arc 144">
            <a:extLst>
              <a:ext uri="{FF2B5EF4-FFF2-40B4-BE49-F238E27FC236}">
                <a16:creationId xmlns:a16="http://schemas.microsoft.com/office/drawing/2014/main" id="{147C5B5B-1A1D-660D-EBAD-E64ED844A37E}"/>
              </a:ext>
            </a:extLst>
          </p:cNvPr>
          <p:cNvSpPr/>
          <p:nvPr/>
        </p:nvSpPr>
        <p:spPr>
          <a:xfrm>
            <a:off x="9020773" y="5423222"/>
            <a:ext cx="1652224" cy="884004"/>
          </a:xfrm>
          <a:prstGeom prst="arc">
            <a:avLst>
              <a:gd name="adj1" fmla="val 11690540"/>
              <a:gd name="adj2" fmla="val 13283442"/>
            </a:avLst>
          </a:prstGeom>
          <a:ln w="9525">
            <a:solidFill>
              <a:schemeClr val="bg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6" name="Arc 145">
            <a:extLst>
              <a:ext uri="{FF2B5EF4-FFF2-40B4-BE49-F238E27FC236}">
                <a16:creationId xmlns:a16="http://schemas.microsoft.com/office/drawing/2014/main" id="{241A126E-A249-4659-DE9C-47A6B88F2928}"/>
              </a:ext>
            </a:extLst>
          </p:cNvPr>
          <p:cNvSpPr/>
          <p:nvPr/>
        </p:nvSpPr>
        <p:spPr>
          <a:xfrm>
            <a:off x="9013052" y="5434889"/>
            <a:ext cx="1652224" cy="884004"/>
          </a:xfrm>
          <a:prstGeom prst="arc">
            <a:avLst>
              <a:gd name="adj1" fmla="val 19568397"/>
              <a:gd name="adj2" fmla="val 20555342"/>
            </a:avLst>
          </a:prstGeom>
          <a:ln w="9525">
            <a:solidFill>
              <a:schemeClr val="bg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7" name="Arc 146">
            <a:extLst>
              <a:ext uri="{FF2B5EF4-FFF2-40B4-BE49-F238E27FC236}">
                <a16:creationId xmlns:a16="http://schemas.microsoft.com/office/drawing/2014/main" id="{9C3310FC-7023-1E2A-CD90-A600CF5CD7E2}"/>
              </a:ext>
            </a:extLst>
          </p:cNvPr>
          <p:cNvSpPr/>
          <p:nvPr/>
        </p:nvSpPr>
        <p:spPr>
          <a:xfrm>
            <a:off x="9029339" y="5430934"/>
            <a:ext cx="1652224" cy="884004"/>
          </a:xfrm>
          <a:prstGeom prst="arc">
            <a:avLst>
              <a:gd name="adj1" fmla="val 443789"/>
              <a:gd name="adj2" fmla="val 1104006"/>
            </a:avLst>
          </a:prstGeom>
          <a:ln w="9525">
            <a:solidFill>
              <a:schemeClr val="bg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8" name="Arc 147">
            <a:extLst>
              <a:ext uri="{FF2B5EF4-FFF2-40B4-BE49-F238E27FC236}">
                <a16:creationId xmlns:a16="http://schemas.microsoft.com/office/drawing/2014/main" id="{FE081252-5AD3-797D-DBDF-253684418C08}"/>
              </a:ext>
            </a:extLst>
          </p:cNvPr>
          <p:cNvSpPr/>
          <p:nvPr/>
        </p:nvSpPr>
        <p:spPr>
          <a:xfrm>
            <a:off x="9020773" y="5501173"/>
            <a:ext cx="1703190" cy="817719"/>
          </a:xfrm>
          <a:prstGeom prst="arc">
            <a:avLst>
              <a:gd name="adj1" fmla="val 2958073"/>
              <a:gd name="adj2" fmla="val 7348807"/>
            </a:avLst>
          </a:prstGeom>
          <a:ln w="9525">
            <a:solidFill>
              <a:schemeClr val="bg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9" name="Arc 148">
            <a:extLst>
              <a:ext uri="{FF2B5EF4-FFF2-40B4-BE49-F238E27FC236}">
                <a16:creationId xmlns:a16="http://schemas.microsoft.com/office/drawing/2014/main" id="{554002DE-E8D7-05CD-7D19-E9CE7783B7BE}"/>
              </a:ext>
            </a:extLst>
          </p:cNvPr>
          <p:cNvSpPr/>
          <p:nvPr/>
        </p:nvSpPr>
        <p:spPr>
          <a:xfrm>
            <a:off x="9032442" y="5425824"/>
            <a:ext cx="1652224" cy="884004"/>
          </a:xfrm>
          <a:prstGeom prst="arc">
            <a:avLst>
              <a:gd name="adj1" fmla="val 9066576"/>
              <a:gd name="adj2" fmla="val 10149628"/>
            </a:avLst>
          </a:prstGeom>
          <a:ln w="9525">
            <a:solidFill>
              <a:schemeClr val="bg2"/>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151" name="Graphic 150">
            <a:extLst>
              <a:ext uri="{FF2B5EF4-FFF2-40B4-BE49-F238E27FC236}">
                <a16:creationId xmlns:a16="http://schemas.microsoft.com/office/drawing/2014/main" id="{8C0E5B7D-5551-D1E5-9047-9E3FD1D1E33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19698" y="1501441"/>
            <a:ext cx="320040" cy="320040"/>
          </a:xfrm>
          <a:prstGeom prst="rect">
            <a:avLst/>
          </a:prstGeom>
        </p:spPr>
      </p:pic>
      <p:pic>
        <p:nvPicPr>
          <p:cNvPr id="153" name="Graphic 152">
            <a:extLst>
              <a:ext uri="{FF2B5EF4-FFF2-40B4-BE49-F238E27FC236}">
                <a16:creationId xmlns:a16="http://schemas.microsoft.com/office/drawing/2014/main" id="{2CE821BA-6430-FA28-92F9-D4F7C345DC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9024" y="2381195"/>
            <a:ext cx="320040" cy="320040"/>
          </a:xfrm>
          <a:prstGeom prst="rect">
            <a:avLst/>
          </a:prstGeom>
        </p:spPr>
      </p:pic>
      <p:pic>
        <p:nvPicPr>
          <p:cNvPr id="155" name="Graphic 154">
            <a:extLst>
              <a:ext uri="{FF2B5EF4-FFF2-40B4-BE49-F238E27FC236}">
                <a16:creationId xmlns:a16="http://schemas.microsoft.com/office/drawing/2014/main" id="{DF49EADF-9111-CA4F-9FAE-E586F1E66BA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9024" y="3285904"/>
            <a:ext cx="320040" cy="320040"/>
          </a:xfrm>
          <a:prstGeom prst="rect">
            <a:avLst/>
          </a:prstGeom>
        </p:spPr>
      </p:pic>
      <p:pic>
        <p:nvPicPr>
          <p:cNvPr id="157" name="Graphic 156">
            <a:extLst>
              <a:ext uri="{FF2B5EF4-FFF2-40B4-BE49-F238E27FC236}">
                <a16:creationId xmlns:a16="http://schemas.microsoft.com/office/drawing/2014/main" id="{3A5457B0-BC0A-F648-D5CA-2409A782F0F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9024" y="4113226"/>
            <a:ext cx="320040" cy="320040"/>
          </a:xfrm>
          <a:prstGeom prst="rect">
            <a:avLst/>
          </a:prstGeom>
        </p:spPr>
      </p:pic>
      <p:pic>
        <p:nvPicPr>
          <p:cNvPr id="159" name="Graphic 158">
            <a:extLst>
              <a:ext uri="{FF2B5EF4-FFF2-40B4-BE49-F238E27FC236}">
                <a16:creationId xmlns:a16="http://schemas.microsoft.com/office/drawing/2014/main" id="{719A861D-17E6-E62E-F887-FA4AA59DD40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63290" y="1765226"/>
            <a:ext cx="274320" cy="274320"/>
          </a:xfrm>
          <a:prstGeom prst="rect">
            <a:avLst/>
          </a:prstGeom>
        </p:spPr>
      </p:pic>
      <p:pic>
        <p:nvPicPr>
          <p:cNvPr id="160" name="Graphic 159">
            <a:extLst>
              <a:ext uri="{FF2B5EF4-FFF2-40B4-BE49-F238E27FC236}">
                <a16:creationId xmlns:a16="http://schemas.microsoft.com/office/drawing/2014/main" id="{83F2B415-C2E7-C708-48B3-855C8534EC6F}"/>
              </a:ext>
            </a:extLst>
          </p:cNvPr>
          <p:cNvPicPr>
            <a:picLocks noChangeAspect="1"/>
          </p:cNvPicPr>
          <p:nvPr/>
        </p:nvPicPr>
        <p:blipFill>
          <a:blip>
            <a:extLst>
              <a:ext uri="{96DAC541-7B7A-43D3-8B79-37D633B846F1}">
                <asvg:svgBlip xmlns:asvg="http://schemas.microsoft.com/office/drawing/2016/SVG/main" r:embed="rId7"/>
              </a:ext>
            </a:extLst>
          </a:blip>
          <a:srcRect t="9473" b="12333"/>
          <a:stretch>
            <a:fillRect/>
          </a:stretch>
        </p:blipFill>
        <p:spPr>
          <a:xfrm>
            <a:off x="4687797" y="1781310"/>
            <a:ext cx="365760" cy="286000"/>
          </a:xfrm>
          <a:prstGeom prst="rect">
            <a:avLst/>
          </a:prstGeom>
        </p:spPr>
      </p:pic>
      <p:pic>
        <p:nvPicPr>
          <p:cNvPr id="161" name="Graphic 160">
            <a:extLst>
              <a:ext uri="{FF2B5EF4-FFF2-40B4-BE49-F238E27FC236}">
                <a16:creationId xmlns:a16="http://schemas.microsoft.com/office/drawing/2014/main" id="{E0ABCA62-3312-582F-7ED9-8CCC50C4109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923315" y="1760135"/>
            <a:ext cx="320040" cy="320040"/>
          </a:xfrm>
          <a:prstGeom prst="rect">
            <a:avLst/>
          </a:prstGeom>
        </p:spPr>
      </p:pic>
      <p:pic>
        <p:nvPicPr>
          <p:cNvPr id="163" name="Graphic 162">
            <a:extLst>
              <a:ext uri="{FF2B5EF4-FFF2-40B4-BE49-F238E27FC236}">
                <a16:creationId xmlns:a16="http://schemas.microsoft.com/office/drawing/2014/main" id="{16545DDC-3442-8198-7990-B527BB710C5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135143" y="1812490"/>
            <a:ext cx="274320" cy="274320"/>
          </a:xfrm>
          <a:prstGeom prst="rect">
            <a:avLst/>
          </a:prstGeom>
        </p:spPr>
      </p:pic>
      <p:pic>
        <p:nvPicPr>
          <p:cNvPr id="165" name="Graphic 164">
            <a:extLst>
              <a:ext uri="{FF2B5EF4-FFF2-40B4-BE49-F238E27FC236}">
                <a16:creationId xmlns:a16="http://schemas.microsoft.com/office/drawing/2014/main" id="{6A09D2CD-9CC2-8123-9D67-6DFFB1BF299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372530" y="1783566"/>
            <a:ext cx="274320" cy="274320"/>
          </a:xfrm>
          <a:prstGeom prst="rect">
            <a:avLst/>
          </a:prstGeom>
        </p:spPr>
      </p:pic>
      <p:pic>
        <p:nvPicPr>
          <p:cNvPr id="167" name="Graphic 166">
            <a:extLst>
              <a:ext uri="{FF2B5EF4-FFF2-40B4-BE49-F238E27FC236}">
                <a16:creationId xmlns:a16="http://schemas.microsoft.com/office/drawing/2014/main" id="{BFF52C84-533B-E25F-04C7-BCD9ECAE1FC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796994" y="1770888"/>
            <a:ext cx="274320" cy="274320"/>
          </a:xfrm>
          <a:prstGeom prst="rect">
            <a:avLst/>
          </a:prstGeom>
        </p:spPr>
      </p:pic>
      <p:pic>
        <p:nvPicPr>
          <p:cNvPr id="169" name="Graphic 168">
            <a:extLst>
              <a:ext uri="{FF2B5EF4-FFF2-40B4-BE49-F238E27FC236}">
                <a16:creationId xmlns:a16="http://schemas.microsoft.com/office/drawing/2014/main" id="{0D2C0E93-4E98-EDB6-DF8C-D755969C7086}"/>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544508" y="1752224"/>
            <a:ext cx="274320" cy="274320"/>
          </a:xfrm>
          <a:prstGeom prst="rect">
            <a:avLst/>
          </a:prstGeom>
        </p:spPr>
      </p:pic>
      <p:pic>
        <p:nvPicPr>
          <p:cNvPr id="171" name="Graphic 170">
            <a:extLst>
              <a:ext uri="{FF2B5EF4-FFF2-40B4-BE49-F238E27FC236}">
                <a16:creationId xmlns:a16="http://schemas.microsoft.com/office/drawing/2014/main" id="{4CF3A8D0-EC93-EDEF-B824-41B3646FCB0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952888" y="3987040"/>
            <a:ext cx="274320" cy="274320"/>
          </a:xfrm>
          <a:prstGeom prst="rect">
            <a:avLst/>
          </a:prstGeom>
        </p:spPr>
      </p:pic>
      <p:pic>
        <p:nvPicPr>
          <p:cNvPr id="173" name="Graphic 172">
            <a:extLst>
              <a:ext uri="{FF2B5EF4-FFF2-40B4-BE49-F238E27FC236}">
                <a16:creationId xmlns:a16="http://schemas.microsoft.com/office/drawing/2014/main" id="{07F1426D-4AFE-4D71-4CA6-45564D2A8686}"/>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550092" y="3963261"/>
            <a:ext cx="274320" cy="274320"/>
          </a:xfrm>
          <a:prstGeom prst="rect">
            <a:avLst/>
          </a:prstGeom>
        </p:spPr>
      </p:pic>
      <p:pic>
        <p:nvPicPr>
          <p:cNvPr id="175" name="Graphic 174">
            <a:extLst>
              <a:ext uri="{FF2B5EF4-FFF2-40B4-BE49-F238E27FC236}">
                <a16:creationId xmlns:a16="http://schemas.microsoft.com/office/drawing/2014/main" id="{D6B583B3-2E5E-57DA-17A1-A44704AD935B}"/>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171285" y="3979769"/>
            <a:ext cx="274320" cy="274320"/>
          </a:xfrm>
          <a:prstGeom prst="rect">
            <a:avLst/>
          </a:prstGeom>
        </p:spPr>
      </p:pic>
      <p:pic>
        <p:nvPicPr>
          <p:cNvPr id="177" name="Graphic 176">
            <a:extLst>
              <a:ext uri="{FF2B5EF4-FFF2-40B4-BE49-F238E27FC236}">
                <a16:creationId xmlns:a16="http://schemas.microsoft.com/office/drawing/2014/main" id="{F7A1C03E-C4A8-8C84-A34A-FAB2A7802EF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8414966" y="3963261"/>
            <a:ext cx="274320" cy="274320"/>
          </a:xfrm>
          <a:prstGeom prst="rect">
            <a:avLst/>
          </a:prstGeom>
        </p:spPr>
      </p:pic>
      <p:pic>
        <p:nvPicPr>
          <p:cNvPr id="179" name="Graphic 178">
            <a:extLst>
              <a:ext uri="{FF2B5EF4-FFF2-40B4-BE49-F238E27FC236}">
                <a16:creationId xmlns:a16="http://schemas.microsoft.com/office/drawing/2014/main" id="{22434056-06C6-1C94-B72D-C7518136B964}"/>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564657" y="3969682"/>
            <a:ext cx="274320" cy="274320"/>
          </a:xfrm>
          <a:prstGeom prst="rect">
            <a:avLst/>
          </a:prstGeom>
        </p:spPr>
      </p:pic>
    </p:spTree>
    <p:extLst>
      <p:ext uri="{BB962C8B-B14F-4D97-AF65-F5344CB8AC3E}">
        <p14:creationId xmlns:p14="http://schemas.microsoft.com/office/powerpoint/2010/main" val="28796582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09EAD-30A0-7955-2A1B-3769C19FE4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2C76F2-9F7E-A9DC-CB43-E2624B5C7E4E}"/>
              </a:ext>
            </a:extLst>
          </p:cNvPr>
          <p:cNvSpPr>
            <a:spLocks noGrp="1"/>
          </p:cNvSpPr>
          <p:nvPr>
            <p:ph type="title"/>
          </p:nvPr>
        </p:nvSpPr>
        <p:spPr/>
        <p:txBody>
          <a:bodyPr/>
          <a:lstStyle/>
          <a:p>
            <a:r>
              <a:rPr lang="en-US"/>
              <a:t>Business Impact</a:t>
            </a:r>
          </a:p>
        </p:txBody>
      </p:sp>
      <p:sp>
        <p:nvSpPr>
          <p:cNvPr id="3" name="Slide Number Placeholder 2">
            <a:extLst>
              <a:ext uri="{FF2B5EF4-FFF2-40B4-BE49-F238E27FC236}">
                <a16:creationId xmlns:a16="http://schemas.microsoft.com/office/drawing/2014/main" id="{4E5D0533-36F3-47E9-0542-2849EB7736DF}"/>
              </a:ext>
            </a:extLst>
          </p:cNvPr>
          <p:cNvSpPr>
            <a:spLocks noGrp="1"/>
          </p:cNvSpPr>
          <p:nvPr>
            <p:ph type="sldNum" sz="quarter" idx="12"/>
          </p:nvPr>
        </p:nvSpPr>
        <p:spPr/>
        <p:txBody>
          <a:bodyPr/>
          <a:lstStyle/>
          <a:p>
            <a:fld id="{330EA680-D336-4FF7-8B7A-9848BB0A1C32}" type="slidenum">
              <a:rPr lang="en-US" smtClean="0"/>
              <a:t>25</a:t>
            </a:fld>
            <a:endParaRPr lang="en-US"/>
          </a:p>
        </p:txBody>
      </p:sp>
      <p:sp>
        <p:nvSpPr>
          <p:cNvPr id="4" name="Date Placeholder 3">
            <a:extLst>
              <a:ext uri="{FF2B5EF4-FFF2-40B4-BE49-F238E27FC236}">
                <a16:creationId xmlns:a16="http://schemas.microsoft.com/office/drawing/2014/main" id="{E70E64D4-5308-DBD4-421B-725DEFA89E57}"/>
              </a:ext>
            </a:extLst>
          </p:cNvPr>
          <p:cNvSpPr>
            <a:spLocks noGrp="1"/>
          </p:cNvSpPr>
          <p:nvPr>
            <p:ph type="dt" sz="half" idx="2"/>
          </p:nvPr>
        </p:nvSpPr>
        <p:spPr/>
        <p:txBody>
          <a:bodyPr/>
          <a:lstStyle/>
          <a:p>
            <a:r>
              <a:rPr lang="en-US"/>
              <a:t>© SYREN CLOUD INC – 2026 – ALL RIGHTS RESERVED</a:t>
            </a:r>
            <a:endParaRPr lang="en-US" sz="600"/>
          </a:p>
        </p:txBody>
      </p:sp>
      <p:sp>
        <p:nvSpPr>
          <p:cNvPr id="5" name="Rectangle: Rounded Corners 4">
            <a:extLst>
              <a:ext uri="{FF2B5EF4-FFF2-40B4-BE49-F238E27FC236}">
                <a16:creationId xmlns:a16="http://schemas.microsoft.com/office/drawing/2014/main" id="{8C3D9ADD-0DDA-06A7-9A4F-111F681F2260}"/>
              </a:ext>
            </a:extLst>
          </p:cNvPr>
          <p:cNvSpPr/>
          <p:nvPr/>
        </p:nvSpPr>
        <p:spPr>
          <a:xfrm>
            <a:off x="468086" y="1123720"/>
            <a:ext cx="11381014" cy="1057619"/>
          </a:xfrm>
          <a:prstGeom prst="roundRect">
            <a:avLst>
              <a:gd name="adj" fmla="val 9518"/>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85A5FAF-5E9D-B975-F425-F87B63212A5B}"/>
              </a:ext>
            </a:extLst>
          </p:cNvPr>
          <p:cNvSpPr txBox="1"/>
          <p:nvPr/>
        </p:nvSpPr>
        <p:spPr>
          <a:xfrm>
            <a:off x="614190" y="1368969"/>
            <a:ext cx="1537522" cy="723275"/>
          </a:xfrm>
          <a:prstGeom prst="rect">
            <a:avLst/>
          </a:prstGeom>
          <a:noFill/>
        </p:spPr>
        <p:txBody>
          <a:bodyPr wrap="square">
            <a:spAutoFit/>
          </a:bodyPr>
          <a:lstStyle/>
          <a:p>
            <a:pPr algn="ctr">
              <a:spcBef>
                <a:spcPts val="600"/>
              </a:spcBef>
            </a:pPr>
            <a:r>
              <a:rPr lang="en-US" sz="1100">
                <a:latin typeface="Montserrat" panose="00000500000000000000" pitchFamily="2" charset="0"/>
              </a:rPr>
              <a:t>SERVICE LEVEL (OTIF)</a:t>
            </a:r>
          </a:p>
          <a:p>
            <a:pPr algn="ctr">
              <a:spcBef>
                <a:spcPts val="600"/>
              </a:spcBef>
            </a:pPr>
            <a:r>
              <a:rPr lang="en-US" sz="1400" b="1">
                <a:solidFill>
                  <a:srgbClr val="00B050"/>
                </a:solidFill>
                <a:latin typeface="Montserrat" panose="00000500000000000000" pitchFamily="2" charset="0"/>
              </a:rPr>
              <a:t>↑12-18%</a:t>
            </a:r>
          </a:p>
        </p:txBody>
      </p:sp>
      <p:sp>
        <p:nvSpPr>
          <p:cNvPr id="8" name="TextBox 7">
            <a:extLst>
              <a:ext uri="{FF2B5EF4-FFF2-40B4-BE49-F238E27FC236}">
                <a16:creationId xmlns:a16="http://schemas.microsoft.com/office/drawing/2014/main" id="{675E9D7A-92BA-8A67-2D45-4A79877CD921}"/>
              </a:ext>
            </a:extLst>
          </p:cNvPr>
          <p:cNvSpPr txBox="1"/>
          <p:nvPr/>
        </p:nvSpPr>
        <p:spPr>
          <a:xfrm>
            <a:off x="2209557" y="1368969"/>
            <a:ext cx="1537522" cy="723275"/>
          </a:xfrm>
          <a:prstGeom prst="rect">
            <a:avLst/>
          </a:prstGeom>
          <a:noFill/>
        </p:spPr>
        <p:txBody>
          <a:bodyPr wrap="square">
            <a:spAutoFit/>
          </a:bodyPr>
          <a:lstStyle/>
          <a:p>
            <a:pPr algn="ctr">
              <a:spcBef>
                <a:spcPts val="600"/>
              </a:spcBef>
            </a:pPr>
            <a:r>
              <a:rPr lang="en-US" sz="1100">
                <a:latin typeface="Montserrat" panose="00000500000000000000" pitchFamily="2" charset="0"/>
              </a:rPr>
              <a:t>YIELD UTILIZATION</a:t>
            </a:r>
          </a:p>
          <a:p>
            <a:pPr algn="ctr">
              <a:spcBef>
                <a:spcPts val="600"/>
              </a:spcBef>
            </a:pPr>
            <a:r>
              <a:rPr lang="en-US" sz="1400" b="1">
                <a:solidFill>
                  <a:srgbClr val="00B050"/>
                </a:solidFill>
                <a:latin typeface="Montserrat" panose="00000500000000000000" pitchFamily="2" charset="0"/>
              </a:rPr>
              <a:t>↑3-6%</a:t>
            </a:r>
          </a:p>
        </p:txBody>
      </p:sp>
      <p:sp>
        <p:nvSpPr>
          <p:cNvPr id="9" name="TextBox 8">
            <a:extLst>
              <a:ext uri="{FF2B5EF4-FFF2-40B4-BE49-F238E27FC236}">
                <a16:creationId xmlns:a16="http://schemas.microsoft.com/office/drawing/2014/main" id="{F093D8FB-0C83-22CF-92F3-6C0FA566D5B6}"/>
              </a:ext>
            </a:extLst>
          </p:cNvPr>
          <p:cNvSpPr txBox="1"/>
          <p:nvPr/>
        </p:nvSpPr>
        <p:spPr>
          <a:xfrm>
            <a:off x="3804924" y="1368969"/>
            <a:ext cx="1537522" cy="723275"/>
          </a:xfrm>
          <a:prstGeom prst="rect">
            <a:avLst/>
          </a:prstGeom>
          <a:noFill/>
        </p:spPr>
        <p:txBody>
          <a:bodyPr wrap="square">
            <a:spAutoFit/>
          </a:bodyPr>
          <a:lstStyle/>
          <a:p>
            <a:pPr algn="ctr">
              <a:spcBef>
                <a:spcPts val="600"/>
              </a:spcBef>
            </a:pPr>
            <a:r>
              <a:rPr lang="en-US" sz="1100">
                <a:latin typeface="Montserrat" panose="00000500000000000000" pitchFamily="2" charset="0"/>
              </a:rPr>
              <a:t>SPOILAGE / WASTE</a:t>
            </a:r>
          </a:p>
          <a:p>
            <a:pPr algn="ctr">
              <a:spcBef>
                <a:spcPts val="600"/>
              </a:spcBef>
            </a:pPr>
            <a:r>
              <a:rPr lang="en-US" sz="1400" b="1">
                <a:solidFill>
                  <a:schemeClr val="bg2"/>
                </a:solidFill>
                <a:latin typeface="Montserrat" panose="00000500000000000000" pitchFamily="2" charset="0"/>
              </a:rPr>
              <a:t>↓15-25%</a:t>
            </a:r>
          </a:p>
        </p:txBody>
      </p:sp>
      <p:sp>
        <p:nvSpPr>
          <p:cNvPr id="10" name="TextBox 9">
            <a:extLst>
              <a:ext uri="{FF2B5EF4-FFF2-40B4-BE49-F238E27FC236}">
                <a16:creationId xmlns:a16="http://schemas.microsoft.com/office/drawing/2014/main" id="{EFC42578-0E67-5597-2700-F17680A5C2AA}"/>
              </a:ext>
            </a:extLst>
          </p:cNvPr>
          <p:cNvSpPr txBox="1"/>
          <p:nvPr/>
        </p:nvSpPr>
        <p:spPr>
          <a:xfrm>
            <a:off x="5400291" y="1368969"/>
            <a:ext cx="1537522" cy="723275"/>
          </a:xfrm>
          <a:prstGeom prst="rect">
            <a:avLst/>
          </a:prstGeom>
          <a:noFill/>
        </p:spPr>
        <p:txBody>
          <a:bodyPr wrap="square">
            <a:spAutoFit/>
          </a:bodyPr>
          <a:lstStyle/>
          <a:p>
            <a:pPr algn="ctr">
              <a:spcBef>
                <a:spcPts val="600"/>
              </a:spcBef>
            </a:pPr>
            <a:r>
              <a:rPr lang="en-US" sz="1100">
                <a:latin typeface="Montserrat" panose="00000500000000000000" pitchFamily="2" charset="0"/>
              </a:rPr>
              <a:t>INVENTORY </a:t>
            </a:r>
            <a:br>
              <a:rPr lang="en-US" sz="1100">
                <a:latin typeface="Montserrat" panose="00000500000000000000" pitchFamily="2" charset="0"/>
              </a:rPr>
            </a:br>
            <a:r>
              <a:rPr lang="en-US" sz="1100">
                <a:latin typeface="Montserrat" panose="00000500000000000000" pitchFamily="2" charset="0"/>
              </a:rPr>
              <a:t>DAYS</a:t>
            </a:r>
          </a:p>
          <a:p>
            <a:pPr algn="ctr">
              <a:spcBef>
                <a:spcPts val="600"/>
              </a:spcBef>
            </a:pPr>
            <a:r>
              <a:rPr lang="en-US" sz="1400" b="1">
                <a:solidFill>
                  <a:schemeClr val="bg2"/>
                </a:solidFill>
                <a:latin typeface="Montserrat" panose="00000500000000000000" pitchFamily="2" charset="0"/>
              </a:rPr>
              <a:t>↓10-20%</a:t>
            </a:r>
          </a:p>
        </p:txBody>
      </p:sp>
      <p:sp>
        <p:nvSpPr>
          <p:cNvPr id="11" name="TextBox 10">
            <a:extLst>
              <a:ext uri="{FF2B5EF4-FFF2-40B4-BE49-F238E27FC236}">
                <a16:creationId xmlns:a16="http://schemas.microsoft.com/office/drawing/2014/main" id="{6F0473DC-8595-AE05-2086-28A9979E26B2}"/>
              </a:ext>
            </a:extLst>
          </p:cNvPr>
          <p:cNvSpPr txBox="1"/>
          <p:nvPr/>
        </p:nvSpPr>
        <p:spPr>
          <a:xfrm>
            <a:off x="6995658" y="1368969"/>
            <a:ext cx="1537522" cy="723275"/>
          </a:xfrm>
          <a:prstGeom prst="rect">
            <a:avLst/>
          </a:prstGeom>
          <a:noFill/>
        </p:spPr>
        <p:txBody>
          <a:bodyPr wrap="square">
            <a:spAutoFit/>
          </a:bodyPr>
          <a:lstStyle/>
          <a:p>
            <a:pPr algn="ctr">
              <a:spcBef>
                <a:spcPts val="600"/>
              </a:spcBef>
            </a:pPr>
            <a:r>
              <a:rPr lang="en-US" sz="1100">
                <a:latin typeface="Montserrat" panose="00000500000000000000" pitchFamily="2" charset="0"/>
              </a:rPr>
              <a:t>LINE </a:t>
            </a:r>
            <a:br>
              <a:rPr lang="en-US" sz="1100">
                <a:latin typeface="Montserrat" panose="00000500000000000000" pitchFamily="2" charset="0"/>
              </a:rPr>
            </a:br>
            <a:r>
              <a:rPr lang="en-US" sz="1100">
                <a:latin typeface="Montserrat" panose="00000500000000000000" pitchFamily="2" charset="0"/>
              </a:rPr>
              <a:t>UTILIZATION</a:t>
            </a:r>
          </a:p>
          <a:p>
            <a:pPr algn="ctr">
              <a:spcBef>
                <a:spcPts val="600"/>
              </a:spcBef>
            </a:pPr>
            <a:r>
              <a:rPr lang="en-US" sz="1400" b="1">
                <a:solidFill>
                  <a:srgbClr val="00B050"/>
                </a:solidFill>
                <a:latin typeface="Montserrat" panose="00000500000000000000" pitchFamily="2" charset="0"/>
              </a:rPr>
              <a:t>↑10-15%</a:t>
            </a:r>
          </a:p>
        </p:txBody>
      </p:sp>
      <p:sp>
        <p:nvSpPr>
          <p:cNvPr id="12" name="TextBox 11">
            <a:extLst>
              <a:ext uri="{FF2B5EF4-FFF2-40B4-BE49-F238E27FC236}">
                <a16:creationId xmlns:a16="http://schemas.microsoft.com/office/drawing/2014/main" id="{A2D5792B-7E18-2BB2-5E4C-545AE38F8C6F}"/>
              </a:ext>
            </a:extLst>
          </p:cNvPr>
          <p:cNvSpPr txBox="1"/>
          <p:nvPr/>
        </p:nvSpPr>
        <p:spPr>
          <a:xfrm>
            <a:off x="8591025" y="1368969"/>
            <a:ext cx="1537522" cy="723275"/>
          </a:xfrm>
          <a:prstGeom prst="rect">
            <a:avLst/>
          </a:prstGeom>
          <a:noFill/>
        </p:spPr>
        <p:txBody>
          <a:bodyPr wrap="square">
            <a:spAutoFit/>
          </a:bodyPr>
          <a:lstStyle/>
          <a:p>
            <a:pPr algn="ctr">
              <a:spcBef>
                <a:spcPts val="600"/>
              </a:spcBef>
            </a:pPr>
            <a:r>
              <a:rPr lang="en-US" sz="1100">
                <a:latin typeface="Montserrat" panose="00000500000000000000" pitchFamily="2" charset="0"/>
              </a:rPr>
              <a:t>PLANNER PRODUCTIVITY</a:t>
            </a:r>
          </a:p>
          <a:p>
            <a:pPr algn="ctr">
              <a:spcBef>
                <a:spcPts val="600"/>
              </a:spcBef>
            </a:pPr>
            <a:r>
              <a:rPr lang="en-US" sz="1400" b="1">
                <a:solidFill>
                  <a:srgbClr val="00B050"/>
                </a:solidFill>
                <a:latin typeface="Montserrat" panose="00000500000000000000" pitchFamily="2" charset="0"/>
              </a:rPr>
              <a:t>↑50%+</a:t>
            </a:r>
          </a:p>
        </p:txBody>
      </p:sp>
      <p:sp>
        <p:nvSpPr>
          <p:cNvPr id="13" name="TextBox 12">
            <a:extLst>
              <a:ext uri="{FF2B5EF4-FFF2-40B4-BE49-F238E27FC236}">
                <a16:creationId xmlns:a16="http://schemas.microsoft.com/office/drawing/2014/main" id="{E065EA54-A642-27E1-B9E2-8306896B042D}"/>
              </a:ext>
            </a:extLst>
          </p:cNvPr>
          <p:cNvSpPr txBox="1"/>
          <p:nvPr/>
        </p:nvSpPr>
        <p:spPr>
          <a:xfrm>
            <a:off x="10186392" y="1368969"/>
            <a:ext cx="1537522" cy="723275"/>
          </a:xfrm>
          <a:prstGeom prst="rect">
            <a:avLst/>
          </a:prstGeom>
          <a:noFill/>
        </p:spPr>
        <p:txBody>
          <a:bodyPr wrap="square">
            <a:spAutoFit/>
          </a:bodyPr>
          <a:lstStyle/>
          <a:p>
            <a:pPr algn="ctr">
              <a:spcBef>
                <a:spcPts val="600"/>
              </a:spcBef>
            </a:pPr>
            <a:r>
              <a:rPr lang="en-US" sz="1100">
                <a:latin typeface="Montserrat" panose="00000500000000000000" pitchFamily="2" charset="0"/>
              </a:rPr>
              <a:t>TOTAL COST TO SERVE</a:t>
            </a:r>
          </a:p>
          <a:p>
            <a:pPr algn="ctr">
              <a:spcBef>
                <a:spcPts val="600"/>
              </a:spcBef>
            </a:pPr>
            <a:r>
              <a:rPr lang="en-US" sz="1400" b="1">
                <a:solidFill>
                  <a:schemeClr val="bg2"/>
                </a:solidFill>
                <a:latin typeface="Montserrat" panose="00000500000000000000" pitchFamily="2" charset="0"/>
              </a:rPr>
              <a:t>↓8-12%</a:t>
            </a:r>
          </a:p>
        </p:txBody>
      </p:sp>
      <p:sp>
        <p:nvSpPr>
          <p:cNvPr id="16" name="TextBox 15">
            <a:extLst>
              <a:ext uri="{FF2B5EF4-FFF2-40B4-BE49-F238E27FC236}">
                <a16:creationId xmlns:a16="http://schemas.microsoft.com/office/drawing/2014/main" id="{5E2C1BE5-9871-DEDB-6A62-FE602919C4A5}"/>
              </a:ext>
            </a:extLst>
          </p:cNvPr>
          <p:cNvSpPr txBox="1"/>
          <p:nvPr/>
        </p:nvSpPr>
        <p:spPr>
          <a:xfrm>
            <a:off x="653508" y="1005555"/>
            <a:ext cx="1853588" cy="274320"/>
          </a:xfrm>
          <a:prstGeom prst="roundRect">
            <a:avLst>
              <a:gd name="adj" fmla="val 50000"/>
            </a:avLst>
          </a:prstGeom>
          <a:solidFill>
            <a:schemeClr val="tx1"/>
          </a:solidFill>
        </p:spPr>
        <p:txBody>
          <a:bodyPr wrap="square" anchor="ctr">
            <a:spAutoFit/>
          </a:bodyPr>
          <a:lstStyle/>
          <a:p>
            <a:pPr algn="ctr"/>
            <a:r>
              <a:rPr lang="en-US" sz="1200">
                <a:solidFill>
                  <a:schemeClr val="bg1"/>
                </a:solidFill>
                <a:latin typeface="Montserrat" panose="00000500000000000000" pitchFamily="2" charset="0"/>
              </a:rPr>
              <a:t>Business Impact</a:t>
            </a:r>
          </a:p>
        </p:txBody>
      </p:sp>
      <p:sp>
        <p:nvSpPr>
          <p:cNvPr id="17" name="Rectangle: Top Corners Rounded 16">
            <a:extLst>
              <a:ext uri="{FF2B5EF4-FFF2-40B4-BE49-F238E27FC236}">
                <a16:creationId xmlns:a16="http://schemas.microsoft.com/office/drawing/2014/main" id="{E3E8B048-5731-A01D-79BD-901FABB2B36F}"/>
              </a:ext>
            </a:extLst>
          </p:cNvPr>
          <p:cNvSpPr/>
          <p:nvPr/>
        </p:nvSpPr>
        <p:spPr>
          <a:xfrm rot="16200000">
            <a:off x="686859" y="5318752"/>
            <a:ext cx="972802" cy="1409411"/>
          </a:xfrm>
          <a:prstGeom prst="round2SameRect">
            <a:avLst>
              <a:gd name="adj1" fmla="val 8043"/>
              <a:gd name="adj2" fmla="val 0"/>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DDA1BF6-07EC-4BB2-0BB9-A82B21D861AE}"/>
              </a:ext>
            </a:extLst>
          </p:cNvPr>
          <p:cNvSpPr/>
          <p:nvPr/>
        </p:nvSpPr>
        <p:spPr>
          <a:xfrm>
            <a:off x="1877963" y="5537053"/>
            <a:ext cx="9998628" cy="972804"/>
          </a:xfrm>
          <a:prstGeom prst="rect">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Top Corners Rounded 18">
            <a:extLst>
              <a:ext uri="{FF2B5EF4-FFF2-40B4-BE49-F238E27FC236}">
                <a16:creationId xmlns:a16="http://schemas.microsoft.com/office/drawing/2014/main" id="{323ED9F4-2210-E599-389B-9FC56A275432}"/>
              </a:ext>
            </a:extLst>
          </p:cNvPr>
          <p:cNvSpPr/>
          <p:nvPr/>
        </p:nvSpPr>
        <p:spPr>
          <a:xfrm>
            <a:off x="495578" y="2285333"/>
            <a:ext cx="5541382" cy="393947"/>
          </a:xfrm>
          <a:prstGeom prst="round2SameRect">
            <a:avLst>
              <a:gd name="adj1" fmla="val 50000"/>
              <a:gd name="adj2" fmla="val 0"/>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latin typeface="Montserrat" panose="00000500000000000000" pitchFamily="2" charset="0"/>
              </a:rPr>
              <a:t>KEY CAPABILITIES</a:t>
            </a:r>
          </a:p>
        </p:txBody>
      </p:sp>
      <p:sp>
        <p:nvSpPr>
          <p:cNvPr id="20" name="Rectangle 19">
            <a:extLst>
              <a:ext uri="{FF2B5EF4-FFF2-40B4-BE49-F238E27FC236}">
                <a16:creationId xmlns:a16="http://schemas.microsoft.com/office/drawing/2014/main" id="{C2761A1A-D1DD-62C8-9637-41FBB3F9CB0D}"/>
              </a:ext>
            </a:extLst>
          </p:cNvPr>
          <p:cNvSpPr/>
          <p:nvPr/>
        </p:nvSpPr>
        <p:spPr>
          <a:xfrm>
            <a:off x="495578" y="2679281"/>
            <a:ext cx="5541382" cy="2757590"/>
          </a:xfrm>
          <a:prstGeom prst="rect">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Top Corners Rounded 20">
            <a:extLst>
              <a:ext uri="{FF2B5EF4-FFF2-40B4-BE49-F238E27FC236}">
                <a16:creationId xmlns:a16="http://schemas.microsoft.com/office/drawing/2014/main" id="{1B698E89-508E-CD2A-CB2A-F9C774562ADC}"/>
              </a:ext>
            </a:extLst>
          </p:cNvPr>
          <p:cNvSpPr/>
          <p:nvPr/>
        </p:nvSpPr>
        <p:spPr>
          <a:xfrm>
            <a:off x="6335209" y="2285333"/>
            <a:ext cx="5541382" cy="393947"/>
          </a:xfrm>
          <a:prstGeom prst="round2SameRect">
            <a:avLst>
              <a:gd name="adj1" fmla="val 50000"/>
              <a:gd name="adj2" fmla="val 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latin typeface="Montserrat" panose="00000500000000000000" pitchFamily="2" charset="0"/>
              </a:rPr>
              <a:t>TECHNOLOGY STACK</a:t>
            </a:r>
          </a:p>
        </p:txBody>
      </p:sp>
      <p:sp>
        <p:nvSpPr>
          <p:cNvPr id="22" name="Rectangle 21">
            <a:extLst>
              <a:ext uri="{FF2B5EF4-FFF2-40B4-BE49-F238E27FC236}">
                <a16:creationId xmlns:a16="http://schemas.microsoft.com/office/drawing/2014/main" id="{55236E7C-048D-3C0E-69A0-22035112830F}"/>
              </a:ext>
            </a:extLst>
          </p:cNvPr>
          <p:cNvSpPr/>
          <p:nvPr/>
        </p:nvSpPr>
        <p:spPr>
          <a:xfrm>
            <a:off x="6335209" y="2679281"/>
            <a:ext cx="5541382" cy="275759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8BD8115B-C511-48F8-AE0C-B983D0022BFA}"/>
              </a:ext>
            </a:extLst>
          </p:cNvPr>
          <p:cNvSpPr txBox="1"/>
          <p:nvPr/>
        </p:nvSpPr>
        <p:spPr>
          <a:xfrm>
            <a:off x="1024352" y="2728437"/>
            <a:ext cx="5012608" cy="2708434"/>
          </a:xfrm>
          <a:prstGeom prst="rect">
            <a:avLst/>
          </a:prstGeom>
          <a:noFill/>
        </p:spPr>
        <p:txBody>
          <a:bodyPr wrap="square">
            <a:spAutoFit/>
          </a:bodyPr>
          <a:lstStyle/>
          <a:p>
            <a:r>
              <a:rPr lang="en-US" sz="1000" b="1">
                <a:latin typeface="Montserrat" panose="00000500000000000000" pitchFamily="2" charset="0"/>
              </a:rPr>
              <a:t>END-TO-END OPTIMIZATION</a:t>
            </a:r>
          </a:p>
          <a:p>
            <a:r>
              <a:rPr lang="en-US" sz="1000">
                <a:latin typeface="Montserrat" panose="00000500000000000000" pitchFamily="2" charset="0"/>
              </a:rPr>
              <a:t>Coordinated planning from procurement to store replenishment</a:t>
            </a:r>
          </a:p>
          <a:p>
            <a:endParaRPr lang="en-US" sz="1000">
              <a:latin typeface="Montserrat" panose="00000500000000000000" pitchFamily="2" charset="0"/>
            </a:endParaRPr>
          </a:p>
          <a:p>
            <a:r>
              <a:rPr lang="en-US" sz="1000" b="1">
                <a:latin typeface="Montserrat" panose="00000500000000000000" pitchFamily="2" charset="0"/>
              </a:rPr>
              <a:t>YIELD &amp; QUALITY INTELLIGENCE</a:t>
            </a:r>
          </a:p>
          <a:p>
            <a:r>
              <a:rPr lang="en-US" sz="1000">
                <a:latin typeface="Montserrat" panose="00000500000000000000" pitchFamily="2" charset="0"/>
              </a:rPr>
              <a:t>ML models predict yields at multiple levels product mix</a:t>
            </a:r>
          </a:p>
          <a:p>
            <a:endParaRPr lang="en-US" sz="1000">
              <a:latin typeface="Montserrat" panose="00000500000000000000" pitchFamily="2" charset="0"/>
            </a:endParaRPr>
          </a:p>
          <a:p>
            <a:r>
              <a:rPr lang="en-US" sz="1000" b="1">
                <a:latin typeface="Montserrat" panose="00000500000000000000" pitchFamily="2" charset="0"/>
              </a:rPr>
              <a:t>CONSTRAINT-AWARE SCHEDULING</a:t>
            </a:r>
          </a:p>
          <a:p>
            <a:r>
              <a:rPr lang="en-US" sz="1000">
                <a:latin typeface="Montserrat" panose="00000500000000000000" pitchFamily="2" charset="0"/>
              </a:rPr>
              <a:t>Finite capacity, changeovers, labor and cleaning constraints</a:t>
            </a:r>
          </a:p>
          <a:p>
            <a:endParaRPr lang="en-US" sz="1000">
              <a:latin typeface="Montserrat" panose="00000500000000000000" pitchFamily="2" charset="0"/>
            </a:endParaRPr>
          </a:p>
          <a:p>
            <a:r>
              <a:rPr lang="en-US" sz="1000" b="1">
                <a:latin typeface="Montserrat" panose="00000500000000000000" pitchFamily="2" charset="0"/>
              </a:rPr>
              <a:t>FRESHNESS-FIRST APPROACH</a:t>
            </a:r>
          </a:p>
          <a:p>
            <a:r>
              <a:rPr lang="en-US" sz="1000">
                <a:latin typeface="Montserrat" panose="00000500000000000000" pitchFamily="2" charset="0"/>
              </a:rPr>
              <a:t>Optimize for shelf life, minimize waste maximize freshness</a:t>
            </a:r>
          </a:p>
          <a:p>
            <a:endParaRPr lang="en-US" sz="1000">
              <a:latin typeface="Montserrat" panose="00000500000000000000" pitchFamily="2" charset="0"/>
            </a:endParaRPr>
          </a:p>
          <a:p>
            <a:r>
              <a:rPr lang="en-US" sz="1000" b="1">
                <a:latin typeface="Montserrat" panose="00000500000000000000" pitchFamily="2" charset="0"/>
              </a:rPr>
              <a:t>SCENARIO PLANNING</a:t>
            </a:r>
          </a:p>
          <a:p>
            <a:r>
              <a:rPr lang="en-US" sz="1000">
                <a:latin typeface="Montserrat" panose="00000500000000000000" pitchFamily="2" charset="0"/>
              </a:rPr>
              <a:t>Simulate demand spikes, supply disruptions, equipment failures</a:t>
            </a:r>
          </a:p>
          <a:p>
            <a:endParaRPr lang="en-US" sz="1000">
              <a:latin typeface="Montserrat" panose="00000500000000000000" pitchFamily="2" charset="0"/>
            </a:endParaRPr>
          </a:p>
          <a:p>
            <a:r>
              <a:rPr lang="en-US" sz="1000" b="1">
                <a:latin typeface="Montserrat" panose="00000500000000000000" pitchFamily="2" charset="0"/>
              </a:rPr>
              <a:t>DIGITAL TWIN</a:t>
            </a:r>
          </a:p>
          <a:p>
            <a:r>
              <a:rPr lang="en-US" sz="1000">
                <a:latin typeface="Montserrat" panose="00000500000000000000" pitchFamily="2" charset="0"/>
              </a:rPr>
              <a:t>Virtual plant simulation for what-if analysis and continuous improvement</a:t>
            </a:r>
          </a:p>
        </p:txBody>
      </p:sp>
      <p:sp>
        <p:nvSpPr>
          <p:cNvPr id="27" name="TextBox 26">
            <a:extLst>
              <a:ext uri="{FF2B5EF4-FFF2-40B4-BE49-F238E27FC236}">
                <a16:creationId xmlns:a16="http://schemas.microsoft.com/office/drawing/2014/main" id="{F651C096-D775-91ED-624F-FC4D3042D2D6}"/>
              </a:ext>
            </a:extLst>
          </p:cNvPr>
          <p:cNvSpPr txBox="1"/>
          <p:nvPr/>
        </p:nvSpPr>
        <p:spPr>
          <a:xfrm>
            <a:off x="6446843" y="2801418"/>
            <a:ext cx="2036392" cy="246221"/>
          </a:xfrm>
          <a:prstGeom prst="rect">
            <a:avLst/>
          </a:prstGeom>
          <a:noFill/>
        </p:spPr>
        <p:txBody>
          <a:bodyPr wrap="square" lIns="91440" tIns="45720" rIns="91440" bIns="45720" anchor="t">
            <a:spAutoFit/>
          </a:bodyPr>
          <a:lstStyle/>
          <a:p>
            <a:r>
              <a:rPr lang="en-US" sz="1000" b="1">
                <a:latin typeface="Montserrat"/>
              </a:rPr>
              <a:t>CLOUD &amp; DATA PLATFORM</a:t>
            </a:r>
            <a:endParaRPr lang="en-US" sz="1000">
              <a:latin typeface="Montserrat"/>
            </a:endParaRPr>
          </a:p>
        </p:txBody>
      </p:sp>
      <p:sp>
        <p:nvSpPr>
          <p:cNvPr id="28" name="TextBox 27">
            <a:extLst>
              <a:ext uri="{FF2B5EF4-FFF2-40B4-BE49-F238E27FC236}">
                <a16:creationId xmlns:a16="http://schemas.microsoft.com/office/drawing/2014/main" id="{949573DE-D42F-E261-2FF0-061C464D787B}"/>
              </a:ext>
            </a:extLst>
          </p:cNvPr>
          <p:cNvSpPr txBox="1"/>
          <p:nvPr/>
        </p:nvSpPr>
        <p:spPr>
          <a:xfrm>
            <a:off x="9715015" y="2801418"/>
            <a:ext cx="1747394" cy="246221"/>
          </a:xfrm>
          <a:prstGeom prst="rect">
            <a:avLst/>
          </a:prstGeom>
          <a:noFill/>
        </p:spPr>
        <p:txBody>
          <a:bodyPr wrap="square">
            <a:spAutoFit/>
          </a:bodyPr>
          <a:lstStyle/>
          <a:p>
            <a:r>
              <a:rPr lang="en-US" sz="1000" b="1">
                <a:latin typeface="Montserrat" panose="00000500000000000000" pitchFamily="2" charset="0"/>
              </a:rPr>
              <a:t>ERP INTEGRATION</a:t>
            </a:r>
            <a:endParaRPr lang="en-US" sz="1000">
              <a:latin typeface="Montserrat" panose="00000500000000000000" pitchFamily="2" charset="0"/>
            </a:endParaRPr>
          </a:p>
        </p:txBody>
      </p:sp>
      <p:sp>
        <p:nvSpPr>
          <p:cNvPr id="29" name="TextBox 28">
            <a:extLst>
              <a:ext uri="{FF2B5EF4-FFF2-40B4-BE49-F238E27FC236}">
                <a16:creationId xmlns:a16="http://schemas.microsoft.com/office/drawing/2014/main" id="{5B037A82-D07D-6CB0-AE7C-F677D22CEAB8}"/>
              </a:ext>
            </a:extLst>
          </p:cNvPr>
          <p:cNvSpPr txBox="1"/>
          <p:nvPr/>
        </p:nvSpPr>
        <p:spPr>
          <a:xfrm>
            <a:off x="6626232" y="3087941"/>
            <a:ext cx="2331360" cy="1519262"/>
          </a:xfrm>
          <a:prstGeom prst="rect">
            <a:avLst/>
          </a:prstGeom>
          <a:noFill/>
        </p:spPr>
        <p:txBody>
          <a:bodyPr wrap="square">
            <a:spAutoFit/>
          </a:bodyPr>
          <a:lstStyle/>
          <a:p>
            <a:pPr marL="171450" indent="-171450">
              <a:lnSpc>
                <a:spcPct val="150000"/>
              </a:lnSpc>
              <a:buFont typeface="Wingdings" panose="05000000000000000000" pitchFamily="2" charset="2"/>
              <a:buChar char="v"/>
            </a:pPr>
            <a:r>
              <a:rPr lang="en-US" sz="1050">
                <a:latin typeface="Montserrat" panose="00000500000000000000" pitchFamily="2" charset="0"/>
              </a:rPr>
              <a:t>Azure Data Factory</a:t>
            </a:r>
          </a:p>
          <a:p>
            <a:pPr marL="171450" indent="-171450">
              <a:lnSpc>
                <a:spcPct val="150000"/>
              </a:lnSpc>
              <a:buFont typeface="Wingdings" panose="05000000000000000000" pitchFamily="2" charset="2"/>
              <a:buChar char="v"/>
            </a:pPr>
            <a:r>
              <a:rPr lang="en-US" sz="1050">
                <a:latin typeface="Montserrat" panose="00000500000000000000" pitchFamily="2" charset="0"/>
              </a:rPr>
              <a:t>Azure Data Lake</a:t>
            </a:r>
          </a:p>
          <a:p>
            <a:pPr marL="171450" indent="-171450">
              <a:lnSpc>
                <a:spcPct val="150000"/>
              </a:lnSpc>
              <a:buFont typeface="Wingdings" panose="05000000000000000000" pitchFamily="2" charset="2"/>
              <a:buChar char="v"/>
            </a:pPr>
            <a:r>
              <a:rPr lang="en-US" sz="1050">
                <a:latin typeface="Montserrat" panose="00000500000000000000" pitchFamily="2" charset="0"/>
              </a:rPr>
              <a:t>Azure Databricks</a:t>
            </a:r>
          </a:p>
          <a:p>
            <a:pPr marL="171450" indent="-171450">
              <a:lnSpc>
                <a:spcPct val="150000"/>
              </a:lnSpc>
              <a:buFont typeface="Wingdings" panose="05000000000000000000" pitchFamily="2" charset="2"/>
              <a:buChar char="v"/>
            </a:pPr>
            <a:r>
              <a:rPr lang="en-US" sz="1050">
                <a:latin typeface="Montserrat" panose="00000500000000000000" pitchFamily="2" charset="0"/>
              </a:rPr>
              <a:t>Azure Machine Learning</a:t>
            </a:r>
          </a:p>
          <a:p>
            <a:pPr marL="171450" indent="-171450">
              <a:lnSpc>
                <a:spcPct val="150000"/>
              </a:lnSpc>
              <a:buFont typeface="Wingdings" panose="05000000000000000000" pitchFamily="2" charset="2"/>
              <a:buChar char="v"/>
            </a:pPr>
            <a:r>
              <a:rPr lang="en-US" sz="1050">
                <a:latin typeface="Montserrat" panose="00000500000000000000" pitchFamily="2" charset="0"/>
              </a:rPr>
              <a:t>Azure Kubernetes Service</a:t>
            </a:r>
          </a:p>
          <a:p>
            <a:pPr marL="171450" indent="-171450">
              <a:lnSpc>
                <a:spcPct val="150000"/>
              </a:lnSpc>
              <a:buFont typeface="Wingdings" panose="05000000000000000000" pitchFamily="2" charset="2"/>
              <a:buChar char="v"/>
            </a:pPr>
            <a:r>
              <a:rPr lang="en-US" sz="1050">
                <a:latin typeface="Montserrat" panose="00000500000000000000" pitchFamily="2" charset="0"/>
              </a:rPr>
              <a:t>Power Bl</a:t>
            </a:r>
          </a:p>
        </p:txBody>
      </p:sp>
      <p:sp>
        <p:nvSpPr>
          <p:cNvPr id="31" name="TextBox 30">
            <a:extLst>
              <a:ext uri="{FF2B5EF4-FFF2-40B4-BE49-F238E27FC236}">
                <a16:creationId xmlns:a16="http://schemas.microsoft.com/office/drawing/2014/main" id="{42FEA5D9-C566-9406-EF4F-459BD0C33E83}"/>
              </a:ext>
            </a:extLst>
          </p:cNvPr>
          <p:cNvSpPr txBox="1"/>
          <p:nvPr/>
        </p:nvSpPr>
        <p:spPr>
          <a:xfrm>
            <a:off x="9947127" y="3114265"/>
            <a:ext cx="1747394" cy="1276888"/>
          </a:xfrm>
          <a:prstGeom prst="rect">
            <a:avLst/>
          </a:prstGeom>
          <a:noFill/>
        </p:spPr>
        <p:txBody>
          <a:bodyPr wrap="square">
            <a:spAutoFit/>
          </a:bodyPr>
          <a:lstStyle/>
          <a:p>
            <a:pPr marL="171450" indent="-171450">
              <a:lnSpc>
                <a:spcPct val="150000"/>
              </a:lnSpc>
              <a:buFont typeface="Wingdings" panose="05000000000000000000" pitchFamily="2" charset="2"/>
              <a:buChar char="v"/>
            </a:pPr>
            <a:r>
              <a:rPr lang="en-US" sz="1050">
                <a:latin typeface="Montserrat" panose="00000500000000000000" pitchFamily="2" charset="0"/>
              </a:rPr>
              <a:t>SAP S/4HANA</a:t>
            </a:r>
          </a:p>
          <a:p>
            <a:pPr marL="171450" indent="-171450">
              <a:lnSpc>
                <a:spcPct val="150000"/>
              </a:lnSpc>
              <a:buFont typeface="Wingdings" panose="05000000000000000000" pitchFamily="2" charset="2"/>
              <a:buChar char="v"/>
            </a:pPr>
            <a:r>
              <a:rPr lang="en-US" sz="1050">
                <a:latin typeface="Montserrat" panose="00000500000000000000" pitchFamily="2" charset="0"/>
              </a:rPr>
              <a:t>SAP ISP (Optional)</a:t>
            </a:r>
          </a:p>
          <a:p>
            <a:pPr marL="171450" indent="-171450">
              <a:lnSpc>
                <a:spcPct val="150000"/>
              </a:lnSpc>
              <a:buFont typeface="Wingdings" panose="05000000000000000000" pitchFamily="2" charset="2"/>
              <a:buChar char="v"/>
            </a:pPr>
            <a:r>
              <a:rPr lang="en-US" sz="1050">
                <a:latin typeface="Montserrat" panose="00000500000000000000" pitchFamily="2" charset="0"/>
              </a:rPr>
              <a:t>SAP EWM</a:t>
            </a:r>
          </a:p>
          <a:p>
            <a:pPr marL="171450" indent="-171450">
              <a:lnSpc>
                <a:spcPct val="150000"/>
              </a:lnSpc>
              <a:buFont typeface="Wingdings" panose="05000000000000000000" pitchFamily="2" charset="2"/>
              <a:buChar char="v"/>
            </a:pPr>
            <a:r>
              <a:rPr lang="en-US" sz="1050">
                <a:latin typeface="Montserrat" panose="00000500000000000000" pitchFamily="2" charset="0"/>
              </a:rPr>
              <a:t>SAP TM</a:t>
            </a:r>
          </a:p>
          <a:p>
            <a:pPr marL="171450" indent="-171450">
              <a:lnSpc>
                <a:spcPct val="150000"/>
              </a:lnSpc>
              <a:buFont typeface="Wingdings" panose="05000000000000000000" pitchFamily="2" charset="2"/>
              <a:buChar char="v"/>
            </a:pPr>
            <a:r>
              <a:rPr lang="en-US" sz="1050">
                <a:latin typeface="Montserrat" panose="00000500000000000000" pitchFamily="2" charset="0"/>
              </a:rPr>
              <a:t>SAP Analytics Cloud</a:t>
            </a:r>
          </a:p>
        </p:txBody>
      </p:sp>
      <p:cxnSp>
        <p:nvCxnSpPr>
          <p:cNvPr id="33" name="Straight Arrow Connector 32">
            <a:extLst>
              <a:ext uri="{FF2B5EF4-FFF2-40B4-BE49-F238E27FC236}">
                <a16:creationId xmlns:a16="http://schemas.microsoft.com/office/drawing/2014/main" id="{7C4FA871-D45F-E25C-D072-DBC973B99F0C}"/>
              </a:ext>
            </a:extLst>
          </p:cNvPr>
          <p:cNvCxnSpPr>
            <a:cxnSpLocks/>
          </p:cNvCxnSpPr>
          <p:nvPr/>
        </p:nvCxnSpPr>
        <p:spPr>
          <a:xfrm>
            <a:off x="8740717" y="3295724"/>
            <a:ext cx="785352" cy="0"/>
          </a:xfrm>
          <a:prstGeom prst="straightConnector1">
            <a:avLst/>
          </a:prstGeom>
          <a:ln w="76200">
            <a:solidFill>
              <a:schemeClr val="bg2"/>
            </a:solidFill>
            <a:headEnd type="triangle"/>
            <a:tailEnd type="triangle"/>
          </a:ln>
        </p:spPr>
        <p:style>
          <a:lnRef idx="2">
            <a:schemeClr val="accent1"/>
          </a:lnRef>
          <a:fillRef idx="0">
            <a:schemeClr val="accent1"/>
          </a:fillRef>
          <a:effectRef idx="1">
            <a:schemeClr val="accent1"/>
          </a:effectRef>
          <a:fontRef idx="minor">
            <a:schemeClr val="tx1"/>
          </a:fontRef>
        </p:style>
      </p:cxnSp>
      <p:pic>
        <p:nvPicPr>
          <p:cNvPr id="36" name="Graphic 35" descr="Single gear with solid fill">
            <a:extLst>
              <a:ext uri="{FF2B5EF4-FFF2-40B4-BE49-F238E27FC236}">
                <a16:creationId xmlns:a16="http://schemas.microsoft.com/office/drawing/2014/main" id="{BFD08DD0-854E-E079-8E7D-81BE35471D22}"/>
              </a:ext>
            </a:extLst>
          </p:cNvPr>
          <p:cNvPicPr>
            <a:picLocks noChangeAspect="1"/>
          </p:cNvPicPr>
          <p:nvPr/>
        </p:nvPicPr>
        <p:blipFill>
          <a:blip>
            <a:extLst>
              <a:ext uri="{96DAC541-7B7A-43D3-8B79-37D633B846F1}">
                <asvg:svgBlip xmlns:asvg="http://schemas.microsoft.com/office/drawing/2016/SVG/main" r:embed="rId3"/>
              </a:ext>
            </a:extLst>
          </a:blip>
          <a:srcRect l="13629" t="12939" r="10198" b="11933"/>
          <a:stretch>
            <a:fillRect/>
          </a:stretch>
        </p:blipFill>
        <p:spPr>
          <a:xfrm>
            <a:off x="9445557" y="3567024"/>
            <a:ext cx="373956" cy="368829"/>
          </a:xfrm>
          <a:prstGeom prst="rect">
            <a:avLst/>
          </a:prstGeom>
        </p:spPr>
      </p:pic>
      <p:cxnSp>
        <p:nvCxnSpPr>
          <p:cNvPr id="38" name="Straight Connector 37">
            <a:extLst>
              <a:ext uri="{FF2B5EF4-FFF2-40B4-BE49-F238E27FC236}">
                <a16:creationId xmlns:a16="http://schemas.microsoft.com/office/drawing/2014/main" id="{48A57C36-3C57-E07E-F659-1F304743A932}"/>
              </a:ext>
            </a:extLst>
          </p:cNvPr>
          <p:cNvCxnSpPr>
            <a:cxnSpLocks/>
          </p:cNvCxnSpPr>
          <p:nvPr/>
        </p:nvCxnSpPr>
        <p:spPr>
          <a:xfrm>
            <a:off x="539122" y="3157809"/>
            <a:ext cx="5453744" cy="0"/>
          </a:xfrm>
          <a:prstGeom prst="line">
            <a:avLst/>
          </a:prstGeom>
          <a:ln w="9525">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10819E95-DE0E-60C8-734B-F1E0CE57F380}"/>
              </a:ext>
            </a:extLst>
          </p:cNvPr>
          <p:cNvCxnSpPr>
            <a:cxnSpLocks/>
          </p:cNvCxnSpPr>
          <p:nvPr/>
        </p:nvCxnSpPr>
        <p:spPr>
          <a:xfrm>
            <a:off x="539122" y="3613899"/>
            <a:ext cx="5453744" cy="0"/>
          </a:xfrm>
          <a:prstGeom prst="line">
            <a:avLst/>
          </a:prstGeom>
          <a:ln w="9525">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3DEA376B-9EB4-E42F-E325-33BB2E3EECEE}"/>
              </a:ext>
            </a:extLst>
          </p:cNvPr>
          <p:cNvCxnSpPr>
            <a:cxnSpLocks/>
          </p:cNvCxnSpPr>
          <p:nvPr/>
        </p:nvCxnSpPr>
        <p:spPr>
          <a:xfrm>
            <a:off x="539122" y="4069989"/>
            <a:ext cx="5453744" cy="0"/>
          </a:xfrm>
          <a:prstGeom prst="line">
            <a:avLst/>
          </a:prstGeom>
          <a:ln w="9525">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681C4787-3362-3F6F-0FF7-F36808565149}"/>
              </a:ext>
            </a:extLst>
          </p:cNvPr>
          <p:cNvCxnSpPr>
            <a:cxnSpLocks/>
          </p:cNvCxnSpPr>
          <p:nvPr/>
        </p:nvCxnSpPr>
        <p:spPr>
          <a:xfrm>
            <a:off x="539122" y="4526079"/>
            <a:ext cx="5453744" cy="0"/>
          </a:xfrm>
          <a:prstGeom prst="line">
            <a:avLst/>
          </a:prstGeom>
          <a:ln w="9525">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35874C75-51E3-11DF-900F-A572A5D99EB3}"/>
              </a:ext>
            </a:extLst>
          </p:cNvPr>
          <p:cNvCxnSpPr>
            <a:cxnSpLocks/>
          </p:cNvCxnSpPr>
          <p:nvPr/>
        </p:nvCxnSpPr>
        <p:spPr>
          <a:xfrm>
            <a:off x="539122" y="4982168"/>
            <a:ext cx="5453744" cy="0"/>
          </a:xfrm>
          <a:prstGeom prst="line">
            <a:avLst/>
          </a:prstGeom>
          <a:ln w="9525">
            <a:solidFill>
              <a:schemeClr val="tx1">
                <a:lumMod val="65000"/>
                <a:lumOff val="35000"/>
              </a:schemeClr>
            </a:solidFill>
          </a:ln>
        </p:spPr>
        <p:style>
          <a:lnRef idx="2">
            <a:schemeClr val="accent1"/>
          </a:lnRef>
          <a:fillRef idx="0">
            <a:schemeClr val="accent1"/>
          </a:fillRef>
          <a:effectRef idx="1">
            <a:schemeClr val="accent1"/>
          </a:effectRef>
          <a:fontRef idx="minor">
            <a:schemeClr val="tx1"/>
          </a:fontRef>
        </p:style>
      </p:cxnSp>
      <p:pic>
        <p:nvPicPr>
          <p:cNvPr id="44" name="Graphic 43">
            <a:extLst>
              <a:ext uri="{FF2B5EF4-FFF2-40B4-BE49-F238E27FC236}">
                <a16:creationId xmlns:a16="http://schemas.microsoft.com/office/drawing/2014/main" id="{6681DD88-AE9D-1BA9-C471-47ABC70D731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9830" y="2746885"/>
            <a:ext cx="365760" cy="365760"/>
          </a:xfrm>
          <a:prstGeom prst="rect">
            <a:avLst/>
          </a:prstGeom>
        </p:spPr>
      </p:pic>
      <p:pic>
        <p:nvPicPr>
          <p:cNvPr id="46" name="Graphic 45">
            <a:extLst>
              <a:ext uri="{FF2B5EF4-FFF2-40B4-BE49-F238E27FC236}">
                <a16:creationId xmlns:a16="http://schemas.microsoft.com/office/drawing/2014/main" id="{B8350394-23C2-5CA3-CE3B-0D91FEB625D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9830" y="3201740"/>
            <a:ext cx="365760" cy="365760"/>
          </a:xfrm>
          <a:prstGeom prst="rect">
            <a:avLst/>
          </a:prstGeom>
        </p:spPr>
      </p:pic>
      <p:pic>
        <p:nvPicPr>
          <p:cNvPr id="48" name="Graphic 47">
            <a:extLst>
              <a:ext uri="{FF2B5EF4-FFF2-40B4-BE49-F238E27FC236}">
                <a16:creationId xmlns:a16="http://schemas.microsoft.com/office/drawing/2014/main" id="{A0F436AE-DB0E-6397-D3F0-2A32E3DCD58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9830" y="3668560"/>
            <a:ext cx="365760" cy="365760"/>
          </a:xfrm>
          <a:prstGeom prst="rect">
            <a:avLst/>
          </a:prstGeom>
        </p:spPr>
      </p:pic>
      <p:pic>
        <p:nvPicPr>
          <p:cNvPr id="50" name="Graphic 49">
            <a:extLst>
              <a:ext uri="{FF2B5EF4-FFF2-40B4-BE49-F238E27FC236}">
                <a16:creationId xmlns:a16="http://schemas.microsoft.com/office/drawing/2014/main" id="{43BAC3E4-646E-31A2-3411-AE978888DA1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89830" y="4139421"/>
            <a:ext cx="365760" cy="365760"/>
          </a:xfrm>
          <a:prstGeom prst="rect">
            <a:avLst/>
          </a:prstGeom>
        </p:spPr>
      </p:pic>
      <p:pic>
        <p:nvPicPr>
          <p:cNvPr id="52" name="Graphic 51">
            <a:extLst>
              <a:ext uri="{FF2B5EF4-FFF2-40B4-BE49-F238E27FC236}">
                <a16:creationId xmlns:a16="http://schemas.microsoft.com/office/drawing/2014/main" id="{4B40E4F2-58C5-A478-F623-3E9C01DB758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89830" y="4585650"/>
            <a:ext cx="365760" cy="365760"/>
          </a:xfrm>
          <a:prstGeom prst="rect">
            <a:avLst/>
          </a:prstGeom>
        </p:spPr>
      </p:pic>
      <p:pic>
        <p:nvPicPr>
          <p:cNvPr id="54" name="Graphic 53">
            <a:extLst>
              <a:ext uri="{FF2B5EF4-FFF2-40B4-BE49-F238E27FC236}">
                <a16:creationId xmlns:a16="http://schemas.microsoft.com/office/drawing/2014/main" id="{3D45B24F-495A-31C1-0311-F904725D4C9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89830" y="5044538"/>
            <a:ext cx="365760" cy="365760"/>
          </a:xfrm>
          <a:prstGeom prst="rect">
            <a:avLst/>
          </a:prstGeom>
        </p:spPr>
      </p:pic>
      <p:sp>
        <p:nvSpPr>
          <p:cNvPr id="56" name="TextBox 55">
            <a:extLst>
              <a:ext uri="{FF2B5EF4-FFF2-40B4-BE49-F238E27FC236}">
                <a16:creationId xmlns:a16="http://schemas.microsoft.com/office/drawing/2014/main" id="{C2A63B2B-08A7-4EA6-90FE-877BC5BE9276}"/>
              </a:ext>
            </a:extLst>
          </p:cNvPr>
          <p:cNvSpPr txBox="1"/>
          <p:nvPr/>
        </p:nvSpPr>
        <p:spPr>
          <a:xfrm>
            <a:off x="503544" y="5758505"/>
            <a:ext cx="1315624" cy="577081"/>
          </a:xfrm>
          <a:prstGeom prst="rect">
            <a:avLst/>
          </a:prstGeom>
          <a:noFill/>
        </p:spPr>
        <p:txBody>
          <a:bodyPr wrap="square">
            <a:spAutoFit/>
          </a:bodyPr>
          <a:lstStyle/>
          <a:p>
            <a:r>
              <a:rPr lang="en-US" sz="1050" b="1">
                <a:solidFill>
                  <a:schemeClr val="bg1"/>
                </a:solidFill>
                <a:latin typeface="Montserrat" panose="00000500000000000000" pitchFamily="2" charset="0"/>
              </a:rPr>
              <a:t>KEY PERFORMANCE INDICATORS</a:t>
            </a:r>
          </a:p>
        </p:txBody>
      </p:sp>
      <p:sp>
        <p:nvSpPr>
          <p:cNvPr id="58" name="TextBox 57">
            <a:extLst>
              <a:ext uri="{FF2B5EF4-FFF2-40B4-BE49-F238E27FC236}">
                <a16:creationId xmlns:a16="http://schemas.microsoft.com/office/drawing/2014/main" id="{249B2B4B-FE1F-3960-0FDE-E1EFCE223EF0}"/>
              </a:ext>
            </a:extLst>
          </p:cNvPr>
          <p:cNvSpPr txBox="1"/>
          <p:nvPr/>
        </p:nvSpPr>
        <p:spPr>
          <a:xfrm>
            <a:off x="1919358" y="6036886"/>
            <a:ext cx="1308559" cy="400110"/>
          </a:xfrm>
          <a:prstGeom prst="rect">
            <a:avLst/>
          </a:prstGeom>
          <a:noFill/>
        </p:spPr>
        <p:txBody>
          <a:bodyPr wrap="square">
            <a:spAutoFit/>
          </a:bodyPr>
          <a:lstStyle/>
          <a:p>
            <a:pPr algn="ctr"/>
            <a:r>
              <a:rPr lang="en-US" sz="1000">
                <a:latin typeface="Montserrat" panose="00000500000000000000" pitchFamily="2" charset="0"/>
              </a:rPr>
              <a:t>Forecast Accuracy (MAPE)</a:t>
            </a:r>
          </a:p>
        </p:txBody>
      </p:sp>
      <p:sp>
        <p:nvSpPr>
          <p:cNvPr id="59" name="TextBox 58">
            <a:extLst>
              <a:ext uri="{FF2B5EF4-FFF2-40B4-BE49-F238E27FC236}">
                <a16:creationId xmlns:a16="http://schemas.microsoft.com/office/drawing/2014/main" id="{F59169CB-AFB6-49E5-47D6-3567B5326D41}"/>
              </a:ext>
            </a:extLst>
          </p:cNvPr>
          <p:cNvSpPr txBox="1"/>
          <p:nvPr/>
        </p:nvSpPr>
        <p:spPr>
          <a:xfrm>
            <a:off x="3314545" y="6036886"/>
            <a:ext cx="1023542" cy="400110"/>
          </a:xfrm>
          <a:prstGeom prst="rect">
            <a:avLst/>
          </a:prstGeom>
          <a:noFill/>
        </p:spPr>
        <p:txBody>
          <a:bodyPr wrap="square">
            <a:spAutoFit/>
          </a:bodyPr>
          <a:lstStyle/>
          <a:p>
            <a:pPr algn="ctr"/>
            <a:r>
              <a:rPr lang="en-US" sz="1000">
                <a:latin typeface="Montserrat" panose="00000500000000000000" pitchFamily="2" charset="0"/>
              </a:rPr>
              <a:t>Yield </a:t>
            </a:r>
            <a:br>
              <a:rPr lang="en-US" sz="1000">
                <a:latin typeface="Montserrat" panose="00000500000000000000" pitchFamily="2" charset="0"/>
              </a:rPr>
            </a:br>
            <a:r>
              <a:rPr lang="en-US" sz="1000">
                <a:latin typeface="Montserrat" panose="00000500000000000000" pitchFamily="2" charset="0"/>
              </a:rPr>
              <a:t>Accuracy (%)</a:t>
            </a:r>
          </a:p>
        </p:txBody>
      </p:sp>
      <p:sp>
        <p:nvSpPr>
          <p:cNvPr id="60" name="TextBox 59">
            <a:extLst>
              <a:ext uri="{FF2B5EF4-FFF2-40B4-BE49-F238E27FC236}">
                <a16:creationId xmlns:a16="http://schemas.microsoft.com/office/drawing/2014/main" id="{333F562C-A63C-6C99-996F-9FEEAB2C8925}"/>
              </a:ext>
            </a:extLst>
          </p:cNvPr>
          <p:cNvSpPr txBox="1"/>
          <p:nvPr/>
        </p:nvSpPr>
        <p:spPr>
          <a:xfrm>
            <a:off x="5016795" y="6036886"/>
            <a:ext cx="866876" cy="400110"/>
          </a:xfrm>
          <a:prstGeom prst="rect">
            <a:avLst/>
          </a:prstGeom>
          <a:noFill/>
        </p:spPr>
        <p:txBody>
          <a:bodyPr wrap="square">
            <a:spAutoFit/>
          </a:bodyPr>
          <a:lstStyle/>
          <a:p>
            <a:pPr algn="ctr"/>
            <a:r>
              <a:rPr lang="en-US" sz="1000">
                <a:latin typeface="Montserrat" panose="00000500000000000000" pitchFamily="2" charset="0"/>
              </a:rPr>
              <a:t>Spoilage &amp; of Sales</a:t>
            </a:r>
          </a:p>
        </p:txBody>
      </p:sp>
      <p:sp>
        <p:nvSpPr>
          <p:cNvPr id="61" name="TextBox 60">
            <a:extLst>
              <a:ext uri="{FF2B5EF4-FFF2-40B4-BE49-F238E27FC236}">
                <a16:creationId xmlns:a16="http://schemas.microsoft.com/office/drawing/2014/main" id="{A37711E0-60E4-9812-09DF-97989E9FB873}"/>
              </a:ext>
            </a:extLst>
          </p:cNvPr>
          <p:cNvSpPr txBox="1"/>
          <p:nvPr/>
        </p:nvSpPr>
        <p:spPr>
          <a:xfrm>
            <a:off x="5970299" y="6036886"/>
            <a:ext cx="1280392" cy="400110"/>
          </a:xfrm>
          <a:prstGeom prst="rect">
            <a:avLst/>
          </a:prstGeom>
          <a:noFill/>
        </p:spPr>
        <p:txBody>
          <a:bodyPr wrap="square">
            <a:spAutoFit/>
          </a:bodyPr>
          <a:lstStyle/>
          <a:p>
            <a:pPr algn="ctr"/>
            <a:r>
              <a:rPr lang="en-US" sz="1000">
                <a:latin typeface="Montserrat" panose="00000500000000000000" pitchFamily="2" charset="0"/>
              </a:rPr>
              <a:t>Inventory Turns</a:t>
            </a:r>
          </a:p>
          <a:p>
            <a:pPr algn="ctr"/>
            <a:r>
              <a:rPr lang="en-US" sz="1000">
                <a:latin typeface="Montserrat" panose="00000500000000000000" pitchFamily="2" charset="0"/>
              </a:rPr>
              <a:t>(Turns/Year)</a:t>
            </a:r>
          </a:p>
        </p:txBody>
      </p:sp>
      <p:sp>
        <p:nvSpPr>
          <p:cNvPr id="62" name="TextBox 61">
            <a:extLst>
              <a:ext uri="{FF2B5EF4-FFF2-40B4-BE49-F238E27FC236}">
                <a16:creationId xmlns:a16="http://schemas.microsoft.com/office/drawing/2014/main" id="{D99C86CA-0A23-B5F6-0BD2-AA54860EED4A}"/>
              </a:ext>
            </a:extLst>
          </p:cNvPr>
          <p:cNvSpPr txBox="1"/>
          <p:nvPr/>
        </p:nvSpPr>
        <p:spPr>
          <a:xfrm>
            <a:off x="7337319" y="6036886"/>
            <a:ext cx="1111625" cy="400110"/>
          </a:xfrm>
          <a:prstGeom prst="rect">
            <a:avLst/>
          </a:prstGeom>
          <a:noFill/>
        </p:spPr>
        <p:txBody>
          <a:bodyPr wrap="square">
            <a:spAutoFit/>
          </a:bodyPr>
          <a:lstStyle/>
          <a:p>
            <a:pPr algn="ctr"/>
            <a:r>
              <a:rPr lang="en-US" sz="1000">
                <a:latin typeface="Montserrat" panose="00000500000000000000" pitchFamily="2" charset="0"/>
              </a:rPr>
              <a:t>Capacity Utilization (%)</a:t>
            </a:r>
          </a:p>
        </p:txBody>
      </p:sp>
      <p:sp>
        <p:nvSpPr>
          <p:cNvPr id="63" name="TextBox 62">
            <a:extLst>
              <a:ext uri="{FF2B5EF4-FFF2-40B4-BE49-F238E27FC236}">
                <a16:creationId xmlns:a16="http://schemas.microsoft.com/office/drawing/2014/main" id="{748F150C-528A-121D-04C8-39D20D8494A2}"/>
              </a:ext>
            </a:extLst>
          </p:cNvPr>
          <p:cNvSpPr txBox="1"/>
          <p:nvPr/>
        </p:nvSpPr>
        <p:spPr>
          <a:xfrm>
            <a:off x="8535572" y="6036886"/>
            <a:ext cx="1198356" cy="400110"/>
          </a:xfrm>
          <a:prstGeom prst="rect">
            <a:avLst/>
          </a:prstGeom>
          <a:noFill/>
        </p:spPr>
        <p:txBody>
          <a:bodyPr wrap="square">
            <a:spAutoFit/>
          </a:bodyPr>
          <a:lstStyle/>
          <a:p>
            <a:pPr algn="ctr"/>
            <a:r>
              <a:rPr lang="en-US" sz="1000">
                <a:latin typeface="Montserrat" panose="00000500000000000000" pitchFamily="2" charset="0"/>
              </a:rPr>
              <a:t>Schedule </a:t>
            </a:r>
            <a:br>
              <a:rPr lang="en-US" sz="1000">
                <a:latin typeface="Montserrat" panose="00000500000000000000" pitchFamily="2" charset="0"/>
              </a:rPr>
            </a:br>
            <a:r>
              <a:rPr lang="en-US" sz="1000">
                <a:latin typeface="Montserrat" panose="00000500000000000000" pitchFamily="2" charset="0"/>
              </a:rPr>
              <a:t>Adherence (%)</a:t>
            </a:r>
          </a:p>
        </p:txBody>
      </p:sp>
      <p:sp>
        <p:nvSpPr>
          <p:cNvPr id="64" name="TextBox 63">
            <a:extLst>
              <a:ext uri="{FF2B5EF4-FFF2-40B4-BE49-F238E27FC236}">
                <a16:creationId xmlns:a16="http://schemas.microsoft.com/office/drawing/2014/main" id="{806E286D-802A-6334-ADCB-83797771745F}"/>
              </a:ext>
            </a:extLst>
          </p:cNvPr>
          <p:cNvSpPr txBox="1"/>
          <p:nvPr/>
        </p:nvSpPr>
        <p:spPr>
          <a:xfrm>
            <a:off x="9820556" y="6036886"/>
            <a:ext cx="989420" cy="400110"/>
          </a:xfrm>
          <a:prstGeom prst="rect">
            <a:avLst/>
          </a:prstGeom>
          <a:noFill/>
        </p:spPr>
        <p:txBody>
          <a:bodyPr wrap="square">
            <a:spAutoFit/>
          </a:bodyPr>
          <a:lstStyle/>
          <a:p>
            <a:pPr algn="ctr"/>
            <a:r>
              <a:rPr lang="en-US" sz="1000">
                <a:latin typeface="Montserrat" panose="00000500000000000000" pitchFamily="2" charset="0"/>
              </a:rPr>
              <a:t>Cost per </a:t>
            </a:r>
            <a:br>
              <a:rPr lang="en-US" sz="1000">
                <a:latin typeface="Montserrat" panose="00000500000000000000" pitchFamily="2" charset="0"/>
              </a:rPr>
            </a:br>
            <a:r>
              <a:rPr lang="en-US" sz="1000">
                <a:latin typeface="Montserrat" panose="00000500000000000000" pitchFamily="2" charset="0"/>
              </a:rPr>
              <a:t>Pound ($)</a:t>
            </a:r>
          </a:p>
        </p:txBody>
      </p:sp>
      <p:sp>
        <p:nvSpPr>
          <p:cNvPr id="65" name="TextBox 64">
            <a:extLst>
              <a:ext uri="{FF2B5EF4-FFF2-40B4-BE49-F238E27FC236}">
                <a16:creationId xmlns:a16="http://schemas.microsoft.com/office/drawing/2014/main" id="{4CE61207-9012-9843-2628-068CCF722B30}"/>
              </a:ext>
            </a:extLst>
          </p:cNvPr>
          <p:cNvSpPr txBox="1"/>
          <p:nvPr/>
        </p:nvSpPr>
        <p:spPr>
          <a:xfrm>
            <a:off x="10896600" y="6036886"/>
            <a:ext cx="886710" cy="400110"/>
          </a:xfrm>
          <a:prstGeom prst="rect">
            <a:avLst/>
          </a:prstGeom>
          <a:noFill/>
        </p:spPr>
        <p:txBody>
          <a:bodyPr wrap="square">
            <a:spAutoFit/>
          </a:bodyPr>
          <a:lstStyle/>
          <a:p>
            <a:pPr algn="ctr"/>
            <a:r>
              <a:rPr lang="en-US" sz="1000">
                <a:latin typeface="Montserrat" panose="00000500000000000000" pitchFamily="2" charset="0"/>
              </a:rPr>
              <a:t>Gross Margin (%)</a:t>
            </a:r>
          </a:p>
        </p:txBody>
      </p:sp>
      <p:sp>
        <p:nvSpPr>
          <p:cNvPr id="66" name="TextBox 65">
            <a:extLst>
              <a:ext uri="{FF2B5EF4-FFF2-40B4-BE49-F238E27FC236}">
                <a16:creationId xmlns:a16="http://schemas.microsoft.com/office/drawing/2014/main" id="{53FC38CA-A3EF-754A-AEC9-F3562400AA7F}"/>
              </a:ext>
            </a:extLst>
          </p:cNvPr>
          <p:cNvSpPr txBox="1"/>
          <p:nvPr/>
        </p:nvSpPr>
        <p:spPr>
          <a:xfrm>
            <a:off x="4424715" y="6036886"/>
            <a:ext cx="505452" cy="400110"/>
          </a:xfrm>
          <a:prstGeom prst="rect">
            <a:avLst/>
          </a:prstGeom>
          <a:noFill/>
        </p:spPr>
        <p:txBody>
          <a:bodyPr wrap="square">
            <a:spAutoFit/>
          </a:bodyPr>
          <a:lstStyle/>
          <a:p>
            <a:pPr algn="ctr"/>
            <a:r>
              <a:rPr lang="en-US" sz="1000">
                <a:latin typeface="Montserrat" panose="00000500000000000000" pitchFamily="2" charset="0"/>
              </a:rPr>
              <a:t>OTIF (%)</a:t>
            </a:r>
          </a:p>
        </p:txBody>
      </p:sp>
      <p:cxnSp>
        <p:nvCxnSpPr>
          <p:cNvPr id="68" name="Straight Connector 67">
            <a:extLst>
              <a:ext uri="{FF2B5EF4-FFF2-40B4-BE49-F238E27FC236}">
                <a16:creationId xmlns:a16="http://schemas.microsoft.com/office/drawing/2014/main" id="{A4DBB830-012B-1FB1-A3CB-C9CC01748F6C}"/>
              </a:ext>
            </a:extLst>
          </p:cNvPr>
          <p:cNvCxnSpPr>
            <a:cxnSpLocks/>
          </p:cNvCxnSpPr>
          <p:nvPr/>
        </p:nvCxnSpPr>
        <p:spPr>
          <a:xfrm>
            <a:off x="3251970" y="5768051"/>
            <a:ext cx="0" cy="61827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D8EEAFC0-C98B-7832-FC9F-6A62EC62CAB9}"/>
              </a:ext>
            </a:extLst>
          </p:cNvPr>
          <p:cNvCxnSpPr>
            <a:cxnSpLocks/>
          </p:cNvCxnSpPr>
          <p:nvPr/>
        </p:nvCxnSpPr>
        <p:spPr>
          <a:xfrm>
            <a:off x="4377652" y="5768051"/>
            <a:ext cx="0" cy="61827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4CBAB4B6-B681-6804-B0F5-423D3B75787E}"/>
              </a:ext>
            </a:extLst>
          </p:cNvPr>
          <p:cNvCxnSpPr>
            <a:cxnSpLocks/>
          </p:cNvCxnSpPr>
          <p:nvPr/>
        </p:nvCxnSpPr>
        <p:spPr>
          <a:xfrm>
            <a:off x="5012947" y="5768051"/>
            <a:ext cx="0" cy="61827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18922736-53F7-F81F-DE23-D8D52C2B1A40}"/>
              </a:ext>
            </a:extLst>
          </p:cNvPr>
          <p:cNvCxnSpPr>
            <a:cxnSpLocks/>
          </p:cNvCxnSpPr>
          <p:nvPr/>
        </p:nvCxnSpPr>
        <p:spPr>
          <a:xfrm>
            <a:off x="5973365" y="5768051"/>
            <a:ext cx="0" cy="61827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74FA81EC-D1EB-5742-3B79-29206541CB19}"/>
              </a:ext>
            </a:extLst>
          </p:cNvPr>
          <p:cNvCxnSpPr>
            <a:cxnSpLocks/>
          </p:cNvCxnSpPr>
          <p:nvPr/>
        </p:nvCxnSpPr>
        <p:spPr>
          <a:xfrm>
            <a:off x="7328984" y="5768051"/>
            <a:ext cx="0" cy="61827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23841E00-7E35-0D60-2881-68B8F1E68D03}"/>
              </a:ext>
            </a:extLst>
          </p:cNvPr>
          <p:cNvCxnSpPr>
            <a:cxnSpLocks/>
          </p:cNvCxnSpPr>
          <p:nvPr/>
        </p:nvCxnSpPr>
        <p:spPr>
          <a:xfrm>
            <a:off x="8533109" y="5768051"/>
            <a:ext cx="0" cy="61827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31BA1AC7-405A-5AED-17F3-86928A41793F}"/>
              </a:ext>
            </a:extLst>
          </p:cNvPr>
          <p:cNvCxnSpPr>
            <a:cxnSpLocks/>
          </p:cNvCxnSpPr>
          <p:nvPr/>
        </p:nvCxnSpPr>
        <p:spPr>
          <a:xfrm>
            <a:off x="9792020" y="5768051"/>
            <a:ext cx="0" cy="61827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5" name="Straight Connector 74">
            <a:extLst>
              <a:ext uri="{FF2B5EF4-FFF2-40B4-BE49-F238E27FC236}">
                <a16:creationId xmlns:a16="http://schemas.microsoft.com/office/drawing/2014/main" id="{14D9F4A5-F23A-423E-70FB-D0B8F45722E8}"/>
              </a:ext>
            </a:extLst>
          </p:cNvPr>
          <p:cNvCxnSpPr>
            <a:cxnSpLocks/>
          </p:cNvCxnSpPr>
          <p:nvPr/>
        </p:nvCxnSpPr>
        <p:spPr>
          <a:xfrm>
            <a:off x="10809976" y="5768051"/>
            <a:ext cx="0" cy="618275"/>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pic>
        <p:nvPicPr>
          <p:cNvPr id="76" name="Graphic 75">
            <a:extLst>
              <a:ext uri="{FF2B5EF4-FFF2-40B4-BE49-F238E27FC236}">
                <a16:creationId xmlns:a16="http://schemas.microsoft.com/office/drawing/2014/main" id="{F17A276E-A572-A803-0173-40E0F738D98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437001" y="5669736"/>
            <a:ext cx="274320" cy="274320"/>
          </a:xfrm>
          <a:prstGeom prst="rect">
            <a:avLst/>
          </a:prstGeom>
        </p:spPr>
      </p:pic>
      <p:pic>
        <p:nvPicPr>
          <p:cNvPr id="77" name="Graphic 76">
            <a:extLst>
              <a:ext uri="{FF2B5EF4-FFF2-40B4-BE49-F238E27FC236}">
                <a16:creationId xmlns:a16="http://schemas.microsoft.com/office/drawing/2014/main" id="{0EB980C1-980E-EB66-CDCE-8A073F66BD7D}"/>
              </a:ext>
            </a:extLst>
          </p:cNvPr>
          <p:cNvPicPr>
            <a:picLocks noChangeAspect="1"/>
          </p:cNvPicPr>
          <p:nvPr/>
        </p:nvPicPr>
        <p:blipFill>
          <a:blip>
            <a:extLst>
              <a:ext uri="{96DAC541-7B7A-43D3-8B79-37D633B846F1}">
                <asvg:svgBlip xmlns:asvg="http://schemas.microsoft.com/office/drawing/2016/SVG/main" r:embed="rId11"/>
              </a:ext>
            </a:extLst>
          </a:blip>
          <a:srcRect t="9473" b="12333"/>
          <a:stretch>
            <a:fillRect/>
          </a:stretch>
        </p:blipFill>
        <p:spPr>
          <a:xfrm>
            <a:off x="3662306" y="5669736"/>
            <a:ext cx="350822" cy="274320"/>
          </a:xfrm>
          <a:prstGeom prst="rect">
            <a:avLst/>
          </a:prstGeom>
        </p:spPr>
      </p:pic>
      <p:pic>
        <p:nvPicPr>
          <p:cNvPr id="79" name="Graphic 78">
            <a:extLst>
              <a:ext uri="{FF2B5EF4-FFF2-40B4-BE49-F238E27FC236}">
                <a16:creationId xmlns:a16="http://schemas.microsoft.com/office/drawing/2014/main" id="{B11E15D2-FE0C-8A85-8590-B948F87F172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587195" y="5669736"/>
            <a:ext cx="274320" cy="274320"/>
          </a:xfrm>
          <a:prstGeom prst="rect">
            <a:avLst/>
          </a:prstGeom>
        </p:spPr>
      </p:pic>
      <p:pic>
        <p:nvPicPr>
          <p:cNvPr id="81" name="Graphic 80">
            <a:extLst>
              <a:ext uri="{FF2B5EF4-FFF2-40B4-BE49-F238E27FC236}">
                <a16:creationId xmlns:a16="http://schemas.microsoft.com/office/drawing/2014/main" id="{C1216741-79D2-D5D6-0594-107C980F66B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304168" y="5669736"/>
            <a:ext cx="274320" cy="274320"/>
          </a:xfrm>
          <a:prstGeom prst="rect">
            <a:avLst/>
          </a:prstGeom>
        </p:spPr>
      </p:pic>
      <p:pic>
        <p:nvPicPr>
          <p:cNvPr id="83" name="Graphic 82">
            <a:extLst>
              <a:ext uri="{FF2B5EF4-FFF2-40B4-BE49-F238E27FC236}">
                <a16:creationId xmlns:a16="http://schemas.microsoft.com/office/drawing/2014/main" id="{C9F658D4-B434-DD47-4D5A-1E0F1CB361DD}"/>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495453" y="5669736"/>
            <a:ext cx="274320" cy="274320"/>
          </a:xfrm>
          <a:prstGeom prst="rect">
            <a:avLst/>
          </a:prstGeom>
        </p:spPr>
      </p:pic>
      <p:pic>
        <p:nvPicPr>
          <p:cNvPr id="85" name="Graphic 84">
            <a:extLst>
              <a:ext uri="{FF2B5EF4-FFF2-40B4-BE49-F238E27FC236}">
                <a16:creationId xmlns:a16="http://schemas.microsoft.com/office/drawing/2014/main" id="{8A1EC284-5B3C-AB76-809E-076A6EBDB11B}"/>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766494" y="5669736"/>
            <a:ext cx="274320" cy="274320"/>
          </a:xfrm>
          <a:prstGeom prst="rect">
            <a:avLst/>
          </a:prstGeom>
        </p:spPr>
      </p:pic>
      <p:pic>
        <p:nvPicPr>
          <p:cNvPr id="87" name="Graphic 86">
            <a:extLst>
              <a:ext uri="{FF2B5EF4-FFF2-40B4-BE49-F238E27FC236}">
                <a16:creationId xmlns:a16="http://schemas.microsoft.com/office/drawing/2014/main" id="{51CE4E5E-A83A-0C34-A39A-97D92BDB9FB8}"/>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8999377" y="5669736"/>
            <a:ext cx="274320" cy="274320"/>
          </a:xfrm>
          <a:prstGeom prst="rect">
            <a:avLst/>
          </a:prstGeom>
        </p:spPr>
      </p:pic>
      <p:pic>
        <p:nvPicPr>
          <p:cNvPr id="89" name="Graphic 88">
            <a:extLst>
              <a:ext uri="{FF2B5EF4-FFF2-40B4-BE49-F238E27FC236}">
                <a16:creationId xmlns:a16="http://schemas.microsoft.com/office/drawing/2014/main" id="{BC67EBB4-D63E-03FF-FEA2-48C40E6C21C9}"/>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0157907" y="5669736"/>
            <a:ext cx="274320" cy="274320"/>
          </a:xfrm>
          <a:prstGeom prst="rect">
            <a:avLst/>
          </a:prstGeom>
        </p:spPr>
      </p:pic>
      <p:pic>
        <p:nvPicPr>
          <p:cNvPr id="91" name="Graphic 90">
            <a:extLst>
              <a:ext uri="{FF2B5EF4-FFF2-40B4-BE49-F238E27FC236}">
                <a16:creationId xmlns:a16="http://schemas.microsoft.com/office/drawing/2014/main" id="{DEA8EA99-8796-3549-6ADF-14DAB6769270}"/>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154628" y="5669736"/>
            <a:ext cx="274320" cy="274320"/>
          </a:xfrm>
          <a:prstGeom prst="rect">
            <a:avLst/>
          </a:prstGeom>
        </p:spPr>
      </p:pic>
    </p:spTree>
    <p:extLst>
      <p:ext uri="{BB962C8B-B14F-4D97-AF65-F5344CB8AC3E}">
        <p14:creationId xmlns:p14="http://schemas.microsoft.com/office/powerpoint/2010/main" val="34592489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DD720-411F-BCC9-21D9-0739DDD88AA2}"/>
            </a:ext>
          </a:extLst>
        </p:cNvPr>
        <p:cNvGrpSpPr/>
        <p:nvPr/>
      </p:nvGrpSpPr>
      <p:grpSpPr>
        <a:xfrm>
          <a:off x="0" y="0"/>
          <a:ext cx="0" cy="0"/>
          <a:chOff x="0" y="0"/>
          <a:chExt cx="0" cy="0"/>
        </a:xfrm>
      </p:grpSpPr>
      <p:sp>
        <p:nvSpPr>
          <p:cNvPr id="30" name="Title 29">
            <a:extLst>
              <a:ext uri="{FF2B5EF4-FFF2-40B4-BE49-F238E27FC236}">
                <a16:creationId xmlns:a16="http://schemas.microsoft.com/office/drawing/2014/main" id="{C35026C3-2AA7-231B-306A-C6A28092BC45}"/>
              </a:ext>
            </a:extLst>
          </p:cNvPr>
          <p:cNvSpPr>
            <a:spLocks noGrp="1"/>
          </p:cNvSpPr>
          <p:nvPr>
            <p:ph type="title"/>
          </p:nvPr>
        </p:nvSpPr>
        <p:spPr>
          <a:xfrm>
            <a:off x="381000" y="342899"/>
            <a:ext cx="11468100" cy="939249"/>
          </a:xfrm>
        </p:spPr>
        <p:txBody>
          <a:bodyPr/>
          <a:lstStyle/>
          <a:p>
            <a:r>
              <a:rPr lang="en-US">
                <a:latin typeface="Montserrat Light"/>
              </a:rPr>
              <a:t>Use case 4: Journey from Reactive to Prescriptive Asset Maintenance</a:t>
            </a:r>
            <a:endParaRPr lang="en-IN"/>
          </a:p>
        </p:txBody>
      </p:sp>
      <p:sp>
        <p:nvSpPr>
          <p:cNvPr id="2" name="Slide Number Placeholder 1">
            <a:extLst>
              <a:ext uri="{FF2B5EF4-FFF2-40B4-BE49-F238E27FC236}">
                <a16:creationId xmlns:a16="http://schemas.microsoft.com/office/drawing/2014/main" id="{D735E3B0-ADA2-419D-5789-7B1971835DDA}"/>
              </a:ext>
            </a:extLst>
          </p:cNvPr>
          <p:cNvSpPr>
            <a:spLocks noGrp="1"/>
          </p:cNvSpPr>
          <p:nvPr>
            <p:ph type="sldNum" sz="quarter" idx="12"/>
          </p:nvPr>
        </p:nvSpPr>
        <p:spPr>
          <a:xfrm>
            <a:off x="9105900" y="6540407"/>
            <a:ext cx="2743200" cy="206375"/>
          </a:xfrm>
        </p:spPr>
        <p:txBody>
          <a:bodyPr/>
          <a:lstStyle/>
          <a:p>
            <a:fld id="{330EA680-D336-4FF7-8B7A-9848BB0A1C32}" type="slidenum">
              <a:rPr lang="en-US" smtClean="0"/>
              <a:t>26</a:t>
            </a:fld>
            <a:endParaRPr lang="en-US"/>
          </a:p>
        </p:txBody>
      </p:sp>
      <p:sp>
        <p:nvSpPr>
          <p:cNvPr id="3" name="Date Placeholder 2">
            <a:extLst>
              <a:ext uri="{FF2B5EF4-FFF2-40B4-BE49-F238E27FC236}">
                <a16:creationId xmlns:a16="http://schemas.microsoft.com/office/drawing/2014/main" id="{B78EF353-27D1-5424-C26F-B003CA15E6C0}"/>
              </a:ext>
            </a:extLst>
          </p:cNvPr>
          <p:cNvSpPr>
            <a:spLocks noGrp="1"/>
          </p:cNvSpPr>
          <p:nvPr>
            <p:ph type="dt" sz="half" idx="2"/>
          </p:nvPr>
        </p:nvSpPr>
        <p:spPr>
          <a:xfrm>
            <a:off x="857250" y="6540407"/>
            <a:ext cx="2743200" cy="206375"/>
          </a:xfrm>
        </p:spPr>
        <p:txBody>
          <a:bodyPr/>
          <a:lstStyle/>
          <a:p>
            <a:r>
              <a:rPr lang="en-US"/>
              <a:t>© SYREN CLOUD INC – 2026 – ALL RIGHTS RESERVED</a:t>
            </a:r>
          </a:p>
        </p:txBody>
      </p:sp>
      <p:pic>
        <p:nvPicPr>
          <p:cNvPr id="6" name="Picture 5" descr="A red and orange circle&#10;&#10;AI-generated content may be incorrect.">
            <a:extLst>
              <a:ext uri="{FF2B5EF4-FFF2-40B4-BE49-F238E27FC236}">
                <a16:creationId xmlns:a16="http://schemas.microsoft.com/office/drawing/2014/main" id="{8C1E5B7A-DA55-A470-9583-29E9DA13EA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5400000">
            <a:off x="-341443" y="2753819"/>
            <a:ext cx="4721250" cy="2361965"/>
          </a:xfrm>
          <a:prstGeom prst="rect">
            <a:avLst/>
          </a:prstGeom>
        </p:spPr>
      </p:pic>
      <p:pic>
        <p:nvPicPr>
          <p:cNvPr id="7" name="Graphic 6">
            <a:extLst>
              <a:ext uri="{FF2B5EF4-FFF2-40B4-BE49-F238E27FC236}">
                <a16:creationId xmlns:a16="http://schemas.microsoft.com/office/drawing/2014/main" id="{7C80847D-FE62-AF99-6427-6B1B1F6105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20087" y="1816707"/>
            <a:ext cx="489748" cy="489748"/>
          </a:xfrm>
          <a:prstGeom prst="rect">
            <a:avLst/>
          </a:prstGeom>
        </p:spPr>
      </p:pic>
      <p:pic>
        <p:nvPicPr>
          <p:cNvPr id="8" name="Graphic 7">
            <a:extLst>
              <a:ext uri="{FF2B5EF4-FFF2-40B4-BE49-F238E27FC236}">
                <a16:creationId xmlns:a16="http://schemas.microsoft.com/office/drawing/2014/main" id="{93E2F8CD-7A22-0664-2B7D-29F29D6FD8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62359" y="2498435"/>
            <a:ext cx="489748" cy="489748"/>
          </a:xfrm>
          <a:prstGeom prst="rect">
            <a:avLst/>
          </a:prstGeom>
        </p:spPr>
      </p:pic>
      <p:pic>
        <p:nvPicPr>
          <p:cNvPr id="9" name="Graphic 8">
            <a:extLst>
              <a:ext uri="{FF2B5EF4-FFF2-40B4-BE49-F238E27FC236}">
                <a16:creationId xmlns:a16="http://schemas.microsoft.com/office/drawing/2014/main" id="{77EFBFFE-DB38-36C9-930F-47F7951A525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584359" y="3619684"/>
            <a:ext cx="489748" cy="489748"/>
          </a:xfrm>
          <a:prstGeom prst="rect">
            <a:avLst/>
          </a:prstGeom>
        </p:spPr>
      </p:pic>
      <p:pic>
        <p:nvPicPr>
          <p:cNvPr id="10" name="Graphic 9">
            <a:extLst>
              <a:ext uri="{FF2B5EF4-FFF2-40B4-BE49-F238E27FC236}">
                <a16:creationId xmlns:a16="http://schemas.microsoft.com/office/drawing/2014/main" id="{ED79476E-5F26-9663-F31A-3A264A64803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207506" y="4980206"/>
            <a:ext cx="426036" cy="426036"/>
          </a:xfrm>
          <a:prstGeom prst="rect">
            <a:avLst/>
          </a:prstGeom>
        </p:spPr>
      </p:pic>
      <p:pic>
        <p:nvPicPr>
          <p:cNvPr id="11" name="Graphic 10">
            <a:extLst>
              <a:ext uri="{FF2B5EF4-FFF2-40B4-BE49-F238E27FC236}">
                <a16:creationId xmlns:a16="http://schemas.microsoft.com/office/drawing/2014/main" id="{B3924C73-948C-399F-706B-EC07A0A3609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206443" y="5654989"/>
            <a:ext cx="416396" cy="416396"/>
          </a:xfrm>
          <a:prstGeom prst="rect">
            <a:avLst/>
          </a:prstGeom>
        </p:spPr>
      </p:pic>
      <p:sp>
        <p:nvSpPr>
          <p:cNvPr id="14" name="TextBox 13">
            <a:extLst>
              <a:ext uri="{FF2B5EF4-FFF2-40B4-BE49-F238E27FC236}">
                <a16:creationId xmlns:a16="http://schemas.microsoft.com/office/drawing/2014/main" id="{940CE942-08B8-C491-B2C6-500487E3EAE4}"/>
              </a:ext>
            </a:extLst>
          </p:cNvPr>
          <p:cNvSpPr txBox="1"/>
          <p:nvPr/>
        </p:nvSpPr>
        <p:spPr>
          <a:xfrm>
            <a:off x="2367357" y="1326772"/>
            <a:ext cx="3164972" cy="584775"/>
          </a:xfrm>
          <a:prstGeom prst="rect">
            <a:avLst/>
          </a:prstGeom>
          <a:noFill/>
        </p:spPr>
        <p:txBody>
          <a:bodyPr wrap="square" lIns="91440" tIns="45720" rIns="91440" bIns="45720" anchor="t">
            <a:spAutoFit/>
          </a:bodyPr>
          <a:lstStyle/>
          <a:p>
            <a:pPr>
              <a:defRPr/>
            </a:pPr>
            <a:r>
              <a:rPr lang="en-US" sz="1200" b="1">
                <a:solidFill>
                  <a:srgbClr val="000000"/>
                </a:solidFill>
                <a:latin typeface="Montserrat"/>
              </a:rPr>
              <a:t>Asset Health</a:t>
            </a:r>
          </a:p>
          <a:p>
            <a:pPr>
              <a:defRPr/>
            </a:pPr>
            <a:r>
              <a:rPr lang="en-US" sz="1000">
                <a:solidFill>
                  <a:srgbClr val="000000"/>
                </a:solidFill>
                <a:latin typeface="Montserrat"/>
              </a:rPr>
              <a:t>Get a 360-degree view to asset lifecycle history and health ​</a:t>
            </a:r>
          </a:p>
        </p:txBody>
      </p:sp>
      <p:sp>
        <p:nvSpPr>
          <p:cNvPr id="15" name="TextBox 14">
            <a:extLst>
              <a:ext uri="{FF2B5EF4-FFF2-40B4-BE49-F238E27FC236}">
                <a16:creationId xmlns:a16="http://schemas.microsoft.com/office/drawing/2014/main" id="{28FE1B75-5959-44EA-47AB-5EF9792BB5D3}"/>
              </a:ext>
            </a:extLst>
          </p:cNvPr>
          <p:cNvSpPr txBox="1"/>
          <p:nvPr/>
        </p:nvSpPr>
        <p:spPr>
          <a:xfrm>
            <a:off x="3392358" y="2191844"/>
            <a:ext cx="2931578" cy="584775"/>
          </a:xfrm>
          <a:prstGeom prst="rect">
            <a:avLst/>
          </a:prstGeom>
          <a:noFill/>
        </p:spPr>
        <p:txBody>
          <a:bodyPr wrap="square" lIns="91440" tIns="45720" rIns="91440" bIns="45720" anchor="t">
            <a:spAutoFit/>
          </a:bodyPr>
          <a:lstStyle/>
          <a:p>
            <a:pPr>
              <a:defRPr/>
            </a:pPr>
            <a:r>
              <a:rPr lang="en-US" sz="1200" b="1">
                <a:solidFill>
                  <a:srgbClr val="000000"/>
                </a:solidFill>
                <a:latin typeface="Montserrat"/>
              </a:rPr>
              <a:t>Reactive Alerts</a:t>
            </a:r>
          </a:p>
          <a:p>
            <a:pPr>
              <a:defRPr/>
            </a:pPr>
            <a:r>
              <a:rPr lang="en-US" sz="1000">
                <a:solidFill>
                  <a:srgbClr val="000000"/>
                </a:solidFill>
                <a:latin typeface="Montserrat"/>
              </a:rPr>
              <a:t>Detect issues in real time and notify teams for immediate action.</a:t>
            </a:r>
          </a:p>
        </p:txBody>
      </p:sp>
      <p:sp>
        <p:nvSpPr>
          <p:cNvPr id="16" name="TextBox 15">
            <a:extLst>
              <a:ext uri="{FF2B5EF4-FFF2-40B4-BE49-F238E27FC236}">
                <a16:creationId xmlns:a16="http://schemas.microsoft.com/office/drawing/2014/main" id="{189CE7E2-86D9-ABA2-47A7-CED23F97A348}"/>
              </a:ext>
            </a:extLst>
          </p:cNvPr>
          <p:cNvSpPr txBox="1"/>
          <p:nvPr/>
        </p:nvSpPr>
        <p:spPr>
          <a:xfrm>
            <a:off x="3695294" y="3629467"/>
            <a:ext cx="2856057" cy="584775"/>
          </a:xfrm>
          <a:prstGeom prst="rect">
            <a:avLst/>
          </a:prstGeom>
          <a:noFill/>
        </p:spPr>
        <p:txBody>
          <a:bodyPr wrap="square" lIns="91440" tIns="45720" rIns="91440" bIns="45720" anchor="t">
            <a:spAutoFit/>
          </a:bodyPr>
          <a:lstStyle/>
          <a:p>
            <a:pPr>
              <a:defRPr/>
            </a:pPr>
            <a:r>
              <a:rPr lang="en-US" sz="1200" b="1">
                <a:solidFill>
                  <a:srgbClr val="000000"/>
                </a:solidFill>
                <a:latin typeface="Montserrat"/>
              </a:rPr>
              <a:t>Predictive Alerts</a:t>
            </a:r>
          </a:p>
          <a:p>
            <a:pPr>
              <a:defRPr/>
            </a:pPr>
            <a:r>
              <a:rPr lang="en-US" sz="1000">
                <a:solidFill>
                  <a:srgbClr val="000000"/>
                </a:solidFill>
                <a:latin typeface="Montserrat"/>
              </a:rPr>
              <a:t>Forecast potential failures before they occur using AI-driven insights..</a:t>
            </a:r>
          </a:p>
        </p:txBody>
      </p:sp>
      <p:sp>
        <p:nvSpPr>
          <p:cNvPr id="17" name="TextBox 16">
            <a:extLst>
              <a:ext uri="{FF2B5EF4-FFF2-40B4-BE49-F238E27FC236}">
                <a16:creationId xmlns:a16="http://schemas.microsoft.com/office/drawing/2014/main" id="{D9B8BA43-82CB-2FD0-01D3-CCFE76EE51C5}"/>
              </a:ext>
            </a:extLst>
          </p:cNvPr>
          <p:cNvSpPr txBox="1"/>
          <p:nvPr/>
        </p:nvSpPr>
        <p:spPr>
          <a:xfrm>
            <a:off x="3510271" y="4456944"/>
            <a:ext cx="3172568" cy="769441"/>
          </a:xfrm>
          <a:prstGeom prst="rect">
            <a:avLst/>
          </a:prstGeom>
          <a:noFill/>
        </p:spPr>
        <p:txBody>
          <a:bodyPr wrap="square" lIns="91440" tIns="45720" rIns="91440" bIns="45720" anchor="t">
            <a:spAutoFit/>
          </a:bodyPr>
          <a:lstStyle/>
          <a:p>
            <a:pPr>
              <a:defRPr/>
            </a:pPr>
            <a:r>
              <a:rPr lang="en-US" sz="1200" b="1">
                <a:solidFill>
                  <a:srgbClr val="000000"/>
                </a:solidFill>
                <a:latin typeface="Montserrat"/>
              </a:rPr>
              <a:t>Prescriptive Alerts &amp; Root cause Analysis</a:t>
            </a:r>
          </a:p>
          <a:p>
            <a:pPr>
              <a:defRPr/>
            </a:pPr>
            <a:r>
              <a:rPr lang="en-US" sz="1000">
                <a:solidFill>
                  <a:srgbClr val="000000"/>
                </a:solidFill>
                <a:latin typeface="Montserrat"/>
              </a:rPr>
              <a:t>Identify root causes and recommend the best corrective actions to minimize downtime.</a:t>
            </a:r>
          </a:p>
        </p:txBody>
      </p:sp>
      <p:sp>
        <p:nvSpPr>
          <p:cNvPr id="18" name="TextBox 17">
            <a:extLst>
              <a:ext uri="{FF2B5EF4-FFF2-40B4-BE49-F238E27FC236}">
                <a16:creationId xmlns:a16="http://schemas.microsoft.com/office/drawing/2014/main" id="{EEB63DF8-2D3D-7BF3-AEB2-51741A4FFA2E}"/>
              </a:ext>
            </a:extLst>
          </p:cNvPr>
          <p:cNvSpPr txBox="1"/>
          <p:nvPr/>
        </p:nvSpPr>
        <p:spPr>
          <a:xfrm>
            <a:off x="2468330" y="5817569"/>
            <a:ext cx="4209079" cy="584775"/>
          </a:xfrm>
          <a:prstGeom prst="rect">
            <a:avLst/>
          </a:prstGeom>
          <a:noFill/>
        </p:spPr>
        <p:txBody>
          <a:bodyPr wrap="square" lIns="91440" tIns="45720" rIns="91440" bIns="45720" anchor="t">
            <a:spAutoFit/>
          </a:bodyPr>
          <a:lstStyle/>
          <a:p>
            <a:pPr>
              <a:defRPr/>
            </a:pPr>
            <a:r>
              <a:rPr lang="en-US" sz="1200" b="1">
                <a:solidFill>
                  <a:srgbClr val="000000"/>
                </a:solidFill>
                <a:latin typeface="Montserrat"/>
              </a:rPr>
              <a:t>Agentic alerts and Task management</a:t>
            </a:r>
          </a:p>
          <a:p>
            <a:pPr>
              <a:defRPr/>
            </a:pPr>
            <a:r>
              <a:rPr lang="en-US" sz="1000">
                <a:solidFill>
                  <a:srgbClr val="000000"/>
                </a:solidFill>
                <a:latin typeface="Montserrat"/>
              </a:rPr>
              <a:t>Autonomous AI agents prioritize, investigate, and initiate actions without manual intervention.</a:t>
            </a:r>
          </a:p>
        </p:txBody>
      </p:sp>
      <p:sp>
        <p:nvSpPr>
          <p:cNvPr id="19" name="Oval 18">
            <a:extLst>
              <a:ext uri="{FF2B5EF4-FFF2-40B4-BE49-F238E27FC236}">
                <a16:creationId xmlns:a16="http://schemas.microsoft.com/office/drawing/2014/main" id="{D8EF21E8-9110-5302-B0C0-20938F66ACB4}"/>
              </a:ext>
            </a:extLst>
          </p:cNvPr>
          <p:cNvSpPr/>
          <p:nvPr/>
        </p:nvSpPr>
        <p:spPr>
          <a:xfrm>
            <a:off x="1531399" y="1588457"/>
            <a:ext cx="182880" cy="182880"/>
          </a:xfrm>
          <a:prstGeom prst="ellipse">
            <a:avLst/>
          </a:prstGeom>
          <a:solidFill>
            <a:schemeClr val="accent2"/>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EFFFF"/>
              </a:solidFill>
              <a:effectLst/>
              <a:uLnTx/>
              <a:uFillTx/>
              <a:latin typeface="Calibri" panose="020F0502020204030204"/>
              <a:ea typeface="+mn-ea"/>
              <a:cs typeface="+mn-cs"/>
            </a:endParaRPr>
          </a:p>
        </p:txBody>
      </p:sp>
      <p:sp>
        <p:nvSpPr>
          <p:cNvPr id="20" name="Oval 19">
            <a:extLst>
              <a:ext uri="{FF2B5EF4-FFF2-40B4-BE49-F238E27FC236}">
                <a16:creationId xmlns:a16="http://schemas.microsoft.com/office/drawing/2014/main" id="{15B3F956-DAEF-6001-0518-D5E84557EDC3}"/>
              </a:ext>
            </a:extLst>
          </p:cNvPr>
          <p:cNvSpPr/>
          <p:nvPr/>
        </p:nvSpPr>
        <p:spPr>
          <a:xfrm>
            <a:off x="2740478" y="2528055"/>
            <a:ext cx="182880" cy="182880"/>
          </a:xfrm>
          <a:prstGeom prst="ellipse">
            <a:avLst/>
          </a:prstGeom>
          <a:solidFill>
            <a:srgbClr val="E53000"/>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EFFFF"/>
              </a:solidFill>
              <a:effectLst/>
              <a:uLnTx/>
              <a:uFillTx/>
              <a:latin typeface="Calibri" panose="020F0502020204030204"/>
              <a:ea typeface="+mn-ea"/>
              <a:cs typeface="+mn-cs"/>
            </a:endParaRPr>
          </a:p>
        </p:txBody>
      </p:sp>
      <p:sp>
        <p:nvSpPr>
          <p:cNvPr id="21" name="Oval 20">
            <a:extLst>
              <a:ext uri="{FF2B5EF4-FFF2-40B4-BE49-F238E27FC236}">
                <a16:creationId xmlns:a16="http://schemas.microsoft.com/office/drawing/2014/main" id="{87D0D2D3-D50B-A591-51ED-E75C7BB750A3}"/>
              </a:ext>
            </a:extLst>
          </p:cNvPr>
          <p:cNvSpPr/>
          <p:nvPr/>
        </p:nvSpPr>
        <p:spPr>
          <a:xfrm>
            <a:off x="3142369" y="3830415"/>
            <a:ext cx="182880" cy="182880"/>
          </a:xfrm>
          <a:prstGeom prst="ellipse">
            <a:avLst/>
          </a:prstGeom>
          <a:solidFill>
            <a:srgbClr val="F64F18"/>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EFFFF"/>
              </a:solidFill>
              <a:effectLst/>
              <a:uLnTx/>
              <a:uFillTx/>
              <a:latin typeface="Calibri" panose="020F0502020204030204"/>
              <a:ea typeface="+mn-ea"/>
              <a:cs typeface="+mn-cs"/>
            </a:endParaRPr>
          </a:p>
        </p:txBody>
      </p:sp>
      <p:sp>
        <p:nvSpPr>
          <p:cNvPr id="22" name="Oval 21">
            <a:extLst>
              <a:ext uri="{FF2B5EF4-FFF2-40B4-BE49-F238E27FC236}">
                <a16:creationId xmlns:a16="http://schemas.microsoft.com/office/drawing/2014/main" id="{7F1742F3-CAA3-504C-BE20-D11C8FBD7740}"/>
              </a:ext>
            </a:extLst>
          </p:cNvPr>
          <p:cNvSpPr/>
          <p:nvPr/>
        </p:nvSpPr>
        <p:spPr>
          <a:xfrm>
            <a:off x="2736905" y="5153497"/>
            <a:ext cx="182880" cy="182880"/>
          </a:xfrm>
          <a:prstGeom prst="ellipse">
            <a:avLst/>
          </a:prstGeom>
          <a:solidFill>
            <a:srgbClr val="FA9574"/>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EFFFF"/>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AF606A03-177D-0623-A23B-3CD5D44E9501}"/>
              </a:ext>
            </a:extLst>
          </p:cNvPr>
          <p:cNvSpPr/>
          <p:nvPr/>
        </p:nvSpPr>
        <p:spPr>
          <a:xfrm>
            <a:off x="1582717" y="6084782"/>
            <a:ext cx="182880" cy="182880"/>
          </a:xfrm>
          <a:prstGeom prst="ellipse">
            <a:avLst/>
          </a:prstGeom>
          <a:solidFill>
            <a:srgbClr val="FDDCD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EFFFF"/>
              </a:solidFill>
              <a:effectLst/>
              <a:uLnTx/>
              <a:uFillTx/>
              <a:latin typeface="Calibri" panose="020F0502020204030204"/>
              <a:ea typeface="+mn-ea"/>
              <a:cs typeface="+mn-cs"/>
            </a:endParaRPr>
          </a:p>
        </p:txBody>
      </p:sp>
      <p:cxnSp>
        <p:nvCxnSpPr>
          <p:cNvPr id="24" name="Connector: Elbow 23">
            <a:extLst>
              <a:ext uri="{FF2B5EF4-FFF2-40B4-BE49-F238E27FC236}">
                <a16:creationId xmlns:a16="http://schemas.microsoft.com/office/drawing/2014/main" id="{54888008-4062-2901-047E-379D06119941}"/>
              </a:ext>
            </a:extLst>
          </p:cNvPr>
          <p:cNvCxnSpPr>
            <a:cxnSpLocks/>
            <a:stCxn id="23" idx="6"/>
            <a:endCxn id="18" idx="1"/>
          </p:cNvCxnSpPr>
          <p:nvPr/>
        </p:nvCxnSpPr>
        <p:spPr>
          <a:xfrm flipV="1">
            <a:off x="1765597" y="6109957"/>
            <a:ext cx="702733" cy="66265"/>
          </a:xfrm>
          <a:prstGeom prst="bentConnector3">
            <a:avLst>
              <a:gd name="adj1" fmla="val 50000"/>
            </a:avLst>
          </a:prstGeom>
          <a:ln>
            <a:prstDash val="dash"/>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FA5F3B6A-0473-877E-4CA8-FEE70B1E9211}"/>
              </a:ext>
            </a:extLst>
          </p:cNvPr>
          <p:cNvCxnSpPr>
            <a:cxnSpLocks/>
            <a:stCxn id="21" idx="6"/>
            <a:endCxn id="16" idx="1"/>
          </p:cNvCxnSpPr>
          <p:nvPr/>
        </p:nvCxnSpPr>
        <p:spPr>
          <a:xfrm>
            <a:off x="3325249" y="3921855"/>
            <a:ext cx="370045"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6" name="Connector: Elbow 25">
            <a:extLst>
              <a:ext uri="{FF2B5EF4-FFF2-40B4-BE49-F238E27FC236}">
                <a16:creationId xmlns:a16="http://schemas.microsoft.com/office/drawing/2014/main" id="{65A25607-0CD1-3585-14DA-D4632C9270DB}"/>
              </a:ext>
            </a:extLst>
          </p:cNvPr>
          <p:cNvCxnSpPr>
            <a:cxnSpLocks/>
            <a:stCxn id="19" idx="6"/>
            <a:endCxn id="14" idx="1"/>
          </p:cNvCxnSpPr>
          <p:nvPr/>
        </p:nvCxnSpPr>
        <p:spPr>
          <a:xfrm flipV="1">
            <a:off x="1714279" y="1619160"/>
            <a:ext cx="653078" cy="60737"/>
          </a:xfrm>
          <a:prstGeom prst="bentConnector3">
            <a:avLst/>
          </a:prstGeom>
          <a:ln>
            <a:prstDash val="dash"/>
          </a:ln>
        </p:spPr>
        <p:style>
          <a:lnRef idx="1">
            <a:schemeClr val="dk1"/>
          </a:lnRef>
          <a:fillRef idx="0">
            <a:schemeClr val="dk1"/>
          </a:fillRef>
          <a:effectRef idx="0">
            <a:schemeClr val="dk1"/>
          </a:effectRef>
          <a:fontRef idx="minor">
            <a:schemeClr val="tx1"/>
          </a:fontRef>
        </p:style>
      </p:cxnSp>
      <p:cxnSp>
        <p:nvCxnSpPr>
          <p:cNvPr id="27" name="Connector: Elbow 26">
            <a:extLst>
              <a:ext uri="{FF2B5EF4-FFF2-40B4-BE49-F238E27FC236}">
                <a16:creationId xmlns:a16="http://schemas.microsoft.com/office/drawing/2014/main" id="{2DCA8B76-01DA-47CF-51E0-C83BC72EC8B1}"/>
              </a:ext>
            </a:extLst>
          </p:cNvPr>
          <p:cNvCxnSpPr>
            <a:cxnSpLocks/>
            <a:stCxn id="20" idx="6"/>
            <a:endCxn id="15" idx="1"/>
          </p:cNvCxnSpPr>
          <p:nvPr/>
        </p:nvCxnSpPr>
        <p:spPr>
          <a:xfrm flipV="1">
            <a:off x="2923358" y="2484232"/>
            <a:ext cx="469000" cy="135263"/>
          </a:xfrm>
          <a:prstGeom prst="bentConnector3">
            <a:avLst/>
          </a:prstGeom>
          <a:ln>
            <a:prstDash val="dash"/>
          </a:ln>
        </p:spPr>
        <p:style>
          <a:lnRef idx="1">
            <a:schemeClr val="dk1"/>
          </a:lnRef>
          <a:fillRef idx="0">
            <a:schemeClr val="dk1"/>
          </a:fillRef>
          <a:effectRef idx="0">
            <a:schemeClr val="dk1"/>
          </a:effectRef>
          <a:fontRef idx="minor">
            <a:schemeClr val="tx1"/>
          </a:fontRef>
        </p:style>
      </p:cxnSp>
      <p:cxnSp>
        <p:nvCxnSpPr>
          <p:cNvPr id="29" name="Connector: Elbow 28">
            <a:extLst>
              <a:ext uri="{FF2B5EF4-FFF2-40B4-BE49-F238E27FC236}">
                <a16:creationId xmlns:a16="http://schemas.microsoft.com/office/drawing/2014/main" id="{85E79014-8001-6DC8-B530-6DC07F9654D4}"/>
              </a:ext>
            </a:extLst>
          </p:cNvPr>
          <p:cNvCxnSpPr>
            <a:cxnSpLocks/>
            <a:stCxn id="22" idx="6"/>
            <a:endCxn id="17" idx="1"/>
          </p:cNvCxnSpPr>
          <p:nvPr/>
        </p:nvCxnSpPr>
        <p:spPr>
          <a:xfrm flipV="1">
            <a:off x="2919785" y="4841665"/>
            <a:ext cx="590486" cy="403272"/>
          </a:xfrm>
          <a:prstGeom prst="bentConnector3">
            <a:avLst>
              <a:gd name="adj1" fmla="val 50000"/>
            </a:avLst>
          </a:prstGeom>
          <a:ln>
            <a:prstDash val="dash"/>
          </a:ln>
        </p:spPr>
        <p:style>
          <a:lnRef idx="1">
            <a:schemeClr val="dk1"/>
          </a:lnRef>
          <a:fillRef idx="0">
            <a:schemeClr val="dk1"/>
          </a:fillRef>
          <a:effectRef idx="0">
            <a:schemeClr val="dk1"/>
          </a:effectRef>
          <a:fontRef idx="minor">
            <a:schemeClr val="tx1"/>
          </a:fontRef>
        </p:style>
      </p:cxnSp>
      <p:graphicFrame>
        <p:nvGraphicFramePr>
          <p:cNvPr id="34" name="Table 33">
            <a:extLst>
              <a:ext uri="{FF2B5EF4-FFF2-40B4-BE49-F238E27FC236}">
                <a16:creationId xmlns:a16="http://schemas.microsoft.com/office/drawing/2014/main" id="{707400E7-C254-C00D-F892-D37C15171D8C}"/>
              </a:ext>
            </a:extLst>
          </p:cNvPr>
          <p:cNvGraphicFramePr>
            <a:graphicFrameLocks noGrp="1"/>
          </p:cNvGraphicFramePr>
          <p:nvPr>
            <p:extLst>
              <p:ext uri="{D42A27DB-BD31-4B8C-83A1-F6EECF244321}">
                <p14:modId xmlns:p14="http://schemas.microsoft.com/office/powerpoint/2010/main" val="1371542333"/>
              </p:ext>
            </p:extLst>
          </p:nvPr>
        </p:nvGraphicFramePr>
        <p:xfrm>
          <a:off x="6720850" y="1679898"/>
          <a:ext cx="5128250" cy="3992880"/>
        </p:xfrm>
        <a:graphic>
          <a:graphicData uri="http://schemas.openxmlformats.org/drawingml/2006/table">
            <a:tbl>
              <a:tblPr bandRow="1">
                <a:tableStyleId>{5940675A-B579-460E-94D1-54222C63F5DA}</a:tableStyleId>
              </a:tblPr>
              <a:tblGrid>
                <a:gridCol w="1131972">
                  <a:extLst>
                    <a:ext uri="{9D8B030D-6E8A-4147-A177-3AD203B41FA5}">
                      <a16:colId xmlns:a16="http://schemas.microsoft.com/office/drawing/2014/main" val="72419748"/>
                    </a:ext>
                  </a:extLst>
                </a:gridCol>
                <a:gridCol w="1089199">
                  <a:extLst>
                    <a:ext uri="{9D8B030D-6E8A-4147-A177-3AD203B41FA5}">
                      <a16:colId xmlns:a16="http://schemas.microsoft.com/office/drawing/2014/main" val="2391427369"/>
                    </a:ext>
                  </a:extLst>
                </a:gridCol>
                <a:gridCol w="1870732">
                  <a:extLst>
                    <a:ext uri="{9D8B030D-6E8A-4147-A177-3AD203B41FA5}">
                      <a16:colId xmlns:a16="http://schemas.microsoft.com/office/drawing/2014/main" val="3574434364"/>
                    </a:ext>
                  </a:extLst>
                </a:gridCol>
                <a:gridCol w="1036347">
                  <a:extLst>
                    <a:ext uri="{9D8B030D-6E8A-4147-A177-3AD203B41FA5}">
                      <a16:colId xmlns:a16="http://schemas.microsoft.com/office/drawing/2014/main" val="2564490228"/>
                    </a:ext>
                  </a:extLst>
                </a:gridCol>
              </a:tblGrid>
              <a:tr h="0">
                <a:tc>
                  <a:txBody>
                    <a:bodyPr/>
                    <a:lstStyle/>
                    <a:p>
                      <a:pPr algn="l">
                        <a:buNone/>
                      </a:pPr>
                      <a:r>
                        <a:rPr lang="en-US" sz="1000" b="1">
                          <a:solidFill>
                            <a:schemeClr val="bg1"/>
                          </a:solidFill>
                          <a:effectLst/>
                          <a:latin typeface="Montserrat" panose="00000500000000000000" pitchFamily="2" charset="0"/>
                        </a:rPr>
                        <a:t>Capability</a:t>
                      </a:r>
                    </a:p>
                  </a:txBody>
                  <a:tcPr marT="91440" marB="91440">
                    <a:lnL w="12700" cmpd="sng">
                      <a:noFill/>
                    </a:lnL>
                    <a:lnR w="12700" cmpd="sng">
                      <a:noFill/>
                    </a:lnR>
                    <a:lnT w="12700" cmpd="sng">
                      <a:noFill/>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1A1A1A"/>
                    </a:solidFill>
                  </a:tcPr>
                </a:tc>
                <a:tc>
                  <a:txBody>
                    <a:bodyPr/>
                    <a:lstStyle/>
                    <a:p>
                      <a:pPr algn="l">
                        <a:buNone/>
                      </a:pPr>
                      <a:r>
                        <a:rPr lang="en-US" sz="1000" b="1">
                          <a:solidFill>
                            <a:schemeClr val="bg1"/>
                          </a:solidFill>
                          <a:effectLst/>
                          <a:latin typeface="Montserrat" panose="00000500000000000000" pitchFamily="2" charset="0"/>
                        </a:rPr>
                        <a:t>Focus Area</a:t>
                      </a:r>
                    </a:p>
                  </a:txBody>
                  <a:tcPr marT="91440" marB="91440">
                    <a:lnL w="12700" cmpd="sng">
                      <a:noFill/>
                    </a:lnL>
                    <a:lnR w="12700" cmpd="sng">
                      <a:noFill/>
                    </a:lnR>
                    <a:lnT w="12700" cmpd="sng">
                      <a:noFill/>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1A1A1A"/>
                    </a:solidFill>
                  </a:tcPr>
                </a:tc>
                <a:tc>
                  <a:txBody>
                    <a:bodyPr/>
                    <a:lstStyle/>
                    <a:p>
                      <a:pPr algn="l">
                        <a:buNone/>
                      </a:pPr>
                      <a:r>
                        <a:rPr lang="en-US" sz="1000" b="1">
                          <a:solidFill>
                            <a:schemeClr val="bg1"/>
                          </a:solidFill>
                          <a:effectLst/>
                          <a:latin typeface="Montserrat" panose="00000500000000000000" pitchFamily="2" charset="0"/>
                        </a:rPr>
                        <a:t>Business Impact</a:t>
                      </a:r>
                    </a:p>
                  </a:txBody>
                  <a:tcPr marT="91440" marB="91440">
                    <a:lnL w="12700" cmpd="sng">
                      <a:noFill/>
                    </a:lnL>
                    <a:lnR w="12700" cmpd="sng">
                      <a:noFill/>
                    </a:lnR>
                    <a:lnT w="12700" cmpd="sng">
                      <a:noFill/>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1A1A1A"/>
                    </a:solidFill>
                  </a:tcPr>
                </a:tc>
                <a:tc>
                  <a:txBody>
                    <a:bodyPr/>
                    <a:lstStyle/>
                    <a:p>
                      <a:pPr algn="l">
                        <a:buNone/>
                      </a:pPr>
                      <a:r>
                        <a:rPr lang="en-US" sz="1000" b="1">
                          <a:solidFill>
                            <a:schemeClr val="bg1"/>
                          </a:solidFill>
                          <a:effectLst/>
                          <a:latin typeface="Montserrat" panose="00000500000000000000" pitchFamily="2" charset="0"/>
                        </a:rPr>
                        <a:t>Primary KPI</a:t>
                      </a:r>
                    </a:p>
                  </a:txBody>
                  <a:tcPr marT="91440" marB="91440">
                    <a:lnL w="12700" cmpd="sng">
                      <a:noFill/>
                    </a:lnL>
                    <a:lnR w="12700" cmpd="sng">
                      <a:noFill/>
                    </a:lnR>
                    <a:lnT w="12700" cmpd="sng">
                      <a:noFill/>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1A1A1A"/>
                    </a:solidFill>
                  </a:tcPr>
                </a:tc>
                <a:extLst>
                  <a:ext uri="{0D108BD9-81ED-4DB2-BD59-A6C34878D82A}">
                    <a16:rowId xmlns:a16="http://schemas.microsoft.com/office/drawing/2014/main" val="3022833674"/>
                  </a:ext>
                </a:extLst>
              </a:tr>
              <a:tr h="0">
                <a:tc>
                  <a:txBody>
                    <a:bodyPr/>
                    <a:lstStyle/>
                    <a:p>
                      <a:pPr algn="l">
                        <a:buNone/>
                      </a:pPr>
                      <a:r>
                        <a:rPr lang="en-US" sz="900" b="1">
                          <a:solidFill>
                            <a:schemeClr val="tx1"/>
                          </a:solidFill>
                          <a:effectLst/>
                          <a:latin typeface="Montserrat" panose="00000500000000000000" pitchFamily="2" charset="0"/>
                        </a:rPr>
                        <a:t>Asset Health</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buNone/>
                      </a:pPr>
                      <a:r>
                        <a:rPr lang="en-US" sz="900">
                          <a:solidFill>
                            <a:schemeClr val="tx1"/>
                          </a:solidFill>
                          <a:effectLst/>
                          <a:latin typeface="Montserrat" panose="00000500000000000000" pitchFamily="2" charset="0"/>
                        </a:rPr>
                        <a:t>Continuous asset condition monitoring</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buNone/>
                      </a:pPr>
                      <a:r>
                        <a:rPr lang="en-US" sz="900">
                          <a:solidFill>
                            <a:schemeClr val="tx1"/>
                          </a:solidFill>
                          <a:effectLst/>
                          <a:latin typeface="Montserrat" panose="00000500000000000000" pitchFamily="2" charset="0"/>
                        </a:rPr>
                        <a:t>Improve equipment reliability and availability</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buNone/>
                      </a:pPr>
                      <a:r>
                        <a:rPr lang="en-US" sz="900">
                          <a:solidFill>
                            <a:schemeClr val="tx1"/>
                          </a:solidFill>
                          <a:effectLst/>
                          <a:latin typeface="Montserrat" panose="00000500000000000000" pitchFamily="2" charset="0"/>
                        </a:rPr>
                        <a:t>Asset Health Score, Uptime %, MTBF</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62330519"/>
                  </a:ext>
                </a:extLst>
              </a:tr>
              <a:tr h="0">
                <a:tc>
                  <a:txBody>
                    <a:bodyPr/>
                    <a:lstStyle/>
                    <a:p>
                      <a:pPr algn="l">
                        <a:buNone/>
                      </a:pPr>
                      <a:r>
                        <a:rPr lang="en-US" sz="900" b="1">
                          <a:solidFill>
                            <a:schemeClr val="tx1"/>
                          </a:solidFill>
                          <a:effectLst/>
                          <a:latin typeface="Montserrat" panose="00000500000000000000" pitchFamily="2" charset="0"/>
                        </a:rPr>
                        <a:t>Reactive Alerts</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buNone/>
                      </a:pPr>
                      <a:r>
                        <a:rPr lang="en-US" sz="900">
                          <a:solidFill>
                            <a:schemeClr val="tx1"/>
                          </a:solidFill>
                          <a:effectLst/>
                          <a:latin typeface="Montserrat" panose="00000500000000000000" pitchFamily="2" charset="0"/>
                        </a:rPr>
                        <a:t>Real-time anomaly detection</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buNone/>
                      </a:pPr>
                      <a:r>
                        <a:rPr lang="en-US" sz="900">
                          <a:solidFill>
                            <a:schemeClr val="tx1"/>
                          </a:solidFill>
                          <a:effectLst/>
                          <a:latin typeface="Montserrat" panose="00000500000000000000" pitchFamily="2" charset="0"/>
                        </a:rPr>
                        <a:t>Reduce response time and minimize production disruptions</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buNone/>
                      </a:pPr>
                      <a:r>
                        <a:rPr lang="en-US" sz="900">
                          <a:solidFill>
                            <a:schemeClr val="tx1"/>
                          </a:solidFill>
                          <a:effectLst/>
                          <a:latin typeface="Montserrat" panose="00000500000000000000" pitchFamily="2" charset="0"/>
                        </a:rPr>
                        <a:t>Alert Response Time, MTTR</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58488269"/>
                  </a:ext>
                </a:extLst>
              </a:tr>
              <a:tr h="0">
                <a:tc>
                  <a:txBody>
                    <a:bodyPr/>
                    <a:lstStyle/>
                    <a:p>
                      <a:pPr algn="l">
                        <a:buNone/>
                      </a:pPr>
                      <a:r>
                        <a:rPr lang="en-US" sz="900" b="1">
                          <a:solidFill>
                            <a:schemeClr val="tx1"/>
                          </a:solidFill>
                          <a:effectLst/>
                          <a:latin typeface="Montserrat" panose="00000500000000000000" pitchFamily="2" charset="0"/>
                        </a:rPr>
                        <a:t>Predictive Alerts</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buNone/>
                      </a:pPr>
                      <a:r>
                        <a:rPr lang="en-US" sz="900">
                          <a:solidFill>
                            <a:schemeClr val="tx1"/>
                          </a:solidFill>
                          <a:effectLst/>
                          <a:latin typeface="Montserrat" panose="00000500000000000000" pitchFamily="2" charset="0"/>
                        </a:rPr>
                        <a:t>Failure prediction &amp; early warning</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buNone/>
                      </a:pPr>
                      <a:r>
                        <a:rPr lang="en-US" sz="900">
                          <a:solidFill>
                            <a:schemeClr val="tx1"/>
                          </a:solidFill>
                          <a:effectLst/>
                          <a:latin typeface="Montserrat" panose="00000500000000000000" pitchFamily="2" charset="0"/>
                        </a:rPr>
                        <a:t>Prevent unplanned downtime and maintenance costs</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buNone/>
                      </a:pPr>
                      <a:r>
                        <a:rPr lang="en-US" sz="900">
                          <a:solidFill>
                            <a:schemeClr val="tx1"/>
                          </a:solidFill>
                          <a:effectLst/>
                          <a:latin typeface="Montserrat" panose="00000500000000000000" pitchFamily="2" charset="0"/>
                        </a:rPr>
                        <a:t>Failure Prediction Accuracy, Downtime Avoided</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0548639"/>
                  </a:ext>
                </a:extLst>
              </a:tr>
              <a:tr h="0">
                <a:tc>
                  <a:txBody>
                    <a:bodyPr/>
                    <a:lstStyle/>
                    <a:p>
                      <a:pPr algn="l">
                        <a:buNone/>
                      </a:pPr>
                      <a:r>
                        <a:rPr lang="en-US" sz="900" b="1">
                          <a:solidFill>
                            <a:schemeClr val="tx1"/>
                          </a:solidFill>
                          <a:effectLst/>
                          <a:latin typeface="Montserrat" panose="00000500000000000000" pitchFamily="2" charset="0"/>
                        </a:rPr>
                        <a:t>Prescriptive &amp; Root Cause Analysis</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buNone/>
                      </a:pPr>
                      <a:r>
                        <a:rPr lang="en-US" sz="900">
                          <a:solidFill>
                            <a:schemeClr val="tx1"/>
                          </a:solidFill>
                          <a:effectLst/>
                          <a:latin typeface="Montserrat" panose="00000500000000000000" pitchFamily="2" charset="0"/>
                        </a:rPr>
                        <a:t>AI-driven diagnosis &amp; action recommendations</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buNone/>
                      </a:pPr>
                      <a:r>
                        <a:rPr lang="en-US" sz="900">
                          <a:solidFill>
                            <a:schemeClr val="tx1"/>
                          </a:solidFill>
                          <a:effectLst/>
                          <a:latin typeface="Montserrat" panose="00000500000000000000" pitchFamily="2" charset="0"/>
                        </a:rPr>
                        <a:t>Faster root cause identification and optimized maintenance</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buNone/>
                      </a:pPr>
                      <a:r>
                        <a:rPr lang="en-US" sz="900">
                          <a:solidFill>
                            <a:schemeClr val="tx1"/>
                          </a:solidFill>
                          <a:effectLst/>
                          <a:latin typeface="Montserrat" panose="00000500000000000000" pitchFamily="2" charset="0"/>
                        </a:rPr>
                        <a:t>RCA Time, First-Time Fix Rate</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9752868"/>
                  </a:ext>
                </a:extLst>
              </a:tr>
              <a:tr h="0">
                <a:tc>
                  <a:txBody>
                    <a:bodyPr/>
                    <a:lstStyle/>
                    <a:p>
                      <a:pPr algn="l">
                        <a:buNone/>
                      </a:pPr>
                      <a:r>
                        <a:rPr lang="en-US" sz="900" b="1">
                          <a:solidFill>
                            <a:schemeClr val="tx1"/>
                          </a:solidFill>
                          <a:effectLst/>
                          <a:latin typeface="Montserrat" panose="00000500000000000000" pitchFamily="2" charset="0"/>
                        </a:rPr>
                        <a:t>Agentic Alerts</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buNone/>
                      </a:pPr>
                      <a:r>
                        <a:rPr lang="en-US" sz="900">
                          <a:solidFill>
                            <a:schemeClr val="tx1"/>
                          </a:solidFill>
                          <a:effectLst/>
                          <a:latin typeface="Montserrat" panose="00000500000000000000" pitchFamily="2" charset="0"/>
                        </a:rPr>
                        <a:t>Autonomous monitoring, prioritization &amp; execution</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buNone/>
                      </a:pPr>
                      <a:r>
                        <a:rPr lang="en-US" sz="900">
                          <a:solidFill>
                            <a:schemeClr val="tx1"/>
                          </a:solidFill>
                          <a:effectLst/>
                          <a:latin typeface="Montserrat" panose="00000500000000000000" pitchFamily="2" charset="0"/>
                        </a:rPr>
                        <a:t>Eliminate manual intervention and accelerate resolution</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buNone/>
                      </a:pPr>
                      <a:r>
                        <a:rPr lang="en-US" sz="900">
                          <a:solidFill>
                            <a:schemeClr val="tx1"/>
                          </a:solidFill>
                          <a:effectLst/>
                          <a:latin typeface="Montserrat" panose="00000500000000000000" pitchFamily="2" charset="0"/>
                        </a:rPr>
                        <a:t>Autonomous Resolution %, Time Saved</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9147874"/>
                  </a:ext>
                </a:extLst>
              </a:tr>
            </a:tbl>
          </a:graphicData>
        </a:graphic>
      </p:graphicFrame>
      <p:graphicFrame>
        <p:nvGraphicFramePr>
          <p:cNvPr id="42" name="Table 41">
            <a:extLst>
              <a:ext uri="{FF2B5EF4-FFF2-40B4-BE49-F238E27FC236}">
                <a16:creationId xmlns:a16="http://schemas.microsoft.com/office/drawing/2014/main" id="{290C10AF-3E24-B041-3F0B-75F785A511F7}"/>
              </a:ext>
            </a:extLst>
          </p:cNvPr>
          <p:cNvGraphicFramePr>
            <a:graphicFrameLocks noGrp="1"/>
          </p:cNvGraphicFramePr>
          <p:nvPr>
            <p:extLst>
              <p:ext uri="{D42A27DB-BD31-4B8C-83A1-F6EECF244321}">
                <p14:modId xmlns:p14="http://schemas.microsoft.com/office/powerpoint/2010/main" val="4119803298"/>
              </p:ext>
            </p:extLst>
          </p:nvPr>
        </p:nvGraphicFramePr>
        <p:xfrm>
          <a:off x="6889578" y="5810193"/>
          <a:ext cx="4790794" cy="269918"/>
        </p:xfrm>
        <a:graphic>
          <a:graphicData uri="http://schemas.openxmlformats.org/drawingml/2006/table">
            <a:tbl>
              <a:tblPr bandRow="1">
                <a:tableStyleId>{5C22544A-7EE6-4342-B048-85BDC9FD1C3A}</a:tableStyleId>
              </a:tblPr>
              <a:tblGrid>
                <a:gridCol w="4790794">
                  <a:extLst>
                    <a:ext uri="{9D8B030D-6E8A-4147-A177-3AD203B41FA5}">
                      <a16:colId xmlns:a16="http://schemas.microsoft.com/office/drawing/2014/main" val="3387382644"/>
                    </a:ext>
                  </a:extLst>
                </a:gridCol>
              </a:tblGrid>
              <a:tr h="269918">
                <a:tc>
                  <a:txBody>
                    <a:bodyPr/>
                    <a:lstStyle/>
                    <a:p>
                      <a:pPr>
                        <a:buNone/>
                      </a:pPr>
                      <a:r>
                        <a:rPr lang="en-US" sz="1200" b="1">
                          <a:solidFill>
                            <a:schemeClr val="tx1"/>
                          </a:solidFill>
                          <a:effectLst/>
                          <a:latin typeface="Montserrat" panose="00000500000000000000" pitchFamily="2" charset="0"/>
                        </a:rPr>
                        <a:t>Monitor → Detect → Predict → Recommend → Act → Execute</a:t>
                      </a:r>
                    </a:p>
                  </a:txBody>
                  <a:tcPr marL="0" marR="0" marT="0" marB="0" anchor="ctr">
                    <a:lnL>
                      <a:noFill/>
                    </a:lnL>
                    <a:lnR>
                      <a:noFill/>
                    </a:lnR>
                    <a:lnT>
                      <a:noFill/>
                    </a:lnT>
                    <a:lnB>
                      <a:noFill/>
                    </a:lnB>
                    <a:noFill/>
                  </a:tcPr>
                </a:tc>
                <a:extLst>
                  <a:ext uri="{0D108BD9-81ED-4DB2-BD59-A6C34878D82A}">
                    <a16:rowId xmlns:a16="http://schemas.microsoft.com/office/drawing/2014/main" val="1163872335"/>
                  </a:ext>
                </a:extLst>
              </a:tr>
            </a:tbl>
          </a:graphicData>
        </a:graphic>
      </p:graphicFrame>
      <p:sp>
        <p:nvSpPr>
          <p:cNvPr id="39" name="Rectangle 38">
            <a:extLst>
              <a:ext uri="{FF2B5EF4-FFF2-40B4-BE49-F238E27FC236}">
                <a16:creationId xmlns:a16="http://schemas.microsoft.com/office/drawing/2014/main" id="{DC99BD98-24C4-1D08-33D5-8F66777E3A01}"/>
              </a:ext>
            </a:extLst>
          </p:cNvPr>
          <p:cNvSpPr/>
          <p:nvPr/>
        </p:nvSpPr>
        <p:spPr>
          <a:xfrm>
            <a:off x="0" y="1588457"/>
            <a:ext cx="838199" cy="669020"/>
          </a:xfrm>
          <a:prstGeom prst="rect">
            <a:avLst/>
          </a:prstGeom>
          <a:solidFill>
            <a:srgbClr val="B534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EFFFF"/>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DAF678FA-29DA-F38B-18C0-BC7F44641AD8}"/>
              </a:ext>
            </a:extLst>
          </p:cNvPr>
          <p:cNvSpPr/>
          <p:nvPr/>
        </p:nvSpPr>
        <p:spPr>
          <a:xfrm>
            <a:off x="0" y="5598643"/>
            <a:ext cx="835958" cy="696784"/>
          </a:xfrm>
          <a:prstGeom prst="rect">
            <a:avLst/>
          </a:prstGeom>
          <a:solidFill>
            <a:srgbClr val="FDDC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E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37643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6CDFB-9F48-DA3D-5B71-14F9474F4524}"/>
              </a:ext>
            </a:extLst>
          </p:cNvPr>
          <p:cNvSpPr>
            <a:spLocks noGrp="1"/>
          </p:cNvSpPr>
          <p:nvPr>
            <p:ph type="ctrTitle"/>
          </p:nvPr>
        </p:nvSpPr>
        <p:spPr>
          <a:xfrm>
            <a:off x="381000" y="2514600"/>
            <a:ext cx="5887453" cy="1109949"/>
          </a:xfrm>
        </p:spPr>
        <p:txBody>
          <a:bodyPr>
            <a:normAutofit/>
          </a:bodyPr>
          <a:lstStyle/>
          <a:p>
            <a:r>
              <a:rPr lang="en-US" sz="5400"/>
              <a:t>Thank you </a:t>
            </a:r>
          </a:p>
        </p:txBody>
      </p:sp>
      <p:sp>
        <p:nvSpPr>
          <p:cNvPr id="5" name="Title 1">
            <a:extLst>
              <a:ext uri="{FF2B5EF4-FFF2-40B4-BE49-F238E27FC236}">
                <a16:creationId xmlns:a16="http://schemas.microsoft.com/office/drawing/2014/main" id="{FFAB80BB-341C-622F-E606-8EA4899809E3}"/>
              </a:ext>
            </a:extLst>
          </p:cNvPr>
          <p:cNvSpPr txBox="1">
            <a:spLocks/>
          </p:cNvSpPr>
          <p:nvPr/>
        </p:nvSpPr>
        <p:spPr>
          <a:xfrm>
            <a:off x="518160" y="4784433"/>
            <a:ext cx="5577840" cy="6858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ontserrat" pitchFamily="2" charset="77"/>
                <a:ea typeface="+mj-ea"/>
                <a:cs typeface="+mj-cs"/>
              </a:defRPr>
            </a:lvl1pPr>
          </a:lstStyle>
          <a:p>
            <a:r>
              <a:rPr lang="en-US" sz="1600">
                <a:solidFill>
                  <a:schemeClr val="bg1"/>
                </a:solidFill>
                <a:latin typeface="Montserrat Light" pitchFamily="2" charset="77"/>
              </a:rPr>
              <a:t>Follow Us:</a:t>
            </a:r>
          </a:p>
        </p:txBody>
      </p:sp>
      <p:pic>
        <p:nvPicPr>
          <p:cNvPr id="6" name="Picture 2">
            <a:hlinkClick r:id="rId2"/>
            <a:extLst>
              <a:ext uri="{FF2B5EF4-FFF2-40B4-BE49-F238E27FC236}">
                <a16:creationId xmlns:a16="http://schemas.microsoft.com/office/drawing/2014/main" id="{03AFF4C2-1AD2-743B-AF5F-6010A9E9ABCE}"/>
              </a:ext>
            </a:extLst>
          </p:cNvPr>
          <p:cNvPicPr>
            <a:picLocks noChangeAspect="1" noChangeArrowheads="1"/>
          </p:cNvPicPr>
          <p:nvPr/>
        </p:nvPicPr>
        <p:blipFill>
          <a:blip r:embed="rId3" cstate="print">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600866" y="5541599"/>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3">
            <a:hlinkClick r:id="rId4"/>
            <a:extLst>
              <a:ext uri="{FF2B5EF4-FFF2-40B4-BE49-F238E27FC236}">
                <a16:creationId xmlns:a16="http://schemas.microsoft.com/office/drawing/2014/main" id="{26B99FDE-8CAE-9E2D-FA40-9083233A612F}"/>
              </a:ext>
            </a:extLst>
          </p:cNvPr>
          <p:cNvPicPr>
            <a:picLocks noChangeAspect="1" noChangeArrowheads="1"/>
          </p:cNvPicPr>
          <p:nvPr/>
        </p:nvPicPr>
        <p:blipFill>
          <a:blip r:embed="rId5" cstate="print">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045879" y="5539455"/>
            <a:ext cx="274320" cy="27432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18074D99-CBB2-B006-64CC-820B424AB170}"/>
              </a:ext>
            </a:extLst>
          </p:cNvPr>
          <p:cNvPicPr>
            <a:picLocks noChangeAspect="1" noChangeArrowheads="1"/>
          </p:cNvPicPr>
          <p:nvPr/>
        </p:nvPicPr>
        <p:blipFill>
          <a:blip r:embed="rId6" cstate="print">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1448459" y="5548633"/>
            <a:ext cx="274320" cy="274320"/>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a:extLst>
              <a:ext uri="{FF2B5EF4-FFF2-40B4-BE49-F238E27FC236}">
                <a16:creationId xmlns:a16="http://schemas.microsoft.com/office/drawing/2014/main" id="{75FDD24F-2B04-EEF0-4842-F3186B625DC4}"/>
              </a:ext>
            </a:extLst>
          </p:cNvPr>
          <p:cNvSpPr txBox="1">
            <a:spLocks/>
          </p:cNvSpPr>
          <p:nvPr/>
        </p:nvSpPr>
        <p:spPr>
          <a:xfrm>
            <a:off x="518160" y="3300785"/>
            <a:ext cx="5577840" cy="6858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ontserrat" pitchFamily="2" charset="77"/>
                <a:ea typeface="+mj-ea"/>
                <a:cs typeface="+mj-cs"/>
              </a:defRPr>
            </a:lvl1pPr>
          </a:lstStyle>
          <a:p>
            <a:r>
              <a:rPr lang="en-US" sz="1600" err="1">
                <a:solidFill>
                  <a:schemeClr val="bg1"/>
                </a:solidFill>
                <a:latin typeface="Montserrat Light" pitchFamily="2" charset="77"/>
              </a:rPr>
              <a:t>www.syrencloud.com</a:t>
            </a:r>
            <a:endParaRPr lang="en-US" sz="1600">
              <a:solidFill>
                <a:schemeClr val="bg1"/>
              </a:solidFill>
              <a:latin typeface="Montserrat Light" pitchFamily="2" charset="77"/>
            </a:endParaRPr>
          </a:p>
        </p:txBody>
      </p:sp>
    </p:spTree>
    <p:extLst>
      <p:ext uri="{BB962C8B-B14F-4D97-AF65-F5344CB8AC3E}">
        <p14:creationId xmlns:p14="http://schemas.microsoft.com/office/powerpoint/2010/main" val="39978567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 name="Title 32">
            <a:extLst>
              <a:ext uri="{FF2B5EF4-FFF2-40B4-BE49-F238E27FC236}">
                <a16:creationId xmlns:a16="http://schemas.microsoft.com/office/drawing/2014/main" id="{EBC4B3CC-6506-5B0C-5389-200BCFE35AAC}"/>
              </a:ext>
            </a:extLst>
          </p:cNvPr>
          <p:cNvSpPr>
            <a:spLocks noGrp="1"/>
          </p:cNvSpPr>
          <p:nvPr>
            <p:ph type="title"/>
          </p:nvPr>
        </p:nvSpPr>
        <p:spPr>
          <a:xfrm>
            <a:off x="381000" y="342899"/>
            <a:ext cx="11468100" cy="939249"/>
          </a:xfrm>
        </p:spPr>
        <p:txBody>
          <a:bodyPr/>
          <a:lstStyle/>
          <a:p>
            <a:r>
              <a:rPr lang="en-US">
                <a:latin typeface="Montserrat Light"/>
              </a:rPr>
              <a:t>Case Study 3: Journey from Reactive to Prescriptive Supply Chain Decisions – Goal to Optimal Supply Chain</a:t>
            </a:r>
            <a:endParaRPr lang="en-IN">
              <a:latin typeface="Montserrat Light"/>
            </a:endParaRPr>
          </a:p>
        </p:txBody>
      </p:sp>
      <p:sp>
        <p:nvSpPr>
          <p:cNvPr id="2" name="Slide Number Placeholder 1">
            <a:extLst>
              <a:ext uri="{FF2B5EF4-FFF2-40B4-BE49-F238E27FC236}">
                <a16:creationId xmlns:a16="http://schemas.microsoft.com/office/drawing/2014/main" id="{AF0F509A-5CE4-5432-C965-76ECD6905CD5}"/>
              </a:ext>
            </a:extLst>
          </p:cNvPr>
          <p:cNvSpPr>
            <a:spLocks noGrp="1"/>
          </p:cNvSpPr>
          <p:nvPr>
            <p:ph type="sldNum" sz="quarter" idx="12"/>
          </p:nvPr>
        </p:nvSpPr>
        <p:spPr>
          <a:xfrm>
            <a:off x="9105900" y="6483555"/>
            <a:ext cx="2743200" cy="206375"/>
          </a:xfrm>
        </p:spPr>
        <p:txBody>
          <a:bodyPr/>
          <a:lstStyle/>
          <a:p>
            <a:fld id="{330EA680-D336-4FF7-8B7A-9848BB0A1C32}" type="slidenum">
              <a:rPr lang="en-US" smtClean="0"/>
              <a:t>28</a:t>
            </a:fld>
            <a:endParaRPr lang="en-US"/>
          </a:p>
        </p:txBody>
      </p:sp>
      <p:sp>
        <p:nvSpPr>
          <p:cNvPr id="3" name="Date Placeholder 2">
            <a:extLst>
              <a:ext uri="{FF2B5EF4-FFF2-40B4-BE49-F238E27FC236}">
                <a16:creationId xmlns:a16="http://schemas.microsoft.com/office/drawing/2014/main" id="{6801D0B5-B52C-CBAE-344D-27A2B70398C3}"/>
              </a:ext>
            </a:extLst>
          </p:cNvPr>
          <p:cNvSpPr>
            <a:spLocks noGrp="1"/>
          </p:cNvSpPr>
          <p:nvPr>
            <p:ph type="dt" sz="half" idx="2"/>
          </p:nvPr>
        </p:nvSpPr>
        <p:spPr>
          <a:xfrm>
            <a:off x="857250" y="6540407"/>
            <a:ext cx="2743200" cy="206375"/>
          </a:xfrm>
        </p:spPr>
        <p:txBody>
          <a:bodyPr/>
          <a:lstStyle/>
          <a:p>
            <a:r>
              <a:rPr lang="en-US"/>
              <a:t>© SYREN CLOUD INC – 2026 – ALL RIGHTS RESERVED</a:t>
            </a:r>
          </a:p>
        </p:txBody>
      </p:sp>
      <p:pic>
        <p:nvPicPr>
          <p:cNvPr id="6" name="Picture 5" descr="A red and orange circle&#10;&#10;AI-generated content may be incorrect.">
            <a:extLst>
              <a:ext uri="{FF2B5EF4-FFF2-40B4-BE49-F238E27FC236}">
                <a16:creationId xmlns:a16="http://schemas.microsoft.com/office/drawing/2014/main" id="{A047C3E4-FD43-B99A-DB26-20FCA6B3ADA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a:off x="-341443" y="2753819"/>
            <a:ext cx="4721250" cy="2361965"/>
          </a:xfrm>
          <a:prstGeom prst="rect">
            <a:avLst/>
          </a:prstGeom>
        </p:spPr>
      </p:pic>
      <p:pic>
        <p:nvPicPr>
          <p:cNvPr id="7" name="Graphic 6">
            <a:extLst>
              <a:ext uri="{FF2B5EF4-FFF2-40B4-BE49-F238E27FC236}">
                <a16:creationId xmlns:a16="http://schemas.microsoft.com/office/drawing/2014/main" id="{EE3FE13B-717D-2500-FC5E-39FAC0D2557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20087" y="1816707"/>
            <a:ext cx="489748" cy="489748"/>
          </a:xfrm>
          <a:prstGeom prst="rect">
            <a:avLst/>
          </a:prstGeom>
        </p:spPr>
      </p:pic>
      <p:pic>
        <p:nvPicPr>
          <p:cNvPr id="8" name="Graphic 7">
            <a:extLst>
              <a:ext uri="{FF2B5EF4-FFF2-40B4-BE49-F238E27FC236}">
                <a16:creationId xmlns:a16="http://schemas.microsoft.com/office/drawing/2014/main" id="{07418135-D62C-81A2-A94D-74981235D5D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162359" y="2498435"/>
            <a:ext cx="489748" cy="489748"/>
          </a:xfrm>
          <a:prstGeom prst="rect">
            <a:avLst/>
          </a:prstGeom>
        </p:spPr>
      </p:pic>
      <p:pic>
        <p:nvPicPr>
          <p:cNvPr id="9" name="Graphic 8">
            <a:extLst>
              <a:ext uri="{FF2B5EF4-FFF2-40B4-BE49-F238E27FC236}">
                <a16:creationId xmlns:a16="http://schemas.microsoft.com/office/drawing/2014/main" id="{D1767761-566F-A494-E9FC-E2EC760575C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84359" y="3619684"/>
            <a:ext cx="489748" cy="489748"/>
          </a:xfrm>
          <a:prstGeom prst="rect">
            <a:avLst/>
          </a:prstGeom>
        </p:spPr>
      </p:pic>
      <p:pic>
        <p:nvPicPr>
          <p:cNvPr id="10" name="Graphic 9">
            <a:extLst>
              <a:ext uri="{FF2B5EF4-FFF2-40B4-BE49-F238E27FC236}">
                <a16:creationId xmlns:a16="http://schemas.microsoft.com/office/drawing/2014/main" id="{35D8298F-A3AA-CB83-9261-A6AFC18D325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207506" y="4980206"/>
            <a:ext cx="426036" cy="426036"/>
          </a:xfrm>
          <a:prstGeom prst="rect">
            <a:avLst/>
          </a:prstGeom>
        </p:spPr>
      </p:pic>
      <p:pic>
        <p:nvPicPr>
          <p:cNvPr id="11" name="Graphic 10">
            <a:extLst>
              <a:ext uri="{FF2B5EF4-FFF2-40B4-BE49-F238E27FC236}">
                <a16:creationId xmlns:a16="http://schemas.microsoft.com/office/drawing/2014/main" id="{8F61ACBC-BC36-BB65-3EF8-8F2AC648D98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206443" y="5654989"/>
            <a:ext cx="416396" cy="416396"/>
          </a:xfrm>
          <a:prstGeom prst="rect">
            <a:avLst/>
          </a:prstGeom>
        </p:spPr>
      </p:pic>
      <p:sp>
        <p:nvSpPr>
          <p:cNvPr id="12" name="Rectangle 11">
            <a:extLst>
              <a:ext uri="{FF2B5EF4-FFF2-40B4-BE49-F238E27FC236}">
                <a16:creationId xmlns:a16="http://schemas.microsoft.com/office/drawing/2014/main" id="{28496D7D-617F-FD28-B682-FF0308FC5522}"/>
              </a:ext>
            </a:extLst>
          </p:cNvPr>
          <p:cNvSpPr/>
          <p:nvPr/>
        </p:nvSpPr>
        <p:spPr>
          <a:xfrm>
            <a:off x="0" y="1588457"/>
            <a:ext cx="838199" cy="669020"/>
          </a:xfrm>
          <a:prstGeom prst="rect">
            <a:avLst/>
          </a:prstGeom>
          <a:solidFill>
            <a:srgbClr val="B534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EFFFF"/>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AB2A229-46D9-A1F1-FAEA-5010D067B3BF}"/>
              </a:ext>
            </a:extLst>
          </p:cNvPr>
          <p:cNvSpPr/>
          <p:nvPr/>
        </p:nvSpPr>
        <p:spPr>
          <a:xfrm>
            <a:off x="0" y="5598643"/>
            <a:ext cx="835958" cy="696784"/>
          </a:xfrm>
          <a:prstGeom prst="rect">
            <a:avLst/>
          </a:prstGeom>
          <a:solidFill>
            <a:srgbClr val="FDDC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EFFFF"/>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A8CD9C2F-9A54-10B5-FBA1-31F90F9AC2B1}"/>
              </a:ext>
            </a:extLst>
          </p:cNvPr>
          <p:cNvSpPr txBox="1"/>
          <p:nvPr/>
        </p:nvSpPr>
        <p:spPr>
          <a:xfrm>
            <a:off x="2332314" y="1382490"/>
            <a:ext cx="3257361" cy="615553"/>
          </a:xfrm>
          <a:prstGeom prst="rect">
            <a:avLst/>
          </a:prstGeom>
          <a:noFill/>
        </p:spPr>
        <p:txBody>
          <a:bodyPr wrap="square" lIns="91440" tIns="45720" rIns="91440" bIns="45720" anchor="t">
            <a:spAutoFit/>
          </a:bodyPr>
          <a:lstStyle/>
          <a:p>
            <a:pPr>
              <a:defRPr/>
            </a:pPr>
            <a:r>
              <a:rPr lang="en-US" sz="1200" b="1">
                <a:solidFill>
                  <a:srgbClr val="000000"/>
                </a:solidFill>
                <a:latin typeface="Montserrat"/>
              </a:rPr>
              <a:t>Advanced Analytics – Control Tower</a:t>
            </a:r>
            <a:endParaRPr kumimoji="0" lang="en-US" sz="1200" b="1" i="0" u="none" strike="noStrike" kern="1200" cap="none" spc="0" normalizeH="0" baseline="0" noProof="0">
              <a:ln>
                <a:noFill/>
              </a:ln>
              <a:solidFill>
                <a:srgbClr val="000000"/>
              </a:solidFill>
              <a:effectLst/>
              <a:uLnTx/>
              <a:uFillTx/>
              <a:latin typeface="Montserrat" panose="00000500000000000000" pitchFamily="2"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ontserrat" panose="00000500000000000000" pitchFamily="2" charset="0"/>
                <a:ea typeface="+mn-ea"/>
                <a:cs typeface="+mn-cs"/>
              </a:rPr>
              <a:t>Ensures core SKUs are always in stock based on demand and inventory data.</a:t>
            </a:r>
          </a:p>
        </p:txBody>
      </p:sp>
      <p:sp>
        <p:nvSpPr>
          <p:cNvPr id="15" name="TextBox 14">
            <a:extLst>
              <a:ext uri="{FF2B5EF4-FFF2-40B4-BE49-F238E27FC236}">
                <a16:creationId xmlns:a16="http://schemas.microsoft.com/office/drawing/2014/main" id="{D6429991-141E-6816-6AEF-57871A314633}"/>
              </a:ext>
            </a:extLst>
          </p:cNvPr>
          <p:cNvSpPr txBox="1"/>
          <p:nvPr/>
        </p:nvSpPr>
        <p:spPr>
          <a:xfrm>
            <a:off x="3392358" y="2315894"/>
            <a:ext cx="2931578" cy="784830"/>
          </a:xfrm>
          <a:prstGeom prst="rect">
            <a:avLst/>
          </a:prstGeom>
          <a:noFill/>
        </p:spPr>
        <p:txBody>
          <a:bodyPr wrap="square" lIns="91440" tIns="45720" rIns="91440" bIns="45720" anchor="t">
            <a:spAutoFit/>
          </a:bodyPr>
          <a:lstStyle/>
          <a:p>
            <a:pPr>
              <a:defRPr/>
            </a:pPr>
            <a:r>
              <a:rPr lang="en-US" sz="1200" b="1">
                <a:solidFill>
                  <a:srgbClr val="000000"/>
                </a:solidFill>
                <a:latin typeface="Montserrat"/>
              </a:rPr>
              <a:t>Demand planning and forecast</a:t>
            </a:r>
            <a:endParaRPr lang="en-US">
              <a:ea typeface="+mn-ea"/>
              <a:cs typeface="+mn-cs"/>
            </a:endParaRPr>
          </a:p>
          <a:p>
            <a:pPr>
              <a:defRPr/>
            </a:pPr>
            <a:r>
              <a:rPr lang="en-US" sz="1100">
                <a:solidFill>
                  <a:srgbClr val="000000"/>
                </a:solidFill>
                <a:latin typeface="Montserrat"/>
              </a:rPr>
              <a:t>Understands demand and Identifies</a:t>
            </a:r>
            <a:r>
              <a:rPr kumimoji="0" lang="en-US" sz="1100" b="0" i="0" u="none" strike="noStrike" kern="1200" cap="none" spc="0" normalizeH="0" baseline="0" noProof="0">
                <a:ln>
                  <a:noFill/>
                </a:ln>
                <a:solidFill>
                  <a:srgbClr val="000000"/>
                </a:solidFill>
                <a:effectLst/>
                <a:uLnTx/>
                <a:uFillTx/>
                <a:latin typeface="Montserrat"/>
              </a:rPr>
              <a:t> and introduces new SKUs to expand portfolio depth.</a:t>
            </a:r>
            <a:endParaRPr lang="en-US" sz="1100" b="0" i="0" u="none" strike="noStrike" kern="1200" cap="none" spc="0" normalizeH="0" baseline="0" noProof="0">
              <a:ln>
                <a:noFill/>
              </a:ln>
              <a:solidFill>
                <a:srgbClr val="000000"/>
              </a:solidFill>
              <a:effectLst/>
              <a:uLnTx/>
              <a:uFillTx/>
              <a:latin typeface="Montserrat"/>
            </a:endParaRPr>
          </a:p>
        </p:txBody>
      </p:sp>
      <p:sp>
        <p:nvSpPr>
          <p:cNvPr id="16" name="TextBox 15">
            <a:extLst>
              <a:ext uri="{FF2B5EF4-FFF2-40B4-BE49-F238E27FC236}">
                <a16:creationId xmlns:a16="http://schemas.microsoft.com/office/drawing/2014/main" id="{1BA0C491-DE5E-0E2D-ABD4-B7A3436E5827}"/>
              </a:ext>
            </a:extLst>
          </p:cNvPr>
          <p:cNvSpPr txBox="1"/>
          <p:nvPr/>
        </p:nvSpPr>
        <p:spPr>
          <a:xfrm>
            <a:off x="3731556" y="3600553"/>
            <a:ext cx="2856057" cy="615553"/>
          </a:xfrm>
          <a:prstGeom prst="rect">
            <a:avLst/>
          </a:prstGeom>
          <a:noFill/>
        </p:spPr>
        <p:txBody>
          <a:bodyPr wrap="square" lIns="91440" tIns="45720" rIns="91440" bIns="45720" anchor="t">
            <a:spAutoFit/>
          </a:bodyPr>
          <a:lstStyle/>
          <a:p>
            <a:pPr>
              <a:defRPr/>
            </a:pPr>
            <a:r>
              <a:rPr lang="en-US" sz="1200" b="1">
                <a:solidFill>
                  <a:srgbClr val="000000"/>
                </a:solidFill>
                <a:latin typeface="Montserrat"/>
              </a:rPr>
              <a:t>Inventory &amp; Process optimization</a:t>
            </a:r>
          </a:p>
          <a:p>
            <a:pPr marL="0" marR="0" lvl="0" indent="0" algn="l" defTabSz="914400" rtl="0">
              <a:lnSpc>
                <a:spcPct val="100000"/>
              </a:lnSpc>
              <a:spcBef>
                <a:spcPts val="0"/>
              </a:spcBef>
              <a:spcAft>
                <a:spcPts val="0"/>
              </a:spcAft>
              <a:buClrTx/>
              <a:buSzTx/>
              <a:buFontTx/>
              <a:buNone/>
              <a:tabLst/>
              <a:defRPr/>
            </a:pPr>
            <a:r>
              <a:rPr lang="en-US" sz="1100">
                <a:solidFill>
                  <a:srgbClr val="000000"/>
                </a:solidFill>
                <a:latin typeface="Montserrat"/>
              </a:rPr>
              <a:t>Mandates</a:t>
            </a:r>
            <a:r>
              <a:rPr kumimoji="0" lang="en-US" sz="1100" b="0" i="0" u="none" strike="noStrike" kern="1200" cap="none" spc="0" normalizeH="0" baseline="0" noProof="0">
                <a:ln>
                  <a:noFill/>
                </a:ln>
                <a:solidFill>
                  <a:srgbClr val="000000"/>
                </a:solidFill>
                <a:effectLst/>
                <a:uLnTx/>
                <a:uFillTx/>
                <a:latin typeface="Montserrat"/>
              </a:rPr>
              <a:t> essential SKUs to maintain brand consistency and presence.</a:t>
            </a:r>
            <a:endParaRPr lang="en-US"/>
          </a:p>
        </p:txBody>
      </p:sp>
      <p:sp>
        <p:nvSpPr>
          <p:cNvPr id="17" name="TextBox 16">
            <a:extLst>
              <a:ext uri="{FF2B5EF4-FFF2-40B4-BE49-F238E27FC236}">
                <a16:creationId xmlns:a16="http://schemas.microsoft.com/office/drawing/2014/main" id="{E2287AB6-147C-AA13-9A12-30E372132CB9}"/>
              </a:ext>
            </a:extLst>
          </p:cNvPr>
          <p:cNvSpPr txBox="1"/>
          <p:nvPr/>
        </p:nvSpPr>
        <p:spPr>
          <a:xfrm>
            <a:off x="3415045" y="5039436"/>
            <a:ext cx="3172568" cy="446276"/>
          </a:xfrm>
          <a:prstGeom prst="rect">
            <a:avLst/>
          </a:prstGeom>
          <a:noFill/>
        </p:spPr>
        <p:txBody>
          <a:bodyPr wrap="square" lIns="91440" tIns="45720" rIns="91440" bIns="45720" anchor="t">
            <a:spAutoFit/>
          </a:bodyPr>
          <a:lstStyle/>
          <a:p>
            <a:pPr>
              <a:defRPr/>
            </a:pPr>
            <a:r>
              <a:rPr lang="en-US" sz="1200" b="1">
                <a:solidFill>
                  <a:srgbClr val="000000"/>
                </a:solidFill>
                <a:latin typeface="Montserrat"/>
              </a:rPr>
              <a:t>Recommendation</a:t>
            </a:r>
            <a:endParaRPr lang="en-US">
              <a:ea typeface="+mn-ea"/>
              <a:cs typeface="+mn-cs"/>
            </a:endParaRPr>
          </a:p>
          <a:p>
            <a:pPr>
              <a:defRPr/>
            </a:pPr>
            <a:r>
              <a:rPr lang="en-US" sz="1100">
                <a:solidFill>
                  <a:srgbClr val="000000"/>
                </a:solidFill>
                <a:latin typeface="Montserrat"/>
              </a:rPr>
              <a:t>Recommend Actions</a:t>
            </a:r>
            <a:endParaRPr lang="en-US" sz="1100" b="0" i="0" u="none" strike="noStrike" kern="1200" cap="none" spc="0" normalizeH="0" baseline="0" noProof="0">
              <a:ln>
                <a:noFill/>
              </a:ln>
              <a:solidFill>
                <a:srgbClr val="000000"/>
              </a:solidFill>
              <a:effectLst/>
              <a:uLnTx/>
              <a:uFillTx/>
              <a:latin typeface="Montserrat" panose="00000500000000000000" pitchFamily="2" charset="0"/>
            </a:endParaRPr>
          </a:p>
        </p:txBody>
      </p:sp>
      <p:sp>
        <p:nvSpPr>
          <p:cNvPr id="18" name="TextBox 17">
            <a:extLst>
              <a:ext uri="{FF2B5EF4-FFF2-40B4-BE49-F238E27FC236}">
                <a16:creationId xmlns:a16="http://schemas.microsoft.com/office/drawing/2014/main" id="{46D0AB6E-73B1-B416-BA34-77A459E4CE28}"/>
              </a:ext>
            </a:extLst>
          </p:cNvPr>
          <p:cNvSpPr txBox="1"/>
          <p:nvPr/>
        </p:nvSpPr>
        <p:spPr>
          <a:xfrm>
            <a:off x="2367357" y="6005318"/>
            <a:ext cx="4209079" cy="446276"/>
          </a:xfrm>
          <a:prstGeom prst="rect">
            <a:avLst/>
          </a:prstGeom>
          <a:noFill/>
        </p:spPr>
        <p:txBody>
          <a:bodyPr wrap="square" lIns="91440" tIns="45720" rIns="91440" bIns="45720" anchor="t">
            <a:spAutoFit/>
          </a:bodyPr>
          <a:lstStyle/>
          <a:p>
            <a:pPr>
              <a:defRPr/>
            </a:pPr>
            <a:r>
              <a:rPr lang="en-US" sz="1200" b="1">
                <a:solidFill>
                  <a:srgbClr val="000000"/>
                </a:solidFill>
                <a:latin typeface="Montserrat"/>
              </a:rPr>
              <a:t>Agentic orchestration</a:t>
            </a:r>
            <a:endParaRPr lang="en-US">
              <a:ea typeface="+mn-ea"/>
              <a:cs typeface="+mn-cs"/>
            </a:endParaRPr>
          </a:p>
          <a:p>
            <a:pPr>
              <a:defRPr/>
            </a:pPr>
            <a:r>
              <a:rPr lang="en-US" sz="1100">
                <a:latin typeface="Montserrat"/>
              </a:rPr>
              <a:t>Automate intelligent actions</a:t>
            </a:r>
            <a:endParaRPr lang="en-US"/>
          </a:p>
        </p:txBody>
      </p:sp>
      <p:sp>
        <p:nvSpPr>
          <p:cNvPr id="19" name="Oval 18">
            <a:extLst>
              <a:ext uri="{FF2B5EF4-FFF2-40B4-BE49-F238E27FC236}">
                <a16:creationId xmlns:a16="http://schemas.microsoft.com/office/drawing/2014/main" id="{B1C12B9A-0202-DEBA-A58B-C7F3F9379B3B}"/>
              </a:ext>
            </a:extLst>
          </p:cNvPr>
          <p:cNvSpPr/>
          <p:nvPr/>
        </p:nvSpPr>
        <p:spPr>
          <a:xfrm>
            <a:off x="1531399" y="1588457"/>
            <a:ext cx="182880" cy="182880"/>
          </a:xfrm>
          <a:prstGeom prst="ellipse">
            <a:avLst/>
          </a:prstGeom>
          <a:solidFill>
            <a:schemeClr val="accent2"/>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EFFFF"/>
              </a:solidFill>
              <a:effectLst/>
              <a:uLnTx/>
              <a:uFillTx/>
              <a:latin typeface="Calibri" panose="020F0502020204030204"/>
              <a:ea typeface="+mn-ea"/>
              <a:cs typeface="+mn-cs"/>
            </a:endParaRPr>
          </a:p>
        </p:txBody>
      </p:sp>
      <p:sp>
        <p:nvSpPr>
          <p:cNvPr id="20" name="Oval 19">
            <a:extLst>
              <a:ext uri="{FF2B5EF4-FFF2-40B4-BE49-F238E27FC236}">
                <a16:creationId xmlns:a16="http://schemas.microsoft.com/office/drawing/2014/main" id="{44C0E001-42F8-B222-CD63-1A3B1BD3DBDB}"/>
              </a:ext>
            </a:extLst>
          </p:cNvPr>
          <p:cNvSpPr/>
          <p:nvPr/>
        </p:nvSpPr>
        <p:spPr>
          <a:xfrm>
            <a:off x="2740478" y="2528055"/>
            <a:ext cx="182880" cy="182880"/>
          </a:xfrm>
          <a:prstGeom prst="ellipse">
            <a:avLst/>
          </a:prstGeom>
          <a:solidFill>
            <a:srgbClr val="E53000"/>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EFFFF"/>
              </a:solidFill>
              <a:effectLst/>
              <a:uLnTx/>
              <a:uFillTx/>
              <a:latin typeface="Calibri" panose="020F0502020204030204"/>
              <a:ea typeface="+mn-ea"/>
              <a:cs typeface="+mn-cs"/>
            </a:endParaRPr>
          </a:p>
        </p:txBody>
      </p:sp>
      <p:sp>
        <p:nvSpPr>
          <p:cNvPr id="21" name="Oval 20">
            <a:extLst>
              <a:ext uri="{FF2B5EF4-FFF2-40B4-BE49-F238E27FC236}">
                <a16:creationId xmlns:a16="http://schemas.microsoft.com/office/drawing/2014/main" id="{590F3E59-7C15-C68B-8F73-85D169D9AE2D}"/>
              </a:ext>
            </a:extLst>
          </p:cNvPr>
          <p:cNvSpPr/>
          <p:nvPr/>
        </p:nvSpPr>
        <p:spPr>
          <a:xfrm>
            <a:off x="3142369" y="3830415"/>
            <a:ext cx="182880" cy="182880"/>
          </a:xfrm>
          <a:prstGeom prst="ellipse">
            <a:avLst/>
          </a:prstGeom>
          <a:solidFill>
            <a:srgbClr val="F64F18"/>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EFFFF"/>
              </a:solidFill>
              <a:effectLst/>
              <a:uLnTx/>
              <a:uFillTx/>
              <a:latin typeface="Calibri" panose="020F0502020204030204"/>
              <a:ea typeface="+mn-ea"/>
              <a:cs typeface="+mn-cs"/>
            </a:endParaRPr>
          </a:p>
        </p:txBody>
      </p:sp>
      <p:sp>
        <p:nvSpPr>
          <p:cNvPr id="22" name="Oval 21">
            <a:extLst>
              <a:ext uri="{FF2B5EF4-FFF2-40B4-BE49-F238E27FC236}">
                <a16:creationId xmlns:a16="http://schemas.microsoft.com/office/drawing/2014/main" id="{72FC9E71-3157-5281-3A67-F242C5C1028B}"/>
              </a:ext>
            </a:extLst>
          </p:cNvPr>
          <p:cNvSpPr/>
          <p:nvPr/>
        </p:nvSpPr>
        <p:spPr>
          <a:xfrm>
            <a:off x="2736905" y="5153497"/>
            <a:ext cx="182880" cy="182880"/>
          </a:xfrm>
          <a:prstGeom prst="ellipse">
            <a:avLst/>
          </a:prstGeom>
          <a:solidFill>
            <a:srgbClr val="FA9574"/>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EFFFF"/>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C0E2CA5D-1BCD-1A6A-02BC-092157BD3E65}"/>
              </a:ext>
            </a:extLst>
          </p:cNvPr>
          <p:cNvSpPr/>
          <p:nvPr/>
        </p:nvSpPr>
        <p:spPr>
          <a:xfrm>
            <a:off x="1582717" y="6084782"/>
            <a:ext cx="182880" cy="182880"/>
          </a:xfrm>
          <a:prstGeom prst="ellipse">
            <a:avLst/>
          </a:prstGeom>
          <a:solidFill>
            <a:srgbClr val="FDDCD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EFFFF"/>
              </a:solidFill>
              <a:effectLst/>
              <a:uLnTx/>
              <a:uFillTx/>
              <a:latin typeface="Calibri" panose="020F0502020204030204"/>
              <a:ea typeface="+mn-ea"/>
              <a:cs typeface="+mn-cs"/>
            </a:endParaRPr>
          </a:p>
        </p:txBody>
      </p:sp>
      <p:cxnSp>
        <p:nvCxnSpPr>
          <p:cNvPr id="24" name="Connector: Elbow 23">
            <a:extLst>
              <a:ext uri="{FF2B5EF4-FFF2-40B4-BE49-F238E27FC236}">
                <a16:creationId xmlns:a16="http://schemas.microsoft.com/office/drawing/2014/main" id="{37B87380-9353-9E82-2E3F-7B403C8E3B19}"/>
              </a:ext>
            </a:extLst>
          </p:cNvPr>
          <p:cNvCxnSpPr>
            <a:cxnSpLocks/>
            <a:stCxn id="23" idx="6"/>
            <a:endCxn id="18" idx="1"/>
          </p:cNvCxnSpPr>
          <p:nvPr/>
        </p:nvCxnSpPr>
        <p:spPr>
          <a:xfrm>
            <a:off x="1765597" y="6176222"/>
            <a:ext cx="601760" cy="52234"/>
          </a:xfrm>
          <a:prstGeom prst="bentConnector3">
            <a:avLst>
              <a:gd name="adj1" fmla="val 50000"/>
            </a:avLst>
          </a:prstGeom>
          <a:ln>
            <a:prstDash val="dash"/>
          </a:ln>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F364C134-4B24-FA6D-10EA-130E180927B9}"/>
              </a:ext>
            </a:extLst>
          </p:cNvPr>
          <p:cNvCxnSpPr>
            <a:cxnSpLocks/>
            <a:stCxn id="21" idx="6"/>
            <a:endCxn id="16" idx="1"/>
          </p:cNvCxnSpPr>
          <p:nvPr/>
        </p:nvCxnSpPr>
        <p:spPr>
          <a:xfrm flipV="1">
            <a:off x="3325249" y="3908330"/>
            <a:ext cx="406307" cy="13525"/>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26" name="Connector: Elbow 25">
            <a:extLst>
              <a:ext uri="{FF2B5EF4-FFF2-40B4-BE49-F238E27FC236}">
                <a16:creationId xmlns:a16="http://schemas.microsoft.com/office/drawing/2014/main" id="{0F8EDD8B-578F-E2B2-15DA-75E8CD9E65E6}"/>
              </a:ext>
            </a:extLst>
          </p:cNvPr>
          <p:cNvCxnSpPr>
            <a:cxnSpLocks/>
            <a:stCxn id="19" idx="6"/>
            <a:endCxn id="14" idx="1"/>
          </p:cNvCxnSpPr>
          <p:nvPr/>
        </p:nvCxnSpPr>
        <p:spPr>
          <a:xfrm>
            <a:off x="1714279" y="1679897"/>
            <a:ext cx="618035" cy="10370"/>
          </a:xfrm>
          <a:prstGeom prst="bentConnector3">
            <a:avLst/>
          </a:prstGeom>
          <a:ln>
            <a:prstDash val="dash"/>
          </a:ln>
        </p:spPr>
        <p:style>
          <a:lnRef idx="1">
            <a:schemeClr val="dk1"/>
          </a:lnRef>
          <a:fillRef idx="0">
            <a:schemeClr val="dk1"/>
          </a:fillRef>
          <a:effectRef idx="0">
            <a:schemeClr val="dk1"/>
          </a:effectRef>
          <a:fontRef idx="minor">
            <a:schemeClr val="tx1"/>
          </a:fontRef>
        </p:style>
      </p:cxnSp>
      <p:cxnSp>
        <p:nvCxnSpPr>
          <p:cNvPr id="27" name="Connector: Elbow 26">
            <a:extLst>
              <a:ext uri="{FF2B5EF4-FFF2-40B4-BE49-F238E27FC236}">
                <a16:creationId xmlns:a16="http://schemas.microsoft.com/office/drawing/2014/main" id="{4AE55C1C-A1D0-B5F5-E322-A7C8C9DCCDC2}"/>
              </a:ext>
            </a:extLst>
          </p:cNvPr>
          <p:cNvCxnSpPr>
            <a:cxnSpLocks/>
            <a:stCxn id="20" idx="6"/>
            <a:endCxn id="15" idx="1"/>
          </p:cNvCxnSpPr>
          <p:nvPr/>
        </p:nvCxnSpPr>
        <p:spPr>
          <a:xfrm>
            <a:off x="2923358" y="2619495"/>
            <a:ext cx="469000" cy="88814"/>
          </a:xfrm>
          <a:prstGeom prst="bentConnector3">
            <a:avLst/>
          </a:prstGeom>
          <a:ln>
            <a:prstDash val="dash"/>
          </a:ln>
        </p:spPr>
        <p:style>
          <a:lnRef idx="1">
            <a:schemeClr val="dk1"/>
          </a:lnRef>
          <a:fillRef idx="0">
            <a:schemeClr val="dk1"/>
          </a:fillRef>
          <a:effectRef idx="0">
            <a:schemeClr val="dk1"/>
          </a:effectRef>
          <a:fontRef idx="minor">
            <a:schemeClr val="tx1"/>
          </a:fontRef>
        </p:style>
      </p:cxnSp>
      <p:cxnSp>
        <p:nvCxnSpPr>
          <p:cNvPr id="29" name="Connector: Elbow 28">
            <a:extLst>
              <a:ext uri="{FF2B5EF4-FFF2-40B4-BE49-F238E27FC236}">
                <a16:creationId xmlns:a16="http://schemas.microsoft.com/office/drawing/2014/main" id="{BD6E5C24-F9A5-4903-7514-ACCDDC9BB021}"/>
              </a:ext>
            </a:extLst>
          </p:cNvPr>
          <p:cNvCxnSpPr>
            <a:cxnSpLocks/>
            <a:stCxn id="22" idx="5"/>
            <a:endCxn id="17" idx="1"/>
          </p:cNvCxnSpPr>
          <p:nvPr/>
        </p:nvCxnSpPr>
        <p:spPr>
          <a:xfrm rot="5400000" flipH="1" flipV="1">
            <a:off x="3130513" y="5025064"/>
            <a:ext cx="47021" cy="522042"/>
          </a:xfrm>
          <a:prstGeom prst="bentConnector4">
            <a:avLst>
              <a:gd name="adj1" fmla="val -486166"/>
              <a:gd name="adj2" fmla="val 52565"/>
            </a:avLst>
          </a:prstGeom>
          <a:ln>
            <a:prstDash val="dash"/>
          </a:ln>
        </p:spPr>
        <p:style>
          <a:lnRef idx="1">
            <a:schemeClr val="dk1"/>
          </a:lnRef>
          <a:fillRef idx="0">
            <a:schemeClr val="dk1"/>
          </a:fillRef>
          <a:effectRef idx="0">
            <a:schemeClr val="dk1"/>
          </a:effectRef>
          <a:fontRef idx="minor">
            <a:schemeClr val="tx1"/>
          </a:fontRef>
        </p:style>
      </p:cxnSp>
      <p:graphicFrame>
        <p:nvGraphicFramePr>
          <p:cNvPr id="34" name="Table 33">
            <a:extLst>
              <a:ext uri="{FF2B5EF4-FFF2-40B4-BE49-F238E27FC236}">
                <a16:creationId xmlns:a16="http://schemas.microsoft.com/office/drawing/2014/main" id="{61712F2E-4BF5-BD9D-84EE-9D54C66BF60E}"/>
              </a:ext>
            </a:extLst>
          </p:cNvPr>
          <p:cNvGraphicFramePr>
            <a:graphicFrameLocks noGrp="1"/>
          </p:cNvGraphicFramePr>
          <p:nvPr>
            <p:extLst>
              <p:ext uri="{D42A27DB-BD31-4B8C-83A1-F6EECF244321}">
                <p14:modId xmlns:p14="http://schemas.microsoft.com/office/powerpoint/2010/main" val="231302505"/>
              </p:ext>
            </p:extLst>
          </p:nvPr>
        </p:nvGraphicFramePr>
        <p:xfrm>
          <a:off x="6734873" y="1679897"/>
          <a:ext cx="5128252" cy="4754880"/>
        </p:xfrm>
        <a:graphic>
          <a:graphicData uri="http://schemas.openxmlformats.org/drawingml/2006/table">
            <a:tbl>
              <a:tblPr bandRow="1">
                <a:tableStyleId>{5940675A-B579-460E-94D1-54222C63F5DA}</a:tableStyleId>
              </a:tblPr>
              <a:tblGrid>
                <a:gridCol w="1282063">
                  <a:extLst>
                    <a:ext uri="{9D8B030D-6E8A-4147-A177-3AD203B41FA5}">
                      <a16:colId xmlns:a16="http://schemas.microsoft.com/office/drawing/2014/main" val="72419748"/>
                    </a:ext>
                  </a:extLst>
                </a:gridCol>
                <a:gridCol w="1282063">
                  <a:extLst>
                    <a:ext uri="{9D8B030D-6E8A-4147-A177-3AD203B41FA5}">
                      <a16:colId xmlns:a16="http://schemas.microsoft.com/office/drawing/2014/main" val="2391427369"/>
                    </a:ext>
                  </a:extLst>
                </a:gridCol>
                <a:gridCol w="1282063">
                  <a:extLst>
                    <a:ext uri="{9D8B030D-6E8A-4147-A177-3AD203B41FA5}">
                      <a16:colId xmlns:a16="http://schemas.microsoft.com/office/drawing/2014/main" val="3574434364"/>
                    </a:ext>
                  </a:extLst>
                </a:gridCol>
                <a:gridCol w="1282063">
                  <a:extLst>
                    <a:ext uri="{9D8B030D-6E8A-4147-A177-3AD203B41FA5}">
                      <a16:colId xmlns:a16="http://schemas.microsoft.com/office/drawing/2014/main" val="2564490228"/>
                    </a:ext>
                  </a:extLst>
                </a:gridCol>
              </a:tblGrid>
              <a:tr h="0">
                <a:tc>
                  <a:txBody>
                    <a:bodyPr/>
                    <a:lstStyle/>
                    <a:p>
                      <a:pPr marL="0" algn="l">
                        <a:buNone/>
                      </a:pPr>
                      <a:r>
                        <a:rPr lang="en-US" sz="1000" b="1">
                          <a:solidFill>
                            <a:schemeClr val="bg1"/>
                          </a:solidFill>
                          <a:effectLst/>
                          <a:latin typeface="Montserrat" panose="00000500000000000000" pitchFamily="2" charset="0"/>
                        </a:rPr>
                        <a:t>Stage</a:t>
                      </a:r>
                    </a:p>
                  </a:txBody>
                  <a:tcPr marT="91440" marB="91440">
                    <a:lnL w="12700" cmpd="sng">
                      <a:noFill/>
                    </a:lnL>
                    <a:lnR w="12700" cmpd="sng">
                      <a:noFill/>
                    </a:lnR>
                    <a:lnT w="12700" cmpd="sng">
                      <a:noFill/>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1A1A1A"/>
                    </a:solidFill>
                  </a:tcPr>
                </a:tc>
                <a:tc>
                  <a:txBody>
                    <a:bodyPr/>
                    <a:lstStyle/>
                    <a:p>
                      <a:pPr marL="0" algn="l">
                        <a:buNone/>
                      </a:pPr>
                      <a:r>
                        <a:rPr lang="en-US" sz="1000" b="1">
                          <a:solidFill>
                            <a:schemeClr val="bg1"/>
                          </a:solidFill>
                          <a:effectLst/>
                          <a:latin typeface="Montserrat" panose="00000500000000000000" pitchFamily="2" charset="0"/>
                        </a:rPr>
                        <a:t>Focus Area</a:t>
                      </a:r>
                    </a:p>
                  </a:txBody>
                  <a:tcPr marT="91440" marB="91440">
                    <a:lnL w="12700" cmpd="sng">
                      <a:noFill/>
                    </a:lnL>
                    <a:lnR w="12700" cmpd="sng">
                      <a:noFill/>
                    </a:lnR>
                    <a:lnT w="12700" cmpd="sng">
                      <a:noFill/>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1A1A1A"/>
                    </a:solidFill>
                  </a:tcPr>
                </a:tc>
                <a:tc>
                  <a:txBody>
                    <a:bodyPr/>
                    <a:lstStyle/>
                    <a:p>
                      <a:pPr marL="0" algn="l">
                        <a:buNone/>
                      </a:pPr>
                      <a:r>
                        <a:rPr lang="en-US" sz="1000" b="1">
                          <a:solidFill>
                            <a:schemeClr val="bg1"/>
                          </a:solidFill>
                          <a:effectLst/>
                          <a:latin typeface="Montserrat" panose="00000500000000000000" pitchFamily="2" charset="0"/>
                        </a:rPr>
                        <a:t>Core Business Impact</a:t>
                      </a:r>
                    </a:p>
                  </a:txBody>
                  <a:tcPr marT="91440" marB="91440">
                    <a:lnL w="12700" cmpd="sng">
                      <a:noFill/>
                    </a:lnL>
                    <a:lnR w="12700" cmpd="sng">
                      <a:noFill/>
                    </a:lnR>
                    <a:lnT w="12700" cmpd="sng">
                      <a:noFill/>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1A1A1A"/>
                    </a:solidFill>
                  </a:tcPr>
                </a:tc>
                <a:tc>
                  <a:txBody>
                    <a:bodyPr/>
                    <a:lstStyle/>
                    <a:p>
                      <a:pPr marL="0" algn="l">
                        <a:buNone/>
                      </a:pPr>
                      <a:r>
                        <a:rPr lang="en-US" sz="1000" b="1">
                          <a:solidFill>
                            <a:schemeClr val="bg1"/>
                          </a:solidFill>
                          <a:effectLst/>
                          <a:latin typeface="Montserrat" panose="00000500000000000000" pitchFamily="2" charset="0"/>
                        </a:rPr>
                        <a:t>Primary KPI</a:t>
                      </a:r>
                    </a:p>
                  </a:txBody>
                  <a:tcPr marT="91440" marB="91440">
                    <a:lnL w="12700" cmpd="sng">
                      <a:noFill/>
                    </a:lnL>
                    <a:lnR w="12700" cmpd="sng">
                      <a:noFill/>
                    </a:lnR>
                    <a:lnT w="12700" cmpd="sng">
                      <a:noFill/>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1A1A1A"/>
                    </a:solidFill>
                  </a:tcPr>
                </a:tc>
                <a:extLst>
                  <a:ext uri="{0D108BD9-81ED-4DB2-BD59-A6C34878D82A}">
                    <a16:rowId xmlns:a16="http://schemas.microsoft.com/office/drawing/2014/main" val="3022833674"/>
                  </a:ext>
                </a:extLst>
              </a:tr>
              <a:tr h="0">
                <a:tc>
                  <a:txBody>
                    <a:bodyPr/>
                    <a:lstStyle/>
                    <a:p>
                      <a:pPr marL="0" indent="0" algn="l">
                        <a:buFont typeface="Arial" panose="020B0604020202020204" pitchFamily="34" charset="0"/>
                        <a:buNone/>
                      </a:pPr>
                      <a:r>
                        <a:rPr lang="en-US" sz="1000" b="1">
                          <a:solidFill>
                            <a:schemeClr val="tx1"/>
                          </a:solidFill>
                          <a:effectLst/>
                          <a:latin typeface="Montserrat" panose="00000500000000000000" pitchFamily="2" charset="0"/>
                        </a:rPr>
                        <a:t>Control Tower</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a:buNone/>
                      </a:pPr>
                      <a:r>
                        <a:rPr lang="en-US" sz="1000">
                          <a:solidFill>
                            <a:schemeClr val="tx1"/>
                          </a:solidFill>
                          <a:effectLst/>
                          <a:latin typeface="Montserrat" panose="00000500000000000000" pitchFamily="2" charset="0"/>
                        </a:rPr>
                        <a:t>Core SKU Availability</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a:buNone/>
                      </a:pPr>
                      <a:r>
                        <a:rPr lang="en-US" sz="1000">
                          <a:solidFill>
                            <a:schemeClr val="tx1"/>
                          </a:solidFill>
                          <a:effectLst/>
                          <a:latin typeface="Montserrat" panose="00000500000000000000" pitchFamily="2" charset="0"/>
                        </a:rPr>
                        <a:t>Eliminates stockouts and slashes premium freight costs.</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a:buNone/>
                      </a:pPr>
                      <a:r>
                        <a:rPr lang="en-US" sz="1000">
                          <a:solidFill>
                            <a:schemeClr val="tx1"/>
                          </a:solidFill>
                          <a:effectLst/>
                          <a:latin typeface="Montserrat" panose="00000500000000000000" pitchFamily="2" charset="0"/>
                        </a:rPr>
                        <a:t>99% SKU Availability</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62330519"/>
                  </a:ext>
                </a:extLst>
              </a:tr>
              <a:tr h="0">
                <a:tc>
                  <a:txBody>
                    <a:bodyPr/>
                    <a:lstStyle/>
                    <a:p>
                      <a:pPr marL="0" indent="0" algn="l">
                        <a:buFont typeface="Arial" panose="020B0604020202020204" pitchFamily="34" charset="0"/>
                        <a:buNone/>
                      </a:pPr>
                      <a:r>
                        <a:rPr lang="en-US" sz="1000" b="1">
                          <a:solidFill>
                            <a:schemeClr val="tx1"/>
                          </a:solidFill>
                          <a:effectLst/>
                          <a:latin typeface="Montserrat" panose="00000500000000000000" pitchFamily="2" charset="0"/>
                        </a:rPr>
                        <a:t>Demand &amp; Forecast</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a:buNone/>
                      </a:pPr>
                      <a:r>
                        <a:rPr lang="en-US" sz="1000">
                          <a:solidFill>
                            <a:schemeClr val="tx1"/>
                          </a:solidFill>
                          <a:effectLst/>
                          <a:latin typeface="Montserrat" panose="00000500000000000000" pitchFamily="2" charset="0"/>
                        </a:rPr>
                        <a:t>Portfolio Expansion</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a:buNone/>
                      </a:pPr>
                      <a:r>
                        <a:rPr lang="en-US" sz="1000">
                          <a:solidFill>
                            <a:schemeClr val="tx1"/>
                          </a:solidFill>
                          <a:effectLst/>
                          <a:latin typeface="Montserrat" panose="00000500000000000000" pitchFamily="2" charset="0"/>
                        </a:rPr>
                        <a:t>Captures missed revenue by accurately scaling new SKUs.</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a:buNone/>
                      </a:pPr>
                      <a:r>
                        <a:rPr lang="en-US" sz="1000">
                          <a:solidFill>
                            <a:schemeClr val="tx1"/>
                          </a:solidFill>
                          <a:effectLst/>
                          <a:latin typeface="Montserrat" panose="00000500000000000000" pitchFamily="2" charset="0"/>
                        </a:rPr>
                        <a:t>Forecast Accuracy</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58488269"/>
                  </a:ext>
                </a:extLst>
              </a:tr>
              <a:tr h="0">
                <a:tc>
                  <a:txBody>
                    <a:bodyPr/>
                    <a:lstStyle/>
                    <a:p>
                      <a:pPr marL="0" indent="0" algn="l">
                        <a:buFont typeface="Arial" panose="020B0604020202020204" pitchFamily="34" charset="0"/>
                        <a:buNone/>
                      </a:pPr>
                      <a:r>
                        <a:rPr lang="en-US" sz="1000" b="1">
                          <a:solidFill>
                            <a:schemeClr val="tx1"/>
                          </a:solidFill>
                          <a:effectLst/>
                          <a:latin typeface="Montserrat" panose="00000500000000000000" pitchFamily="2" charset="0"/>
                        </a:rPr>
                        <a:t>Inventory &amp; Process Optimization</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a:buNone/>
                      </a:pPr>
                      <a:r>
                        <a:rPr lang="en-US" sz="1000">
                          <a:solidFill>
                            <a:schemeClr val="tx1"/>
                          </a:solidFill>
                          <a:effectLst/>
                          <a:latin typeface="Montserrat" panose="00000500000000000000" pitchFamily="2" charset="0"/>
                        </a:rPr>
                        <a:t>Brand Consistency</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a:buNone/>
                      </a:pPr>
                      <a:r>
                        <a:rPr lang="en-US" sz="1000">
                          <a:solidFill>
                            <a:schemeClr val="tx1"/>
                          </a:solidFill>
                          <a:effectLst/>
                          <a:latin typeface="Montserrat" panose="00000500000000000000" pitchFamily="2" charset="0"/>
                        </a:rPr>
                        <a:t>Lowers holding costs while securing mandatory shelf presence.</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a:buNone/>
                      </a:pPr>
                      <a:r>
                        <a:rPr lang="en-US" sz="1000">
                          <a:solidFill>
                            <a:schemeClr val="tx1"/>
                          </a:solidFill>
                          <a:effectLst/>
                          <a:latin typeface="Montserrat" panose="00000500000000000000" pitchFamily="2" charset="0"/>
                        </a:rPr>
                        <a:t>Inventory Turnover</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0548639"/>
                  </a:ext>
                </a:extLst>
              </a:tr>
              <a:tr h="0">
                <a:tc>
                  <a:txBody>
                    <a:bodyPr/>
                    <a:lstStyle/>
                    <a:p>
                      <a:pPr marL="0" indent="0" algn="l">
                        <a:buFont typeface="Arial" panose="020B0604020202020204" pitchFamily="34" charset="0"/>
                        <a:buNone/>
                      </a:pPr>
                      <a:r>
                        <a:rPr lang="en-US" sz="1000" b="1">
                          <a:solidFill>
                            <a:schemeClr val="tx1"/>
                          </a:solidFill>
                          <a:effectLst/>
                          <a:latin typeface="Montserrat" panose="00000500000000000000" pitchFamily="2" charset="0"/>
                        </a:rPr>
                        <a:t>Promo &amp; Pricing</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a:buNone/>
                      </a:pPr>
                      <a:r>
                        <a:rPr lang="en-US" sz="1000">
                          <a:solidFill>
                            <a:schemeClr val="tx1"/>
                          </a:solidFill>
                          <a:effectLst/>
                          <a:latin typeface="Montserrat" panose="00000500000000000000" pitchFamily="2" charset="0"/>
                        </a:rPr>
                        <a:t>Margin Gains</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a:buNone/>
                      </a:pPr>
                      <a:r>
                        <a:rPr lang="en-US" sz="1000">
                          <a:solidFill>
                            <a:schemeClr val="tx1"/>
                          </a:solidFill>
                          <a:effectLst/>
                          <a:latin typeface="Montserrat" panose="00000500000000000000" pitchFamily="2" charset="0"/>
                        </a:rPr>
                        <a:t>Stops profit leakage via data-driven, dynamic pricing.</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a:buNone/>
                      </a:pPr>
                      <a:r>
                        <a:rPr lang="en-US" sz="1000">
                          <a:solidFill>
                            <a:schemeClr val="tx1"/>
                          </a:solidFill>
                          <a:effectLst/>
                          <a:latin typeface="Montserrat" panose="00000500000000000000" pitchFamily="2" charset="0"/>
                        </a:rPr>
                        <a:t>Gross Margin %</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9752868"/>
                  </a:ext>
                </a:extLst>
              </a:tr>
              <a:tr h="0">
                <a:tc>
                  <a:txBody>
                    <a:bodyPr/>
                    <a:lstStyle/>
                    <a:p>
                      <a:pPr marL="0" indent="0" algn="l">
                        <a:buFont typeface="Arial" panose="020B0604020202020204" pitchFamily="34" charset="0"/>
                        <a:buNone/>
                      </a:pPr>
                      <a:r>
                        <a:rPr lang="en-US" sz="1000" b="1">
                          <a:solidFill>
                            <a:schemeClr val="tx1"/>
                          </a:solidFill>
                          <a:effectLst/>
                          <a:latin typeface="Montserrat" panose="00000500000000000000" pitchFamily="2" charset="0"/>
                        </a:rPr>
                        <a:t>Agentic Orchestration</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a:buNone/>
                      </a:pPr>
                      <a:r>
                        <a:rPr lang="en-US" sz="1000">
                          <a:solidFill>
                            <a:schemeClr val="tx1"/>
                          </a:solidFill>
                          <a:effectLst/>
                          <a:latin typeface="Montserrat" panose="00000500000000000000" pitchFamily="2" charset="0"/>
                        </a:rPr>
                        <a:t>Self-Healing Decisions</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a:buNone/>
                      </a:pPr>
                      <a:r>
                        <a:rPr lang="en-US" sz="1000">
                          <a:solidFill>
                            <a:schemeClr val="tx1"/>
                          </a:solidFill>
                          <a:effectLst/>
                          <a:latin typeface="Montserrat" panose="00000500000000000000" pitchFamily="2" charset="0"/>
                        </a:rPr>
                        <a:t>Minimizes cost-to-serve through automated execution loops.</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a:buNone/>
                      </a:pPr>
                      <a:r>
                        <a:rPr lang="en-US" sz="1000">
                          <a:solidFill>
                            <a:schemeClr val="tx1"/>
                          </a:solidFill>
                          <a:effectLst/>
                          <a:latin typeface="Montserrat" panose="00000500000000000000" pitchFamily="2" charset="0"/>
                        </a:rPr>
                        <a:t>Cycle Time &amp; Labor</a:t>
                      </a:r>
                    </a:p>
                  </a:txBody>
                  <a:tcPr marT="91440" marB="91440">
                    <a:lnL w="12700" cmpd="sng">
                      <a:noFill/>
                    </a:lnL>
                    <a:lnR w="12700" cmpd="sng">
                      <a:noFill/>
                    </a:lnR>
                    <a:lnT w="952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9147874"/>
                  </a:ext>
                </a:extLst>
              </a:tr>
            </a:tbl>
          </a:graphicData>
        </a:graphic>
      </p:graphicFrame>
      <p:sp>
        <p:nvSpPr>
          <p:cNvPr id="41" name="TextBox 40">
            <a:extLst>
              <a:ext uri="{FF2B5EF4-FFF2-40B4-BE49-F238E27FC236}">
                <a16:creationId xmlns:a16="http://schemas.microsoft.com/office/drawing/2014/main" id="{EF755EFF-BA36-3608-1D43-33B5059CE9DD}"/>
              </a:ext>
            </a:extLst>
          </p:cNvPr>
          <p:cNvSpPr txBox="1"/>
          <p:nvPr/>
        </p:nvSpPr>
        <p:spPr>
          <a:xfrm>
            <a:off x="141416" y="3565469"/>
            <a:ext cx="1807861" cy="738664"/>
          </a:xfrm>
          <a:prstGeom prst="rect">
            <a:avLst/>
          </a:prstGeom>
          <a:noFill/>
        </p:spPr>
        <p:txBody>
          <a:bodyPr wrap="square" lIns="91440" tIns="45720" rIns="91440" bIns="45720" anchor="t">
            <a:spAutoFit/>
          </a:bodyPr>
          <a:lstStyle/>
          <a:p>
            <a:pPr algn="ctr">
              <a:defRPr/>
            </a:pPr>
            <a:r>
              <a:rPr lang="en-US" sz="1400" b="1">
                <a:solidFill>
                  <a:srgbClr val="F54F17"/>
                </a:solidFill>
                <a:latin typeface="Montserrat"/>
              </a:rPr>
              <a:t>End to End Supply Chain Management</a:t>
            </a:r>
            <a:endParaRPr lang="en-US">
              <a:ea typeface="+mn-ea"/>
              <a:cs typeface="+mn-cs"/>
            </a:endParaRPr>
          </a:p>
        </p:txBody>
      </p:sp>
    </p:spTree>
    <p:extLst>
      <p:ext uri="{BB962C8B-B14F-4D97-AF65-F5344CB8AC3E}">
        <p14:creationId xmlns:p14="http://schemas.microsoft.com/office/powerpoint/2010/main" val="3216750113"/>
      </p:ext>
    </p:extLst>
  </p:cSld>
  <p:clrMapOvr>
    <a:masterClrMapping/>
  </p:clrMapOvr>
  <p:extLst>
    <p:ext uri="{6950BFC3-D8DA-4A85-94F7-54DA5524770B}">
      <p188:commentRel xmlns:p188="http://schemas.microsoft.com/office/powerpoint/2018/8/main" r:id="rId2"/>
    </p:ext>
  </p:extLst>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42FB577-6355-5ABA-BBE0-3BC472E770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C7E958-C883-D485-22C5-F45832A62BF4}"/>
              </a:ext>
            </a:extLst>
          </p:cNvPr>
          <p:cNvSpPr>
            <a:spLocks noGrp="1"/>
          </p:cNvSpPr>
          <p:nvPr>
            <p:ph type="title"/>
          </p:nvPr>
        </p:nvSpPr>
        <p:spPr/>
        <p:txBody>
          <a:bodyPr>
            <a:normAutofit/>
          </a:bodyPr>
          <a:lstStyle/>
          <a:p>
            <a:pPr>
              <a:lnSpc>
                <a:spcPct val="100000"/>
              </a:lnSpc>
            </a:pPr>
            <a:r>
              <a:rPr lang="en-US" sz="4000">
                <a:latin typeface="Montserrat"/>
              </a:rPr>
              <a:t>Appendix</a:t>
            </a:r>
            <a:br>
              <a:rPr lang="en-US" sz="4000">
                <a:latin typeface="Montserrat"/>
              </a:rPr>
            </a:br>
            <a:endParaRPr lang="en-US" sz="4000"/>
          </a:p>
        </p:txBody>
      </p:sp>
      <p:sp>
        <p:nvSpPr>
          <p:cNvPr id="3" name="Slide Number Placeholder 1">
            <a:extLst>
              <a:ext uri="{FF2B5EF4-FFF2-40B4-BE49-F238E27FC236}">
                <a16:creationId xmlns:a16="http://schemas.microsoft.com/office/drawing/2014/main" id="{2F7246A8-05F5-35D0-48F9-D0B6124A98AA}"/>
              </a:ext>
            </a:extLst>
          </p:cNvPr>
          <p:cNvSpPr>
            <a:spLocks noGrp="1"/>
          </p:cNvSpPr>
          <p:nvPr>
            <p:ph type="sldNum" sz="quarter" idx="12"/>
          </p:nvPr>
        </p:nvSpPr>
        <p:spPr>
          <a:xfrm>
            <a:off x="9105900" y="6540500"/>
            <a:ext cx="2743200" cy="206375"/>
          </a:xfrm>
        </p:spPr>
        <p:txBody>
          <a:bodyPr/>
          <a:lstStyle/>
          <a:p>
            <a:fld id="{330EA680-D336-4FF7-8B7A-9848BB0A1C32}" type="slidenum">
              <a:rPr lang="en-US" smtClean="0"/>
              <a:pPr/>
              <a:t>29</a:t>
            </a:fld>
            <a:endParaRPr lang="en-US"/>
          </a:p>
        </p:txBody>
      </p:sp>
      <p:sp>
        <p:nvSpPr>
          <p:cNvPr id="5" name="Date Placeholder 2">
            <a:extLst>
              <a:ext uri="{FF2B5EF4-FFF2-40B4-BE49-F238E27FC236}">
                <a16:creationId xmlns:a16="http://schemas.microsoft.com/office/drawing/2014/main" id="{C46077C9-F799-610D-D9FA-1655DAD27945}"/>
              </a:ext>
            </a:extLst>
          </p:cNvPr>
          <p:cNvSpPr>
            <a:spLocks noGrp="1"/>
          </p:cNvSpPr>
          <p:nvPr>
            <p:ph type="dt" sz="half" idx="2"/>
          </p:nvPr>
        </p:nvSpPr>
        <p:spPr>
          <a:xfrm>
            <a:off x="857250" y="6540500"/>
            <a:ext cx="2743200" cy="206375"/>
          </a:xfrm>
        </p:spPr>
        <p:txBody>
          <a:bodyPr/>
          <a:lstStyle/>
          <a:p>
            <a:r>
              <a:rPr lang="en-US"/>
              <a:t>© SYREN CLOUD INC – 2026 – ALL RIGHTS RESERVED</a:t>
            </a:r>
          </a:p>
        </p:txBody>
      </p:sp>
    </p:spTree>
    <p:extLst>
      <p:ext uri="{BB962C8B-B14F-4D97-AF65-F5344CB8AC3E}">
        <p14:creationId xmlns:p14="http://schemas.microsoft.com/office/powerpoint/2010/main" val="21176413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A33784D-60EC-3AB9-09F4-C4BDA828D209}"/>
            </a:ext>
          </a:extLst>
        </p:cNvPr>
        <p:cNvGrpSpPr/>
        <p:nvPr/>
      </p:nvGrpSpPr>
      <p:grpSpPr>
        <a:xfrm>
          <a:off x="0" y="0"/>
          <a:ext cx="0" cy="0"/>
          <a:chOff x="0" y="0"/>
          <a:chExt cx="0" cy="0"/>
        </a:xfrm>
      </p:grpSpPr>
      <p:sp>
        <p:nvSpPr>
          <p:cNvPr id="43" name="Rectangle 42">
            <a:extLst>
              <a:ext uri="{FF2B5EF4-FFF2-40B4-BE49-F238E27FC236}">
                <a16:creationId xmlns:a16="http://schemas.microsoft.com/office/drawing/2014/main" id="{28075E11-D248-B4F9-855F-1D0B63F728AB}"/>
              </a:ext>
            </a:extLst>
          </p:cNvPr>
          <p:cNvSpPr/>
          <p:nvPr/>
        </p:nvSpPr>
        <p:spPr>
          <a:xfrm>
            <a:off x="7697972" y="0"/>
            <a:ext cx="4494028"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0B0004020202020204"/>
              <a:ea typeface="+mn-ea"/>
              <a:cs typeface="+mn-cs"/>
            </a:endParaRPr>
          </a:p>
        </p:txBody>
      </p:sp>
      <p:sp>
        <p:nvSpPr>
          <p:cNvPr id="5" name="Title 4">
            <a:extLst>
              <a:ext uri="{FF2B5EF4-FFF2-40B4-BE49-F238E27FC236}">
                <a16:creationId xmlns:a16="http://schemas.microsoft.com/office/drawing/2014/main" id="{51CB81B9-E73F-ED09-A908-5D7872C71F07}"/>
              </a:ext>
            </a:extLst>
          </p:cNvPr>
          <p:cNvSpPr>
            <a:spLocks noGrp="1"/>
          </p:cNvSpPr>
          <p:nvPr>
            <p:ph type="title"/>
          </p:nvPr>
        </p:nvSpPr>
        <p:spPr>
          <a:xfrm>
            <a:off x="381000" y="342899"/>
            <a:ext cx="10515600" cy="553993"/>
          </a:xfrm>
        </p:spPr>
        <p:txBody>
          <a:bodyPr/>
          <a:lstStyle/>
          <a:p>
            <a:r>
              <a:rPr lang="en-US"/>
              <a:t>Our Journey with J&amp;J </a:t>
            </a:r>
          </a:p>
        </p:txBody>
      </p:sp>
      <p:sp>
        <p:nvSpPr>
          <p:cNvPr id="3" name="Date Placeholder 2">
            <a:extLst>
              <a:ext uri="{FF2B5EF4-FFF2-40B4-BE49-F238E27FC236}">
                <a16:creationId xmlns:a16="http://schemas.microsoft.com/office/drawing/2014/main" id="{CD3C9E4D-C491-E15A-92E9-721C38A536F6}"/>
              </a:ext>
            </a:extLst>
          </p:cNvPr>
          <p:cNvSpPr>
            <a:spLocks noGrp="1"/>
          </p:cNvSpPr>
          <p:nvPr>
            <p:ph type="dt" sz="half" idx="2"/>
          </p:nvPr>
        </p:nvSpPr>
        <p:spPr>
          <a:xfrm>
            <a:off x="857250" y="6540407"/>
            <a:ext cx="2743200" cy="206375"/>
          </a:xfrm>
        </p:spPr>
        <p:txBody>
          <a:bodyPr/>
          <a:lstStyle/>
          <a:p>
            <a:pPr lvl="0"/>
            <a:r>
              <a:rPr lang="en-US" noProof="0"/>
              <a:t>© SYREN CLOUD INC – 2026 – ALL RIGHTS RESERVED</a:t>
            </a:r>
          </a:p>
        </p:txBody>
      </p:sp>
      <p:pic>
        <p:nvPicPr>
          <p:cNvPr id="2" name="Graphic 1">
            <a:extLst>
              <a:ext uri="{FF2B5EF4-FFF2-40B4-BE49-F238E27FC236}">
                <a16:creationId xmlns:a16="http://schemas.microsoft.com/office/drawing/2014/main" id="{450685CC-AED2-A36B-CB9F-074AD77978A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39769"/>
            <a:ext cx="220134" cy="228600"/>
          </a:xfrm>
          <a:prstGeom prst="rect">
            <a:avLst/>
          </a:prstGeom>
        </p:spPr>
      </p:pic>
      <p:sp>
        <p:nvSpPr>
          <p:cNvPr id="55" name="TextBox 54">
            <a:extLst>
              <a:ext uri="{FF2B5EF4-FFF2-40B4-BE49-F238E27FC236}">
                <a16:creationId xmlns:a16="http://schemas.microsoft.com/office/drawing/2014/main" id="{8DB6E199-F9BF-3F85-EB32-5E65362736B2}"/>
              </a:ext>
            </a:extLst>
          </p:cNvPr>
          <p:cNvSpPr txBox="1"/>
          <p:nvPr/>
        </p:nvSpPr>
        <p:spPr>
          <a:xfrm>
            <a:off x="2671178" y="5880435"/>
            <a:ext cx="1919140" cy="2308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Footprint Across Segments </a:t>
            </a:r>
          </a:p>
        </p:txBody>
      </p:sp>
      <p:sp>
        <p:nvSpPr>
          <p:cNvPr id="492" name="Rectangle 491">
            <a:extLst>
              <a:ext uri="{FF2B5EF4-FFF2-40B4-BE49-F238E27FC236}">
                <a16:creationId xmlns:a16="http://schemas.microsoft.com/office/drawing/2014/main" id="{AF1335EA-7151-EC22-6B40-9DE2FA962B73}"/>
              </a:ext>
            </a:extLst>
          </p:cNvPr>
          <p:cNvSpPr/>
          <p:nvPr/>
        </p:nvSpPr>
        <p:spPr>
          <a:xfrm>
            <a:off x="383485" y="5244152"/>
            <a:ext cx="7062805" cy="4572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ptos" panose="020B0004020202020204"/>
              <a:ea typeface="+mn-ea"/>
              <a:cs typeface="+mn-cs"/>
            </a:endParaRPr>
          </a:p>
        </p:txBody>
      </p:sp>
      <p:cxnSp>
        <p:nvCxnSpPr>
          <p:cNvPr id="50" name="Straight Arrow Connector 49">
            <a:extLst>
              <a:ext uri="{FF2B5EF4-FFF2-40B4-BE49-F238E27FC236}">
                <a16:creationId xmlns:a16="http://schemas.microsoft.com/office/drawing/2014/main" id="{C326FA7C-D745-0D4C-B48D-9F7B80DE5ACE}"/>
              </a:ext>
            </a:extLst>
          </p:cNvPr>
          <p:cNvCxnSpPr>
            <a:cxnSpLocks/>
          </p:cNvCxnSpPr>
          <p:nvPr/>
        </p:nvCxnSpPr>
        <p:spPr>
          <a:xfrm>
            <a:off x="381000" y="5823708"/>
            <a:ext cx="7052926" cy="0"/>
          </a:xfrm>
          <a:prstGeom prst="straightConnector1">
            <a:avLst/>
          </a:prstGeom>
          <a:ln w="38100">
            <a:solidFill>
              <a:schemeClr val="bg2"/>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85" name="TextBox 484">
            <a:extLst>
              <a:ext uri="{FF2B5EF4-FFF2-40B4-BE49-F238E27FC236}">
                <a16:creationId xmlns:a16="http://schemas.microsoft.com/office/drawing/2014/main" id="{96F81011-14F3-8D5C-5DE1-D94E6CFC1224}"/>
              </a:ext>
            </a:extLst>
          </p:cNvPr>
          <p:cNvSpPr txBox="1"/>
          <p:nvPr/>
        </p:nvSpPr>
        <p:spPr>
          <a:xfrm>
            <a:off x="578857" y="5344488"/>
            <a:ext cx="1870216" cy="230832"/>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Montserrat"/>
                <a:ea typeface="+mn-ea"/>
                <a:cs typeface="+mn-cs"/>
              </a:rPr>
              <a:t>Analytics &amp; Data Science</a:t>
            </a:r>
          </a:p>
        </p:txBody>
      </p:sp>
      <p:sp>
        <p:nvSpPr>
          <p:cNvPr id="487" name="TextBox 486">
            <a:extLst>
              <a:ext uri="{FF2B5EF4-FFF2-40B4-BE49-F238E27FC236}">
                <a16:creationId xmlns:a16="http://schemas.microsoft.com/office/drawing/2014/main" id="{CFD2E9DE-1141-24DE-5911-424E062ACEA7}"/>
              </a:ext>
            </a:extLst>
          </p:cNvPr>
          <p:cNvSpPr txBox="1"/>
          <p:nvPr/>
        </p:nvSpPr>
        <p:spPr>
          <a:xfrm>
            <a:off x="2844716" y="5344488"/>
            <a:ext cx="2164742"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Supply chain &amp; Innovation SME</a:t>
            </a:r>
          </a:p>
        </p:txBody>
      </p:sp>
      <p:sp>
        <p:nvSpPr>
          <p:cNvPr id="493" name="TextBox 492">
            <a:extLst>
              <a:ext uri="{FF2B5EF4-FFF2-40B4-BE49-F238E27FC236}">
                <a16:creationId xmlns:a16="http://schemas.microsoft.com/office/drawing/2014/main" id="{998C9D1C-5A6E-E454-2660-FA74FFAE083A}"/>
              </a:ext>
            </a:extLst>
          </p:cNvPr>
          <p:cNvSpPr txBox="1"/>
          <p:nvPr/>
        </p:nvSpPr>
        <p:spPr>
          <a:xfrm>
            <a:off x="5457331" y="5344488"/>
            <a:ext cx="1764064"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Business Intelligence </a:t>
            </a:r>
          </a:p>
        </p:txBody>
      </p:sp>
      <p:grpSp>
        <p:nvGrpSpPr>
          <p:cNvPr id="18" name="Group 17">
            <a:extLst>
              <a:ext uri="{FF2B5EF4-FFF2-40B4-BE49-F238E27FC236}">
                <a16:creationId xmlns:a16="http://schemas.microsoft.com/office/drawing/2014/main" id="{3F4BCB96-8ECE-9EE2-E500-02C338BF6A7F}"/>
              </a:ext>
            </a:extLst>
          </p:cNvPr>
          <p:cNvGrpSpPr/>
          <p:nvPr/>
        </p:nvGrpSpPr>
        <p:grpSpPr>
          <a:xfrm>
            <a:off x="3691274" y="6207481"/>
            <a:ext cx="3742652" cy="307764"/>
            <a:chOff x="8255559" y="6150281"/>
            <a:chExt cx="3742652" cy="307764"/>
          </a:xfrm>
        </p:grpSpPr>
        <p:grpSp>
          <p:nvGrpSpPr>
            <p:cNvPr id="511" name="Group 510">
              <a:extLst>
                <a:ext uri="{FF2B5EF4-FFF2-40B4-BE49-F238E27FC236}">
                  <a16:creationId xmlns:a16="http://schemas.microsoft.com/office/drawing/2014/main" id="{C77071E1-82C9-23F8-A86A-DA036DF5FA6F}"/>
                </a:ext>
              </a:extLst>
            </p:cNvPr>
            <p:cNvGrpSpPr/>
            <p:nvPr/>
          </p:nvGrpSpPr>
          <p:grpSpPr>
            <a:xfrm>
              <a:off x="8333065" y="6194117"/>
              <a:ext cx="3566706" cy="215444"/>
              <a:chOff x="10553157" y="990788"/>
              <a:chExt cx="3566706" cy="215444"/>
            </a:xfrm>
          </p:grpSpPr>
          <p:sp>
            <p:nvSpPr>
              <p:cNvPr id="501" name="Rectangle: Rounded Corners 500">
                <a:extLst>
                  <a:ext uri="{FF2B5EF4-FFF2-40B4-BE49-F238E27FC236}">
                    <a16:creationId xmlns:a16="http://schemas.microsoft.com/office/drawing/2014/main" id="{CEDA35DB-A3AD-09E0-0E82-DD21F21A31DA}"/>
                  </a:ext>
                </a:extLst>
              </p:cNvPr>
              <p:cNvSpPr/>
              <p:nvPr/>
            </p:nvSpPr>
            <p:spPr>
              <a:xfrm>
                <a:off x="10553157" y="1015960"/>
                <a:ext cx="241300" cy="165100"/>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0B0004020202020204"/>
                  <a:ea typeface="+mn-ea"/>
                  <a:cs typeface="+mn-cs"/>
                </a:endParaRPr>
              </a:p>
            </p:txBody>
          </p:sp>
          <p:sp>
            <p:nvSpPr>
              <p:cNvPr id="502" name="Rectangle: Rounded Corners 501">
                <a:extLst>
                  <a:ext uri="{FF2B5EF4-FFF2-40B4-BE49-F238E27FC236}">
                    <a16:creationId xmlns:a16="http://schemas.microsoft.com/office/drawing/2014/main" id="{19EA00CE-C133-1998-1EE8-46E5F3CF18F1}"/>
                  </a:ext>
                </a:extLst>
              </p:cNvPr>
              <p:cNvSpPr/>
              <p:nvPr/>
            </p:nvSpPr>
            <p:spPr>
              <a:xfrm>
                <a:off x="11622973" y="1015960"/>
                <a:ext cx="241300" cy="16510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0B0004020202020204"/>
                  <a:ea typeface="+mn-ea"/>
                  <a:cs typeface="+mn-cs"/>
                </a:endParaRPr>
              </a:p>
            </p:txBody>
          </p:sp>
          <p:sp>
            <p:nvSpPr>
              <p:cNvPr id="503" name="Rectangle: Rounded Corners 502">
                <a:extLst>
                  <a:ext uri="{FF2B5EF4-FFF2-40B4-BE49-F238E27FC236}">
                    <a16:creationId xmlns:a16="http://schemas.microsoft.com/office/drawing/2014/main" id="{4701AE9B-C476-3A23-36BF-AFC5CEC1AEDA}"/>
                  </a:ext>
                </a:extLst>
              </p:cNvPr>
              <p:cNvSpPr/>
              <p:nvPr/>
            </p:nvSpPr>
            <p:spPr>
              <a:xfrm>
                <a:off x="12651071" y="1015960"/>
                <a:ext cx="241300" cy="165100"/>
              </a:xfrm>
              <a:prstGeom prst="round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0B0004020202020204"/>
                  <a:ea typeface="+mn-ea"/>
                  <a:cs typeface="+mn-cs"/>
                </a:endParaRPr>
              </a:p>
            </p:txBody>
          </p:sp>
          <p:sp>
            <p:nvSpPr>
              <p:cNvPr id="508" name="TextBox 507">
                <a:extLst>
                  <a:ext uri="{FF2B5EF4-FFF2-40B4-BE49-F238E27FC236}">
                    <a16:creationId xmlns:a16="http://schemas.microsoft.com/office/drawing/2014/main" id="{DA3B0516-8719-0F58-C8C4-FB18DDCF904E}"/>
                  </a:ext>
                </a:extLst>
              </p:cNvPr>
              <p:cNvSpPr txBox="1"/>
              <p:nvPr/>
            </p:nvSpPr>
            <p:spPr>
              <a:xfrm>
                <a:off x="10796901" y="990788"/>
                <a:ext cx="79274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ontserrat" panose="00000500000000000000" pitchFamily="2" charset="0"/>
                    <a:ea typeface="+mn-lt"/>
                    <a:cs typeface="Segoe UI Light"/>
                  </a:rPr>
                  <a:t>Enterprise </a:t>
                </a:r>
                <a:endParaRPr kumimoji="0" lang="en-US" sz="800" b="0" i="0" u="none" strike="noStrike" kern="1200" cap="none" spc="0" normalizeH="0" baseline="0" noProof="0">
                  <a:ln>
                    <a:noFill/>
                  </a:ln>
                  <a:solidFill>
                    <a:srgbClr val="000000"/>
                  </a:solidFill>
                  <a:effectLst/>
                  <a:uLnTx/>
                  <a:uFillTx/>
                  <a:latin typeface="Montserrat" panose="00000500000000000000" pitchFamily="2" charset="0"/>
                  <a:ea typeface="+mn-ea"/>
                  <a:cs typeface="Segoe UI Light"/>
                </a:endParaRPr>
              </a:p>
            </p:txBody>
          </p:sp>
          <p:sp>
            <p:nvSpPr>
              <p:cNvPr id="509" name="TextBox 508">
                <a:extLst>
                  <a:ext uri="{FF2B5EF4-FFF2-40B4-BE49-F238E27FC236}">
                    <a16:creationId xmlns:a16="http://schemas.microsoft.com/office/drawing/2014/main" id="{1D5A5438-77C7-FB82-4B92-1067ED570A10}"/>
                  </a:ext>
                </a:extLst>
              </p:cNvPr>
              <p:cNvSpPr txBox="1"/>
              <p:nvPr/>
            </p:nvSpPr>
            <p:spPr>
              <a:xfrm>
                <a:off x="11866144" y="990788"/>
                <a:ext cx="686487"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ontserrat" panose="00000500000000000000" pitchFamily="2" charset="0"/>
                    <a:ea typeface="+mn-lt"/>
                    <a:cs typeface="Segoe UI Light"/>
                  </a:rPr>
                  <a:t>Med Tech</a:t>
                </a:r>
              </a:p>
            </p:txBody>
          </p:sp>
          <p:sp>
            <p:nvSpPr>
              <p:cNvPr id="510" name="TextBox 509">
                <a:extLst>
                  <a:ext uri="{FF2B5EF4-FFF2-40B4-BE49-F238E27FC236}">
                    <a16:creationId xmlns:a16="http://schemas.microsoft.com/office/drawing/2014/main" id="{104C5CB0-F76A-9C1D-1D20-8F54C26F0BC8}"/>
                  </a:ext>
                </a:extLst>
              </p:cNvPr>
              <p:cNvSpPr txBox="1"/>
              <p:nvPr/>
            </p:nvSpPr>
            <p:spPr>
              <a:xfrm>
                <a:off x="12891799" y="990788"/>
                <a:ext cx="1228064"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ontserrat" panose="00000500000000000000" pitchFamily="2" charset="0"/>
                    <a:ea typeface="+mn-lt"/>
                    <a:cs typeface="Segoe UI Light"/>
                  </a:rPr>
                  <a:t>Innovative Medicine</a:t>
                </a:r>
              </a:p>
            </p:txBody>
          </p:sp>
        </p:grpSp>
        <p:sp>
          <p:nvSpPr>
            <p:cNvPr id="64" name="Rectangle: Rounded Corners 63">
              <a:extLst>
                <a:ext uri="{FF2B5EF4-FFF2-40B4-BE49-F238E27FC236}">
                  <a16:creationId xmlns:a16="http://schemas.microsoft.com/office/drawing/2014/main" id="{F9BB3171-9BC4-A127-C2F2-3E7B28010871}"/>
                </a:ext>
              </a:extLst>
            </p:cNvPr>
            <p:cNvSpPr/>
            <p:nvPr/>
          </p:nvSpPr>
          <p:spPr>
            <a:xfrm>
              <a:off x="8255559" y="6150281"/>
              <a:ext cx="3742652" cy="307764"/>
            </a:xfrm>
            <a:prstGeom prst="roundRect">
              <a:avLst>
                <a:gd name="adj" fmla="val 5166"/>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0B0004020202020204"/>
                <a:ea typeface="+mn-ea"/>
                <a:cs typeface="+mn-cs"/>
              </a:endParaRPr>
            </a:p>
          </p:txBody>
        </p:sp>
      </p:grpSp>
      <p:sp>
        <p:nvSpPr>
          <p:cNvPr id="13" name="TextBox 12">
            <a:extLst>
              <a:ext uri="{FF2B5EF4-FFF2-40B4-BE49-F238E27FC236}">
                <a16:creationId xmlns:a16="http://schemas.microsoft.com/office/drawing/2014/main" id="{1E11F4C6-EEE3-FFBC-9B18-BD6CA3BF8614}"/>
              </a:ext>
            </a:extLst>
          </p:cNvPr>
          <p:cNvSpPr txBox="1"/>
          <p:nvPr/>
        </p:nvSpPr>
        <p:spPr>
          <a:xfrm>
            <a:off x="3947763" y="1172157"/>
            <a:ext cx="3260918" cy="692497"/>
          </a:xfrm>
          <a:prstGeom prst="rect">
            <a:avLst/>
          </a:prstGeom>
          <a:noFill/>
          <a:ln>
            <a:noFill/>
          </a:ln>
        </p:spPr>
        <p:txBody>
          <a:bodyPr wrap="square" rtlCol="0" anchor="ctr">
            <a:spAutoFit/>
          </a:bodyPr>
          <a:lstStyle/>
          <a:p>
            <a:pPr marL="285750" marR="0" lvl="0" indent="-285750" algn="l" defTabSz="914400" rtl="0" eaLnBrk="1" fontAlgn="auto" latinLnBrk="0" hangingPunct="1">
              <a:lnSpc>
                <a:spcPct val="100000"/>
              </a:lnSpc>
              <a:spcBef>
                <a:spcPts val="600"/>
              </a:spcBef>
              <a:spcAft>
                <a:spcPts val="0"/>
              </a:spcAft>
              <a:buClr>
                <a:srgbClr val="F64F18"/>
              </a:buClr>
              <a:buSzTx/>
              <a:buFont typeface="Wingdings" panose="05000000000000000000" pitchFamily="2" charset="2"/>
              <a:buChar char="v"/>
              <a:tabLst/>
              <a:defRPr/>
            </a:pPr>
            <a:r>
              <a:rPr lang="en-US" sz="1100" b="1">
                <a:solidFill>
                  <a:srgbClr val="F64F18"/>
                </a:solidFill>
                <a:latin typeface="Montserrat" panose="00000500000000000000" pitchFamily="2" charset="0"/>
              </a:rPr>
              <a:t>3</a:t>
            </a:r>
            <a:r>
              <a:rPr kumimoji="0" lang="en-US" sz="1100" b="1" i="0" u="none" strike="noStrike" kern="1200" cap="none" spc="0" normalizeH="0" baseline="0" noProof="0">
                <a:ln>
                  <a:noFill/>
                </a:ln>
                <a:solidFill>
                  <a:srgbClr val="F64F18"/>
                </a:solidFill>
                <a:effectLst/>
                <a:uLnTx/>
                <a:uFillTx/>
                <a:latin typeface="Montserrat" panose="00000500000000000000" pitchFamily="2" charset="0"/>
                <a:ea typeface="+mn-ea"/>
                <a:cs typeface="+mn-cs"/>
              </a:rPr>
              <a:t>00+ </a:t>
            </a:r>
            <a:r>
              <a:rPr kumimoji="0" lang="en-US" sz="900" b="0" i="0" u="none" strike="noStrike" kern="1200" cap="none" spc="0" normalizeH="0" baseline="0" noProof="0">
                <a:ln>
                  <a:noFill/>
                </a:ln>
                <a:solidFill>
                  <a:srgbClr val="000000"/>
                </a:solidFill>
                <a:effectLst/>
                <a:uLnTx/>
                <a:uFillTx/>
                <a:latin typeface="Montserrat" panose="00000500000000000000" pitchFamily="2" charset="0"/>
                <a:ea typeface="+mn-ea"/>
                <a:cs typeface="+mn-cs"/>
              </a:rPr>
              <a:t>Supply Chain &amp; Data engineering experts</a:t>
            </a:r>
          </a:p>
          <a:p>
            <a:pPr marL="285750" marR="0" lvl="0" indent="-285750" algn="l" defTabSz="914400" rtl="0" eaLnBrk="1" fontAlgn="auto" latinLnBrk="0" hangingPunct="1">
              <a:lnSpc>
                <a:spcPct val="100000"/>
              </a:lnSpc>
              <a:spcBef>
                <a:spcPts val="600"/>
              </a:spcBef>
              <a:spcAft>
                <a:spcPts val="0"/>
              </a:spcAft>
              <a:buClr>
                <a:srgbClr val="F64F18"/>
              </a:buClr>
              <a:buSzTx/>
              <a:buFont typeface="Wingdings" panose="05000000000000000000" pitchFamily="2" charset="2"/>
              <a:buChar char="v"/>
              <a:tabLst/>
              <a:defRPr/>
            </a:pPr>
            <a:r>
              <a:rPr kumimoji="0" lang="en-US" sz="900" b="0" i="0" u="none" strike="noStrike" kern="1200" cap="none" spc="0" normalizeH="0" baseline="0" noProof="0">
                <a:ln>
                  <a:noFill/>
                </a:ln>
                <a:solidFill>
                  <a:srgbClr val="000000"/>
                </a:solidFill>
                <a:effectLst/>
                <a:uLnTx/>
                <a:uFillTx/>
                <a:latin typeface="Montserrat" panose="00000500000000000000" pitchFamily="2" charset="0"/>
                <a:ea typeface="+mn-ea"/>
                <a:cs typeface="+mn-cs"/>
              </a:rPr>
              <a:t>Databricks, Microsoft – C&amp; SI partnerships</a:t>
            </a:r>
          </a:p>
          <a:p>
            <a:pPr marL="285750" marR="0" lvl="0" indent="-285750" algn="l" defTabSz="914400" rtl="0" eaLnBrk="1" fontAlgn="auto" latinLnBrk="0" hangingPunct="1">
              <a:lnSpc>
                <a:spcPct val="100000"/>
              </a:lnSpc>
              <a:spcBef>
                <a:spcPts val="600"/>
              </a:spcBef>
              <a:spcAft>
                <a:spcPts val="0"/>
              </a:spcAft>
              <a:buClr>
                <a:srgbClr val="F64F18"/>
              </a:buClr>
              <a:buSzTx/>
              <a:buFont typeface="Wingdings" panose="05000000000000000000" pitchFamily="2" charset="2"/>
              <a:buChar char="v"/>
              <a:tabLst/>
              <a:defRPr/>
            </a:pPr>
            <a:r>
              <a:rPr kumimoji="0" lang="en-US" sz="900" b="0" i="0" u="none" strike="noStrike" kern="1200" cap="none" spc="0" normalizeH="0" baseline="0" noProof="0">
                <a:ln>
                  <a:noFill/>
                </a:ln>
                <a:solidFill>
                  <a:srgbClr val="000000"/>
                </a:solidFill>
                <a:effectLst/>
                <a:uLnTx/>
                <a:uFillTx/>
                <a:latin typeface="Montserrat" panose="00000500000000000000" pitchFamily="2" charset="0"/>
                <a:ea typeface="+mn-ea"/>
                <a:cs typeface="+mn-cs"/>
              </a:rPr>
              <a:t>Azure &amp; AWS – Cloud partnerships</a:t>
            </a:r>
          </a:p>
        </p:txBody>
      </p:sp>
      <p:sp>
        <p:nvSpPr>
          <p:cNvPr id="17" name="TextBox 16">
            <a:extLst>
              <a:ext uri="{FF2B5EF4-FFF2-40B4-BE49-F238E27FC236}">
                <a16:creationId xmlns:a16="http://schemas.microsoft.com/office/drawing/2014/main" id="{889E92AE-CD6B-781A-A5F4-EA0705FADD04}"/>
              </a:ext>
            </a:extLst>
          </p:cNvPr>
          <p:cNvSpPr txBox="1"/>
          <p:nvPr/>
        </p:nvSpPr>
        <p:spPr>
          <a:xfrm>
            <a:off x="309309" y="1279878"/>
            <a:ext cx="840148" cy="4770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F64F18"/>
                </a:solidFill>
                <a:effectLst/>
                <a:uLnTx/>
                <a:uFillTx/>
                <a:latin typeface="Montserrat" panose="00000500000000000000" pitchFamily="2" charset="0"/>
                <a:ea typeface="Inter Black"/>
                <a:cs typeface="Segoe UI"/>
              </a:rPr>
              <a:t>~230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50" b="1" i="0" u="none" strike="noStrike" kern="1200" cap="none" spc="0" normalizeH="0" baseline="0" noProof="0">
                <a:ln>
                  <a:noFill/>
                </a:ln>
                <a:solidFill>
                  <a:srgbClr val="000000"/>
                </a:solidFill>
                <a:effectLst/>
                <a:uLnTx/>
                <a:uFillTx/>
                <a:latin typeface="Montserrat" panose="00000500000000000000" pitchFamily="2" charset="0"/>
                <a:ea typeface="Inter Black"/>
                <a:cs typeface="Segoe UI"/>
              </a:rPr>
              <a:t> </a:t>
            </a:r>
            <a:r>
              <a:rPr kumimoji="0" lang="en-IN" sz="900" b="0" i="0" u="none" strike="noStrike" kern="1200" cap="none" spc="0" normalizeH="0" baseline="0" noProof="0">
                <a:ln>
                  <a:noFill/>
                </a:ln>
                <a:solidFill>
                  <a:srgbClr val="000000"/>
                </a:solidFill>
                <a:effectLst/>
                <a:uLnTx/>
                <a:uFillTx/>
                <a:latin typeface="Montserrat" panose="00000500000000000000" pitchFamily="2" charset="0"/>
                <a:ea typeface="+mn-ea"/>
                <a:cs typeface="Segoe UI"/>
              </a:rPr>
              <a:t>Associates </a:t>
            </a:r>
            <a:endParaRPr kumimoji="0" lang="en-US" sz="900" b="0" i="0" u="none" strike="noStrike" kern="1200" cap="none" spc="0" normalizeH="0" baseline="0" noProof="0">
              <a:ln>
                <a:noFill/>
              </a:ln>
              <a:solidFill>
                <a:srgbClr val="000000"/>
              </a:solidFill>
              <a:effectLst/>
              <a:uLnTx/>
              <a:uFillTx/>
              <a:latin typeface="Montserrat" panose="00000500000000000000" pitchFamily="2" charset="0"/>
              <a:ea typeface="+mn-ea"/>
              <a:cs typeface="Segoe UI"/>
            </a:endParaRPr>
          </a:p>
        </p:txBody>
      </p:sp>
      <p:sp>
        <p:nvSpPr>
          <p:cNvPr id="19" name="TextBox 18">
            <a:extLst>
              <a:ext uri="{FF2B5EF4-FFF2-40B4-BE49-F238E27FC236}">
                <a16:creationId xmlns:a16="http://schemas.microsoft.com/office/drawing/2014/main" id="{FF20CC60-0F1C-727E-9F8C-22A01F07D97B}"/>
              </a:ext>
            </a:extLst>
          </p:cNvPr>
          <p:cNvSpPr txBox="1"/>
          <p:nvPr/>
        </p:nvSpPr>
        <p:spPr>
          <a:xfrm>
            <a:off x="1239650" y="1283726"/>
            <a:ext cx="1016102" cy="46935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F64F18"/>
                </a:solidFill>
                <a:effectLst/>
                <a:uLnTx/>
                <a:uFillTx/>
                <a:latin typeface="Montserrat" panose="00000500000000000000" pitchFamily="2" charset="0"/>
                <a:ea typeface="+mn-ea"/>
                <a:cs typeface="Segoe UI"/>
              </a:rPr>
              <a:t>150+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a:ln>
                  <a:noFill/>
                </a:ln>
                <a:solidFill>
                  <a:srgbClr val="000000"/>
                </a:solidFill>
                <a:effectLst/>
                <a:uLnTx/>
                <a:uFillTx/>
                <a:latin typeface="Montserrat" panose="00000500000000000000" pitchFamily="2" charset="0"/>
                <a:ea typeface="+mn-ea"/>
                <a:cs typeface="Segoe UI"/>
              </a:rPr>
              <a:t>Programs</a:t>
            </a:r>
            <a:r>
              <a:rPr kumimoji="0" lang="en-IN" sz="1000" b="0" i="0" u="none" strike="noStrike" kern="1200" cap="none" spc="0" normalizeH="0" baseline="0" noProof="0">
                <a:ln>
                  <a:noFill/>
                </a:ln>
                <a:solidFill>
                  <a:srgbClr val="000000"/>
                </a:solidFill>
                <a:effectLst/>
                <a:uLnTx/>
                <a:uFillTx/>
                <a:latin typeface="Montserrat" panose="00000500000000000000" pitchFamily="2" charset="0"/>
                <a:ea typeface="+mn-ea"/>
                <a:cs typeface="Segoe UI"/>
              </a:rPr>
              <a:t> </a:t>
            </a:r>
            <a:endParaRPr kumimoji="0" lang="en-US" sz="1000" b="0" i="0" u="none" strike="noStrike" kern="1200" cap="none" spc="0" normalizeH="0" baseline="0" noProof="0">
              <a:ln>
                <a:noFill/>
              </a:ln>
              <a:solidFill>
                <a:srgbClr val="000000"/>
              </a:solidFill>
              <a:effectLst/>
              <a:uLnTx/>
              <a:uFillTx/>
              <a:latin typeface="Montserrat" panose="00000500000000000000" pitchFamily="2" charset="0"/>
              <a:ea typeface="+mn-ea"/>
              <a:cs typeface="Segoe UI"/>
            </a:endParaRPr>
          </a:p>
        </p:txBody>
      </p:sp>
      <p:sp>
        <p:nvSpPr>
          <p:cNvPr id="20" name="TextBox 19">
            <a:extLst>
              <a:ext uri="{FF2B5EF4-FFF2-40B4-BE49-F238E27FC236}">
                <a16:creationId xmlns:a16="http://schemas.microsoft.com/office/drawing/2014/main" id="{A412E39D-52F0-0BED-8ABB-EB855B4DBD40}"/>
              </a:ext>
            </a:extLst>
          </p:cNvPr>
          <p:cNvSpPr txBox="1"/>
          <p:nvPr/>
        </p:nvSpPr>
        <p:spPr>
          <a:xfrm>
            <a:off x="2306774" y="1287573"/>
            <a:ext cx="1431903"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F64F18"/>
                </a:solidFill>
                <a:effectLst/>
                <a:uLnTx/>
                <a:uFillTx/>
                <a:latin typeface="Montserrat" panose="00000500000000000000" pitchFamily="2" charset="0"/>
                <a:ea typeface="+mn-ea"/>
                <a:cs typeface="Segoe UI"/>
              </a:rPr>
              <a:t>5+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a:ln>
                  <a:noFill/>
                </a:ln>
                <a:solidFill>
                  <a:srgbClr val="000000"/>
                </a:solidFill>
                <a:effectLst/>
                <a:uLnTx/>
                <a:uFillTx/>
                <a:latin typeface="Montserrat" panose="00000500000000000000" pitchFamily="2" charset="0"/>
                <a:ea typeface="+mn-ea"/>
                <a:cs typeface="Segoe UI"/>
              </a:rPr>
              <a:t>Years of partnership</a:t>
            </a:r>
            <a:endParaRPr kumimoji="0" lang="en-US" sz="900" b="0" i="0" u="none" strike="noStrike" kern="1200" cap="none" spc="0" normalizeH="0" baseline="0" noProof="0">
              <a:ln>
                <a:noFill/>
              </a:ln>
              <a:solidFill>
                <a:srgbClr val="000000"/>
              </a:solidFill>
              <a:effectLst/>
              <a:uLnTx/>
              <a:uFillTx/>
              <a:latin typeface="Montserrat" panose="00000500000000000000" pitchFamily="2" charset="0"/>
              <a:ea typeface="+mn-ea"/>
              <a:cs typeface="Segoe UI"/>
            </a:endParaRPr>
          </a:p>
        </p:txBody>
      </p:sp>
      <p:sp>
        <p:nvSpPr>
          <p:cNvPr id="60" name="Rectangle: Rounded Corners 59">
            <a:extLst>
              <a:ext uri="{FF2B5EF4-FFF2-40B4-BE49-F238E27FC236}">
                <a16:creationId xmlns:a16="http://schemas.microsoft.com/office/drawing/2014/main" id="{E5B30DB0-05C8-6D91-A348-6D19AEF65AB4}"/>
              </a:ext>
            </a:extLst>
          </p:cNvPr>
          <p:cNvSpPr/>
          <p:nvPr/>
        </p:nvSpPr>
        <p:spPr>
          <a:xfrm>
            <a:off x="381000" y="4687672"/>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EQ Digital Products</a:t>
            </a:r>
          </a:p>
        </p:txBody>
      </p:sp>
      <p:sp>
        <p:nvSpPr>
          <p:cNvPr id="63" name="Rectangle: Rounded Corners 62">
            <a:extLst>
              <a:ext uri="{FF2B5EF4-FFF2-40B4-BE49-F238E27FC236}">
                <a16:creationId xmlns:a16="http://schemas.microsoft.com/office/drawing/2014/main" id="{DDC28A8C-59AB-4AC0-38D1-82BB6EB7D376}"/>
              </a:ext>
            </a:extLst>
          </p:cNvPr>
          <p:cNvSpPr/>
          <p:nvPr/>
        </p:nvSpPr>
        <p:spPr>
          <a:xfrm>
            <a:off x="2808756" y="4204513"/>
            <a:ext cx="1097280" cy="457200"/>
          </a:xfrm>
          <a:prstGeom prst="roundRect">
            <a:avLst>
              <a:gd name="adj" fmla="val 7698"/>
            </a:avLst>
          </a:prstGeom>
          <a:solidFill>
            <a:schemeClr val="bg2">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Track &amp; Trace</a:t>
            </a:r>
          </a:p>
        </p:txBody>
      </p:sp>
      <p:sp>
        <p:nvSpPr>
          <p:cNvPr id="448" name="Rectangle: Rounded Corners 447">
            <a:extLst>
              <a:ext uri="{FF2B5EF4-FFF2-40B4-BE49-F238E27FC236}">
                <a16:creationId xmlns:a16="http://schemas.microsoft.com/office/drawing/2014/main" id="{68658FBD-0173-CF2E-286F-13888F1CA902}"/>
              </a:ext>
            </a:extLst>
          </p:cNvPr>
          <p:cNvSpPr/>
          <p:nvPr/>
        </p:nvSpPr>
        <p:spPr>
          <a:xfrm>
            <a:off x="2808756" y="4687672"/>
            <a:ext cx="1097280" cy="457200"/>
          </a:xfrm>
          <a:prstGeom prst="roundRect">
            <a:avLst>
              <a:gd name="adj" fmla="val 7698"/>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MT MAPS</a:t>
            </a:r>
          </a:p>
        </p:txBody>
      </p:sp>
      <p:sp>
        <p:nvSpPr>
          <p:cNvPr id="449" name="Rectangle: Rounded Corners 448">
            <a:extLst>
              <a:ext uri="{FF2B5EF4-FFF2-40B4-BE49-F238E27FC236}">
                <a16:creationId xmlns:a16="http://schemas.microsoft.com/office/drawing/2014/main" id="{A64FBC97-4E92-6DB2-F8C0-2A6105DDAD35}"/>
              </a:ext>
            </a:extLst>
          </p:cNvPr>
          <p:cNvSpPr/>
          <p:nvPr/>
        </p:nvSpPr>
        <p:spPr>
          <a:xfrm>
            <a:off x="381000" y="3238191"/>
            <a:ext cx="1097280" cy="457200"/>
          </a:xfrm>
          <a:prstGeom prst="roundRect">
            <a:avLst>
              <a:gd name="adj" fmla="val 7698"/>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Inventory Studio</a:t>
            </a:r>
          </a:p>
        </p:txBody>
      </p:sp>
      <p:sp>
        <p:nvSpPr>
          <p:cNvPr id="450" name="Rectangle: Rounded Corners 449">
            <a:extLst>
              <a:ext uri="{FF2B5EF4-FFF2-40B4-BE49-F238E27FC236}">
                <a16:creationId xmlns:a16="http://schemas.microsoft.com/office/drawing/2014/main" id="{C31DDBA6-9AF4-AEEA-5797-BFBE698D1F32}"/>
              </a:ext>
            </a:extLst>
          </p:cNvPr>
          <p:cNvSpPr/>
          <p:nvPr/>
        </p:nvSpPr>
        <p:spPr>
          <a:xfrm>
            <a:off x="5211603" y="4204513"/>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Dolphin</a:t>
            </a:r>
          </a:p>
        </p:txBody>
      </p:sp>
      <p:sp>
        <p:nvSpPr>
          <p:cNvPr id="453" name="Rectangle: Rounded Corners 452">
            <a:extLst>
              <a:ext uri="{FF2B5EF4-FFF2-40B4-BE49-F238E27FC236}">
                <a16:creationId xmlns:a16="http://schemas.microsoft.com/office/drawing/2014/main" id="{8AC813F8-D656-0902-DF80-B97FEB627A35}"/>
              </a:ext>
            </a:extLst>
          </p:cNvPr>
          <p:cNvSpPr/>
          <p:nvPr/>
        </p:nvSpPr>
        <p:spPr>
          <a:xfrm>
            <a:off x="3942157" y="4687672"/>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Nerve Center</a:t>
            </a:r>
          </a:p>
        </p:txBody>
      </p:sp>
      <p:sp>
        <p:nvSpPr>
          <p:cNvPr id="454" name="Rectangle: Rounded Corners 453">
            <a:extLst>
              <a:ext uri="{FF2B5EF4-FFF2-40B4-BE49-F238E27FC236}">
                <a16:creationId xmlns:a16="http://schemas.microsoft.com/office/drawing/2014/main" id="{E864CD9B-29C9-0D96-54C8-9540F36FE52F}"/>
              </a:ext>
            </a:extLst>
          </p:cNvPr>
          <p:cNvSpPr/>
          <p:nvPr/>
        </p:nvSpPr>
        <p:spPr>
          <a:xfrm>
            <a:off x="6349011" y="2271869"/>
            <a:ext cx="1097280" cy="457200"/>
          </a:xfrm>
          <a:prstGeom prst="roundRect">
            <a:avLst>
              <a:gd name="adj" fmla="val 7698"/>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Global Distt. Capacity Mgmt.</a:t>
            </a:r>
          </a:p>
        </p:txBody>
      </p:sp>
      <p:sp>
        <p:nvSpPr>
          <p:cNvPr id="464" name="Rectangle: Rounded Corners 463">
            <a:extLst>
              <a:ext uri="{FF2B5EF4-FFF2-40B4-BE49-F238E27FC236}">
                <a16:creationId xmlns:a16="http://schemas.microsoft.com/office/drawing/2014/main" id="{99F92F1A-116A-1697-63E5-F5CC51188E5A}"/>
              </a:ext>
            </a:extLst>
          </p:cNvPr>
          <p:cNvSpPr/>
          <p:nvPr/>
        </p:nvSpPr>
        <p:spPr>
          <a:xfrm>
            <a:off x="381000" y="4204513"/>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GTM</a:t>
            </a:r>
          </a:p>
        </p:txBody>
      </p:sp>
      <p:sp>
        <p:nvSpPr>
          <p:cNvPr id="466" name="Rectangle: Rounded Corners 465">
            <a:extLst>
              <a:ext uri="{FF2B5EF4-FFF2-40B4-BE49-F238E27FC236}">
                <a16:creationId xmlns:a16="http://schemas.microsoft.com/office/drawing/2014/main" id="{1D6842ED-FF37-23B4-9C2E-3BBEEBFAA0D4}"/>
              </a:ext>
            </a:extLst>
          </p:cNvPr>
          <p:cNvSpPr/>
          <p:nvPr/>
        </p:nvSpPr>
        <p:spPr>
          <a:xfrm>
            <a:off x="6349011" y="4687672"/>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QuickBase Development</a:t>
            </a:r>
          </a:p>
        </p:txBody>
      </p:sp>
      <p:sp>
        <p:nvSpPr>
          <p:cNvPr id="469" name="Rectangle: Rounded Corners 468">
            <a:extLst>
              <a:ext uri="{FF2B5EF4-FFF2-40B4-BE49-F238E27FC236}">
                <a16:creationId xmlns:a16="http://schemas.microsoft.com/office/drawing/2014/main" id="{C7989D70-66E9-5523-76B4-2788EA677D2B}"/>
              </a:ext>
            </a:extLst>
          </p:cNvPr>
          <p:cNvSpPr/>
          <p:nvPr/>
        </p:nvSpPr>
        <p:spPr>
          <a:xfrm>
            <a:off x="1524513" y="2755030"/>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CO2 Emissions</a:t>
            </a:r>
          </a:p>
        </p:txBody>
      </p:sp>
      <p:sp>
        <p:nvSpPr>
          <p:cNvPr id="471" name="Rectangle: Rounded Corners 470">
            <a:extLst>
              <a:ext uri="{FF2B5EF4-FFF2-40B4-BE49-F238E27FC236}">
                <a16:creationId xmlns:a16="http://schemas.microsoft.com/office/drawing/2014/main" id="{1DF650D6-10B1-B8FF-915B-47BC113E6ED1}"/>
              </a:ext>
            </a:extLst>
          </p:cNvPr>
          <p:cNvSpPr/>
          <p:nvPr/>
        </p:nvSpPr>
        <p:spPr>
          <a:xfrm>
            <a:off x="1524513" y="2271869"/>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Supplier Reliability Sandbox</a:t>
            </a:r>
          </a:p>
        </p:txBody>
      </p:sp>
      <p:sp>
        <p:nvSpPr>
          <p:cNvPr id="472" name="Rectangle: Rounded Corners 471">
            <a:extLst>
              <a:ext uri="{FF2B5EF4-FFF2-40B4-BE49-F238E27FC236}">
                <a16:creationId xmlns:a16="http://schemas.microsoft.com/office/drawing/2014/main" id="{37DFDD4A-14E2-ECB8-C46D-F98BBDE405C2}"/>
              </a:ext>
            </a:extLst>
          </p:cNvPr>
          <p:cNvSpPr/>
          <p:nvPr/>
        </p:nvSpPr>
        <p:spPr>
          <a:xfrm>
            <a:off x="3942157" y="4204513"/>
            <a:ext cx="1097280" cy="457200"/>
          </a:xfrm>
          <a:prstGeom prst="roundRect">
            <a:avLst>
              <a:gd name="adj" fmla="val 7698"/>
            </a:avLst>
          </a:prstGeom>
          <a:solidFill>
            <a:schemeClr val="bg2">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MD DC Archetypes</a:t>
            </a:r>
          </a:p>
        </p:txBody>
      </p:sp>
      <p:sp>
        <p:nvSpPr>
          <p:cNvPr id="473" name="Rectangle: Rounded Corners 472">
            <a:extLst>
              <a:ext uri="{FF2B5EF4-FFF2-40B4-BE49-F238E27FC236}">
                <a16:creationId xmlns:a16="http://schemas.microsoft.com/office/drawing/2014/main" id="{BFE25D85-610E-4BCD-6B32-F781ED22C938}"/>
              </a:ext>
            </a:extLst>
          </p:cNvPr>
          <p:cNvSpPr/>
          <p:nvPr/>
        </p:nvSpPr>
        <p:spPr>
          <a:xfrm>
            <a:off x="5211603" y="2271869"/>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Workforce &amp;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Real Estate Ops</a:t>
            </a:r>
          </a:p>
        </p:txBody>
      </p:sp>
      <p:sp>
        <p:nvSpPr>
          <p:cNvPr id="474" name="Rectangle: Rounded Corners 473">
            <a:extLst>
              <a:ext uri="{FF2B5EF4-FFF2-40B4-BE49-F238E27FC236}">
                <a16:creationId xmlns:a16="http://schemas.microsoft.com/office/drawing/2014/main" id="{6DDF4B53-2DC8-78E8-4E44-3652CFBFFF20}"/>
              </a:ext>
            </a:extLst>
          </p:cNvPr>
          <p:cNvSpPr/>
          <p:nvPr/>
        </p:nvSpPr>
        <p:spPr>
          <a:xfrm>
            <a:off x="5211603" y="4687672"/>
            <a:ext cx="1097280" cy="457200"/>
          </a:xfrm>
          <a:prstGeom prst="roundRect">
            <a:avLst>
              <a:gd name="adj" fmla="val 7698"/>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Lab Capacity </a:t>
            </a:r>
          </a:p>
        </p:txBody>
      </p:sp>
      <p:sp>
        <p:nvSpPr>
          <p:cNvPr id="476" name="Rectangle: Rounded Corners 475">
            <a:extLst>
              <a:ext uri="{FF2B5EF4-FFF2-40B4-BE49-F238E27FC236}">
                <a16:creationId xmlns:a16="http://schemas.microsoft.com/office/drawing/2014/main" id="{66DD03C1-4CE2-7B40-4CF3-A2804F111C15}"/>
              </a:ext>
            </a:extLst>
          </p:cNvPr>
          <p:cNvSpPr/>
          <p:nvPr/>
        </p:nvSpPr>
        <p:spPr>
          <a:xfrm>
            <a:off x="3942157" y="2271869"/>
            <a:ext cx="1097280" cy="457200"/>
          </a:xfrm>
          <a:prstGeom prst="roundRect">
            <a:avLst>
              <a:gd name="adj" fmla="val 7698"/>
            </a:avLst>
          </a:prstGeom>
          <a:solidFill>
            <a:schemeClr val="bg2">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Transcend- CDL MD Curation</a:t>
            </a:r>
          </a:p>
        </p:txBody>
      </p:sp>
      <p:sp>
        <p:nvSpPr>
          <p:cNvPr id="480" name="Rectangle: Rounded Corners 479">
            <a:extLst>
              <a:ext uri="{FF2B5EF4-FFF2-40B4-BE49-F238E27FC236}">
                <a16:creationId xmlns:a16="http://schemas.microsoft.com/office/drawing/2014/main" id="{75F33DFA-E581-6C09-51AA-06F26EC8A333}"/>
              </a:ext>
            </a:extLst>
          </p:cNvPr>
          <p:cNvSpPr/>
          <p:nvPr/>
        </p:nvSpPr>
        <p:spPr>
          <a:xfrm>
            <a:off x="1524513" y="4204513"/>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Supply Chain Resilience</a:t>
            </a:r>
          </a:p>
        </p:txBody>
      </p:sp>
      <p:sp>
        <p:nvSpPr>
          <p:cNvPr id="481" name="Rectangle: Rounded Corners 480">
            <a:extLst>
              <a:ext uri="{FF2B5EF4-FFF2-40B4-BE49-F238E27FC236}">
                <a16:creationId xmlns:a16="http://schemas.microsoft.com/office/drawing/2014/main" id="{7909CD59-7446-99C2-1642-97B7C656FB1A}"/>
              </a:ext>
            </a:extLst>
          </p:cNvPr>
          <p:cNvSpPr/>
          <p:nvPr/>
        </p:nvSpPr>
        <p:spPr>
          <a:xfrm>
            <a:off x="381000" y="2755030"/>
            <a:ext cx="1097280" cy="457200"/>
          </a:xfrm>
          <a:prstGeom prst="roundRect">
            <a:avLst>
              <a:gd name="adj" fmla="val 7698"/>
            </a:avLst>
          </a:prstGeom>
          <a:solidFill>
            <a:srgbClr val="FF7C59"/>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CART Recommendation</a:t>
            </a:r>
          </a:p>
        </p:txBody>
      </p:sp>
      <p:sp>
        <p:nvSpPr>
          <p:cNvPr id="496" name="Rectangle: Rounded Corners 495">
            <a:extLst>
              <a:ext uri="{FF2B5EF4-FFF2-40B4-BE49-F238E27FC236}">
                <a16:creationId xmlns:a16="http://schemas.microsoft.com/office/drawing/2014/main" id="{79245AFF-85CE-918A-6613-274A0E4CEA69}"/>
              </a:ext>
            </a:extLst>
          </p:cNvPr>
          <p:cNvSpPr/>
          <p:nvPr/>
        </p:nvSpPr>
        <p:spPr>
          <a:xfrm>
            <a:off x="2808756" y="2271869"/>
            <a:ext cx="1097280" cy="457200"/>
          </a:xfrm>
          <a:prstGeom prst="roundRect">
            <a:avLst>
              <a:gd name="adj" fmla="val 7698"/>
            </a:avLst>
          </a:prstGeom>
          <a:solidFill>
            <a:schemeClr val="bg2">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CDL MD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Curation</a:t>
            </a:r>
          </a:p>
        </p:txBody>
      </p:sp>
      <p:sp>
        <p:nvSpPr>
          <p:cNvPr id="497" name="Rectangle: Rounded Corners 496">
            <a:extLst>
              <a:ext uri="{FF2B5EF4-FFF2-40B4-BE49-F238E27FC236}">
                <a16:creationId xmlns:a16="http://schemas.microsoft.com/office/drawing/2014/main" id="{61D12BDF-8A36-7A50-48CE-2B2380435A00}"/>
              </a:ext>
            </a:extLst>
          </p:cNvPr>
          <p:cNvSpPr/>
          <p:nvPr/>
        </p:nvSpPr>
        <p:spPr>
          <a:xfrm>
            <a:off x="3942157" y="3721352"/>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Data Quality Services</a:t>
            </a:r>
          </a:p>
        </p:txBody>
      </p:sp>
      <p:sp>
        <p:nvSpPr>
          <p:cNvPr id="498" name="Rectangle: Rounded Corners 497">
            <a:extLst>
              <a:ext uri="{FF2B5EF4-FFF2-40B4-BE49-F238E27FC236}">
                <a16:creationId xmlns:a16="http://schemas.microsoft.com/office/drawing/2014/main" id="{D90BE0E9-10DA-1885-58E0-C612714D5AE1}"/>
              </a:ext>
            </a:extLst>
          </p:cNvPr>
          <p:cNvSpPr/>
          <p:nvPr/>
        </p:nvSpPr>
        <p:spPr>
          <a:xfrm>
            <a:off x="6349011" y="3238191"/>
            <a:ext cx="1097280" cy="457200"/>
          </a:xfrm>
          <a:prstGeom prst="roundRect">
            <a:avLst>
              <a:gd name="adj" fmla="val 7698"/>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One Performance Management</a:t>
            </a:r>
          </a:p>
        </p:txBody>
      </p:sp>
      <p:sp>
        <p:nvSpPr>
          <p:cNvPr id="8" name="Rectangle: Rounded Corners 7">
            <a:extLst>
              <a:ext uri="{FF2B5EF4-FFF2-40B4-BE49-F238E27FC236}">
                <a16:creationId xmlns:a16="http://schemas.microsoft.com/office/drawing/2014/main" id="{2E7CC342-858F-43E0-AF0B-1E14E0A9E0F8}"/>
              </a:ext>
            </a:extLst>
          </p:cNvPr>
          <p:cNvSpPr/>
          <p:nvPr/>
        </p:nvSpPr>
        <p:spPr>
          <a:xfrm>
            <a:off x="1524513" y="4687672"/>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Supply Chain Conversational Analytics</a:t>
            </a:r>
          </a:p>
        </p:txBody>
      </p:sp>
      <p:sp>
        <p:nvSpPr>
          <p:cNvPr id="9" name="Rectangle: Rounded Corners 8">
            <a:extLst>
              <a:ext uri="{FF2B5EF4-FFF2-40B4-BE49-F238E27FC236}">
                <a16:creationId xmlns:a16="http://schemas.microsoft.com/office/drawing/2014/main" id="{1FAC3A03-7162-F993-7126-209B33A1220E}"/>
              </a:ext>
            </a:extLst>
          </p:cNvPr>
          <p:cNvSpPr/>
          <p:nvPr/>
        </p:nvSpPr>
        <p:spPr>
          <a:xfrm>
            <a:off x="2808756" y="3721352"/>
            <a:ext cx="1097280" cy="457200"/>
          </a:xfrm>
          <a:prstGeom prst="roundRect">
            <a:avLst>
              <a:gd name="adj" fmla="val 7698"/>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Control Tower </a:t>
            </a:r>
          </a:p>
        </p:txBody>
      </p:sp>
      <p:sp>
        <p:nvSpPr>
          <p:cNvPr id="10" name="Rectangle: Rounded Corners 9">
            <a:extLst>
              <a:ext uri="{FF2B5EF4-FFF2-40B4-BE49-F238E27FC236}">
                <a16:creationId xmlns:a16="http://schemas.microsoft.com/office/drawing/2014/main" id="{30D8B09F-5A10-63E5-8A68-5F9CF1CC26AA}"/>
              </a:ext>
            </a:extLst>
          </p:cNvPr>
          <p:cNvSpPr/>
          <p:nvPr/>
        </p:nvSpPr>
        <p:spPr>
          <a:xfrm>
            <a:off x="5211603" y="3721352"/>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OTIF</a:t>
            </a:r>
          </a:p>
        </p:txBody>
      </p:sp>
      <p:sp>
        <p:nvSpPr>
          <p:cNvPr id="11" name="Rectangle: Rounded Corners 10">
            <a:extLst>
              <a:ext uri="{FF2B5EF4-FFF2-40B4-BE49-F238E27FC236}">
                <a16:creationId xmlns:a16="http://schemas.microsoft.com/office/drawing/2014/main" id="{F66C9C04-92ED-1671-EE89-E10BE5602F63}"/>
              </a:ext>
            </a:extLst>
          </p:cNvPr>
          <p:cNvSpPr/>
          <p:nvPr/>
        </p:nvSpPr>
        <p:spPr>
          <a:xfrm>
            <a:off x="2808756" y="3238191"/>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Cost-to-Deliver (CTD)</a:t>
            </a:r>
          </a:p>
        </p:txBody>
      </p:sp>
      <p:sp>
        <p:nvSpPr>
          <p:cNvPr id="14" name="Rectangle: Rounded Corners 13">
            <a:extLst>
              <a:ext uri="{FF2B5EF4-FFF2-40B4-BE49-F238E27FC236}">
                <a16:creationId xmlns:a16="http://schemas.microsoft.com/office/drawing/2014/main" id="{8A3AE9B3-9ABF-AD89-5881-AB8D57C46F44}"/>
              </a:ext>
            </a:extLst>
          </p:cNvPr>
          <p:cNvSpPr/>
          <p:nvPr/>
        </p:nvSpPr>
        <p:spPr>
          <a:xfrm>
            <a:off x="1524513" y="3721352"/>
            <a:ext cx="1097280" cy="457200"/>
          </a:xfrm>
          <a:prstGeom prst="roundRect">
            <a:avLst>
              <a:gd name="adj" fmla="val 7698"/>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Available-to-Promise (ATP_</a:t>
            </a:r>
          </a:p>
        </p:txBody>
      </p:sp>
      <p:sp>
        <p:nvSpPr>
          <p:cNvPr id="15" name="Rectangle: Rounded Corners 14">
            <a:extLst>
              <a:ext uri="{FF2B5EF4-FFF2-40B4-BE49-F238E27FC236}">
                <a16:creationId xmlns:a16="http://schemas.microsoft.com/office/drawing/2014/main" id="{82D9A79C-D9D1-5A54-171C-9379D3E02A6D}"/>
              </a:ext>
            </a:extLst>
          </p:cNvPr>
          <p:cNvSpPr/>
          <p:nvPr/>
        </p:nvSpPr>
        <p:spPr>
          <a:xfrm>
            <a:off x="1524513" y="3238191"/>
            <a:ext cx="1097280" cy="457200"/>
          </a:xfrm>
          <a:prstGeom prst="roundRect">
            <a:avLst>
              <a:gd name="adj" fmla="val 7698"/>
            </a:avLst>
          </a:prstGeom>
          <a:solidFill>
            <a:schemeClr val="bg2">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7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Supply Chain Visibility  Maps</a:t>
            </a:r>
            <a:endParaRPr kumimoji="0" lang="en-US" sz="700" b="1" i="0" u="none" strike="noStrike" kern="1200" cap="none" spc="0" normalizeH="0" baseline="0" noProof="0">
              <a:ln>
                <a:noFill/>
              </a:ln>
              <a:solidFill>
                <a:srgbClr val="FFFFFF"/>
              </a:solidFill>
              <a:effectLst/>
              <a:uLnTx/>
              <a:uFillTx/>
              <a:latin typeface="Montserrat" panose="00000500000000000000" pitchFamily="2" charset="0"/>
              <a:ea typeface="+mn-ea"/>
              <a:cs typeface="+mn-cs"/>
            </a:endParaRPr>
          </a:p>
        </p:txBody>
      </p:sp>
      <p:sp>
        <p:nvSpPr>
          <p:cNvPr id="16" name="Rectangle: Rounded Corners 15">
            <a:extLst>
              <a:ext uri="{FF2B5EF4-FFF2-40B4-BE49-F238E27FC236}">
                <a16:creationId xmlns:a16="http://schemas.microsoft.com/office/drawing/2014/main" id="{941A8958-F1A3-6A12-7F76-26003F9F50D0}"/>
              </a:ext>
            </a:extLst>
          </p:cNvPr>
          <p:cNvSpPr/>
          <p:nvPr/>
        </p:nvSpPr>
        <p:spPr>
          <a:xfrm>
            <a:off x="6349011" y="4204513"/>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Site-Level Operational Excellence</a:t>
            </a:r>
          </a:p>
        </p:txBody>
      </p:sp>
      <p:sp>
        <p:nvSpPr>
          <p:cNvPr id="21" name="Rectangle: Rounded Corners 20">
            <a:extLst>
              <a:ext uri="{FF2B5EF4-FFF2-40B4-BE49-F238E27FC236}">
                <a16:creationId xmlns:a16="http://schemas.microsoft.com/office/drawing/2014/main" id="{519A6226-48BA-FD2E-28F2-B33EBBD607BC}"/>
              </a:ext>
            </a:extLst>
          </p:cNvPr>
          <p:cNvSpPr/>
          <p:nvPr/>
        </p:nvSpPr>
        <p:spPr>
          <a:xfrm>
            <a:off x="6349011" y="3721352"/>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Risk sensing </a:t>
            </a:r>
          </a:p>
        </p:txBody>
      </p:sp>
      <p:sp>
        <p:nvSpPr>
          <p:cNvPr id="22" name="Rectangle: Rounded Corners 21">
            <a:extLst>
              <a:ext uri="{FF2B5EF4-FFF2-40B4-BE49-F238E27FC236}">
                <a16:creationId xmlns:a16="http://schemas.microsoft.com/office/drawing/2014/main" id="{1705D5E0-4685-2549-5A9C-67273888BC25}"/>
              </a:ext>
            </a:extLst>
          </p:cNvPr>
          <p:cNvSpPr/>
          <p:nvPr/>
        </p:nvSpPr>
        <p:spPr>
          <a:xfrm>
            <a:off x="381000" y="3721352"/>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Global SC Services</a:t>
            </a:r>
          </a:p>
        </p:txBody>
      </p:sp>
      <p:sp>
        <p:nvSpPr>
          <p:cNvPr id="23" name="Rectangle: Rounded Corners 22">
            <a:extLst>
              <a:ext uri="{FF2B5EF4-FFF2-40B4-BE49-F238E27FC236}">
                <a16:creationId xmlns:a16="http://schemas.microsoft.com/office/drawing/2014/main" id="{0426DEB6-24FD-D7A0-4AC8-003189E51172}"/>
              </a:ext>
            </a:extLst>
          </p:cNvPr>
          <p:cNvSpPr/>
          <p:nvPr/>
        </p:nvSpPr>
        <p:spPr>
          <a:xfrm>
            <a:off x="5211603" y="3238191"/>
            <a:ext cx="1097280" cy="457200"/>
          </a:xfrm>
          <a:prstGeom prst="roundRect">
            <a:avLst>
              <a:gd name="adj" fmla="val 7698"/>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Transcend </a:t>
            </a:r>
          </a:p>
        </p:txBody>
      </p:sp>
      <p:sp>
        <p:nvSpPr>
          <p:cNvPr id="24" name="Rectangle: Rounded Corners 23">
            <a:extLst>
              <a:ext uri="{FF2B5EF4-FFF2-40B4-BE49-F238E27FC236}">
                <a16:creationId xmlns:a16="http://schemas.microsoft.com/office/drawing/2014/main" id="{E5AAE121-F34A-2C2B-72CC-16A20396F8BA}"/>
              </a:ext>
            </a:extLst>
          </p:cNvPr>
          <p:cNvSpPr/>
          <p:nvPr/>
        </p:nvSpPr>
        <p:spPr>
          <a:xfrm>
            <a:off x="3942157" y="3238191"/>
            <a:ext cx="1097280" cy="457200"/>
          </a:xfrm>
          <a:prstGeom prst="roundRect">
            <a:avLst>
              <a:gd name="adj" fmla="val 7698"/>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Moris  </a:t>
            </a:r>
          </a:p>
        </p:txBody>
      </p:sp>
      <p:sp>
        <p:nvSpPr>
          <p:cNvPr id="25" name="Rectangle: Rounded Corners 24">
            <a:extLst>
              <a:ext uri="{FF2B5EF4-FFF2-40B4-BE49-F238E27FC236}">
                <a16:creationId xmlns:a16="http://schemas.microsoft.com/office/drawing/2014/main" id="{B4E4C222-96D3-607A-65E1-8E69BDAE8015}"/>
              </a:ext>
            </a:extLst>
          </p:cNvPr>
          <p:cNvSpPr/>
          <p:nvPr/>
        </p:nvSpPr>
        <p:spPr>
          <a:xfrm>
            <a:off x="3942157" y="2755030"/>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Data Studio</a:t>
            </a:r>
          </a:p>
        </p:txBody>
      </p:sp>
      <p:sp>
        <p:nvSpPr>
          <p:cNvPr id="26" name="Rectangle: Rounded Corners 25">
            <a:extLst>
              <a:ext uri="{FF2B5EF4-FFF2-40B4-BE49-F238E27FC236}">
                <a16:creationId xmlns:a16="http://schemas.microsoft.com/office/drawing/2014/main" id="{4476E30B-036E-ECAC-41E3-A4B15DDB4C17}"/>
              </a:ext>
            </a:extLst>
          </p:cNvPr>
          <p:cNvSpPr/>
          <p:nvPr/>
        </p:nvSpPr>
        <p:spPr>
          <a:xfrm>
            <a:off x="2808756" y="2755030"/>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700" b="1">
                <a:solidFill>
                  <a:srgbClr val="000000"/>
                </a:solidFill>
                <a:latin typeface="Montserrat"/>
              </a:rPr>
              <a:t>Agent Alpha</a:t>
            </a:r>
            <a:endParaRPr lang="en-US" sz="700" b="1" i="0" u="none" strike="noStrike" kern="1200" cap="none" spc="0" normalizeH="0" baseline="0" noProof="0">
              <a:ln>
                <a:noFill/>
              </a:ln>
              <a:solidFill>
                <a:srgbClr val="000000"/>
              </a:solidFill>
              <a:effectLst/>
              <a:uLnTx/>
              <a:uFillTx/>
              <a:latin typeface="Montserrat" panose="00000500000000000000" pitchFamily="2" charset="0"/>
            </a:endParaRPr>
          </a:p>
        </p:txBody>
      </p:sp>
      <p:sp>
        <p:nvSpPr>
          <p:cNvPr id="27" name="Rectangle: Rounded Corners 26">
            <a:extLst>
              <a:ext uri="{FF2B5EF4-FFF2-40B4-BE49-F238E27FC236}">
                <a16:creationId xmlns:a16="http://schemas.microsoft.com/office/drawing/2014/main" id="{B92D695A-4287-79CE-534A-0ED8C7007DA7}"/>
              </a:ext>
            </a:extLst>
          </p:cNvPr>
          <p:cNvSpPr/>
          <p:nvPr/>
        </p:nvSpPr>
        <p:spPr>
          <a:xfrm>
            <a:off x="5211603" y="2755030"/>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DAP visualization</a:t>
            </a:r>
          </a:p>
        </p:txBody>
      </p:sp>
      <p:sp>
        <p:nvSpPr>
          <p:cNvPr id="28" name="Rectangle: Rounded Corners 27">
            <a:extLst>
              <a:ext uri="{FF2B5EF4-FFF2-40B4-BE49-F238E27FC236}">
                <a16:creationId xmlns:a16="http://schemas.microsoft.com/office/drawing/2014/main" id="{D738C5EC-B8F0-742E-55AD-56E046BEDE7F}"/>
              </a:ext>
            </a:extLst>
          </p:cNvPr>
          <p:cNvSpPr/>
          <p:nvPr/>
        </p:nvSpPr>
        <p:spPr>
          <a:xfrm>
            <a:off x="6349011" y="2755030"/>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Data modernization</a:t>
            </a:r>
          </a:p>
        </p:txBody>
      </p:sp>
      <p:sp>
        <p:nvSpPr>
          <p:cNvPr id="29" name="Rectangle: Rounded Corners 28">
            <a:extLst>
              <a:ext uri="{FF2B5EF4-FFF2-40B4-BE49-F238E27FC236}">
                <a16:creationId xmlns:a16="http://schemas.microsoft.com/office/drawing/2014/main" id="{6F42A376-5417-F799-C28E-5DB8D8533773}"/>
              </a:ext>
            </a:extLst>
          </p:cNvPr>
          <p:cNvSpPr/>
          <p:nvPr/>
        </p:nvSpPr>
        <p:spPr>
          <a:xfrm>
            <a:off x="381000" y="2271869"/>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Network Decision Support Tool</a:t>
            </a:r>
            <a:endPar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endParaRPr>
          </a:p>
        </p:txBody>
      </p:sp>
      <p:cxnSp>
        <p:nvCxnSpPr>
          <p:cNvPr id="32" name="Straight Connector 31">
            <a:extLst>
              <a:ext uri="{FF2B5EF4-FFF2-40B4-BE49-F238E27FC236}">
                <a16:creationId xmlns:a16="http://schemas.microsoft.com/office/drawing/2014/main" id="{023CBBC4-E066-2CA4-C580-96354AA7B5C9}"/>
              </a:ext>
            </a:extLst>
          </p:cNvPr>
          <p:cNvCxnSpPr>
            <a:cxnSpLocks/>
          </p:cNvCxnSpPr>
          <p:nvPr/>
        </p:nvCxnSpPr>
        <p:spPr>
          <a:xfrm>
            <a:off x="1199869" y="1277954"/>
            <a:ext cx="0" cy="480903"/>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3370F051-6700-CA85-B630-753B1BCEBD1C}"/>
              </a:ext>
            </a:extLst>
          </p:cNvPr>
          <p:cNvCxnSpPr>
            <a:cxnSpLocks/>
          </p:cNvCxnSpPr>
          <p:nvPr/>
        </p:nvCxnSpPr>
        <p:spPr>
          <a:xfrm>
            <a:off x="2210475" y="1277954"/>
            <a:ext cx="0" cy="480903"/>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B327CE72-B35B-97FD-2C78-98DE29784E93}"/>
              </a:ext>
            </a:extLst>
          </p:cNvPr>
          <p:cNvCxnSpPr>
            <a:cxnSpLocks/>
          </p:cNvCxnSpPr>
          <p:nvPr/>
        </p:nvCxnSpPr>
        <p:spPr>
          <a:xfrm>
            <a:off x="3822921" y="1277954"/>
            <a:ext cx="0" cy="480903"/>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grpSp>
        <p:nvGrpSpPr>
          <p:cNvPr id="457" name="Group 456">
            <a:extLst>
              <a:ext uri="{FF2B5EF4-FFF2-40B4-BE49-F238E27FC236}">
                <a16:creationId xmlns:a16="http://schemas.microsoft.com/office/drawing/2014/main" id="{7AEC06AF-7BF5-796C-2809-B15FBB6853FB}"/>
              </a:ext>
            </a:extLst>
          </p:cNvPr>
          <p:cNvGrpSpPr/>
          <p:nvPr/>
        </p:nvGrpSpPr>
        <p:grpSpPr>
          <a:xfrm>
            <a:off x="8094182" y="1473168"/>
            <a:ext cx="3689819" cy="2944247"/>
            <a:chOff x="8094182" y="2174636"/>
            <a:chExt cx="3689819" cy="2944247"/>
          </a:xfrm>
        </p:grpSpPr>
        <p:pic>
          <p:nvPicPr>
            <p:cNvPr id="46" name="Graphic 45">
              <a:extLst>
                <a:ext uri="{FF2B5EF4-FFF2-40B4-BE49-F238E27FC236}">
                  <a16:creationId xmlns:a16="http://schemas.microsoft.com/office/drawing/2014/main" id="{D8C89DCF-803D-550B-9C36-69A9984C2FC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20197" y="2174636"/>
              <a:ext cx="3663804" cy="498450"/>
            </a:xfrm>
            <a:prstGeom prst="rect">
              <a:avLst/>
            </a:prstGeom>
          </p:spPr>
        </p:pic>
        <p:sp>
          <p:nvSpPr>
            <p:cNvPr id="47" name="TextBox 46">
              <a:extLst>
                <a:ext uri="{FF2B5EF4-FFF2-40B4-BE49-F238E27FC236}">
                  <a16:creationId xmlns:a16="http://schemas.microsoft.com/office/drawing/2014/main" id="{19FCEE76-202F-1671-6B26-3F3078A20BD7}"/>
                </a:ext>
              </a:extLst>
            </p:cNvPr>
            <p:cNvSpPr txBox="1"/>
            <p:nvPr/>
          </p:nvSpPr>
          <p:spPr>
            <a:xfrm>
              <a:off x="8137729" y="2313131"/>
              <a:ext cx="3274406" cy="232497"/>
            </a:xfrm>
            <a:prstGeom prst="rect">
              <a:avLst/>
            </a:prstGeom>
            <a:noFill/>
          </p:spPr>
          <p:txBody>
            <a:bodyPr wrap="square">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Montserrat" pitchFamily="2" charset="77"/>
                  <a:ea typeface="+mn-ea"/>
                  <a:cs typeface="+mn-cs"/>
                </a:rPr>
                <a:t>Delivered over </a:t>
              </a:r>
              <a:r>
                <a:rPr kumimoji="0" lang="en-US" sz="1050" b="1" i="0" u="none" strike="noStrike" kern="1200" cap="none" spc="0" normalizeH="0" baseline="0" noProof="0">
                  <a:ln>
                    <a:noFill/>
                  </a:ln>
                  <a:solidFill>
                    <a:srgbClr val="FFFFFF"/>
                  </a:solidFill>
                  <a:effectLst/>
                  <a:uLnTx/>
                  <a:uFillTx/>
                  <a:latin typeface="Montserrat" pitchFamily="2" charset="77"/>
                  <a:ea typeface="+mn-ea"/>
                  <a:cs typeface="+mn-cs"/>
                </a:rPr>
                <a:t>$75M </a:t>
              </a:r>
              <a:r>
                <a:rPr kumimoji="0" lang="en-US" sz="1050" b="0" i="0" u="none" strike="noStrike" kern="1200" cap="none" spc="0" normalizeH="0" baseline="0" noProof="0">
                  <a:ln>
                    <a:noFill/>
                  </a:ln>
                  <a:solidFill>
                    <a:srgbClr val="FFFFFF"/>
                  </a:solidFill>
                  <a:effectLst/>
                  <a:uLnTx/>
                  <a:uFillTx/>
                  <a:latin typeface="Montserrat" pitchFamily="2" charset="77"/>
                  <a:ea typeface="+mn-ea"/>
                  <a:cs typeface="+mn-cs"/>
                </a:rPr>
                <a:t>in value — and counting</a:t>
              </a:r>
            </a:p>
          </p:txBody>
        </p:sp>
        <p:pic>
          <p:nvPicPr>
            <p:cNvPr id="48" name="Graphic 47">
              <a:extLst>
                <a:ext uri="{FF2B5EF4-FFF2-40B4-BE49-F238E27FC236}">
                  <a16:creationId xmlns:a16="http://schemas.microsoft.com/office/drawing/2014/main" id="{ECC6257A-5DCD-DC8C-42D8-0688CAC5A77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07190" y="2766766"/>
              <a:ext cx="3663804" cy="498450"/>
            </a:xfrm>
            <a:prstGeom prst="rect">
              <a:avLst/>
            </a:prstGeom>
          </p:spPr>
        </p:pic>
        <p:sp>
          <p:nvSpPr>
            <p:cNvPr id="49" name="TextBox 48">
              <a:extLst>
                <a:ext uri="{FF2B5EF4-FFF2-40B4-BE49-F238E27FC236}">
                  <a16:creationId xmlns:a16="http://schemas.microsoft.com/office/drawing/2014/main" id="{3D68C703-743D-9EEA-75E2-98D3C4548483}"/>
                </a:ext>
              </a:extLst>
            </p:cNvPr>
            <p:cNvSpPr txBox="1"/>
            <p:nvPr/>
          </p:nvSpPr>
          <p:spPr>
            <a:xfrm>
              <a:off x="8127095" y="2821538"/>
              <a:ext cx="3383423" cy="394539"/>
            </a:xfrm>
            <a:prstGeom prst="rect">
              <a:avLst/>
            </a:prstGeom>
            <a:noFill/>
          </p:spPr>
          <p:txBody>
            <a:bodyPr wrap="square">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Montserrat" pitchFamily="2" charset="77"/>
                  <a:ea typeface="+mn-ea"/>
                  <a:cs typeface="+mn-cs"/>
                </a:rPr>
                <a:t>Sustained near-perfect CSAT scores throughout</a:t>
              </a:r>
            </a:p>
          </p:txBody>
        </p:sp>
        <p:pic>
          <p:nvPicPr>
            <p:cNvPr id="51" name="Graphic 50">
              <a:extLst>
                <a:ext uri="{FF2B5EF4-FFF2-40B4-BE49-F238E27FC236}">
                  <a16:creationId xmlns:a16="http://schemas.microsoft.com/office/drawing/2014/main" id="{D70B2D20-7CF1-19B1-338F-3B933FFF4F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94182" y="3383657"/>
              <a:ext cx="3663804" cy="498450"/>
            </a:xfrm>
            <a:prstGeom prst="rect">
              <a:avLst/>
            </a:prstGeom>
          </p:spPr>
        </p:pic>
        <p:sp>
          <p:nvSpPr>
            <p:cNvPr id="52" name="TextBox 51">
              <a:extLst>
                <a:ext uri="{FF2B5EF4-FFF2-40B4-BE49-F238E27FC236}">
                  <a16:creationId xmlns:a16="http://schemas.microsoft.com/office/drawing/2014/main" id="{8EA39956-DDD7-0936-9198-207C4E59C5F9}"/>
                </a:ext>
              </a:extLst>
            </p:cNvPr>
            <p:cNvSpPr txBox="1"/>
            <p:nvPr/>
          </p:nvSpPr>
          <p:spPr>
            <a:xfrm>
              <a:off x="8127095" y="3438429"/>
              <a:ext cx="3633770" cy="415498"/>
            </a:xfrm>
            <a:prstGeom prst="rect">
              <a:avLst/>
            </a:prstGeom>
            <a:noFill/>
          </p:spPr>
          <p:txBody>
            <a:bodyPr wrap="square">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Montserrat" pitchFamily="2" charset="77"/>
                  <a:ea typeface="+mn-ea"/>
                  <a:cs typeface="+mn-cs"/>
                </a:rPr>
                <a:t>Exceptionally low attrition, retained talent &amp; Org’s knowledge </a:t>
              </a:r>
            </a:p>
          </p:txBody>
        </p:sp>
        <p:pic>
          <p:nvPicPr>
            <p:cNvPr id="54" name="Graphic 53">
              <a:extLst>
                <a:ext uri="{FF2B5EF4-FFF2-40B4-BE49-F238E27FC236}">
                  <a16:creationId xmlns:a16="http://schemas.microsoft.com/office/drawing/2014/main" id="{DEF7E819-BC6A-AE0E-346F-29742FFCB6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07190" y="4003541"/>
              <a:ext cx="3663804" cy="498450"/>
            </a:xfrm>
            <a:prstGeom prst="rect">
              <a:avLst/>
            </a:prstGeom>
          </p:spPr>
        </p:pic>
        <p:sp>
          <p:nvSpPr>
            <p:cNvPr id="56" name="TextBox 55">
              <a:extLst>
                <a:ext uri="{FF2B5EF4-FFF2-40B4-BE49-F238E27FC236}">
                  <a16:creationId xmlns:a16="http://schemas.microsoft.com/office/drawing/2014/main" id="{BBAD54E9-0F48-7938-4D0B-465AE854751D}"/>
                </a:ext>
              </a:extLst>
            </p:cNvPr>
            <p:cNvSpPr txBox="1"/>
            <p:nvPr/>
          </p:nvSpPr>
          <p:spPr>
            <a:xfrm>
              <a:off x="8127095" y="4058313"/>
              <a:ext cx="3383423" cy="380448"/>
            </a:xfrm>
            <a:prstGeom prst="rect">
              <a:avLst/>
            </a:prstGeom>
            <a:noFill/>
          </p:spPr>
          <p:txBody>
            <a:bodyPr wrap="square">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Montserrat" pitchFamily="2" charset="77"/>
                  <a:ea typeface="+mn-ea"/>
                  <a:cs typeface="+mn-cs"/>
                </a:rPr>
                <a:t>Built Natively on Databricks (Our solutions &amp; platforms)</a:t>
              </a:r>
            </a:p>
          </p:txBody>
        </p:sp>
        <p:pic>
          <p:nvPicPr>
            <p:cNvPr id="57" name="Graphic 56">
              <a:extLst>
                <a:ext uri="{FF2B5EF4-FFF2-40B4-BE49-F238E27FC236}">
                  <a16:creationId xmlns:a16="http://schemas.microsoft.com/office/drawing/2014/main" id="{6F524DF2-9AF6-9FCB-9C9D-1C8D0A6E724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94182" y="4620433"/>
              <a:ext cx="3663804" cy="498450"/>
            </a:xfrm>
            <a:prstGeom prst="rect">
              <a:avLst/>
            </a:prstGeom>
          </p:spPr>
        </p:pic>
        <p:sp>
          <p:nvSpPr>
            <p:cNvPr id="58" name="TextBox 57">
              <a:extLst>
                <a:ext uri="{FF2B5EF4-FFF2-40B4-BE49-F238E27FC236}">
                  <a16:creationId xmlns:a16="http://schemas.microsoft.com/office/drawing/2014/main" id="{B3005238-8025-0A75-28CA-6726538B4362}"/>
                </a:ext>
              </a:extLst>
            </p:cNvPr>
            <p:cNvSpPr txBox="1"/>
            <p:nvPr/>
          </p:nvSpPr>
          <p:spPr>
            <a:xfrm>
              <a:off x="8127095" y="4675205"/>
              <a:ext cx="3633770" cy="394539"/>
            </a:xfrm>
            <a:prstGeom prst="rect">
              <a:avLst/>
            </a:prstGeom>
            <a:noFill/>
          </p:spPr>
          <p:txBody>
            <a:bodyPr wrap="square">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Montserrat" pitchFamily="2" charset="77"/>
                  <a:ea typeface="+mn-ea"/>
                  <a:cs typeface="+mn-cs"/>
                </a:rPr>
                <a:t>Co-innovation on Data Fabric , Agent Alpha &amp; Decision Intelligence</a:t>
              </a:r>
            </a:p>
          </p:txBody>
        </p:sp>
      </p:grpSp>
      <p:pic>
        <p:nvPicPr>
          <p:cNvPr id="452" name="Graphic 451">
            <a:extLst>
              <a:ext uri="{FF2B5EF4-FFF2-40B4-BE49-F238E27FC236}">
                <a16:creationId xmlns:a16="http://schemas.microsoft.com/office/drawing/2014/main" id="{8151A937-6246-59EE-EA7A-DCD8647ABF4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83090" y="767486"/>
            <a:ext cx="407933" cy="619075"/>
          </a:xfrm>
          <a:prstGeom prst="rect">
            <a:avLst/>
          </a:prstGeom>
          <a:effectLst/>
        </p:spPr>
      </p:pic>
      <p:sp>
        <p:nvSpPr>
          <p:cNvPr id="455" name="TextBox 454">
            <a:extLst>
              <a:ext uri="{FF2B5EF4-FFF2-40B4-BE49-F238E27FC236}">
                <a16:creationId xmlns:a16="http://schemas.microsoft.com/office/drawing/2014/main" id="{C3474200-A48A-D574-67B0-6C3DD14ACE76}"/>
              </a:ext>
            </a:extLst>
          </p:cNvPr>
          <p:cNvSpPr txBox="1"/>
          <p:nvPr/>
        </p:nvSpPr>
        <p:spPr>
          <a:xfrm>
            <a:off x="8161041" y="863104"/>
            <a:ext cx="326706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Montserrat" panose="00000500000000000000" pitchFamily="2" charset="0"/>
                <a:cs typeface="Segoe UI Semilight"/>
              </a:rPr>
              <a:t>Partnership Highlights </a:t>
            </a:r>
          </a:p>
        </p:txBody>
      </p:sp>
      <p:sp>
        <p:nvSpPr>
          <p:cNvPr id="478" name="Slide Number Placeholder 3">
            <a:extLst>
              <a:ext uri="{FF2B5EF4-FFF2-40B4-BE49-F238E27FC236}">
                <a16:creationId xmlns:a16="http://schemas.microsoft.com/office/drawing/2014/main" id="{C4FE82FD-107F-235C-BFAE-D40D7E0F21F1}"/>
              </a:ext>
            </a:extLst>
          </p:cNvPr>
          <p:cNvSpPr>
            <a:spLocks noGrp="1"/>
          </p:cNvSpPr>
          <p:nvPr>
            <p:ph type="sldNum" sz="quarter" idx="12"/>
          </p:nvPr>
        </p:nvSpPr>
        <p:spPr>
          <a:xfrm>
            <a:off x="9105900" y="6540407"/>
            <a:ext cx="2743200" cy="206375"/>
          </a:xfrm>
        </p:spPr>
        <p:txBody>
          <a:bodyPr/>
          <a:lstStyle/>
          <a:p>
            <a:pPr lvl="0"/>
            <a:fld id="{330EA680-D336-4FF7-8B7A-9848BB0A1C32}" type="slidenum">
              <a:rPr lang="en-US" noProof="0" smtClean="0">
                <a:solidFill>
                  <a:schemeClr val="bg1"/>
                </a:solidFill>
              </a:rPr>
              <a:pPr lvl="0"/>
              <a:t>30</a:t>
            </a:fld>
            <a:endParaRPr lang="en-US" noProof="0">
              <a:solidFill>
                <a:schemeClr val="bg1"/>
              </a:solidFill>
            </a:endParaRPr>
          </a:p>
        </p:txBody>
      </p:sp>
    </p:spTree>
    <p:extLst>
      <p:ext uri="{BB962C8B-B14F-4D97-AF65-F5344CB8AC3E}">
        <p14:creationId xmlns:p14="http://schemas.microsoft.com/office/powerpoint/2010/main" val="10517712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2747637-C500-C36B-67D4-693806207D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9AB97C-D17D-C2CA-5C26-DB27C4BBC5B1}"/>
              </a:ext>
            </a:extLst>
          </p:cNvPr>
          <p:cNvSpPr>
            <a:spLocks noGrp="1"/>
          </p:cNvSpPr>
          <p:nvPr>
            <p:ph type="ctrTitle"/>
          </p:nvPr>
        </p:nvSpPr>
        <p:spPr/>
        <p:txBody>
          <a:bodyPr>
            <a:normAutofit/>
          </a:bodyPr>
          <a:lstStyle/>
          <a:p>
            <a:r>
              <a:rPr lang="en-US" sz="3200">
                <a:latin typeface="Montserrat Light"/>
              </a:rPr>
              <a:t>With other Clients</a:t>
            </a:r>
            <a:endParaRPr lang="en-US" sz="3200"/>
          </a:p>
        </p:txBody>
      </p:sp>
      <p:sp>
        <p:nvSpPr>
          <p:cNvPr id="4" name="Text Placeholder 3">
            <a:extLst>
              <a:ext uri="{FF2B5EF4-FFF2-40B4-BE49-F238E27FC236}">
                <a16:creationId xmlns:a16="http://schemas.microsoft.com/office/drawing/2014/main" id="{F92D9508-EA89-D17D-1EBF-B4BD7367D6C2}"/>
              </a:ext>
            </a:extLst>
          </p:cNvPr>
          <p:cNvSpPr>
            <a:spLocks noGrp="1"/>
          </p:cNvSpPr>
          <p:nvPr>
            <p:ph type="body" sz="quarter" idx="10"/>
          </p:nvPr>
        </p:nvSpPr>
        <p:spPr/>
        <p:txBody>
          <a:bodyPr/>
          <a:lstStyle/>
          <a:p>
            <a:r>
              <a:rPr lang="en-US"/>
              <a:t>2026</a:t>
            </a:r>
          </a:p>
        </p:txBody>
      </p:sp>
    </p:spTree>
    <p:extLst>
      <p:ext uri="{BB962C8B-B14F-4D97-AF65-F5344CB8AC3E}">
        <p14:creationId xmlns:p14="http://schemas.microsoft.com/office/powerpoint/2010/main" val="26091343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282E83A-04A3-9E5B-6D1C-A68575BE79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569007-2589-9822-79D9-3276D37EC070}"/>
              </a:ext>
            </a:extLst>
          </p:cNvPr>
          <p:cNvSpPr>
            <a:spLocks noGrp="1"/>
          </p:cNvSpPr>
          <p:nvPr>
            <p:ph type="title"/>
          </p:nvPr>
        </p:nvSpPr>
        <p:spPr>
          <a:xfrm>
            <a:off x="381000" y="342899"/>
            <a:ext cx="10515600" cy="553993"/>
          </a:xfrm>
        </p:spPr>
        <p:txBody>
          <a:bodyPr/>
          <a:lstStyle/>
          <a:p>
            <a:r>
              <a:rPr lang="en-US"/>
              <a:t>Journey to Maximize Gross Margins using Pricing 360</a:t>
            </a:r>
          </a:p>
        </p:txBody>
      </p:sp>
      <p:sp>
        <p:nvSpPr>
          <p:cNvPr id="4" name="Slide Number Placeholder 3">
            <a:extLst>
              <a:ext uri="{FF2B5EF4-FFF2-40B4-BE49-F238E27FC236}">
                <a16:creationId xmlns:a16="http://schemas.microsoft.com/office/drawing/2014/main" id="{45EFFB0F-3283-19E6-B9D2-867463BEEDD7}"/>
              </a:ext>
            </a:extLst>
          </p:cNvPr>
          <p:cNvSpPr>
            <a:spLocks noGrp="1"/>
          </p:cNvSpPr>
          <p:nvPr>
            <p:ph type="sldNum" sz="quarter" idx="12"/>
          </p:nvPr>
        </p:nvSpPr>
        <p:spPr>
          <a:xfrm>
            <a:off x="9105900" y="6540407"/>
            <a:ext cx="2743200" cy="206375"/>
          </a:xfrm>
        </p:spPr>
        <p:txBody>
          <a:bodyPr/>
          <a:lstStyle/>
          <a:p>
            <a:fld id="{330EA680-D336-4FF7-8B7A-9848BB0A1C32}" type="slidenum">
              <a:rPr lang="en-US" smtClean="0"/>
              <a:pPr/>
              <a:t>32</a:t>
            </a:fld>
            <a:endParaRPr lang="en-US"/>
          </a:p>
        </p:txBody>
      </p:sp>
      <p:sp>
        <p:nvSpPr>
          <p:cNvPr id="5" name="Date Placeholder 4">
            <a:extLst>
              <a:ext uri="{FF2B5EF4-FFF2-40B4-BE49-F238E27FC236}">
                <a16:creationId xmlns:a16="http://schemas.microsoft.com/office/drawing/2014/main" id="{6151930F-79EC-E2E4-30D6-90CADE2E8E08}"/>
              </a:ext>
            </a:extLst>
          </p:cNvPr>
          <p:cNvSpPr>
            <a:spLocks noGrp="1"/>
          </p:cNvSpPr>
          <p:nvPr>
            <p:ph type="dt" sz="half" idx="2"/>
          </p:nvPr>
        </p:nvSpPr>
        <p:spPr>
          <a:xfrm>
            <a:off x="857250" y="6540407"/>
            <a:ext cx="2743200" cy="206375"/>
          </a:xfrm>
        </p:spPr>
        <p:txBody>
          <a:bodyPr/>
          <a:lstStyle/>
          <a:p>
            <a:r>
              <a:rPr lang="en-US"/>
              <a:t>© SYREN CLOUD INC – 2026 – ALL RIGHTS RESERVED</a:t>
            </a:r>
          </a:p>
        </p:txBody>
      </p:sp>
      <p:sp>
        <p:nvSpPr>
          <p:cNvPr id="6" name="Rectangle: Rounded Corners 5">
            <a:extLst>
              <a:ext uri="{FF2B5EF4-FFF2-40B4-BE49-F238E27FC236}">
                <a16:creationId xmlns:a16="http://schemas.microsoft.com/office/drawing/2014/main" id="{5124F74A-4B87-0349-76D2-37BB404C07BD}"/>
              </a:ext>
            </a:extLst>
          </p:cNvPr>
          <p:cNvSpPr/>
          <p:nvPr/>
        </p:nvSpPr>
        <p:spPr>
          <a:xfrm>
            <a:off x="589752" y="2411980"/>
            <a:ext cx="4629404" cy="1111611"/>
          </a:xfrm>
          <a:prstGeom prst="roundRect">
            <a:avLst>
              <a:gd name="adj" fmla="val 11069"/>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91D3458-81C3-B2F0-0DDB-12649E991AC5}"/>
              </a:ext>
            </a:extLst>
          </p:cNvPr>
          <p:cNvSpPr txBox="1"/>
          <p:nvPr/>
        </p:nvSpPr>
        <p:spPr>
          <a:xfrm>
            <a:off x="693385" y="1111691"/>
            <a:ext cx="4311579" cy="789960"/>
          </a:xfrm>
          <a:prstGeom prst="rect">
            <a:avLst/>
          </a:prstGeom>
          <a:noFill/>
        </p:spPr>
        <p:txBody>
          <a:bodyPr wrap="square" lIns="91440" tIns="45720" rIns="91440" bIns="45720" anchor="t">
            <a:spAutoFit/>
          </a:bodyPr>
          <a:lstStyle/>
          <a:p>
            <a:pPr marR="0" lvl="0">
              <a:spcBef>
                <a:spcPts val="400"/>
              </a:spcBef>
            </a:pPr>
            <a:r>
              <a:rPr lang="en-US" sz="1400" b="1" kern="100">
                <a:solidFill>
                  <a:schemeClr val="bg2"/>
                </a:solidFill>
                <a:latin typeface="Montserrat" panose="00000500000000000000" pitchFamily="2" charset="0"/>
                <a:cs typeface="Times New Roman" panose="02020603050405020304" pitchFamily="18" charset="0"/>
              </a:rPr>
              <a:t>(Pricing, Promo and Mark down)</a:t>
            </a:r>
          </a:p>
          <a:p>
            <a:pPr marR="0" lvl="0">
              <a:spcBef>
                <a:spcPts val="400"/>
              </a:spcBef>
            </a:pPr>
            <a:r>
              <a:rPr lang="en-US" sz="1400" kern="100">
                <a:effectLst/>
                <a:latin typeface="Montserrat" panose="00000500000000000000" pitchFamily="2" charset="0"/>
                <a:ea typeface="Aptos" panose="020B0004020202020204" pitchFamily="34" charset="0"/>
                <a:cs typeface="Times New Roman" panose="02020603050405020304" pitchFamily="18" charset="0"/>
              </a:rPr>
              <a:t>We reduce promotional waste by identifying which promotions drive incremental sales</a:t>
            </a:r>
            <a:endParaRPr lang="en-IN" sz="1400" kern="100">
              <a:effectLst/>
              <a:latin typeface="Montserrat" panose="00000500000000000000" pitchFamily="2"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E5E3752A-2483-E5D6-5F83-AC777E48DE3A}"/>
              </a:ext>
            </a:extLst>
          </p:cNvPr>
          <p:cNvSpPr txBox="1"/>
          <p:nvPr/>
        </p:nvSpPr>
        <p:spPr>
          <a:xfrm>
            <a:off x="828546" y="2610893"/>
            <a:ext cx="4176418" cy="713785"/>
          </a:xfrm>
          <a:prstGeom prst="rect">
            <a:avLst/>
          </a:prstGeom>
          <a:noFill/>
        </p:spPr>
        <p:txBody>
          <a:bodyPr wrap="square" lIns="91440" tIns="45720" rIns="91440" bIns="45720" anchor="t">
            <a:spAutoFit/>
          </a:bodyPr>
          <a:lstStyle/>
          <a:p>
            <a:pPr marL="0" marR="0">
              <a:lnSpc>
                <a:spcPct val="115000"/>
              </a:lnSpc>
              <a:spcBef>
                <a:spcPts val="600"/>
              </a:spcBef>
              <a:spcAft>
                <a:spcPts val="800"/>
              </a:spcAft>
              <a:buNone/>
            </a:pPr>
            <a:r>
              <a:rPr lang="en-IN" sz="1200" i="1" kern="100">
                <a:solidFill>
                  <a:sysClr val="windowText" lastClr="000000"/>
                </a:solidFill>
                <a:effectLst/>
                <a:latin typeface="Montserrat"/>
                <a:ea typeface="Aptos" panose="020B0004020202020204" pitchFamily="34" charset="0"/>
                <a:cs typeface="Times New Roman"/>
              </a:rPr>
              <a:t>Promotion Team </a:t>
            </a:r>
            <a:r>
              <a:rPr lang="en-IN" sz="1200" i="1" kern="100">
                <a:solidFill>
                  <a:sysClr val="windowText" lastClr="000000"/>
                </a:solidFill>
                <a:effectLst/>
                <a:latin typeface="Montserrat"/>
                <a:ea typeface="Aptos" panose="020B0004020202020204" pitchFamily="34" charset="0"/>
                <a:cs typeface="Times New Roman"/>
                <a:sym typeface="Wingdings" panose="05000000000000000000" pitchFamily="2" charset="2"/>
              </a:rPr>
              <a:t>  </a:t>
            </a:r>
            <a:r>
              <a:rPr lang="en-IN" sz="1200" i="1" kern="100">
                <a:solidFill>
                  <a:sysClr val="windowText" lastClr="000000"/>
                </a:solidFill>
                <a:effectLst/>
                <a:latin typeface="Montserrat"/>
                <a:ea typeface="Aptos" panose="020B0004020202020204" pitchFamily="34" charset="0"/>
                <a:cs typeface="Times New Roman"/>
              </a:rPr>
              <a:t>Runs Promotion </a:t>
            </a:r>
            <a:r>
              <a:rPr lang="en-IN" sz="1200" i="1" kern="100">
                <a:solidFill>
                  <a:sysClr val="windowText" lastClr="000000"/>
                </a:solidFill>
                <a:effectLst/>
                <a:latin typeface="Montserrat"/>
                <a:ea typeface="Aptos" panose="020B0004020202020204" pitchFamily="34" charset="0"/>
                <a:cs typeface="Times New Roman"/>
                <a:sym typeface="Wingdings" panose="05000000000000000000" pitchFamily="2" charset="2"/>
              </a:rPr>
              <a:t>  </a:t>
            </a:r>
            <a:r>
              <a:rPr lang="en-IN" sz="1200" i="1" kern="100">
                <a:solidFill>
                  <a:sysClr val="windowText" lastClr="000000"/>
                </a:solidFill>
                <a:effectLst/>
                <a:latin typeface="Montserrat"/>
                <a:ea typeface="Aptos" panose="020B0004020202020204" pitchFamily="34" charset="0"/>
                <a:cs typeface="Times New Roman"/>
              </a:rPr>
              <a:t>Merchants </a:t>
            </a:r>
            <a:r>
              <a:rPr lang="en-IN" sz="1200" i="1" kern="100">
                <a:solidFill>
                  <a:sysClr val="windowText" lastClr="000000"/>
                </a:solidFill>
                <a:effectLst/>
                <a:latin typeface="Montserrat"/>
                <a:ea typeface="Aptos" panose="020B0004020202020204" pitchFamily="34" charset="0"/>
                <a:cs typeface="Times New Roman"/>
                <a:sym typeface="Wingdings" panose="05000000000000000000" pitchFamily="2" charset="2"/>
              </a:rPr>
              <a:t>  </a:t>
            </a:r>
            <a:r>
              <a:rPr lang="en-IN" sz="1200" i="1" kern="100">
                <a:solidFill>
                  <a:sysClr val="windowText" lastClr="000000"/>
                </a:solidFill>
                <a:effectLst/>
                <a:latin typeface="Montserrat"/>
                <a:ea typeface="Aptos" panose="020B0004020202020204" pitchFamily="34" charset="0"/>
                <a:cs typeface="Times New Roman"/>
              </a:rPr>
              <a:t>Observe Results </a:t>
            </a:r>
            <a:r>
              <a:rPr lang="en-IN" sz="1200" i="1" kern="100">
                <a:solidFill>
                  <a:sysClr val="windowText" lastClr="000000"/>
                </a:solidFill>
                <a:effectLst/>
                <a:latin typeface="Montserrat"/>
                <a:ea typeface="Aptos" panose="020B0004020202020204" pitchFamily="34" charset="0"/>
                <a:cs typeface="Times New Roman"/>
                <a:sym typeface="Wingdings" panose="05000000000000000000" pitchFamily="2" charset="2"/>
              </a:rPr>
              <a:t>  </a:t>
            </a:r>
            <a:r>
              <a:rPr lang="en-IN" sz="1200" i="1" kern="100">
                <a:solidFill>
                  <a:sysClr val="windowText" lastClr="000000"/>
                </a:solidFill>
                <a:effectLst/>
                <a:latin typeface="Montserrat"/>
                <a:ea typeface="Aptos" panose="020B0004020202020204" pitchFamily="34" charset="0"/>
                <a:cs typeface="Times New Roman"/>
              </a:rPr>
              <a:t>Inventory Team</a:t>
            </a:r>
            <a:r>
              <a:rPr lang="en-IN" sz="1200" i="1" kern="100">
                <a:solidFill>
                  <a:sysClr val="windowText" lastClr="000000"/>
                </a:solidFill>
                <a:effectLst/>
                <a:latin typeface="Montserrat"/>
                <a:ea typeface="Aptos" panose="020B0004020202020204" pitchFamily="34" charset="0"/>
                <a:cs typeface="Times New Roman"/>
                <a:sym typeface="Wingdings" panose="05000000000000000000" pitchFamily="2" charset="2"/>
              </a:rPr>
              <a:t>  </a:t>
            </a:r>
            <a:r>
              <a:rPr lang="en-IN" sz="1200" i="1" kern="100">
                <a:solidFill>
                  <a:sysClr val="windowText" lastClr="000000"/>
                </a:solidFill>
                <a:effectLst/>
                <a:latin typeface="Montserrat"/>
                <a:ea typeface="Aptos" panose="020B0004020202020204" pitchFamily="34" charset="0"/>
                <a:cs typeface="Times New Roman"/>
              </a:rPr>
              <a:t>Panics </a:t>
            </a:r>
            <a:r>
              <a:rPr lang="en-IN" sz="1200" i="1" kern="100">
                <a:solidFill>
                  <a:sysClr val="windowText" lastClr="000000"/>
                </a:solidFill>
                <a:effectLst/>
                <a:latin typeface="Montserrat"/>
                <a:ea typeface="Aptos" panose="020B0004020202020204" pitchFamily="34" charset="0"/>
                <a:cs typeface="Times New Roman"/>
                <a:sym typeface="Wingdings" panose="05000000000000000000" pitchFamily="2" charset="2"/>
              </a:rPr>
              <a:t>  </a:t>
            </a:r>
            <a:r>
              <a:rPr lang="en-IN" sz="1200" i="1" kern="100">
                <a:solidFill>
                  <a:sysClr val="windowText" lastClr="000000"/>
                </a:solidFill>
                <a:effectLst/>
                <a:latin typeface="Montserrat"/>
                <a:ea typeface="Aptos" panose="020B0004020202020204" pitchFamily="34" charset="0"/>
                <a:cs typeface="Times New Roman"/>
              </a:rPr>
              <a:t>Markdown Team </a:t>
            </a:r>
            <a:r>
              <a:rPr lang="en-IN" sz="1200" i="1" kern="100">
                <a:solidFill>
                  <a:sysClr val="windowText" lastClr="000000"/>
                </a:solidFill>
                <a:effectLst/>
                <a:latin typeface="Montserrat"/>
                <a:ea typeface="Aptos" panose="020B0004020202020204" pitchFamily="34" charset="0"/>
                <a:cs typeface="Times New Roman"/>
                <a:sym typeface="Wingdings" panose="05000000000000000000" pitchFamily="2" charset="2"/>
              </a:rPr>
              <a:t>  </a:t>
            </a:r>
            <a:r>
              <a:rPr lang="en-IN" sz="1200" i="1" kern="100">
                <a:solidFill>
                  <a:sysClr val="windowText" lastClr="000000"/>
                </a:solidFill>
                <a:effectLst/>
                <a:latin typeface="Montserrat"/>
                <a:ea typeface="Aptos" panose="020B0004020202020204" pitchFamily="34" charset="0"/>
                <a:cs typeface="Times New Roman"/>
              </a:rPr>
              <a:t>Clears Excess Inventory</a:t>
            </a:r>
            <a:endParaRPr lang="en-US" sz="1200" kern="100">
              <a:solidFill>
                <a:sysClr val="windowText" lastClr="000000"/>
              </a:solidFill>
              <a:effectLst/>
              <a:latin typeface="Montserrat"/>
              <a:ea typeface="Aptos" panose="020B0004020202020204" pitchFamily="34" charset="0"/>
              <a:cs typeface="Times New Roman"/>
            </a:endParaRPr>
          </a:p>
        </p:txBody>
      </p:sp>
      <p:sp>
        <p:nvSpPr>
          <p:cNvPr id="9" name="TextBox 8">
            <a:extLst>
              <a:ext uri="{FF2B5EF4-FFF2-40B4-BE49-F238E27FC236}">
                <a16:creationId xmlns:a16="http://schemas.microsoft.com/office/drawing/2014/main" id="{376D4F6B-D1AF-4566-3C6B-F5CA8007A7EC}"/>
              </a:ext>
            </a:extLst>
          </p:cNvPr>
          <p:cNvSpPr txBox="1"/>
          <p:nvPr/>
        </p:nvSpPr>
        <p:spPr>
          <a:xfrm>
            <a:off x="1003873" y="2004930"/>
            <a:ext cx="3901489" cy="322524"/>
          </a:xfrm>
          <a:prstGeom prst="rect">
            <a:avLst/>
          </a:prstGeom>
          <a:noFill/>
        </p:spPr>
        <p:txBody>
          <a:bodyPr wrap="square">
            <a:spAutoFit/>
          </a:bodyPr>
          <a:lstStyle/>
          <a:p>
            <a:pPr marL="0" marR="0" algn="ctr">
              <a:lnSpc>
                <a:spcPct val="115000"/>
              </a:lnSpc>
              <a:spcBef>
                <a:spcPts val="600"/>
              </a:spcBef>
              <a:spcAft>
                <a:spcPts val="800"/>
              </a:spcAft>
              <a:buNone/>
            </a:pPr>
            <a:r>
              <a:rPr lang="en-IN" sz="1400" b="1" kern="100">
                <a:solidFill>
                  <a:sysClr val="windowText" lastClr="000000"/>
                </a:solidFill>
                <a:effectLst/>
                <a:latin typeface="Montserrat" panose="00000500000000000000" pitchFamily="2" charset="0"/>
                <a:ea typeface="Aptos" panose="020B0004020202020204" pitchFamily="34" charset="0"/>
                <a:cs typeface="Times New Roman" panose="02020603050405020304" pitchFamily="18" charset="0"/>
              </a:rPr>
              <a:t>Current retailers’ decision making</a:t>
            </a:r>
            <a:endParaRPr lang="en-US" sz="1400" b="1" kern="100">
              <a:solidFill>
                <a:sysClr val="windowText" lastClr="000000"/>
              </a:solidFill>
              <a:effectLst/>
              <a:latin typeface="Montserrat" panose="00000500000000000000" pitchFamily="2" charset="0"/>
              <a:ea typeface="Aptos" panose="020B0004020202020204" pitchFamily="34" charset="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4BCD8A0D-53C9-BC60-F69C-93E1470CF904}"/>
              </a:ext>
            </a:extLst>
          </p:cNvPr>
          <p:cNvSpPr/>
          <p:nvPr/>
        </p:nvSpPr>
        <p:spPr>
          <a:xfrm>
            <a:off x="589752" y="4592143"/>
            <a:ext cx="4629404" cy="1111611"/>
          </a:xfrm>
          <a:prstGeom prst="roundRect">
            <a:avLst>
              <a:gd name="adj" fmla="val 11069"/>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F1DD828-69E4-E3A9-8B17-D820CCA199AA}"/>
              </a:ext>
            </a:extLst>
          </p:cNvPr>
          <p:cNvSpPr txBox="1"/>
          <p:nvPr/>
        </p:nvSpPr>
        <p:spPr>
          <a:xfrm>
            <a:off x="937900" y="4764206"/>
            <a:ext cx="3862700" cy="713785"/>
          </a:xfrm>
          <a:prstGeom prst="rect">
            <a:avLst/>
          </a:prstGeom>
          <a:noFill/>
        </p:spPr>
        <p:txBody>
          <a:bodyPr wrap="square">
            <a:spAutoFit/>
          </a:bodyPr>
          <a:lstStyle/>
          <a:p>
            <a:pPr>
              <a:lnSpc>
                <a:spcPct val="115000"/>
              </a:lnSpc>
              <a:spcBef>
                <a:spcPts val="600"/>
              </a:spcBef>
              <a:spcAft>
                <a:spcPts val="800"/>
              </a:spcAft>
            </a:pPr>
            <a:r>
              <a:rPr lang="en-IN" sz="1200" i="1" kern="100">
                <a:solidFill>
                  <a:schemeClr val="bg1"/>
                </a:solidFill>
                <a:effectLst/>
                <a:latin typeface="Montserrat" panose="00000500000000000000" pitchFamily="2" charset="0"/>
                <a:ea typeface="Aptos" panose="020B0004020202020204" pitchFamily="34" charset="0"/>
                <a:cs typeface="Times New Roman" panose="02020603050405020304" pitchFamily="18" charset="0"/>
              </a:rPr>
              <a:t>Forecast Demand </a:t>
            </a:r>
            <a:r>
              <a:rPr lang="en-IN" sz="1200" i="1" kern="100">
                <a:solidFill>
                  <a:schemeClr val="bg1"/>
                </a:solidFill>
                <a:effectLst/>
                <a:latin typeface="Montserrat" panose="00000500000000000000" pitchFamily="2" charset="0"/>
                <a:ea typeface="Aptos" panose="020B0004020202020204" pitchFamily="34" charset="0"/>
                <a:cs typeface="Times New Roman" panose="02020603050405020304" pitchFamily="18" charset="0"/>
                <a:sym typeface="Wingdings" panose="05000000000000000000" pitchFamily="2" charset="2"/>
              </a:rPr>
              <a:t></a:t>
            </a:r>
            <a:r>
              <a:rPr lang="en-IN" sz="1200" i="1" kern="100">
                <a:solidFill>
                  <a:schemeClr val="bg1"/>
                </a:solidFill>
                <a:effectLst/>
                <a:latin typeface="Montserrat" panose="00000500000000000000" pitchFamily="2" charset="0"/>
                <a:ea typeface="Aptos" panose="020B0004020202020204" pitchFamily="34" charset="0"/>
                <a:cs typeface="Times New Roman" panose="02020603050405020304" pitchFamily="18" charset="0"/>
              </a:rPr>
              <a:t>  Predict Inventory Risk </a:t>
            </a:r>
            <a:r>
              <a:rPr lang="en-IN" sz="1200" i="1" kern="100">
                <a:solidFill>
                  <a:schemeClr val="bg1"/>
                </a:solidFill>
                <a:latin typeface="Montserrat" panose="00000500000000000000" pitchFamily="2" charset="0"/>
                <a:ea typeface="Aptos" panose="020B0004020202020204" pitchFamily="34" charset="0"/>
                <a:cs typeface="Times New Roman" panose="02020603050405020304" pitchFamily="18" charset="0"/>
                <a:sym typeface="Wingdings" panose="05000000000000000000" pitchFamily="2" charset="2"/>
              </a:rPr>
              <a:t></a:t>
            </a:r>
            <a:r>
              <a:rPr lang="en-IN" sz="1200" i="1" kern="100">
                <a:solidFill>
                  <a:schemeClr val="bg1"/>
                </a:solidFill>
                <a:effectLst/>
                <a:latin typeface="Montserrat" panose="00000500000000000000" pitchFamily="2" charset="0"/>
                <a:ea typeface="Aptos" panose="020B0004020202020204" pitchFamily="34" charset="0"/>
                <a:cs typeface="Times New Roman" panose="02020603050405020304" pitchFamily="18" charset="0"/>
              </a:rPr>
              <a:t>  Optimize Promotions </a:t>
            </a:r>
            <a:r>
              <a:rPr lang="en-IN" sz="1200" i="1" kern="100">
                <a:solidFill>
                  <a:schemeClr val="bg1"/>
                </a:solidFill>
                <a:latin typeface="Montserrat" panose="00000500000000000000" pitchFamily="2" charset="0"/>
                <a:ea typeface="Aptos" panose="020B0004020202020204" pitchFamily="34" charset="0"/>
                <a:cs typeface="Times New Roman" panose="02020603050405020304" pitchFamily="18" charset="0"/>
                <a:sym typeface="Wingdings" panose="05000000000000000000" pitchFamily="2" charset="2"/>
              </a:rPr>
              <a:t></a:t>
            </a:r>
            <a:r>
              <a:rPr lang="en-IN" sz="1200" i="1" kern="100">
                <a:solidFill>
                  <a:schemeClr val="bg1"/>
                </a:solidFill>
                <a:effectLst/>
                <a:latin typeface="Montserrat" panose="00000500000000000000" pitchFamily="2" charset="0"/>
                <a:ea typeface="Aptos" panose="020B0004020202020204" pitchFamily="34" charset="0"/>
                <a:cs typeface="Times New Roman" panose="02020603050405020304" pitchFamily="18" charset="0"/>
              </a:rPr>
              <a:t>  Monitor Response </a:t>
            </a:r>
            <a:r>
              <a:rPr lang="en-IN" sz="1200" i="1" kern="100">
                <a:solidFill>
                  <a:schemeClr val="bg1"/>
                </a:solidFill>
                <a:latin typeface="Montserrat" panose="00000500000000000000" pitchFamily="2" charset="0"/>
                <a:ea typeface="Aptos" panose="020B0004020202020204" pitchFamily="34" charset="0"/>
                <a:cs typeface="Times New Roman" panose="02020603050405020304" pitchFamily="18" charset="0"/>
                <a:sym typeface="Wingdings" panose="05000000000000000000" pitchFamily="2" charset="2"/>
              </a:rPr>
              <a:t></a:t>
            </a:r>
            <a:r>
              <a:rPr lang="en-IN" sz="1200" i="1" kern="100">
                <a:solidFill>
                  <a:schemeClr val="bg1"/>
                </a:solidFill>
                <a:effectLst/>
                <a:latin typeface="Montserrat" panose="00000500000000000000" pitchFamily="2" charset="0"/>
                <a:ea typeface="Aptos" panose="020B0004020202020204" pitchFamily="34" charset="0"/>
                <a:cs typeface="Times New Roman" panose="02020603050405020304" pitchFamily="18" charset="0"/>
              </a:rPr>
              <a:t>  Optimize Markdowns </a:t>
            </a:r>
            <a:r>
              <a:rPr lang="en-IN" sz="1200" i="1" kern="100">
                <a:solidFill>
                  <a:schemeClr val="bg1"/>
                </a:solidFill>
                <a:latin typeface="Montserrat" panose="00000500000000000000" pitchFamily="2" charset="0"/>
                <a:ea typeface="Aptos" panose="020B0004020202020204" pitchFamily="34" charset="0"/>
                <a:cs typeface="Times New Roman" panose="02020603050405020304" pitchFamily="18" charset="0"/>
                <a:sym typeface="Wingdings" panose="05000000000000000000" pitchFamily="2" charset="2"/>
              </a:rPr>
              <a:t></a:t>
            </a:r>
            <a:r>
              <a:rPr lang="en-IN" sz="1200" i="1" kern="100">
                <a:solidFill>
                  <a:schemeClr val="bg1"/>
                </a:solidFill>
                <a:effectLst/>
                <a:latin typeface="Montserrat" panose="00000500000000000000" pitchFamily="2" charset="0"/>
                <a:ea typeface="Aptos" panose="020B0004020202020204" pitchFamily="34" charset="0"/>
                <a:cs typeface="Times New Roman" panose="02020603050405020304" pitchFamily="18" charset="0"/>
              </a:rPr>
              <a:t>  Maximize Margin</a:t>
            </a:r>
          </a:p>
        </p:txBody>
      </p:sp>
      <p:sp>
        <p:nvSpPr>
          <p:cNvPr id="12" name="TextBox 11">
            <a:extLst>
              <a:ext uri="{FF2B5EF4-FFF2-40B4-BE49-F238E27FC236}">
                <a16:creationId xmlns:a16="http://schemas.microsoft.com/office/drawing/2014/main" id="{9088EF09-018B-B564-EFF3-6206CA5396B6}"/>
              </a:ext>
            </a:extLst>
          </p:cNvPr>
          <p:cNvSpPr txBox="1"/>
          <p:nvPr/>
        </p:nvSpPr>
        <p:spPr>
          <a:xfrm>
            <a:off x="1241867" y="4185093"/>
            <a:ext cx="3349777" cy="322524"/>
          </a:xfrm>
          <a:prstGeom prst="rect">
            <a:avLst/>
          </a:prstGeom>
          <a:noFill/>
        </p:spPr>
        <p:txBody>
          <a:bodyPr wrap="square">
            <a:spAutoFit/>
          </a:bodyPr>
          <a:lstStyle/>
          <a:p>
            <a:pPr marL="0" marR="0" algn="ctr">
              <a:lnSpc>
                <a:spcPct val="115000"/>
              </a:lnSpc>
              <a:spcBef>
                <a:spcPts val="600"/>
              </a:spcBef>
              <a:spcAft>
                <a:spcPts val="800"/>
              </a:spcAft>
              <a:buNone/>
            </a:pPr>
            <a:r>
              <a:rPr lang="en-IN" sz="1400" b="1" kern="100">
                <a:solidFill>
                  <a:sysClr val="windowText" lastClr="000000"/>
                </a:solidFill>
                <a:effectLst/>
                <a:latin typeface="Montserrat" panose="00000500000000000000" pitchFamily="2" charset="0"/>
                <a:ea typeface="Aptos" panose="020B0004020202020204" pitchFamily="34" charset="0"/>
                <a:cs typeface="Times New Roman" panose="02020603050405020304" pitchFamily="18" charset="0"/>
              </a:rPr>
              <a:t>Future decision making</a:t>
            </a:r>
          </a:p>
        </p:txBody>
      </p:sp>
      <p:cxnSp>
        <p:nvCxnSpPr>
          <p:cNvPr id="13" name="Straight Arrow Connector 12">
            <a:extLst>
              <a:ext uri="{FF2B5EF4-FFF2-40B4-BE49-F238E27FC236}">
                <a16:creationId xmlns:a16="http://schemas.microsoft.com/office/drawing/2014/main" id="{4BABAB07-17D8-E7E1-39DC-F952420EDC2A}"/>
              </a:ext>
            </a:extLst>
          </p:cNvPr>
          <p:cNvCxnSpPr>
            <a:cxnSpLocks/>
          </p:cNvCxnSpPr>
          <p:nvPr/>
        </p:nvCxnSpPr>
        <p:spPr>
          <a:xfrm>
            <a:off x="2940198" y="3727653"/>
            <a:ext cx="0" cy="403253"/>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58A5D93B-6F9F-342A-959C-00EF7551C5F7}"/>
              </a:ext>
            </a:extLst>
          </p:cNvPr>
          <p:cNvCxnSpPr>
            <a:cxnSpLocks/>
          </p:cNvCxnSpPr>
          <p:nvPr/>
        </p:nvCxnSpPr>
        <p:spPr>
          <a:xfrm>
            <a:off x="5550665" y="1370567"/>
            <a:ext cx="0" cy="5019347"/>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3C7DA74C-9950-8777-9C45-C4730F680FFB}"/>
              </a:ext>
            </a:extLst>
          </p:cNvPr>
          <p:cNvSpPr txBox="1"/>
          <p:nvPr/>
        </p:nvSpPr>
        <p:spPr>
          <a:xfrm>
            <a:off x="6000421" y="3165602"/>
            <a:ext cx="1906035" cy="1015663"/>
          </a:xfrm>
          <a:prstGeom prst="rect">
            <a:avLst/>
          </a:prstGeom>
          <a:noFill/>
        </p:spPr>
        <p:txBody>
          <a:bodyPr wrap="square">
            <a:spAutoFit/>
          </a:bodyPr>
          <a:lstStyle/>
          <a:p>
            <a:pPr marR="0">
              <a:buNone/>
            </a:pPr>
            <a:r>
              <a:rPr lang="en-IN" sz="3200" b="1">
                <a:effectLst/>
                <a:latin typeface="Montserrat" panose="00000500000000000000" pitchFamily="2" charset="0"/>
                <a:ea typeface="Times New Roman" panose="02020603050405020304" pitchFamily="18" charset="0"/>
              </a:rPr>
              <a:t>5</a:t>
            </a:r>
            <a:r>
              <a:rPr lang="en-IN" sz="3200" b="1">
                <a:solidFill>
                  <a:schemeClr val="bg1"/>
                </a:solidFill>
                <a:effectLst/>
                <a:latin typeface="Montserrat" panose="00000500000000000000" pitchFamily="2" charset="0"/>
                <a:ea typeface="Times New Roman" panose="02020603050405020304" pitchFamily="18" charset="0"/>
              </a:rPr>
              <a:t> </a:t>
            </a:r>
          </a:p>
          <a:p>
            <a:pPr marR="0">
              <a:buNone/>
            </a:pPr>
            <a:r>
              <a:rPr lang="en-IN" sz="1400">
                <a:solidFill>
                  <a:schemeClr val="bg2"/>
                </a:solidFill>
                <a:effectLst/>
                <a:latin typeface="Montserrat" panose="00000500000000000000" pitchFamily="2" charset="0"/>
                <a:ea typeface="Times New Roman" panose="02020603050405020304" pitchFamily="18" charset="0"/>
              </a:rPr>
              <a:t>layered  product </a:t>
            </a:r>
          </a:p>
          <a:p>
            <a:pPr marR="0">
              <a:buNone/>
            </a:pPr>
            <a:r>
              <a:rPr lang="en-IN" sz="1400">
                <a:solidFill>
                  <a:schemeClr val="bg2"/>
                </a:solidFill>
                <a:effectLst/>
                <a:latin typeface="Montserrat" panose="00000500000000000000" pitchFamily="2" charset="0"/>
                <a:ea typeface="Times New Roman" panose="02020603050405020304" pitchFamily="18" charset="0"/>
              </a:rPr>
              <a:t>architecture</a:t>
            </a:r>
            <a:endParaRPr lang="en-US" sz="1400">
              <a:solidFill>
                <a:schemeClr val="bg2"/>
              </a:solidFill>
              <a:effectLst/>
              <a:latin typeface="Montserrat" panose="00000500000000000000" pitchFamily="2" charset="0"/>
              <a:ea typeface="Times New Roman" panose="02020603050405020304" pitchFamily="18" charset="0"/>
            </a:endParaRPr>
          </a:p>
        </p:txBody>
      </p:sp>
      <p:cxnSp>
        <p:nvCxnSpPr>
          <p:cNvPr id="18" name="Straight Connector 17">
            <a:extLst>
              <a:ext uri="{FF2B5EF4-FFF2-40B4-BE49-F238E27FC236}">
                <a16:creationId xmlns:a16="http://schemas.microsoft.com/office/drawing/2014/main" id="{D474C321-5789-4CAB-0B58-BB5E2C4ED270}"/>
              </a:ext>
            </a:extLst>
          </p:cNvPr>
          <p:cNvCxnSpPr>
            <a:cxnSpLocks/>
            <a:stCxn id="23" idx="3"/>
            <a:endCxn id="19" idx="3"/>
          </p:cNvCxnSpPr>
          <p:nvPr/>
        </p:nvCxnSpPr>
        <p:spPr>
          <a:xfrm flipV="1">
            <a:off x="8897666" y="3354937"/>
            <a:ext cx="2502737" cy="2935838"/>
          </a:xfrm>
          <a:prstGeom prst="line">
            <a:avLst/>
          </a:prstGeom>
          <a:ln w="12700">
            <a:solidFill>
              <a:schemeClr val="bg2"/>
            </a:solidFill>
          </a:ln>
        </p:spPr>
        <p:style>
          <a:lnRef idx="2">
            <a:schemeClr val="accent1"/>
          </a:lnRef>
          <a:fillRef idx="0">
            <a:schemeClr val="accent1"/>
          </a:fillRef>
          <a:effectRef idx="1">
            <a:schemeClr val="accent1"/>
          </a:effectRef>
          <a:fontRef idx="minor">
            <a:schemeClr val="tx1"/>
          </a:fontRef>
        </p:style>
      </p:cxnSp>
      <p:sp>
        <p:nvSpPr>
          <p:cNvPr id="19" name="Oval 18">
            <a:extLst>
              <a:ext uri="{FF2B5EF4-FFF2-40B4-BE49-F238E27FC236}">
                <a16:creationId xmlns:a16="http://schemas.microsoft.com/office/drawing/2014/main" id="{6CF8207B-2AF9-3770-8F63-1B34EAD3805D}"/>
              </a:ext>
            </a:extLst>
          </p:cNvPr>
          <p:cNvSpPr/>
          <p:nvPr/>
        </p:nvSpPr>
        <p:spPr>
          <a:xfrm>
            <a:off x="11387275" y="3283146"/>
            <a:ext cx="89643" cy="84107"/>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0" name="Oval 19">
            <a:extLst>
              <a:ext uri="{FF2B5EF4-FFF2-40B4-BE49-F238E27FC236}">
                <a16:creationId xmlns:a16="http://schemas.microsoft.com/office/drawing/2014/main" id="{E75028AB-2629-48E3-10A3-603F109060E3}"/>
              </a:ext>
            </a:extLst>
          </p:cNvPr>
          <p:cNvSpPr/>
          <p:nvPr/>
        </p:nvSpPr>
        <p:spPr>
          <a:xfrm>
            <a:off x="10794543" y="3970846"/>
            <a:ext cx="89643" cy="84107"/>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1" name="Oval 20">
            <a:extLst>
              <a:ext uri="{FF2B5EF4-FFF2-40B4-BE49-F238E27FC236}">
                <a16:creationId xmlns:a16="http://schemas.microsoft.com/office/drawing/2014/main" id="{0843F556-F03B-1D0F-9374-56053AB079B8}"/>
              </a:ext>
            </a:extLst>
          </p:cNvPr>
          <p:cNvSpPr/>
          <p:nvPr/>
        </p:nvSpPr>
        <p:spPr>
          <a:xfrm>
            <a:off x="10115787" y="4750769"/>
            <a:ext cx="89643" cy="84107"/>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2" name="Oval 21">
            <a:extLst>
              <a:ext uri="{FF2B5EF4-FFF2-40B4-BE49-F238E27FC236}">
                <a16:creationId xmlns:a16="http://schemas.microsoft.com/office/drawing/2014/main" id="{93928430-6D78-32E2-34CA-AB96A79CD962}"/>
              </a:ext>
            </a:extLst>
          </p:cNvPr>
          <p:cNvSpPr/>
          <p:nvPr/>
        </p:nvSpPr>
        <p:spPr>
          <a:xfrm>
            <a:off x="9497662" y="5492753"/>
            <a:ext cx="89643" cy="84107"/>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 name="Oval 22">
            <a:extLst>
              <a:ext uri="{FF2B5EF4-FFF2-40B4-BE49-F238E27FC236}">
                <a16:creationId xmlns:a16="http://schemas.microsoft.com/office/drawing/2014/main" id="{0AE8F787-2590-E366-9E1A-9C7ABB1DD939}"/>
              </a:ext>
            </a:extLst>
          </p:cNvPr>
          <p:cNvSpPr/>
          <p:nvPr/>
        </p:nvSpPr>
        <p:spPr>
          <a:xfrm>
            <a:off x="8884538" y="6218985"/>
            <a:ext cx="89643" cy="84107"/>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4" name="Rectangle: Rounded Corners 23">
            <a:extLst>
              <a:ext uri="{FF2B5EF4-FFF2-40B4-BE49-F238E27FC236}">
                <a16:creationId xmlns:a16="http://schemas.microsoft.com/office/drawing/2014/main" id="{863C3624-025E-7865-D979-84716FF9CD5F}"/>
              </a:ext>
            </a:extLst>
          </p:cNvPr>
          <p:cNvSpPr/>
          <p:nvPr/>
        </p:nvSpPr>
        <p:spPr>
          <a:xfrm>
            <a:off x="5868105" y="3046364"/>
            <a:ext cx="5980995" cy="3445854"/>
          </a:xfrm>
          <a:prstGeom prst="roundRect">
            <a:avLst>
              <a:gd name="adj" fmla="val 276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5" name="TextBox 24">
            <a:extLst>
              <a:ext uri="{FF2B5EF4-FFF2-40B4-BE49-F238E27FC236}">
                <a16:creationId xmlns:a16="http://schemas.microsoft.com/office/drawing/2014/main" id="{20EA76ED-D1FA-D168-397F-92B1C04E6FDE}"/>
              </a:ext>
            </a:extLst>
          </p:cNvPr>
          <p:cNvSpPr txBox="1"/>
          <p:nvPr/>
        </p:nvSpPr>
        <p:spPr>
          <a:xfrm>
            <a:off x="8829469" y="3100003"/>
            <a:ext cx="2530631" cy="261610"/>
          </a:xfrm>
          <a:prstGeom prst="rect">
            <a:avLst/>
          </a:prstGeom>
          <a:noFill/>
        </p:spPr>
        <p:txBody>
          <a:bodyPr wrap="square">
            <a:spAutoFit/>
          </a:bodyPr>
          <a:lstStyle/>
          <a:p>
            <a:pPr algn="r"/>
            <a:r>
              <a:rPr lang="en-IN" sz="1100" b="1">
                <a:effectLst/>
                <a:latin typeface="Montserrat" panose="00000500000000000000" pitchFamily="2" charset="0"/>
                <a:ea typeface="Aptos" panose="020B0004020202020204" pitchFamily="34" charset="0"/>
                <a:cs typeface="Times New Roman" panose="02020603050405020304" pitchFamily="18" charset="0"/>
              </a:rPr>
              <a:t>Layer 1:  </a:t>
            </a:r>
            <a:r>
              <a:rPr lang="en-IN" sz="1100" i="1">
                <a:effectLst/>
                <a:latin typeface="Montserrat" panose="00000500000000000000" pitchFamily="2" charset="0"/>
                <a:ea typeface="Aptos" panose="020B0004020202020204" pitchFamily="34" charset="0"/>
                <a:cs typeface="Times New Roman" panose="02020603050405020304" pitchFamily="18" charset="0"/>
              </a:rPr>
              <a:t>Data Foundation</a:t>
            </a:r>
            <a:endParaRPr lang="en-US" sz="1100" i="1">
              <a:latin typeface="Montserrat" panose="00000500000000000000" pitchFamily="2" charset="0"/>
            </a:endParaRPr>
          </a:p>
        </p:txBody>
      </p:sp>
      <p:sp>
        <p:nvSpPr>
          <p:cNvPr id="26" name="TextBox 25">
            <a:extLst>
              <a:ext uri="{FF2B5EF4-FFF2-40B4-BE49-F238E27FC236}">
                <a16:creationId xmlns:a16="http://schemas.microsoft.com/office/drawing/2014/main" id="{17C048F4-41B3-E8BB-FE95-4ADF3075F227}"/>
              </a:ext>
            </a:extLst>
          </p:cNvPr>
          <p:cNvSpPr txBox="1"/>
          <p:nvPr/>
        </p:nvSpPr>
        <p:spPr>
          <a:xfrm>
            <a:off x="7801985" y="3827668"/>
            <a:ext cx="2884058" cy="261610"/>
          </a:xfrm>
          <a:prstGeom prst="rect">
            <a:avLst/>
          </a:prstGeom>
          <a:noFill/>
        </p:spPr>
        <p:txBody>
          <a:bodyPr wrap="square">
            <a:spAutoFit/>
          </a:bodyPr>
          <a:lstStyle/>
          <a:p>
            <a:pPr algn="r"/>
            <a:r>
              <a:rPr lang="en-IN" sz="1100" b="1">
                <a:effectLst/>
                <a:latin typeface="Montserrat" panose="00000500000000000000" pitchFamily="2" charset="0"/>
                <a:ea typeface="Aptos" panose="020B0004020202020204" pitchFamily="34" charset="0"/>
                <a:cs typeface="Times New Roman" panose="02020603050405020304" pitchFamily="18" charset="0"/>
              </a:rPr>
              <a:t>Layer 2:  </a:t>
            </a:r>
            <a:r>
              <a:rPr lang="en-IN" sz="1100" i="1">
                <a:effectLst/>
                <a:latin typeface="Montserrat" panose="00000500000000000000" pitchFamily="2" charset="0"/>
                <a:ea typeface="Aptos" panose="020B0004020202020204" pitchFamily="34" charset="0"/>
                <a:cs typeface="Times New Roman" panose="02020603050405020304" pitchFamily="18" charset="0"/>
              </a:rPr>
              <a:t>Demand Intelligence</a:t>
            </a:r>
            <a:endParaRPr lang="en-US" sz="1100" i="1">
              <a:latin typeface="Montserrat" panose="00000500000000000000" pitchFamily="2" charset="0"/>
            </a:endParaRPr>
          </a:p>
        </p:txBody>
      </p:sp>
      <p:sp>
        <p:nvSpPr>
          <p:cNvPr id="27" name="TextBox 26">
            <a:extLst>
              <a:ext uri="{FF2B5EF4-FFF2-40B4-BE49-F238E27FC236}">
                <a16:creationId xmlns:a16="http://schemas.microsoft.com/office/drawing/2014/main" id="{C49AC594-6DA3-9CA3-EF05-A9EA2D8EF6CE}"/>
              </a:ext>
            </a:extLst>
          </p:cNvPr>
          <p:cNvSpPr txBox="1"/>
          <p:nvPr/>
        </p:nvSpPr>
        <p:spPr>
          <a:xfrm>
            <a:off x="7362599" y="4555333"/>
            <a:ext cx="2662989" cy="261610"/>
          </a:xfrm>
          <a:prstGeom prst="rect">
            <a:avLst/>
          </a:prstGeom>
          <a:noFill/>
        </p:spPr>
        <p:txBody>
          <a:bodyPr wrap="square">
            <a:spAutoFit/>
          </a:bodyPr>
          <a:lstStyle/>
          <a:p>
            <a:pPr algn="r"/>
            <a:r>
              <a:rPr lang="en-IN" sz="1100" b="1">
                <a:effectLst/>
                <a:latin typeface="Montserrat" panose="00000500000000000000" pitchFamily="2" charset="0"/>
                <a:ea typeface="Aptos" panose="020B0004020202020204" pitchFamily="34" charset="0"/>
                <a:cs typeface="Times New Roman" panose="02020603050405020304" pitchFamily="18" charset="0"/>
              </a:rPr>
              <a:t>Layer 3</a:t>
            </a:r>
            <a:r>
              <a:rPr lang="en-IN" sz="1100">
                <a:effectLst/>
                <a:latin typeface="Montserrat" panose="00000500000000000000" pitchFamily="2" charset="0"/>
                <a:ea typeface="Aptos" panose="020B0004020202020204" pitchFamily="34" charset="0"/>
                <a:cs typeface="Times New Roman" panose="02020603050405020304" pitchFamily="18" charset="0"/>
              </a:rPr>
              <a:t>: Pricing Intelligence</a:t>
            </a:r>
            <a:endParaRPr lang="en-US" sz="1100" i="1">
              <a:latin typeface="Montserrat" panose="00000500000000000000" pitchFamily="2" charset="0"/>
            </a:endParaRPr>
          </a:p>
        </p:txBody>
      </p:sp>
      <p:sp>
        <p:nvSpPr>
          <p:cNvPr id="28" name="TextBox 27">
            <a:extLst>
              <a:ext uri="{FF2B5EF4-FFF2-40B4-BE49-F238E27FC236}">
                <a16:creationId xmlns:a16="http://schemas.microsoft.com/office/drawing/2014/main" id="{91DBB337-AD44-E637-A0F4-8B95CA39FC07}"/>
              </a:ext>
            </a:extLst>
          </p:cNvPr>
          <p:cNvSpPr txBox="1"/>
          <p:nvPr/>
        </p:nvSpPr>
        <p:spPr>
          <a:xfrm>
            <a:off x="6585387" y="5282998"/>
            <a:ext cx="2834149" cy="261610"/>
          </a:xfrm>
          <a:prstGeom prst="rect">
            <a:avLst/>
          </a:prstGeom>
          <a:noFill/>
        </p:spPr>
        <p:txBody>
          <a:bodyPr wrap="square">
            <a:spAutoFit/>
          </a:bodyPr>
          <a:lstStyle/>
          <a:p>
            <a:pPr algn="r"/>
            <a:r>
              <a:rPr lang="en-IN" sz="1100" b="1">
                <a:effectLst/>
                <a:latin typeface="Montserrat" panose="00000500000000000000" pitchFamily="2" charset="0"/>
                <a:ea typeface="Aptos" panose="020B0004020202020204" pitchFamily="34" charset="0"/>
                <a:cs typeface="Times New Roman" panose="02020603050405020304" pitchFamily="18" charset="0"/>
              </a:rPr>
              <a:t>Layer 4: </a:t>
            </a:r>
            <a:r>
              <a:rPr lang="en-IN" sz="1100">
                <a:effectLst/>
                <a:latin typeface="Montserrat" panose="00000500000000000000" pitchFamily="2" charset="0"/>
                <a:ea typeface="Aptos" panose="020B0004020202020204" pitchFamily="34" charset="0"/>
                <a:cs typeface="Times New Roman" panose="02020603050405020304" pitchFamily="18" charset="0"/>
              </a:rPr>
              <a:t>Optimization Engine</a:t>
            </a:r>
            <a:endParaRPr lang="en-US" sz="1100" i="1">
              <a:latin typeface="Montserrat" panose="00000500000000000000" pitchFamily="2" charset="0"/>
            </a:endParaRPr>
          </a:p>
        </p:txBody>
      </p:sp>
      <p:sp>
        <p:nvSpPr>
          <p:cNvPr id="29" name="TextBox 28">
            <a:extLst>
              <a:ext uri="{FF2B5EF4-FFF2-40B4-BE49-F238E27FC236}">
                <a16:creationId xmlns:a16="http://schemas.microsoft.com/office/drawing/2014/main" id="{1372230F-AF90-FCE4-CCC6-66534FAB85DE}"/>
              </a:ext>
            </a:extLst>
          </p:cNvPr>
          <p:cNvSpPr txBox="1"/>
          <p:nvPr/>
        </p:nvSpPr>
        <p:spPr>
          <a:xfrm>
            <a:off x="5970882" y="6010665"/>
            <a:ext cx="2923793" cy="261610"/>
          </a:xfrm>
          <a:prstGeom prst="rect">
            <a:avLst/>
          </a:prstGeom>
          <a:noFill/>
        </p:spPr>
        <p:txBody>
          <a:bodyPr wrap="square">
            <a:spAutoFit/>
          </a:bodyPr>
          <a:lstStyle/>
          <a:p>
            <a:pPr algn="r"/>
            <a:r>
              <a:rPr lang="en-IN" sz="1100" b="1">
                <a:effectLst/>
                <a:latin typeface="Montserrat" panose="00000500000000000000" pitchFamily="2" charset="0"/>
                <a:ea typeface="Aptos" panose="020B0004020202020204" pitchFamily="34" charset="0"/>
                <a:cs typeface="Times New Roman" panose="02020603050405020304" pitchFamily="18" charset="0"/>
              </a:rPr>
              <a:t>Layer 5</a:t>
            </a:r>
            <a:r>
              <a:rPr lang="en-IN" sz="1100">
                <a:effectLst/>
                <a:latin typeface="Montserrat" panose="00000500000000000000" pitchFamily="2" charset="0"/>
                <a:ea typeface="Aptos" panose="020B0004020202020204" pitchFamily="34" charset="0"/>
                <a:cs typeface="Times New Roman" panose="02020603050405020304" pitchFamily="18" charset="0"/>
              </a:rPr>
              <a:t>: Decision Applications</a:t>
            </a:r>
            <a:endParaRPr lang="en-US" sz="1100" i="1">
              <a:latin typeface="Montserrat" panose="00000500000000000000" pitchFamily="2" charset="0"/>
            </a:endParaRPr>
          </a:p>
        </p:txBody>
      </p:sp>
      <p:pic>
        <p:nvPicPr>
          <p:cNvPr id="30" name="Graphic 29">
            <a:extLst>
              <a:ext uri="{FF2B5EF4-FFF2-40B4-BE49-F238E27FC236}">
                <a16:creationId xmlns:a16="http://schemas.microsoft.com/office/drawing/2014/main" id="{AA46B137-969B-3790-7D00-9EDDA64447B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467474" y="3432772"/>
            <a:ext cx="365760" cy="343174"/>
          </a:xfrm>
          <a:prstGeom prst="rect">
            <a:avLst/>
          </a:prstGeom>
        </p:spPr>
      </p:pic>
      <p:pic>
        <p:nvPicPr>
          <p:cNvPr id="31" name="Graphic 30">
            <a:extLst>
              <a:ext uri="{FF2B5EF4-FFF2-40B4-BE49-F238E27FC236}">
                <a16:creationId xmlns:a16="http://schemas.microsoft.com/office/drawing/2014/main" id="{A2644237-0B2A-0DFD-E18A-78ADB9CCEE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73841" y="3895059"/>
            <a:ext cx="365760" cy="343174"/>
          </a:xfrm>
          <a:prstGeom prst="rect">
            <a:avLst/>
          </a:prstGeom>
        </p:spPr>
      </p:pic>
      <p:pic>
        <p:nvPicPr>
          <p:cNvPr id="32" name="Graphic 31">
            <a:extLst>
              <a:ext uri="{FF2B5EF4-FFF2-40B4-BE49-F238E27FC236}">
                <a16:creationId xmlns:a16="http://schemas.microsoft.com/office/drawing/2014/main" id="{136D81B9-3F50-FD26-A2BA-156547D6BA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91949" y="4663051"/>
            <a:ext cx="365760" cy="343174"/>
          </a:xfrm>
          <a:prstGeom prst="rect">
            <a:avLst/>
          </a:prstGeom>
        </p:spPr>
      </p:pic>
      <p:pic>
        <p:nvPicPr>
          <p:cNvPr id="33" name="Graphic 32">
            <a:extLst>
              <a:ext uri="{FF2B5EF4-FFF2-40B4-BE49-F238E27FC236}">
                <a16:creationId xmlns:a16="http://schemas.microsoft.com/office/drawing/2014/main" id="{8A0B1038-F648-4A83-4B1E-E5BD5D6940B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706385" y="5382059"/>
            <a:ext cx="365760" cy="343174"/>
          </a:xfrm>
          <a:prstGeom prst="rect">
            <a:avLst/>
          </a:prstGeom>
        </p:spPr>
      </p:pic>
      <p:pic>
        <p:nvPicPr>
          <p:cNvPr id="34" name="Graphic 33">
            <a:extLst>
              <a:ext uri="{FF2B5EF4-FFF2-40B4-BE49-F238E27FC236}">
                <a16:creationId xmlns:a16="http://schemas.microsoft.com/office/drawing/2014/main" id="{6C4326E7-E0A8-FA0C-750B-9A45D39B54A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16923" y="6073126"/>
            <a:ext cx="365760" cy="343174"/>
          </a:xfrm>
          <a:prstGeom prst="rect">
            <a:avLst/>
          </a:prstGeom>
        </p:spPr>
      </p:pic>
      <p:sp>
        <p:nvSpPr>
          <p:cNvPr id="37" name="TextBox 36">
            <a:extLst>
              <a:ext uri="{FF2B5EF4-FFF2-40B4-BE49-F238E27FC236}">
                <a16:creationId xmlns:a16="http://schemas.microsoft.com/office/drawing/2014/main" id="{A2AA3471-EA48-7188-9F7C-C68FF8270655}"/>
              </a:ext>
            </a:extLst>
          </p:cNvPr>
          <p:cNvSpPr txBox="1"/>
          <p:nvPr/>
        </p:nvSpPr>
        <p:spPr>
          <a:xfrm>
            <a:off x="5902080" y="1111691"/>
            <a:ext cx="5375520" cy="307777"/>
          </a:xfrm>
          <a:prstGeom prst="rect">
            <a:avLst/>
          </a:prstGeom>
          <a:noFill/>
        </p:spPr>
        <p:txBody>
          <a:bodyPr wrap="square">
            <a:spAutoFit/>
          </a:bodyPr>
          <a:lstStyle/>
          <a:p>
            <a:pPr marL="0" marR="0">
              <a:spcBef>
                <a:spcPts val="600"/>
              </a:spcBef>
              <a:buNone/>
            </a:pPr>
            <a:r>
              <a:rPr lang="en-IN" sz="1400" i="1" kern="100">
                <a:effectLst/>
                <a:latin typeface="Montserrat" panose="00000500000000000000" pitchFamily="2" charset="0"/>
                <a:ea typeface="Aptos" panose="020B0004020202020204" pitchFamily="34" charset="0"/>
                <a:cs typeface="Times New Roman" panose="02020603050405020304" pitchFamily="18" charset="0"/>
              </a:rPr>
              <a:t>Optimization Goal:  </a:t>
            </a:r>
            <a:r>
              <a:rPr lang="en-IN" sz="1400" b="1" i="1" kern="100">
                <a:solidFill>
                  <a:schemeClr val="bg2"/>
                </a:solidFill>
                <a:effectLst/>
                <a:latin typeface="Montserrat" panose="00000500000000000000" pitchFamily="2" charset="0"/>
                <a:ea typeface="Aptos" panose="020B0004020202020204" pitchFamily="34" charset="0"/>
                <a:cs typeface="Times New Roman" panose="02020603050405020304" pitchFamily="18" charset="0"/>
              </a:rPr>
              <a:t>Maximize Gross Margin Dollars</a:t>
            </a:r>
            <a:endParaRPr lang="en-US" sz="1400" kern="100">
              <a:solidFill>
                <a:schemeClr val="bg2"/>
              </a:solidFill>
              <a:effectLst/>
              <a:latin typeface="Montserrat" panose="00000500000000000000" pitchFamily="2" charset="0"/>
              <a:ea typeface="Aptos" panose="020B0004020202020204" pitchFamily="34" charset="0"/>
              <a:cs typeface="Times New Roman" panose="02020603050405020304" pitchFamily="18" charset="0"/>
            </a:endParaRPr>
          </a:p>
        </p:txBody>
      </p:sp>
      <p:sp>
        <p:nvSpPr>
          <p:cNvPr id="38" name="TextBox 37">
            <a:extLst>
              <a:ext uri="{FF2B5EF4-FFF2-40B4-BE49-F238E27FC236}">
                <a16:creationId xmlns:a16="http://schemas.microsoft.com/office/drawing/2014/main" id="{6E43AFE7-347F-5222-EF51-C6BDA1B94256}"/>
              </a:ext>
            </a:extLst>
          </p:cNvPr>
          <p:cNvSpPr txBox="1"/>
          <p:nvPr/>
        </p:nvSpPr>
        <p:spPr>
          <a:xfrm>
            <a:off x="5969902" y="1613569"/>
            <a:ext cx="5611651" cy="1354217"/>
          </a:xfrm>
          <a:prstGeom prst="rect">
            <a:avLst/>
          </a:prstGeom>
          <a:noFill/>
        </p:spPr>
        <p:txBody>
          <a:bodyPr wrap="square" lIns="91440" tIns="45720" rIns="91440" bIns="45720" anchor="t">
            <a:spAutoFit/>
          </a:bodyPr>
          <a:lstStyle/>
          <a:p>
            <a:pPr>
              <a:spcAft>
                <a:spcPts val="600"/>
              </a:spcAft>
            </a:pPr>
            <a:r>
              <a:rPr lang="en-IN" sz="1200" b="1" i="1" kern="100">
                <a:latin typeface="Montserrat" panose="00000500000000000000" pitchFamily="2" charset="0"/>
                <a:ea typeface="Aptos" panose="020B0004020202020204" pitchFamily="34" charset="0"/>
                <a:cs typeface="Times New Roman"/>
              </a:rPr>
              <a:t>Optimization algorithm</a:t>
            </a:r>
            <a:endParaRPr lang="en-IN" sz="1200" kern="100">
              <a:latin typeface="Montserrat" panose="00000500000000000000" pitchFamily="2" charset="0"/>
              <a:ea typeface="Aptos" panose="020B0004020202020204" pitchFamily="34" charset="0"/>
              <a:cs typeface="Times New Roman"/>
            </a:endParaRPr>
          </a:p>
          <a:p>
            <a:pPr marL="628650" lvl="1" indent="-171450">
              <a:spcBef>
                <a:spcPts val="200"/>
              </a:spcBef>
              <a:buFont typeface="Wingdings" panose="05000000000000000000" pitchFamily="2" charset="2"/>
              <a:buChar char="v"/>
            </a:pPr>
            <a:r>
              <a:rPr lang="en-US" sz="1200" kern="100">
                <a:latin typeface="Montserrat" panose="00000500000000000000" pitchFamily="2" charset="0"/>
                <a:ea typeface="Aptos" panose="020B0004020202020204" pitchFamily="34" charset="0"/>
                <a:cs typeface="Times New Roman"/>
              </a:rPr>
              <a:t>Mixed Integer Programming </a:t>
            </a:r>
          </a:p>
          <a:p>
            <a:pPr marL="628650" lvl="1" indent="-171450">
              <a:spcBef>
                <a:spcPts val="200"/>
              </a:spcBef>
              <a:buFont typeface="Wingdings" panose="05000000000000000000" pitchFamily="2" charset="2"/>
              <a:buChar char="v"/>
            </a:pPr>
            <a:r>
              <a:rPr lang="en-US" sz="1200" kern="100">
                <a:latin typeface="Montserrat" panose="00000500000000000000" pitchFamily="2" charset="0"/>
                <a:ea typeface="Aptos" panose="020B0004020202020204" pitchFamily="34" charset="0"/>
                <a:cs typeface="Times New Roman"/>
              </a:rPr>
              <a:t>Reinforcement Learning</a:t>
            </a:r>
          </a:p>
          <a:p>
            <a:pPr marL="628650" lvl="1" indent="-171450">
              <a:spcBef>
                <a:spcPts val="200"/>
              </a:spcBef>
              <a:buFont typeface="Wingdings" panose="05000000000000000000" pitchFamily="2" charset="2"/>
              <a:buChar char="v"/>
            </a:pPr>
            <a:r>
              <a:rPr lang="en-US" sz="1200" kern="100">
                <a:latin typeface="Montserrat" panose="00000500000000000000" pitchFamily="2" charset="0"/>
                <a:ea typeface="Aptos" panose="020B0004020202020204" pitchFamily="34" charset="0"/>
                <a:cs typeface="Times New Roman"/>
              </a:rPr>
              <a:t>Constraint Optimization</a:t>
            </a:r>
          </a:p>
          <a:p>
            <a:pPr lvl="1"/>
            <a:endParaRPr lang="en-IN" sz="1200" kern="100">
              <a:latin typeface="Montserrat" panose="00000500000000000000" pitchFamily="2" charset="0"/>
              <a:ea typeface="Aptos" panose="020B0004020202020204" pitchFamily="34" charset="0"/>
              <a:cs typeface="Times New Roman"/>
            </a:endParaRPr>
          </a:p>
          <a:p>
            <a:pPr marL="0" marR="0">
              <a:spcAft>
                <a:spcPts val="600"/>
              </a:spcAft>
              <a:buNone/>
            </a:pPr>
            <a:r>
              <a:rPr lang="en-IN" sz="1200" b="1" i="1" kern="100">
                <a:effectLst/>
                <a:latin typeface="Montserrat" panose="00000500000000000000" pitchFamily="2" charset="0"/>
                <a:ea typeface="Aptos" panose="020B0004020202020204" pitchFamily="34" charset="0"/>
                <a:cs typeface="Times New Roman"/>
              </a:rPr>
              <a:t>Subject to: </a:t>
            </a:r>
            <a:r>
              <a:rPr lang="en-IN" sz="1200" i="1" kern="100">
                <a:effectLst/>
                <a:latin typeface="Montserrat" panose="00000500000000000000" pitchFamily="2" charset="0"/>
                <a:ea typeface="Aptos" panose="020B0004020202020204" pitchFamily="34" charset="0"/>
                <a:cs typeface="Times New Roman"/>
              </a:rPr>
              <a:t>Revenue targets ,Inventory targets ,Brand </a:t>
            </a:r>
            <a:r>
              <a:rPr lang="en-IN" sz="1200" i="1" kern="100">
                <a:latin typeface="Montserrat" panose="00000500000000000000" pitchFamily="2" charset="0"/>
                <a:ea typeface="Aptos" panose="020B0004020202020204" pitchFamily="34" charset="0"/>
                <a:cs typeface="Times New Roman"/>
              </a:rPr>
              <a:t>constraints</a:t>
            </a:r>
            <a:endParaRPr lang="en-US" sz="1200" kern="100">
              <a:latin typeface="Montserrat" panose="00000500000000000000" pitchFamily="2" charset="0"/>
              <a:cs typeface="Times New Roman"/>
            </a:endParaRPr>
          </a:p>
        </p:txBody>
      </p:sp>
      <p:cxnSp>
        <p:nvCxnSpPr>
          <p:cNvPr id="42" name="Straight Connector 41">
            <a:extLst>
              <a:ext uri="{FF2B5EF4-FFF2-40B4-BE49-F238E27FC236}">
                <a16:creationId xmlns:a16="http://schemas.microsoft.com/office/drawing/2014/main" id="{5E24545C-FBC7-4517-5917-D3E11F61BB88}"/>
              </a:ext>
            </a:extLst>
          </p:cNvPr>
          <p:cNvCxnSpPr>
            <a:cxnSpLocks/>
          </p:cNvCxnSpPr>
          <p:nvPr/>
        </p:nvCxnSpPr>
        <p:spPr>
          <a:xfrm>
            <a:off x="5996785" y="1486802"/>
            <a:ext cx="539806" cy="0"/>
          </a:xfrm>
          <a:prstGeom prst="line">
            <a:avLst/>
          </a:prstGeom>
          <a:ln w="19050">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78880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F4A1835-1996-BAC9-3DB9-02773071F5D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28DD447-8FC5-195A-D72D-9EB5911D9F0F}"/>
              </a:ext>
            </a:extLst>
          </p:cNvPr>
          <p:cNvSpPr>
            <a:spLocks noGrp="1"/>
          </p:cNvSpPr>
          <p:nvPr>
            <p:ph type="title"/>
          </p:nvPr>
        </p:nvSpPr>
        <p:spPr>
          <a:xfrm>
            <a:off x="382489" y="342901"/>
            <a:ext cx="10512862" cy="553993"/>
          </a:xfrm>
        </p:spPr>
        <p:txBody>
          <a:bodyPr vert="horz" lIns="91440" tIns="45720" rIns="91440" bIns="45720" rtlCol="0" anchor="t">
            <a:noAutofit/>
          </a:bodyPr>
          <a:lstStyle/>
          <a:p>
            <a:r>
              <a:rPr lang="en-US" sz="2400"/>
              <a:t>Suggested Order Architecture</a:t>
            </a:r>
            <a:endParaRPr lang="en-IN" sz="2400"/>
          </a:p>
        </p:txBody>
      </p:sp>
      <p:graphicFrame>
        <p:nvGraphicFramePr>
          <p:cNvPr id="48" name="think-cell data - do not delete" hidden="1">
            <a:extLst>
              <a:ext uri="{FF2B5EF4-FFF2-40B4-BE49-F238E27FC236}">
                <a16:creationId xmlns:a16="http://schemas.microsoft.com/office/drawing/2014/main" id="{363756EB-BFA6-A9D4-52A0-166E15D7F10D}"/>
              </a:ext>
            </a:extLst>
          </p:cNvPr>
          <p:cNvGraphicFramePr>
            <a:graphicFrameLocks/>
          </p:cNvGraphicFramePr>
          <p:nvPr>
            <p:custDataLst>
              <p:tags r:id="rId1"/>
            </p:custDataLst>
          </p:nvPr>
        </p:nvGraphicFramePr>
        <p:xfrm>
          <a:off x="3176"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8" name="think-cell data - do not delete" hidden="1">
                        <a:extLst>
                          <a:ext uri="{FF2B5EF4-FFF2-40B4-BE49-F238E27FC236}">
                            <a16:creationId xmlns:a16="http://schemas.microsoft.com/office/drawing/2014/main" id="{363756EB-BFA6-A9D4-52A0-166E15D7F10D}"/>
                          </a:ext>
                        </a:extLst>
                      </p:cNvPr>
                      <p:cNvPicPr/>
                      <p:nvPr/>
                    </p:nvPicPr>
                    <p:blipFill>
                      <a:blip r:embed="rId5"/>
                      <a:stretch>
                        <a:fillRect/>
                      </a:stretch>
                    </p:blipFill>
                    <p:spPr>
                      <a:xfrm>
                        <a:off x="3176" y="1588"/>
                        <a:ext cx="1588" cy="1588"/>
                      </a:xfrm>
                      <a:prstGeom prst="rect">
                        <a:avLst/>
                      </a:prstGeom>
                    </p:spPr>
                  </p:pic>
                </p:oleObj>
              </mc:Fallback>
            </mc:AlternateContent>
          </a:graphicData>
        </a:graphic>
      </p:graphicFrame>
      <p:sp>
        <p:nvSpPr>
          <p:cNvPr id="13" name="Text 3">
            <a:extLst>
              <a:ext uri="{FF2B5EF4-FFF2-40B4-BE49-F238E27FC236}">
                <a16:creationId xmlns:a16="http://schemas.microsoft.com/office/drawing/2014/main" id="{CF0274BC-907B-97A8-C2BA-9D1601487CF4}"/>
              </a:ext>
            </a:extLst>
          </p:cNvPr>
          <p:cNvSpPr/>
          <p:nvPr/>
        </p:nvSpPr>
        <p:spPr>
          <a:xfrm>
            <a:off x="504509" y="1201636"/>
            <a:ext cx="3002280" cy="3681727"/>
          </a:xfrm>
          <a:prstGeom prst="roundRect">
            <a:avLst>
              <a:gd name="adj" fmla="val 5283"/>
            </a:avLst>
          </a:prstGeom>
          <a:solidFill>
            <a:schemeClr val="bg1">
              <a:lumMod val="95000"/>
            </a:schemeClr>
          </a:solidFill>
          <a:ln/>
        </p:spPr>
        <p:txBody>
          <a:bodyPr wrap="square" lIns="91440" tIns="1371600" rIns="91440" bIns="91440" rtlCol="0" anchor="t">
            <a:noAutofit/>
          </a:bodyPr>
          <a:lstStyle/>
          <a:p>
            <a:r>
              <a:rPr lang="en-US" sz="1400">
                <a:latin typeface="Montserrat" panose="00000500000000000000" pitchFamily="2" charset="0"/>
                <a:ea typeface="Calibri" pitchFamily="34" charset="-122"/>
                <a:cs typeface="Calibri" pitchFamily="34" charset="-120"/>
              </a:rPr>
              <a:t>The SO platform combines enterprise data, advanced analytics, machine learning, and business rules to generate scalable and actionable recommendations that can be consumed through existing business applications.</a:t>
            </a:r>
          </a:p>
        </p:txBody>
      </p:sp>
      <p:sp>
        <p:nvSpPr>
          <p:cNvPr id="6" name="Slide Number Placeholder 5">
            <a:extLst>
              <a:ext uri="{FF2B5EF4-FFF2-40B4-BE49-F238E27FC236}">
                <a16:creationId xmlns:a16="http://schemas.microsoft.com/office/drawing/2014/main" id="{B7639B67-1790-40CB-92DD-00FC5D9A8F52}"/>
              </a:ext>
            </a:extLst>
          </p:cNvPr>
          <p:cNvSpPr>
            <a:spLocks noGrp="1"/>
          </p:cNvSpPr>
          <p:nvPr>
            <p:ph type="sldNum" sz="quarter" idx="12"/>
          </p:nvPr>
        </p:nvSpPr>
        <p:spPr>
          <a:xfrm>
            <a:off x="9105116" y="6540409"/>
            <a:ext cx="2742486" cy="206375"/>
          </a:xfrm>
        </p:spPr>
        <p:txBody>
          <a:bodyPr/>
          <a:lstStyle/>
          <a:p>
            <a:fld id="{330EA680-D336-4FF7-8B7A-9848BB0A1C32}" type="slidenum">
              <a:rPr lang="en-US" smtClean="0"/>
              <a:t>33</a:t>
            </a:fld>
            <a:endParaRPr lang="en-US"/>
          </a:p>
        </p:txBody>
      </p:sp>
      <p:sp>
        <p:nvSpPr>
          <p:cNvPr id="7" name="Date Placeholder 3">
            <a:extLst>
              <a:ext uri="{FF2B5EF4-FFF2-40B4-BE49-F238E27FC236}">
                <a16:creationId xmlns:a16="http://schemas.microsoft.com/office/drawing/2014/main" id="{A1BB9883-62D0-3E23-F818-46AEA1DB813C}"/>
              </a:ext>
            </a:extLst>
          </p:cNvPr>
          <p:cNvSpPr>
            <a:spLocks noGrp="1"/>
          </p:cNvSpPr>
          <p:nvPr>
            <p:ph type="dt" sz="half" idx="2"/>
          </p:nvPr>
        </p:nvSpPr>
        <p:spPr>
          <a:xfrm>
            <a:off x="858615" y="6540409"/>
            <a:ext cx="2742486" cy="206375"/>
          </a:xfrm>
          <a:prstGeom prst="rect">
            <a:avLst/>
          </a:prstGeom>
        </p:spPr>
        <p:txBody>
          <a:bodyPr vert="horz" lIns="91440" tIns="45720" rIns="91440" bIns="45720" rtlCol="0" anchor="ctr"/>
          <a:lstStyle>
            <a:lvl1pPr algn="l">
              <a:defRPr sz="600" b="0" i="0">
                <a:solidFill>
                  <a:schemeClr val="tx1"/>
                </a:solidFill>
                <a:latin typeface="Montserrat Light" pitchFamily="2" charset="77"/>
              </a:defRPr>
            </a:lvl1pPr>
          </a:lstStyle>
          <a:p>
            <a:r>
              <a:rPr lang="en-US"/>
              <a:t>© SYREN CLOUD INC – 2026 – ALL RIGHTS RESERVED</a:t>
            </a:r>
          </a:p>
        </p:txBody>
      </p:sp>
      <p:pic>
        <p:nvPicPr>
          <p:cNvPr id="15" name="Graphic 14" descr="Pie chart outline">
            <a:extLst>
              <a:ext uri="{FF2B5EF4-FFF2-40B4-BE49-F238E27FC236}">
                <a16:creationId xmlns:a16="http://schemas.microsoft.com/office/drawing/2014/main" id="{354147BA-9166-ACA8-6654-2E8F5DA36DE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3664" y="1489511"/>
            <a:ext cx="752225" cy="752225"/>
          </a:xfrm>
          <a:prstGeom prst="rect">
            <a:avLst/>
          </a:prstGeom>
        </p:spPr>
      </p:pic>
      <p:cxnSp>
        <p:nvCxnSpPr>
          <p:cNvPr id="17" name="Straight Connector 16">
            <a:extLst>
              <a:ext uri="{FF2B5EF4-FFF2-40B4-BE49-F238E27FC236}">
                <a16:creationId xmlns:a16="http://schemas.microsoft.com/office/drawing/2014/main" id="{7CEAE624-C13C-1122-5F51-332AF69A5AB8}"/>
              </a:ext>
            </a:extLst>
          </p:cNvPr>
          <p:cNvCxnSpPr>
            <a:cxnSpLocks/>
          </p:cNvCxnSpPr>
          <p:nvPr/>
        </p:nvCxnSpPr>
        <p:spPr>
          <a:xfrm>
            <a:off x="633663" y="2406650"/>
            <a:ext cx="704850" cy="0"/>
          </a:xfrm>
          <a:prstGeom prst="line">
            <a:avLst/>
          </a:prstGeom>
          <a:ln>
            <a:solidFill>
              <a:schemeClr val="bg2"/>
            </a:solidFill>
          </a:ln>
        </p:spPr>
        <p:style>
          <a:lnRef idx="2">
            <a:schemeClr val="accent1"/>
          </a:lnRef>
          <a:fillRef idx="0">
            <a:schemeClr val="accent1"/>
          </a:fillRef>
          <a:effectRef idx="1">
            <a:schemeClr val="accent1"/>
          </a:effectRef>
          <a:fontRef idx="minor">
            <a:schemeClr val="tx1"/>
          </a:fontRef>
        </p:style>
      </p:cxnSp>
      <p:grpSp>
        <p:nvGrpSpPr>
          <p:cNvPr id="3" name="Group 2">
            <a:extLst>
              <a:ext uri="{FF2B5EF4-FFF2-40B4-BE49-F238E27FC236}">
                <a16:creationId xmlns:a16="http://schemas.microsoft.com/office/drawing/2014/main" id="{F0109E6F-ABA7-7119-8F4D-1EF5D02094FC}"/>
              </a:ext>
            </a:extLst>
          </p:cNvPr>
          <p:cNvGrpSpPr/>
          <p:nvPr/>
        </p:nvGrpSpPr>
        <p:grpSpPr>
          <a:xfrm>
            <a:off x="3679509" y="1106906"/>
            <a:ext cx="8459653" cy="5404986"/>
            <a:chOff x="3677920" y="1106906"/>
            <a:chExt cx="8459653" cy="5404986"/>
          </a:xfrm>
        </p:grpSpPr>
        <p:grpSp>
          <p:nvGrpSpPr>
            <p:cNvPr id="50" name="Group 49">
              <a:extLst>
                <a:ext uri="{FF2B5EF4-FFF2-40B4-BE49-F238E27FC236}">
                  <a16:creationId xmlns:a16="http://schemas.microsoft.com/office/drawing/2014/main" id="{AC384DC1-14A8-84DB-7337-4086898BA466}"/>
                </a:ext>
              </a:extLst>
            </p:cNvPr>
            <p:cNvGrpSpPr/>
            <p:nvPr/>
          </p:nvGrpSpPr>
          <p:grpSpPr>
            <a:xfrm>
              <a:off x="3677920" y="1106906"/>
              <a:ext cx="8459653" cy="5404986"/>
              <a:chOff x="-3728826" y="-2722722"/>
              <a:chExt cx="17043418" cy="12744497"/>
            </a:xfrm>
          </p:grpSpPr>
          <p:pic>
            <p:nvPicPr>
              <p:cNvPr id="47" name="Picture 46">
                <a:extLst>
                  <a:ext uri="{FF2B5EF4-FFF2-40B4-BE49-F238E27FC236}">
                    <a16:creationId xmlns:a16="http://schemas.microsoft.com/office/drawing/2014/main" id="{7FA30716-D475-31D3-E0FA-50F3B280FB4D}"/>
                  </a:ext>
                </a:extLst>
              </p:cNvPr>
              <p:cNvPicPr>
                <a:picLocks noChangeAspect="1"/>
              </p:cNvPicPr>
              <p:nvPr/>
            </p:nvPicPr>
            <p:blipFill>
              <a:blip r:embed="rId7">
                <a:extLst>
                  <a:ext uri="{28A0092B-C50C-407E-A947-70E740481C1C}">
                    <a14:useLocalDpi xmlns:a14="http://schemas.microsoft.com/office/drawing/2010/main" val="0"/>
                  </a:ext>
                </a:extLst>
              </a:blip>
              <a:srcRect l="-1455" t="-1810" r="-965" b="2951"/>
              <a:stretch>
                <a:fillRect/>
              </a:stretch>
            </p:blipFill>
            <p:spPr bwMode="auto">
              <a:xfrm>
                <a:off x="-3728826" y="-2722722"/>
                <a:ext cx="16462242" cy="12200215"/>
              </a:xfrm>
              <a:prstGeom prst="rect">
                <a:avLst/>
              </a:prstGeom>
              <a:ln>
                <a:solidFill>
                  <a:schemeClr val="bg1">
                    <a:lumMod val="85000"/>
                  </a:schemeClr>
                </a:solidFill>
              </a:ln>
            </p:spPr>
          </p:pic>
          <p:sp>
            <p:nvSpPr>
              <p:cNvPr id="49" name="TextBox 48">
                <a:extLst>
                  <a:ext uri="{FF2B5EF4-FFF2-40B4-BE49-F238E27FC236}">
                    <a16:creationId xmlns:a16="http://schemas.microsoft.com/office/drawing/2014/main" id="{C12F7EC1-0DC1-CA13-E0C8-C754634DFE83}"/>
                  </a:ext>
                </a:extLst>
              </p:cNvPr>
              <p:cNvSpPr txBox="1"/>
              <p:nvPr/>
            </p:nvSpPr>
            <p:spPr>
              <a:xfrm>
                <a:off x="10785362" y="9477493"/>
                <a:ext cx="2529230" cy="544282"/>
              </a:xfrm>
              <a:prstGeom prst="rect">
                <a:avLst/>
              </a:prstGeom>
              <a:noFill/>
              <a:ln>
                <a:solidFill>
                  <a:schemeClr val="bg1"/>
                </a:solidFill>
              </a:ln>
            </p:spPr>
            <p:txBody>
              <a:bodyPr wrap="square" rtlCol="0">
                <a:spAutoFit/>
              </a:bodyPr>
              <a:lstStyle/>
              <a:p>
                <a:r>
                  <a:rPr lang="en-IN" sz="900">
                    <a:latin typeface="Arial" panose="020B0604020202020204" pitchFamily="34" charset="0"/>
                    <a:cs typeface="Arial" panose="020B0604020202020204" pitchFamily="34" charset="0"/>
                  </a:rPr>
                  <a:t>Aling Cora</a:t>
                </a:r>
              </a:p>
            </p:txBody>
          </p:sp>
        </p:grpSp>
        <p:sp>
          <p:nvSpPr>
            <p:cNvPr id="2" name="TextBox 1">
              <a:extLst>
                <a:ext uri="{FF2B5EF4-FFF2-40B4-BE49-F238E27FC236}">
                  <a16:creationId xmlns:a16="http://schemas.microsoft.com/office/drawing/2014/main" id="{48E3AC06-EDEE-8423-8FA0-58D3F77B3546}"/>
                </a:ext>
              </a:extLst>
            </p:cNvPr>
            <p:cNvSpPr txBox="1"/>
            <p:nvPr/>
          </p:nvSpPr>
          <p:spPr>
            <a:xfrm>
              <a:off x="10976963" y="5751094"/>
              <a:ext cx="823152" cy="230832"/>
            </a:xfrm>
            <a:prstGeom prst="rect">
              <a:avLst/>
            </a:prstGeom>
            <a:solidFill>
              <a:schemeClr val="bg1"/>
            </a:solidFill>
            <a:ln>
              <a:solidFill>
                <a:schemeClr val="bg1"/>
              </a:solidFill>
            </a:ln>
          </p:spPr>
          <p:txBody>
            <a:bodyPr wrap="square" rtlCol="0">
              <a:spAutoFit/>
            </a:bodyPr>
            <a:lstStyle/>
            <a:p>
              <a:pPr algn="ctr"/>
              <a:r>
                <a:rPr lang="en-IN" sz="900">
                  <a:latin typeface="Arial" panose="020B0604020202020204" pitchFamily="34" charset="0"/>
                  <a:cs typeface="Arial" panose="020B0604020202020204" pitchFamily="34" charset="0"/>
                </a:rPr>
                <a:t>PACE</a:t>
              </a:r>
            </a:p>
          </p:txBody>
        </p:sp>
      </p:grpSp>
    </p:spTree>
    <p:extLst>
      <p:ext uri="{BB962C8B-B14F-4D97-AF65-F5344CB8AC3E}">
        <p14:creationId xmlns:p14="http://schemas.microsoft.com/office/powerpoint/2010/main" val="39096406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3D2B560-4D63-0CC4-C547-F7EED8C68C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D42208-E64C-DCB2-B145-085C7F52889E}"/>
              </a:ext>
            </a:extLst>
          </p:cNvPr>
          <p:cNvSpPr>
            <a:spLocks noGrp="1"/>
          </p:cNvSpPr>
          <p:nvPr>
            <p:ph type="ctrTitle"/>
          </p:nvPr>
        </p:nvSpPr>
        <p:spPr>
          <a:xfrm>
            <a:off x="381000" y="4074978"/>
            <a:ext cx="6361453" cy="1579151"/>
          </a:xfrm>
        </p:spPr>
        <p:txBody>
          <a:bodyPr>
            <a:normAutofit/>
          </a:bodyPr>
          <a:lstStyle/>
          <a:p>
            <a:r>
              <a:rPr lang="en-US">
                <a:latin typeface="Montserrat Light"/>
              </a:rPr>
              <a:t>DE &amp; UI/UX Capabilities​</a:t>
            </a:r>
            <a:endParaRPr lang="en-US"/>
          </a:p>
        </p:txBody>
      </p:sp>
      <p:sp>
        <p:nvSpPr>
          <p:cNvPr id="4" name="Text Placeholder 3">
            <a:extLst>
              <a:ext uri="{FF2B5EF4-FFF2-40B4-BE49-F238E27FC236}">
                <a16:creationId xmlns:a16="http://schemas.microsoft.com/office/drawing/2014/main" id="{83721CCF-3B78-79A3-EC67-EC878A91B144}"/>
              </a:ext>
            </a:extLst>
          </p:cNvPr>
          <p:cNvSpPr>
            <a:spLocks noGrp="1"/>
          </p:cNvSpPr>
          <p:nvPr>
            <p:ph type="body" sz="quarter" idx="10"/>
          </p:nvPr>
        </p:nvSpPr>
        <p:spPr/>
        <p:txBody>
          <a:bodyPr/>
          <a:lstStyle/>
          <a:p>
            <a:r>
              <a:rPr lang="en-US"/>
              <a:t>2026</a:t>
            </a:r>
          </a:p>
        </p:txBody>
      </p:sp>
    </p:spTree>
    <p:extLst>
      <p:ext uri="{BB962C8B-B14F-4D97-AF65-F5344CB8AC3E}">
        <p14:creationId xmlns:p14="http://schemas.microsoft.com/office/powerpoint/2010/main" val="30821863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FA755-CF94-CFDE-D41E-45C9F6FEA9BF}"/>
              </a:ext>
            </a:extLst>
          </p:cNvPr>
          <p:cNvSpPr>
            <a:spLocks noGrp="1"/>
          </p:cNvSpPr>
          <p:nvPr>
            <p:ph type="title"/>
          </p:nvPr>
        </p:nvSpPr>
        <p:spPr/>
        <p:txBody>
          <a:bodyPr/>
          <a:lstStyle/>
          <a:p>
            <a:r>
              <a:rPr lang="en-IN"/>
              <a:t>Expertise in Data Engineering</a:t>
            </a:r>
          </a:p>
        </p:txBody>
      </p:sp>
      <p:sp>
        <p:nvSpPr>
          <p:cNvPr id="3" name="Slide Number Placeholder 2">
            <a:extLst>
              <a:ext uri="{FF2B5EF4-FFF2-40B4-BE49-F238E27FC236}">
                <a16:creationId xmlns:a16="http://schemas.microsoft.com/office/drawing/2014/main" id="{E63F4D13-BF8B-F4ED-0ACD-033FE9207012}"/>
              </a:ext>
            </a:extLst>
          </p:cNvPr>
          <p:cNvSpPr>
            <a:spLocks noGrp="1"/>
          </p:cNvSpPr>
          <p:nvPr>
            <p:ph type="sldNum" sz="quarter" idx="12"/>
          </p:nvPr>
        </p:nvSpPr>
        <p:spPr/>
        <p:txBody>
          <a:bodyPr/>
          <a:lstStyle/>
          <a:p>
            <a:fld id="{330EA680-D336-4FF7-8B7A-9848BB0A1C32}" type="slidenum">
              <a:rPr lang="en-US" smtClean="0"/>
              <a:t>35</a:t>
            </a:fld>
            <a:endParaRPr lang="en-US"/>
          </a:p>
        </p:txBody>
      </p:sp>
      <p:sp>
        <p:nvSpPr>
          <p:cNvPr id="4" name="Date Placeholder 3">
            <a:extLst>
              <a:ext uri="{FF2B5EF4-FFF2-40B4-BE49-F238E27FC236}">
                <a16:creationId xmlns:a16="http://schemas.microsoft.com/office/drawing/2014/main" id="{9FC62546-EFED-2EA3-7FD5-C3C3FF5C0987}"/>
              </a:ext>
            </a:extLst>
          </p:cNvPr>
          <p:cNvSpPr>
            <a:spLocks noGrp="1"/>
          </p:cNvSpPr>
          <p:nvPr>
            <p:ph type="dt" sz="half" idx="2"/>
          </p:nvPr>
        </p:nvSpPr>
        <p:spPr/>
        <p:txBody>
          <a:bodyPr/>
          <a:lstStyle/>
          <a:p>
            <a:r>
              <a:rPr lang="en-US"/>
              <a:t>© SYREN CLOUD INC – 2026 – ALL RIGHTS RESERVED</a:t>
            </a:r>
            <a:endParaRPr lang="en-US" sz="600"/>
          </a:p>
        </p:txBody>
      </p:sp>
      <p:sp>
        <p:nvSpPr>
          <p:cNvPr id="6" name="Subtitle 6">
            <a:extLst>
              <a:ext uri="{FF2B5EF4-FFF2-40B4-BE49-F238E27FC236}">
                <a16:creationId xmlns:a16="http://schemas.microsoft.com/office/drawing/2014/main" id="{1DCF7B37-B164-8DD4-4F58-78021522AA09}"/>
              </a:ext>
            </a:extLst>
          </p:cNvPr>
          <p:cNvSpPr txBox="1">
            <a:spLocks/>
          </p:cNvSpPr>
          <p:nvPr/>
        </p:nvSpPr>
        <p:spPr>
          <a:xfrm>
            <a:off x="389839" y="1028508"/>
            <a:ext cx="11057467" cy="557076"/>
          </a:xfrm>
          <a:prstGeom prst="rect">
            <a:avLst/>
          </a:prstGeom>
        </p:spPr>
        <p:txBody>
          <a:bodyPr wrap="square">
            <a:spAutoFit/>
          </a:bodyPr>
          <a:lstStyle>
            <a:defPPr>
              <a:defRPr lang="en-US"/>
            </a:defPPr>
            <a:lvl1pPr marL="228600" indent="-228600">
              <a:lnSpc>
                <a:spcPct val="90000"/>
              </a:lnSpc>
              <a:spcBef>
                <a:spcPts val="600"/>
              </a:spcBef>
              <a:buClr>
                <a:schemeClr val="tx1"/>
              </a:buClr>
              <a:buSzPct val="80000"/>
              <a:buFont typeface="Wingdings" panose="05000000000000000000" pitchFamily="2" charset="2"/>
              <a:buChar char="v"/>
              <a:defRPr sz="1400" b="0" i="0">
                <a:latin typeface="Montserrat" panose="00000500000000000000" pitchFamily="2" charset="0"/>
              </a:defRPr>
            </a:lvl1pPr>
            <a:lvl2pPr marL="685800" indent="-228600">
              <a:lnSpc>
                <a:spcPct val="90000"/>
              </a:lnSpc>
              <a:spcBef>
                <a:spcPts val="500"/>
              </a:spcBef>
              <a:buClr>
                <a:schemeClr val="bg2"/>
              </a:buClr>
              <a:buSzPct val="80000"/>
              <a:buFontTx/>
              <a:buBlip>
                <a:blip r:embed="rId2"/>
              </a:buBlip>
              <a:defRPr sz="1200" b="0" i="0">
                <a:latin typeface="Montserrat Light" pitchFamily="2" charset="77"/>
              </a:defRPr>
            </a:lvl2pPr>
            <a:lvl3pPr marL="1143000" indent="-228600">
              <a:lnSpc>
                <a:spcPct val="90000"/>
              </a:lnSpc>
              <a:spcBef>
                <a:spcPts val="500"/>
              </a:spcBef>
              <a:buClr>
                <a:schemeClr val="bg2"/>
              </a:buClr>
              <a:buSzPct val="80000"/>
              <a:buFontTx/>
              <a:buBlip>
                <a:blip r:embed="rId2"/>
              </a:buBlip>
              <a:defRPr sz="1000" b="0" i="0">
                <a:latin typeface="Montserrat Light" pitchFamily="2" charset="77"/>
              </a:defRPr>
            </a:lvl3pPr>
            <a:lvl4pPr marL="1600200" indent="-228600">
              <a:lnSpc>
                <a:spcPct val="90000"/>
              </a:lnSpc>
              <a:spcBef>
                <a:spcPts val="500"/>
              </a:spcBef>
              <a:buClr>
                <a:schemeClr val="bg2"/>
              </a:buClr>
              <a:buSzPct val="80000"/>
              <a:buFontTx/>
              <a:buBlip>
                <a:blip r:embed="rId2"/>
              </a:buBlip>
              <a:defRPr sz="800" b="0" i="0">
                <a:latin typeface="Montserrat Light" pitchFamily="2" charset="77"/>
              </a:defRPr>
            </a:lvl4pPr>
            <a:lvl5pPr marL="2057400" indent="-228600">
              <a:lnSpc>
                <a:spcPct val="90000"/>
              </a:lnSpc>
              <a:spcBef>
                <a:spcPts val="500"/>
              </a:spcBef>
              <a:buClr>
                <a:schemeClr val="bg2"/>
              </a:buClr>
              <a:buSzPct val="80000"/>
              <a:buFontTx/>
              <a:buBlip>
                <a:blip r:embed="rId2"/>
              </a:buBlip>
              <a:defRPr sz="600" b="0" i="0">
                <a:latin typeface="Montserrat Light" pitchFamily="2"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t>Eight competencies from architecture to insight delivery — all managed</a:t>
            </a:r>
          </a:p>
          <a:p>
            <a:r>
              <a:rPr lang="en-US"/>
              <a:t>Your team focuses on decisions, not infrastructure</a:t>
            </a:r>
          </a:p>
        </p:txBody>
      </p:sp>
      <p:sp>
        <p:nvSpPr>
          <p:cNvPr id="9" name="Rectangle: Rounded Corners 8">
            <a:extLst>
              <a:ext uri="{FF2B5EF4-FFF2-40B4-BE49-F238E27FC236}">
                <a16:creationId xmlns:a16="http://schemas.microsoft.com/office/drawing/2014/main" id="{76F4E0EE-DC77-8898-021A-171C21F9F48A}"/>
              </a:ext>
            </a:extLst>
          </p:cNvPr>
          <p:cNvSpPr/>
          <p:nvPr/>
        </p:nvSpPr>
        <p:spPr>
          <a:xfrm>
            <a:off x="542925" y="1684441"/>
            <a:ext cx="2671763" cy="1896895"/>
          </a:xfrm>
          <a:prstGeom prst="roundRect">
            <a:avLst>
              <a:gd name="adj" fmla="val 12271"/>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tlCol="0" anchor="t"/>
          <a:lstStyle/>
          <a:p>
            <a:pPr>
              <a:spcAft>
                <a:spcPts val="600"/>
              </a:spcAft>
            </a:pPr>
            <a:r>
              <a:rPr lang="en-IN" sz="1200" b="1">
                <a:solidFill>
                  <a:schemeClr val="tx1"/>
                </a:solidFill>
                <a:latin typeface="Montserrat" panose="00000500000000000000" pitchFamily="2" charset="0"/>
              </a:rPr>
              <a:t>Planning, Architecture &amp; Design</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Architecture blueprints &amp; stack selection</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Cloud migration strategy &amp; scalability planning</a:t>
            </a:r>
          </a:p>
          <a:p>
            <a:pPr>
              <a:spcAft>
                <a:spcPts val="600"/>
              </a:spcAft>
            </a:pPr>
            <a:endParaRPr lang="en-IN" sz="1200" b="1">
              <a:solidFill>
                <a:schemeClr val="tx1"/>
              </a:solidFill>
              <a:latin typeface="Montserrat" panose="00000500000000000000" pitchFamily="2" charset="0"/>
            </a:endParaRPr>
          </a:p>
        </p:txBody>
      </p:sp>
      <p:sp>
        <p:nvSpPr>
          <p:cNvPr id="10" name="Rectangle: Rounded Corners 9">
            <a:extLst>
              <a:ext uri="{FF2B5EF4-FFF2-40B4-BE49-F238E27FC236}">
                <a16:creationId xmlns:a16="http://schemas.microsoft.com/office/drawing/2014/main" id="{3D724E3F-AE2E-34BB-FC9E-48BF903F5E48}"/>
              </a:ext>
            </a:extLst>
          </p:cNvPr>
          <p:cNvSpPr/>
          <p:nvPr/>
        </p:nvSpPr>
        <p:spPr>
          <a:xfrm>
            <a:off x="3424237" y="1684441"/>
            <a:ext cx="2671763" cy="1896895"/>
          </a:xfrm>
          <a:prstGeom prst="roundRect">
            <a:avLst>
              <a:gd name="adj" fmla="val 12271"/>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tlCol="0" anchor="t"/>
          <a:lstStyle/>
          <a:p>
            <a:pPr>
              <a:spcAft>
                <a:spcPts val="600"/>
              </a:spcAft>
            </a:pPr>
            <a:r>
              <a:rPr lang="en-IN" sz="1200" b="1">
                <a:solidFill>
                  <a:schemeClr val="tx1"/>
                </a:solidFill>
                <a:latin typeface="Montserrat" panose="00000500000000000000" pitchFamily="2" charset="0"/>
              </a:rPr>
              <a:t>Data Ingestion &amp; Integration</a:t>
            </a:r>
            <a:br>
              <a:rPr lang="en-IN" sz="1200" b="1">
                <a:solidFill>
                  <a:schemeClr val="tx1"/>
                </a:solidFill>
                <a:latin typeface="Montserrat" panose="00000500000000000000" pitchFamily="2" charset="0"/>
              </a:rPr>
            </a:br>
            <a:endParaRPr lang="en-IN" sz="1200" b="1">
              <a:solidFill>
                <a:schemeClr val="tx1"/>
              </a:solidFill>
              <a:latin typeface="Montserrat" panose="00000500000000000000" pitchFamily="2" charset="0"/>
            </a:endParaRP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200+ connectors: ERP, CRM, IoT, syndicated</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Batch, real-time &amp; CDC · full-fidelity replay</a:t>
            </a:r>
            <a:endParaRPr lang="en-IN" sz="1200">
              <a:solidFill>
                <a:schemeClr val="tx1"/>
              </a:solidFill>
              <a:latin typeface="Montserrat" panose="00000500000000000000" pitchFamily="2" charset="0"/>
            </a:endParaRPr>
          </a:p>
        </p:txBody>
      </p:sp>
      <p:sp>
        <p:nvSpPr>
          <p:cNvPr id="11" name="Rectangle: Rounded Corners 10">
            <a:extLst>
              <a:ext uri="{FF2B5EF4-FFF2-40B4-BE49-F238E27FC236}">
                <a16:creationId xmlns:a16="http://schemas.microsoft.com/office/drawing/2014/main" id="{E033AC18-85CF-2C25-B311-BAC09835CF39}"/>
              </a:ext>
            </a:extLst>
          </p:cNvPr>
          <p:cNvSpPr/>
          <p:nvPr/>
        </p:nvSpPr>
        <p:spPr>
          <a:xfrm>
            <a:off x="6296025" y="1684441"/>
            <a:ext cx="2671763" cy="1896895"/>
          </a:xfrm>
          <a:prstGeom prst="roundRect">
            <a:avLst>
              <a:gd name="adj" fmla="val 12271"/>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tlCol="0" anchor="t"/>
          <a:lstStyle/>
          <a:p>
            <a:pPr>
              <a:spcAft>
                <a:spcPts val="600"/>
              </a:spcAft>
            </a:pPr>
            <a:r>
              <a:rPr lang="en-IN" sz="1200" b="1">
                <a:solidFill>
                  <a:schemeClr val="tx1"/>
                </a:solidFill>
                <a:latin typeface="Montserrat" panose="00000500000000000000" pitchFamily="2" charset="0"/>
              </a:rPr>
              <a:t>Lakehouse Implementation</a:t>
            </a:r>
            <a:br>
              <a:rPr lang="en-IN" sz="1200" b="1">
                <a:solidFill>
                  <a:schemeClr val="tx1"/>
                </a:solidFill>
                <a:latin typeface="Montserrat" panose="00000500000000000000" pitchFamily="2" charset="0"/>
              </a:rPr>
            </a:br>
            <a:endParaRPr lang="en-IN" sz="1200" b="1">
              <a:solidFill>
                <a:schemeClr val="tx1"/>
              </a:solidFill>
              <a:latin typeface="Montserrat" panose="00000500000000000000" pitchFamily="2" charset="0"/>
            </a:endParaRPr>
          </a:p>
          <a:p>
            <a:pPr marL="171450" indent="-171450">
              <a:spcAft>
                <a:spcPts val="600"/>
              </a:spcAft>
              <a:buFont typeface="Wingdings" panose="05000000000000000000" pitchFamily="2" charset="2"/>
              <a:buChar char="v"/>
            </a:pPr>
            <a:r>
              <a:rPr lang="en-IN" sz="1200">
                <a:solidFill>
                  <a:schemeClr val="tx1"/>
                </a:solidFill>
                <a:latin typeface="Montserrat" panose="00000500000000000000" pitchFamily="2" charset="0"/>
              </a:rPr>
              <a:t>Delta / Iceberg / Hudi · cloud-agnostic</a:t>
            </a:r>
          </a:p>
          <a:p>
            <a:pPr marL="171450" indent="-171450">
              <a:spcAft>
                <a:spcPts val="600"/>
              </a:spcAft>
              <a:buFont typeface="Wingdings" panose="05000000000000000000" pitchFamily="2" charset="2"/>
              <a:buChar char="v"/>
            </a:pPr>
            <a:r>
              <a:rPr lang="en-IN" sz="1200">
                <a:solidFill>
                  <a:schemeClr val="tx1"/>
                </a:solidFill>
                <a:latin typeface="Montserrat" panose="00000500000000000000" pitchFamily="2" charset="0"/>
              </a:rPr>
              <a:t>Time-travel · open formats · full history</a:t>
            </a:r>
          </a:p>
        </p:txBody>
      </p:sp>
      <p:sp>
        <p:nvSpPr>
          <p:cNvPr id="12" name="Rectangle: Rounded Corners 11">
            <a:extLst>
              <a:ext uri="{FF2B5EF4-FFF2-40B4-BE49-F238E27FC236}">
                <a16:creationId xmlns:a16="http://schemas.microsoft.com/office/drawing/2014/main" id="{75EEFDB6-83D7-1179-2C7D-64246F4A2B6C}"/>
              </a:ext>
            </a:extLst>
          </p:cNvPr>
          <p:cNvSpPr/>
          <p:nvPr/>
        </p:nvSpPr>
        <p:spPr>
          <a:xfrm>
            <a:off x="9177337" y="1684441"/>
            <a:ext cx="2671763" cy="1896895"/>
          </a:xfrm>
          <a:prstGeom prst="roundRect">
            <a:avLst>
              <a:gd name="adj" fmla="val 12271"/>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tlCol="0" anchor="t"/>
          <a:lstStyle/>
          <a:p>
            <a:pPr>
              <a:spcAft>
                <a:spcPts val="600"/>
              </a:spcAft>
            </a:pPr>
            <a:r>
              <a:rPr lang="en-IN" sz="1200" b="1">
                <a:solidFill>
                  <a:schemeClr val="tx1"/>
                </a:solidFill>
                <a:latin typeface="Montserrat" panose="00000500000000000000" pitchFamily="2" charset="0"/>
              </a:rPr>
              <a:t>Data Modelling &amp; Semantic Layer</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Medallion in </a:t>
            </a:r>
            <a:r>
              <a:rPr lang="en-US" sz="1200" err="1">
                <a:solidFill>
                  <a:schemeClr val="tx1"/>
                </a:solidFill>
                <a:latin typeface="Montserrat" panose="00000500000000000000" pitchFamily="2" charset="0"/>
              </a:rPr>
              <a:t>dbt</a:t>
            </a:r>
            <a:r>
              <a:rPr lang="en-US" sz="1200">
                <a:solidFill>
                  <a:schemeClr val="tx1"/>
                </a:solidFill>
                <a:latin typeface="Montserrat" panose="00000500000000000000" pitchFamily="2" charset="0"/>
              </a:rPr>
              <a:t> · semantic layer · feature store</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Gold tier certified · self-serve APIs</a:t>
            </a:r>
            <a:endParaRPr lang="en-IN" sz="1200">
              <a:solidFill>
                <a:schemeClr val="tx1"/>
              </a:solidFill>
              <a:latin typeface="Montserrat" panose="00000500000000000000" pitchFamily="2" charset="0"/>
            </a:endParaRPr>
          </a:p>
        </p:txBody>
      </p:sp>
      <p:sp>
        <p:nvSpPr>
          <p:cNvPr id="13" name="Rectangle: Rounded Corners 12">
            <a:extLst>
              <a:ext uri="{FF2B5EF4-FFF2-40B4-BE49-F238E27FC236}">
                <a16:creationId xmlns:a16="http://schemas.microsoft.com/office/drawing/2014/main" id="{10301D4D-D85E-6398-5A8F-2118603D9FA8}"/>
              </a:ext>
            </a:extLst>
          </p:cNvPr>
          <p:cNvSpPr/>
          <p:nvPr/>
        </p:nvSpPr>
        <p:spPr>
          <a:xfrm>
            <a:off x="533400" y="3767595"/>
            <a:ext cx="2671763" cy="1896895"/>
          </a:xfrm>
          <a:prstGeom prst="roundRect">
            <a:avLst>
              <a:gd name="adj" fmla="val 12271"/>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tlCol="0" anchor="t"/>
          <a:lstStyle/>
          <a:p>
            <a:pPr>
              <a:spcAft>
                <a:spcPts val="600"/>
              </a:spcAft>
            </a:pPr>
            <a:r>
              <a:rPr lang="en-IN" sz="1200" b="1">
                <a:solidFill>
                  <a:schemeClr val="tx1"/>
                </a:solidFill>
                <a:latin typeface="Montserrat" panose="00000500000000000000" pitchFamily="2" charset="0"/>
              </a:rPr>
              <a:t>Data Quality &amp; Contracts</a:t>
            </a:r>
            <a:br>
              <a:rPr lang="en-IN" sz="1200" b="1">
                <a:solidFill>
                  <a:schemeClr val="tx1"/>
                </a:solidFill>
                <a:latin typeface="Montserrat" panose="00000500000000000000" pitchFamily="2" charset="0"/>
              </a:rPr>
            </a:br>
            <a:endParaRPr lang="en-IN" sz="1200" b="1">
              <a:solidFill>
                <a:schemeClr val="tx1"/>
              </a:solidFill>
              <a:latin typeface="Montserrat" panose="00000500000000000000" pitchFamily="2" charset="0"/>
            </a:endParaRP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ML + rule-based checks via Optima DQ</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Contract-first SLAs · enforced accountability</a:t>
            </a:r>
            <a:endParaRPr lang="en-IN" sz="1200">
              <a:solidFill>
                <a:schemeClr val="tx1"/>
              </a:solidFill>
              <a:latin typeface="Montserrat" panose="00000500000000000000" pitchFamily="2" charset="0"/>
            </a:endParaRPr>
          </a:p>
        </p:txBody>
      </p:sp>
      <p:sp>
        <p:nvSpPr>
          <p:cNvPr id="14" name="Rectangle: Rounded Corners 13">
            <a:extLst>
              <a:ext uri="{FF2B5EF4-FFF2-40B4-BE49-F238E27FC236}">
                <a16:creationId xmlns:a16="http://schemas.microsoft.com/office/drawing/2014/main" id="{446B5BA0-7F1D-EC11-37D9-655EF3E4EF44}"/>
              </a:ext>
            </a:extLst>
          </p:cNvPr>
          <p:cNvSpPr/>
          <p:nvPr/>
        </p:nvSpPr>
        <p:spPr>
          <a:xfrm>
            <a:off x="3414712" y="3767595"/>
            <a:ext cx="2671763" cy="1896895"/>
          </a:xfrm>
          <a:prstGeom prst="roundRect">
            <a:avLst>
              <a:gd name="adj" fmla="val 12271"/>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tlCol="0" anchor="t"/>
          <a:lstStyle/>
          <a:p>
            <a:pPr>
              <a:spcAft>
                <a:spcPts val="600"/>
              </a:spcAft>
            </a:pPr>
            <a:r>
              <a:rPr lang="en-IN" sz="1200" b="1">
                <a:solidFill>
                  <a:schemeClr val="tx1"/>
                </a:solidFill>
                <a:latin typeface="Montserrat" panose="00000500000000000000" pitchFamily="2" charset="0"/>
              </a:rPr>
              <a:t>Observability &amp; Field Lineage</a:t>
            </a:r>
            <a:br>
              <a:rPr lang="en-IN" sz="1200" b="1">
                <a:solidFill>
                  <a:schemeClr val="tx1"/>
                </a:solidFill>
                <a:latin typeface="Montserrat" panose="00000500000000000000" pitchFamily="2" charset="0"/>
              </a:rPr>
            </a:br>
            <a:endParaRPr lang="en-IN" sz="1200" b="1">
              <a:solidFill>
                <a:schemeClr val="tx1"/>
              </a:solidFill>
              <a:latin typeface="Montserrat" panose="00000500000000000000" pitchFamily="2" charset="0"/>
            </a:endParaRP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100% field-level lineage · freshness &amp; drift</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Per-pipeline cost tracking · alerts before impact</a:t>
            </a:r>
            <a:endParaRPr lang="en-IN" sz="1200">
              <a:solidFill>
                <a:schemeClr val="tx1"/>
              </a:solidFill>
              <a:latin typeface="Montserrat" panose="00000500000000000000" pitchFamily="2" charset="0"/>
            </a:endParaRPr>
          </a:p>
        </p:txBody>
      </p:sp>
      <p:sp>
        <p:nvSpPr>
          <p:cNvPr id="15" name="Rectangle: Rounded Corners 14">
            <a:extLst>
              <a:ext uri="{FF2B5EF4-FFF2-40B4-BE49-F238E27FC236}">
                <a16:creationId xmlns:a16="http://schemas.microsoft.com/office/drawing/2014/main" id="{685070D7-0EF0-3614-DB07-A023C12F2101}"/>
              </a:ext>
            </a:extLst>
          </p:cNvPr>
          <p:cNvSpPr/>
          <p:nvPr/>
        </p:nvSpPr>
        <p:spPr>
          <a:xfrm>
            <a:off x="6296025" y="3767595"/>
            <a:ext cx="2671763" cy="1896895"/>
          </a:xfrm>
          <a:prstGeom prst="roundRect">
            <a:avLst>
              <a:gd name="adj" fmla="val 12271"/>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tlCol="0" anchor="t"/>
          <a:lstStyle/>
          <a:p>
            <a:pPr>
              <a:spcAft>
                <a:spcPts val="600"/>
              </a:spcAft>
            </a:pPr>
            <a:r>
              <a:rPr lang="en-IN" sz="1200" b="1">
                <a:solidFill>
                  <a:schemeClr val="tx1"/>
                </a:solidFill>
                <a:latin typeface="Montserrat" panose="00000500000000000000" pitchFamily="2" charset="0"/>
              </a:rPr>
              <a:t>Custom Dashboard &amp; BI Development</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Executive dashboards &amp; data storytelling</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Self-serve analytics from your Gold layer</a:t>
            </a:r>
            <a:endParaRPr lang="en-IN" sz="1200">
              <a:solidFill>
                <a:schemeClr val="tx1"/>
              </a:solidFill>
              <a:latin typeface="Montserrat" panose="00000500000000000000" pitchFamily="2" charset="0"/>
            </a:endParaRPr>
          </a:p>
        </p:txBody>
      </p:sp>
      <p:sp>
        <p:nvSpPr>
          <p:cNvPr id="16" name="Rectangle: Rounded Corners 15">
            <a:extLst>
              <a:ext uri="{FF2B5EF4-FFF2-40B4-BE49-F238E27FC236}">
                <a16:creationId xmlns:a16="http://schemas.microsoft.com/office/drawing/2014/main" id="{8AE9CA4A-4701-A61E-5A54-A8E8DF7CA41E}"/>
              </a:ext>
            </a:extLst>
          </p:cNvPr>
          <p:cNvSpPr/>
          <p:nvPr/>
        </p:nvSpPr>
        <p:spPr>
          <a:xfrm>
            <a:off x="9177337" y="3767595"/>
            <a:ext cx="2671763" cy="1896895"/>
          </a:xfrm>
          <a:prstGeom prst="roundRect">
            <a:avLst>
              <a:gd name="adj" fmla="val 12271"/>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tlCol="0" anchor="t"/>
          <a:lstStyle/>
          <a:p>
            <a:pPr>
              <a:spcAft>
                <a:spcPts val="600"/>
              </a:spcAft>
            </a:pPr>
            <a:r>
              <a:rPr lang="en-US" sz="1200" b="1">
                <a:solidFill>
                  <a:schemeClr val="tx1"/>
                </a:solidFill>
                <a:latin typeface="Montserrat" panose="00000500000000000000" pitchFamily="2" charset="0"/>
              </a:rPr>
              <a:t>Strategic Insights by Senior BAs</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KPI definition &amp; decision frameworks</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Data capabilities → business roadmaps</a:t>
            </a:r>
            <a:endParaRPr lang="en-IN" sz="1200">
              <a:solidFill>
                <a:schemeClr val="tx1"/>
              </a:solidFill>
              <a:latin typeface="Montserrat" panose="00000500000000000000" pitchFamily="2" charset="0"/>
            </a:endParaRPr>
          </a:p>
        </p:txBody>
      </p:sp>
      <p:sp>
        <p:nvSpPr>
          <p:cNvPr id="19" name="TextBox 18">
            <a:extLst>
              <a:ext uri="{FF2B5EF4-FFF2-40B4-BE49-F238E27FC236}">
                <a16:creationId xmlns:a16="http://schemas.microsoft.com/office/drawing/2014/main" id="{74C5B41B-81BD-86AE-82D4-2E7B965CA24F}"/>
              </a:ext>
            </a:extLst>
          </p:cNvPr>
          <p:cNvSpPr txBox="1"/>
          <p:nvPr/>
        </p:nvSpPr>
        <p:spPr>
          <a:xfrm>
            <a:off x="542925" y="5800419"/>
            <a:ext cx="11315700" cy="507510"/>
          </a:xfrm>
          <a:prstGeom prst="roundRect">
            <a:avLst/>
          </a:prstGeom>
          <a:solidFill>
            <a:srgbClr val="1A1A1A"/>
          </a:solidFill>
          <a:ln>
            <a:solidFill>
              <a:schemeClr val="tx1"/>
            </a:solidFill>
          </a:ln>
        </p:spPr>
        <p:txBody>
          <a:bodyPr wrap="square" anchor="ctr">
            <a:noAutofit/>
          </a:bodyPr>
          <a:lstStyle/>
          <a:p>
            <a:pPr algn="ctr">
              <a:buNone/>
            </a:pPr>
            <a:r>
              <a:rPr lang="en-IN" sz="1200" b="1">
                <a:solidFill>
                  <a:schemeClr val="bg1"/>
                </a:solidFill>
                <a:effectLst/>
                <a:latin typeface="Montserrat" panose="00000500000000000000" pitchFamily="2" charset="0"/>
              </a:rPr>
              <a:t>Overcome key challenges to unlock the full potential of data-driven transformation and achieve impactful business outcomes.</a:t>
            </a:r>
          </a:p>
        </p:txBody>
      </p:sp>
      <p:pic>
        <p:nvPicPr>
          <p:cNvPr id="8" name="Graphic 7" descr="Architecture outline">
            <a:extLst>
              <a:ext uri="{FF2B5EF4-FFF2-40B4-BE49-F238E27FC236}">
                <a16:creationId xmlns:a16="http://schemas.microsoft.com/office/drawing/2014/main" id="{8FFCA2E3-6171-D53D-3B09-84E0B12D8A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71138" y="3001034"/>
            <a:ext cx="553061" cy="553061"/>
          </a:xfrm>
          <a:prstGeom prst="rect">
            <a:avLst/>
          </a:prstGeom>
        </p:spPr>
      </p:pic>
      <p:pic>
        <p:nvPicPr>
          <p:cNvPr id="18" name="Graphic 17" descr="Download from cloud outline">
            <a:extLst>
              <a:ext uri="{FF2B5EF4-FFF2-40B4-BE49-F238E27FC236}">
                <a16:creationId xmlns:a16="http://schemas.microsoft.com/office/drawing/2014/main" id="{BD4EEE92-B7CD-563B-B1D0-A34E91CF686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82718" y="3118240"/>
            <a:ext cx="435855" cy="435855"/>
          </a:xfrm>
          <a:prstGeom prst="rect">
            <a:avLst/>
          </a:prstGeom>
        </p:spPr>
      </p:pic>
      <p:pic>
        <p:nvPicPr>
          <p:cNvPr id="21" name="Graphic 20">
            <a:extLst>
              <a:ext uri="{FF2B5EF4-FFF2-40B4-BE49-F238E27FC236}">
                <a16:creationId xmlns:a16="http://schemas.microsoft.com/office/drawing/2014/main" id="{FA565733-A96D-A280-4F64-37682C573DD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12163" y="3147695"/>
            <a:ext cx="406400" cy="406400"/>
          </a:xfrm>
          <a:prstGeom prst="rect">
            <a:avLst/>
          </a:prstGeom>
        </p:spPr>
      </p:pic>
      <p:pic>
        <p:nvPicPr>
          <p:cNvPr id="23" name="Graphic 22">
            <a:extLst>
              <a:ext uri="{FF2B5EF4-FFF2-40B4-BE49-F238E27FC236}">
                <a16:creationId xmlns:a16="http://schemas.microsoft.com/office/drawing/2014/main" id="{BF9580AF-77D4-8347-23E7-D080378131A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61699" y="3147695"/>
            <a:ext cx="406400" cy="406400"/>
          </a:xfrm>
          <a:prstGeom prst="rect">
            <a:avLst/>
          </a:prstGeom>
        </p:spPr>
      </p:pic>
      <p:pic>
        <p:nvPicPr>
          <p:cNvPr id="25" name="Graphic 24" descr="Clipboard Badge outline">
            <a:extLst>
              <a:ext uri="{FF2B5EF4-FFF2-40B4-BE49-F238E27FC236}">
                <a16:creationId xmlns:a16="http://schemas.microsoft.com/office/drawing/2014/main" id="{238CD56D-7EB7-36B5-397E-CDC417A6A72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611944" y="5166207"/>
            <a:ext cx="471449" cy="471449"/>
          </a:xfrm>
          <a:prstGeom prst="rect">
            <a:avLst/>
          </a:prstGeom>
        </p:spPr>
      </p:pic>
      <p:pic>
        <p:nvPicPr>
          <p:cNvPr id="26" name="Graphic 25">
            <a:extLst>
              <a:ext uri="{FF2B5EF4-FFF2-40B4-BE49-F238E27FC236}">
                <a16:creationId xmlns:a16="http://schemas.microsoft.com/office/drawing/2014/main" id="{303B205C-274A-B0A0-CCA9-4BD7F9D205F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510691" y="5197990"/>
            <a:ext cx="407882" cy="407882"/>
          </a:xfrm>
          <a:prstGeom prst="rect">
            <a:avLst/>
          </a:prstGeom>
        </p:spPr>
      </p:pic>
      <p:pic>
        <p:nvPicPr>
          <p:cNvPr id="27" name="Graphic 26" descr="Bar graph with upward trend outline">
            <a:extLst>
              <a:ext uri="{FF2B5EF4-FFF2-40B4-BE49-F238E27FC236}">
                <a16:creationId xmlns:a16="http://schemas.microsoft.com/office/drawing/2014/main" id="{D711131F-C198-BAD6-F998-27074F7FD60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412163" y="5199680"/>
            <a:ext cx="404502" cy="404502"/>
          </a:xfrm>
          <a:prstGeom prst="rect">
            <a:avLst/>
          </a:prstGeom>
        </p:spPr>
      </p:pic>
      <p:pic>
        <p:nvPicPr>
          <p:cNvPr id="29" name="Graphic 28" descr="Playbook outline">
            <a:extLst>
              <a:ext uri="{FF2B5EF4-FFF2-40B4-BE49-F238E27FC236}">
                <a16:creationId xmlns:a16="http://schemas.microsoft.com/office/drawing/2014/main" id="{26EF3442-046C-BFD0-6799-E993B3F8BDE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284112" y="5193275"/>
            <a:ext cx="417312" cy="417312"/>
          </a:xfrm>
          <a:prstGeom prst="rect">
            <a:avLst/>
          </a:prstGeom>
        </p:spPr>
      </p:pic>
    </p:spTree>
    <p:extLst>
      <p:ext uri="{BB962C8B-B14F-4D97-AF65-F5344CB8AC3E}">
        <p14:creationId xmlns:p14="http://schemas.microsoft.com/office/powerpoint/2010/main" val="38820102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 name="Oval 44">
            <a:extLst>
              <a:ext uri="{FF2B5EF4-FFF2-40B4-BE49-F238E27FC236}">
                <a16:creationId xmlns:a16="http://schemas.microsoft.com/office/drawing/2014/main" id="{F07F7767-6102-235F-2B67-CEE2E0A4CE0F}"/>
              </a:ext>
            </a:extLst>
          </p:cNvPr>
          <p:cNvSpPr/>
          <p:nvPr/>
        </p:nvSpPr>
        <p:spPr>
          <a:xfrm>
            <a:off x="381000" y="1844661"/>
            <a:ext cx="683012" cy="683012"/>
          </a:xfrm>
          <a:prstGeom prst="ellipse">
            <a:avLst/>
          </a:prstGeom>
          <a:solidFill>
            <a:schemeClr val="bg2"/>
          </a:solidFill>
          <a:ln w="952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46" name="Oval 45">
            <a:extLst>
              <a:ext uri="{FF2B5EF4-FFF2-40B4-BE49-F238E27FC236}">
                <a16:creationId xmlns:a16="http://schemas.microsoft.com/office/drawing/2014/main" id="{626D1507-B0E8-260E-6132-1A9F1C38C976}"/>
              </a:ext>
            </a:extLst>
          </p:cNvPr>
          <p:cNvSpPr/>
          <p:nvPr/>
        </p:nvSpPr>
        <p:spPr>
          <a:xfrm>
            <a:off x="381000" y="3156857"/>
            <a:ext cx="683012" cy="683012"/>
          </a:xfrm>
          <a:prstGeom prst="ellipse">
            <a:avLst/>
          </a:prstGeom>
          <a:solidFill>
            <a:schemeClr val="bg2"/>
          </a:solidFill>
          <a:ln w="952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47" name="Oval 46">
            <a:extLst>
              <a:ext uri="{FF2B5EF4-FFF2-40B4-BE49-F238E27FC236}">
                <a16:creationId xmlns:a16="http://schemas.microsoft.com/office/drawing/2014/main" id="{BA600DAD-DA0D-C6E9-07D1-31CD68A3B81F}"/>
              </a:ext>
            </a:extLst>
          </p:cNvPr>
          <p:cNvSpPr/>
          <p:nvPr/>
        </p:nvSpPr>
        <p:spPr>
          <a:xfrm>
            <a:off x="381000" y="4511280"/>
            <a:ext cx="683012" cy="683012"/>
          </a:xfrm>
          <a:prstGeom prst="ellipse">
            <a:avLst/>
          </a:prstGeom>
          <a:solidFill>
            <a:schemeClr val="bg2"/>
          </a:solidFill>
          <a:ln w="952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48" name="Oval 47">
            <a:extLst>
              <a:ext uri="{FF2B5EF4-FFF2-40B4-BE49-F238E27FC236}">
                <a16:creationId xmlns:a16="http://schemas.microsoft.com/office/drawing/2014/main" id="{4204603D-52F0-5B57-8B69-82174C4C1E51}"/>
              </a:ext>
            </a:extLst>
          </p:cNvPr>
          <p:cNvSpPr/>
          <p:nvPr/>
        </p:nvSpPr>
        <p:spPr>
          <a:xfrm>
            <a:off x="4158474" y="1844661"/>
            <a:ext cx="683012" cy="683012"/>
          </a:xfrm>
          <a:prstGeom prst="ellipse">
            <a:avLst/>
          </a:prstGeom>
          <a:solidFill>
            <a:schemeClr val="bg2"/>
          </a:solidFill>
          <a:ln w="952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49" name="Oval 48">
            <a:extLst>
              <a:ext uri="{FF2B5EF4-FFF2-40B4-BE49-F238E27FC236}">
                <a16:creationId xmlns:a16="http://schemas.microsoft.com/office/drawing/2014/main" id="{53857BE3-9197-61D8-8B09-E96373CE389F}"/>
              </a:ext>
            </a:extLst>
          </p:cNvPr>
          <p:cNvSpPr/>
          <p:nvPr/>
        </p:nvSpPr>
        <p:spPr>
          <a:xfrm>
            <a:off x="4158474" y="3156857"/>
            <a:ext cx="683012" cy="683012"/>
          </a:xfrm>
          <a:prstGeom prst="ellipse">
            <a:avLst/>
          </a:prstGeom>
          <a:solidFill>
            <a:schemeClr val="bg2"/>
          </a:solidFill>
          <a:ln w="952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50" name="Oval 49">
            <a:extLst>
              <a:ext uri="{FF2B5EF4-FFF2-40B4-BE49-F238E27FC236}">
                <a16:creationId xmlns:a16="http://schemas.microsoft.com/office/drawing/2014/main" id="{807D7CC1-5A00-A058-7B7E-998377E6DF96}"/>
              </a:ext>
            </a:extLst>
          </p:cNvPr>
          <p:cNvSpPr/>
          <p:nvPr/>
        </p:nvSpPr>
        <p:spPr>
          <a:xfrm>
            <a:off x="4158474" y="4511280"/>
            <a:ext cx="683012" cy="683012"/>
          </a:xfrm>
          <a:prstGeom prst="ellipse">
            <a:avLst/>
          </a:prstGeom>
          <a:solidFill>
            <a:schemeClr val="bg2"/>
          </a:solidFill>
          <a:ln w="952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51" name="Oval 50">
            <a:extLst>
              <a:ext uri="{FF2B5EF4-FFF2-40B4-BE49-F238E27FC236}">
                <a16:creationId xmlns:a16="http://schemas.microsoft.com/office/drawing/2014/main" id="{B8868BBC-F281-D86F-9BE1-B69A4D8C20F8}"/>
              </a:ext>
            </a:extLst>
          </p:cNvPr>
          <p:cNvSpPr/>
          <p:nvPr/>
        </p:nvSpPr>
        <p:spPr>
          <a:xfrm>
            <a:off x="7977173" y="1844661"/>
            <a:ext cx="683012" cy="683012"/>
          </a:xfrm>
          <a:prstGeom prst="ellipse">
            <a:avLst/>
          </a:prstGeom>
          <a:solidFill>
            <a:schemeClr val="bg2"/>
          </a:solidFill>
          <a:ln w="952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52" name="Oval 51">
            <a:extLst>
              <a:ext uri="{FF2B5EF4-FFF2-40B4-BE49-F238E27FC236}">
                <a16:creationId xmlns:a16="http://schemas.microsoft.com/office/drawing/2014/main" id="{7AD7C00E-1289-9EEC-371D-843F143FE668}"/>
              </a:ext>
            </a:extLst>
          </p:cNvPr>
          <p:cNvSpPr/>
          <p:nvPr/>
        </p:nvSpPr>
        <p:spPr>
          <a:xfrm>
            <a:off x="7977173" y="3156857"/>
            <a:ext cx="683012" cy="683012"/>
          </a:xfrm>
          <a:prstGeom prst="ellipse">
            <a:avLst/>
          </a:prstGeom>
          <a:solidFill>
            <a:schemeClr val="bg2"/>
          </a:solidFill>
          <a:ln w="952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53" name="Oval 52">
            <a:extLst>
              <a:ext uri="{FF2B5EF4-FFF2-40B4-BE49-F238E27FC236}">
                <a16:creationId xmlns:a16="http://schemas.microsoft.com/office/drawing/2014/main" id="{46A62DB5-FA56-BFDA-A5DD-7F4861109E7D}"/>
              </a:ext>
            </a:extLst>
          </p:cNvPr>
          <p:cNvSpPr/>
          <p:nvPr/>
        </p:nvSpPr>
        <p:spPr>
          <a:xfrm>
            <a:off x="7977173" y="4511280"/>
            <a:ext cx="683012" cy="683012"/>
          </a:xfrm>
          <a:prstGeom prst="ellipse">
            <a:avLst/>
          </a:prstGeom>
          <a:solidFill>
            <a:schemeClr val="bg2"/>
          </a:solidFill>
          <a:ln w="952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2" name="Title 1">
            <a:extLst>
              <a:ext uri="{FF2B5EF4-FFF2-40B4-BE49-F238E27FC236}">
                <a16:creationId xmlns:a16="http://schemas.microsoft.com/office/drawing/2014/main" id="{7EBA8907-0DDF-1F53-BED9-BD63BA211E0A}"/>
              </a:ext>
            </a:extLst>
          </p:cNvPr>
          <p:cNvSpPr>
            <a:spLocks noGrp="1"/>
          </p:cNvSpPr>
          <p:nvPr>
            <p:ph type="title"/>
          </p:nvPr>
        </p:nvSpPr>
        <p:spPr/>
        <p:txBody>
          <a:bodyPr/>
          <a:lstStyle/>
          <a:p>
            <a:r>
              <a:rPr lang="en-IN"/>
              <a:t>Expertise in Software Engineering</a:t>
            </a:r>
          </a:p>
        </p:txBody>
      </p:sp>
      <p:sp>
        <p:nvSpPr>
          <p:cNvPr id="3" name="Slide Number Placeholder 2">
            <a:extLst>
              <a:ext uri="{FF2B5EF4-FFF2-40B4-BE49-F238E27FC236}">
                <a16:creationId xmlns:a16="http://schemas.microsoft.com/office/drawing/2014/main" id="{772547F3-DBEA-0B8F-0F56-C1AD4281753F}"/>
              </a:ext>
            </a:extLst>
          </p:cNvPr>
          <p:cNvSpPr>
            <a:spLocks noGrp="1"/>
          </p:cNvSpPr>
          <p:nvPr>
            <p:ph type="sldNum" sz="quarter" idx="12"/>
          </p:nvPr>
        </p:nvSpPr>
        <p:spPr/>
        <p:txBody>
          <a:bodyPr/>
          <a:lstStyle/>
          <a:p>
            <a:fld id="{330EA680-D336-4FF7-8B7A-9848BB0A1C32}" type="slidenum">
              <a:rPr lang="en-US" smtClean="0"/>
              <a:t>36</a:t>
            </a:fld>
            <a:endParaRPr lang="en-US"/>
          </a:p>
        </p:txBody>
      </p:sp>
      <p:sp>
        <p:nvSpPr>
          <p:cNvPr id="4" name="Date Placeholder 3">
            <a:extLst>
              <a:ext uri="{FF2B5EF4-FFF2-40B4-BE49-F238E27FC236}">
                <a16:creationId xmlns:a16="http://schemas.microsoft.com/office/drawing/2014/main" id="{7AE6BD73-8D77-C3DD-5815-7AC0DAD1F037}"/>
              </a:ext>
            </a:extLst>
          </p:cNvPr>
          <p:cNvSpPr>
            <a:spLocks noGrp="1"/>
          </p:cNvSpPr>
          <p:nvPr>
            <p:ph type="dt" sz="half" idx="2"/>
          </p:nvPr>
        </p:nvSpPr>
        <p:spPr/>
        <p:txBody>
          <a:bodyPr/>
          <a:lstStyle/>
          <a:p>
            <a:r>
              <a:rPr lang="en-US"/>
              <a:t>© SYREN CLOUD INC – 2026 – ALL RIGHTS RESERVED</a:t>
            </a:r>
            <a:endParaRPr lang="en-US" sz="600"/>
          </a:p>
        </p:txBody>
      </p:sp>
      <p:sp>
        <p:nvSpPr>
          <p:cNvPr id="6" name="Subtitle 6">
            <a:extLst>
              <a:ext uri="{FF2B5EF4-FFF2-40B4-BE49-F238E27FC236}">
                <a16:creationId xmlns:a16="http://schemas.microsoft.com/office/drawing/2014/main" id="{D5F8ED62-3030-8BAE-2D12-16D009EDFBD0}"/>
              </a:ext>
            </a:extLst>
          </p:cNvPr>
          <p:cNvSpPr txBox="1">
            <a:spLocks/>
          </p:cNvSpPr>
          <p:nvPr/>
        </p:nvSpPr>
        <p:spPr>
          <a:xfrm>
            <a:off x="381000" y="1040803"/>
            <a:ext cx="6281057" cy="523220"/>
          </a:xfrm>
          <a:prstGeom prst="rect">
            <a:avLst/>
          </a:prstGeom>
        </p:spPr>
        <p:txBody>
          <a:bodyPr wrap="square">
            <a:spAutoFit/>
          </a:bodyPr>
          <a:lstStyle>
            <a:defPPr>
              <a:defRPr lang="en-US"/>
            </a:defPPr>
            <a:lvl1pPr marL="228600" indent="-228600">
              <a:lnSpc>
                <a:spcPct val="90000"/>
              </a:lnSpc>
              <a:spcBef>
                <a:spcPts val="600"/>
              </a:spcBef>
              <a:buClr>
                <a:schemeClr val="tx1"/>
              </a:buClr>
              <a:buSzPct val="80000"/>
              <a:buFont typeface="Wingdings" panose="05000000000000000000" pitchFamily="2" charset="2"/>
              <a:buChar char="v"/>
              <a:defRPr sz="1400" b="0" i="0">
                <a:latin typeface="Montserrat" panose="00000500000000000000" pitchFamily="2" charset="0"/>
              </a:defRPr>
            </a:lvl1pPr>
            <a:lvl2pPr marL="685800" indent="-228600">
              <a:lnSpc>
                <a:spcPct val="90000"/>
              </a:lnSpc>
              <a:spcBef>
                <a:spcPts val="500"/>
              </a:spcBef>
              <a:buClr>
                <a:schemeClr val="bg2"/>
              </a:buClr>
              <a:buSzPct val="80000"/>
              <a:buFontTx/>
              <a:buBlip>
                <a:blip r:embed="rId2"/>
              </a:buBlip>
              <a:defRPr sz="1200" b="0" i="0">
                <a:latin typeface="Montserrat Light" pitchFamily="2" charset="77"/>
              </a:defRPr>
            </a:lvl2pPr>
            <a:lvl3pPr marL="1143000" indent="-228600">
              <a:lnSpc>
                <a:spcPct val="90000"/>
              </a:lnSpc>
              <a:spcBef>
                <a:spcPts val="500"/>
              </a:spcBef>
              <a:buClr>
                <a:schemeClr val="bg2"/>
              </a:buClr>
              <a:buSzPct val="80000"/>
              <a:buFontTx/>
              <a:buBlip>
                <a:blip r:embed="rId2"/>
              </a:buBlip>
              <a:defRPr sz="1000" b="0" i="0">
                <a:latin typeface="Montserrat Light" pitchFamily="2" charset="77"/>
              </a:defRPr>
            </a:lvl3pPr>
            <a:lvl4pPr marL="1600200" indent="-228600">
              <a:lnSpc>
                <a:spcPct val="90000"/>
              </a:lnSpc>
              <a:spcBef>
                <a:spcPts val="500"/>
              </a:spcBef>
              <a:buClr>
                <a:schemeClr val="bg2"/>
              </a:buClr>
              <a:buSzPct val="80000"/>
              <a:buFontTx/>
              <a:buBlip>
                <a:blip r:embed="rId2"/>
              </a:buBlip>
              <a:defRPr sz="800" b="0" i="0">
                <a:latin typeface="Montserrat Light" pitchFamily="2" charset="77"/>
              </a:defRPr>
            </a:lvl4pPr>
            <a:lvl5pPr marL="2057400" indent="-228600">
              <a:lnSpc>
                <a:spcPct val="90000"/>
              </a:lnSpc>
              <a:spcBef>
                <a:spcPts val="500"/>
              </a:spcBef>
              <a:buClr>
                <a:schemeClr val="bg2"/>
              </a:buClr>
              <a:buSzPct val="80000"/>
              <a:buFontTx/>
              <a:buBlip>
                <a:blip r:embed="rId2"/>
              </a:buBlip>
              <a:defRPr sz="600" b="0" i="0">
                <a:latin typeface="Montserrat Light" pitchFamily="2"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t>Scalable, compliant &amp; user-centric platforms</a:t>
            </a:r>
          </a:p>
          <a:p>
            <a:r>
              <a:rPr lang="en-US"/>
              <a:t>Built for the next use case — not rebuilt in three years</a:t>
            </a:r>
          </a:p>
        </p:txBody>
      </p:sp>
      <p:grpSp>
        <p:nvGrpSpPr>
          <p:cNvPr id="24" name="Group 23">
            <a:extLst>
              <a:ext uri="{FF2B5EF4-FFF2-40B4-BE49-F238E27FC236}">
                <a16:creationId xmlns:a16="http://schemas.microsoft.com/office/drawing/2014/main" id="{5E0ACCEC-9E09-68A0-2686-934F180FA01B}"/>
              </a:ext>
            </a:extLst>
          </p:cNvPr>
          <p:cNvGrpSpPr/>
          <p:nvPr/>
        </p:nvGrpSpPr>
        <p:grpSpPr>
          <a:xfrm>
            <a:off x="1127760" y="1810108"/>
            <a:ext cx="10721339" cy="3904891"/>
            <a:chOff x="1127760" y="1810109"/>
            <a:chExt cx="10721339" cy="3119120"/>
          </a:xfrm>
        </p:grpSpPr>
        <p:sp>
          <p:nvSpPr>
            <p:cNvPr id="15" name="Rectangle 5">
              <a:extLst>
                <a:ext uri="{FF2B5EF4-FFF2-40B4-BE49-F238E27FC236}">
                  <a16:creationId xmlns:a16="http://schemas.microsoft.com/office/drawing/2014/main" id="{2482D6FB-AB28-2388-5571-214965455439}"/>
                </a:ext>
              </a:extLst>
            </p:cNvPr>
            <p:cNvSpPr/>
            <p:nvPr/>
          </p:nvSpPr>
          <p:spPr>
            <a:xfrm>
              <a:off x="1127760" y="1810109"/>
              <a:ext cx="3089835" cy="960794"/>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274320" bIns="0" rtlCol="0" anchor="t"/>
            <a:lstStyle/>
            <a:p>
              <a:pPr>
                <a:spcAft>
                  <a:spcPts val="300"/>
                </a:spcAft>
              </a:pPr>
              <a:r>
                <a:rPr lang="en-US" sz="1100" b="1">
                  <a:solidFill>
                    <a:schemeClr val="tx1"/>
                  </a:solidFill>
                  <a:latin typeface="Montserrat" panose="00000500000000000000" pitchFamily="2" charset="0"/>
                </a:rPr>
                <a:t>Application Development</a:t>
              </a:r>
            </a:p>
            <a:p>
              <a:pPr marL="171450" indent="-171450">
                <a:spcAft>
                  <a:spcPts val="300"/>
                </a:spcAft>
                <a:buFont typeface="Wingdings" panose="05000000000000000000" pitchFamily="2" charset="2"/>
                <a:buChar char="v"/>
              </a:pPr>
              <a:r>
                <a:rPr lang="en-US" sz="1000">
                  <a:solidFill>
                    <a:schemeClr val="tx1"/>
                  </a:solidFill>
                  <a:latin typeface="Montserrat" panose="00000500000000000000" pitchFamily="2" charset="0"/>
                </a:rPr>
                <a:t>Custom supply chain &amp; data-driven applications</a:t>
              </a:r>
            </a:p>
            <a:p>
              <a:pPr marL="171450" indent="-171450">
                <a:spcAft>
                  <a:spcPts val="300"/>
                </a:spcAft>
                <a:buFont typeface="Wingdings" panose="05000000000000000000" pitchFamily="2" charset="2"/>
                <a:buChar char="v"/>
              </a:pPr>
              <a:r>
                <a:rPr lang="en-US" sz="1000">
                  <a:solidFill>
                    <a:schemeClr val="tx1"/>
                  </a:solidFill>
                  <a:latin typeface="Montserrat" panose="00000500000000000000" pitchFamily="2" charset="0"/>
                </a:rPr>
                <a:t>Serverless, micro-frontend · enterprise scale</a:t>
              </a:r>
            </a:p>
          </p:txBody>
        </p:sp>
        <p:sp>
          <p:nvSpPr>
            <p:cNvPr id="16" name="Rectangle 6">
              <a:extLst>
                <a:ext uri="{FF2B5EF4-FFF2-40B4-BE49-F238E27FC236}">
                  <a16:creationId xmlns:a16="http://schemas.microsoft.com/office/drawing/2014/main" id="{2D0835C8-8AD3-F5A1-F224-1338EBDB4A1B}"/>
                </a:ext>
              </a:extLst>
            </p:cNvPr>
            <p:cNvSpPr/>
            <p:nvPr/>
          </p:nvSpPr>
          <p:spPr>
            <a:xfrm>
              <a:off x="1127760" y="2889272"/>
              <a:ext cx="3089835" cy="960794"/>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274320" bIns="0" rtlCol="0" anchor="t"/>
            <a:lstStyle/>
            <a:p>
              <a:pPr>
                <a:spcAft>
                  <a:spcPts val="300"/>
                </a:spcAft>
              </a:pPr>
              <a:r>
                <a:rPr lang="en-US" sz="1100" b="1">
                  <a:solidFill>
                    <a:schemeClr val="tx1"/>
                  </a:solidFill>
                  <a:latin typeface="Montserrat" panose="00000500000000000000" pitchFamily="2" charset="0"/>
                </a:rPr>
                <a:t>IoT Integration</a:t>
              </a:r>
            </a:p>
            <a:p>
              <a:pPr marL="171450" indent="-171450">
                <a:spcAft>
                  <a:spcPts val="300"/>
                </a:spcAft>
                <a:buFont typeface="Wingdings" panose="05000000000000000000" pitchFamily="2" charset="2"/>
                <a:buChar char="v"/>
              </a:pPr>
              <a:r>
                <a:rPr lang="en-US" sz="1000">
                  <a:solidFill>
                    <a:schemeClr val="tx1"/>
                  </a:solidFill>
                  <a:latin typeface="Montserrat" panose="00000500000000000000" pitchFamily="2" charset="0"/>
                </a:rPr>
                <a:t>Devices &amp; sensors wired into your data platform</a:t>
              </a:r>
            </a:p>
            <a:p>
              <a:pPr marL="171450" indent="-171450">
                <a:spcAft>
                  <a:spcPts val="300"/>
                </a:spcAft>
                <a:buFont typeface="Wingdings" panose="05000000000000000000" pitchFamily="2" charset="2"/>
                <a:buChar char="v"/>
              </a:pPr>
              <a:r>
                <a:rPr lang="en-US" sz="1000">
                  <a:solidFill>
                    <a:schemeClr val="tx1"/>
                  </a:solidFill>
                  <a:latin typeface="Montserrat" panose="00000500000000000000" pitchFamily="2" charset="0"/>
                </a:rPr>
                <a:t>Real-time edge signals governed &amp; routed</a:t>
              </a:r>
              <a:endParaRPr lang="en-IN" sz="1000">
                <a:solidFill>
                  <a:schemeClr val="tx1"/>
                </a:solidFill>
                <a:latin typeface="Montserrat" panose="00000500000000000000" pitchFamily="2" charset="0"/>
              </a:endParaRPr>
            </a:p>
          </p:txBody>
        </p:sp>
        <p:sp>
          <p:nvSpPr>
            <p:cNvPr id="17" name="Rectangle 7">
              <a:extLst>
                <a:ext uri="{FF2B5EF4-FFF2-40B4-BE49-F238E27FC236}">
                  <a16:creationId xmlns:a16="http://schemas.microsoft.com/office/drawing/2014/main" id="{08F9B8E8-DCFA-37DB-9EB8-9D627FF6193C}"/>
                </a:ext>
              </a:extLst>
            </p:cNvPr>
            <p:cNvSpPr/>
            <p:nvPr/>
          </p:nvSpPr>
          <p:spPr>
            <a:xfrm>
              <a:off x="1127760" y="3968435"/>
              <a:ext cx="3089835" cy="960794"/>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274320" bIns="0" rtlCol="0" anchor="t"/>
            <a:lstStyle/>
            <a:p>
              <a:pPr>
                <a:spcAft>
                  <a:spcPts val="300"/>
                </a:spcAft>
              </a:pPr>
              <a:r>
                <a:rPr lang="en-IN" sz="1100" b="1">
                  <a:solidFill>
                    <a:schemeClr val="tx1"/>
                  </a:solidFill>
                  <a:latin typeface="Montserrat" panose="00000500000000000000" pitchFamily="2" charset="0"/>
                </a:rPr>
                <a:t>Cloud-Native Solutions</a:t>
              </a:r>
            </a:p>
            <a:p>
              <a:pPr marL="171450" indent="-171450">
                <a:spcAft>
                  <a:spcPts val="300"/>
                </a:spcAft>
                <a:buFont typeface="Wingdings" panose="05000000000000000000" pitchFamily="2" charset="2"/>
                <a:buChar char="v"/>
              </a:pPr>
              <a:r>
                <a:rPr lang="en-US" sz="1000">
                  <a:solidFill>
                    <a:schemeClr val="tx1"/>
                  </a:solidFill>
                  <a:latin typeface="Montserrat" panose="00000500000000000000" pitchFamily="2" charset="0"/>
                </a:rPr>
                <a:t>Azure, AWS &amp; GCP · cloud-native patterns</a:t>
              </a:r>
            </a:p>
            <a:p>
              <a:pPr marL="171450" indent="-171450">
                <a:spcAft>
                  <a:spcPts val="300"/>
                </a:spcAft>
                <a:buFont typeface="Wingdings" panose="05000000000000000000" pitchFamily="2" charset="2"/>
                <a:buChar char="v"/>
              </a:pPr>
              <a:r>
                <a:rPr lang="en-US" sz="1000">
                  <a:solidFill>
                    <a:schemeClr val="tx1"/>
                  </a:solidFill>
                  <a:latin typeface="Montserrat" panose="00000500000000000000" pitchFamily="2" charset="0"/>
                </a:rPr>
                <a:t>Genuine scalability &amp; proactive monitoring</a:t>
              </a:r>
              <a:endParaRPr lang="en-IN" sz="1000">
                <a:solidFill>
                  <a:schemeClr val="tx1"/>
                </a:solidFill>
                <a:latin typeface="Montserrat" panose="00000500000000000000" pitchFamily="2" charset="0"/>
              </a:endParaRPr>
            </a:p>
          </p:txBody>
        </p:sp>
        <p:sp>
          <p:nvSpPr>
            <p:cNvPr id="18" name="Rectangle 8">
              <a:extLst>
                <a:ext uri="{FF2B5EF4-FFF2-40B4-BE49-F238E27FC236}">
                  <a16:creationId xmlns:a16="http://schemas.microsoft.com/office/drawing/2014/main" id="{53719CF6-8307-66C4-1504-22134A88C087}"/>
                </a:ext>
              </a:extLst>
            </p:cNvPr>
            <p:cNvSpPr/>
            <p:nvPr/>
          </p:nvSpPr>
          <p:spPr>
            <a:xfrm>
              <a:off x="4943512" y="1810109"/>
              <a:ext cx="3089835" cy="960794"/>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274320" bIns="0" rtlCol="0" anchor="t"/>
            <a:lstStyle/>
            <a:p>
              <a:pPr>
                <a:spcAft>
                  <a:spcPts val="300"/>
                </a:spcAft>
              </a:pPr>
              <a:r>
                <a:rPr lang="en-IN" sz="1100" b="1">
                  <a:solidFill>
                    <a:schemeClr val="tx1"/>
                  </a:solidFill>
                  <a:latin typeface="Montserrat" panose="00000500000000000000" pitchFamily="2" charset="0"/>
                </a:rPr>
                <a:t>Mobile Development</a:t>
              </a:r>
            </a:p>
            <a:p>
              <a:pPr marL="171450" indent="-171450">
                <a:spcAft>
                  <a:spcPts val="300"/>
                </a:spcAft>
                <a:buFont typeface="Wingdings" panose="05000000000000000000" pitchFamily="2" charset="2"/>
                <a:buChar char="v"/>
              </a:pPr>
              <a:r>
                <a:rPr lang="en-IN" sz="1000">
                  <a:solidFill>
                    <a:schemeClr val="tx1"/>
                  </a:solidFill>
                  <a:latin typeface="Montserrat" panose="00000500000000000000" pitchFamily="2" charset="0"/>
                </a:rPr>
                <a:t>iOS &amp; Android for field, logistics &amp; supply chain</a:t>
              </a:r>
            </a:p>
            <a:p>
              <a:pPr marL="171450" indent="-171450">
                <a:spcAft>
                  <a:spcPts val="300"/>
                </a:spcAft>
                <a:buFont typeface="Wingdings" panose="05000000000000000000" pitchFamily="2" charset="2"/>
                <a:buChar char="v"/>
              </a:pPr>
              <a:r>
                <a:rPr lang="en-IN" sz="1000">
                  <a:solidFill>
                    <a:schemeClr val="tx1"/>
                  </a:solidFill>
                  <a:latin typeface="Montserrat" panose="00000500000000000000" pitchFamily="2" charset="0"/>
                </a:rPr>
                <a:t>On-the-go visibility &amp; control</a:t>
              </a:r>
            </a:p>
          </p:txBody>
        </p:sp>
        <p:sp>
          <p:nvSpPr>
            <p:cNvPr id="19" name="Rectangle 9">
              <a:extLst>
                <a:ext uri="{FF2B5EF4-FFF2-40B4-BE49-F238E27FC236}">
                  <a16:creationId xmlns:a16="http://schemas.microsoft.com/office/drawing/2014/main" id="{00A60B07-91F8-FD7C-AA9F-22AE8A85B349}"/>
                </a:ext>
              </a:extLst>
            </p:cNvPr>
            <p:cNvSpPr/>
            <p:nvPr/>
          </p:nvSpPr>
          <p:spPr>
            <a:xfrm>
              <a:off x="4943512" y="2889272"/>
              <a:ext cx="3089835" cy="960794"/>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274320" bIns="0" rtlCol="0" anchor="t"/>
            <a:lstStyle/>
            <a:p>
              <a:pPr>
                <a:spcAft>
                  <a:spcPts val="300"/>
                </a:spcAft>
              </a:pPr>
              <a:r>
                <a:rPr lang="en-US" sz="1100" b="1">
                  <a:solidFill>
                    <a:schemeClr val="tx1"/>
                  </a:solidFill>
                  <a:latin typeface="Montserrat" panose="00000500000000000000" pitchFamily="2" charset="0"/>
                </a:rPr>
                <a:t>Testing Excellence</a:t>
              </a:r>
            </a:p>
            <a:p>
              <a:pPr marL="171450" indent="-171450">
                <a:spcAft>
                  <a:spcPts val="300"/>
                </a:spcAft>
                <a:buFont typeface="Wingdings" panose="05000000000000000000" pitchFamily="2" charset="2"/>
                <a:buChar char="v"/>
              </a:pPr>
              <a:r>
                <a:rPr lang="en-US" sz="1000">
                  <a:solidFill>
                    <a:schemeClr val="tx1"/>
                  </a:solidFill>
                  <a:latin typeface="Montserrat" panose="00000500000000000000" pitchFamily="2" charset="0"/>
                </a:rPr>
                <a:t>Jest, Robot &amp; JMeter automated testing</a:t>
              </a:r>
            </a:p>
            <a:p>
              <a:pPr marL="171450" indent="-171450">
                <a:spcAft>
                  <a:spcPts val="300"/>
                </a:spcAft>
                <a:buFont typeface="Wingdings" panose="05000000000000000000" pitchFamily="2" charset="2"/>
                <a:buChar char="v"/>
              </a:pPr>
              <a:r>
                <a:rPr lang="en-US" sz="1000">
                  <a:solidFill>
                    <a:schemeClr val="tx1"/>
                  </a:solidFill>
                  <a:latin typeface="Montserrat" panose="00000500000000000000" pitchFamily="2" charset="0"/>
                </a:rPr>
                <a:t>90%+ coverage — the standard, not the aspiration</a:t>
              </a:r>
              <a:endParaRPr lang="en-IN" sz="1000">
                <a:solidFill>
                  <a:schemeClr val="tx1"/>
                </a:solidFill>
                <a:latin typeface="Montserrat" panose="00000500000000000000" pitchFamily="2" charset="0"/>
              </a:endParaRPr>
            </a:p>
          </p:txBody>
        </p:sp>
        <p:sp>
          <p:nvSpPr>
            <p:cNvPr id="20" name="Rectangle 10">
              <a:extLst>
                <a:ext uri="{FF2B5EF4-FFF2-40B4-BE49-F238E27FC236}">
                  <a16:creationId xmlns:a16="http://schemas.microsoft.com/office/drawing/2014/main" id="{18BECEF9-A801-CCBA-1C56-21BCE2E8E191}"/>
                </a:ext>
              </a:extLst>
            </p:cNvPr>
            <p:cNvSpPr/>
            <p:nvPr/>
          </p:nvSpPr>
          <p:spPr>
            <a:xfrm>
              <a:off x="4943512" y="3968435"/>
              <a:ext cx="3089835" cy="960794"/>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274320" bIns="0" rtlCol="0" anchor="t"/>
            <a:lstStyle/>
            <a:p>
              <a:pPr>
                <a:spcAft>
                  <a:spcPts val="300"/>
                </a:spcAft>
              </a:pPr>
              <a:r>
                <a:rPr lang="en-US" sz="1100" b="1">
                  <a:solidFill>
                    <a:schemeClr val="tx1"/>
                  </a:solidFill>
                  <a:latin typeface="Montserrat" panose="00000500000000000000" pitchFamily="2" charset="0"/>
                </a:rPr>
                <a:t>Compliance-Driven Development</a:t>
              </a:r>
            </a:p>
            <a:p>
              <a:pPr marL="171450" indent="-171450">
                <a:spcAft>
                  <a:spcPts val="300"/>
                </a:spcAft>
                <a:buFont typeface="Wingdings" panose="05000000000000000000" pitchFamily="2" charset="2"/>
                <a:buChar char="v"/>
              </a:pPr>
              <a:r>
                <a:rPr lang="en-US" sz="1000" err="1">
                  <a:solidFill>
                    <a:schemeClr val="tx1"/>
                  </a:solidFill>
                  <a:latin typeface="Montserrat" panose="00000500000000000000" pitchFamily="2" charset="0"/>
                </a:rPr>
                <a:t>GxP</a:t>
              </a:r>
              <a:r>
                <a:rPr lang="en-US" sz="1000">
                  <a:solidFill>
                    <a:schemeClr val="tx1"/>
                  </a:solidFill>
                  <a:latin typeface="Montserrat" panose="00000500000000000000" pitchFamily="2" charset="0"/>
                </a:rPr>
                <a:t> &amp; SOX-compliant · validated workflows</a:t>
              </a:r>
            </a:p>
            <a:p>
              <a:pPr marL="171450" indent="-171450">
                <a:spcAft>
                  <a:spcPts val="300"/>
                </a:spcAft>
                <a:buFont typeface="Wingdings" panose="05000000000000000000" pitchFamily="2" charset="2"/>
                <a:buChar char="v"/>
              </a:pPr>
              <a:r>
                <a:rPr lang="en-US" sz="1000">
                  <a:solidFill>
                    <a:schemeClr val="tx1"/>
                  </a:solidFill>
                  <a:latin typeface="Montserrat" panose="00000500000000000000" pitchFamily="2" charset="0"/>
                </a:rPr>
                <a:t>Audit-ready code from day one</a:t>
              </a:r>
              <a:endParaRPr lang="en-IN" sz="1000">
                <a:solidFill>
                  <a:schemeClr val="tx1"/>
                </a:solidFill>
                <a:latin typeface="Montserrat" panose="00000500000000000000" pitchFamily="2" charset="0"/>
              </a:endParaRPr>
            </a:p>
          </p:txBody>
        </p:sp>
        <p:sp>
          <p:nvSpPr>
            <p:cNvPr id="21" name="Rectangle 11">
              <a:extLst>
                <a:ext uri="{FF2B5EF4-FFF2-40B4-BE49-F238E27FC236}">
                  <a16:creationId xmlns:a16="http://schemas.microsoft.com/office/drawing/2014/main" id="{ACD3DD30-9AF8-58BB-03DC-B266E59DCFFC}"/>
                </a:ext>
              </a:extLst>
            </p:cNvPr>
            <p:cNvSpPr/>
            <p:nvPr/>
          </p:nvSpPr>
          <p:spPr>
            <a:xfrm>
              <a:off x="8759264" y="1810109"/>
              <a:ext cx="3089835" cy="960794"/>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274320" bIns="0" rtlCol="0" anchor="t"/>
            <a:lstStyle/>
            <a:p>
              <a:pPr>
                <a:spcAft>
                  <a:spcPts val="300"/>
                </a:spcAft>
              </a:pPr>
              <a:r>
                <a:rPr lang="en-IN" sz="1100" b="1">
                  <a:solidFill>
                    <a:schemeClr val="tx1"/>
                  </a:solidFill>
                  <a:latin typeface="Montserrat" panose="00000500000000000000" pitchFamily="2" charset="0"/>
                </a:rPr>
                <a:t>DevOps &amp; Site Reliability</a:t>
              </a:r>
            </a:p>
            <a:p>
              <a:pPr marL="171450" indent="-171450">
                <a:spcAft>
                  <a:spcPts val="300"/>
                </a:spcAft>
                <a:buFont typeface="Wingdings" panose="05000000000000000000" pitchFamily="2" charset="2"/>
                <a:buChar char="v"/>
              </a:pPr>
              <a:r>
                <a:rPr lang="en-US" sz="1000">
                  <a:solidFill>
                    <a:schemeClr val="tx1"/>
                  </a:solidFill>
                  <a:latin typeface="Montserrat" panose="00000500000000000000" pitchFamily="2" charset="0"/>
                </a:rPr>
                <a:t>CI/CD · </a:t>
              </a:r>
              <a:r>
                <a:rPr lang="en-US" sz="1000" err="1">
                  <a:solidFill>
                    <a:schemeClr val="tx1"/>
                  </a:solidFill>
                  <a:latin typeface="Montserrat" panose="00000500000000000000" pitchFamily="2" charset="0"/>
                </a:rPr>
                <a:t>IaC</a:t>
              </a:r>
              <a:r>
                <a:rPr lang="en-US" sz="1000">
                  <a:solidFill>
                    <a:schemeClr val="tx1"/>
                  </a:solidFill>
                  <a:latin typeface="Montserrat" panose="00000500000000000000" pitchFamily="2" charset="0"/>
                </a:rPr>
                <a:t> · 99.9% reliability SLA</a:t>
              </a:r>
            </a:p>
            <a:p>
              <a:pPr marL="171450" indent="-171450">
                <a:spcAft>
                  <a:spcPts val="300"/>
                </a:spcAft>
                <a:buFont typeface="Wingdings" panose="05000000000000000000" pitchFamily="2" charset="2"/>
                <a:buChar char="v"/>
              </a:pPr>
              <a:r>
                <a:rPr lang="en-US" sz="1000">
                  <a:solidFill>
                    <a:schemeClr val="tx1"/>
                  </a:solidFill>
                  <a:latin typeface="Montserrat" panose="00000500000000000000" pitchFamily="2" charset="0"/>
                </a:rPr>
                <a:t>We own uptime — not just deployment</a:t>
              </a:r>
              <a:endParaRPr lang="en-IN" sz="1000">
                <a:solidFill>
                  <a:schemeClr val="tx1"/>
                </a:solidFill>
                <a:latin typeface="Montserrat" panose="00000500000000000000" pitchFamily="2" charset="0"/>
              </a:endParaRPr>
            </a:p>
          </p:txBody>
        </p:sp>
        <p:sp>
          <p:nvSpPr>
            <p:cNvPr id="22" name="Rectangle 12">
              <a:extLst>
                <a:ext uri="{FF2B5EF4-FFF2-40B4-BE49-F238E27FC236}">
                  <a16:creationId xmlns:a16="http://schemas.microsoft.com/office/drawing/2014/main" id="{5615D495-ED39-E57C-8674-684F9F67049C}"/>
                </a:ext>
              </a:extLst>
            </p:cNvPr>
            <p:cNvSpPr/>
            <p:nvPr/>
          </p:nvSpPr>
          <p:spPr>
            <a:xfrm>
              <a:off x="8759264" y="2889272"/>
              <a:ext cx="3089835" cy="960794"/>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274320" bIns="0" rtlCol="0" anchor="t"/>
            <a:lstStyle/>
            <a:p>
              <a:pPr>
                <a:spcAft>
                  <a:spcPts val="300"/>
                </a:spcAft>
              </a:pPr>
              <a:r>
                <a:rPr lang="en-IN" sz="1100" b="1">
                  <a:solidFill>
                    <a:schemeClr val="tx1"/>
                  </a:solidFill>
                  <a:latin typeface="Montserrat" panose="00000500000000000000" pitchFamily="2" charset="0"/>
                </a:rPr>
                <a:t>Human-Centric Design</a:t>
              </a:r>
            </a:p>
            <a:p>
              <a:pPr marL="171450" indent="-171450">
                <a:spcAft>
                  <a:spcPts val="300"/>
                </a:spcAft>
                <a:buFont typeface="Wingdings" panose="05000000000000000000" pitchFamily="2" charset="2"/>
                <a:buChar char="v"/>
              </a:pPr>
              <a:r>
                <a:rPr lang="en-US" sz="1000">
                  <a:solidFill>
                    <a:schemeClr val="tx1"/>
                  </a:solidFill>
                  <a:latin typeface="Montserrat" panose="00000500000000000000" pitchFamily="2" charset="0"/>
                </a:rPr>
                <a:t>WCAG-compliant · Figma &amp; Material UI</a:t>
              </a:r>
            </a:p>
            <a:p>
              <a:pPr marL="171450" indent="-171450">
                <a:spcAft>
                  <a:spcPts val="300"/>
                </a:spcAft>
                <a:buFont typeface="Wingdings" panose="05000000000000000000" pitchFamily="2" charset="2"/>
                <a:buChar char="v"/>
              </a:pPr>
              <a:r>
                <a:rPr lang="en-US" sz="1000">
                  <a:solidFill>
                    <a:schemeClr val="tx1"/>
                  </a:solidFill>
                  <a:latin typeface="Montserrat" panose="00000500000000000000" pitchFamily="2" charset="0"/>
                </a:rPr>
                <a:t>Designed around actual user workflows</a:t>
              </a:r>
              <a:endParaRPr lang="en-IN" sz="1000">
                <a:solidFill>
                  <a:schemeClr val="tx1"/>
                </a:solidFill>
                <a:latin typeface="Montserrat" panose="00000500000000000000" pitchFamily="2" charset="0"/>
              </a:endParaRPr>
            </a:p>
          </p:txBody>
        </p:sp>
        <p:sp>
          <p:nvSpPr>
            <p:cNvPr id="23" name="Rectangle 13">
              <a:extLst>
                <a:ext uri="{FF2B5EF4-FFF2-40B4-BE49-F238E27FC236}">
                  <a16:creationId xmlns:a16="http://schemas.microsoft.com/office/drawing/2014/main" id="{8E6C8A43-2999-05C4-4D7D-0A77FB7EC52A}"/>
                </a:ext>
              </a:extLst>
            </p:cNvPr>
            <p:cNvSpPr/>
            <p:nvPr/>
          </p:nvSpPr>
          <p:spPr>
            <a:xfrm>
              <a:off x="8759264" y="3968435"/>
              <a:ext cx="3089835" cy="960794"/>
            </a:xfrm>
            <a:prstGeom prst="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274320" bIns="0" rtlCol="0" anchor="t"/>
            <a:lstStyle/>
            <a:p>
              <a:pPr>
                <a:spcAft>
                  <a:spcPts val="300"/>
                </a:spcAft>
              </a:pPr>
              <a:r>
                <a:rPr lang="en-IN" sz="1100" b="1">
                  <a:solidFill>
                    <a:schemeClr val="tx1"/>
                  </a:solidFill>
                  <a:latin typeface="Montserrat" panose="00000500000000000000" pitchFamily="2" charset="0"/>
                </a:rPr>
                <a:t>Proprietary Accelerators</a:t>
              </a:r>
            </a:p>
            <a:p>
              <a:pPr marL="171450" indent="-171450">
                <a:spcAft>
                  <a:spcPts val="300"/>
                </a:spcAft>
                <a:buFont typeface="Wingdings" panose="05000000000000000000" pitchFamily="2" charset="2"/>
                <a:buChar char="v"/>
              </a:pPr>
              <a:r>
                <a:rPr lang="en-US" sz="1000">
                  <a:solidFill>
                    <a:schemeClr val="tx1"/>
                  </a:solidFill>
                  <a:latin typeface="Montserrat" panose="00000500000000000000" pitchFamily="2" charset="0"/>
                </a:rPr>
                <a:t>Monitoring, telemetry &amp; auth frameworks</a:t>
              </a:r>
            </a:p>
            <a:p>
              <a:pPr marL="171450" indent="-171450">
                <a:spcAft>
                  <a:spcPts val="300"/>
                </a:spcAft>
                <a:buFont typeface="Wingdings" panose="05000000000000000000" pitchFamily="2" charset="2"/>
                <a:buChar char="v"/>
              </a:pPr>
              <a:r>
                <a:rPr lang="en-US" sz="1000">
                  <a:solidFill>
                    <a:schemeClr val="tx1"/>
                  </a:solidFill>
                  <a:latin typeface="Montserrat" panose="00000500000000000000" pitchFamily="2" charset="0"/>
                </a:rPr>
                <a:t>Reused across engagements — no reinvention</a:t>
              </a:r>
              <a:endParaRPr lang="en-IN" sz="1000">
                <a:solidFill>
                  <a:schemeClr val="tx1"/>
                </a:solidFill>
                <a:latin typeface="Montserrat" panose="00000500000000000000" pitchFamily="2" charset="0"/>
              </a:endParaRPr>
            </a:p>
          </p:txBody>
        </p:sp>
      </p:grpSp>
      <p:sp>
        <p:nvSpPr>
          <p:cNvPr id="25" name="TextBox 24">
            <a:extLst>
              <a:ext uri="{FF2B5EF4-FFF2-40B4-BE49-F238E27FC236}">
                <a16:creationId xmlns:a16="http://schemas.microsoft.com/office/drawing/2014/main" id="{8A652704-C3E0-4C46-9C69-49A94077DC71}"/>
              </a:ext>
            </a:extLst>
          </p:cNvPr>
          <p:cNvSpPr txBox="1"/>
          <p:nvPr/>
        </p:nvSpPr>
        <p:spPr>
          <a:xfrm>
            <a:off x="533400" y="5649642"/>
            <a:ext cx="11315700" cy="507510"/>
          </a:xfrm>
          <a:prstGeom prst="roundRect">
            <a:avLst/>
          </a:prstGeom>
          <a:solidFill>
            <a:srgbClr val="1A1A1A"/>
          </a:solidFill>
          <a:ln>
            <a:solidFill>
              <a:schemeClr val="tx1"/>
            </a:solidFill>
          </a:ln>
        </p:spPr>
        <p:txBody>
          <a:bodyPr wrap="square" anchor="ctr">
            <a:noAutofit/>
          </a:bodyPr>
          <a:lstStyle/>
          <a:p>
            <a:pPr algn="ctr">
              <a:buNone/>
            </a:pPr>
            <a:r>
              <a:rPr lang="en-US" sz="1200" b="1">
                <a:solidFill>
                  <a:schemeClr val="bg1"/>
                </a:solidFill>
                <a:effectLst/>
                <a:latin typeface="Montserrat" panose="00000500000000000000" pitchFamily="2" charset="0"/>
              </a:rPr>
              <a:t>Complexity to Clarity — Platforms built to last, not projects delivered once. Multi-cloud, 99.9% reliability, NPS 80.</a:t>
            </a:r>
          </a:p>
        </p:txBody>
      </p:sp>
      <p:pic>
        <p:nvPicPr>
          <p:cNvPr id="27" name="Graphic 26" descr="Television outline">
            <a:extLst>
              <a:ext uri="{FF2B5EF4-FFF2-40B4-BE49-F238E27FC236}">
                <a16:creationId xmlns:a16="http://schemas.microsoft.com/office/drawing/2014/main" id="{337836C4-5BEA-3530-5FAC-C696F4780A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3906" y="1957567"/>
            <a:ext cx="457200" cy="457200"/>
          </a:xfrm>
          <a:prstGeom prst="rect">
            <a:avLst/>
          </a:prstGeom>
        </p:spPr>
      </p:pic>
      <p:pic>
        <p:nvPicPr>
          <p:cNvPr id="29" name="Graphic 28" descr="Smart Phone outline">
            <a:extLst>
              <a:ext uri="{FF2B5EF4-FFF2-40B4-BE49-F238E27FC236}">
                <a16:creationId xmlns:a16="http://schemas.microsoft.com/office/drawing/2014/main" id="{3D48C999-A7D4-80C0-817D-0C2FC9F35C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71380" y="1957567"/>
            <a:ext cx="457200" cy="457200"/>
          </a:xfrm>
          <a:prstGeom prst="rect">
            <a:avLst/>
          </a:prstGeom>
        </p:spPr>
      </p:pic>
      <p:pic>
        <p:nvPicPr>
          <p:cNvPr id="31" name="Graphic 30" descr="Single gear outline">
            <a:extLst>
              <a:ext uri="{FF2B5EF4-FFF2-40B4-BE49-F238E27FC236}">
                <a16:creationId xmlns:a16="http://schemas.microsoft.com/office/drawing/2014/main" id="{4ACC6D46-1ECA-45BD-494D-0B5AC42C06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90079" y="1957567"/>
            <a:ext cx="457200" cy="457200"/>
          </a:xfrm>
          <a:prstGeom prst="rect">
            <a:avLst/>
          </a:prstGeom>
        </p:spPr>
      </p:pic>
      <p:pic>
        <p:nvPicPr>
          <p:cNvPr id="33" name="Graphic 32" descr="World outline">
            <a:extLst>
              <a:ext uri="{FF2B5EF4-FFF2-40B4-BE49-F238E27FC236}">
                <a16:creationId xmlns:a16="http://schemas.microsoft.com/office/drawing/2014/main" id="{473C266A-5844-BCFD-53BF-6577221091A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3906" y="3269763"/>
            <a:ext cx="457200" cy="457200"/>
          </a:xfrm>
          <a:prstGeom prst="rect">
            <a:avLst/>
          </a:prstGeom>
        </p:spPr>
      </p:pic>
      <p:pic>
        <p:nvPicPr>
          <p:cNvPr id="35" name="Graphic 34">
            <a:extLst>
              <a:ext uri="{FF2B5EF4-FFF2-40B4-BE49-F238E27FC236}">
                <a16:creationId xmlns:a16="http://schemas.microsoft.com/office/drawing/2014/main" id="{8B2C9E97-6601-43F0-28D4-902ED944BDF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271380" y="3269763"/>
            <a:ext cx="457200" cy="457200"/>
          </a:xfrm>
          <a:prstGeom prst="rect">
            <a:avLst/>
          </a:prstGeom>
        </p:spPr>
      </p:pic>
      <p:pic>
        <p:nvPicPr>
          <p:cNvPr id="37" name="Graphic 36" descr="Palette outline">
            <a:extLst>
              <a:ext uri="{FF2B5EF4-FFF2-40B4-BE49-F238E27FC236}">
                <a16:creationId xmlns:a16="http://schemas.microsoft.com/office/drawing/2014/main" id="{E32B2A5A-BF24-B868-FAF4-14F8CA09AC5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090079" y="3269763"/>
            <a:ext cx="457200" cy="457200"/>
          </a:xfrm>
          <a:prstGeom prst="rect">
            <a:avLst/>
          </a:prstGeom>
        </p:spPr>
      </p:pic>
      <p:pic>
        <p:nvPicPr>
          <p:cNvPr id="39" name="Graphic 38" descr="Cloud outline">
            <a:extLst>
              <a:ext uri="{FF2B5EF4-FFF2-40B4-BE49-F238E27FC236}">
                <a16:creationId xmlns:a16="http://schemas.microsoft.com/office/drawing/2014/main" id="{A3127C9C-E46B-222F-D43C-9634779A6BB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93906" y="4624186"/>
            <a:ext cx="457200" cy="457200"/>
          </a:xfrm>
          <a:prstGeom prst="rect">
            <a:avLst/>
          </a:prstGeom>
        </p:spPr>
      </p:pic>
      <p:pic>
        <p:nvPicPr>
          <p:cNvPr id="41" name="Graphic 40" descr="Shield outline">
            <a:extLst>
              <a:ext uri="{FF2B5EF4-FFF2-40B4-BE49-F238E27FC236}">
                <a16:creationId xmlns:a16="http://schemas.microsoft.com/office/drawing/2014/main" id="{BDB3AED3-EEDA-C066-83C7-26FFD0E9685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271380" y="4624186"/>
            <a:ext cx="457200" cy="457200"/>
          </a:xfrm>
          <a:prstGeom prst="rect">
            <a:avLst/>
          </a:prstGeom>
        </p:spPr>
      </p:pic>
      <p:pic>
        <p:nvPicPr>
          <p:cNvPr id="43" name="Graphic 42" descr="Rocket outline">
            <a:extLst>
              <a:ext uri="{FF2B5EF4-FFF2-40B4-BE49-F238E27FC236}">
                <a16:creationId xmlns:a16="http://schemas.microsoft.com/office/drawing/2014/main" id="{1912B574-CF74-C05A-1D42-B2E808317C6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090079" y="4624186"/>
            <a:ext cx="457200" cy="457200"/>
          </a:xfrm>
          <a:prstGeom prst="rect">
            <a:avLst/>
          </a:prstGeom>
        </p:spPr>
      </p:pic>
    </p:spTree>
    <p:extLst>
      <p:ext uri="{BB962C8B-B14F-4D97-AF65-F5344CB8AC3E}">
        <p14:creationId xmlns:p14="http://schemas.microsoft.com/office/powerpoint/2010/main" val="35748776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365CA9B-5AD5-5512-DFAC-800CCBE268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B96B2F-B961-B844-C23C-EDB23243CDD6}"/>
              </a:ext>
            </a:extLst>
          </p:cNvPr>
          <p:cNvSpPr>
            <a:spLocks noGrp="1"/>
          </p:cNvSpPr>
          <p:nvPr>
            <p:ph type="ctrTitle"/>
          </p:nvPr>
        </p:nvSpPr>
        <p:spPr>
          <a:xfrm>
            <a:off x="381000" y="4944978"/>
            <a:ext cx="6361453" cy="709151"/>
          </a:xfrm>
        </p:spPr>
        <p:txBody>
          <a:bodyPr>
            <a:normAutofit fontScale="90000"/>
          </a:bodyPr>
          <a:lstStyle/>
          <a:p>
            <a:r>
              <a:rPr lang="en-US">
                <a:latin typeface="Montserrat Light"/>
              </a:rPr>
              <a:t>DS &amp; Agentic AI Expertise</a:t>
            </a:r>
            <a:endParaRPr lang="en-US"/>
          </a:p>
        </p:txBody>
      </p:sp>
      <p:sp>
        <p:nvSpPr>
          <p:cNvPr id="4" name="Text Placeholder 3">
            <a:extLst>
              <a:ext uri="{FF2B5EF4-FFF2-40B4-BE49-F238E27FC236}">
                <a16:creationId xmlns:a16="http://schemas.microsoft.com/office/drawing/2014/main" id="{85214655-F792-CAAC-E92F-5AC64507C0B6}"/>
              </a:ext>
            </a:extLst>
          </p:cNvPr>
          <p:cNvSpPr>
            <a:spLocks noGrp="1"/>
          </p:cNvSpPr>
          <p:nvPr>
            <p:ph type="body" sz="quarter" idx="10"/>
          </p:nvPr>
        </p:nvSpPr>
        <p:spPr/>
        <p:txBody>
          <a:bodyPr/>
          <a:lstStyle/>
          <a:p>
            <a:r>
              <a:rPr lang="en-US"/>
              <a:t>2026</a:t>
            </a:r>
          </a:p>
        </p:txBody>
      </p:sp>
    </p:spTree>
    <p:extLst>
      <p:ext uri="{BB962C8B-B14F-4D97-AF65-F5344CB8AC3E}">
        <p14:creationId xmlns:p14="http://schemas.microsoft.com/office/powerpoint/2010/main" val="35615702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08F94-47E9-EB0E-4235-FDDF63B3F668}"/>
              </a:ext>
            </a:extLst>
          </p:cNvPr>
          <p:cNvSpPr>
            <a:spLocks noGrp="1"/>
          </p:cNvSpPr>
          <p:nvPr>
            <p:ph type="title"/>
          </p:nvPr>
        </p:nvSpPr>
        <p:spPr>
          <a:xfrm>
            <a:off x="247522" y="551"/>
            <a:ext cx="10515600" cy="553993"/>
          </a:xfrm>
        </p:spPr>
        <p:txBody>
          <a:bodyPr/>
          <a:lstStyle/>
          <a:p>
            <a:r>
              <a:rPr lang="en-US">
                <a:latin typeface="Montserrat Light"/>
              </a:rPr>
              <a:t>Transforming Supply Chains: From Prediction to Autonomous Action</a:t>
            </a:r>
            <a:endParaRPr lang="en-US"/>
          </a:p>
        </p:txBody>
      </p:sp>
      <p:sp>
        <p:nvSpPr>
          <p:cNvPr id="6" name="Graphic 39">
            <a:extLst>
              <a:ext uri="{FF2B5EF4-FFF2-40B4-BE49-F238E27FC236}">
                <a16:creationId xmlns:a16="http://schemas.microsoft.com/office/drawing/2014/main" id="{44221266-B653-A63C-CC3D-31B96A6BA433}"/>
              </a:ext>
            </a:extLst>
          </p:cNvPr>
          <p:cNvSpPr/>
          <p:nvPr/>
        </p:nvSpPr>
        <p:spPr>
          <a:xfrm>
            <a:off x="0" y="1466717"/>
            <a:ext cx="11363146" cy="705590"/>
          </a:xfrm>
          <a:custGeom>
            <a:avLst/>
            <a:gdLst>
              <a:gd name="csX0" fmla="*/ 0 w 8031223"/>
              <a:gd name="csY0" fmla="*/ 420694 h 420693"/>
              <a:gd name="csX1" fmla="*/ 1337472 w 8031223"/>
              <a:gd name="csY1" fmla="*/ 420694 h 420693"/>
              <a:gd name="csX2" fmla="*/ 1752317 w 8031223"/>
              <a:gd name="csY2" fmla="*/ 356888 h 420693"/>
              <a:gd name="csX3" fmla="*/ 2636647 w 8031223"/>
              <a:gd name="csY3" fmla="*/ 63806 h 420693"/>
              <a:gd name="csX4" fmla="*/ 3051483 w 8031223"/>
              <a:gd name="csY4" fmla="*/ 0 h 420693"/>
              <a:gd name="csX5" fmla="*/ 8031223 w 8031223"/>
              <a:gd name="csY5" fmla="*/ 0 h 420693"/>
            </a:gdLst>
            <a:ahLst/>
            <a:cxnLst>
              <a:cxn ang="0">
                <a:pos x="csX0" y="csY0"/>
              </a:cxn>
              <a:cxn ang="0">
                <a:pos x="csX1" y="csY1"/>
              </a:cxn>
              <a:cxn ang="0">
                <a:pos x="csX2" y="csY2"/>
              </a:cxn>
              <a:cxn ang="0">
                <a:pos x="csX3" y="csY3"/>
              </a:cxn>
              <a:cxn ang="0">
                <a:pos x="csX4" y="csY4"/>
              </a:cxn>
              <a:cxn ang="0">
                <a:pos x="csX5" y="csY5"/>
              </a:cxn>
            </a:cxnLst>
            <a:rect l="l" t="t" r="r" b="b"/>
            <a:pathLst>
              <a:path w="8031223" h="420693">
                <a:moveTo>
                  <a:pt x="0" y="420694"/>
                </a:moveTo>
                <a:lnTo>
                  <a:pt x="1337472" y="420694"/>
                </a:lnTo>
                <a:cubicBezTo>
                  <a:pt x="1483111" y="420694"/>
                  <a:pt x="1626183" y="398688"/>
                  <a:pt x="1752317" y="356888"/>
                </a:cubicBezTo>
                <a:lnTo>
                  <a:pt x="2636647" y="63806"/>
                </a:lnTo>
                <a:cubicBezTo>
                  <a:pt x="2762774" y="22006"/>
                  <a:pt x="2905859" y="0"/>
                  <a:pt x="3051483" y="0"/>
                </a:cubicBezTo>
                <a:lnTo>
                  <a:pt x="8031223" y="0"/>
                </a:lnTo>
              </a:path>
            </a:pathLst>
          </a:custGeom>
          <a:noFill/>
          <a:ln w="12700" cap="flat">
            <a:solidFill>
              <a:schemeClr val="tx1"/>
            </a:solidFill>
            <a:prstDash val="solid"/>
            <a:miter/>
            <a:headEnd type="none" w="med" len="med"/>
            <a:tailEnd type="triangle" w="med" len="med"/>
          </a:ln>
        </p:spPr>
        <p:txBody>
          <a:bodyPr/>
          <a:lstStyle/>
          <a:p>
            <a:endParaRPr lang="en-US">
              <a:solidFill>
                <a:schemeClr val="bg1"/>
              </a:solidFill>
            </a:endParaRPr>
          </a:p>
        </p:txBody>
      </p:sp>
      <p:sp>
        <p:nvSpPr>
          <p:cNvPr id="7" name="Oval 6">
            <a:extLst>
              <a:ext uri="{FF2B5EF4-FFF2-40B4-BE49-F238E27FC236}">
                <a16:creationId xmlns:a16="http://schemas.microsoft.com/office/drawing/2014/main" id="{B882FEF6-45DB-3F01-BB8F-AD8F3EE87531}"/>
              </a:ext>
            </a:extLst>
          </p:cNvPr>
          <p:cNvSpPr/>
          <p:nvPr/>
        </p:nvSpPr>
        <p:spPr>
          <a:xfrm>
            <a:off x="1793046" y="2125594"/>
            <a:ext cx="125227" cy="128016"/>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8" name="Oval 7">
            <a:extLst>
              <a:ext uri="{FF2B5EF4-FFF2-40B4-BE49-F238E27FC236}">
                <a16:creationId xmlns:a16="http://schemas.microsoft.com/office/drawing/2014/main" id="{6D7ACA84-655E-34CD-4C8A-EC8834C31C83}"/>
              </a:ext>
            </a:extLst>
          </p:cNvPr>
          <p:cNvSpPr/>
          <p:nvPr/>
        </p:nvSpPr>
        <p:spPr>
          <a:xfrm>
            <a:off x="3941863" y="1444121"/>
            <a:ext cx="125227" cy="128016"/>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 name="Oval 8">
            <a:extLst>
              <a:ext uri="{FF2B5EF4-FFF2-40B4-BE49-F238E27FC236}">
                <a16:creationId xmlns:a16="http://schemas.microsoft.com/office/drawing/2014/main" id="{D822808F-E1B5-7D04-F87C-92AF1823B565}"/>
              </a:ext>
            </a:extLst>
          </p:cNvPr>
          <p:cNvSpPr/>
          <p:nvPr/>
        </p:nvSpPr>
        <p:spPr>
          <a:xfrm>
            <a:off x="6263856" y="1408016"/>
            <a:ext cx="125227" cy="128016"/>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Oval 9">
            <a:extLst>
              <a:ext uri="{FF2B5EF4-FFF2-40B4-BE49-F238E27FC236}">
                <a16:creationId xmlns:a16="http://schemas.microsoft.com/office/drawing/2014/main" id="{3AB6A453-EB0E-0430-2E02-4E04A0F82CE9}"/>
              </a:ext>
            </a:extLst>
          </p:cNvPr>
          <p:cNvSpPr/>
          <p:nvPr/>
        </p:nvSpPr>
        <p:spPr>
          <a:xfrm>
            <a:off x="8514663" y="1408016"/>
            <a:ext cx="125227" cy="128016"/>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 name="Oval 10">
            <a:extLst>
              <a:ext uri="{FF2B5EF4-FFF2-40B4-BE49-F238E27FC236}">
                <a16:creationId xmlns:a16="http://schemas.microsoft.com/office/drawing/2014/main" id="{4C194BF0-DDF1-C6DE-43FD-17C28D194B88}"/>
              </a:ext>
            </a:extLst>
          </p:cNvPr>
          <p:cNvSpPr/>
          <p:nvPr/>
        </p:nvSpPr>
        <p:spPr>
          <a:xfrm>
            <a:off x="10711756" y="1408016"/>
            <a:ext cx="125227" cy="128016"/>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2" name="TextBox 11">
            <a:extLst>
              <a:ext uri="{FF2B5EF4-FFF2-40B4-BE49-F238E27FC236}">
                <a16:creationId xmlns:a16="http://schemas.microsoft.com/office/drawing/2014/main" id="{60219A8F-5915-67B1-1342-A622CD6C806F}"/>
              </a:ext>
            </a:extLst>
          </p:cNvPr>
          <p:cNvSpPr txBox="1"/>
          <p:nvPr/>
        </p:nvSpPr>
        <p:spPr>
          <a:xfrm>
            <a:off x="1261282" y="1686561"/>
            <a:ext cx="1226931" cy="286232"/>
          </a:xfrm>
          <a:prstGeom prst="rect">
            <a:avLst/>
          </a:prstGeom>
          <a:noFill/>
        </p:spPr>
        <p:txBody>
          <a:bodyPr wrap="square">
            <a:spAutoFit/>
          </a:bodyPr>
          <a:lstStyle/>
          <a:p>
            <a:pPr marL="0" marR="0" lvl="0" indent="0" algn="ctr"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US" sz="1400" b="1" i="1" u="none" strike="noStrike" kern="1200" cap="none" spc="0" normalizeH="0" baseline="0" noProof="0">
                <a:ln>
                  <a:noFill/>
                </a:ln>
                <a:effectLst/>
                <a:uLnTx/>
                <a:uFillTx/>
                <a:latin typeface="Montserrat" panose="00000500000000000000" pitchFamily="2" charset="0"/>
              </a:rPr>
              <a:t>Predict</a:t>
            </a:r>
          </a:p>
        </p:txBody>
      </p:sp>
      <p:sp>
        <p:nvSpPr>
          <p:cNvPr id="13" name="TextBox 12">
            <a:extLst>
              <a:ext uri="{FF2B5EF4-FFF2-40B4-BE49-F238E27FC236}">
                <a16:creationId xmlns:a16="http://schemas.microsoft.com/office/drawing/2014/main" id="{DBC02823-CB77-3BC3-B1DA-6665E5EE9C68}"/>
              </a:ext>
            </a:extLst>
          </p:cNvPr>
          <p:cNvSpPr txBox="1"/>
          <p:nvPr/>
        </p:nvSpPr>
        <p:spPr>
          <a:xfrm>
            <a:off x="3191258" y="1030759"/>
            <a:ext cx="1545910" cy="286232"/>
          </a:xfrm>
          <a:prstGeom prst="rect">
            <a:avLst/>
          </a:prstGeom>
          <a:noFill/>
        </p:spPr>
        <p:txBody>
          <a:bodyPr wrap="square">
            <a:spAutoFit/>
          </a:bodyPr>
          <a:lstStyle/>
          <a:p>
            <a:pPr marL="0" marR="0" lvl="0" indent="0" algn="ctr"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US" sz="1400" b="1" i="1" u="none" strike="noStrike" kern="1200" cap="none" spc="0" normalizeH="0" baseline="0" noProof="0">
                <a:ln>
                  <a:noFill/>
                </a:ln>
                <a:effectLst/>
                <a:uLnTx/>
                <a:uFillTx/>
                <a:latin typeface="Montserrat" panose="00000500000000000000" pitchFamily="2" charset="0"/>
              </a:rPr>
              <a:t>Optimize</a:t>
            </a:r>
          </a:p>
        </p:txBody>
      </p:sp>
      <p:sp>
        <p:nvSpPr>
          <p:cNvPr id="14" name="TextBox 13">
            <a:extLst>
              <a:ext uri="{FF2B5EF4-FFF2-40B4-BE49-F238E27FC236}">
                <a16:creationId xmlns:a16="http://schemas.microsoft.com/office/drawing/2014/main" id="{681DB466-B936-2328-D1E1-E07DB7B8164C}"/>
              </a:ext>
            </a:extLst>
          </p:cNvPr>
          <p:cNvSpPr txBox="1"/>
          <p:nvPr/>
        </p:nvSpPr>
        <p:spPr>
          <a:xfrm>
            <a:off x="5343818" y="917667"/>
            <a:ext cx="1878409" cy="286232"/>
          </a:xfrm>
          <a:prstGeom prst="rect">
            <a:avLst/>
          </a:prstGeom>
          <a:noFill/>
        </p:spPr>
        <p:txBody>
          <a:bodyPr wrap="square">
            <a:spAutoFit/>
          </a:bodyPr>
          <a:lstStyle/>
          <a:p>
            <a:pPr marL="0" marR="0" lvl="0" indent="0" algn="ctr"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US" sz="1400" b="1" i="1" u="none" strike="noStrike" kern="1200" cap="none" spc="0" normalizeH="0" baseline="0" noProof="0">
                <a:ln>
                  <a:noFill/>
                </a:ln>
                <a:effectLst/>
                <a:uLnTx/>
                <a:uFillTx/>
                <a:latin typeface="Montserrat" panose="00000500000000000000" pitchFamily="2" charset="0"/>
              </a:rPr>
              <a:t>Simulate</a:t>
            </a:r>
          </a:p>
        </p:txBody>
      </p:sp>
      <p:sp>
        <p:nvSpPr>
          <p:cNvPr id="15" name="TextBox 14">
            <a:extLst>
              <a:ext uri="{FF2B5EF4-FFF2-40B4-BE49-F238E27FC236}">
                <a16:creationId xmlns:a16="http://schemas.microsoft.com/office/drawing/2014/main" id="{8E7500A7-D248-378F-407F-F968A2BDC2BD}"/>
              </a:ext>
            </a:extLst>
          </p:cNvPr>
          <p:cNvSpPr txBox="1"/>
          <p:nvPr/>
        </p:nvSpPr>
        <p:spPr>
          <a:xfrm>
            <a:off x="7447568" y="917667"/>
            <a:ext cx="1948110" cy="286232"/>
          </a:xfrm>
          <a:prstGeom prst="rect">
            <a:avLst/>
          </a:prstGeom>
          <a:noFill/>
        </p:spPr>
        <p:txBody>
          <a:bodyPr wrap="square">
            <a:spAutoFit/>
          </a:bodyPr>
          <a:lstStyle/>
          <a:p>
            <a:pPr marL="0" marR="0" lvl="0" indent="0" algn="ctr"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US" sz="1400" b="1" i="1" u="none" strike="noStrike" kern="1200" cap="none" spc="0" normalizeH="0" baseline="0" noProof="0">
                <a:ln>
                  <a:noFill/>
                </a:ln>
                <a:effectLst/>
                <a:uLnTx/>
                <a:uFillTx/>
                <a:latin typeface="Montserrat" panose="00000500000000000000" pitchFamily="2" charset="0"/>
              </a:rPr>
              <a:t>Recommend</a:t>
            </a:r>
          </a:p>
        </p:txBody>
      </p:sp>
      <p:sp>
        <p:nvSpPr>
          <p:cNvPr id="16" name="TextBox 15">
            <a:extLst>
              <a:ext uri="{FF2B5EF4-FFF2-40B4-BE49-F238E27FC236}">
                <a16:creationId xmlns:a16="http://schemas.microsoft.com/office/drawing/2014/main" id="{CD145346-E9CA-4C81-DCED-584A4018F7E8}"/>
              </a:ext>
            </a:extLst>
          </p:cNvPr>
          <p:cNvSpPr txBox="1"/>
          <p:nvPr/>
        </p:nvSpPr>
        <p:spPr>
          <a:xfrm>
            <a:off x="9686041" y="917667"/>
            <a:ext cx="1878409" cy="286232"/>
          </a:xfrm>
          <a:prstGeom prst="rect">
            <a:avLst/>
          </a:prstGeom>
          <a:noFill/>
        </p:spPr>
        <p:txBody>
          <a:bodyPr wrap="square">
            <a:spAutoFit/>
          </a:bodyPr>
          <a:lstStyle/>
          <a:p>
            <a:pPr marL="0" marR="0" lvl="0" indent="0" algn="ctr"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US" sz="1400" b="1" i="1" u="none" strike="noStrike" kern="1200" cap="none" spc="0" normalizeH="0" baseline="0" noProof="0">
                <a:ln>
                  <a:noFill/>
                </a:ln>
                <a:effectLst/>
                <a:uLnTx/>
                <a:uFillTx/>
                <a:latin typeface="Montserrat" panose="00000500000000000000" pitchFamily="2" charset="0"/>
              </a:rPr>
              <a:t>Automate</a:t>
            </a:r>
          </a:p>
        </p:txBody>
      </p:sp>
      <p:sp>
        <p:nvSpPr>
          <p:cNvPr id="17" name="TextBox 16">
            <a:extLst>
              <a:ext uri="{FF2B5EF4-FFF2-40B4-BE49-F238E27FC236}">
                <a16:creationId xmlns:a16="http://schemas.microsoft.com/office/drawing/2014/main" id="{42C05E8E-DAC4-9365-0BA4-146A893C7DF3}"/>
              </a:ext>
            </a:extLst>
          </p:cNvPr>
          <p:cNvSpPr txBox="1"/>
          <p:nvPr/>
        </p:nvSpPr>
        <p:spPr>
          <a:xfrm>
            <a:off x="891900" y="2982533"/>
            <a:ext cx="1689076" cy="258532"/>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US" sz="1200" b="1" i="1" u="none" strike="noStrike" kern="1200" cap="none" spc="0" normalizeH="0" baseline="0" noProof="0">
                <a:ln>
                  <a:noFill/>
                </a:ln>
                <a:effectLst/>
                <a:uLnTx/>
                <a:uFillTx/>
                <a:latin typeface="Montserrat"/>
              </a:rPr>
              <a:t>Machine Learning</a:t>
            </a:r>
            <a:endParaRPr lang="en-US" sz="1200" b="1" i="1" u="none" strike="noStrike" kern="1200" cap="none" spc="0" normalizeH="0" baseline="0" noProof="0">
              <a:ln>
                <a:noFill/>
              </a:ln>
              <a:effectLst/>
              <a:uLnTx/>
              <a:uFillTx/>
              <a:latin typeface="Montserrat"/>
            </a:endParaRPr>
          </a:p>
        </p:txBody>
      </p:sp>
      <p:sp>
        <p:nvSpPr>
          <p:cNvPr id="18" name="TextBox 17">
            <a:extLst>
              <a:ext uri="{FF2B5EF4-FFF2-40B4-BE49-F238E27FC236}">
                <a16:creationId xmlns:a16="http://schemas.microsoft.com/office/drawing/2014/main" id="{A868DA55-6DC3-EE17-CD4B-03161C6E5E6E}"/>
              </a:ext>
            </a:extLst>
          </p:cNvPr>
          <p:cNvSpPr txBox="1"/>
          <p:nvPr/>
        </p:nvSpPr>
        <p:spPr>
          <a:xfrm>
            <a:off x="3003090" y="2335844"/>
            <a:ext cx="2049070" cy="258532"/>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US" sz="1200" b="1" i="1" u="none" strike="noStrike" kern="1200" cap="none" spc="0" normalizeH="0" baseline="0" noProof="0">
                <a:ln>
                  <a:noFill/>
                </a:ln>
                <a:effectLst/>
                <a:uLnTx/>
                <a:uFillTx/>
                <a:latin typeface="Montserrat"/>
              </a:rPr>
              <a:t>Operations Research</a:t>
            </a:r>
            <a:endParaRPr lang="en-US" sz="1200" b="1" i="1" u="none" strike="noStrike" kern="1200" cap="none" spc="0" normalizeH="0" baseline="0" noProof="0">
              <a:ln>
                <a:noFill/>
              </a:ln>
              <a:effectLst/>
              <a:uLnTx/>
              <a:uFillTx/>
              <a:latin typeface="Montserrat"/>
            </a:endParaRPr>
          </a:p>
        </p:txBody>
      </p:sp>
      <p:sp>
        <p:nvSpPr>
          <p:cNvPr id="19" name="TextBox 18">
            <a:extLst>
              <a:ext uri="{FF2B5EF4-FFF2-40B4-BE49-F238E27FC236}">
                <a16:creationId xmlns:a16="http://schemas.microsoft.com/office/drawing/2014/main" id="{F00EA86D-CFE6-62F4-4035-BEF842963FE8}"/>
              </a:ext>
            </a:extLst>
          </p:cNvPr>
          <p:cNvSpPr txBox="1"/>
          <p:nvPr/>
        </p:nvSpPr>
        <p:spPr>
          <a:xfrm>
            <a:off x="5409656" y="2216350"/>
            <a:ext cx="1833626" cy="258532"/>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US" sz="1200" b="1" i="1" u="none" strike="noStrike" kern="1200" cap="none" spc="0" normalizeH="0" baseline="0" noProof="0">
                <a:ln>
                  <a:noFill/>
                </a:ln>
                <a:effectLst/>
                <a:uLnTx/>
                <a:uFillTx/>
                <a:latin typeface="Montserrat"/>
              </a:rPr>
              <a:t>Digital Twins</a:t>
            </a:r>
            <a:endParaRPr lang="en-US" sz="1200" b="1" i="1" u="none" strike="noStrike" kern="1200" cap="none" spc="0" normalizeH="0" baseline="0" noProof="0">
              <a:ln>
                <a:noFill/>
              </a:ln>
              <a:effectLst/>
              <a:uLnTx/>
              <a:uFillTx/>
              <a:latin typeface="Montserrat"/>
            </a:endParaRPr>
          </a:p>
        </p:txBody>
      </p:sp>
      <p:sp>
        <p:nvSpPr>
          <p:cNvPr id="20" name="TextBox 19">
            <a:extLst>
              <a:ext uri="{FF2B5EF4-FFF2-40B4-BE49-F238E27FC236}">
                <a16:creationId xmlns:a16="http://schemas.microsoft.com/office/drawing/2014/main" id="{717F4DF0-6607-5DC3-407C-9D83B1B961B1}"/>
              </a:ext>
            </a:extLst>
          </p:cNvPr>
          <p:cNvSpPr txBox="1"/>
          <p:nvPr/>
        </p:nvSpPr>
        <p:spPr>
          <a:xfrm>
            <a:off x="7633866" y="2216350"/>
            <a:ext cx="1799733" cy="258532"/>
          </a:xfrm>
          <a:prstGeom prst="rect">
            <a:avLst/>
          </a:prstGeom>
          <a:noFill/>
        </p:spPr>
        <p:txBody>
          <a:bodyPr wrap="square" lIns="91440" tIns="45720" rIns="91440" bIns="45720" anchor="t">
            <a:spAutoFit/>
          </a:bodyPr>
          <a:lstStyle/>
          <a:p>
            <a:pPr algn="ctr">
              <a:lnSpc>
                <a:spcPct val="90000"/>
              </a:lnSpc>
              <a:spcAft>
                <a:spcPts val="600"/>
              </a:spcAft>
              <a:defRPr/>
            </a:pPr>
            <a:r>
              <a:rPr kumimoji="0" lang="en-US" sz="1200" b="1" i="1" u="none" strike="noStrike" kern="1200" cap="none" spc="0" normalizeH="0" baseline="0" noProof="0">
                <a:ln>
                  <a:noFill/>
                </a:ln>
                <a:effectLst/>
                <a:uLnTx/>
                <a:uFillTx/>
                <a:latin typeface="Montserrat"/>
              </a:rPr>
              <a:t>GenAI</a:t>
            </a:r>
            <a:r>
              <a:rPr lang="en-US" sz="1200" b="1" i="1">
                <a:latin typeface="Montserrat"/>
              </a:rPr>
              <a:t> + Analytics</a:t>
            </a:r>
            <a:endParaRPr lang="en-US" sz="1200" b="1" i="1" u="none" strike="noStrike" kern="1200" cap="none" spc="0" normalizeH="0" baseline="0" noProof="0">
              <a:ln>
                <a:noFill/>
              </a:ln>
              <a:effectLst/>
              <a:uLnTx/>
              <a:uFillTx/>
              <a:latin typeface="Montserrat"/>
            </a:endParaRPr>
          </a:p>
        </p:txBody>
      </p:sp>
      <p:sp>
        <p:nvSpPr>
          <p:cNvPr id="21" name="TextBox 20">
            <a:extLst>
              <a:ext uri="{FF2B5EF4-FFF2-40B4-BE49-F238E27FC236}">
                <a16:creationId xmlns:a16="http://schemas.microsoft.com/office/drawing/2014/main" id="{25EB830A-AF08-3883-8B9F-299CD7891583}"/>
              </a:ext>
            </a:extLst>
          </p:cNvPr>
          <p:cNvSpPr txBox="1"/>
          <p:nvPr/>
        </p:nvSpPr>
        <p:spPr>
          <a:xfrm>
            <a:off x="10150273" y="2216350"/>
            <a:ext cx="1364306" cy="258532"/>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90000"/>
              </a:lnSpc>
              <a:spcBef>
                <a:spcPts val="0"/>
              </a:spcBef>
              <a:spcAft>
                <a:spcPts val="600"/>
              </a:spcAft>
              <a:buClrTx/>
              <a:buSzTx/>
              <a:buFont typeface="Arial" panose="020B0604020202020204" pitchFamily="34" charset="0"/>
              <a:buNone/>
              <a:tabLst/>
              <a:defRPr/>
            </a:pPr>
            <a:r>
              <a:rPr kumimoji="0" lang="en-US" sz="1200" b="1" i="1" u="none" strike="noStrike" kern="1200" cap="none" spc="0" normalizeH="0" baseline="0" noProof="0">
                <a:ln>
                  <a:noFill/>
                </a:ln>
                <a:effectLst/>
                <a:uLnTx/>
                <a:uFillTx/>
                <a:latin typeface="Montserrat"/>
              </a:rPr>
              <a:t>Agentic AI</a:t>
            </a:r>
            <a:endParaRPr lang="en-US" sz="1200" b="1" i="1" u="none" strike="noStrike" kern="1200" cap="none" spc="0" normalizeH="0" baseline="0" noProof="0">
              <a:ln>
                <a:noFill/>
              </a:ln>
              <a:effectLst/>
              <a:uLnTx/>
              <a:uFillTx/>
              <a:latin typeface="Montserrat"/>
            </a:endParaRPr>
          </a:p>
        </p:txBody>
      </p:sp>
      <p:pic>
        <p:nvPicPr>
          <p:cNvPr id="22" name="Graphic 21">
            <a:extLst>
              <a:ext uri="{FF2B5EF4-FFF2-40B4-BE49-F238E27FC236}">
                <a16:creationId xmlns:a16="http://schemas.microsoft.com/office/drawing/2014/main" id="{65DD1BEF-09EF-B777-759F-9C684959A4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26120" y="2357338"/>
            <a:ext cx="509430" cy="457200"/>
          </a:xfrm>
          <a:prstGeom prst="rect">
            <a:avLst/>
          </a:prstGeom>
        </p:spPr>
      </p:pic>
      <p:pic>
        <p:nvPicPr>
          <p:cNvPr id="23" name="Graphic 22">
            <a:extLst>
              <a:ext uri="{FF2B5EF4-FFF2-40B4-BE49-F238E27FC236}">
                <a16:creationId xmlns:a16="http://schemas.microsoft.com/office/drawing/2014/main" id="{03B77201-E27B-209D-4CD4-37CB5D690A1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87110" y="1790867"/>
            <a:ext cx="483725" cy="457200"/>
          </a:xfrm>
          <a:prstGeom prst="rect">
            <a:avLst/>
          </a:prstGeom>
        </p:spPr>
      </p:pic>
      <p:pic>
        <p:nvPicPr>
          <p:cNvPr id="24" name="Graphic 23">
            <a:extLst>
              <a:ext uri="{FF2B5EF4-FFF2-40B4-BE49-F238E27FC236}">
                <a16:creationId xmlns:a16="http://schemas.microsoft.com/office/drawing/2014/main" id="{11BB62BA-18EF-B006-8F2B-05E9837B60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88094" y="1639117"/>
            <a:ext cx="476750" cy="457200"/>
          </a:xfrm>
          <a:prstGeom prst="rect">
            <a:avLst/>
          </a:prstGeom>
        </p:spPr>
      </p:pic>
      <p:pic>
        <p:nvPicPr>
          <p:cNvPr id="25" name="Graphic 24">
            <a:extLst>
              <a:ext uri="{FF2B5EF4-FFF2-40B4-BE49-F238E27FC236}">
                <a16:creationId xmlns:a16="http://schemas.microsoft.com/office/drawing/2014/main" id="{4D60966A-E56A-E356-D597-018878EE43B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56950" y="1639117"/>
            <a:ext cx="508480" cy="457200"/>
          </a:xfrm>
          <a:prstGeom prst="rect">
            <a:avLst/>
          </a:prstGeom>
        </p:spPr>
      </p:pic>
      <p:pic>
        <p:nvPicPr>
          <p:cNvPr id="26" name="Graphic 25">
            <a:extLst>
              <a:ext uri="{FF2B5EF4-FFF2-40B4-BE49-F238E27FC236}">
                <a16:creationId xmlns:a16="http://schemas.microsoft.com/office/drawing/2014/main" id="{2017E7C0-D0AF-61C9-A1F7-2DEE905575B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581669" y="1639117"/>
            <a:ext cx="501515" cy="457200"/>
          </a:xfrm>
          <a:prstGeom prst="rect">
            <a:avLst/>
          </a:prstGeom>
        </p:spPr>
      </p:pic>
      <p:sp>
        <p:nvSpPr>
          <p:cNvPr id="27" name="TextBox 26">
            <a:extLst>
              <a:ext uri="{FF2B5EF4-FFF2-40B4-BE49-F238E27FC236}">
                <a16:creationId xmlns:a16="http://schemas.microsoft.com/office/drawing/2014/main" id="{452D1494-ED4E-7F74-BE91-84581B5CDFC8}"/>
              </a:ext>
            </a:extLst>
          </p:cNvPr>
          <p:cNvSpPr txBox="1"/>
          <p:nvPr/>
        </p:nvSpPr>
        <p:spPr>
          <a:xfrm>
            <a:off x="742412" y="3257496"/>
            <a:ext cx="2076846" cy="400110"/>
          </a:xfrm>
          <a:prstGeom prst="rect">
            <a:avLst/>
          </a:prstGeom>
          <a:noFill/>
        </p:spPr>
        <p:txBody>
          <a:bodyPr wrap="square" rtlCol="0">
            <a:spAutoFit/>
          </a:bodyPr>
          <a:lstStyle/>
          <a:p>
            <a:pPr algn="ctr"/>
            <a:r>
              <a:rPr lang="en-US" sz="1000" i="1">
                <a:latin typeface="Montserrat" panose="00000500000000000000" pitchFamily="2" charset="0"/>
              </a:rPr>
              <a:t>Forecast demand from historical &amp; real-time data</a:t>
            </a:r>
          </a:p>
        </p:txBody>
      </p:sp>
      <p:sp>
        <p:nvSpPr>
          <p:cNvPr id="28" name="TextBox 27">
            <a:extLst>
              <a:ext uri="{FF2B5EF4-FFF2-40B4-BE49-F238E27FC236}">
                <a16:creationId xmlns:a16="http://schemas.microsoft.com/office/drawing/2014/main" id="{DB4BE65E-3585-99C8-6F38-CEF1596A450D}"/>
              </a:ext>
            </a:extLst>
          </p:cNvPr>
          <p:cNvSpPr txBox="1"/>
          <p:nvPr/>
        </p:nvSpPr>
        <p:spPr>
          <a:xfrm>
            <a:off x="2996494" y="2636354"/>
            <a:ext cx="2086148" cy="400110"/>
          </a:xfrm>
          <a:prstGeom prst="rect">
            <a:avLst/>
          </a:prstGeom>
          <a:noFill/>
        </p:spPr>
        <p:txBody>
          <a:bodyPr wrap="square" lIns="91440" tIns="45720" rIns="91440" bIns="45720" rtlCol="0" anchor="t">
            <a:spAutoFit/>
          </a:bodyPr>
          <a:lstStyle/>
          <a:p>
            <a:pPr algn="ctr"/>
            <a:r>
              <a:rPr lang="en-US" sz="1000" i="1">
                <a:latin typeface="Montserrat"/>
              </a:rPr>
              <a:t>Maximize service level, minimize operational cost</a:t>
            </a:r>
          </a:p>
        </p:txBody>
      </p:sp>
      <p:sp>
        <p:nvSpPr>
          <p:cNvPr id="29" name="TextBox 28">
            <a:extLst>
              <a:ext uri="{FF2B5EF4-FFF2-40B4-BE49-F238E27FC236}">
                <a16:creationId xmlns:a16="http://schemas.microsoft.com/office/drawing/2014/main" id="{A184D86F-0F3F-AD39-2DFE-AFE623043B35}"/>
              </a:ext>
            </a:extLst>
          </p:cNvPr>
          <p:cNvSpPr txBox="1"/>
          <p:nvPr/>
        </p:nvSpPr>
        <p:spPr>
          <a:xfrm>
            <a:off x="5450049" y="2536517"/>
            <a:ext cx="1752841" cy="400110"/>
          </a:xfrm>
          <a:prstGeom prst="rect">
            <a:avLst/>
          </a:prstGeom>
          <a:noFill/>
        </p:spPr>
        <p:txBody>
          <a:bodyPr wrap="square" rtlCol="0">
            <a:spAutoFit/>
          </a:bodyPr>
          <a:lstStyle/>
          <a:p>
            <a:pPr algn="ctr"/>
            <a:r>
              <a:rPr lang="en-US" sz="1000" i="1">
                <a:latin typeface="Montserrat" panose="00000500000000000000" pitchFamily="2" charset="0"/>
              </a:rPr>
              <a:t>Model what-if scenarios before committing</a:t>
            </a:r>
          </a:p>
        </p:txBody>
      </p:sp>
      <p:sp>
        <p:nvSpPr>
          <p:cNvPr id="30" name="TextBox 29">
            <a:extLst>
              <a:ext uri="{FF2B5EF4-FFF2-40B4-BE49-F238E27FC236}">
                <a16:creationId xmlns:a16="http://schemas.microsoft.com/office/drawing/2014/main" id="{A97189C0-FA3F-BD83-55DF-A6138A458FE5}"/>
              </a:ext>
            </a:extLst>
          </p:cNvPr>
          <p:cNvSpPr txBox="1"/>
          <p:nvPr/>
        </p:nvSpPr>
        <p:spPr>
          <a:xfrm>
            <a:off x="7549494" y="2536517"/>
            <a:ext cx="2052174" cy="400110"/>
          </a:xfrm>
          <a:prstGeom prst="rect">
            <a:avLst/>
          </a:prstGeom>
          <a:noFill/>
        </p:spPr>
        <p:txBody>
          <a:bodyPr wrap="square" rtlCol="0">
            <a:spAutoFit/>
          </a:bodyPr>
          <a:lstStyle/>
          <a:p>
            <a:pPr algn="ctr"/>
            <a:r>
              <a:rPr lang="en-US" sz="1000" i="1">
                <a:latin typeface="Montserrat" panose="00000500000000000000" pitchFamily="2" charset="0"/>
              </a:rPr>
              <a:t>Grounded, cited recommendations at speed</a:t>
            </a:r>
          </a:p>
        </p:txBody>
      </p:sp>
      <p:sp>
        <p:nvSpPr>
          <p:cNvPr id="31" name="TextBox 30">
            <a:extLst>
              <a:ext uri="{FF2B5EF4-FFF2-40B4-BE49-F238E27FC236}">
                <a16:creationId xmlns:a16="http://schemas.microsoft.com/office/drawing/2014/main" id="{AC665C4B-FFCC-D582-D072-1F3C235D8E4E}"/>
              </a:ext>
            </a:extLst>
          </p:cNvPr>
          <p:cNvSpPr txBox="1"/>
          <p:nvPr/>
        </p:nvSpPr>
        <p:spPr>
          <a:xfrm>
            <a:off x="9948272" y="2536517"/>
            <a:ext cx="1768308" cy="400110"/>
          </a:xfrm>
          <a:prstGeom prst="rect">
            <a:avLst/>
          </a:prstGeom>
          <a:noFill/>
        </p:spPr>
        <p:txBody>
          <a:bodyPr wrap="square" rtlCol="0">
            <a:spAutoFit/>
          </a:bodyPr>
          <a:lstStyle/>
          <a:p>
            <a:pPr algn="ctr"/>
            <a:r>
              <a:rPr lang="en-US" sz="1000" i="1">
                <a:latin typeface="Montserrat" panose="00000500000000000000" pitchFamily="2" charset="0"/>
              </a:rPr>
              <a:t>Sense signals, plan &amp; execute autonomously</a:t>
            </a:r>
          </a:p>
        </p:txBody>
      </p:sp>
      <p:cxnSp>
        <p:nvCxnSpPr>
          <p:cNvPr id="32" name="Straight Arrow Connector 31">
            <a:extLst>
              <a:ext uri="{FF2B5EF4-FFF2-40B4-BE49-F238E27FC236}">
                <a16:creationId xmlns:a16="http://schemas.microsoft.com/office/drawing/2014/main" id="{C7E60B1B-0380-31B9-4F37-5DCCA04E40DF}"/>
              </a:ext>
            </a:extLst>
          </p:cNvPr>
          <p:cNvCxnSpPr>
            <a:cxnSpLocks/>
          </p:cNvCxnSpPr>
          <p:nvPr/>
        </p:nvCxnSpPr>
        <p:spPr>
          <a:xfrm>
            <a:off x="1793046" y="3740004"/>
            <a:ext cx="0" cy="321399"/>
          </a:xfrm>
          <a:prstGeom prst="straightConnector1">
            <a:avLst/>
          </a:prstGeom>
          <a:ln w="12700">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37" name="Rectangle: Rounded Corners 36">
            <a:extLst>
              <a:ext uri="{FF2B5EF4-FFF2-40B4-BE49-F238E27FC236}">
                <a16:creationId xmlns:a16="http://schemas.microsoft.com/office/drawing/2014/main" id="{72F965CE-5DEF-A3A2-D78B-83255FE15EAA}"/>
              </a:ext>
            </a:extLst>
          </p:cNvPr>
          <p:cNvSpPr/>
          <p:nvPr/>
        </p:nvSpPr>
        <p:spPr>
          <a:xfrm>
            <a:off x="1106836" y="4193504"/>
            <a:ext cx="10760045" cy="1145258"/>
          </a:xfrm>
          <a:prstGeom prst="roundRect">
            <a:avLst/>
          </a:prstGeom>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0" name="TextBox 49">
            <a:extLst>
              <a:ext uri="{FF2B5EF4-FFF2-40B4-BE49-F238E27FC236}">
                <a16:creationId xmlns:a16="http://schemas.microsoft.com/office/drawing/2014/main" id="{24421AB3-0F53-2428-F529-4B7C3AB8C57A}"/>
              </a:ext>
            </a:extLst>
          </p:cNvPr>
          <p:cNvSpPr txBox="1"/>
          <p:nvPr/>
        </p:nvSpPr>
        <p:spPr>
          <a:xfrm>
            <a:off x="1386311" y="6023391"/>
            <a:ext cx="1655064" cy="400110"/>
          </a:xfrm>
          <a:prstGeom prst="rect">
            <a:avLst/>
          </a:prstGeom>
          <a:noFill/>
        </p:spPr>
        <p:txBody>
          <a:bodyPr wrap="square" lIns="91440" tIns="45720" rIns="91440" bIns="45720" anchor="t">
            <a:spAutoFit/>
          </a:bodyPr>
          <a:lstStyle/>
          <a:p>
            <a:pPr algn="ctr">
              <a:spcAft>
                <a:spcPts val="600"/>
              </a:spcAft>
              <a:defRPr/>
            </a:pPr>
            <a:r>
              <a:rPr lang="en-US" sz="1000" i="1">
                <a:latin typeface="Montserrat"/>
              </a:rPr>
              <a:t>Improved Forecasting Accuracy</a:t>
            </a:r>
            <a:endParaRPr lang="en-US" sz="1000" i="1" u="none" strike="noStrike" kern="1200" cap="none" spc="0" normalizeH="0" baseline="0" noProof="0">
              <a:ln>
                <a:noFill/>
              </a:ln>
              <a:effectLst/>
              <a:uLnTx/>
              <a:uFillTx/>
              <a:latin typeface="Montserrat" panose="00000500000000000000" pitchFamily="2" charset="0"/>
            </a:endParaRPr>
          </a:p>
        </p:txBody>
      </p:sp>
      <p:sp>
        <p:nvSpPr>
          <p:cNvPr id="52" name="TextBox 51">
            <a:extLst>
              <a:ext uri="{FF2B5EF4-FFF2-40B4-BE49-F238E27FC236}">
                <a16:creationId xmlns:a16="http://schemas.microsoft.com/office/drawing/2014/main" id="{3B5F4E5B-8038-EC82-EE73-4FABC198B271}"/>
              </a:ext>
            </a:extLst>
          </p:cNvPr>
          <p:cNvSpPr txBox="1"/>
          <p:nvPr/>
        </p:nvSpPr>
        <p:spPr>
          <a:xfrm>
            <a:off x="3551559" y="6023391"/>
            <a:ext cx="1655064" cy="400110"/>
          </a:xfrm>
          <a:prstGeom prst="rect">
            <a:avLst/>
          </a:prstGeom>
          <a:noFill/>
        </p:spPr>
        <p:txBody>
          <a:bodyPr wrap="square" lIns="91440" tIns="45720" rIns="91440" bIns="45720" anchor="t">
            <a:spAutoFit/>
          </a:bodyPr>
          <a:lstStyle/>
          <a:p>
            <a:pPr algn="ctr">
              <a:spcAft>
                <a:spcPts val="600"/>
              </a:spcAft>
              <a:defRPr/>
            </a:pPr>
            <a:r>
              <a:rPr lang="en-US" sz="1000" i="1">
                <a:latin typeface="Montserrat"/>
              </a:rPr>
              <a:t>Reduced Inventory &amp; Working capital</a:t>
            </a:r>
            <a:endParaRPr lang="en-US" sz="1000" i="1" u="none" strike="noStrike" kern="1200" cap="none" spc="0" normalizeH="0" baseline="0" noProof="0">
              <a:ln>
                <a:noFill/>
              </a:ln>
              <a:effectLst/>
              <a:uLnTx/>
              <a:uFillTx/>
              <a:latin typeface="Montserrat" panose="00000500000000000000" pitchFamily="2" charset="0"/>
            </a:endParaRPr>
          </a:p>
        </p:txBody>
      </p:sp>
      <p:sp>
        <p:nvSpPr>
          <p:cNvPr id="66" name="TextBox 65">
            <a:extLst>
              <a:ext uri="{FF2B5EF4-FFF2-40B4-BE49-F238E27FC236}">
                <a16:creationId xmlns:a16="http://schemas.microsoft.com/office/drawing/2014/main" id="{8028A0DE-3D48-49B3-A430-D8CC1908FA67}"/>
              </a:ext>
            </a:extLst>
          </p:cNvPr>
          <p:cNvSpPr txBox="1"/>
          <p:nvPr/>
        </p:nvSpPr>
        <p:spPr>
          <a:xfrm>
            <a:off x="5716807" y="6023391"/>
            <a:ext cx="1655064" cy="246221"/>
          </a:xfrm>
          <a:prstGeom prst="rect">
            <a:avLst/>
          </a:prstGeom>
          <a:noFill/>
        </p:spPr>
        <p:txBody>
          <a:bodyPr wrap="square" lIns="91440" tIns="45720" rIns="91440" bIns="45720" anchor="t">
            <a:spAutoFit/>
          </a:bodyPr>
          <a:lstStyle/>
          <a:p>
            <a:pPr algn="ctr">
              <a:spcAft>
                <a:spcPts val="600"/>
              </a:spcAft>
              <a:defRPr/>
            </a:pPr>
            <a:r>
              <a:rPr lang="en-US" sz="1000" i="1">
                <a:latin typeface="Montserrat"/>
              </a:rPr>
              <a:t>Lower logistic cost</a:t>
            </a:r>
            <a:endParaRPr lang="en-US" sz="2400"/>
          </a:p>
        </p:txBody>
      </p:sp>
      <p:sp>
        <p:nvSpPr>
          <p:cNvPr id="68" name="TextBox 67">
            <a:extLst>
              <a:ext uri="{FF2B5EF4-FFF2-40B4-BE49-F238E27FC236}">
                <a16:creationId xmlns:a16="http://schemas.microsoft.com/office/drawing/2014/main" id="{8333CCAE-98A3-0FA4-D234-241B6E494575}"/>
              </a:ext>
            </a:extLst>
          </p:cNvPr>
          <p:cNvSpPr txBox="1"/>
          <p:nvPr/>
        </p:nvSpPr>
        <p:spPr>
          <a:xfrm>
            <a:off x="7882055" y="6023391"/>
            <a:ext cx="1655064" cy="400110"/>
          </a:xfrm>
          <a:prstGeom prst="rect">
            <a:avLst/>
          </a:prstGeom>
          <a:noFill/>
        </p:spPr>
        <p:txBody>
          <a:bodyPr wrap="square" lIns="91440" tIns="45720" rIns="91440" bIns="45720" anchor="t">
            <a:spAutoFit/>
          </a:bodyPr>
          <a:lstStyle/>
          <a:p>
            <a:pPr algn="ctr">
              <a:spcAft>
                <a:spcPts val="600"/>
              </a:spcAft>
              <a:defRPr/>
            </a:pPr>
            <a:r>
              <a:rPr lang="en-US" sz="1000" i="1">
                <a:latin typeface="Montserrat"/>
              </a:rPr>
              <a:t>Improved Resilience</a:t>
            </a:r>
            <a:br>
              <a:rPr lang="en-US" sz="1000" i="1">
                <a:latin typeface="Montserrat"/>
              </a:rPr>
            </a:br>
            <a:r>
              <a:rPr lang="en-US" sz="1000" i="1">
                <a:latin typeface="Montserrat"/>
              </a:rPr>
              <a:t>&amp; OTIF</a:t>
            </a:r>
            <a:endParaRPr lang="en-US" sz="2400"/>
          </a:p>
        </p:txBody>
      </p:sp>
      <p:sp>
        <p:nvSpPr>
          <p:cNvPr id="70" name="TextBox 69">
            <a:extLst>
              <a:ext uri="{FF2B5EF4-FFF2-40B4-BE49-F238E27FC236}">
                <a16:creationId xmlns:a16="http://schemas.microsoft.com/office/drawing/2014/main" id="{4FFB0D39-A68B-A7C7-6373-21C22B08846C}"/>
              </a:ext>
            </a:extLst>
          </p:cNvPr>
          <p:cNvSpPr txBox="1"/>
          <p:nvPr/>
        </p:nvSpPr>
        <p:spPr>
          <a:xfrm>
            <a:off x="10047301" y="6023391"/>
            <a:ext cx="1655064" cy="246221"/>
          </a:xfrm>
          <a:prstGeom prst="rect">
            <a:avLst/>
          </a:prstGeom>
          <a:noFill/>
        </p:spPr>
        <p:txBody>
          <a:bodyPr wrap="square" lIns="91440" tIns="45720" rIns="91440" bIns="45720" anchor="t">
            <a:spAutoFit/>
          </a:bodyPr>
          <a:lstStyle/>
          <a:p>
            <a:pPr algn="ctr">
              <a:spcAft>
                <a:spcPts val="600"/>
              </a:spcAft>
              <a:defRPr/>
            </a:pPr>
            <a:r>
              <a:rPr lang="en-US" sz="1000" i="1">
                <a:latin typeface="Montserrat"/>
              </a:rPr>
              <a:t>Increase productivity</a:t>
            </a:r>
            <a:endParaRPr lang="en-US" sz="2400"/>
          </a:p>
        </p:txBody>
      </p:sp>
      <p:grpSp>
        <p:nvGrpSpPr>
          <p:cNvPr id="3" name="Group 2">
            <a:extLst>
              <a:ext uri="{FF2B5EF4-FFF2-40B4-BE49-F238E27FC236}">
                <a16:creationId xmlns:a16="http://schemas.microsoft.com/office/drawing/2014/main" id="{5CB486BE-F9C6-C138-B228-74B3097080B0}"/>
              </a:ext>
            </a:extLst>
          </p:cNvPr>
          <p:cNvGrpSpPr/>
          <p:nvPr/>
        </p:nvGrpSpPr>
        <p:grpSpPr>
          <a:xfrm>
            <a:off x="3983966" y="3124366"/>
            <a:ext cx="6572760" cy="937037"/>
            <a:chOff x="3983966" y="3657606"/>
            <a:chExt cx="6572760" cy="403797"/>
          </a:xfrm>
        </p:grpSpPr>
        <p:cxnSp>
          <p:nvCxnSpPr>
            <p:cNvPr id="35" name="Straight Arrow Connector 34">
              <a:extLst>
                <a:ext uri="{FF2B5EF4-FFF2-40B4-BE49-F238E27FC236}">
                  <a16:creationId xmlns:a16="http://schemas.microsoft.com/office/drawing/2014/main" id="{DBA49DDF-6BE0-6A45-A093-402794885EC0}"/>
                </a:ext>
              </a:extLst>
            </p:cNvPr>
            <p:cNvCxnSpPr>
              <a:cxnSpLocks/>
            </p:cNvCxnSpPr>
            <p:nvPr/>
          </p:nvCxnSpPr>
          <p:spPr>
            <a:xfrm>
              <a:off x="8365806" y="3657606"/>
              <a:ext cx="0" cy="403797"/>
            </a:xfrm>
            <a:prstGeom prst="straightConnector1">
              <a:avLst/>
            </a:prstGeom>
            <a:ln w="12700">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2CD868BD-6E2D-1424-7718-9363A37E75E1}"/>
                </a:ext>
              </a:extLst>
            </p:cNvPr>
            <p:cNvCxnSpPr>
              <a:cxnSpLocks/>
            </p:cNvCxnSpPr>
            <p:nvPr/>
          </p:nvCxnSpPr>
          <p:spPr>
            <a:xfrm>
              <a:off x="10556726" y="3659096"/>
              <a:ext cx="0" cy="402307"/>
            </a:xfrm>
            <a:prstGeom prst="straightConnector1">
              <a:avLst/>
            </a:prstGeom>
            <a:ln w="12700">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0153CC4C-9279-0A0F-A4E8-778A8567CA55}"/>
                </a:ext>
              </a:extLst>
            </p:cNvPr>
            <p:cNvCxnSpPr>
              <a:cxnSpLocks/>
            </p:cNvCxnSpPr>
            <p:nvPr/>
          </p:nvCxnSpPr>
          <p:spPr>
            <a:xfrm>
              <a:off x="6174886" y="3657606"/>
              <a:ext cx="0" cy="403797"/>
            </a:xfrm>
            <a:prstGeom prst="straightConnector1">
              <a:avLst/>
            </a:prstGeom>
            <a:ln w="12700">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317CB3B4-20D1-04F7-CF8F-8BC9CC3867DE}"/>
                </a:ext>
              </a:extLst>
            </p:cNvPr>
            <p:cNvCxnSpPr>
              <a:cxnSpLocks/>
            </p:cNvCxnSpPr>
            <p:nvPr/>
          </p:nvCxnSpPr>
          <p:spPr>
            <a:xfrm>
              <a:off x="3983966" y="3657606"/>
              <a:ext cx="0" cy="403797"/>
            </a:xfrm>
            <a:prstGeom prst="straightConnector1">
              <a:avLst/>
            </a:prstGeom>
            <a:ln w="12700">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grpSp>
      <p:grpSp>
        <p:nvGrpSpPr>
          <p:cNvPr id="88" name="Group 87">
            <a:extLst>
              <a:ext uri="{FF2B5EF4-FFF2-40B4-BE49-F238E27FC236}">
                <a16:creationId xmlns:a16="http://schemas.microsoft.com/office/drawing/2014/main" id="{1A7D53C9-4946-7076-AD42-090AD5EFE117}"/>
              </a:ext>
            </a:extLst>
          </p:cNvPr>
          <p:cNvGrpSpPr/>
          <p:nvPr/>
        </p:nvGrpSpPr>
        <p:grpSpPr>
          <a:xfrm>
            <a:off x="1390271" y="4455570"/>
            <a:ext cx="2021586" cy="688137"/>
            <a:chOff x="1530800" y="4585730"/>
            <a:chExt cx="1940556" cy="688137"/>
          </a:xfrm>
        </p:grpSpPr>
        <p:sp>
          <p:nvSpPr>
            <p:cNvPr id="38" name="TextBox 37">
              <a:extLst>
                <a:ext uri="{FF2B5EF4-FFF2-40B4-BE49-F238E27FC236}">
                  <a16:creationId xmlns:a16="http://schemas.microsoft.com/office/drawing/2014/main" id="{0E059E77-79C3-F1AC-560A-B7050B3C747B}"/>
                </a:ext>
              </a:extLst>
            </p:cNvPr>
            <p:cNvSpPr txBox="1"/>
            <p:nvPr/>
          </p:nvSpPr>
          <p:spPr>
            <a:xfrm>
              <a:off x="1543648" y="4585730"/>
              <a:ext cx="1558927" cy="138499"/>
            </a:xfrm>
            <a:prstGeom prst="rect">
              <a:avLst/>
            </a:prstGeom>
            <a:noFill/>
          </p:spPr>
          <p:txBody>
            <a:bodyPr wrap="square" lIns="0" tIns="0" rIns="0" bIns="0" rtlCol="0" anchor="t">
              <a:spAutoFit/>
            </a:bodyPr>
            <a:lstStyle/>
            <a:p>
              <a:pPr marL="171450" indent="-171450">
                <a:buFont typeface="Wingdings" panose="05000000000000000000" pitchFamily="2" charset="2"/>
                <a:buChar char="v"/>
              </a:pPr>
              <a:r>
                <a:rPr lang="en-US" sz="900" i="1">
                  <a:latin typeface="Montserrat"/>
                </a:rPr>
                <a:t>Demand Forecasting</a:t>
              </a:r>
              <a:endParaRPr lang="en-US" sz="900" i="1">
                <a:latin typeface="Montserrat" panose="00000500000000000000" pitchFamily="2" charset="0"/>
              </a:endParaRPr>
            </a:p>
          </p:txBody>
        </p:sp>
        <p:sp>
          <p:nvSpPr>
            <p:cNvPr id="40" name="TextBox 39">
              <a:extLst>
                <a:ext uri="{FF2B5EF4-FFF2-40B4-BE49-F238E27FC236}">
                  <a16:creationId xmlns:a16="http://schemas.microsoft.com/office/drawing/2014/main" id="{85FB13C4-B002-4E3A-D2B7-A9E311D0BAA4}"/>
                </a:ext>
              </a:extLst>
            </p:cNvPr>
            <p:cNvSpPr txBox="1"/>
            <p:nvPr/>
          </p:nvSpPr>
          <p:spPr>
            <a:xfrm>
              <a:off x="1530800" y="4858728"/>
              <a:ext cx="1940556" cy="138499"/>
            </a:xfrm>
            <a:prstGeom prst="rect">
              <a:avLst/>
            </a:prstGeom>
            <a:noFill/>
          </p:spPr>
          <p:txBody>
            <a:bodyPr wrap="square" lIns="0" tIns="0" rIns="0" bIns="0" rtlCol="0" anchor="t">
              <a:spAutoFit/>
            </a:bodyPr>
            <a:lstStyle/>
            <a:p>
              <a:pPr marL="171450" indent="-171450">
                <a:buFont typeface="Wingdings" panose="05000000000000000000" pitchFamily="2" charset="2"/>
                <a:buChar char="v"/>
              </a:pPr>
              <a:r>
                <a:rPr lang="en-US" sz="900" i="1">
                  <a:latin typeface="Montserrat"/>
                </a:rPr>
                <a:t>Inventory Risk Forecasting</a:t>
              </a:r>
              <a:endParaRPr lang="en-US" sz="900" i="1">
                <a:latin typeface="Montserrat" panose="00000500000000000000" pitchFamily="2" charset="0"/>
              </a:endParaRPr>
            </a:p>
          </p:txBody>
        </p:sp>
        <p:sp>
          <p:nvSpPr>
            <p:cNvPr id="42" name="TextBox 41">
              <a:extLst>
                <a:ext uri="{FF2B5EF4-FFF2-40B4-BE49-F238E27FC236}">
                  <a16:creationId xmlns:a16="http://schemas.microsoft.com/office/drawing/2014/main" id="{E54D3055-3BD5-DC4D-9DA1-83A049BAF726}"/>
                </a:ext>
              </a:extLst>
            </p:cNvPr>
            <p:cNvSpPr txBox="1"/>
            <p:nvPr/>
          </p:nvSpPr>
          <p:spPr>
            <a:xfrm>
              <a:off x="1543648" y="5135368"/>
              <a:ext cx="1558927" cy="138499"/>
            </a:xfrm>
            <a:prstGeom prst="rect">
              <a:avLst/>
            </a:prstGeom>
            <a:noFill/>
          </p:spPr>
          <p:txBody>
            <a:bodyPr wrap="square" lIns="0" tIns="0" rIns="0" bIns="0" rtlCol="0" anchor="t">
              <a:spAutoFit/>
            </a:bodyPr>
            <a:lstStyle/>
            <a:p>
              <a:pPr marL="171450" indent="-171450">
                <a:buFont typeface="Wingdings" panose="05000000000000000000" pitchFamily="2" charset="2"/>
                <a:buChar char="v"/>
              </a:pPr>
              <a:r>
                <a:rPr lang="en-US" sz="900" i="1">
                  <a:latin typeface="Montserrat"/>
                </a:rPr>
                <a:t>Site Selection engine</a:t>
              </a:r>
              <a:endParaRPr lang="en-US" sz="900" i="1">
                <a:latin typeface="Montserrat" panose="00000500000000000000" pitchFamily="2" charset="0"/>
              </a:endParaRPr>
            </a:p>
          </p:txBody>
        </p:sp>
      </p:grpSp>
      <p:grpSp>
        <p:nvGrpSpPr>
          <p:cNvPr id="87" name="Group 86">
            <a:extLst>
              <a:ext uri="{FF2B5EF4-FFF2-40B4-BE49-F238E27FC236}">
                <a16:creationId xmlns:a16="http://schemas.microsoft.com/office/drawing/2014/main" id="{73427FBD-C0B8-0B14-05E7-3769941A70E8}"/>
              </a:ext>
            </a:extLst>
          </p:cNvPr>
          <p:cNvGrpSpPr/>
          <p:nvPr/>
        </p:nvGrpSpPr>
        <p:grpSpPr>
          <a:xfrm>
            <a:off x="3296156" y="4444981"/>
            <a:ext cx="2060239" cy="688137"/>
            <a:chOff x="3502085" y="4585730"/>
            <a:chExt cx="1977659" cy="688137"/>
          </a:xfrm>
        </p:grpSpPr>
        <p:sp>
          <p:nvSpPr>
            <p:cNvPr id="44" name="TextBox 43">
              <a:extLst>
                <a:ext uri="{FF2B5EF4-FFF2-40B4-BE49-F238E27FC236}">
                  <a16:creationId xmlns:a16="http://schemas.microsoft.com/office/drawing/2014/main" id="{3161FCD3-EA2E-B38F-B740-92A66B138B6C}"/>
                </a:ext>
              </a:extLst>
            </p:cNvPr>
            <p:cNvSpPr txBox="1"/>
            <p:nvPr/>
          </p:nvSpPr>
          <p:spPr>
            <a:xfrm>
              <a:off x="3502085" y="5135368"/>
              <a:ext cx="1977659" cy="138499"/>
            </a:xfrm>
            <a:prstGeom prst="rect">
              <a:avLst/>
            </a:prstGeom>
            <a:noFill/>
          </p:spPr>
          <p:txBody>
            <a:bodyPr wrap="square" lIns="0" tIns="0" rIns="0" bIns="0" rtlCol="0" anchor="t">
              <a:spAutoFit/>
            </a:bodyPr>
            <a:lstStyle/>
            <a:p>
              <a:pPr marL="171450" indent="-171450">
                <a:buFont typeface="Wingdings" panose="05000000000000000000" pitchFamily="2" charset="2"/>
                <a:buChar char="v"/>
              </a:pPr>
              <a:r>
                <a:rPr lang="en-US" sz="900" i="1">
                  <a:latin typeface="Montserrat"/>
                </a:rPr>
                <a:t>Cost to Serve Optimization</a:t>
              </a:r>
            </a:p>
          </p:txBody>
        </p:sp>
        <p:sp>
          <p:nvSpPr>
            <p:cNvPr id="46" name="TextBox 45">
              <a:extLst>
                <a:ext uri="{FF2B5EF4-FFF2-40B4-BE49-F238E27FC236}">
                  <a16:creationId xmlns:a16="http://schemas.microsoft.com/office/drawing/2014/main" id="{69CFB0EE-88CD-9EC4-62B7-CFD0567944B3}"/>
                </a:ext>
              </a:extLst>
            </p:cNvPr>
            <p:cNvSpPr txBox="1"/>
            <p:nvPr/>
          </p:nvSpPr>
          <p:spPr>
            <a:xfrm>
              <a:off x="3502085" y="4860464"/>
              <a:ext cx="1558927" cy="138499"/>
            </a:xfrm>
            <a:prstGeom prst="rect">
              <a:avLst/>
            </a:prstGeom>
            <a:noFill/>
          </p:spPr>
          <p:txBody>
            <a:bodyPr wrap="square" lIns="0" tIns="0" rIns="0" bIns="0" rtlCol="0" anchor="t">
              <a:spAutoFit/>
            </a:bodyPr>
            <a:lstStyle/>
            <a:p>
              <a:pPr marL="171450" indent="-171450">
                <a:buFont typeface="Wingdings" panose="05000000000000000000" pitchFamily="2" charset="2"/>
                <a:buChar char="v"/>
              </a:pPr>
              <a:r>
                <a:rPr lang="en-US" sz="900" i="1">
                  <a:latin typeface="Montserrat"/>
                </a:rPr>
                <a:t>Network Optimization</a:t>
              </a:r>
            </a:p>
          </p:txBody>
        </p:sp>
        <p:sp>
          <p:nvSpPr>
            <p:cNvPr id="48" name="TextBox 47">
              <a:extLst>
                <a:ext uri="{FF2B5EF4-FFF2-40B4-BE49-F238E27FC236}">
                  <a16:creationId xmlns:a16="http://schemas.microsoft.com/office/drawing/2014/main" id="{C98E8968-1988-1798-0BBA-221EC796FFCA}"/>
                </a:ext>
              </a:extLst>
            </p:cNvPr>
            <p:cNvSpPr txBox="1"/>
            <p:nvPr/>
          </p:nvSpPr>
          <p:spPr>
            <a:xfrm>
              <a:off x="3502085" y="4585730"/>
              <a:ext cx="1558927" cy="138499"/>
            </a:xfrm>
            <a:prstGeom prst="rect">
              <a:avLst/>
            </a:prstGeom>
            <a:noFill/>
          </p:spPr>
          <p:txBody>
            <a:bodyPr wrap="square" lIns="0" tIns="0" rIns="0" bIns="0" rtlCol="0" anchor="t">
              <a:spAutoFit/>
            </a:bodyPr>
            <a:lstStyle/>
            <a:p>
              <a:pPr marL="171450" indent="-171450">
                <a:buFont typeface="Wingdings" panose="05000000000000000000" pitchFamily="2" charset="2"/>
                <a:buChar char="v"/>
              </a:pPr>
              <a:r>
                <a:rPr lang="en-US" sz="900" i="1">
                  <a:latin typeface="Montserrat"/>
                </a:rPr>
                <a:t>Inventory Optimization</a:t>
              </a:r>
              <a:endParaRPr lang="en-US" sz="2000"/>
            </a:p>
          </p:txBody>
        </p:sp>
      </p:grpSp>
      <p:grpSp>
        <p:nvGrpSpPr>
          <p:cNvPr id="86" name="Group 85">
            <a:extLst>
              <a:ext uri="{FF2B5EF4-FFF2-40B4-BE49-F238E27FC236}">
                <a16:creationId xmlns:a16="http://schemas.microsoft.com/office/drawing/2014/main" id="{27E5A3F0-8948-B61E-1123-BF75A6AEDC23}"/>
              </a:ext>
            </a:extLst>
          </p:cNvPr>
          <p:cNvGrpSpPr/>
          <p:nvPr/>
        </p:nvGrpSpPr>
        <p:grpSpPr>
          <a:xfrm>
            <a:off x="5277278" y="4428787"/>
            <a:ext cx="2380765" cy="688137"/>
            <a:chOff x="5289159" y="4585730"/>
            <a:chExt cx="2250144" cy="688137"/>
          </a:xfrm>
        </p:grpSpPr>
        <p:sp>
          <p:nvSpPr>
            <p:cNvPr id="54" name="TextBox 53">
              <a:extLst>
                <a:ext uri="{FF2B5EF4-FFF2-40B4-BE49-F238E27FC236}">
                  <a16:creationId xmlns:a16="http://schemas.microsoft.com/office/drawing/2014/main" id="{AE9A456A-0A95-1337-B4E4-D85FEA1E9A37}"/>
                </a:ext>
              </a:extLst>
            </p:cNvPr>
            <p:cNvSpPr txBox="1"/>
            <p:nvPr/>
          </p:nvSpPr>
          <p:spPr>
            <a:xfrm>
              <a:off x="5320471" y="4585730"/>
              <a:ext cx="2218832" cy="138499"/>
            </a:xfrm>
            <a:prstGeom prst="rect">
              <a:avLst/>
            </a:prstGeom>
            <a:noFill/>
          </p:spPr>
          <p:txBody>
            <a:bodyPr wrap="square" lIns="0" tIns="0" rIns="0" bIns="0" rtlCol="0" anchor="t">
              <a:spAutoFit/>
            </a:bodyPr>
            <a:lstStyle/>
            <a:p>
              <a:pPr marL="171450" indent="-171450">
                <a:buFont typeface="Wingdings" panose="05000000000000000000" pitchFamily="2" charset="2"/>
                <a:buChar char="v"/>
              </a:pPr>
              <a:r>
                <a:rPr lang="en-US" sz="900" i="1">
                  <a:latin typeface="Montserrat"/>
                </a:rPr>
                <a:t>Route/Schedule Optimization</a:t>
              </a:r>
            </a:p>
          </p:txBody>
        </p:sp>
        <p:sp>
          <p:nvSpPr>
            <p:cNvPr id="56" name="TextBox 55">
              <a:extLst>
                <a:ext uri="{FF2B5EF4-FFF2-40B4-BE49-F238E27FC236}">
                  <a16:creationId xmlns:a16="http://schemas.microsoft.com/office/drawing/2014/main" id="{6CBBB936-AD8E-2BE2-CCCF-53051158E05F}"/>
                </a:ext>
              </a:extLst>
            </p:cNvPr>
            <p:cNvSpPr txBox="1"/>
            <p:nvPr/>
          </p:nvSpPr>
          <p:spPr>
            <a:xfrm>
              <a:off x="5289159" y="4860464"/>
              <a:ext cx="1558927" cy="138499"/>
            </a:xfrm>
            <a:prstGeom prst="rect">
              <a:avLst/>
            </a:prstGeom>
            <a:noFill/>
          </p:spPr>
          <p:txBody>
            <a:bodyPr wrap="square" lIns="0" tIns="0" rIns="0" bIns="0" rtlCol="0" anchor="t">
              <a:spAutoFit/>
            </a:bodyPr>
            <a:lstStyle/>
            <a:p>
              <a:pPr marL="171450" indent="-171450">
                <a:buFont typeface="Wingdings" panose="05000000000000000000" pitchFamily="2" charset="2"/>
                <a:buChar char="v"/>
              </a:pPr>
              <a:r>
                <a:rPr lang="en-US" sz="900" i="1">
                  <a:latin typeface="Montserrat"/>
                </a:rPr>
                <a:t>AI control tower</a:t>
              </a:r>
            </a:p>
          </p:txBody>
        </p:sp>
        <p:sp>
          <p:nvSpPr>
            <p:cNvPr id="58" name="TextBox 57">
              <a:extLst>
                <a:ext uri="{FF2B5EF4-FFF2-40B4-BE49-F238E27FC236}">
                  <a16:creationId xmlns:a16="http://schemas.microsoft.com/office/drawing/2014/main" id="{6D26B250-EF35-597E-638F-3843A3036569}"/>
                </a:ext>
              </a:extLst>
            </p:cNvPr>
            <p:cNvSpPr txBox="1"/>
            <p:nvPr/>
          </p:nvSpPr>
          <p:spPr>
            <a:xfrm>
              <a:off x="5289159" y="5135368"/>
              <a:ext cx="1558927" cy="138499"/>
            </a:xfrm>
            <a:prstGeom prst="rect">
              <a:avLst/>
            </a:prstGeom>
            <a:noFill/>
          </p:spPr>
          <p:txBody>
            <a:bodyPr wrap="square" lIns="0" tIns="0" rIns="0" bIns="0" rtlCol="0" anchor="t">
              <a:spAutoFit/>
            </a:bodyPr>
            <a:lstStyle/>
            <a:p>
              <a:pPr marL="171450" indent="-171450">
                <a:buFont typeface="Wingdings" panose="05000000000000000000" pitchFamily="2" charset="2"/>
                <a:buChar char="v"/>
              </a:pPr>
              <a:r>
                <a:rPr lang="en-US" sz="900" i="1">
                  <a:latin typeface="Montserrat"/>
                </a:rPr>
                <a:t>Trade Promo Simulation</a:t>
              </a:r>
            </a:p>
          </p:txBody>
        </p:sp>
      </p:grpSp>
      <p:grpSp>
        <p:nvGrpSpPr>
          <p:cNvPr id="85" name="Group 84">
            <a:extLst>
              <a:ext uri="{FF2B5EF4-FFF2-40B4-BE49-F238E27FC236}">
                <a16:creationId xmlns:a16="http://schemas.microsoft.com/office/drawing/2014/main" id="{587F4DFC-E15A-8939-A18D-62B4B6B78F83}"/>
              </a:ext>
            </a:extLst>
          </p:cNvPr>
          <p:cNvGrpSpPr/>
          <p:nvPr/>
        </p:nvGrpSpPr>
        <p:grpSpPr>
          <a:xfrm>
            <a:off x="7433018" y="4423309"/>
            <a:ext cx="2293937" cy="688137"/>
            <a:chOff x="7198635" y="4585730"/>
            <a:chExt cx="2342959" cy="688137"/>
          </a:xfrm>
        </p:grpSpPr>
        <p:sp>
          <p:nvSpPr>
            <p:cNvPr id="60" name="TextBox 59">
              <a:extLst>
                <a:ext uri="{FF2B5EF4-FFF2-40B4-BE49-F238E27FC236}">
                  <a16:creationId xmlns:a16="http://schemas.microsoft.com/office/drawing/2014/main" id="{A96653B3-6D0B-3AEF-B202-80DAF86E06E0}"/>
                </a:ext>
              </a:extLst>
            </p:cNvPr>
            <p:cNvSpPr txBox="1"/>
            <p:nvPr/>
          </p:nvSpPr>
          <p:spPr>
            <a:xfrm>
              <a:off x="7204274" y="4585730"/>
              <a:ext cx="2337320" cy="138499"/>
            </a:xfrm>
            <a:prstGeom prst="rect">
              <a:avLst/>
            </a:prstGeom>
            <a:noFill/>
          </p:spPr>
          <p:txBody>
            <a:bodyPr wrap="square" lIns="0" tIns="0" rIns="0" bIns="0" rtlCol="0" anchor="t">
              <a:spAutoFit/>
            </a:bodyPr>
            <a:lstStyle/>
            <a:p>
              <a:pPr marL="171450" indent="-171450">
                <a:buFont typeface="Wingdings" panose="05000000000000000000" pitchFamily="2" charset="2"/>
                <a:buChar char="v"/>
              </a:pPr>
              <a:r>
                <a:rPr lang="en-US" sz="900" i="1">
                  <a:latin typeface="Montserrat"/>
                </a:rPr>
                <a:t>Customer Segmentation (RFM-R)</a:t>
              </a:r>
            </a:p>
          </p:txBody>
        </p:sp>
        <p:sp>
          <p:nvSpPr>
            <p:cNvPr id="62" name="TextBox 61">
              <a:extLst>
                <a:ext uri="{FF2B5EF4-FFF2-40B4-BE49-F238E27FC236}">
                  <a16:creationId xmlns:a16="http://schemas.microsoft.com/office/drawing/2014/main" id="{D0CC8C17-2BED-668D-F0BA-FC1BE3987424}"/>
                </a:ext>
              </a:extLst>
            </p:cNvPr>
            <p:cNvSpPr txBox="1"/>
            <p:nvPr/>
          </p:nvSpPr>
          <p:spPr>
            <a:xfrm>
              <a:off x="7198635" y="4860464"/>
              <a:ext cx="2146458" cy="138499"/>
            </a:xfrm>
            <a:prstGeom prst="rect">
              <a:avLst/>
            </a:prstGeom>
            <a:noFill/>
          </p:spPr>
          <p:txBody>
            <a:bodyPr wrap="square" lIns="0" tIns="0" rIns="0" bIns="0" rtlCol="0" anchor="t">
              <a:spAutoFit/>
            </a:bodyPr>
            <a:lstStyle/>
            <a:p>
              <a:pPr marL="171450" indent="-171450">
                <a:buFont typeface="Wingdings" panose="05000000000000000000" pitchFamily="2" charset="2"/>
                <a:buChar char="v"/>
              </a:pPr>
              <a:r>
                <a:rPr lang="en-US" sz="900" i="1">
                  <a:latin typeface="Montserrat"/>
                </a:rPr>
                <a:t>Portfolio &amp; Market Strategy</a:t>
              </a:r>
            </a:p>
          </p:txBody>
        </p:sp>
        <p:sp>
          <p:nvSpPr>
            <p:cNvPr id="64" name="TextBox 63">
              <a:extLst>
                <a:ext uri="{FF2B5EF4-FFF2-40B4-BE49-F238E27FC236}">
                  <a16:creationId xmlns:a16="http://schemas.microsoft.com/office/drawing/2014/main" id="{28DFE0D3-3C06-2338-15FD-0B32BA315DD4}"/>
                </a:ext>
              </a:extLst>
            </p:cNvPr>
            <p:cNvSpPr txBox="1"/>
            <p:nvPr/>
          </p:nvSpPr>
          <p:spPr>
            <a:xfrm>
              <a:off x="7198636" y="5135368"/>
              <a:ext cx="2091377" cy="138499"/>
            </a:xfrm>
            <a:prstGeom prst="rect">
              <a:avLst/>
            </a:prstGeom>
            <a:noFill/>
          </p:spPr>
          <p:txBody>
            <a:bodyPr wrap="square" lIns="0" tIns="0" rIns="0" bIns="0" rtlCol="0" anchor="t">
              <a:spAutoFit/>
            </a:bodyPr>
            <a:lstStyle/>
            <a:p>
              <a:pPr marL="171450" indent="-171450">
                <a:buFont typeface="Wingdings" panose="05000000000000000000" pitchFamily="2" charset="2"/>
                <a:buChar char="v"/>
              </a:pPr>
              <a:r>
                <a:rPr lang="en-US" sz="900" i="1">
                  <a:latin typeface="Montserrat"/>
                </a:rPr>
                <a:t> Next Best Action</a:t>
              </a:r>
            </a:p>
          </p:txBody>
        </p:sp>
      </p:grpSp>
      <p:grpSp>
        <p:nvGrpSpPr>
          <p:cNvPr id="84" name="Group 83">
            <a:extLst>
              <a:ext uri="{FF2B5EF4-FFF2-40B4-BE49-F238E27FC236}">
                <a16:creationId xmlns:a16="http://schemas.microsoft.com/office/drawing/2014/main" id="{D4E66089-FF5D-89C7-AEA3-266969E097B2}"/>
              </a:ext>
            </a:extLst>
          </p:cNvPr>
          <p:cNvGrpSpPr/>
          <p:nvPr/>
        </p:nvGrpSpPr>
        <p:grpSpPr>
          <a:xfrm>
            <a:off x="9907608" y="4394100"/>
            <a:ext cx="1714388" cy="688137"/>
            <a:chOff x="9306304" y="4585730"/>
            <a:chExt cx="2146458" cy="688137"/>
          </a:xfrm>
        </p:grpSpPr>
        <p:sp>
          <p:nvSpPr>
            <p:cNvPr id="81" name="TextBox 80">
              <a:extLst>
                <a:ext uri="{FF2B5EF4-FFF2-40B4-BE49-F238E27FC236}">
                  <a16:creationId xmlns:a16="http://schemas.microsoft.com/office/drawing/2014/main" id="{03EF4788-36D1-C3C0-27BC-710EA3071859}"/>
                </a:ext>
              </a:extLst>
            </p:cNvPr>
            <p:cNvSpPr txBox="1"/>
            <p:nvPr/>
          </p:nvSpPr>
          <p:spPr>
            <a:xfrm>
              <a:off x="9306304" y="4585730"/>
              <a:ext cx="1936898" cy="138499"/>
            </a:xfrm>
            <a:prstGeom prst="rect">
              <a:avLst/>
            </a:prstGeom>
            <a:noFill/>
          </p:spPr>
          <p:txBody>
            <a:bodyPr wrap="square" lIns="0" tIns="0" rIns="0" bIns="0" rtlCol="0" anchor="t">
              <a:spAutoFit/>
            </a:bodyPr>
            <a:lstStyle/>
            <a:p>
              <a:pPr marL="171450" indent="-171450">
                <a:buFont typeface="Wingdings" panose="05000000000000000000" pitchFamily="2" charset="2"/>
                <a:buChar char="v"/>
              </a:pPr>
              <a:r>
                <a:rPr lang="en-US" sz="900" i="1">
                  <a:latin typeface="Montserrat"/>
                </a:rPr>
                <a:t>S&amp;OP Orchestration</a:t>
              </a:r>
            </a:p>
          </p:txBody>
        </p:sp>
        <p:sp>
          <p:nvSpPr>
            <p:cNvPr id="82" name="TextBox 81">
              <a:extLst>
                <a:ext uri="{FF2B5EF4-FFF2-40B4-BE49-F238E27FC236}">
                  <a16:creationId xmlns:a16="http://schemas.microsoft.com/office/drawing/2014/main" id="{4947282F-5910-C357-AD30-C8539FEB8429}"/>
                </a:ext>
              </a:extLst>
            </p:cNvPr>
            <p:cNvSpPr txBox="1"/>
            <p:nvPr/>
          </p:nvSpPr>
          <p:spPr>
            <a:xfrm>
              <a:off x="9306304" y="4860464"/>
              <a:ext cx="2146458" cy="138499"/>
            </a:xfrm>
            <a:prstGeom prst="rect">
              <a:avLst/>
            </a:prstGeom>
            <a:noFill/>
          </p:spPr>
          <p:txBody>
            <a:bodyPr wrap="square" lIns="0" tIns="0" rIns="0" bIns="0" rtlCol="0" anchor="t">
              <a:spAutoFit/>
            </a:bodyPr>
            <a:lstStyle/>
            <a:p>
              <a:pPr marL="171450" indent="-171450">
                <a:buFont typeface="Wingdings" panose="05000000000000000000" pitchFamily="2" charset="2"/>
                <a:buChar char="v"/>
              </a:pPr>
              <a:r>
                <a:rPr lang="en-US" sz="900" i="1">
                  <a:latin typeface="Montserrat"/>
                </a:rPr>
                <a:t>Demand Planning Agent</a:t>
              </a:r>
            </a:p>
          </p:txBody>
        </p:sp>
        <p:sp>
          <p:nvSpPr>
            <p:cNvPr id="83" name="TextBox 82">
              <a:extLst>
                <a:ext uri="{FF2B5EF4-FFF2-40B4-BE49-F238E27FC236}">
                  <a16:creationId xmlns:a16="http://schemas.microsoft.com/office/drawing/2014/main" id="{CCB8F618-B2D2-615A-5AD6-100B2751034B}"/>
                </a:ext>
              </a:extLst>
            </p:cNvPr>
            <p:cNvSpPr txBox="1"/>
            <p:nvPr/>
          </p:nvSpPr>
          <p:spPr>
            <a:xfrm>
              <a:off x="9306305" y="5135368"/>
              <a:ext cx="2091376" cy="138499"/>
            </a:xfrm>
            <a:prstGeom prst="rect">
              <a:avLst/>
            </a:prstGeom>
            <a:noFill/>
          </p:spPr>
          <p:txBody>
            <a:bodyPr wrap="square" lIns="0" tIns="0" rIns="0" bIns="0" rtlCol="0" anchor="t">
              <a:spAutoFit/>
            </a:bodyPr>
            <a:lstStyle/>
            <a:p>
              <a:pPr marL="171450" indent="-171450">
                <a:buFont typeface="Wingdings" panose="05000000000000000000" pitchFamily="2" charset="2"/>
                <a:buChar char="v"/>
              </a:pPr>
              <a:r>
                <a:rPr lang="en-US" sz="900" i="1">
                  <a:latin typeface="Montserrat"/>
                </a:rPr>
                <a:t>Predictive Maintenance</a:t>
              </a:r>
            </a:p>
          </p:txBody>
        </p:sp>
      </p:grpSp>
      <p:sp>
        <p:nvSpPr>
          <p:cNvPr id="34" name="Slide Number Placeholder 5">
            <a:extLst>
              <a:ext uri="{FF2B5EF4-FFF2-40B4-BE49-F238E27FC236}">
                <a16:creationId xmlns:a16="http://schemas.microsoft.com/office/drawing/2014/main" id="{7A0D8703-9142-75FE-EEF8-F312CD8A579C}"/>
              </a:ext>
            </a:extLst>
          </p:cNvPr>
          <p:cNvSpPr>
            <a:spLocks noGrp="1"/>
          </p:cNvSpPr>
          <p:nvPr>
            <p:ph type="sldNum" sz="quarter" idx="12"/>
          </p:nvPr>
        </p:nvSpPr>
        <p:spPr>
          <a:xfrm>
            <a:off x="9105900" y="6540407"/>
            <a:ext cx="2743200" cy="206375"/>
          </a:xfrm>
        </p:spPr>
        <p:txBody>
          <a:bodyPr/>
          <a:lstStyle>
            <a:lvl1pPr>
              <a:defRPr>
                <a:solidFill>
                  <a:schemeClr val="bg1"/>
                </a:solidFill>
              </a:defRPr>
            </a:lvl1pPr>
          </a:lstStyle>
          <a:p>
            <a:fld id="{330EA680-D336-4FF7-8B7A-9848BB0A1C32}" type="slidenum">
              <a:rPr lang="en-US" smtClean="0">
                <a:solidFill>
                  <a:schemeClr val="tx1"/>
                </a:solidFill>
              </a:rPr>
              <a:pPr/>
              <a:t>38</a:t>
            </a:fld>
            <a:endParaRPr lang="en-US">
              <a:solidFill>
                <a:schemeClr val="tx1"/>
              </a:solidFill>
            </a:endParaRPr>
          </a:p>
        </p:txBody>
      </p:sp>
      <p:sp>
        <p:nvSpPr>
          <p:cNvPr id="39" name="Date Placeholder 3">
            <a:extLst>
              <a:ext uri="{FF2B5EF4-FFF2-40B4-BE49-F238E27FC236}">
                <a16:creationId xmlns:a16="http://schemas.microsoft.com/office/drawing/2014/main" id="{59AF7B43-6919-EB5E-071B-161A678C2F3D}"/>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bg1"/>
                </a:solidFill>
                <a:latin typeface="Montserrat Light" pitchFamily="2" charset="77"/>
              </a:defRPr>
            </a:lvl1pPr>
          </a:lstStyle>
          <a:p>
            <a:r>
              <a:rPr lang="en-US">
                <a:solidFill>
                  <a:schemeClr val="tx1"/>
                </a:solidFill>
              </a:rPr>
              <a:t>© SYREN CLOUD INC – 2026 – ALL RIGHTS RESERVED</a:t>
            </a:r>
            <a:endParaRPr lang="en-US" sz="600">
              <a:solidFill>
                <a:schemeClr val="tx1"/>
              </a:solidFill>
            </a:endParaRPr>
          </a:p>
        </p:txBody>
      </p:sp>
      <p:pic>
        <p:nvPicPr>
          <p:cNvPr id="59" name="Graphic 58">
            <a:extLst>
              <a:ext uri="{FF2B5EF4-FFF2-40B4-BE49-F238E27FC236}">
                <a16:creationId xmlns:a16="http://schemas.microsoft.com/office/drawing/2014/main" id="{E736F73F-673E-6464-8D10-1EFDC3623AF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035535" y="5662026"/>
            <a:ext cx="356616" cy="356616"/>
          </a:xfrm>
          <a:prstGeom prst="rect">
            <a:avLst/>
          </a:prstGeom>
        </p:spPr>
      </p:pic>
      <p:pic>
        <p:nvPicPr>
          <p:cNvPr id="63" name="Graphic 62" descr="Search Inventory outline">
            <a:extLst>
              <a:ext uri="{FF2B5EF4-FFF2-40B4-BE49-F238E27FC236}">
                <a16:creationId xmlns:a16="http://schemas.microsoft.com/office/drawing/2014/main" id="{C3EF7C87-648B-7A78-0B0E-CFF730B56F4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200783" y="5662026"/>
            <a:ext cx="356616" cy="356616"/>
          </a:xfrm>
          <a:prstGeom prst="rect">
            <a:avLst/>
          </a:prstGeom>
        </p:spPr>
      </p:pic>
      <p:pic>
        <p:nvPicPr>
          <p:cNvPr id="72" name="Graphic 71" descr="Bar graph with downward trend outline">
            <a:extLst>
              <a:ext uri="{FF2B5EF4-FFF2-40B4-BE49-F238E27FC236}">
                <a16:creationId xmlns:a16="http://schemas.microsoft.com/office/drawing/2014/main" id="{93E8C227-C6D1-9A09-AF3B-DFEC59C0A6E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366031" y="5662026"/>
            <a:ext cx="356616" cy="356616"/>
          </a:xfrm>
          <a:prstGeom prst="rect">
            <a:avLst/>
          </a:prstGeom>
        </p:spPr>
      </p:pic>
      <p:pic>
        <p:nvPicPr>
          <p:cNvPr id="74" name="Graphic 73">
            <a:extLst>
              <a:ext uri="{FF2B5EF4-FFF2-40B4-BE49-F238E27FC236}">
                <a16:creationId xmlns:a16="http://schemas.microsoft.com/office/drawing/2014/main" id="{61CC88B2-2070-FE6E-8B92-5AAF51BD835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531279" y="5662026"/>
            <a:ext cx="356616" cy="356616"/>
          </a:xfrm>
          <a:prstGeom prst="rect">
            <a:avLst/>
          </a:prstGeom>
        </p:spPr>
      </p:pic>
      <p:pic>
        <p:nvPicPr>
          <p:cNvPr id="76" name="Graphic 75">
            <a:extLst>
              <a:ext uri="{FF2B5EF4-FFF2-40B4-BE49-F238E27FC236}">
                <a16:creationId xmlns:a16="http://schemas.microsoft.com/office/drawing/2014/main" id="{F8DB211B-683B-1A62-7CFE-CD718F50E090}"/>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696525" y="5636848"/>
            <a:ext cx="356616" cy="356616"/>
          </a:xfrm>
          <a:prstGeom prst="rect">
            <a:avLst/>
          </a:prstGeom>
        </p:spPr>
      </p:pic>
    </p:spTree>
    <p:extLst>
      <p:ext uri="{BB962C8B-B14F-4D97-AF65-F5344CB8AC3E}">
        <p14:creationId xmlns:p14="http://schemas.microsoft.com/office/powerpoint/2010/main" val="61897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066E3D7C-20DA-13A3-66FF-05406D5DAFB9}"/>
              </a:ext>
            </a:extLst>
          </p:cNvPr>
          <p:cNvSpPr/>
          <p:nvPr/>
        </p:nvSpPr>
        <p:spPr>
          <a:xfrm>
            <a:off x="546100" y="4238822"/>
            <a:ext cx="11303000" cy="1755860"/>
          </a:xfrm>
          <a:prstGeom prst="roundRect">
            <a:avLst>
              <a:gd name="adj" fmla="val 9847"/>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tIns="91440" rtlCol="0" anchor="t"/>
          <a:lstStyle/>
          <a:p>
            <a:pPr>
              <a:spcAft>
                <a:spcPts val="600"/>
              </a:spcAft>
            </a:pPr>
            <a:endParaRPr lang="en-IN" sz="1200" b="1">
              <a:solidFill>
                <a:schemeClr val="tx1"/>
              </a:solidFill>
              <a:latin typeface="Montserrat" panose="00000500000000000000" pitchFamily="2" charset="0"/>
            </a:endParaRPr>
          </a:p>
        </p:txBody>
      </p:sp>
      <p:sp>
        <p:nvSpPr>
          <p:cNvPr id="2" name="Title 1">
            <a:extLst>
              <a:ext uri="{FF2B5EF4-FFF2-40B4-BE49-F238E27FC236}">
                <a16:creationId xmlns:a16="http://schemas.microsoft.com/office/drawing/2014/main" id="{4E7F04BB-4FE3-7AC9-1A31-9CC7DA723999}"/>
              </a:ext>
            </a:extLst>
          </p:cNvPr>
          <p:cNvSpPr>
            <a:spLocks noGrp="1"/>
          </p:cNvSpPr>
          <p:nvPr>
            <p:ph type="title"/>
          </p:nvPr>
        </p:nvSpPr>
        <p:spPr/>
        <p:txBody>
          <a:bodyPr/>
          <a:lstStyle/>
          <a:p>
            <a:r>
              <a:rPr lang="en-US">
                <a:latin typeface="Montserrat Light"/>
              </a:rPr>
              <a:t>Intelligence that acts — Governed at every step</a:t>
            </a:r>
            <a:endParaRPr lang="en-IN">
              <a:latin typeface="Montserrat Light"/>
            </a:endParaRPr>
          </a:p>
        </p:txBody>
      </p:sp>
      <p:sp>
        <p:nvSpPr>
          <p:cNvPr id="6" name="Subtitle 6">
            <a:extLst>
              <a:ext uri="{FF2B5EF4-FFF2-40B4-BE49-F238E27FC236}">
                <a16:creationId xmlns:a16="http://schemas.microsoft.com/office/drawing/2014/main" id="{B0B55B44-DDB3-D277-3874-57DBA2392336}"/>
              </a:ext>
            </a:extLst>
          </p:cNvPr>
          <p:cNvSpPr txBox="1">
            <a:spLocks/>
          </p:cNvSpPr>
          <p:nvPr/>
        </p:nvSpPr>
        <p:spPr>
          <a:xfrm>
            <a:off x="406401" y="986480"/>
            <a:ext cx="4618434" cy="286232"/>
          </a:xfrm>
          <a:prstGeom prst="rect">
            <a:avLst/>
          </a:prstGeom>
        </p:spPr>
        <p:txBody>
          <a:bodyPr wrap="square" lIns="91440" tIns="45720" rIns="91440" bIns="45720" anchor="t">
            <a:spAutoFit/>
          </a:bodyPr>
          <a:lstStyle>
            <a:lvl1pPr marL="228600" indent="-228600" algn="l" defTabSz="914400" rtl="0" eaLnBrk="1" latinLnBrk="0" hangingPunct="1">
              <a:lnSpc>
                <a:spcPct val="90000"/>
              </a:lnSpc>
              <a:spcBef>
                <a:spcPts val="1000"/>
              </a:spcBef>
              <a:buClr>
                <a:schemeClr val="bg2"/>
              </a:buClr>
              <a:buSzPct val="80000"/>
              <a:buFontTx/>
              <a:buBlip>
                <a:blip r:embed="rId2"/>
              </a:buBlip>
              <a:defRPr sz="1600" b="0" i="0" kern="1200">
                <a:solidFill>
                  <a:schemeClr val="tx1"/>
                </a:solidFill>
                <a:latin typeface="Montserrat Light" pitchFamily="2" charset="77"/>
                <a:ea typeface="+mn-ea"/>
                <a:cs typeface="+mn-cs"/>
              </a:defRPr>
            </a:lvl1pPr>
            <a:lvl2pPr marL="685800" indent="-228600" algn="l" defTabSz="914400" rtl="0" eaLnBrk="1" latinLnBrk="0" hangingPunct="1">
              <a:lnSpc>
                <a:spcPct val="90000"/>
              </a:lnSpc>
              <a:spcBef>
                <a:spcPts val="500"/>
              </a:spcBef>
              <a:buClr>
                <a:schemeClr val="bg2"/>
              </a:buClr>
              <a:buSzPct val="80000"/>
              <a:buFontTx/>
              <a:buBlip>
                <a:blip r:embed="rId2"/>
              </a:buBlip>
              <a:defRPr sz="1200" b="0" i="0" kern="1200">
                <a:solidFill>
                  <a:schemeClr val="tx1"/>
                </a:solidFill>
                <a:latin typeface="Montserrat Light" pitchFamily="2" charset="77"/>
                <a:ea typeface="+mn-ea"/>
                <a:cs typeface="+mn-cs"/>
              </a:defRPr>
            </a:lvl2pPr>
            <a:lvl3pPr marL="1143000" indent="-228600" algn="l" defTabSz="914400" rtl="0" eaLnBrk="1" latinLnBrk="0" hangingPunct="1">
              <a:lnSpc>
                <a:spcPct val="90000"/>
              </a:lnSpc>
              <a:spcBef>
                <a:spcPts val="500"/>
              </a:spcBef>
              <a:buClr>
                <a:schemeClr val="bg2"/>
              </a:buClr>
              <a:buSzPct val="80000"/>
              <a:buFontTx/>
              <a:buBlip>
                <a:blip r:embed="rId2"/>
              </a:buBlip>
              <a:defRPr sz="1000" b="0" i="0" kern="1200">
                <a:solidFill>
                  <a:schemeClr val="tx1"/>
                </a:solidFill>
                <a:latin typeface="Montserrat Light" pitchFamily="2" charset="77"/>
                <a:ea typeface="+mn-ea"/>
                <a:cs typeface="+mn-cs"/>
              </a:defRPr>
            </a:lvl3pPr>
            <a:lvl4pPr marL="1600200" indent="-228600" algn="l" defTabSz="914400" rtl="0" eaLnBrk="1" latinLnBrk="0" hangingPunct="1">
              <a:lnSpc>
                <a:spcPct val="90000"/>
              </a:lnSpc>
              <a:spcBef>
                <a:spcPts val="500"/>
              </a:spcBef>
              <a:buClr>
                <a:schemeClr val="bg2"/>
              </a:buClr>
              <a:buSzPct val="80000"/>
              <a:buFontTx/>
              <a:buBlip>
                <a:blip r:embed="rId2"/>
              </a:buBlip>
              <a:defRPr sz="800" b="0" i="0" kern="1200">
                <a:solidFill>
                  <a:schemeClr val="tx1"/>
                </a:solidFill>
                <a:latin typeface="Montserrat Light" pitchFamily="2" charset="77"/>
                <a:ea typeface="+mn-ea"/>
                <a:cs typeface="+mn-cs"/>
              </a:defRPr>
            </a:lvl4pPr>
            <a:lvl5pPr marL="2057400" indent="-228600" algn="l" defTabSz="914400" rtl="0" eaLnBrk="1" latinLnBrk="0" hangingPunct="1">
              <a:lnSpc>
                <a:spcPct val="90000"/>
              </a:lnSpc>
              <a:spcBef>
                <a:spcPts val="500"/>
              </a:spcBef>
              <a:buClr>
                <a:schemeClr val="bg2"/>
              </a:buClr>
              <a:buSzPct val="80000"/>
              <a:buFontTx/>
              <a:buBlip>
                <a:blip r:embed="rId2"/>
              </a:buBlip>
              <a:defRPr sz="600" b="0" i="0" kern="1200">
                <a:solidFill>
                  <a:schemeClr val="tx1"/>
                </a:solidFill>
                <a:latin typeface="Montserrat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None/>
            </a:pPr>
            <a:r>
              <a:rPr lang="en-US" sz="1400">
                <a:latin typeface="Montserrat" panose="00000500000000000000" pitchFamily="2" charset="0"/>
              </a:rPr>
              <a:t>Governed sense → reason → plan → execute loop</a:t>
            </a:r>
            <a:endParaRPr lang="en-US" sz="1400">
              <a:latin typeface="Montserrat"/>
            </a:endParaRPr>
          </a:p>
        </p:txBody>
      </p:sp>
      <p:sp>
        <p:nvSpPr>
          <p:cNvPr id="11" name="Rectangle 10">
            <a:extLst>
              <a:ext uri="{FF2B5EF4-FFF2-40B4-BE49-F238E27FC236}">
                <a16:creationId xmlns:a16="http://schemas.microsoft.com/office/drawing/2014/main" id="{5F6AA195-BA1E-78A5-5B71-4F01080ED7D5}"/>
              </a:ext>
            </a:extLst>
          </p:cNvPr>
          <p:cNvSpPr/>
          <p:nvPr/>
        </p:nvSpPr>
        <p:spPr>
          <a:xfrm>
            <a:off x="9023350" y="1563575"/>
            <a:ext cx="2825750" cy="2552084"/>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1371600" rIns="91440" bIns="45720" rtlCol="0" anchor="t"/>
          <a:lstStyle/>
          <a:p>
            <a:pPr algn="ctr">
              <a:spcBef>
                <a:spcPts val="600"/>
              </a:spcBef>
            </a:pPr>
            <a:r>
              <a:rPr lang="en-US" sz="1600" b="1">
                <a:solidFill>
                  <a:schemeClr val="tx1"/>
                </a:solidFill>
                <a:latin typeface="Montserrat" panose="00000500000000000000" pitchFamily="2" charset="0"/>
              </a:rPr>
              <a:t>Execute</a:t>
            </a:r>
          </a:p>
          <a:p>
            <a:pPr algn="ctr">
              <a:spcBef>
                <a:spcPts val="600"/>
              </a:spcBef>
            </a:pPr>
            <a:r>
              <a:rPr lang="en-US" sz="1400">
                <a:solidFill>
                  <a:schemeClr val="tx1"/>
                </a:solidFill>
                <a:latin typeface="Montserrat"/>
              </a:rPr>
              <a:t>AI-as-Judge gated write-back. Human-in-the-loop </a:t>
            </a:r>
            <a:br>
              <a:rPr lang="en-US" sz="1400">
                <a:latin typeface="Montserrat" panose="00000500000000000000" pitchFamily="2" charset="0"/>
              </a:rPr>
            </a:br>
            <a:r>
              <a:rPr lang="en-US" sz="1400">
                <a:solidFill>
                  <a:schemeClr val="tx1"/>
                </a:solidFill>
                <a:latin typeface="Montserrat"/>
              </a:rPr>
              <a:t>for high stakes.</a:t>
            </a:r>
            <a:endParaRPr lang="en-IN" sz="1400">
              <a:solidFill>
                <a:schemeClr val="tx1"/>
              </a:solidFill>
              <a:latin typeface="Montserrat"/>
            </a:endParaRPr>
          </a:p>
        </p:txBody>
      </p:sp>
      <p:sp>
        <p:nvSpPr>
          <p:cNvPr id="10" name="Rectangle 9">
            <a:extLst>
              <a:ext uri="{FF2B5EF4-FFF2-40B4-BE49-F238E27FC236}">
                <a16:creationId xmlns:a16="http://schemas.microsoft.com/office/drawing/2014/main" id="{22661D1A-0F06-1E6E-854E-CB3F294CA1FB}"/>
              </a:ext>
            </a:extLst>
          </p:cNvPr>
          <p:cNvSpPr/>
          <p:nvPr/>
        </p:nvSpPr>
        <p:spPr>
          <a:xfrm>
            <a:off x="6197600" y="1563575"/>
            <a:ext cx="2825750" cy="2552084"/>
          </a:xfrm>
          <a:prstGeom prst="rect">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1371600" rtlCol="0" anchor="t"/>
          <a:lstStyle/>
          <a:p>
            <a:pPr algn="ctr">
              <a:spcBef>
                <a:spcPts val="600"/>
              </a:spcBef>
            </a:pPr>
            <a:r>
              <a:rPr lang="en-US" sz="1600" b="1">
                <a:solidFill>
                  <a:schemeClr val="tx1"/>
                </a:solidFill>
                <a:latin typeface="Montserrat" panose="00000500000000000000" pitchFamily="2" charset="0"/>
              </a:rPr>
              <a:t>Rank</a:t>
            </a:r>
          </a:p>
          <a:p>
            <a:pPr algn="ctr">
              <a:spcBef>
                <a:spcPts val="600"/>
              </a:spcBef>
            </a:pPr>
            <a:r>
              <a:rPr lang="en-US" sz="1400">
                <a:solidFill>
                  <a:schemeClr val="tx1"/>
                </a:solidFill>
                <a:latin typeface="Montserrat" panose="00000500000000000000" pitchFamily="2" charset="0"/>
              </a:rPr>
              <a:t>Cited scenario actions — every recommendation traceable</a:t>
            </a:r>
            <a:endParaRPr lang="en-IN" sz="1400">
              <a:solidFill>
                <a:schemeClr val="tx1"/>
              </a:solidFill>
              <a:latin typeface="Montserrat" panose="00000500000000000000" pitchFamily="2" charset="0"/>
            </a:endParaRPr>
          </a:p>
        </p:txBody>
      </p:sp>
      <p:sp>
        <p:nvSpPr>
          <p:cNvPr id="9" name="Rectangle 8">
            <a:extLst>
              <a:ext uri="{FF2B5EF4-FFF2-40B4-BE49-F238E27FC236}">
                <a16:creationId xmlns:a16="http://schemas.microsoft.com/office/drawing/2014/main" id="{1CE80BDF-F0D8-D720-9A93-70042D3EE8EE}"/>
              </a:ext>
            </a:extLst>
          </p:cNvPr>
          <p:cNvSpPr/>
          <p:nvPr/>
        </p:nvSpPr>
        <p:spPr>
          <a:xfrm>
            <a:off x="3371850" y="1563575"/>
            <a:ext cx="2825750" cy="2552084"/>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tIns="1371600" rtlCol="0" anchor="t"/>
          <a:lstStyle/>
          <a:p>
            <a:pPr algn="ctr">
              <a:spcBef>
                <a:spcPts val="600"/>
              </a:spcBef>
            </a:pPr>
            <a:r>
              <a:rPr lang="en-US" sz="1600" b="1">
                <a:solidFill>
                  <a:schemeClr val="tx1"/>
                </a:solidFill>
                <a:latin typeface="Montserrat" panose="00000500000000000000" pitchFamily="2" charset="0"/>
              </a:rPr>
              <a:t>Ground</a:t>
            </a:r>
          </a:p>
          <a:p>
            <a:pPr algn="ctr">
              <a:spcBef>
                <a:spcPts val="600"/>
              </a:spcBef>
            </a:pPr>
            <a:r>
              <a:rPr lang="en-US" sz="1400">
                <a:solidFill>
                  <a:schemeClr val="tx1"/>
                </a:solidFill>
                <a:latin typeface="Montserrat" panose="00000500000000000000" pitchFamily="2" charset="0"/>
              </a:rPr>
              <a:t>Graph RAG 2.0 fuses SOPs, policies &amp; structured data</a:t>
            </a:r>
            <a:endParaRPr lang="en-IN" sz="1400">
              <a:solidFill>
                <a:schemeClr val="tx1"/>
              </a:solidFill>
              <a:latin typeface="Montserrat" panose="00000500000000000000" pitchFamily="2" charset="0"/>
            </a:endParaRPr>
          </a:p>
        </p:txBody>
      </p:sp>
      <p:sp>
        <p:nvSpPr>
          <p:cNvPr id="8" name="Rectangle 7">
            <a:extLst>
              <a:ext uri="{FF2B5EF4-FFF2-40B4-BE49-F238E27FC236}">
                <a16:creationId xmlns:a16="http://schemas.microsoft.com/office/drawing/2014/main" id="{8E689D79-C0D9-A96C-D77E-2B8B43102C12}"/>
              </a:ext>
            </a:extLst>
          </p:cNvPr>
          <p:cNvSpPr/>
          <p:nvPr/>
        </p:nvSpPr>
        <p:spPr>
          <a:xfrm>
            <a:off x="546100" y="1563575"/>
            <a:ext cx="2825750" cy="2552084"/>
          </a:xfrm>
          <a:prstGeom prst="rect">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1371600" rtlCol="0" anchor="t"/>
          <a:lstStyle/>
          <a:p>
            <a:pPr algn="ctr">
              <a:spcBef>
                <a:spcPts val="600"/>
              </a:spcBef>
            </a:pPr>
            <a:r>
              <a:rPr lang="en-US" sz="1600" b="1">
                <a:solidFill>
                  <a:schemeClr val="tx1"/>
                </a:solidFill>
                <a:latin typeface="Montserrat" panose="00000500000000000000" pitchFamily="2" charset="0"/>
              </a:rPr>
              <a:t>Ingest</a:t>
            </a:r>
          </a:p>
          <a:p>
            <a:pPr algn="ctr">
              <a:spcBef>
                <a:spcPts val="600"/>
              </a:spcBef>
            </a:pPr>
            <a:r>
              <a:rPr lang="en-US" sz="1400">
                <a:solidFill>
                  <a:schemeClr val="tx1"/>
                </a:solidFill>
                <a:latin typeface="Montserrat" panose="00000500000000000000" pitchFamily="2" charset="0"/>
              </a:rPr>
              <a:t>IoT, CRM, ERP &amp; market signals in real-time</a:t>
            </a:r>
            <a:endParaRPr lang="en-IN" sz="1400">
              <a:solidFill>
                <a:schemeClr val="tx1"/>
              </a:solidFill>
              <a:latin typeface="Montserrat" panose="00000500000000000000" pitchFamily="2" charset="0"/>
            </a:endParaRPr>
          </a:p>
        </p:txBody>
      </p:sp>
      <p:sp>
        <p:nvSpPr>
          <p:cNvPr id="14" name="TextBox 13">
            <a:extLst>
              <a:ext uri="{FF2B5EF4-FFF2-40B4-BE49-F238E27FC236}">
                <a16:creationId xmlns:a16="http://schemas.microsoft.com/office/drawing/2014/main" id="{14B3171C-2EE3-3286-92CE-D688BECF58D2}"/>
              </a:ext>
            </a:extLst>
          </p:cNvPr>
          <p:cNvSpPr txBox="1"/>
          <p:nvPr/>
        </p:nvSpPr>
        <p:spPr>
          <a:xfrm>
            <a:off x="1606956" y="1732484"/>
            <a:ext cx="704039" cy="276999"/>
          </a:xfrm>
          <a:prstGeom prst="rect">
            <a:avLst/>
          </a:prstGeom>
          <a:noFill/>
        </p:spPr>
        <p:txBody>
          <a:bodyPr wrap="none">
            <a:spAutoFit/>
          </a:bodyPr>
          <a:lstStyle/>
          <a:p>
            <a:pPr algn="ctr">
              <a:buNone/>
            </a:pPr>
            <a:r>
              <a:rPr lang="en-IN" sz="1200" i="0" cap="all">
                <a:effectLst/>
                <a:latin typeface="Montserrat" panose="00000500000000000000" pitchFamily="2" charset="0"/>
              </a:rPr>
              <a:t>Sense</a:t>
            </a:r>
          </a:p>
        </p:txBody>
      </p:sp>
      <p:sp>
        <p:nvSpPr>
          <p:cNvPr id="16" name="TextBox 15">
            <a:extLst>
              <a:ext uri="{FF2B5EF4-FFF2-40B4-BE49-F238E27FC236}">
                <a16:creationId xmlns:a16="http://schemas.microsoft.com/office/drawing/2014/main" id="{F4BB9C5B-C71C-ED5B-675D-8806A4CED592}"/>
              </a:ext>
            </a:extLst>
          </p:cNvPr>
          <p:cNvSpPr txBox="1"/>
          <p:nvPr/>
        </p:nvSpPr>
        <p:spPr>
          <a:xfrm>
            <a:off x="4355762" y="1732484"/>
            <a:ext cx="857927" cy="276999"/>
          </a:xfrm>
          <a:prstGeom prst="rect">
            <a:avLst/>
          </a:prstGeom>
          <a:noFill/>
        </p:spPr>
        <p:txBody>
          <a:bodyPr wrap="none">
            <a:spAutoFit/>
          </a:bodyPr>
          <a:lstStyle/>
          <a:p>
            <a:pPr algn="ctr">
              <a:buNone/>
            </a:pPr>
            <a:r>
              <a:rPr lang="en-IN" sz="1200" i="0" cap="all">
                <a:effectLst/>
                <a:latin typeface="Montserrat" panose="00000500000000000000" pitchFamily="2" charset="0"/>
              </a:rPr>
              <a:t>Reason</a:t>
            </a:r>
          </a:p>
        </p:txBody>
      </p:sp>
      <p:sp>
        <p:nvSpPr>
          <p:cNvPr id="18" name="TextBox 17">
            <a:extLst>
              <a:ext uri="{FF2B5EF4-FFF2-40B4-BE49-F238E27FC236}">
                <a16:creationId xmlns:a16="http://schemas.microsoft.com/office/drawing/2014/main" id="{C3DFF4FC-D040-F7EE-5236-D2590F949888}"/>
              </a:ext>
            </a:extLst>
          </p:cNvPr>
          <p:cNvSpPr txBox="1"/>
          <p:nvPr/>
        </p:nvSpPr>
        <p:spPr>
          <a:xfrm>
            <a:off x="7299332" y="1732484"/>
            <a:ext cx="622286" cy="276999"/>
          </a:xfrm>
          <a:prstGeom prst="rect">
            <a:avLst/>
          </a:prstGeom>
          <a:noFill/>
        </p:spPr>
        <p:txBody>
          <a:bodyPr wrap="none">
            <a:spAutoFit/>
          </a:bodyPr>
          <a:lstStyle/>
          <a:p>
            <a:pPr algn="ctr">
              <a:buNone/>
            </a:pPr>
            <a:r>
              <a:rPr lang="en-IN" sz="1200" i="0" cap="all">
                <a:effectLst/>
                <a:latin typeface="Montserrat" panose="00000500000000000000" pitchFamily="2" charset="0"/>
              </a:rPr>
              <a:t>Plan</a:t>
            </a:r>
          </a:p>
        </p:txBody>
      </p:sp>
      <p:sp>
        <p:nvSpPr>
          <p:cNvPr id="19" name="TextBox 18">
            <a:extLst>
              <a:ext uri="{FF2B5EF4-FFF2-40B4-BE49-F238E27FC236}">
                <a16:creationId xmlns:a16="http://schemas.microsoft.com/office/drawing/2014/main" id="{F76FA983-2F65-AAB9-1CE1-41B2CBA6F4FD}"/>
              </a:ext>
            </a:extLst>
          </p:cNvPr>
          <p:cNvSpPr txBox="1"/>
          <p:nvPr/>
        </p:nvSpPr>
        <p:spPr>
          <a:xfrm>
            <a:off x="10189202" y="1732484"/>
            <a:ext cx="494045" cy="276999"/>
          </a:xfrm>
          <a:prstGeom prst="rect">
            <a:avLst/>
          </a:prstGeom>
          <a:noFill/>
        </p:spPr>
        <p:txBody>
          <a:bodyPr wrap="none">
            <a:spAutoFit/>
          </a:bodyPr>
          <a:lstStyle/>
          <a:p>
            <a:pPr algn="ctr">
              <a:buNone/>
            </a:pPr>
            <a:r>
              <a:rPr lang="en-IN" sz="1200" i="0" cap="all">
                <a:effectLst/>
                <a:latin typeface="Montserrat" panose="00000500000000000000" pitchFamily="2" charset="0"/>
              </a:rPr>
              <a:t>Act</a:t>
            </a:r>
          </a:p>
        </p:txBody>
      </p:sp>
      <p:sp>
        <p:nvSpPr>
          <p:cNvPr id="22" name="TextBox 21">
            <a:extLst>
              <a:ext uri="{FF2B5EF4-FFF2-40B4-BE49-F238E27FC236}">
                <a16:creationId xmlns:a16="http://schemas.microsoft.com/office/drawing/2014/main" id="{98139A1C-6D81-C786-07EE-AF7A409BFC0F}"/>
              </a:ext>
            </a:extLst>
          </p:cNvPr>
          <p:cNvSpPr txBox="1"/>
          <p:nvPr/>
        </p:nvSpPr>
        <p:spPr>
          <a:xfrm>
            <a:off x="709898" y="4493018"/>
            <a:ext cx="2688018" cy="1200329"/>
          </a:xfrm>
          <a:prstGeom prst="rect">
            <a:avLst/>
          </a:prstGeom>
          <a:noFill/>
        </p:spPr>
        <p:txBody>
          <a:bodyPr wrap="square">
            <a:spAutoFit/>
          </a:bodyPr>
          <a:lstStyle/>
          <a:p>
            <a:pPr>
              <a:spcAft>
                <a:spcPts val="600"/>
              </a:spcAft>
            </a:pPr>
            <a:r>
              <a:rPr lang="en-IN" sz="1400" b="1">
                <a:solidFill>
                  <a:schemeClr val="bg1"/>
                </a:solidFill>
                <a:latin typeface="Montserrat" panose="00000500000000000000" pitchFamily="2" charset="0"/>
              </a:rPr>
              <a:t>Data Agent</a:t>
            </a:r>
          </a:p>
          <a:p>
            <a:pPr marL="182880" indent="-182880">
              <a:spcAft>
                <a:spcPts val="600"/>
              </a:spcAft>
              <a:buFont typeface="Wingdings" panose="05000000000000000000" pitchFamily="2" charset="2"/>
              <a:buChar char="v"/>
            </a:pPr>
            <a:r>
              <a:rPr lang="en-US" sz="1200">
                <a:solidFill>
                  <a:schemeClr val="bg1"/>
                </a:solidFill>
                <a:latin typeface="Montserrat" panose="00000500000000000000" pitchFamily="2" charset="0"/>
              </a:rPr>
              <a:t>Queries governed </a:t>
            </a:r>
            <a:r>
              <a:rPr lang="en-US" sz="1200" err="1">
                <a:solidFill>
                  <a:schemeClr val="bg1"/>
                </a:solidFill>
                <a:latin typeface="Montserrat" panose="00000500000000000000" pitchFamily="2" charset="0"/>
              </a:rPr>
              <a:t>lakehouse</a:t>
            </a:r>
            <a:r>
              <a:rPr lang="en-US" sz="1200">
                <a:solidFill>
                  <a:schemeClr val="bg1"/>
                </a:solidFill>
                <a:latin typeface="Montserrat" panose="00000500000000000000" pitchFamily="2" charset="0"/>
              </a:rPr>
              <a:t> · structured outputs</a:t>
            </a:r>
          </a:p>
          <a:p>
            <a:pPr marL="182880" indent="-182880">
              <a:spcAft>
                <a:spcPts val="600"/>
              </a:spcAft>
              <a:buFont typeface="Wingdings" panose="05000000000000000000" pitchFamily="2" charset="2"/>
              <a:buChar char="v"/>
            </a:pPr>
            <a:r>
              <a:rPr lang="en-US" sz="1200">
                <a:solidFill>
                  <a:schemeClr val="bg1"/>
                </a:solidFill>
                <a:latin typeface="Montserrat" panose="00000500000000000000" pitchFamily="2" charset="0"/>
              </a:rPr>
              <a:t>Native ERP, IoT &amp; CRM calls — no hand-off</a:t>
            </a:r>
          </a:p>
        </p:txBody>
      </p:sp>
      <p:sp>
        <p:nvSpPr>
          <p:cNvPr id="24" name="TextBox 23">
            <a:extLst>
              <a:ext uri="{FF2B5EF4-FFF2-40B4-BE49-F238E27FC236}">
                <a16:creationId xmlns:a16="http://schemas.microsoft.com/office/drawing/2014/main" id="{22C3AE78-FC6A-0A0B-7F67-98D1865398F5}"/>
              </a:ext>
            </a:extLst>
          </p:cNvPr>
          <p:cNvSpPr txBox="1"/>
          <p:nvPr/>
        </p:nvSpPr>
        <p:spPr>
          <a:xfrm>
            <a:off x="4550591" y="4493018"/>
            <a:ext cx="2688018" cy="1200329"/>
          </a:xfrm>
          <a:prstGeom prst="rect">
            <a:avLst/>
          </a:prstGeom>
          <a:noFill/>
        </p:spPr>
        <p:txBody>
          <a:bodyPr wrap="square">
            <a:spAutoFit/>
          </a:bodyPr>
          <a:lstStyle/>
          <a:p>
            <a:pPr>
              <a:spcAft>
                <a:spcPts val="600"/>
              </a:spcAft>
            </a:pPr>
            <a:r>
              <a:rPr lang="en-IN" sz="1400" b="1">
                <a:solidFill>
                  <a:schemeClr val="bg1"/>
                </a:solidFill>
                <a:latin typeface="Montserrat" panose="00000500000000000000" pitchFamily="2" charset="0"/>
              </a:rPr>
              <a:t>Knowledge Agent</a:t>
            </a:r>
          </a:p>
          <a:p>
            <a:pPr marL="182880" indent="-182880">
              <a:spcAft>
                <a:spcPts val="600"/>
              </a:spcAft>
              <a:buFont typeface="Wingdings" panose="05000000000000000000" pitchFamily="2" charset="2"/>
              <a:buChar char="v"/>
            </a:pPr>
            <a:r>
              <a:rPr lang="en-US" sz="1200">
                <a:solidFill>
                  <a:schemeClr val="bg1"/>
                </a:solidFill>
                <a:latin typeface="Montserrat" panose="00000500000000000000" pitchFamily="2" charset="0"/>
              </a:rPr>
              <a:t>RAG over SOPs, policies &amp; regulatory docs</a:t>
            </a:r>
          </a:p>
          <a:p>
            <a:pPr marL="182880" indent="-182880">
              <a:spcAft>
                <a:spcPts val="600"/>
              </a:spcAft>
              <a:buFont typeface="Wingdings" panose="05000000000000000000" pitchFamily="2" charset="2"/>
              <a:buChar char="v"/>
            </a:pPr>
            <a:r>
              <a:rPr lang="en-US" sz="1200">
                <a:solidFill>
                  <a:schemeClr val="bg1"/>
                </a:solidFill>
                <a:latin typeface="Montserrat" panose="00000500000000000000" pitchFamily="2" charset="0"/>
              </a:rPr>
              <a:t>Every output cited · zero hallucinations</a:t>
            </a:r>
          </a:p>
        </p:txBody>
      </p:sp>
      <p:sp>
        <p:nvSpPr>
          <p:cNvPr id="25" name="TextBox 24">
            <a:extLst>
              <a:ext uri="{FF2B5EF4-FFF2-40B4-BE49-F238E27FC236}">
                <a16:creationId xmlns:a16="http://schemas.microsoft.com/office/drawing/2014/main" id="{CE59E47F-C729-E3FB-6372-70296D0BE71D}"/>
              </a:ext>
            </a:extLst>
          </p:cNvPr>
          <p:cNvSpPr txBox="1"/>
          <p:nvPr/>
        </p:nvSpPr>
        <p:spPr>
          <a:xfrm>
            <a:off x="8306531" y="4538803"/>
            <a:ext cx="2688018" cy="1200329"/>
          </a:xfrm>
          <a:prstGeom prst="rect">
            <a:avLst/>
          </a:prstGeom>
          <a:noFill/>
        </p:spPr>
        <p:txBody>
          <a:bodyPr wrap="square" lIns="91440" tIns="45720" rIns="91440" bIns="45720" anchor="t">
            <a:spAutoFit/>
          </a:bodyPr>
          <a:lstStyle/>
          <a:p>
            <a:pPr>
              <a:spcAft>
                <a:spcPts val="600"/>
              </a:spcAft>
            </a:pPr>
            <a:r>
              <a:rPr lang="en-IN" sz="1400" b="1">
                <a:solidFill>
                  <a:schemeClr val="bg1"/>
                </a:solidFill>
                <a:latin typeface="Montserrat" panose="00000500000000000000" pitchFamily="2" charset="0"/>
              </a:rPr>
              <a:t>Action Agent</a:t>
            </a:r>
          </a:p>
          <a:p>
            <a:pPr marL="182880" indent="-182880">
              <a:spcAft>
                <a:spcPts val="600"/>
              </a:spcAft>
              <a:buFont typeface="Wingdings" panose="05000000000000000000" pitchFamily="2" charset="2"/>
              <a:buChar char="v"/>
            </a:pPr>
            <a:r>
              <a:rPr lang="en-US" sz="1200">
                <a:solidFill>
                  <a:schemeClr val="bg1"/>
                </a:solidFill>
                <a:latin typeface="Montserrat" panose="00000500000000000000" pitchFamily="2" charset="0"/>
              </a:rPr>
              <a:t>Writes back to ERP, CRM &amp; operational systems</a:t>
            </a:r>
          </a:p>
          <a:p>
            <a:pPr marL="182880" indent="-182880">
              <a:spcAft>
                <a:spcPts val="600"/>
              </a:spcAft>
              <a:buFont typeface="Wingdings" panose="05000000000000000000" pitchFamily="2" charset="2"/>
              <a:buChar char="v"/>
            </a:pPr>
            <a:r>
              <a:rPr lang="en-US" sz="1200">
                <a:solidFill>
                  <a:schemeClr val="bg1"/>
                </a:solidFill>
                <a:latin typeface="Montserrat" panose="00000500000000000000" pitchFamily="2" charset="0"/>
              </a:rPr>
              <a:t>AI-as-Judge gated · human-in-the-loop</a:t>
            </a:r>
          </a:p>
        </p:txBody>
      </p:sp>
      <p:pic>
        <p:nvPicPr>
          <p:cNvPr id="28" name="Graphic 27">
            <a:extLst>
              <a:ext uri="{FF2B5EF4-FFF2-40B4-BE49-F238E27FC236}">
                <a16:creationId xmlns:a16="http://schemas.microsoft.com/office/drawing/2014/main" id="{7E4572B2-D3A4-6A17-7EB3-6E216E2E5B4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61714" y="5363922"/>
            <a:ext cx="457200" cy="457200"/>
          </a:xfrm>
          <a:prstGeom prst="rect">
            <a:avLst/>
          </a:prstGeom>
        </p:spPr>
      </p:pic>
      <p:pic>
        <p:nvPicPr>
          <p:cNvPr id="30" name="Graphic 29">
            <a:extLst>
              <a:ext uri="{FF2B5EF4-FFF2-40B4-BE49-F238E27FC236}">
                <a16:creationId xmlns:a16="http://schemas.microsoft.com/office/drawing/2014/main" id="{B18CC465-8782-9A9C-4BED-E69489C2F6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31006" y="5363922"/>
            <a:ext cx="457200" cy="457200"/>
          </a:xfrm>
          <a:prstGeom prst="rect">
            <a:avLst/>
          </a:prstGeom>
        </p:spPr>
      </p:pic>
      <p:cxnSp>
        <p:nvCxnSpPr>
          <p:cNvPr id="33" name="Straight Connector 32">
            <a:extLst>
              <a:ext uri="{FF2B5EF4-FFF2-40B4-BE49-F238E27FC236}">
                <a16:creationId xmlns:a16="http://schemas.microsoft.com/office/drawing/2014/main" id="{8069DC8F-CDD3-BB99-A83C-4AD8CB1711FB}"/>
              </a:ext>
            </a:extLst>
          </p:cNvPr>
          <p:cNvCxnSpPr>
            <a:cxnSpLocks/>
          </p:cNvCxnSpPr>
          <p:nvPr/>
        </p:nvCxnSpPr>
        <p:spPr>
          <a:xfrm flipV="1">
            <a:off x="4358194" y="4386943"/>
            <a:ext cx="0" cy="1494618"/>
          </a:xfrm>
          <a:prstGeom prst="line">
            <a:avLst/>
          </a:prstGeom>
          <a:ln w="9525">
            <a:solidFill>
              <a:schemeClr val="bg2"/>
            </a:solidFill>
            <a:prstDash val="dash"/>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4D6CDDA8-32FF-B75A-DCE6-68B2C4115B30}"/>
              </a:ext>
            </a:extLst>
          </p:cNvPr>
          <p:cNvCxnSpPr>
            <a:cxnSpLocks/>
          </p:cNvCxnSpPr>
          <p:nvPr/>
        </p:nvCxnSpPr>
        <p:spPr>
          <a:xfrm flipV="1">
            <a:off x="8148236" y="4494342"/>
            <a:ext cx="0" cy="1387219"/>
          </a:xfrm>
          <a:prstGeom prst="line">
            <a:avLst/>
          </a:prstGeom>
          <a:ln w="9525">
            <a:solidFill>
              <a:schemeClr val="bg2"/>
            </a:solidFill>
            <a:prstDash val="dash"/>
          </a:ln>
        </p:spPr>
        <p:style>
          <a:lnRef idx="2">
            <a:schemeClr val="accent1"/>
          </a:lnRef>
          <a:fillRef idx="0">
            <a:schemeClr val="accent1"/>
          </a:fillRef>
          <a:effectRef idx="1">
            <a:schemeClr val="accent1"/>
          </a:effectRef>
          <a:fontRef idx="minor">
            <a:schemeClr val="tx1"/>
          </a:fontRef>
        </p:style>
      </p:cxnSp>
      <p:pic>
        <p:nvPicPr>
          <p:cNvPr id="40" name="Graphic 39">
            <a:extLst>
              <a:ext uri="{FF2B5EF4-FFF2-40B4-BE49-F238E27FC236}">
                <a16:creationId xmlns:a16="http://schemas.microsoft.com/office/drawing/2014/main" id="{906B5327-D1FD-5DA7-B2E3-DBED38C85FE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657357" y="2216490"/>
            <a:ext cx="548640" cy="548640"/>
          </a:xfrm>
          <a:prstGeom prst="rect">
            <a:avLst/>
          </a:prstGeom>
        </p:spPr>
      </p:pic>
      <p:pic>
        <p:nvPicPr>
          <p:cNvPr id="41" name="Graphic 40">
            <a:extLst>
              <a:ext uri="{FF2B5EF4-FFF2-40B4-BE49-F238E27FC236}">
                <a16:creationId xmlns:a16="http://schemas.microsoft.com/office/drawing/2014/main" id="{1DA96047-843F-07D2-A96C-22FD6BA36A5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465802" y="2205236"/>
            <a:ext cx="559032" cy="548640"/>
          </a:xfrm>
          <a:prstGeom prst="rect">
            <a:avLst/>
          </a:prstGeom>
        </p:spPr>
      </p:pic>
      <p:pic>
        <p:nvPicPr>
          <p:cNvPr id="42" name="Graphic 41">
            <a:extLst>
              <a:ext uri="{FF2B5EF4-FFF2-40B4-BE49-F238E27FC236}">
                <a16:creationId xmlns:a16="http://schemas.microsoft.com/office/drawing/2014/main" id="{1721301D-A8DE-39D8-4716-AE78A531A59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90975" y="2216490"/>
            <a:ext cx="580470" cy="548640"/>
          </a:xfrm>
          <a:prstGeom prst="rect">
            <a:avLst/>
          </a:prstGeom>
        </p:spPr>
      </p:pic>
      <p:pic>
        <p:nvPicPr>
          <p:cNvPr id="44" name="Graphic 43">
            <a:extLst>
              <a:ext uri="{FF2B5EF4-FFF2-40B4-BE49-F238E27FC236}">
                <a16:creationId xmlns:a16="http://schemas.microsoft.com/office/drawing/2014/main" id="{6CBCA2FB-088B-A25C-2FDA-961B6CC8946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134607" y="2216490"/>
            <a:ext cx="548640" cy="548640"/>
          </a:xfrm>
          <a:prstGeom prst="rect">
            <a:avLst/>
          </a:prstGeom>
        </p:spPr>
      </p:pic>
      <p:sp>
        <p:nvSpPr>
          <p:cNvPr id="46" name="Slide Number Placeholder 5">
            <a:extLst>
              <a:ext uri="{FF2B5EF4-FFF2-40B4-BE49-F238E27FC236}">
                <a16:creationId xmlns:a16="http://schemas.microsoft.com/office/drawing/2014/main" id="{B945BACF-2E3F-DE65-70E2-B77D3B17E0D2}"/>
              </a:ext>
            </a:extLst>
          </p:cNvPr>
          <p:cNvSpPr>
            <a:spLocks noGrp="1"/>
          </p:cNvSpPr>
          <p:nvPr>
            <p:ph type="sldNum" sz="quarter" idx="12"/>
          </p:nvPr>
        </p:nvSpPr>
        <p:spPr>
          <a:xfrm>
            <a:off x="9105900" y="6540407"/>
            <a:ext cx="2743200" cy="206375"/>
          </a:xfrm>
        </p:spPr>
        <p:txBody>
          <a:bodyPr/>
          <a:lstStyle>
            <a:lvl1pPr>
              <a:defRPr>
                <a:solidFill>
                  <a:schemeClr val="bg1"/>
                </a:solidFill>
              </a:defRPr>
            </a:lvl1pPr>
          </a:lstStyle>
          <a:p>
            <a:fld id="{330EA680-D336-4FF7-8B7A-9848BB0A1C32}" type="slidenum">
              <a:rPr lang="en-US" smtClean="0">
                <a:solidFill>
                  <a:schemeClr val="tx1"/>
                </a:solidFill>
              </a:rPr>
              <a:pPr/>
              <a:t>39</a:t>
            </a:fld>
            <a:endParaRPr lang="en-US">
              <a:solidFill>
                <a:schemeClr val="tx1"/>
              </a:solidFill>
            </a:endParaRPr>
          </a:p>
        </p:txBody>
      </p:sp>
      <p:sp>
        <p:nvSpPr>
          <p:cNvPr id="47" name="Date Placeholder 3">
            <a:extLst>
              <a:ext uri="{FF2B5EF4-FFF2-40B4-BE49-F238E27FC236}">
                <a16:creationId xmlns:a16="http://schemas.microsoft.com/office/drawing/2014/main" id="{A9FBE6C4-631F-7BF7-5CA4-C9CE06D8D370}"/>
              </a:ext>
            </a:extLst>
          </p:cNvPr>
          <p:cNvSpPr>
            <a:spLocks noGrp="1"/>
          </p:cNvSpPr>
          <p:nvPr>
            <p:ph type="dt" sz="half" idx="2"/>
          </p:nvPr>
        </p:nvSpPr>
        <p:spPr>
          <a:xfrm>
            <a:off x="857250" y="6540407"/>
            <a:ext cx="2743200" cy="206375"/>
          </a:xfrm>
          <a:prstGeom prst="rect">
            <a:avLst/>
          </a:prstGeom>
        </p:spPr>
        <p:txBody>
          <a:bodyPr vert="horz" lIns="91440" tIns="45720" rIns="91440" bIns="45720" rtlCol="0" anchor="ctr"/>
          <a:lstStyle>
            <a:lvl1pPr algn="l">
              <a:defRPr sz="600" b="0" i="0">
                <a:solidFill>
                  <a:schemeClr val="bg1"/>
                </a:solidFill>
                <a:latin typeface="Montserrat Light" pitchFamily="2" charset="77"/>
              </a:defRPr>
            </a:lvl1pPr>
          </a:lstStyle>
          <a:p>
            <a:r>
              <a:rPr lang="en-US">
                <a:solidFill>
                  <a:schemeClr val="tx1"/>
                </a:solidFill>
              </a:rPr>
              <a:t>© SYREN CLOUD INC – 2026 – ALL RIGHTS RESERVED</a:t>
            </a:r>
            <a:endParaRPr lang="en-US" sz="600">
              <a:solidFill>
                <a:schemeClr val="tx1"/>
              </a:solidFill>
            </a:endParaRPr>
          </a:p>
        </p:txBody>
      </p:sp>
      <p:pic>
        <p:nvPicPr>
          <p:cNvPr id="48" name="Graphic 47">
            <a:extLst>
              <a:ext uri="{FF2B5EF4-FFF2-40B4-BE49-F238E27FC236}">
                <a16:creationId xmlns:a16="http://schemas.microsoft.com/office/drawing/2014/main" id="{0FFFD764-0A43-6E54-CBF4-053BA61C84A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88582" y="6548674"/>
            <a:ext cx="457200" cy="143540"/>
          </a:xfrm>
          <a:prstGeom prst="rect">
            <a:avLst/>
          </a:prstGeom>
        </p:spPr>
      </p:pic>
      <p:sp>
        <p:nvSpPr>
          <p:cNvPr id="3" name="Flowchart: Extract 2">
            <a:extLst>
              <a:ext uri="{FF2B5EF4-FFF2-40B4-BE49-F238E27FC236}">
                <a16:creationId xmlns:a16="http://schemas.microsoft.com/office/drawing/2014/main" id="{B60E343F-0402-B0A7-CC41-03D98A7BAE6D}"/>
              </a:ext>
            </a:extLst>
          </p:cNvPr>
          <p:cNvSpPr/>
          <p:nvPr/>
        </p:nvSpPr>
        <p:spPr>
          <a:xfrm rot="5400000">
            <a:off x="3364527" y="1717381"/>
            <a:ext cx="307205" cy="307205"/>
          </a:xfrm>
          <a:prstGeom prst="flowChartExtra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Extract 3">
            <a:extLst>
              <a:ext uri="{FF2B5EF4-FFF2-40B4-BE49-F238E27FC236}">
                <a16:creationId xmlns:a16="http://schemas.microsoft.com/office/drawing/2014/main" id="{2A4B01AF-0961-192A-6D64-ACE5CE0BF28A}"/>
              </a:ext>
            </a:extLst>
          </p:cNvPr>
          <p:cNvSpPr/>
          <p:nvPr/>
        </p:nvSpPr>
        <p:spPr>
          <a:xfrm rot="5400000">
            <a:off x="6197600" y="1717381"/>
            <a:ext cx="307205" cy="307205"/>
          </a:xfrm>
          <a:prstGeom prst="flowChartExtra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lowchart: Extract 6">
            <a:extLst>
              <a:ext uri="{FF2B5EF4-FFF2-40B4-BE49-F238E27FC236}">
                <a16:creationId xmlns:a16="http://schemas.microsoft.com/office/drawing/2014/main" id="{F841973A-F064-D4AE-BBB4-601275B4ED4C}"/>
              </a:ext>
            </a:extLst>
          </p:cNvPr>
          <p:cNvSpPr/>
          <p:nvPr/>
        </p:nvSpPr>
        <p:spPr>
          <a:xfrm rot="5400000">
            <a:off x="9015710" y="1717381"/>
            <a:ext cx="307205" cy="307205"/>
          </a:xfrm>
          <a:prstGeom prst="flowChartExtra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1B365CC-EF20-A627-A58F-B87C8845DE5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259498" y="5464747"/>
            <a:ext cx="457200" cy="457200"/>
          </a:xfrm>
          <a:prstGeom prst="rect">
            <a:avLst/>
          </a:prstGeom>
        </p:spPr>
      </p:pic>
    </p:spTree>
    <p:extLst>
      <p:ext uri="{BB962C8B-B14F-4D97-AF65-F5344CB8AC3E}">
        <p14:creationId xmlns:p14="http://schemas.microsoft.com/office/powerpoint/2010/main" val="42212047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 name="Oval 80">
            <a:extLst>
              <a:ext uri="{FF2B5EF4-FFF2-40B4-BE49-F238E27FC236}">
                <a16:creationId xmlns:a16="http://schemas.microsoft.com/office/drawing/2014/main" id="{45170C6B-BAAB-43E9-CC53-36B7EC8949E9}"/>
              </a:ext>
            </a:extLst>
          </p:cNvPr>
          <p:cNvSpPr/>
          <p:nvPr/>
        </p:nvSpPr>
        <p:spPr>
          <a:xfrm>
            <a:off x="416303" y="2547912"/>
            <a:ext cx="683012" cy="683012"/>
          </a:xfrm>
          <a:prstGeom prst="ellipse">
            <a:avLst/>
          </a:prstGeom>
          <a:solidFill>
            <a:schemeClr val="bg2"/>
          </a:solidFill>
          <a:ln w="952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2" name="Oval 81">
            <a:extLst>
              <a:ext uri="{FF2B5EF4-FFF2-40B4-BE49-F238E27FC236}">
                <a16:creationId xmlns:a16="http://schemas.microsoft.com/office/drawing/2014/main" id="{A057103E-17B0-CE37-C750-103DD3BFAE52}"/>
              </a:ext>
            </a:extLst>
          </p:cNvPr>
          <p:cNvSpPr>
            <a:spLocks/>
          </p:cNvSpPr>
          <p:nvPr/>
        </p:nvSpPr>
        <p:spPr>
          <a:xfrm>
            <a:off x="416303" y="3649877"/>
            <a:ext cx="683012" cy="683012"/>
          </a:xfrm>
          <a:prstGeom prst="ellipse">
            <a:avLst/>
          </a:prstGeom>
          <a:solidFill>
            <a:schemeClr val="bg2"/>
          </a:solidFill>
          <a:ln w="952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A7A1C1B2-C3D2-B333-8B55-39C8BF963156}"/>
              </a:ext>
            </a:extLst>
          </p:cNvPr>
          <p:cNvSpPr>
            <a:spLocks/>
          </p:cNvSpPr>
          <p:nvPr/>
        </p:nvSpPr>
        <p:spPr>
          <a:xfrm>
            <a:off x="4243021" y="1517191"/>
            <a:ext cx="683012" cy="683012"/>
          </a:xfrm>
          <a:prstGeom prst="ellipse">
            <a:avLst/>
          </a:prstGeom>
          <a:solidFill>
            <a:schemeClr val="bg2"/>
          </a:solidFill>
          <a:ln w="952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84" name="Oval 83">
            <a:extLst>
              <a:ext uri="{FF2B5EF4-FFF2-40B4-BE49-F238E27FC236}">
                <a16:creationId xmlns:a16="http://schemas.microsoft.com/office/drawing/2014/main" id="{2AAA65F5-66C6-3459-9482-66C37793EF84}"/>
              </a:ext>
            </a:extLst>
          </p:cNvPr>
          <p:cNvSpPr>
            <a:spLocks/>
          </p:cNvSpPr>
          <p:nvPr/>
        </p:nvSpPr>
        <p:spPr>
          <a:xfrm>
            <a:off x="4243021" y="2547912"/>
            <a:ext cx="683012" cy="683012"/>
          </a:xfrm>
          <a:prstGeom prst="ellipse">
            <a:avLst/>
          </a:prstGeom>
          <a:solidFill>
            <a:schemeClr val="bg2"/>
          </a:solidFill>
          <a:ln w="952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85" name="Oval 84">
            <a:extLst>
              <a:ext uri="{FF2B5EF4-FFF2-40B4-BE49-F238E27FC236}">
                <a16:creationId xmlns:a16="http://schemas.microsoft.com/office/drawing/2014/main" id="{9DFC47CC-FA67-6488-5E52-AD4CDA73BCA2}"/>
              </a:ext>
            </a:extLst>
          </p:cNvPr>
          <p:cNvSpPr>
            <a:spLocks/>
          </p:cNvSpPr>
          <p:nvPr/>
        </p:nvSpPr>
        <p:spPr>
          <a:xfrm>
            <a:off x="4243021" y="3649877"/>
            <a:ext cx="683012" cy="683012"/>
          </a:xfrm>
          <a:prstGeom prst="ellipse">
            <a:avLst/>
          </a:prstGeom>
          <a:solidFill>
            <a:schemeClr val="bg2"/>
          </a:solidFill>
          <a:ln w="952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86" name="Oval 85">
            <a:extLst>
              <a:ext uri="{FF2B5EF4-FFF2-40B4-BE49-F238E27FC236}">
                <a16:creationId xmlns:a16="http://schemas.microsoft.com/office/drawing/2014/main" id="{EA29BD16-2B06-0124-7F34-4365AC70BA67}"/>
              </a:ext>
            </a:extLst>
          </p:cNvPr>
          <p:cNvSpPr>
            <a:spLocks/>
          </p:cNvSpPr>
          <p:nvPr/>
        </p:nvSpPr>
        <p:spPr>
          <a:xfrm>
            <a:off x="8131253" y="1517191"/>
            <a:ext cx="683012" cy="683012"/>
          </a:xfrm>
          <a:prstGeom prst="ellipse">
            <a:avLst/>
          </a:prstGeom>
          <a:solidFill>
            <a:schemeClr val="bg2"/>
          </a:solidFill>
          <a:ln w="952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87" name="Oval 86">
            <a:extLst>
              <a:ext uri="{FF2B5EF4-FFF2-40B4-BE49-F238E27FC236}">
                <a16:creationId xmlns:a16="http://schemas.microsoft.com/office/drawing/2014/main" id="{96D61C96-E4CB-6068-D64D-8D593EF978A0}"/>
              </a:ext>
            </a:extLst>
          </p:cNvPr>
          <p:cNvSpPr>
            <a:spLocks/>
          </p:cNvSpPr>
          <p:nvPr/>
        </p:nvSpPr>
        <p:spPr>
          <a:xfrm>
            <a:off x="8131253" y="2547912"/>
            <a:ext cx="683012" cy="683012"/>
          </a:xfrm>
          <a:prstGeom prst="ellipse">
            <a:avLst/>
          </a:prstGeom>
          <a:solidFill>
            <a:schemeClr val="bg2"/>
          </a:solidFill>
          <a:ln w="952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88" name="Oval 87">
            <a:extLst>
              <a:ext uri="{FF2B5EF4-FFF2-40B4-BE49-F238E27FC236}">
                <a16:creationId xmlns:a16="http://schemas.microsoft.com/office/drawing/2014/main" id="{61457C18-FDD4-43D2-1548-6FE57852979A}"/>
              </a:ext>
            </a:extLst>
          </p:cNvPr>
          <p:cNvSpPr>
            <a:spLocks/>
          </p:cNvSpPr>
          <p:nvPr/>
        </p:nvSpPr>
        <p:spPr>
          <a:xfrm>
            <a:off x="8131253" y="3649877"/>
            <a:ext cx="683012" cy="683012"/>
          </a:xfrm>
          <a:prstGeom prst="ellipse">
            <a:avLst/>
          </a:prstGeom>
          <a:solidFill>
            <a:schemeClr val="bg2"/>
          </a:solidFill>
          <a:ln w="952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80" name="Oval 79">
            <a:extLst>
              <a:ext uri="{FF2B5EF4-FFF2-40B4-BE49-F238E27FC236}">
                <a16:creationId xmlns:a16="http://schemas.microsoft.com/office/drawing/2014/main" id="{D5F7211D-E0C1-BFA7-EBCF-301BA8ED976C}"/>
              </a:ext>
            </a:extLst>
          </p:cNvPr>
          <p:cNvSpPr/>
          <p:nvPr/>
        </p:nvSpPr>
        <p:spPr>
          <a:xfrm>
            <a:off x="416303" y="1517191"/>
            <a:ext cx="683012" cy="683012"/>
          </a:xfrm>
          <a:prstGeom prst="ellipse">
            <a:avLst/>
          </a:prstGeom>
          <a:solidFill>
            <a:schemeClr val="bg2"/>
          </a:solidFill>
          <a:ln w="952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2" name="Title 1">
            <a:extLst>
              <a:ext uri="{FF2B5EF4-FFF2-40B4-BE49-F238E27FC236}">
                <a16:creationId xmlns:a16="http://schemas.microsoft.com/office/drawing/2014/main" id="{E1F6A3A9-062E-20FB-590F-F9AA76259A9D}"/>
              </a:ext>
            </a:extLst>
          </p:cNvPr>
          <p:cNvSpPr>
            <a:spLocks noGrp="1"/>
          </p:cNvSpPr>
          <p:nvPr>
            <p:ph type="title"/>
          </p:nvPr>
        </p:nvSpPr>
        <p:spPr/>
        <p:txBody>
          <a:bodyPr/>
          <a:lstStyle/>
          <a:p>
            <a:r>
              <a:rPr lang="en-US">
                <a:latin typeface="Montserrat Light"/>
              </a:rPr>
              <a:t>Technical competencies that separate Governed AI from Experiments</a:t>
            </a:r>
          </a:p>
        </p:txBody>
      </p:sp>
      <p:sp>
        <p:nvSpPr>
          <p:cNvPr id="3" name="Slide Number Placeholder 2">
            <a:extLst>
              <a:ext uri="{FF2B5EF4-FFF2-40B4-BE49-F238E27FC236}">
                <a16:creationId xmlns:a16="http://schemas.microsoft.com/office/drawing/2014/main" id="{B44CE6FF-D670-D36A-9E98-0F707CAC9C44}"/>
              </a:ext>
            </a:extLst>
          </p:cNvPr>
          <p:cNvSpPr>
            <a:spLocks noGrp="1"/>
          </p:cNvSpPr>
          <p:nvPr>
            <p:ph type="sldNum" sz="quarter" idx="12"/>
          </p:nvPr>
        </p:nvSpPr>
        <p:spPr/>
        <p:txBody>
          <a:bodyPr/>
          <a:lstStyle/>
          <a:p>
            <a:fld id="{330EA680-D336-4FF7-8B7A-9848BB0A1C32}" type="slidenum">
              <a:rPr lang="en-US" smtClean="0"/>
              <a:t>40</a:t>
            </a:fld>
            <a:endParaRPr lang="en-US"/>
          </a:p>
        </p:txBody>
      </p:sp>
      <p:sp>
        <p:nvSpPr>
          <p:cNvPr id="4" name="Date Placeholder 3">
            <a:extLst>
              <a:ext uri="{FF2B5EF4-FFF2-40B4-BE49-F238E27FC236}">
                <a16:creationId xmlns:a16="http://schemas.microsoft.com/office/drawing/2014/main" id="{016C0C0E-111D-2003-8E81-22575B19D679}"/>
              </a:ext>
            </a:extLst>
          </p:cNvPr>
          <p:cNvSpPr>
            <a:spLocks noGrp="1"/>
          </p:cNvSpPr>
          <p:nvPr>
            <p:ph type="dt" sz="half" idx="2"/>
          </p:nvPr>
        </p:nvSpPr>
        <p:spPr/>
        <p:txBody>
          <a:bodyPr/>
          <a:lstStyle/>
          <a:p>
            <a:r>
              <a:rPr lang="en-US"/>
              <a:t>© SYREN CLOUD INC – 2026 – ALL RIGHTS RESERVED</a:t>
            </a:r>
            <a:endParaRPr lang="en-US" sz="600"/>
          </a:p>
        </p:txBody>
      </p:sp>
      <p:sp>
        <p:nvSpPr>
          <p:cNvPr id="6" name="Rectangle 5">
            <a:extLst>
              <a:ext uri="{FF2B5EF4-FFF2-40B4-BE49-F238E27FC236}">
                <a16:creationId xmlns:a16="http://schemas.microsoft.com/office/drawing/2014/main" id="{3DFE8A41-1933-337A-BF8A-755432913409}"/>
              </a:ext>
            </a:extLst>
          </p:cNvPr>
          <p:cNvSpPr/>
          <p:nvPr/>
        </p:nvSpPr>
        <p:spPr>
          <a:xfrm>
            <a:off x="1241238" y="1525633"/>
            <a:ext cx="2981462" cy="755543"/>
          </a:xfrm>
          <a:prstGeom prst="roundRect">
            <a:avLst>
              <a:gd name="adj" fmla="val 0"/>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spcAft>
                <a:spcPts val="300"/>
              </a:spcAft>
            </a:pPr>
            <a:r>
              <a:rPr lang="en-US" sz="1100" b="1">
                <a:solidFill>
                  <a:schemeClr val="tx1"/>
                </a:solidFill>
                <a:latin typeface="Montserrat" panose="00000500000000000000" pitchFamily="2" charset="0"/>
              </a:rPr>
              <a:t>Multi-Agent Architecture</a:t>
            </a:r>
          </a:p>
          <a:p>
            <a:pPr marL="171450" indent="-171450">
              <a:spcAft>
                <a:spcPts val="300"/>
              </a:spcAft>
              <a:buFont typeface="Wingdings" panose="05000000000000000000" pitchFamily="2" charset="2"/>
              <a:buChar char="v"/>
            </a:pPr>
            <a:r>
              <a:rPr lang="en-US" sz="1000">
                <a:solidFill>
                  <a:schemeClr val="tx1"/>
                </a:solidFill>
                <a:latin typeface="Montserrat" panose="00000500000000000000" pitchFamily="2" charset="0"/>
              </a:rPr>
              <a:t>Data, Knowledge &amp; Action agents by role</a:t>
            </a:r>
          </a:p>
          <a:p>
            <a:pPr marL="171450" indent="-171450">
              <a:spcAft>
                <a:spcPts val="300"/>
              </a:spcAft>
              <a:buFont typeface="Wingdings" panose="05000000000000000000" pitchFamily="2" charset="2"/>
              <a:buChar char="v"/>
            </a:pPr>
            <a:r>
              <a:rPr lang="en-US" sz="1000">
                <a:solidFill>
                  <a:schemeClr val="tx1"/>
                </a:solidFill>
                <a:latin typeface="Montserrat" panose="00000500000000000000" pitchFamily="2" charset="0"/>
              </a:rPr>
              <a:t>Planner → Reasoner → Governance · MCP &amp; A2A</a:t>
            </a:r>
            <a:endParaRPr lang="en-IN" sz="1000">
              <a:solidFill>
                <a:schemeClr val="tx1"/>
              </a:solidFill>
              <a:latin typeface="Montserrat" panose="00000500000000000000" pitchFamily="2" charset="0"/>
            </a:endParaRPr>
          </a:p>
        </p:txBody>
      </p:sp>
      <p:sp>
        <p:nvSpPr>
          <p:cNvPr id="7" name="Rectangle 6">
            <a:extLst>
              <a:ext uri="{FF2B5EF4-FFF2-40B4-BE49-F238E27FC236}">
                <a16:creationId xmlns:a16="http://schemas.microsoft.com/office/drawing/2014/main" id="{2998120A-C0D1-BF26-7FC9-CB354AE0E604}"/>
              </a:ext>
            </a:extLst>
          </p:cNvPr>
          <p:cNvSpPr/>
          <p:nvPr/>
        </p:nvSpPr>
        <p:spPr>
          <a:xfrm>
            <a:off x="1225312" y="2578428"/>
            <a:ext cx="2981462" cy="598854"/>
          </a:xfrm>
          <a:prstGeom prst="roundRect">
            <a:avLst>
              <a:gd name="adj" fmla="val 0"/>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spcAft>
                <a:spcPts val="300"/>
              </a:spcAft>
            </a:pPr>
            <a:r>
              <a:rPr lang="en-US" sz="1100" b="1">
                <a:solidFill>
                  <a:schemeClr val="tx1"/>
                </a:solidFill>
                <a:latin typeface="Montserrat" panose="00000500000000000000" pitchFamily="2" charset="0"/>
              </a:rPr>
              <a:t>AI-as-Judge Governance</a:t>
            </a:r>
          </a:p>
          <a:p>
            <a:pPr marL="171450" indent="-171450">
              <a:spcAft>
                <a:spcPts val="300"/>
              </a:spcAft>
              <a:buFont typeface="Wingdings" panose="05000000000000000000" pitchFamily="2" charset="2"/>
              <a:buChar char="v"/>
            </a:pPr>
            <a:r>
              <a:rPr lang="en-US" sz="1000">
                <a:solidFill>
                  <a:schemeClr val="tx1"/>
                </a:solidFill>
                <a:latin typeface="Montserrat" panose="00000500000000000000" pitchFamily="2" charset="0"/>
              </a:rPr>
              <a:t>Quality gate before every write-back</a:t>
            </a:r>
          </a:p>
          <a:p>
            <a:pPr marL="171450" indent="-171450">
              <a:spcAft>
                <a:spcPts val="300"/>
              </a:spcAft>
              <a:buFont typeface="Wingdings" panose="05000000000000000000" pitchFamily="2" charset="2"/>
              <a:buChar char="v"/>
            </a:pPr>
            <a:r>
              <a:rPr lang="en-US" sz="1000">
                <a:solidFill>
                  <a:schemeClr val="tx1"/>
                </a:solidFill>
                <a:latin typeface="Montserrat" panose="00000500000000000000" pitchFamily="2" charset="0"/>
              </a:rPr>
              <a:t>Configurable risk thresholds per domain</a:t>
            </a:r>
            <a:endParaRPr lang="en-IN" sz="1000">
              <a:solidFill>
                <a:schemeClr val="tx1"/>
              </a:solidFill>
              <a:latin typeface="Montserrat" panose="00000500000000000000" pitchFamily="2" charset="0"/>
            </a:endParaRPr>
          </a:p>
        </p:txBody>
      </p:sp>
      <p:sp>
        <p:nvSpPr>
          <p:cNvPr id="8" name="Rectangle 7">
            <a:extLst>
              <a:ext uri="{FF2B5EF4-FFF2-40B4-BE49-F238E27FC236}">
                <a16:creationId xmlns:a16="http://schemas.microsoft.com/office/drawing/2014/main" id="{BC587974-BFF4-E398-432D-CD4FD5AA7491}"/>
              </a:ext>
            </a:extLst>
          </p:cNvPr>
          <p:cNvSpPr/>
          <p:nvPr/>
        </p:nvSpPr>
        <p:spPr>
          <a:xfrm>
            <a:off x="1233669" y="3680719"/>
            <a:ext cx="2981462" cy="711478"/>
          </a:xfrm>
          <a:prstGeom prst="roundRect">
            <a:avLst>
              <a:gd name="adj" fmla="val 0"/>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spcAft>
                <a:spcPts val="300"/>
              </a:spcAft>
            </a:pPr>
            <a:r>
              <a:rPr lang="en-IN" sz="1100" b="1">
                <a:solidFill>
                  <a:schemeClr val="tx1"/>
                </a:solidFill>
                <a:latin typeface="Montserrat" panose="00000500000000000000" pitchFamily="2" charset="0"/>
              </a:rPr>
              <a:t>Continuous Evaluation (RAGAS)</a:t>
            </a:r>
          </a:p>
          <a:p>
            <a:pPr marL="171450" indent="-171450">
              <a:spcAft>
                <a:spcPts val="300"/>
              </a:spcAft>
              <a:buFont typeface="Wingdings" panose="05000000000000000000" pitchFamily="2" charset="2"/>
              <a:buChar char="v"/>
            </a:pPr>
            <a:r>
              <a:rPr lang="en-IN" sz="1000">
                <a:solidFill>
                  <a:schemeClr val="tx1"/>
                </a:solidFill>
                <a:latin typeface="Montserrat" panose="00000500000000000000" pitchFamily="2" charset="0"/>
              </a:rPr>
              <a:t>RAGAS scoring on every deployment</a:t>
            </a:r>
          </a:p>
          <a:p>
            <a:pPr marL="171450" indent="-171450">
              <a:spcAft>
                <a:spcPts val="300"/>
              </a:spcAft>
              <a:buFont typeface="Wingdings" panose="05000000000000000000" pitchFamily="2" charset="2"/>
              <a:buChar char="v"/>
            </a:pPr>
            <a:r>
              <a:rPr lang="en-IN" sz="1000">
                <a:solidFill>
                  <a:schemeClr val="tx1"/>
                </a:solidFill>
                <a:latin typeface="Montserrat" panose="00000500000000000000" pitchFamily="2" charset="0"/>
              </a:rPr>
              <a:t>No agent goes live without passing evaluation</a:t>
            </a:r>
          </a:p>
        </p:txBody>
      </p:sp>
      <p:sp>
        <p:nvSpPr>
          <p:cNvPr id="9" name="Rectangle 8">
            <a:extLst>
              <a:ext uri="{FF2B5EF4-FFF2-40B4-BE49-F238E27FC236}">
                <a16:creationId xmlns:a16="http://schemas.microsoft.com/office/drawing/2014/main" id="{83FBF3F7-89A3-2237-D7C1-3AA79043683E}"/>
              </a:ext>
            </a:extLst>
          </p:cNvPr>
          <p:cNvSpPr/>
          <p:nvPr/>
        </p:nvSpPr>
        <p:spPr>
          <a:xfrm>
            <a:off x="5051885" y="1554087"/>
            <a:ext cx="2981462" cy="609221"/>
          </a:xfrm>
          <a:prstGeom prst="roundRect">
            <a:avLst>
              <a:gd name="adj" fmla="val 0"/>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spcAft>
                <a:spcPts val="300"/>
              </a:spcAft>
            </a:pPr>
            <a:r>
              <a:rPr lang="en-IN" sz="1100" b="1">
                <a:solidFill>
                  <a:schemeClr val="tx1"/>
                </a:solidFill>
                <a:latin typeface="Montserrat" panose="00000500000000000000" pitchFamily="2" charset="0"/>
              </a:rPr>
              <a:t>Graph RAG 2.0</a:t>
            </a:r>
          </a:p>
          <a:p>
            <a:pPr marL="171450" indent="-171450">
              <a:spcAft>
                <a:spcPts val="300"/>
              </a:spcAft>
              <a:buFont typeface="Wingdings" panose="05000000000000000000" pitchFamily="2" charset="2"/>
              <a:buChar char="v"/>
            </a:pPr>
            <a:r>
              <a:rPr lang="en-IN" sz="1000">
                <a:solidFill>
                  <a:schemeClr val="tx1"/>
                </a:solidFill>
                <a:latin typeface="Montserrat" panose="00000500000000000000" pitchFamily="2" charset="0"/>
              </a:rPr>
              <a:t>SOPs, policies &amp; structured data fused</a:t>
            </a:r>
          </a:p>
          <a:p>
            <a:pPr marL="171450" indent="-171450">
              <a:spcAft>
                <a:spcPts val="300"/>
              </a:spcAft>
              <a:buFont typeface="Wingdings" panose="05000000000000000000" pitchFamily="2" charset="2"/>
              <a:buChar char="v"/>
            </a:pPr>
            <a:r>
              <a:rPr lang="en-IN" sz="1000">
                <a:solidFill>
                  <a:schemeClr val="tx1"/>
                </a:solidFill>
                <a:latin typeface="Montserrat" panose="00000500000000000000" pitchFamily="2" charset="0"/>
              </a:rPr>
              <a:t>Grounded, cited · zero hallucinations</a:t>
            </a:r>
          </a:p>
        </p:txBody>
      </p:sp>
      <p:sp>
        <p:nvSpPr>
          <p:cNvPr id="10" name="Rectangle 9">
            <a:extLst>
              <a:ext uri="{FF2B5EF4-FFF2-40B4-BE49-F238E27FC236}">
                <a16:creationId xmlns:a16="http://schemas.microsoft.com/office/drawing/2014/main" id="{EACFE25C-C6D4-87B9-1F49-7A33D147DFA9}"/>
              </a:ext>
            </a:extLst>
          </p:cNvPr>
          <p:cNvSpPr/>
          <p:nvPr/>
        </p:nvSpPr>
        <p:spPr>
          <a:xfrm>
            <a:off x="5065288" y="2602757"/>
            <a:ext cx="2981462" cy="594651"/>
          </a:xfrm>
          <a:prstGeom prst="roundRect">
            <a:avLst>
              <a:gd name="adj" fmla="val 0"/>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spcAft>
                <a:spcPts val="300"/>
              </a:spcAft>
            </a:pPr>
            <a:r>
              <a:rPr lang="en-US" sz="1100" b="1">
                <a:solidFill>
                  <a:schemeClr val="tx1"/>
                </a:solidFill>
                <a:latin typeface="Montserrat" panose="00000500000000000000" pitchFamily="2" charset="0"/>
              </a:rPr>
              <a:t>Memory Management</a:t>
            </a:r>
          </a:p>
          <a:p>
            <a:pPr marL="171450" indent="-171450">
              <a:spcAft>
                <a:spcPts val="300"/>
              </a:spcAft>
              <a:buFont typeface="Wingdings" panose="05000000000000000000" pitchFamily="2" charset="2"/>
              <a:buChar char="v"/>
            </a:pPr>
            <a:r>
              <a:rPr lang="en-US" sz="1000">
                <a:solidFill>
                  <a:schemeClr val="tx1"/>
                </a:solidFill>
                <a:latin typeface="Montserrat" panose="00000500000000000000" pitchFamily="2" charset="0"/>
              </a:rPr>
              <a:t>Short-term context per session</a:t>
            </a:r>
          </a:p>
          <a:p>
            <a:pPr marL="171450" indent="-171450">
              <a:spcAft>
                <a:spcPts val="300"/>
              </a:spcAft>
              <a:buFont typeface="Wingdings" panose="05000000000000000000" pitchFamily="2" charset="2"/>
              <a:buChar char="v"/>
            </a:pPr>
            <a:r>
              <a:rPr lang="en-US" sz="1000">
                <a:solidFill>
                  <a:schemeClr val="tx1"/>
                </a:solidFill>
                <a:latin typeface="Montserrat" panose="00000500000000000000" pitchFamily="2" charset="0"/>
              </a:rPr>
              <a:t>Long-term recall · role-bounded</a:t>
            </a:r>
            <a:endParaRPr lang="en-IN" sz="1000">
              <a:solidFill>
                <a:schemeClr val="tx1"/>
              </a:solidFill>
              <a:latin typeface="Montserrat" panose="00000500000000000000" pitchFamily="2" charset="0"/>
            </a:endParaRPr>
          </a:p>
        </p:txBody>
      </p:sp>
      <p:sp>
        <p:nvSpPr>
          <p:cNvPr id="11" name="Rectangle 10">
            <a:extLst>
              <a:ext uri="{FF2B5EF4-FFF2-40B4-BE49-F238E27FC236}">
                <a16:creationId xmlns:a16="http://schemas.microsoft.com/office/drawing/2014/main" id="{0577CBFA-8036-BEC4-925C-2FEC6FB8CEFC}"/>
              </a:ext>
            </a:extLst>
          </p:cNvPr>
          <p:cNvSpPr/>
          <p:nvPr/>
        </p:nvSpPr>
        <p:spPr>
          <a:xfrm>
            <a:off x="5051885" y="3747671"/>
            <a:ext cx="2981462" cy="551893"/>
          </a:xfrm>
          <a:prstGeom prst="roundRect">
            <a:avLst>
              <a:gd name="adj" fmla="val 0"/>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spcAft>
                <a:spcPts val="300"/>
              </a:spcAft>
            </a:pPr>
            <a:r>
              <a:rPr lang="en-US" sz="1100" b="1">
                <a:solidFill>
                  <a:schemeClr val="tx1"/>
                </a:solidFill>
                <a:latin typeface="Montserrat" panose="00000500000000000000" pitchFamily="2" charset="0"/>
              </a:rPr>
              <a:t>Drift Detection &amp; Auto-Retrain</a:t>
            </a:r>
          </a:p>
          <a:p>
            <a:pPr marL="171450" indent="-171450">
              <a:spcAft>
                <a:spcPts val="300"/>
              </a:spcAft>
              <a:buFont typeface="Wingdings" panose="05000000000000000000" pitchFamily="2" charset="2"/>
              <a:buChar char="v"/>
            </a:pPr>
            <a:r>
              <a:rPr lang="en-US" sz="1000">
                <a:solidFill>
                  <a:schemeClr val="tx1"/>
                </a:solidFill>
                <a:latin typeface="Montserrat" panose="00000500000000000000" pitchFamily="2" charset="0"/>
              </a:rPr>
              <a:t>Feature, data &amp; concept drift in &lt;4 hours</a:t>
            </a:r>
          </a:p>
          <a:p>
            <a:pPr marL="171450" indent="-171450">
              <a:spcAft>
                <a:spcPts val="300"/>
              </a:spcAft>
              <a:buFont typeface="Wingdings" panose="05000000000000000000" pitchFamily="2" charset="2"/>
              <a:buChar char="v"/>
            </a:pPr>
            <a:r>
              <a:rPr lang="en-US" sz="1000">
                <a:solidFill>
                  <a:schemeClr val="tx1"/>
                </a:solidFill>
                <a:latin typeface="Montserrat" panose="00000500000000000000" pitchFamily="2" charset="0"/>
              </a:rPr>
              <a:t>Shadow/canary before full production swap</a:t>
            </a:r>
            <a:endParaRPr lang="en-IN" sz="1000">
              <a:solidFill>
                <a:schemeClr val="tx1"/>
              </a:solidFill>
              <a:latin typeface="Montserrat" panose="00000500000000000000" pitchFamily="2" charset="0"/>
            </a:endParaRPr>
          </a:p>
        </p:txBody>
      </p:sp>
      <p:sp>
        <p:nvSpPr>
          <p:cNvPr id="12" name="Rectangle 11">
            <a:extLst>
              <a:ext uri="{FF2B5EF4-FFF2-40B4-BE49-F238E27FC236}">
                <a16:creationId xmlns:a16="http://schemas.microsoft.com/office/drawing/2014/main" id="{F226BF5C-0A79-EFDC-24EB-8AA4E744A6FD}"/>
              </a:ext>
            </a:extLst>
          </p:cNvPr>
          <p:cNvSpPr/>
          <p:nvPr/>
        </p:nvSpPr>
        <p:spPr>
          <a:xfrm>
            <a:off x="8953520" y="1543201"/>
            <a:ext cx="2981462" cy="630992"/>
          </a:xfrm>
          <a:prstGeom prst="roundRect">
            <a:avLst>
              <a:gd name="adj" fmla="val 0"/>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spcAft>
                <a:spcPts val="300"/>
              </a:spcAft>
            </a:pPr>
            <a:r>
              <a:rPr lang="en-IN" sz="1100" b="1">
                <a:solidFill>
                  <a:schemeClr val="tx1"/>
                </a:solidFill>
                <a:latin typeface="Montserrat" panose="00000500000000000000" pitchFamily="2" charset="0"/>
              </a:rPr>
              <a:t>Tool Use &amp; API Integration</a:t>
            </a:r>
          </a:p>
          <a:p>
            <a:pPr marL="171450" indent="-171450">
              <a:spcAft>
                <a:spcPts val="300"/>
              </a:spcAft>
              <a:buFont typeface="Wingdings" panose="05000000000000000000" pitchFamily="2" charset="2"/>
              <a:buChar char="v"/>
            </a:pPr>
            <a:r>
              <a:rPr lang="en-IN" sz="1000">
                <a:solidFill>
                  <a:schemeClr val="tx1"/>
                </a:solidFill>
                <a:latin typeface="Montserrat" panose="00000500000000000000" pitchFamily="2" charset="0"/>
              </a:rPr>
              <a:t>Native calls to ERP, CRM, IoT &amp; DBs</a:t>
            </a:r>
          </a:p>
          <a:p>
            <a:pPr marL="171450" indent="-171450">
              <a:spcAft>
                <a:spcPts val="300"/>
              </a:spcAft>
              <a:buFont typeface="Wingdings" panose="05000000000000000000" pitchFamily="2" charset="2"/>
              <a:buChar char="v"/>
            </a:pPr>
            <a:r>
              <a:rPr lang="en-IN" sz="1000">
                <a:solidFill>
                  <a:schemeClr val="tx1"/>
                </a:solidFill>
                <a:latin typeface="Montserrat" panose="00000500000000000000" pitchFamily="2" charset="0"/>
              </a:rPr>
              <a:t>Tool-use verification · audit logged</a:t>
            </a:r>
          </a:p>
        </p:txBody>
      </p:sp>
      <p:sp>
        <p:nvSpPr>
          <p:cNvPr id="13" name="Rectangle 12">
            <a:extLst>
              <a:ext uri="{FF2B5EF4-FFF2-40B4-BE49-F238E27FC236}">
                <a16:creationId xmlns:a16="http://schemas.microsoft.com/office/drawing/2014/main" id="{17A201A1-5356-D9D6-3B6D-FEC8DE770D40}"/>
              </a:ext>
            </a:extLst>
          </p:cNvPr>
          <p:cNvSpPr/>
          <p:nvPr/>
        </p:nvSpPr>
        <p:spPr>
          <a:xfrm>
            <a:off x="8953520" y="2525266"/>
            <a:ext cx="2981462" cy="749631"/>
          </a:xfrm>
          <a:prstGeom prst="roundRect">
            <a:avLst>
              <a:gd name="adj" fmla="val 0"/>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spcAft>
                <a:spcPts val="300"/>
              </a:spcAft>
            </a:pPr>
            <a:r>
              <a:rPr lang="en-IN" sz="1100" b="1">
                <a:solidFill>
                  <a:schemeClr val="tx1"/>
                </a:solidFill>
                <a:latin typeface="Montserrat" panose="00000500000000000000" pitchFamily="2" charset="0"/>
              </a:rPr>
              <a:t>Prompt Engineering &amp; Versioning</a:t>
            </a:r>
          </a:p>
          <a:p>
            <a:pPr marL="171450" indent="-171450">
              <a:spcAft>
                <a:spcPts val="300"/>
              </a:spcAft>
              <a:buFont typeface="Wingdings" panose="05000000000000000000" pitchFamily="2" charset="2"/>
              <a:buChar char="v"/>
            </a:pPr>
            <a:r>
              <a:rPr lang="en-IN" sz="1000">
                <a:solidFill>
                  <a:schemeClr val="tx1"/>
                </a:solidFill>
                <a:latin typeface="Montserrat" panose="00000500000000000000" pitchFamily="2" charset="0"/>
              </a:rPr>
              <a:t>Versioned prompts · A/B testing · token budgets</a:t>
            </a:r>
          </a:p>
          <a:p>
            <a:pPr marL="171450" indent="-171450">
              <a:spcAft>
                <a:spcPts val="300"/>
              </a:spcAft>
              <a:buFont typeface="Wingdings" panose="05000000000000000000" pitchFamily="2" charset="2"/>
              <a:buChar char="v"/>
            </a:pPr>
            <a:r>
              <a:rPr lang="en-IN" sz="1000">
                <a:solidFill>
                  <a:schemeClr val="tx1"/>
                </a:solidFill>
                <a:latin typeface="Montserrat" panose="00000500000000000000" pitchFamily="2" charset="0"/>
              </a:rPr>
              <a:t>Semantic caching — 40–60% cost reduction</a:t>
            </a:r>
          </a:p>
        </p:txBody>
      </p:sp>
      <p:sp>
        <p:nvSpPr>
          <p:cNvPr id="14" name="Rectangle 13">
            <a:extLst>
              <a:ext uri="{FF2B5EF4-FFF2-40B4-BE49-F238E27FC236}">
                <a16:creationId xmlns:a16="http://schemas.microsoft.com/office/drawing/2014/main" id="{75E0B58E-467D-1A41-FDEC-3E8257D8DA38}"/>
              </a:ext>
            </a:extLst>
          </p:cNvPr>
          <p:cNvSpPr/>
          <p:nvPr/>
        </p:nvSpPr>
        <p:spPr>
          <a:xfrm>
            <a:off x="8953520" y="3636019"/>
            <a:ext cx="2981462" cy="725541"/>
          </a:xfrm>
          <a:prstGeom prst="roundRect">
            <a:avLst>
              <a:gd name="adj" fmla="val 0"/>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lstStyle/>
          <a:p>
            <a:pPr>
              <a:spcAft>
                <a:spcPts val="300"/>
              </a:spcAft>
            </a:pPr>
            <a:r>
              <a:rPr lang="en-IN" sz="1100" b="1">
                <a:solidFill>
                  <a:schemeClr val="tx1"/>
                </a:solidFill>
                <a:latin typeface="Montserrat" panose="00000500000000000000" pitchFamily="2" charset="0"/>
              </a:rPr>
              <a:t>Regulatory AI Compliance</a:t>
            </a:r>
          </a:p>
          <a:p>
            <a:pPr marL="171450" indent="-171450">
              <a:spcAft>
                <a:spcPts val="300"/>
              </a:spcAft>
              <a:buFont typeface="Wingdings" panose="05000000000000000000" pitchFamily="2" charset="2"/>
              <a:buChar char="v"/>
            </a:pPr>
            <a:r>
              <a:rPr lang="en-IN" sz="1000">
                <a:solidFill>
                  <a:schemeClr val="tx1"/>
                </a:solidFill>
                <a:latin typeface="Montserrat" panose="00000500000000000000" pitchFamily="2" charset="0"/>
              </a:rPr>
              <a:t>FDA AI · EU AI Act · 21 CFR Pt 11 aligned</a:t>
            </a:r>
          </a:p>
          <a:p>
            <a:pPr marL="171450" indent="-171450">
              <a:spcAft>
                <a:spcPts val="300"/>
              </a:spcAft>
              <a:buFont typeface="Wingdings" panose="05000000000000000000" pitchFamily="2" charset="2"/>
              <a:buChar char="v"/>
            </a:pPr>
            <a:r>
              <a:rPr lang="en-IN" sz="1000">
                <a:solidFill>
                  <a:schemeClr val="tx1"/>
                </a:solidFill>
                <a:latin typeface="Montserrat" panose="00000500000000000000" pitchFamily="2" charset="0"/>
              </a:rPr>
              <a:t>Audit trails · bias reports · runtime guardrails</a:t>
            </a:r>
          </a:p>
        </p:txBody>
      </p:sp>
      <p:sp>
        <p:nvSpPr>
          <p:cNvPr id="26" name="Rectangle 25">
            <a:extLst>
              <a:ext uri="{FF2B5EF4-FFF2-40B4-BE49-F238E27FC236}">
                <a16:creationId xmlns:a16="http://schemas.microsoft.com/office/drawing/2014/main" id="{A92FD058-F26C-589F-CD7E-9ABCAC3570BC}"/>
              </a:ext>
            </a:extLst>
          </p:cNvPr>
          <p:cNvSpPr/>
          <p:nvPr/>
        </p:nvSpPr>
        <p:spPr>
          <a:xfrm>
            <a:off x="0" y="4722682"/>
            <a:ext cx="12191999" cy="2135319"/>
          </a:xfrm>
          <a:prstGeom prst="rect">
            <a:avLst/>
          </a:prstGeom>
          <a:solidFill>
            <a:srgbClr val="1A1A1A"/>
          </a:solidFill>
          <a:ln w="12700">
            <a:noFill/>
          </a:ln>
        </p:spPr>
        <p:style>
          <a:lnRef idx="2">
            <a:schemeClr val="accent1">
              <a:shade val="15000"/>
            </a:schemeClr>
          </a:lnRef>
          <a:fillRef idx="1">
            <a:schemeClr val="accent1"/>
          </a:fillRef>
          <a:effectRef idx="0">
            <a:schemeClr val="accent1"/>
          </a:effectRef>
          <a:fontRef idx="minor">
            <a:schemeClr val="lt1"/>
          </a:fontRef>
        </p:style>
        <p:txBody>
          <a:bodyPr tIns="91440" rtlCol="0" anchor="t"/>
          <a:lstStyle/>
          <a:p>
            <a:pPr>
              <a:spcAft>
                <a:spcPts val="600"/>
              </a:spcAft>
            </a:pPr>
            <a:endParaRPr lang="en-IN" sz="1200" b="1">
              <a:solidFill>
                <a:schemeClr val="tx1"/>
              </a:solidFill>
              <a:latin typeface="Montserrat" panose="00000500000000000000" pitchFamily="2" charset="0"/>
            </a:endParaRPr>
          </a:p>
        </p:txBody>
      </p:sp>
      <p:sp>
        <p:nvSpPr>
          <p:cNvPr id="27" name="TextBox 26">
            <a:extLst>
              <a:ext uri="{FF2B5EF4-FFF2-40B4-BE49-F238E27FC236}">
                <a16:creationId xmlns:a16="http://schemas.microsoft.com/office/drawing/2014/main" id="{BEFD8600-6F2A-B8F5-0FEF-60F7ABC4C3E5}"/>
              </a:ext>
            </a:extLst>
          </p:cNvPr>
          <p:cNvSpPr txBox="1"/>
          <p:nvPr/>
        </p:nvSpPr>
        <p:spPr>
          <a:xfrm>
            <a:off x="444025" y="5693171"/>
            <a:ext cx="1562575" cy="661720"/>
          </a:xfrm>
          <a:prstGeom prst="rect">
            <a:avLst/>
          </a:prstGeom>
          <a:noFill/>
        </p:spPr>
        <p:txBody>
          <a:bodyPr wrap="square">
            <a:spAutoFit/>
          </a:bodyPr>
          <a:lstStyle/>
          <a:p>
            <a:pPr>
              <a:spcAft>
                <a:spcPts val="600"/>
              </a:spcAft>
            </a:pPr>
            <a:r>
              <a:rPr lang="en-US" sz="1100" b="1">
                <a:solidFill>
                  <a:schemeClr val="bg1"/>
                </a:solidFill>
                <a:latin typeface="Montserrat" panose="00000500000000000000" pitchFamily="2" charset="0"/>
              </a:rPr>
              <a:t>S&amp;OP Orchestrator</a:t>
            </a:r>
          </a:p>
          <a:p>
            <a:pPr>
              <a:spcAft>
                <a:spcPts val="300"/>
              </a:spcAft>
            </a:pPr>
            <a:r>
              <a:rPr lang="en-US" sz="1000">
                <a:solidFill>
                  <a:schemeClr val="bg1"/>
                </a:solidFill>
                <a:latin typeface="Montserrat" panose="00000500000000000000" pitchFamily="2" charset="0"/>
              </a:rPr>
              <a:t>Consensus in &lt;48 </a:t>
            </a:r>
            <a:r>
              <a:rPr lang="en-US" sz="1000" err="1">
                <a:solidFill>
                  <a:schemeClr val="bg1"/>
                </a:solidFill>
                <a:latin typeface="Montserrat" panose="00000500000000000000" pitchFamily="2" charset="0"/>
              </a:rPr>
              <a:t>hrs</a:t>
            </a:r>
            <a:endParaRPr lang="en-US" sz="1000">
              <a:solidFill>
                <a:schemeClr val="bg1"/>
              </a:solidFill>
              <a:latin typeface="Montserrat" panose="00000500000000000000" pitchFamily="2" charset="0"/>
            </a:endParaRPr>
          </a:p>
        </p:txBody>
      </p:sp>
      <p:sp>
        <p:nvSpPr>
          <p:cNvPr id="28" name="TextBox 27">
            <a:extLst>
              <a:ext uri="{FF2B5EF4-FFF2-40B4-BE49-F238E27FC236}">
                <a16:creationId xmlns:a16="http://schemas.microsoft.com/office/drawing/2014/main" id="{B1AF8E08-1B53-06C9-7FCA-A48BA9042668}"/>
              </a:ext>
            </a:extLst>
          </p:cNvPr>
          <p:cNvSpPr txBox="1"/>
          <p:nvPr/>
        </p:nvSpPr>
        <p:spPr>
          <a:xfrm>
            <a:off x="2402460" y="5693171"/>
            <a:ext cx="1511775" cy="661720"/>
          </a:xfrm>
          <a:prstGeom prst="rect">
            <a:avLst/>
          </a:prstGeom>
          <a:noFill/>
        </p:spPr>
        <p:txBody>
          <a:bodyPr wrap="square">
            <a:spAutoFit/>
          </a:bodyPr>
          <a:lstStyle/>
          <a:p>
            <a:pPr>
              <a:spcAft>
                <a:spcPts val="600"/>
              </a:spcAft>
            </a:pPr>
            <a:r>
              <a:rPr lang="en-US" sz="1100" b="1" err="1">
                <a:solidFill>
                  <a:schemeClr val="bg1"/>
                </a:solidFill>
                <a:latin typeface="Montserrat" panose="00000500000000000000" pitchFamily="2" charset="0"/>
              </a:rPr>
              <a:t>GxP</a:t>
            </a:r>
            <a:r>
              <a:rPr lang="en-US" sz="1100" b="1">
                <a:solidFill>
                  <a:schemeClr val="bg1"/>
                </a:solidFill>
                <a:latin typeface="Montserrat" panose="00000500000000000000" pitchFamily="2" charset="0"/>
              </a:rPr>
              <a:t> Quality &amp; CAPA</a:t>
            </a:r>
          </a:p>
          <a:p>
            <a:pPr>
              <a:spcAft>
                <a:spcPts val="300"/>
              </a:spcAft>
            </a:pPr>
            <a:r>
              <a:rPr lang="en-US" sz="1000">
                <a:solidFill>
                  <a:schemeClr val="bg1"/>
                </a:solidFill>
                <a:latin typeface="Montserrat" panose="00000500000000000000" pitchFamily="2" charset="0"/>
              </a:rPr>
              <a:t>21 CFR Pt 11 aligned</a:t>
            </a:r>
          </a:p>
        </p:txBody>
      </p:sp>
      <p:sp>
        <p:nvSpPr>
          <p:cNvPr id="29" name="TextBox 28">
            <a:extLst>
              <a:ext uri="{FF2B5EF4-FFF2-40B4-BE49-F238E27FC236}">
                <a16:creationId xmlns:a16="http://schemas.microsoft.com/office/drawing/2014/main" id="{8481396C-4AB7-5E0F-B427-8805B91852A7}"/>
              </a:ext>
            </a:extLst>
          </p:cNvPr>
          <p:cNvSpPr txBox="1"/>
          <p:nvPr/>
        </p:nvSpPr>
        <p:spPr>
          <a:xfrm>
            <a:off x="4360895" y="5693171"/>
            <a:ext cx="1511775" cy="846386"/>
          </a:xfrm>
          <a:prstGeom prst="rect">
            <a:avLst/>
          </a:prstGeom>
          <a:noFill/>
        </p:spPr>
        <p:txBody>
          <a:bodyPr wrap="square">
            <a:spAutoFit/>
          </a:bodyPr>
          <a:lstStyle/>
          <a:p>
            <a:pPr>
              <a:spcAft>
                <a:spcPts val="600"/>
              </a:spcAft>
            </a:pPr>
            <a:r>
              <a:rPr lang="en-US" sz="1100" b="1">
                <a:solidFill>
                  <a:schemeClr val="bg1"/>
                </a:solidFill>
                <a:latin typeface="Montserrat" panose="00000500000000000000" pitchFamily="2" charset="0"/>
              </a:rPr>
              <a:t>PV Signal &amp; Safety</a:t>
            </a:r>
          </a:p>
          <a:p>
            <a:pPr>
              <a:spcAft>
                <a:spcPts val="300"/>
              </a:spcAft>
            </a:pPr>
            <a:r>
              <a:rPr lang="en-US" sz="1000">
                <a:solidFill>
                  <a:schemeClr val="bg1"/>
                </a:solidFill>
                <a:latin typeface="Montserrat" panose="00000500000000000000" pitchFamily="2" charset="0"/>
              </a:rPr>
              <a:t>24/7 adverse-event triage</a:t>
            </a:r>
          </a:p>
        </p:txBody>
      </p:sp>
      <p:sp>
        <p:nvSpPr>
          <p:cNvPr id="30" name="TextBox 29">
            <a:extLst>
              <a:ext uri="{FF2B5EF4-FFF2-40B4-BE49-F238E27FC236}">
                <a16:creationId xmlns:a16="http://schemas.microsoft.com/office/drawing/2014/main" id="{4893F198-ACDB-BD37-8C59-7750FAB849F8}"/>
              </a:ext>
            </a:extLst>
          </p:cNvPr>
          <p:cNvSpPr txBox="1"/>
          <p:nvPr/>
        </p:nvSpPr>
        <p:spPr>
          <a:xfrm>
            <a:off x="6319330" y="5671400"/>
            <a:ext cx="1511775" cy="892552"/>
          </a:xfrm>
          <a:prstGeom prst="rect">
            <a:avLst/>
          </a:prstGeom>
          <a:noFill/>
        </p:spPr>
        <p:txBody>
          <a:bodyPr wrap="square" lIns="91440" tIns="45720" rIns="91440" bIns="45720" anchor="t">
            <a:spAutoFit/>
          </a:bodyPr>
          <a:lstStyle/>
          <a:p>
            <a:pPr>
              <a:spcAft>
                <a:spcPts val="600"/>
              </a:spcAft>
            </a:pPr>
            <a:r>
              <a:rPr lang="en-US" sz="1100" b="1">
                <a:solidFill>
                  <a:schemeClr val="bg1"/>
                </a:solidFill>
                <a:latin typeface="Montserrat"/>
              </a:rPr>
              <a:t>Demand </a:t>
            </a:r>
            <a:endParaRPr lang="en-US">
              <a:solidFill>
                <a:schemeClr val="bg1"/>
              </a:solidFill>
              <a:latin typeface="Montserrat"/>
            </a:endParaRPr>
          </a:p>
          <a:p>
            <a:pPr>
              <a:spcAft>
                <a:spcPts val="600"/>
              </a:spcAft>
            </a:pPr>
            <a:r>
              <a:rPr lang="en-US" sz="1100" b="1">
                <a:solidFill>
                  <a:schemeClr val="bg1"/>
                </a:solidFill>
                <a:latin typeface="Montserrat"/>
              </a:rPr>
              <a:t>Planning</a:t>
            </a:r>
            <a:endParaRPr lang="en-US">
              <a:solidFill>
                <a:schemeClr val="bg1"/>
              </a:solidFill>
              <a:latin typeface="Montserrat"/>
            </a:endParaRPr>
          </a:p>
          <a:p>
            <a:pPr>
              <a:spcAft>
                <a:spcPts val="300"/>
              </a:spcAft>
            </a:pPr>
            <a:r>
              <a:rPr lang="en-US" sz="1000">
                <a:solidFill>
                  <a:schemeClr val="bg1"/>
                </a:solidFill>
                <a:latin typeface="Montserrat" panose="00000500000000000000" pitchFamily="2" charset="0"/>
              </a:rPr>
              <a:t>Causal sensing + promo</a:t>
            </a:r>
          </a:p>
        </p:txBody>
      </p:sp>
      <p:sp>
        <p:nvSpPr>
          <p:cNvPr id="31" name="TextBox 30">
            <a:extLst>
              <a:ext uri="{FF2B5EF4-FFF2-40B4-BE49-F238E27FC236}">
                <a16:creationId xmlns:a16="http://schemas.microsoft.com/office/drawing/2014/main" id="{4A2DF0BF-0279-3876-11D6-109A5FE78EE3}"/>
              </a:ext>
            </a:extLst>
          </p:cNvPr>
          <p:cNvSpPr txBox="1"/>
          <p:nvPr/>
        </p:nvSpPr>
        <p:spPr>
          <a:xfrm>
            <a:off x="8277765" y="5693171"/>
            <a:ext cx="1511775" cy="846386"/>
          </a:xfrm>
          <a:prstGeom prst="rect">
            <a:avLst/>
          </a:prstGeom>
          <a:noFill/>
        </p:spPr>
        <p:txBody>
          <a:bodyPr wrap="square">
            <a:spAutoFit/>
          </a:bodyPr>
          <a:lstStyle/>
          <a:p>
            <a:pPr>
              <a:spcAft>
                <a:spcPts val="600"/>
              </a:spcAft>
            </a:pPr>
            <a:r>
              <a:rPr lang="en-US" sz="1100" b="1">
                <a:solidFill>
                  <a:schemeClr val="bg1"/>
                </a:solidFill>
                <a:latin typeface="Montserrat" panose="00000500000000000000" pitchFamily="2" charset="0"/>
              </a:rPr>
              <a:t>Predictive Maintenance</a:t>
            </a:r>
          </a:p>
          <a:p>
            <a:pPr>
              <a:spcAft>
                <a:spcPts val="300"/>
              </a:spcAft>
            </a:pPr>
            <a:r>
              <a:rPr lang="en-US" sz="1000">
                <a:solidFill>
                  <a:schemeClr val="bg1"/>
                </a:solidFill>
                <a:latin typeface="Montserrat" panose="00000500000000000000" pitchFamily="2" charset="0"/>
              </a:rPr>
              <a:t>Failure 7–10 days ahead</a:t>
            </a:r>
          </a:p>
        </p:txBody>
      </p:sp>
      <p:sp>
        <p:nvSpPr>
          <p:cNvPr id="32" name="TextBox 31">
            <a:extLst>
              <a:ext uri="{FF2B5EF4-FFF2-40B4-BE49-F238E27FC236}">
                <a16:creationId xmlns:a16="http://schemas.microsoft.com/office/drawing/2014/main" id="{64502996-16D3-BD19-6EED-EC67D2A95EB9}"/>
              </a:ext>
            </a:extLst>
          </p:cNvPr>
          <p:cNvSpPr txBox="1"/>
          <p:nvPr/>
        </p:nvSpPr>
        <p:spPr>
          <a:xfrm>
            <a:off x="10236200" y="5693171"/>
            <a:ext cx="1511775" cy="646331"/>
          </a:xfrm>
          <a:prstGeom prst="rect">
            <a:avLst/>
          </a:prstGeom>
          <a:noFill/>
        </p:spPr>
        <p:txBody>
          <a:bodyPr wrap="square">
            <a:spAutoFit/>
          </a:bodyPr>
          <a:lstStyle/>
          <a:p>
            <a:pPr>
              <a:spcAft>
                <a:spcPts val="600"/>
              </a:spcAft>
            </a:pPr>
            <a:r>
              <a:rPr lang="en-IN" sz="1100" b="1">
                <a:solidFill>
                  <a:schemeClr val="bg1"/>
                </a:solidFill>
                <a:latin typeface="Montserrat" panose="00000500000000000000" pitchFamily="2" charset="0"/>
              </a:rPr>
              <a:t>HCP / KOL NBA</a:t>
            </a:r>
          </a:p>
          <a:p>
            <a:pPr>
              <a:spcAft>
                <a:spcPts val="300"/>
              </a:spcAft>
            </a:pPr>
            <a:r>
              <a:rPr lang="en-IN" sz="1000">
                <a:solidFill>
                  <a:schemeClr val="bg1"/>
                </a:solidFill>
                <a:latin typeface="Montserrat" panose="00000500000000000000" pitchFamily="2" charset="0"/>
              </a:rPr>
              <a:t>Compliant omnichannel</a:t>
            </a:r>
            <a:endParaRPr lang="en-US" sz="1000">
              <a:solidFill>
                <a:schemeClr val="bg1"/>
              </a:solidFill>
              <a:latin typeface="Montserrat" panose="00000500000000000000" pitchFamily="2" charset="0"/>
            </a:endParaRPr>
          </a:p>
        </p:txBody>
      </p:sp>
      <p:cxnSp>
        <p:nvCxnSpPr>
          <p:cNvPr id="35" name="Straight Connector 34">
            <a:extLst>
              <a:ext uri="{FF2B5EF4-FFF2-40B4-BE49-F238E27FC236}">
                <a16:creationId xmlns:a16="http://schemas.microsoft.com/office/drawing/2014/main" id="{C44C65E4-C022-AC43-AB0E-A5C5699ABE81}"/>
              </a:ext>
            </a:extLst>
          </p:cNvPr>
          <p:cNvCxnSpPr>
            <a:cxnSpLocks/>
          </p:cNvCxnSpPr>
          <p:nvPr/>
        </p:nvCxnSpPr>
        <p:spPr>
          <a:xfrm flipV="1">
            <a:off x="2179130" y="5152338"/>
            <a:ext cx="0" cy="1387219"/>
          </a:xfrm>
          <a:prstGeom prst="line">
            <a:avLst/>
          </a:prstGeom>
          <a:ln w="9525">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F440BC53-CE98-F52A-CF16-831FA482A422}"/>
              </a:ext>
            </a:extLst>
          </p:cNvPr>
          <p:cNvCxnSpPr>
            <a:cxnSpLocks/>
          </p:cNvCxnSpPr>
          <p:nvPr/>
        </p:nvCxnSpPr>
        <p:spPr>
          <a:xfrm flipV="1">
            <a:off x="4137565" y="5152338"/>
            <a:ext cx="0" cy="1387219"/>
          </a:xfrm>
          <a:prstGeom prst="line">
            <a:avLst/>
          </a:prstGeom>
          <a:ln w="9525">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4C30DD10-00F7-0AD2-2075-FC2A7E608D1D}"/>
              </a:ext>
            </a:extLst>
          </p:cNvPr>
          <p:cNvCxnSpPr>
            <a:cxnSpLocks/>
          </p:cNvCxnSpPr>
          <p:nvPr/>
        </p:nvCxnSpPr>
        <p:spPr>
          <a:xfrm flipV="1">
            <a:off x="6096000" y="5152338"/>
            <a:ext cx="0" cy="1387219"/>
          </a:xfrm>
          <a:prstGeom prst="line">
            <a:avLst/>
          </a:prstGeom>
          <a:ln w="9525">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101F8A28-E22E-5B4F-569B-299958BB14CC}"/>
              </a:ext>
            </a:extLst>
          </p:cNvPr>
          <p:cNvCxnSpPr>
            <a:cxnSpLocks/>
          </p:cNvCxnSpPr>
          <p:nvPr/>
        </p:nvCxnSpPr>
        <p:spPr>
          <a:xfrm flipV="1">
            <a:off x="8054435" y="5152338"/>
            <a:ext cx="0" cy="1387219"/>
          </a:xfrm>
          <a:prstGeom prst="line">
            <a:avLst/>
          </a:prstGeom>
          <a:ln w="9525">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D12E0045-F66F-37EF-037F-581AAF42A17B}"/>
              </a:ext>
            </a:extLst>
          </p:cNvPr>
          <p:cNvCxnSpPr>
            <a:cxnSpLocks/>
          </p:cNvCxnSpPr>
          <p:nvPr/>
        </p:nvCxnSpPr>
        <p:spPr>
          <a:xfrm flipV="1">
            <a:off x="10012870" y="5152338"/>
            <a:ext cx="0" cy="1387219"/>
          </a:xfrm>
          <a:prstGeom prst="line">
            <a:avLst/>
          </a:prstGeom>
          <a:ln w="9525">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3DB5ABFF-4AA6-A6F1-8960-97DA4CEA1FE3}"/>
              </a:ext>
            </a:extLst>
          </p:cNvPr>
          <p:cNvSpPr txBox="1"/>
          <p:nvPr/>
        </p:nvSpPr>
        <p:spPr>
          <a:xfrm>
            <a:off x="4099554" y="4579765"/>
            <a:ext cx="3931920" cy="389513"/>
          </a:xfrm>
          <a:prstGeom prst="roundRect">
            <a:avLst>
              <a:gd name="adj" fmla="val 50000"/>
            </a:avLst>
          </a:prstGeom>
          <a:solidFill>
            <a:schemeClr val="bg2"/>
          </a:solidFill>
        </p:spPr>
        <p:txBody>
          <a:bodyPr wrap="square">
            <a:spAutoFit/>
          </a:bodyPr>
          <a:lstStyle/>
          <a:p>
            <a:pPr algn="ctr">
              <a:buNone/>
            </a:pPr>
            <a:r>
              <a:rPr lang="en-IN" sz="1200" b="1" i="0">
                <a:solidFill>
                  <a:schemeClr val="bg1"/>
                </a:solidFill>
                <a:effectLst/>
                <a:latin typeface="Montserrat" panose="00000500000000000000" pitchFamily="2" charset="0"/>
              </a:rPr>
              <a:t>Domain AI Agents In Production</a:t>
            </a:r>
          </a:p>
        </p:txBody>
      </p:sp>
      <p:pic>
        <p:nvPicPr>
          <p:cNvPr id="47" name="Graphic 46">
            <a:extLst>
              <a:ext uri="{FF2B5EF4-FFF2-40B4-BE49-F238E27FC236}">
                <a16:creationId xmlns:a16="http://schemas.microsoft.com/office/drawing/2014/main" id="{5C0A5625-CFA6-01D6-518C-32359A7EDEB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846" y="1657734"/>
            <a:ext cx="401926" cy="401926"/>
          </a:xfrm>
          <a:prstGeom prst="rect">
            <a:avLst/>
          </a:prstGeom>
        </p:spPr>
      </p:pic>
      <p:pic>
        <p:nvPicPr>
          <p:cNvPr id="49" name="Graphic 48" descr="Bar graph with upward trend outline">
            <a:extLst>
              <a:ext uri="{FF2B5EF4-FFF2-40B4-BE49-F238E27FC236}">
                <a16:creationId xmlns:a16="http://schemas.microsoft.com/office/drawing/2014/main" id="{E9286398-1572-8BD0-5B4D-62269F62C2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5558" y="3789132"/>
            <a:ext cx="404502" cy="404502"/>
          </a:xfrm>
          <a:prstGeom prst="rect">
            <a:avLst/>
          </a:prstGeom>
        </p:spPr>
      </p:pic>
      <p:pic>
        <p:nvPicPr>
          <p:cNvPr id="51" name="Graphic 50" descr="Tools outline">
            <a:extLst>
              <a:ext uri="{FF2B5EF4-FFF2-40B4-BE49-F238E27FC236}">
                <a16:creationId xmlns:a16="http://schemas.microsoft.com/office/drawing/2014/main" id="{7DA90C89-A727-9399-32B6-89CE98FF40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70508" y="1656446"/>
            <a:ext cx="404502" cy="404502"/>
          </a:xfrm>
          <a:prstGeom prst="rect">
            <a:avLst/>
          </a:prstGeom>
        </p:spPr>
      </p:pic>
      <p:pic>
        <p:nvPicPr>
          <p:cNvPr id="55" name="Graphic 54" descr="Scales of justice outline">
            <a:extLst>
              <a:ext uri="{FF2B5EF4-FFF2-40B4-BE49-F238E27FC236}">
                <a16:creationId xmlns:a16="http://schemas.microsoft.com/office/drawing/2014/main" id="{31D2FCCB-AB86-5C2D-92F4-B0F80C3A59B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5558" y="2687167"/>
            <a:ext cx="404502" cy="404502"/>
          </a:xfrm>
          <a:prstGeom prst="rect">
            <a:avLst/>
          </a:prstGeom>
        </p:spPr>
      </p:pic>
      <p:pic>
        <p:nvPicPr>
          <p:cNvPr id="57" name="Graphic 56" descr="Brain in head outline">
            <a:extLst>
              <a:ext uri="{FF2B5EF4-FFF2-40B4-BE49-F238E27FC236}">
                <a16:creationId xmlns:a16="http://schemas.microsoft.com/office/drawing/2014/main" id="{0DF9812D-19EA-06E7-611C-09792D03CB5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382276" y="2687167"/>
            <a:ext cx="404502" cy="404502"/>
          </a:xfrm>
          <a:prstGeom prst="rect">
            <a:avLst/>
          </a:prstGeom>
        </p:spPr>
      </p:pic>
      <p:pic>
        <p:nvPicPr>
          <p:cNvPr id="59" name="Graphic 58" descr="Speech outline">
            <a:extLst>
              <a:ext uri="{FF2B5EF4-FFF2-40B4-BE49-F238E27FC236}">
                <a16:creationId xmlns:a16="http://schemas.microsoft.com/office/drawing/2014/main" id="{0BDA0618-1A75-FD54-12FF-C86138D8DD5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270508" y="2687167"/>
            <a:ext cx="404502" cy="404502"/>
          </a:xfrm>
          <a:prstGeom prst="rect">
            <a:avLst/>
          </a:prstGeom>
        </p:spPr>
      </p:pic>
      <p:pic>
        <p:nvPicPr>
          <p:cNvPr id="61" name="Graphic 60" descr="Magnifying glass outline">
            <a:extLst>
              <a:ext uri="{FF2B5EF4-FFF2-40B4-BE49-F238E27FC236}">
                <a16:creationId xmlns:a16="http://schemas.microsoft.com/office/drawing/2014/main" id="{F3C28929-5F51-823D-0BF3-BA2D53BA357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382276" y="1656446"/>
            <a:ext cx="404502" cy="404502"/>
          </a:xfrm>
          <a:prstGeom prst="rect">
            <a:avLst/>
          </a:prstGeom>
        </p:spPr>
      </p:pic>
      <p:pic>
        <p:nvPicPr>
          <p:cNvPr id="63" name="Graphic 62" descr="Downward trend graph outline">
            <a:extLst>
              <a:ext uri="{FF2B5EF4-FFF2-40B4-BE49-F238E27FC236}">
                <a16:creationId xmlns:a16="http://schemas.microsoft.com/office/drawing/2014/main" id="{A12A1531-9E66-191B-1679-00AF84FCE7A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382276" y="3789132"/>
            <a:ext cx="404502" cy="404502"/>
          </a:xfrm>
          <a:prstGeom prst="rect">
            <a:avLst/>
          </a:prstGeom>
        </p:spPr>
      </p:pic>
      <p:pic>
        <p:nvPicPr>
          <p:cNvPr id="65" name="Graphic 64" descr="Lock outline">
            <a:extLst>
              <a:ext uri="{FF2B5EF4-FFF2-40B4-BE49-F238E27FC236}">
                <a16:creationId xmlns:a16="http://schemas.microsoft.com/office/drawing/2014/main" id="{74A3A11E-BC36-7772-B7FB-0E7C62B358B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270508" y="3789132"/>
            <a:ext cx="404502" cy="404502"/>
          </a:xfrm>
          <a:prstGeom prst="rect">
            <a:avLst/>
          </a:prstGeom>
        </p:spPr>
      </p:pic>
      <p:pic>
        <p:nvPicPr>
          <p:cNvPr id="66" name="Graphic 65" descr="Scales of justice outline">
            <a:extLst>
              <a:ext uri="{FF2B5EF4-FFF2-40B4-BE49-F238E27FC236}">
                <a16:creationId xmlns:a16="http://schemas.microsoft.com/office/drawing/2014/main" id="{5E56F28F-B972-A717-19A0-F151A4518CA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06529" y="5129691"/>
            <a:ext cx="484304" cy="484304"/>
          </a:xfrm>
          <a:prstGeom prst="rect">
            <a:avLst/>
          </a:prstGeom>
        </p:spPr>
      </p:pic>
      <p:pic>
        <p:nvPicPr>
          <p:cNvPr id="68" name="Graphic 67" descr="Microscope outline">
            <a:extLst>
              <a:ext uri="{FF2B5EF4-FFF2-40B4-BE49-F238E27FC236}">
                <a16:creationId xmlns:a16="http://schemas.microsoft.com/office/drawing/2014/main" id="{D2DC758B-09EA-E64E-2309-2C40158B7A4F}"/>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453828" y="5129691"/>
            <a:ext cx="484304" cy="484304"/>
          </a:xfrm>
          <a:prstGeom prst="rect">
            <a:avLst/>
          </a:prstGeom>
        </p:spPr>
      </p:pic>
      <p:pic>
        <p:nvPicPr>
          <p:cNvPr id="70" name="Graphic 69">
            <a:extLst>
              <a:ext uri="{FF2B5EF4-FFF2-40B4-BE49-F238E27FC236}">
                <a16:creationId xmlns:a16="http://schemas.microsoft.com/office/drawing/2014/main" id="{9BB6F047-AF6B-6989-1212-8E84F4C2A7C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414285" y="5200443"/>
            <a:ext cx="322870" cy="322870"/>
          </a:xfrm>
          <a:prstGeom prst="rect">
            <a:avLst/>
          </a:prstGeom>
        </p:spPr>
      </p:pic>
      <p:pic>
        <p:nvPicPr>
          <p:cNvPr id="72" name="Graphic 71" descr="Playbook outline">
            <a:extLst>
              <a:ext uri="{FF2B5EF4-FFF2-40B4-BE49-F238E27FC236}">
                <a16:creationId xmlns:a16="http://schemas.microsoft.com/office/drawing/2014/main" id="{2A9B14E2-6096-3C16-7FF1-DC3999FA8A1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319330" y="5129691"/>
            <a:ext cx="484304" cy="484304"/>
          </a:xfrm>
          <a:prstGeom prst="rect">
            <a:avLst/>
          </a:prstGeom>
        </p:spPr>
      </p:pic>
      <p:pic>
        <p:nvPicPr>
          <p:cNvPr id="74" name="Graphic 73" descr="Wrench outline">
            <a:extLst>
              <a:ext uri="{FF2B5EF4-FFF2-40B4-BE49-F238E27FC236}">
                <a16:creationId xmlns:a16="http://schemas.microsoft.com/office/drawing/2014/main" id="{4E4266AB-4A5D-C1C2-AC90-BA141B8ABB8E}"/>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328068" y="5129691"/>
            <a:ext cx="484304" cy="484304"/>
          </a:xfrm>
          <a:prstGeom prst="rect">
            <a:avLst/>
          </a:prstGeom>
        </p:spPr>
      </p:pic>
      <p:pic>
        <p:nvPicPr>
          <p:cNvPr id="76" name="Graphic 75" descr="Handshake outline">
            <a:extLst>
              <a:ext uri="{FF2B5EF4-FFF2-40B4-BE49-F238E27FC236}">
                <a16:creationId xmlns:a16="http://schemas.microsoft.com/office/drawing/2014/main" id="{75D2FF66-DF35-43BB-0C83-AD256DBFFE57}"/>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0286502" y="5129691"/>
            <a:ext cx="484304" cy="484304"/>
          </a:xfrm>
          <a:prstGeom prst="rect">
            <a:avLst/>
          </a:prstGeom>
        </p:spPr>
      </p:pic>
      <p:sp>
        <p:nvSpPr>
          <p:cNvPr id="77" name="Slide Number Placeholder 5">
            <a:extLst>
              <a:ext uri="{FF2B5EF4-FFF2-40B4-BE49-F238E27FC236}">
                <a16:creationId xmlns:a16="http://schemas.microsoft.com/office/drawing/2014/main" id="{D5E64A96-6270-024A-1511-63245DA834BA}"/>
              </a:ext>
            </a:extLst>
          </p:cNvPr>
          <p:cNvSpPr txBox="1">
            <a:spLocks/>
          </p:cNvSpPr>
          <p:nvPr/>
        </p:nvSpPr>
        <p:spPr>
          <a:xfrm>
            <a:off x="9105900" y="6540407"/>
            <a:ext cx="2743200" cy="206375"/>
          </a:xfrm>
          <a:prstGeom prst="rect">
            <a:avLst/>
          </a:prstGeom>
        </p:spPr>
        <p:txBody>
          <a:bodyPr vert="horz" lIns="91440" tIns="45720" rIns="91440" bIns="45720" rtlCol="0" anchor="ctr"/>
          <a:lstStyle>
            <a:defPPr>
              <a:defRPr lang="en-US"/>
            </a:defPPr>
            <a:lvl1pPr marL="0" algn="r" defTabSz="914400" rtl="0" eaLnBrk="1" latinLnBrk="0" hangingPunct="1">
              <a:defRPr sz="600" b="0" i="0" kern="1200">
                <a:solidFill>
                  <a:schemeClr val="bg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0EA680-D336-4FF7-8B7A-9848BB0A1C32}" type="slidenum">
              <a:rPr lang="en-US" smtClean="0"/>
              <a:pPr/>
              <a:t>40</a:t>
            </a:fld>
            <a:endParaRPr lang="en-US"/>
          </a:p>
        </p:txBody>
      </p:sp>
      <p:sp>
        <p:nvSpPr>
          <p:cNvPr id="78" name="Date Placeholder 3">
            <a:extLst>
              <a:ext uri="{FF2B5EF4-FFF2-40B4-BE49-F238E27FC236}">
                <a16:creationId xmlns:a16="http://schemas.microsoft.com/office/drawing/2014/main" id="{EF510D98-616B-F412-A02C-F2EC1341260D}"/>
              </a:ext>
            </a:extLst>
          </p:cNvPr>
          <p:cNvSpPr txBox="1">
            <a:spLocks/>
          </p:cNvSpPr>
          <p:nvPr/>
        </p:nvSpPr>
        <p:spPr>
          <a:xfrm>
            <a:off x="857250" y="6540407"/>
            <a:ext cx="2743200" cy="206375"/>
          </a:xfrm>
          <a:prstGeom prst="rect">
            <a:avLst/>
          </a:prstGeom>
        </p:spPr>
        <p:txBody>
          <a:bodyPr vert="horz" lIns="91440" tIns="45720" rIns="91440" bIns="45720" rtlCol="0" anchor="ctr"/>
          <a:lstStyle>
            <a:defPPr>
              <a:defRPr lang="en-US"/>
            </a:defPPr>
            <a:lvl1pPr marL="0" algn="l" defTabSz="914400" rtl="0" eaLnBrk="1" latinLnBrk="0" hangingPunct="1">
              <a:defRPr sz="600" b="0" i="0" kern="1200">
                <a:solidFill>
                  <a:schemeClr val="bg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SYREN CLOUD INC – 2026 – ALL RIGHTS RESERVED</a:t>
            </a:r>
          </a:p>
        </p:txBody>
      </p:sp>
      <p:pic>
        <p:nvPicPr>
          <p:cNvPr id="79" name="Graphic 78">
            <a:extLst>
              <a:ext uri="{FF2B5EF4-FFF2-40B4-BE49-F238E27FC236}">
                <a16:creationId xmlns:a16="http://schemas.microsoft.com/office/drawing/2014/main" id="{4FC4758D-D5A6-7BED-A0F4-C410367D0A4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388582" y="6548674"/>
            <a:ext cx="457200" cy="143540"/>
          </a:xfrm>
          <a:prstGeom prst="rect">
            <a:avLst/>
          </a:prstGeom>
        </p:spPr>
      </p:pic>
    </p:spTree>
    <p:extLst>
      <p:ext uri="{BB962C8B-B14F-4D97-AF65-F5344CB8AC3E}">
        <p14:creationId xmlns:p14="http://schemas.microsoft.com/office/powerpoint/2010/main" val="39814403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D8EDC-7C71-26FE-1DE2-054B569FB184}"/>
              </a:ext>
            </a:extLst>
          </p:cNvPr>
          <p:cNvSpPr>
            <a:spLocks noGrp="1"/>
          </p:cNvSpPr>
          <p:nvPr>
            <p:ph type="title"/>
          </p:nvPr>
        </p:nvSpPr>
        <p:spPr/>
        <p:txBody>
          <a:bodyPr/>
          <a:lstStyle/>
          <a:p>
            <a:r>
              <a:rPr lang="en-US">
                <a:latin typeface="Montserrat Light"/>
              </a:rPr>
              <a:t>Journey to Maximize Gross Margins </a:t>
            </a:r>
          </a:p>
        </p:txBody>
      </p:sp>
      <p:sp>
        <p:nvSpPr>
          <p:cNvPr id="4" name="Slide Number Placeholder 3">
            <a:extLst>
              <a:ext uri="{FF2B5EF4-FFF2-40B4-BE49-F238E27FC236}">
                <a16:creationId xmlns:a16="http://schemas.microsoft.com/office/drawing/2014/main" id="{87D2FA61-5342-4DAE-05F2-A3D2B9EC710E}"/>
              </a:ext>
            </a:extLst>
          </p:cNvPr>
          <p:cNvSpPr>
            <a:spLocks noGrp="1"/>
          </p:cNvSpPr>
          <p:nvPr>
            <p:ph type="sldNum" sz="quarter" idx="12"/>
          </p:nvPr>
        </p:nvSpPr>
        <p:spPr/>
        <p:txBody>
          <a:bodyPr/>
          <a:lstStyle/>
          <a:p>
            <a:fld id="{330EA680-D336-4FF7-8B7A-9848BB0A1C32}" type="slidenum">
              <a:rPr lang="en-US" smtClean="0"/>
              <a:t>41</a:t>
            </a:fld>
            <a:endParaRPr lang="en-US"/>
          </a:p>
        </p:txBody>
      </p:sp>
      <p:sp>
        <p:nvSpPr>
          <p:cNvPr id="5" name="Date Placeholder 4">
            <a:extLst>
              <a:ext uri="{FF2B5EF4-FFF2-40B4-BE49-F238E27FC236}">
                <a16:creationId xmlns:a16="http://schemas.microsoft.com/office/drawing/2014/main" id="{F465A05C-ABD5-BA08-630D-0EE4289037E9}"/>
              </a:ext>
            </a:extLst>
          </p:cNvPr>
          <p:cNvSpPr>
            <a:spLocks noGrp="1"/>
          </p:cNvSpPr>
          <p:nvPr>
            <p:ph type="dt" sz="half" idx="2"/>
          </p:nvPr>
        </p:nvSpPr>
        <p:spPr/>
        <p:txBody>
          <a:bodyPr/>
          <a:lstStyle/>
          <a:p>
            <a:r>
              <a:rPr lang="en-US"/>
              <a:t>© SYREN CLOUD INC – 2026 – ALL RIGHTS RESERVED</a:t>
            </a:r>
            <a:endParaRPr lang="en-US" sz="600"/>
          </a:p>
        </p:txBody>
      </p:sp>
      <p:sp>
        <p:nvSpPr>
          <p:cNvPr id="6" name="Rectangle: Rounded Corners 5">
            <a:extLst>
              <a:ext uri="{FF2B5EF4-FFF2-40B4-BE49-F238E27FC236}">
                <a16:creationId xmlns:a16="http://schemas.microsoft.com/office/drawing/2014/main" id="{9A642AAA-B984-16DE-3DBE-6880CC84CD57}"/>
              </a:ext>
            </a:extLst>
          </p:cNvPr>
          <p:cNvSpPr/>
          <p:nvPr/>
        </p:nvSpPr>
        <p:spPr>
          <a:xfrm>
            <a:off x="589752" y="2793340"/>
            <a:ext cx="4629404" cy="1111611"/>
          </a:xfrm>
          <a:prstGeom prst="roundRect">
            <a:avLst>
              <a:gd name="adj" fmla="val 11069"/>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D3C7C1D-2253-94DF-FFBC-0583229A7C18}"/>
              </a:ext>
            </a:extLst>
          </p:cNvPr>
          <p:cNvSpPr txBox="1"/>
          <p:nvPr/>
        </p:nvSpPr>
        <p:spPr>
          <a:xfrm>
            <a:off x="693385" y="1370567"/>
            <a:ext cx="4311579" cy="789960"/>
          </a:xfrm>
          <a:prstGeom prst="rect">
            <a:avLst/>
          </a:prstGeom>
          <a:noFill/>
        </p:spPr>
        <p:txBody>
          <a:bodyPr wrap="square" lIns="91440" tIns="45720" rIns="91440" bIns="45720" anchor="t">
            <a:spAutoFit/>
          </a:bodyPr>
          <a:lstStyle/>
          <a:p>
            <a:pPr marR="0" lvl="0">
              <a:spcBef>
                <a:spcPts val="400"/>
              </a:spcBef>
            </a:pPr>
            <a:r>
              <a:rPr lang="en-US" sz="1400" b="1" kern="100">
                <a:solidFill>
                  <a:schemeClr val="bg2"/>
                </a:solidFill>
                <a:latin typeface="Montserrat" panose="00000500000000000000" pitchFamily="2" charset="0"/>
                <a:cs typeface="Times New Roman" panose="02020603050405020304" pitchFamily="18" charset="0"/>
              </a:rPr>
              <a:t>(Pricing, Promo and Mark down)</a:t>
            </a:r>
          </a:p>
          <a:p>
            <a:pPr marR="0" lvl="0">
              <a:spcBef>
                <a:spcPts val="400"/>
              </a:spcBef>
            </a:pPr>
            <a:r>
              <a:rPr lang="en-US" sz="1400" kern="100">
                <a:effectLst/>
                <a:latin typeface="Montserrat" panose="00000500000000000000" pitchFamily="2" charset="0"/>
                <a:ea typeface="Aptos" panose="020B0004020202020204" pitchFamily="34" charset="0"/>
                <a:cs typeface="Times New Roman" panose="02020603050405020304" pitchFamily="18" charset="0"/>
              </a:rPr>
              <a:t>We reduce promotional waste by identifying which promotions drive incremental sales</a:t>
            </a:r>
            <a:endParaRPr lang="en-IN" sz="1400" kern="100">
              <a:effectLst/>
              <a:latin typeface="Montserrat" panose="00000500000000000000" pitchFamily="2"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FADFF026-B600-6629-FDFA-8663ADBC6E54}"/>
              </a:ext>
            </a:extLst>
          </p:cNvPr>
          <p:cNvSpPr txBox="1"/>
          <p:nvPr/>
        </p:nvSpPr>
        <p:spPr>
          <a:xfrm>
            <a:off x="828546" y="2992253"/>
            <a:ext cx="4176418" cy="713785"/>
          </a:xfrm>
          <a:prstGeom prst="rect">
            <a:avLst/>
          </a:prstGeom>
          <a:noFill/>
        </p:spPr>
        <p:txBody>
          <a:bodyPr wrap="square" lIns="91440" tIns="45720" rIns="91440" bIns="45720" anchor="t">
            <a:spAutoFit/>
          </a:bodyPr>
          <a:lstStyle/>
          <a:p>
            <a:pPr marL="0" marR="0">
              <a:lnSpc>
                <a:spcPct val="115000"/>
              </a:lnSpc>
              <a:spcBef>
                <a:spcPts val="600"/>
              </a:spcBef>
              <a:spcAft>
                <a:spcPts val="800"/>
              </a:spcAft>
              <a:buNone/>
            </a:pPr>
            <a:r>
              <a:rPr lang="en-IN" sz="1200" i="1" kern="100">
                <a:solidFill>
                  <a:sysClr val="windowText" lastClr="000000"/>
                </a:solidFill>
                <a:effectLst/>
                <a:latin typeface="Montserrat"/>
                <a:ea typeface="Aptos" panose="020B0004020202020204" pitchFamily="34" charset="0"/>
                <a:cs typeface="Times New Roman"/>
              </a:rPr>
              <a:t>Promotion Team </a:t>
            </a:r>
            <a:r>
              <a:rPr lang="en-IN" sz="1200" i="1" kern="100">
                <a:solidFill>
                  <a:sysClr val="windowText" lastClr="000000"/>
                </a:solidFill>
                <a:effectLst/>
                <a:latin typeface="Montserrat"/>
                <a:ea typeface="Aptos" panose="020B0004020202020204" pitchFamily="34" charset="0"/>
                <a:cs typeface="Times New Roman"/>
                <a:sym typeface="Wingdings" panose="05000000000000000000" pitchFamily="2" charset="2"/>
              </a:rPr>
              <a:t>  </a:t>
            </a:r>
            <a:r>
              <a:rPr lang="en-IN" sz="1200" i="1" kern="100">
                <a:solidFill>
                  <a:sysClr val="windowText" lastClr="000000"/>
                </a:solidFill>
                <a:effectLst/>
                <a:latin typeface="Montserrat"/>
                <a:ea typeface="Aptos" panose="020B0004020202020204" pitchFamily="34" charset="0"/>
                <a:cs typeface="Times New Roman"/>
              </a:rPr>
              <a:t>Runs Promotion </a:t>
            </a:r>
            <a:r>
              <a:rPr lang="en-IN" sz="1200" i="1" kern="100">
                <a:solidFill>
                  <a:sysClr val="windowText" lastClr="000000"/>
                </a:solidFill>
                <a:effectLst/>
                <a:latin typeface="Montserrat"/>
                <a:ea typeface="Aptos" panose="020B0004020202020204" pitchFamily="34" charset="0"/>
                <a:cs typeface="Times New Roman"/>
                <a:sym typeface="Wingdings" panose="05000000000000000000" pitchFamily="2" charset="2"/>
              </a:rPr>
              <a:t>  </a:t>
            </a:r>
            <a:r>
              <a:rPr lang="en-IN" sz="1200" i="1" kern="100">
                <a:solidFill>
                  <a:sysClr val="windowText" lastClr="000000"/>
                </a:solidFill>
                <a:effectLst/>
                <a:latin typeface="Montserrat"/>
                <a:ea typeface="Aptos" panose="020B0004020202020204" pitchFamily="34" charset="0"/>
                <a:cs typeface="Times New Roman"/>
              </a:rPr>
              <a:t>Merchants </a:t>
            </a:r>
            <a:r>
              <a:rPr lang="en-IN" sz="1200" i="1" kern="100">
                <a:solidFill>
                  <a:sysClr val="windowText" lastClr="000000"/>
                </a:solidFill>
                <a:effectLst/>
                <a:latin typeface="Montserrat"/>
                <a:ea typeface="Aptos" panose="020B0004020202020204" pitchFamily="34" charset="0"/>
                <a:cs typeface="Times New Roman"/>
                <a:sym typeface="Wingdings" panose="05000000000000000000" pitchFamily="2" charset="2"/>
              </a:rPr>
              <a:t>  </a:t>
            </a:r>
            <a:r>
              <a:rPr lang="en-IN" sz="1200" i="1" kern="100">
                <a:solidFill>
                  <a:sysClr val="windowText" lastClr="000000"/>
                </a:solidFill>
                <a:effectLst/>
                <a:latin typeface="Montserrat"/>
                <a:ea typeface="Aptos" panose="020B0004020202020204" pitchFamily="34" charset="0"/>
                <a:cs typeface="Times New Roman"/>
              </a:rPr>
              <a:t>Observe Results </a:t>
            </a:r>
            <a:r>
              <a:rPr lang="en-IN" sz="1200" i="1" kern="100">
                <a:solidFill>
                  <a:sysClr val="windowText" lastClr="000000"/>
                </a:solidFill>
                <a:effectLst/>
                <a:latin typeface="Montserrat"/>
                <a:ea typeface="Aptos" panose="020B0004020202020204" pitchFamily="34" charset="0"/>
                <a:cs typeface="Times New Roman"/>
                <a:sym typeface="Wingdings" panose="05000000000000000000" pitchFamily="2" charset="2"/>
              </a:rPr>
              <a:t>  </a:t>
            </a:r>
            <a:r>
              <a:rPr lang="en-IN" sz="1200" i="1" kern="100">
                <a:solidFill>
                  <a:sysClr val="windowText" lastClr="000000"/>
                </a:solidFill>
                <a:effectLst/>
                <a:latin typeface="Montserrat"/>
                <a:ea typeface="Aptos" panose="020B0004020202020204" pitchFamily="34" charset="0"/>
                <a:cs typeface="Times New Roman"/>
              </a:rPr>
              <a:t>Inventory Team</a:t>
            </a:r>
            <a:r>
              <a:rPr lang="en-IN" sz="1200" i="1" kern="100">
                <a:solidFill>
                  <a:sysClr val="windowText" lastClr="000000"/>
                </a:solidFill>
                <a:effectLst/>
                <a:latin typeface="Montserrat"/>
                <a:ea typeface="Aptos" panose="020B0004020202020204" pitchFamily="34" charset="0"/>
                <a:cs typeface="Times New Roman"/>
                <a:sym typeface="Wingdings" panose="05000000000000000000" pitchFamily="2" charset="2"/>
              </a:rPr>
              <a:t>  </a:t>
            </a:r>
            <a:r>
              <a:rPr lang="en-IN" sz="1200" i="1" kern="100">
                <a:solidFill>
                  <a:sysClr val="windowText" lastClr="000000"/>
                </a:solidFill>
                <a:effectLst/>
                <a:latin typeface="Montserrat"/>
                <a:ea typeface="Aptos" panose="020B0004020202020204" pitchFamily="34" charset="0"/>
                <a:cs typeface="Times New Roman"/>
              </a:rPr>
              <a:t>Panics </a:t>
            </a:r>
            <a:r>
              <a:rPr lang="en-IN" sz="1200" i="1" kern="100">
                <a:solidFill>
                  <a:sysClr val="windowText" lastClr="000000"/>
                </a:solidFill>
                <a:effectLst/>
                <a:latin typeface="Montserrat"/>
                <a:ea typeface="Aptos" panose="020B0004020202020204" pitchFamily="34" charset="0"/>
                <a:cs typeface="Times New Roman"/>
                <a:sym typeface="Wingdings" panose="05000000000000000000" pitchFamily="2" charset="2"/>
              </a:rPr>
              <a:t>  </a:t>
            </a:r>
            <a:r>
              <a:rPr lang="en-IN" sz="1200" i="1" kern="100">
                <a:solidFill>
                  <a:sysClr val="windowText" lastClr="000000"/>
                </a:solidFill>
                <a:effectLst/>
                <a:latin typeface="Montserrat"/>
                <a:ea typeface="Aptos" panose="020B0004020202020204" pitchFamily="34" charset="0"/>
                <a:cs typeface="Times New Roman"/>
              </a:rPr>
              <a:t>Markdown Team </a:t>
            </a:r>
            <a:r>
              <a:rPr lang="en-IN" sz="1200" i="1" kern="100">
                <a:solidFill>
                  <a:sysClr val="windowText" lastClr="000000"/>
                </a:solidFill>
                <a:effectLst/>
                <a:latin typeface="Montserrat"/>
                <a:ea typeface="Aptos" panose="020B0004020202020204" pitchFamily="34" charset="0"/>
                <a:cs typeface="Times New Roman"/>
                <a:sym typeface="Wingdings" panose="05000000000000000000" pitchFamily="2" charset="2"/>
              </a:rPr>
              <a:t>  </a:t>
            </a:r>
            <a:r>
              <a:rPr lang="en-IN" sz="1200" i="1" kern="100">
                <a:solidFill>
                  <a:sysClr val="windowText" lastClr="000000"/>
                </a:solidFill>
                <a:effectLst/>
                <a:latin typeface="Montserrat"/>
                <a:ea typeface="Aptos" panose="020B0004020202020204" pitchFamily="34" charset="0"/>
                <a:cs typeface="Times New Roman"/>
              </a:rPr>
              <a:t>Clears Excess Inventory</a:t>
            </a:r>
            <a:endParaRPr lang="en-US" sz="1200" kern="100">
              <a:solidFill>
                <a:sysClr val="windowText" lastClr="000000"/>
              </a:solidFill>
              <a:effectLst/>
              <a:latin typeface="Montserrat"/>
              <a:ea typeface="Aptos" panose="020B0004020202020204" pitchFamily="34" charset="0"/>
              <a:cs typeface="Times New Roman"/>
            </a:endParaRPr>
          </a:p>
        </p:txBody>
      </p:sp>
      <p:sp>
        <p:nvSpPr>
          <p:cNvPr id="9" name="TextBox 8">
            <a:extLst>
              <a:ext uri="{FF2B5EF4-FFF2-40B4-BE49-F238E27FC236}">
                <a16:creationId xmlns:a16="http://schemas.microsoft.com/office/drawing/2014/main" id="{2B9E6B03-64E9-F5D3-AA0E-4DA0FB1348F0}"/>
              </a:ext>
            </a:extLst>
          </p:cNvPr>
          <p:cNvSpPr txBox="1"/>
          <p:nvPr/>
        </p:nvSpPr>
        <p:spPr>
          <a:xfrm>
            <a:off x="1003873" y="2386290"/>
            <a:ext cx="3901489" cy="322524"/>
          </a:xfrm>
          <a:prstGeom prst="rect">
            <a:avLst/>
          </a:prstGeom>
          <a:noFill/>
        </p:spPr>
        <p:txBody>
          <a:bodyPr wrap="square">
            <a:spAutoFit/>
          </a:bodyPr>
          <a:lstStyle/>
          <a:p>
            <a:pPr marL="0" marR="0" algn="ctr">
              <a:lnSpc>
                <a:spcPct val="115000"/>
              </a:lnSpc>
              <a:spcBef>
                <a:spcPts val="600"/>
              </a:spcBef>
              <a:spcAft>
                <a:spcPts val="800"/>
              </a:spcAft>
              <a:buNone/>
            </a:pPr>
            <a:r>
              <a:rPr lang="en-IN" sz="1400" b="1" kern="100">
                <a:solidFill>
                  <a:sysClr val="windowText" lastClr="000000"/>
                </a:solidFill>
                <a:effectLst/>
                <a:latin typeface="Montserrat" panose="00000500000000000000" pitchFamily="2" charset="0"/>
                <a:ea typeface="Aptos" panose="020B0004020202020204" pitchFamily="34" charset="0"/>
                <a:cs typeface="Times New Roman" panose="02020603050405020304" pitchFamily="18" charset="0"/>
              </a:rPr>
              <a:t>Current retailers’ decision making</a:t>
            </a:r>
            <a:endParaRPr lang="en-US" sz="1400" b="1" kern="100">
              <a:solidFill>
                <a:sysClr val="windowText" lastClr="000000"/>
              </a:solidFill>
              <a:effectLst/>
              <a:latin typeface="Montserrat" panose="00000500000000000000" pitchFamily="2" charset="0"/>
              <a:ea typeface="Aptos" panose="020B0004020202020204" pitchFamily="34" charset="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EE7E675A-5FBE-87CB-FA2D-B1F3C5958C83}"/>
              </a:ext>
            </a:extLst>
          </p:cNvPr>
          <p:cNvSpPr/>
          <p:nvPr/>
        </p:nvSpPr>
        <p:spPr>
          <a:xfrm>
            <a:off x="589752" y="4973503"/>
            <a:ext cx="4629404" cy="1111611"/>
          </a:xfrm>
          <a:prstGeom prst="roundRect">
            <a:avLst>
              <a:gd name="adj" fmla="val 11069"/>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D011590-0DE8-AA96-539C-EB5DFC95E954}"/>
              </a:ext>
            </a:extLst>
          </p:cNvPr>
          <p:cNvSpPr txBox="1"/>
          <p:nvPr/>
        </p:nvSpPr>
        <p:spPr>
          <a:xfrm>
            <a:off x="937900" y="5145566"/>
            <a:ext cx="3862700" cy="713785"/>
          </a:xfrm>
          <a:prstGeom prst="rect">
            <a:avLst/>
          </a:prstGeom>
          <a:noFill/>
        </p:spPr>
        <p:txBody>
          <a:bodyPr wrap="square">
            <a:spAutoFit/>
          </a:bodyPr>
          <a:lstStyle/>
          <a:p>
            <a:pPr>
              <a:lnSpc>
                <a:spcPct val="115000"/>
              </a:lnSpc>
              <a:spcBef>
                <a:spcPts val="600"/>
              </a:spcBef>
              <a:spcAft>
                <a:spcPts val="800"/>
              </a:spcAft>
            </a:pPr>
            <a:r>
              <a:rPr lang="en-IN" sz="1200" i="1" kern="100">
                <a:solidFill>
                  <a:schemeClr val="bg1"/>
                </a:solidFill>
                <a:effectLst/>
                <a:latin typeface="Montserrat" panose="00000500000000000000" pitchFamily="2" charset="0"/>
                <a:ea typeface="Aptos" panose="020B0004020202020204" pitchFamily="34" charset="0"/>
                <a:cs typeface="Times New Roman" panose="02020603050405020304" pitchFamily="18" charset="0"/>
              </a:rPr>
              <a:t>Forecast Demand </a:t>
            </a:r>
            <a:r>
              <a:rPr lang="en-IN" sz="1200" i="1" kern="100">
                <a:solidFill>
                  <a:schemeClr val="bg1"/>
                </a:solidFill>
                <a:effectLst/>
                <a:latin typeface="Montserrat" panose="00000500000000000000" pitchFamily="2" charset="0"/>
                <a:ea typeface="Aptos" panose="020B0004020202020204" pitchFamily="34" charset="0"/>
                <a:cs typeface="Times New Roman" panose="02020603050405020304" pitchFamily="18" charset="0"/>
                <a:sym typeface="Wingdings" panose="05000000000000000000" pitchFamily="2" charset="2"/>
              </a:rPr>
              <a:t></a:t>
            </a:r>
            <a:r>
              <a:rPr lang="en-IN" sz="1200" i="1" kern="100">
                <a:solidFill>
                  <a:schemeClr val="bg1"/>
                </a:solidFill>
                <a:effectLst/>
                <a:latin typeface="Montserrat" panose="00000500000000000000" pitchFamily="2" charset="0"/>
                <a:ea typeface="Aptos" panose="020B0004020202020204" pitchFamily="34" charset="0"/>
                <a:cs typeface="Times New Roman" panose="02020603050405020304" pitchFamily="18" charset="0"/>
              </a:rPr>
              <a:t>  Predict Inventory Risk </a:t>
            </a:r>
            <a:r>
              <a:rPr lang="en-IN" sz="1200" i="1" kern="100">
                <a:solidFill>
                  <a:schemeClr val="bg1"/>
                </a:solidFill>
                <a:latin typeface="Montserrat" panose="00000500000000000000" pitchFamily="2" charset="0"/>
                <a:ea typeface="Aptos" panose="020B0004020202020204" pitchFamily="34" charset="0"/>
                <a:cs typeface="Times New Roman" panose="02020603050405020304" pitchFamily="18" charset="0"/>
                <a:sym typeface="Wingdings" panose="05000000000000000000" pitchFamily="2" charset="2"/>
              </a:rPr>
              <a:t></a:t>
            </a:r>
            <a:r>
              <a:rPr lang="en-IN" sz="1200" i="1" kern="100">
                <a:solidFill>
                  <a:schemeClr val="bg1"/>
                </a:solidFill>
                <a:effectLst/>
                <a:latin typeface="Montserrat" panose="00000500000000000000" pitchFamily="2" charset="0"/>
                <a:ea typeface="Aptos" panose="020B0004020202020204" pitchFamily="34" charset="0"/>
                <a:cs typeface="Times New Roman" panose="02020603050405020304" pitchFamily="18" charset="0"/>
              </a:rPr>
              <a:t>  Optimize Promotions </a:t>
            </a:r>
            <a:r>
              <a:rPr lang="en-IN" sz="1200" i="1" kern="100">
                <a:solidFill>
                  <a:schemeClr val="bg1"/>
                </a:solidFill>
                <a:latin typeface="Montserrat" panose="00000500000000000000" pitchFamily="2" charset="0"/>
                <a:ea typeface="Aptos" panose="020B0004020202020204" pitchFamily="34" charset="0"/>
                <a:cs typeface="Times New Roman" panose="02020603050405020304" pitchFamily="18" charset="0"/>
                <a:sym typeface="Wingdings" panose="05000000000000000000" pitchFamily="2" charset="2"/>
              </a:rPr>
              <a:t></a:t>
            </a:r>
            <a:r>
              <a:rPr lang="en-IN" sz="1200" i="1" kern="100">
                <a:solidFill>
                  <a:schemeClr val="bg1"/>
                </a:solidFill>
                <a:effectLst/>
                <a:latin typeface="Montserrat" panose="00000500000000000000" pitchFamily="2" charset="0"/>
                <a:ea typeface="Aptos" panose="020B0004020202020204" pitchFamily="34" charset="0"/>
                <a:cs typeface="Times New Roman" panose="02020603050405020304" pitchFamily="18" charset="0"/>
              </a:rPr>
              <a:t>  Monitor Response </a:t>
            </a:r>
            <a:r>
              <a:rPr lang="en-IN" sz="1200" i="1" kern="100">
                <a:solidFill>
                  <a:schemeClr val="bg1"/>
                </a:solidFill>
                <a:latin typeface="Montserrat" panose="00000500000000000000" pitchFamily="2" charset="0"/>
                <a:ea typeface="Aptos" panose="020B0004020202020204" pitchFamily="34" charset="0"/>
                <a:cs typeface="Times New Roman" panose="02020603050405020304" pitchFamily="18" charset="0"/>
                <a:sym typeface="Wingdings" panose="05000000000000000000" pitchFamily="2" charset="2"/>
              </a:rPr>
              <a:t></a:t>
            </a:r>
            <a:r>
              <a:rPr lang="en-IN" sz="1200" i="1" kern="100">
                <a:solidFill>
                  <a:schemeClr val="bg1"/>
                </a:solidFill>
                <a:effectLst/>
                <a:latin typeface="Montserrat" panose="00000500000000000000" pitchFamily="2" charset="0"/>
                <a:ea typeface="Aptos" panose="020B0004020202020204" pitchFamily="34" charset="0"/>
                <a:cs typeface="Times New Roman" panose="02020603050405020304" pitchFamily="18" charset="0"/>
              </a:rPr>
              <a:t>  Optimize Markdowns </a:t>
            </a:r>
            <a:r>
              <a:rPr lang="en-IN" sz="1200" i="1" kern="100">
                <a:solidFill>
                  <a:schemeClr val="bg1"/>
                </a:solidFill>
                <a:latin typeface="Montserrat" panose="00000500000000000000" pitchFamily="2" charset="0"/>
                <a:ea typeface="Aptos" panose="020B0004020202020204" pitchFamily="34" charset="0"/>
                <a:cs typeface="Times New Roman" panose="02020603050405020304" pitchFamily="18" charset="0"/>
                <a:sym typeface="Wingdings" panose="05000000000000000000" pitchFamily="2" charset="2"/>
              </a:rPr>
              <a:t></a:t>
            </a:r>
            <a:r>
              <a:rPr lang="en-IN" sz="1200" i="1" kern="100">
                <a:solidFill>
                  <a:schemeClr val="bg1"/>
                </a:solidFill>
                <a:effectLst/>
                <a:latin typeface="Montserrat" panose="00000500000000000000" pitchFamily="2" charset="0"/>
                <a:ea typeface="Aptos" panose="020B0004020202020204" pitchFamily="34" charset="0"/>
                <a:cs typeface="Times New Roman" panose="02020603050405020304" pitchFamily="18" charset="0"/>
              </a:rPr>
              <a:t>  Maximize Margin</a:t>
            </a:r>
          </a:p>
        </p:txBody>
      </p:sp>
      <p:sp>
        <p:nvSpPr>
          <p:cNvPr id="12" name="TextBox 11">
            <a:extLst>
              <a:ext uri="{FF2B5EF4-FFF2-40B4-BE49-F238E27FC236}">
                <a16:creationId xmlns:a16="http://schemas.microsoft.com/office/drawing/2014/main" id="{2898C805-6FC5-B6E5-AE43-B9A979D4470C}"/>
              </a:ext>
            </a:extLst>
          </p:cNvPr>
          <p:cNvSpPr txBox="1"/>
          <p:nvPr/>
        </p:nvSpPr>
        <p:spPr>
          <a:xfrm>
            <a:off x="1241867" y="4566453"/>
            <a:ext cx="3349777" cy="322524"/>
          </a:xfrm>
          <a:prstGeom prst="rect">
            <a:avLst/>
          </a:prstGeom>
          <a:noFill/>
        </p:spPr>
        <p:txBody>
          <a:bodyPr wrap="square">
            <a:spAutoFit/>
          </a:bodyPr>
          <a:lstStyle/>
          <a:p>
            <a:pPr marL="0" marR="0" algn="ctr">
              <a:lnSpc>
                <a:spcPct val="115000"/>
              </a:lnSpc>
              <a:spcBef>
                <a:spcPts val="600"/>
              </a:spcBef>
              <a:spcAft>
                <a:spcPts val="800"/>
              </a:spcAft>
              <a:buNone/>
            </a:pPr>
            <a:r>
              <a:rPr lang="en-IN" sz="1400" b="1" kern="100">
                <a:solidFill>
                  <a:sysClr val="windowText" lastClr="000000"/>
                </a:solidFill>
                <a:effectLst/>
                <a:latin typeface="Montserrat" panose="00000500000000000000" pitchFamily="2" charset="0"/>
                <a:ea typeface="Aptos" panose="020B0004020202020204" pitchFamily="34" charset="0"/>
                <a:cs typeface="Times New Roman" panose="02020603050405020304" pitchFamily="18" charset="0"/>
              </a:rPr>
              <a:t>Future decision making</a:t>
            </a:r>
          </a:p>
        </p:txBody>
      </p:sp>
      <p:cxnSp>
        <p:nvCxnSpPr>
          <p:cNvPr id="13" name="Straight Arrow Connector 12">
            <a:extLst>
              <a:ext uri="{FF2B5EF4-FFF2-40B4-BE49-F238E27FC236}">
                <a16:creationId xmlns:a16="http://schemas.microsoft.com/office/drawing/2014/main" id="{9839EDB1-7D5C-A4FC-BB85-B5A67A8D47A7}"/>
              </a:ext>
            </a:extLst>
          </p:cNvPr>
          <p:cNvCxnSpPr>
            <a:cxnSpLocks/>
          </p:cNvCxnSpPr>
          <p:nvPr/>
        </p:nvCxnSpPr>
        <p:spPr>
          <a:xfrm>
            <a:off x="2940198" y="4109013"/>
            <a:ext cx="0" cy="403253"/>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E11A279C-C93D-D8B9-8B7C-26A218B96DE3}"/>
              </a:ext>
            </a:extLst>
          </p:cNvPr>
          <p:cNvCxnSpPr>
            <a:cxnSpLocks/>
          </p:cNvCxnSpPr>
          <p:nvPr/>
        </p:nvCxnSpPr>
        <p:spPr>
          <a:xfrm>
            <a:off x="5638800" y="1370567"/>
            <a:ext cx="0" cy="5019347"/>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68EF23AF-B8A2-5DBD-E5C2-30F1A74D5246}"/>
              </a:ext>
            </a:extLst>
          </p:cNvPr>
          <p:cNvSpPr txBox="1"/>
          <p:nvPr/>
        </p:nvSpPr>
        <p:spPr>
          <a:xfrm>
            <a:off x="6082056" y="3213791"/>
            <a:ext cx="1906035" cy="1015663"/>
          </a:xfrm>
          <a:prstGeom prst="rect">
            <a:avLst/>
          </a:prstGeom>
          <a:noFill/>
        </p:spPr>
        <p:txBody>
          <a:bodyPr wrap="square">
            <a:spAutoFit/>
          </a:bodyPr>
          <a:lstStyle/>
          <a:p>
            <a:pPr marR="0">
              <a:buNone/>
            </a:pPr>
            <a:r>
              <a:rPr lang="en-IN" sz="3200" b="1">
                <a:effectLst/>
                <a:latin typeface="Montserrat" panose="00000500000000000000" pitchFamily="2" charset="0"/>
                <a:ea typeface="Times New Roman" panose="02020603050405020304" pitchFamily="18" charset="0"/>
              </a:rPr>
              <a:t>5</a:t>
            </a:r>
            <a:r>
              <a:rPr lang="en-IN" sz="3200" b="1">
                <a:solidFill>
                  <a:schemeClr val="bg1"/>
                </a:solidFill>
                <a:effectLst/>
                <a:latin typeface="Montserrat" panose="00000500000000000000" pitchFamily="2" charset="0"/>
                <a:ea typeface="Times New Roman" panose="02020603050405020304" pitchFamily="18" charset="0"/>
              </a:rPr>
              <a:t> </a:t>
            </a:r>
          </a:p>
          <a:p>
            <a:pPr marR="0">
              <a:buNone/>
            </a:pPr>
            <a:r>
              <a:rPr lang="en-IN" sz="1400">
                <a:solidFill>
                  <a:schemeClr val="bg2"/>
                </a:solidFill>
                <a:effectLst/>
                <a:latin typeface="Montserrat" panose="00000500000000000000" pitchFamily="2" charset="0"/>
                <a:ea typeface="Times New Roman" panose="02020603050405020304" pitchFamily="18" charset="0"/>
              </a:rPr>
              <a:t>layered  product </a:t>
            </a:r>
          </a:p>
          <a:p>
            <a:pPr marR="0">
              <a:buNone/>
            </a:pPr>
            <a:r>
              <a:rPr lang="en-IN" sz="1400">
                <a:solidFill>
                  <a:schemeClr val="bg2"/>
                </a:solidFill>
                <a:effectLst/>
                <a:latin typeface="Montserrat" panose="00000500000000000000" pitchFamily="2" charset="0"/>
                <a:ea typeface="Times New Roman" panose="02020603050405020304" pitchFamily="18" charset="0"/>
              </a:rPr>
              <a:t>architecture</a:t>
            </a:r>
            <a:endParaRPr lang="en-US" sz="1400">
              <a:solidFill>
                <a:schemeClr val="bg2"/>
              </a:solidFill>
              <a:effectLst/>
              <a:latin typeface="Montserrat" panose="00000500000000000000" pitchFamily="2" charset="0"/>
              <a:ea typeface="Times New Roman" panose="02020603050405020304" pitchFamily="18" charset="0"/>
            </a:endParaRPr>
          </a:p>
        </p:txBody>
      </p:sp>
      <p:cxnSp>
        <p:nvCxnSpPr>
          <p:cNvPr id="18" name="Straight Connector 17">
            <a:extLst>
              <a:ext uri="{FF2B5EF4-FFF2-40B4-BE49-F238E27FC236}">
                <a16:creationId xmlns:a16="http://schemas.microsoft.com/office/drawing/2014/main" id="{B4B98D4E-6D62-5CB9-AAD4-A332C00D4BDC}"/>
              </a:ext>
            </a:extLst>
          </p:cNvPr>
          <p:cNvCxnSpPr>
            <a:cxnSpLocks/>
            <a:stCxn id="23" idx="3"/>
            <a:endCxn id="19" idx="3"/>
          </p:cNvCxnSpPr>
          <p:nvPr/>
        </p:nvCxnSpPr>
        <p:spPr>
          <a:xfrm flipV="1">
            <a:off x="8979301" y="3403126"/>
            <a:ext cx="2502737" cy="2935838"/>
          </a:xfrm>
          <a:prstGeom prst="line">
            <a:avLst/>
          </a:prstGeom>
          <a:ln w="12700">
            <a:solidFill>
              <a:schemeClr val="bg2"/>
            </a:solidFill>
          </a:ln>
        </p:spPr>
        <p:style>
          <a:lnRef idx="2">
            <a:schemeClr val="accent1"/>
          </a:lnRef>
          <a:fillRef idx="0">
            <a:schemeClr val="accent1"/>
          </a:fillRef>
          <a:effectRef idx="1">
            <a:schemeClr val="accent1"/>
          </a:effectRef>
          <a:fontRef idx="minor">
            <a:schemeClr val="tx1"/>
          </a:fontRef>
        </p:style>
      </p:cxnSp>
      <p:sp>
        <p:nvSpPr>
          <p:cNvPr id="19" name="Oval 18">
            <a:extLst>
              <a:ext uri="{FF2B5EF4-FFF2-40B4-BE49-F238E27FC236}">
                <a16:creationId xmlns:a16="http://schemas.microsoft.com/office/drawing/2014/main" id="{305754A2-5095-395C-A38A-E7E62350DA51}"/>
              </a:ext>
            </a:extLst>
          </p:cNvPr>
          <p:cNvSpPr/>
          <p:nvPr/>
        </p:nvSpPr>
        <p:spPr>
          <a:xfrm>
            <a:off x="11468910" y="3331335"/>
            <a:ext cx="89643" cy="84107"/>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0" name="Oval 19">
            <a:extLst>
              <a:ext uri="{FF2B5EF4-FFF2-40B4-BE49-F238E27FC236}">
                <a16:creationId xmlns:a16="http://schemas.microsoft.com/office/drawing/2014/main" id="{ECE38DD8-635F-778D-2CE5-2E674EA3DC87}"/>
              </a:ext>
            </a:extLst>
          </p:cNvPr>
          <p:cNvSpPr/>
          <p:nvPr/>
        </p:nvSpPr>
        <p:spPr>
          <a:xfrm>
            <a:off x="10876178" y="4019035"/>
            <a:ext cx="89643" cy="84107"/>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1" name="Oval 20">
            <a:extLst>
              <a:ext uri="{FF2B5EF4-FFF2-40B4-BE49-F238E27FC236}">
                <a16:creationId xmlns:a16="http://schemas.microsoft.com/office/drawing/2014/main" id="{AA1B9829-F995-19DB-5942-6C069F73F966}"/>
              </a:ext>
            </a:extLst>
          </p:cNvPr>
          <p:cNvSpPr/>
          <p:nvPr/>
        </p:nvSpPr>
        <p:spPr>
          <a:xfrm>
            <a:off x="10197422" y="4798958"/>
            <a:ext cx="89643" cy="84107"/>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2" name="Oval 21">
            <a:extLst>
              <a:ext uri="{FF2B5EF4-FFF2-40B4-BE49-F238E27FC236}">
                <a16:creationId xmlns:a16="http://schemas.microsoft.com/office/drawing/2014/main" id="{42F2EF81-3434-30C4-01C4-D013B939FCC7}"/>
              </a:ext>
            </a:extLst>
          </p:cNvPr>
          <p:cNvSpPr/>
          <p:nvPr/>
        </p:nvSpPr>
        <p:spPr>
          <a:xfrm>
            <a:off x="9579297" y="5540942"/>
            <a:ext cx="89643" cy="84107"/>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 name="Oval 22">
            <a:extLst>
              <a:ext uri="{FF2B5EF4-FFF2-40B4-BE49-F238E27FC236}">
                <a16:creationId xmlns:a16="http://schemas.microsoft.com/office/drawing/2014/main" id="{028740DB-B012-276B-2D4C-32CF455C6536}"/>
              </a:ext>
            </a:extLst>
          </p:cNvPr>
          <p:cNvSpPr/>
          <p:nvPr/>
        </p:nvSpPr>
        <p:spPr>
          <a:xfrm>
            <a:off x="8966173" y="6267174"/>
            <a:ext cx="89643" cy="84107"/>
          </a:xfrm>
          <a:prstGeom prst="ellipse">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4" name="Rectangle: Rounded Corners 23">
            <a:extLst>
              <a:ext uri="{FF2B5EF4-FFF2-40B4-BE49-F238E27FC236}">
                <a16:creationId xmlns:a16="http://schemas.microsoft.com/office/drawing/2014/main" id="{4B0AFD6A-7F47-F30A-78F3-783A47A13EF6}"/>
              </a:ext>
            </a:extLst>
          </p:cNvPr>
          <p:cNvSpPr/>
          <p:nvPr/>
        </p:nvSpPr>
        <p:spPr>
          <a:xfrm>
            <a:off x="5949740" y="3094553"/>
            <a:ext cx="5980995" cy="3445854"/>
          </a:xfrm>
          <a:prstGeom prst="roundRect">
            <a:avLst>
              <a:gd name="adj" fmla="val 276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5" name="TextBox 24">
            <a:extLst>
              <a:ext uri="{FF2B5EF4-FFF2-40B4-BE49-F238E27FC236}">
                <a16:creationId xmlns:a16="http://schemas.microsoft.com/office/drawing/2014/main" id="{3760ADA1-6E2C-D04B-E8F9-102E0405543F}"/>
              </a:ext>
            </a:extLst>
          </p:cNvPr>
          <p:cNvSpPr txBox="1"/>
          <p:nvPr/>
        </p:nvSpPr>
        <p:spPr>
          <a:xfrm>
            <a:off x="8911104" y="3148192"/>
            <a:ext cx="2530631" cy="261610"/>
          </a:xfrm>
          <a:prstGeom prst="rect">
            <a:avLst/>
          </a:prstGeom>
          <a:noFill/>
        </p:spPr>
        <p:txBody>
          <a:bodyPr wrap="square">
            <a:spAutoFit/>
          </a:bodyPr>
          <a:lstStyle/>
          <a:p>
            <a:pPr algn="r"/>
            <a:r>
              <a:rPr lang="en-IN" sz="1100" b="1">
                <a:effectLst/>
                <a:latin typeface="Montserrat" panose="00000500000000000000" pitchFamily="2" charset="0"/>
                <a:ea typeface="Aptos" panose="020B0004020202020204" pitchFamily="34" charset="0"/>
                <a:cs typeface="Times New Roman" panose="02020603050405020304" pitchFamily="18" charset="0"/>
              </a:rPr>
              <a:t>Layer 1:  </a:t>
            </a:r>
            <a:r>
              <a:rPr lang="en-IN" sz="1100" i="1">
                <a:effectLst/>
                <a:latin typeface="Montserrat" panose="00000500000000000000" pitchFamily="2" charset="0"/>
                <a:ea typeface="Aptos" panose="020B0004020202020204" pitchFamily="34" charset="0"/>
                <a:cs typeface="Times New Roman" panose="02020603050405020304" pitchFamily="18" charset="0"/>
              </a:rPr>
              <a:t>Data Foundation</a:t>
            </a:r>
            <a:endParaRPr lang="en-US" sz="1100" i="1">
              <a:latin typeface="Montserrat" panose="00000500000000000000" pitchFamily="2" charset="0"/>
            </a:endParaRPr>
          </a:p>
        </p:txBody>
      </p:sp>
      <p:sp>
        <p:nvSpPr>
          <p:cNvPr id="26" name="TextBox 25">
            <a:extLst>
              <a:ext uri="{FF2B5EF4-FFF2-40B4-BE49-F238E27FC236}">
                <a16:creationId xmlns:a16="http://schemas.microsoft.com/office/drawing/2014/main" id="{89E9EE46-3B5B-370A-6827-3800743E9ABA}"/>
              </a:ext>
            </a:extLst>
          </p:cNvPr>
          <p:cNvSpPr txBox="1"/>
          <p:nvPr/>
        </p:nvSpPr>
        <p:spPr>
          <a:xfrm>
            <a:off x="7883620" y="3875857"/>
            <a:ext cx="2884058" cy="261610"/>
          </a:xfrm>
          <a:prstGeom prst="rect">
            <a:avLst/>
          </a:prstGeom>
          <a:noFill/>
        </p:spPr>
        <p:txBody>
          <a:bodyPr wrap="square">
            <a:spAutoFit/>
          </a:bodyPr>
          <a:lstStyle/>
          <a:p>
            <a:pPr algn="r"/>
            <a:r>
              <a:rPr lang="en-IN" sz="1100" b="1">
                <a:effectLst/>
                <a:latin typeface="Montserrat" panose="00000500000000000000" pitchFamily="2" charset="0"/>
                <a:ea typeface="Aptos" panose="020B0004020202020204" pitchFamily="34" charset="0"/>
                <a:cs typeface="Times New Roman" panose="02020603050405020304" pitchFamily="18" charset="0"/>
              </a:rPr>
              <a:t>Layer 2:  </a:t>
            </a:r>
            <a:r>
              <a:rPr lang="en-IN" sz="1100" i="1">
                <a:effectLst/>
                <a:latin typeface="Montserrat" panose="00000500000000000000" pitchFamily="2" charset="0"/>
                <a:ea typeface="Aptos" panose="020B0004020202020204" pitchFamily="34" charset="0"/>
                <a:cs typeface="Times New Roman" panose="02020603050405020304" pitchFamily="18" charset="0"/>
              </a:rPr>
              <a:t>Demand Intelligence</a:t>
            </a:r>
            <a:endParaRPr lang="en-US" sz="1100" i="1">
              <a:latin typeface="Montserrat" panose="00000500000000000000" pitchFamily="2" charset="0"/>
            </a:endParaRPr>
          </a:p>
        </p:txBody>
      </p:sp>
      <p:sp>
        <p:nvSpPr>
          <p:cNvPr id="27" name="TextBox 26">
            <a:extLst>
              <a:ext uri="{FF2B5EF4-FFF2-40B4-BE49-F238E27FC236}">
                <a16:creationId xmlns:a16="http://schemas.microsoft.com/office/drawing/2014/main" id="{3DC5A733-B4B9-02DD-7173-443EE80B4514}"/>
              </a:ext>
            </a:extLst>
          </p:cNvPr>
          <p:cNvSpPr txBox="1"/>
          <p:nvPr/>
        </p:nvSpPr>
        <p:spPr>
          <a:xfrm>
            <a:off x="7444234" y="4603522"/>
            <a:ext cx="2662989" cy="261610"/>
          </a:xfrm>
          <a:prstGeom prst="rect">
            <a:avLst/>
          </a:prstGeom>
          <a:noFill/>
        </p:spPr>
        <p:txBody>
          <a:bodyPr wrap="square">
            <a:spAutoFit/>
          </a:bodyPr>
          <a:lstStyle/>
          <a:p>
            <a:pPr algn="r"/>
            <a:r>
              <a:rPr lang="en-IN" sz="1100" b="1">
                <a:effectLst/>
                <a:latin typeface="Montserrat" panose="00000500000000000000" pitchFamily="2" charset="0"/>
                <a:ea typeface="Aptos" panose="020B0004020202020204" pitchFamily="34" charset="0"/>
                <a:cs typeface="Times New Roman" panose="02020603050405020304" pitchFamily="18" charset="0"/>
              </a:rPr>
              <a:t>Layer 3</a:t>
            </a:r>
            <a:r>
              <a:rPr lang="en-IN" sz="1100">
                <a:effectLst/>
                <a:latin typeface="Montserrat" panose="00000500000000000000" pitchFamily="2" charset="0"/>
                <a:ea typeface="Aptos" panose="020B0004020202020204" pitchFamily="34" charset="0"/>
                <a:cs typeface="Times New Roman" panose="02020603050405020304" pitchFamily="18" charset="0"/>
              </a:rPr>
              <a:t>: Pricing Intelligence</a:t>
            </a:r>
            <a:endParaRPr lang="en-US" sz="1100" i="1">
              <a:latin typeface="Montserrat" panose="00000500000000000000" pitchFamily="2" charset="0"/>
            </a:endParaRPr>
          </a:p>
        </p:txBody>
      </p:sp>
      <p:sp>
        <p:nvSpPr>
          <p:cNvPr id="28" name="TextBox 27">
            <a:extLst>
              <a:ext uri="{FF2B5EF4-FFF2-40B4-BE49-F238E27FC236}">
                <a16:creationId xmlns:a16="http://schemas.microsoft.com/office/drawing/2014/main" id="{5DECFE57-7D9E-50C7-B63E-2A9AB6A34768}"/>
              </a:ext>
            </a:extLst>
          </p:cNvPr>
          <p:cNvSpPr txBox="1"/>
          <p:nvPr/>
        </p:nvSpPr>
        <p:spPr>
          <a:xfrm>
            <a:off x="6667022" y="5331187"/>
            <a:ext cx="2834149" cy="261610"/>
          </a:xfrm>
          <a:prstGeom prst="rect">
            <a:avLst/>
          </a:prstGeom>
          <a:noFill/>
        </p:spPr>
        <p:txBody>
          <a:bodyPr wrap="square">
            <a:spAutoFit/>
          </a:bodyPr>
          <a:lstStyle/>
          <a:p>
            <a:pPr algn="r"/>
            <a:r>
              <a:rPr lang="en-IN" sz="1100" b="1">
                <a:effectLst/>
                <a:latin typeface="Montserrat" panose="00000500000000000000" pitchFamily="2" charset="0"/>
                <a:ea typeface="Aptos" panose="020B0004020202020204" pitchFamily="34" charset="0"/>
                <a:cs typeface="Times New Roman" panose="02020603050405020304" pitchFamily="18" charset="0"/>
              </a:rPr>
              <a:t>Layer 4: </a:t>
            </a:r>
            <a:r>
              <a:rPr lang="en-IN" sz="1100">
                <a:effectLst/>
                <a:latin typeface="Montserrat" panose="00000500000000000000" pitchFamily="2" charset="0"/>
                <a:ea typeface="Aptos" panose="020B0004020202020204" pitchFamily="34" charset="0"/>
                <a:cs typeface="Times New Roman" panose="02020603050405020304" pitchFamily="18" charset="0"/>
              </a:rPr>
              <a:t>Optimization Engine</a:t>
            </a:r>
            <a:endParaRPr lang="en-US" sz="1100" i="1">
              <a:latin typeface="Montserrat" panose="00000500000000000000" pitchFamily="2" charset="0"/>
            </a:endParaRPr>
          </a:p>
        </p:txBody>
      </p:sp>
      <p:sp>
        <p:nvSpPr>
          <p:cNvPr id="29" name="TextBox 28">
            <a:extLst>
              <a:ext uri="{FF2B5EF4-FFF2-40B4-BE49-F238E27FC236}">
                <a16:creationId xmlns:a16="http://schemas.microsoft.com/office/drawing/2014/main" id="{F98FDA66-5B6F-ADFD-E053-4C29271BADA3}"/>
              </a:ext>
            </a:extLst>
          </p:cNvPr>
          <p:cNvSpPr txBox="1"/>
          <p:nvPr/>
        </p:nvSpPr>
        <p:spPr>
          <a:xfrm>
            <a:off x="6052517" y="6058854"/>
            <a:ext cx="2923793" cy="261610"/>
          </a:xfrm>
          <a:prstGeom prst="rect">
            <a:avLst/>
          </a:prstGeom>
          <a:noFill/>
        </p:spPr>
        <p:txBody>
          <a:bodyPr wrap="square">
            <a:spAutoFit/>
          </a:bodyPr>
          <a:lstStyle/>
          <a:p>
            <a:pPr algn="r"/>
            <a:r>
              <a:rPr lang="en-IN" sz="1100" b="1">
                <a:effectLst/>
                <a:latin typeface="Montserrat" panose="00000500000000000000" pitchFamily="2" charset="0"/>
                <a:ea typeface="Aptos" panose="020B0004020202020204" pitchFamily="34" charset="0"/>
                <a:cs typeface="Times New Roman" panose="02020603050405020304" pitchFamily="18" charset="0"/>
              </a:rPr>
              <a:t>Layer 5</a:t>
            </a:r>
            <a:r>
              <a:rPr lang="en-IN" sz="1100">
                <a:effectLst/>
                <a:latin typeface="Montserrat" panose="00000500000000000000" pitchFamily="2" charset="0"/>
                <a:ea typeface="Aptos" panose="020B0004020202020204" pitchFamily="34" charset="0"/>
                <a:cs typeface="Times New Roman" panose="02020603050405020304" pitchFamily="18" charset="0"/>
              </a:rPr>
              <a:t>: Decision Applications</a:t>
            </a:r>
            <a:endParaRPr lang="en-US" sz="1100" i="1">
              <a:latin typeface="Montserrat" panose="00000500000000000000" pitchFamily="2" charset="0"/>
            </a:endParaRPr>
          </a:p>
        </p:txBody>
      </p:sp>
      <p:pic>
        <p:nvPicPr>
          <p:cNvPr id="30" name="Graphic 29">
            <a:extLst>
              <a:ext uri="{FF2B5EF4-FFF2-40B4-BE49-F238E27FC236}">
                <a16:creationId xmlns:a16="http://schemas.microsoft.com/office/drawing/2014/main" id="{0926EFFC-7123-3EE0-5DC8-E8DF012D69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549109" y="3480961"/>
            <a:ext cx="365760" cy="343174"/>
          </a:xfrm>
          <a:prstGeom prst="rect">
            <a:avLst/>
          </a:prstGeom>
        </p:spPr>
      </p:pic>
      <p:pic>
        <p:nvPicPr>
          <p:cNvPr id="31" name="Graphic 30">
            <a:extLst>
              <a:ext uri="{FF2B5EF4-FFF2-40B4-BE49-F238E27FC236}">
                <a16:creationId xmlns:a16="http://schemas.microsoft.com/office/drawing/2014/main" id="{CC6B19EC-2A00-6CBA-5E9C-2FE8C35245C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055476" y="3943248"/>
            <a:ext cx="365760" cy="343174"/>
          </a:xfrm>
          <a:prstGeom prst="rect">
            <a:avLst/>
          </a:prstGeom>
        </p:spPr>
      </p:pic>
      <p:pic>
        <p:nvPicPr>
          <p:cNvPr id="32" name="Graphic 31">
            <a:extLst>
              <a:ext uri="{FF2B5EF4-FFF2-40B4-BE49-F238E27FC236}">
                <a16:creationId xmlns:a16="http://schemas.microsoft.com/office/drawing/2014/main" id="{3B5691BB-32A4-5B2E-6B0E-01BDE932661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3584" y="4711240"/>
            <a:ext cx="365760" cy="343174"/>
          </a:xfrm>
          <a:prstGeom prst="rect">
            <a:avLst/>
          </a:prstGeom>
        </p:spPr>
      </p:pic>
      <p:pic>
        <p:nvPicPr>
          <p:cNvPr id="33" name="Graphic 32">
            <a:extLst>
              <a:ext uri="{FF2B5EF4-FFF2-40B4-BE49-F238E27FC236}">
                <a16:creationId xmlns:a16="http://schemas.microsoft.com/office/drawing/2014/main" id="{6C5BBDA4-9C6B-B745-E6C5-9E5C8722717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88020" y="5430248"/>
            <a:ext cx="365760" cy="343174"/>
          </a:xfrm>
          <a:prstGeom prst="rect">
            <a:avLst/>
          </a:prstGeom>
        </p:spPr>
      </p:pic>
      <p:pic>
        <p:nvPicPr>
          <p:cNvPr id="34" name="Graphic 33">
            <a:extLst>
              <a:ext uri="{FF2B5EF4-FFF2-40B4-BE49-F238E27FC236}">
                <a16:creationId xmlns:a16="http://schemas.microsoft.com/office/drawing/2014/main" id="{235F8FF4-D862-316C-2F76-97A21786C5C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198558" y="6121315"/>
            <a:ext cx="365760" cy="343174"/>
          </a:xfrm>
          <a:prstGeom prst="rect">
            <a:avLst/>
          </a:prstGeom>
        </p:spPr>
      </p:pic>
      <p:sp>
        <p:nvSpPr>
          <p:cNvPr id="37" name="TextBox 36">
            <a:extLst>
              <a:ext uri="{FF2B5EF4-FFF2-40B4-BE49-F238E27FC236}">
                <a16:creationId xmlns:a16="http://schemas.microsoft.com/office/drawing/2014/main" id="{A9A9C43A-9205-8EDE-45F4-93B0B6561871}"/>
              </a:ext>
            </a:extLst>
          </p:cNvPr>
          <p:cNvSpPr txBox="1"/>
          <p:nvPr/>
        </p:nvSpPr>
        <p:spPr>
          <a:xfrm>
            <a:off x="5902080" y="1111691"/>
            <a:ext cx="5375520" cy="307777"/>
          </a:xfrm>
          <a:prstGeom prst="rect">
            <a:avLst/>
          </a:prstGeom>
          <a:noFill/>
        </p:spPr>
        <p:txBody>
          <a:bodyPr wrap="square">
            <a:spAutoFit/>
          </a:bodyPr>
          <a:lstStyle/>
          <a:p>
            <a:pPr marL="0" marR="0">
              <a:spcBef>
                <a:spcPts val="600"/>
              </a:spcBef>
              <a:buNone/>
            </a:pPr>
            <a:r>
              <a:rPr lang="en-IN" sz="1400" i="1" kern="100">
                <a:effectLst/>
                <a:latin typeface="Montserrat" panose="00000500000000000000" pitchFamily="2" charset="0"/>
                <a:ea typeface="Aptos" panose="020B0004020202020204" pitchFamily="34" charset="0"/>
                <a:cs typeface="Times New Roman" panose="02020603050405020304" pitchFamily="18" charset="0"/>
              </a:rPr>
              <a:t>Optimization Goal:  </a:t>
            </a:r>
            <a:r>
              <a:rPr lang="en-IN" sz="1400" b="1" i="1" kern="100">
                <a:solidFill>
                  <a:schemeClr val="bg2"/>
                </a:solidFill>
                <a:effectLst/>
                <a:latin typeface="Montserrat" panose="00000500000000000000" pitchFamily="2" charset="0"/>
                <a:ea typeface="Aptos" panose="020B0004020202020204" pitchFamily="34" charset="0"/>
                <a:cs typeface="Times New Roman" panose="02020603050405020304" pitchFamily="18" charset="0"/>
              </a:rPr>
              <a:t>Maximize Gross Margin Dollars</a:t>
            </a:r>
            <a:endParaRPr lang="en-US" sz="1400" kern="100">
              <a:solidFill>
                <a:schemeClr val="bg2"/>
              </a:solidFill>
              <a:effectLst/>
              <a:latin typeface="Montserrat" panose="00000500000000000000" pitchFamily="2" charset="0"/>
              <a:ea typeface="Aptos" panose="020B0004020202020204" pitchFamily="34" charset="0"/>
              <a:cs typeface="Times New Roman" panose="02020603050405020304" pitchFamily="18" charset="0"/>
            </a:endParaRPr>
          </a:p>
        </p:txBody>
      </p:sp>
      <p:sp>
        <p:nvSpPr>
          <p:cNvPr id="38" name="TextBox 37">
            <a:extLst>
              <a:ext uri="{FF2B5EF4-FFF2-40B4-BE49-F238E27FC236}">
                <a16:creationId xmlns:a16="http://schemas.microsoft.com/office/drawing/2014/main" id="{EAE1DD00-12C3-7E33-8648-B415566467FB}"/>
              </a:ext>
            </a:extLst>
          </p:cNvPr>
          <p:cNvSpPr txBox="1"/>
          <p:nvPr/>
        </p:nvSpPr>
        <p:spPr>
          <a:xfrm>
            <a:off x="5969902" y="1613569"/>
            <a:ext cx="5611651" cy="1354217"/>
          </a:xfrm>
          <a:prstGeom prst="rect">
            <a:avLst/>
          </a:prstGeom>
          <a:noFill/>
        </p:spPr>
        <p:txBody>
          <a:bodyPr wrap="square" lIns="91440" tIns="45720" rIns="91440" bIns="45720" anchor="t">
            <a:spAutoFit/>
          </a:bodyPr>
          <a:lstStyle/>
          <a:p>
            <a:pPr>
              <a:spcAft>
                <a:spcPts val="600"/>
              </a:spcAft>
            </a:pPr>
            <a:r>
              <a:rPr lang="en-IN" sz="1200" b="1" i="1" kern="100">
                <a:latin typeface="Montserrat" panose="00000500000000000000" pitchFamily="2" charset="0"/>
                <a:ea typeface="Aptos" panose="020B0004020202020204" pitchFamily="34" charset="0"/>
                <a:cs typeface="Times New Roman"/>
              </a:rPr>
              <a:t>Optimization algorithm</a:t>
            </a:r>
            <a:endParaRPr lang="en-IN" sz="1200" kern="100">
              <a:latin typeface="Montserrat" panose="00000500000000000000" pitchFamily="2" charset="0"/>
              <a:ea typeface="Aptos" panose="020B0004020202020204" pitchFamily="34" charset="0"/>
              <a:cs typeface="Times New Roman"/>
            </a:endParaRPr>
          </a:p>
          <a:p>
            <a:pPr marL="628650" lvl="1" indent="-171450">
              <a:spcBef>
                <a:spcPts val="200"/>
              </a:spcBef>
              <a:buFont typeface="Wingdings" panose="05000000000000000000" pitchFamily="2" charset="2"/>
              <a:buChar char="v"/>
            </a:pPr>
            <a:r>
              <a:rPr lang="en-US" sz="1200" kern="100">
                <a:latin typeface="Montserrat" panose="00000500000000000000" pitchFamily="2" charset="0"/>
                <a:ea typeface="Aptos" panose="020B0004020202020204" pitchFamily="34" charset="0"/>
                <a:cs typeface="Times New Roman"/>
              </a:rPr>
              <a:t>Mixed Integer Programming </a:t>
            </a:r>
          </a:p>
          <a:p>
            <a:pPr marL="628650" lvl="1" indent="-171450">
              <a:spcBef>
                <a:spcPts val="200"/>
              </a:spcBef>
              <a:buFont typeface="Wingdings" panose="05000000000000000000" pitchFamily="2" charset="2"/>
              <a:buChar char="v"/>
            </a:pPr>
            <a:r>
              <a:rPr lang="en-US" sz="1200" kern="100">
                <a:latin typeface="Montserrat" panose="00000500000000000000" pitchFamily="2" charset="0"/>
                <a:ea typeface="Aptos" panose="020B0004020202020204" pitchFamily="34" charset="0"/>
                <a:cs typeface="Times New Roman"/>
              </a:rPr>
              <a:t>Reinforcement Learning</a:t>
            </a:r>
          </a:p>
          <a:p>
            <a:pPr marL="628650" lvl="1" indent="-171450">
              <a:spcBef>
                <a:spcPts val="200"/>
              </a:spcBef>
              <a:buFont typeface="Wingdings" panose="05000000000000000000" pitchFamily="2" charset="2"/>
              <a:buChar char="v"/>
            </a:pPr>
            <a:r>
              <a:rPr lang="en-US" sz="1200" kern="100">
                <a:latin typeface="Montserrat" panose="00000500000000000000" pitchFamily="2" charset="0"/>
                <a:ea typeface="Aptos" panose="020B0004020202020204" pitchFamily="34" charset="0"/>
                <a:cs typeface="Times New Roman"/>
              </a:rPr>
              <a:t>Constraint Optimization</a:t>
            </a:r>
          </a:p>
          <a:p>
            <a:pPr lvl="1"/>
            <a:endParaRPr lang="en-IN" sz="1200" kern="100">
              <a:latin typeface="Montserrat" panose="00000500000000000000" pitchFamily="2" charset="0"/>
              <a:ea typeface="Aptos" panose="020B0004020202020204" pitchFamily="34" charset="0"/>
              <a:cs typeface="Times New Roman"/>
            </a:endParaRPr>
          </a:p>
          <a:p>
            <a:pPr marL="0" marR="0">
              <a:spcAft>
                <a:spcPts val="600"/>
              </a:spcAft>
              <a:buNone/>
            </a:pPr>
            <a:r>
              <a:rPr lang="en-IN" sz="1200" b="1" i="1" kern="100">
                <a:effectLst/>
                <a:latin typeface="Montserrat" panose="00000500000000000000" pitchFamily="2" charset="0"/>
                <a:ea typeface="Aptos" panose="020B0004020202020204" pitchFamily="34" charset="0"/>
                <a:cs typeface="Times New Roman"/>
              </a:rPr>
              <a:t>Subject to: </a:t>
            </a:r>
            <a:r>
              <a:rPr lang="en-IN" sz="1200" i="1" kern="100">
                <a:effectLst/>
                <a:latin typeface="Montserrat" panose="00000500000000000000" pitchFamily="2" charset="0"/>
                <a:ea typeface="Aptos" panose="020B0004020202020204" pitchFamily="34" charset="0"/>
                <a:cs typeface="Times New Roman"/>
              </a:rPr>
              <a:t>Revenue targets ,Inventory targets ,Brand </a:t>
            </a:r>
            <a:r>
              <a:rPr lang="en-IN" sz="1200" i="1" kern="100">
                <a:latin typeface="Montserrat" panose="00000500000000000000" pitchFamily="2" charset="0"/>
                <a:ea typeface="Aptos" panose="020B0004020202020204" pitchFamily="34" charset="0"/>
                <a:cs typeface="Times New Roman"/>
              </a:rPr>
              <a:t>constraints</a:t>
            </a:r>
            <a:endParaRPr lang="en-US" sz="1200" kern="100">
              <a:latin typeface="Montserrat" panose="00000500000000000000" pitchFamily="2" charset="0"/>
              <a:cs typeface="Times New Roman"/>
            </a:endParaRPr>
          </a:p>
        </p:txBody>
      </p:sp>
      <p:cxnSp>
        <p:nvCxnSpPr>
          <p:cNvPr id="42" name="Straight Connector 41">
            <a:extLst>
              <a:ext uri="{FF2B5EF4-FFF2-40B4-BE49-F238E27FC236}">
                <a16:creationId xmlns:a16="http://schemas.microsoft.com/office/drawing/2014/main" id="{B9C4BEE6-1718-399D-49EB-EC41A089B131}"/>
              </a:ext>
            </a:extLst>
          </p:cNvPr>
          <p:cNvCxnSpPr>
            <a:cxnSpLocks/>
          </p:cNvCxnSpPr>
          <p:nvPr/>
        </p:nvCxnSpPr>
        <p:spPr>
          <a:xfrm>
            <a:off x="5996785" y="1486802"/>
            <a:ext cx="539806" cy="0"/>
          </a:xfrm>
          <a:prstGeom prst="line">
            <a:avLst/>
          </a:prstGeom>
          <a:ln w="19050">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77813512"/>
      </p:ext>
    </p:extLst>
  </p:cSld>
  <p:clrMapOvr>
    <a:masterClrMapping/>
  </p:clrMapOvr>
  <p:extLst>
    <p:ext uri="{6950BFC3-D8DA-4A85-94F7-54DA5524770B}">
      <p188:commentRel xmlns:p188="http://schemas.microsoft.com/office/powerpoint/2018/8/main" r:id="rId2"/>
    </p:ext>
  </p:extLst>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4937B6D-5E5E-AF54-F82F-FE90C2364F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599FD3-F17A-7943-C718-BD188C5AFD6C}"/>
              </a:ext>
            </a:extLst>
          </p:cNvPr>
          <p:cNvSpPr>
            <a:spLocks noGrp="1"/>
          </p:cNvSpPr>
          <p:nvPr>
            <p:ph type="ctrTitle"/>
          </p:nvPr>
        </p:nvSpPr>
        <p:spPr>
          <a:xfrm>
            <a:off x="381000" y="4074978"/>
            <a:ext cx="6361453" cy="1579151"/>
          </a:xfrm>
        </p:spPr>
        <p:txBody>
          <a:bodyPr>
            <a:normAutofit/>
          </a:bodyPr>
          <a:lstStyle/>
          <a:p>
            <a:r>
              <a:rPr lang="en-US">
                <a:latin typeface="Montserrat Light"/>
              </a:rPr>
              <a:t>Supply &amp; Commercial </a:t>
            </a:r>
            <a:br>
              <a:rPr lang="en-US">
                <a:latin typeface="Montserrat Light"/>
              </a:rPr>
            </a:br>
            <a:r>
              <a:rPr lang="en-US">
                <a:latin typeface="Montserrat Light"/>
              </a:rPr>
              <a:t>DS &amp;Agentic </a:t>
            </a:r>
            <a:r>
              <a:rPr lang="en-US" err="1">
                <a:latin typeface="Montserrat Light"/>
              </a:rPr>
              <a:t>Usecases</a:t>
            </a:r>
            <a:endParaRPr lang="en-US" err="1"/>
          </a:p>
        </p:txBody>
      </p:sp>
      <p:sp>
        <p:nvSpPr>
          <p:cNvPr id="4" name="Text Placeholder 3">
            <a:extLst>
              <a:ext uri="{FF2B5EF4-FFF2-40B4-BE49-F238E27FC236}">
                <a16:creationId xmlns:a16="http://schemas.microsoft.com/office/drawing/2014/main" id="{65E6007D-37AD-9674-BFD8-723ED308E507}"/>
              </a:ext>
            </a:extLst>
          </p:cNvPr>
          <p:cNvSpPr>
            <a:spLocks noGrp="1"/>
          </p:cNvSpPr>
          <p:nvPr>
            <p:ph type="body" sz="quarter" idx="10"/>
          </p:nvPr>
        </p:nvSpPr>
        <p:spPr/>
        <p:txBody>
          <a:bodyPr/>
          <a:lstStyle/>
          <a:p>
            <a:r>
              <a:rPr lang="en-US"/>
              <a:t>2026</a:t>
            </a:r>
          </a:p>
        </p:txBody>
      </p:sp>
    </p:spTree>
    <p:extLst>
      <p:ext uri="{BB962C8B-B14F-4D97-AF65-F5344CB8AC3E}">
        <p14:creationId xmlns:p14="http://schemas.microsoft.com/office/powerpoint/2010/main" val="22763700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C5B24E0-61F2-D259-F87F-F3DBCDAF6E0E}"/>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2C3EBFD8-8290-8F6F-7643-F99A39CDDFA5}"/>
              </a:ext>
            </a:extLst>
          </p:cNvPr>
          <p:cNvSpPr/>
          <p:nvPr/>
        </p:nvSpPr>
        <p:spPr>
          <a:xfrm>
            <a:off x="0" y="5186149"/>
            <a:ext cx="12192000" cy="1671851"/>
          </a:xfrm>
          <a:prstGeom prst="roundRect">
            <a:avLst>
              <a:gd name="adj" fmla="val 0"/>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3">
            <a:extLst>
              <a:ext uri="{FF2B5EF4-FFF2-40B4-BE49-F238E27FC236}">
                <a16:creationId xmlns:a16="http://schemas.microsoft.com/office/drawing/2014/main" id="{1D78D040-C818-8CBA-6E3E-5022BEC24BB2}"/>
              </a:ext>
            </a:extLst>
          </p:cNvPr>
          <p:cNvSpPr txBox="1">
            <a:spLocks/>
          </p:cNvSpPr>
          <p:nvPr/>
        </p:nvSpPr>
        <p:spPr>
          <a:xfrm>
            <a:off x="9105900" y="6540407"/>
            <a:ext cx="2743200" cy="206375"/>
          </a:xfrm>
          <a:prstGeom prst="rect">
            <a:avLst/>
          </a:prstGeom>
        </p:spPr>
        <p:txBody>
          <a:bodyPr vert="horz" lIns="91440" tIns="45720" rIns="91440" bIns="45720" rtlCol="0" anchor="ctr"/>
          <a:lstStyle>
            <a:defPPr>
              <a:defRPr lang="en-US"/>
            </a:defPPr>
            <a:lvl1pPr marL="0" algn="r" defTabSz="914400" rtl="0" eaLnBrk="1" latinLnBrk="0" hangingPunct="1">
              <a:defRPr sz="600" b="0" i="0" kern="1200">
                <a:solidFill>
                  <a:schemeClr val="tx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0EA680-D336-4FF7-8B7A-9848BB0A1C32}" type="slidenum">
              <a:rPr lang="en-US" smtClean="0">
                <a:solidFill>
                  <a:schemeClr val="bg1"/>
                </a:solidFill>
              </a:rPr>
              <a:pPr/>
              <a:t>43</a:t>
            </a:fld>
            <a:endParaRPr lang="en-US">
              <a:solidFill>
                <a:schemeClr val="bg1"/>
              </a:solidFill>
            </a:endParaRPr>
          </a:p>
        </p:txBody>
      </p:sp>
      <p:sp>
        <p:nvSpPr>
          <p:cNvPr id="12" name="Date Placeholder 2">
            <a:extLst>
              <a:ext uri="{FF2B5EF4-FFF2-40B4-BE49-F238E27FC236}">
                <a16:creationId xmlns:a16="http://schemas.microsoft.com/office/drawing/2014/main" id="{32E1FB07-CC19-F691-35B2-BC3B51408D71}"/>
              </a:ext>
            </a:extLst>
          </p:cNvPr>
          <p:cNvSpPr txBox="1">
            <a:spLocks/>
          </p:cNvSpPr>
          <p:nvPr/>
        </p:nvSpPr>
        <p:spPr>
          <a:xfrm>
            <a:off x="857250" y="6540407"/>
            <a:ext cx="2743200" cy="206375"/>
          </a:xfrm>
          <a:prstGeom prst="rect">
            <a:avLst/>
          </a:prstGeom>
        </p:spPr>
        <p:txBody>
          <a:bodyPr vert="horz" lIns="91440" tIns="45720" rIns="91440" bIns="45720" rtlCol="0" anchor="ctr"/>
          <a:lstStyle>
            <a:defPPr>
              <a:defRPr lang="en-US"/>
            </a:defPPr>
            <a:lvl1pPr marL="0" algn="l" defTabSz="914400" rtl="0" eaLnBrk="1" latinLnBrk="0" hangingPunct="1">
              <a:defRPr sz="600" b="0" i="0" kern="1200">
                <a:solidFill>
                  <a:schemeClr val="tx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 SYREN CLOUD INC – 2026 – ALL RIGHTS RESERVED</a:t>
            </a:r>
          </a:p>
        </p:txBody>
      </p:sp>
      <p:cxnSp>
        <p:nvCxnSpPr>
          <p:cNvPr id="64" name="Straight Connector 63">
            <a:extLst>
              <a:ext uri="{FF2B5EF4-FFF2-40B4-BE49-F238E27FC236}">
                <a16:creationId xmlns:a16="http://schemas.microsoft.com/office/drawing/2014/main" id="{681CDC5D-75AD-7605-700A-BF0C28CC7255}"/>
              </a:ext>
            </a:extLst>
          </p:cNvPr>
          <p:cNvCxnSpPr>
            <a:cxnSpLocks/>
          </p:cNvCxnSpPr>
          <p:nvPr/>
        </p:nvCxnSpPr>
        <p:spPr>
          <a:xfrm>
            <a:off x="6031804" y="2594014"/>
            <a:ext cx="1" cy="2543843"/>
          </a:xfrm>
          <a:prstGeom prst="line">
            <a:avLst/>
          </a:prstGeom>
          <a:ln w="12700">
            <a:solidFill>
              <a:schemeClr val="tx2">
                <a:lumMod val="90000"/>
              </a:schemeClr>
            </a:solidFill>
            <a:prstDash val="dash"/>
          </a:ln>
        </p:spPr>
        <p:style>
          <a:lnRef idx="2">
            <a:schemeClr val="accent1"/>
          </a:lnRef>
          <a:fillRef idx="0">
            <a:schemeClr val="accent1"/>
          </a:fillRef>
          <a:effectRef idx="1">
            <a:schemeClr val="accent1"/>
          </a:effectRef>
          <a:fontRef idx="minor">
            <a:schemeClr val="tx1"/>
          </a:fontRef>
        </p:style>
      </p:cxnSp>
      <p:sp>
        <p:nvSpPr>
          <p:cNvPr id="78" name="TextBox 77">
            <a:extLst>
              <a:ext uri="{FF2B5EF4-FFF2-40B4-BE49-F238E27FC236}">
                <a16:creationId xmlns:a16="http://schemas.microsoft.com/office/drawing/2014/main" id="{46921FC3-9369-0E2C-72BD-03E889608F78}"/>
              </a:ext>
            </a:extLst>
          </p:cNvPr>
          <p:cNvSpPr txBox="1"/>
          <p:nvPr/>
        </p:nvSpPr>
        <p:spPr>
          <a:xfrm>
            <a:off x="5926171" y="2455189"/>
            <a:ext cx="4816982" cy="338554"/>
          </a:xfrm>
          <a:prstGeom prst="rect">
            <a:avLst/>
          </a:prstGeom>
          <a:noFill/>
        </p:spPr>
        <p:txBody>
          <a:bodyPr wrap="square" lIns="91440" tIns="45720" rIns="91440" bIns="45720" anchor="t">
            <a:spAutoFit/>
          </a:bodyPr>
          <a:lstStyle/>
          <a:p>
            <a:pPr algn="ctr"/>
            <a:r>
              <a:rPr lang="en-US" sz="1600" b="1">
                <a:ea typeface="+mn-lt"/>
                <a:cs typeface="+mn-lt"/>
              </a:rPr>
              <a:t>Enterprise AI Accelerators</a:t>
            </a:r>
            <a:endParaRPr lang="en-US" sz="1600" b="1"/>
          </a:p>
        </p:txBody>
      </p:sp>
      <p:grpSp>
        <p:nvGrpSpPr>
          <p:cNvPr id="219" name="Group 218">
            <a:extLst>
              <a:ext uri="{FF2B5EF4-FFF2-40B4-BE49-F238E27FC236}">
                <a16:creationId xmlns:a16="http://schemas.microsoft.com/office/drawing/2014/main" id="{F3C5908F-5438-1089-C54A-019570F0B941}"/>
              </a:ext>
            </a:extLst>
          </p:cNvPr>
          <p:cNvGrpSpPr/>
          <p:nvPr/>
        </p:nvGrpSpPr>
        <p:grpSpPr>
          <a:xfrm>
            <a:off x="6034518" y="2812433"/>
            <a:ext cx="6216286" cy="2077092"/>
            <a:chOff x="5541033" y="2976610"/>
            <a:chExt cx="6216286" cy="2077092"/>
          </a:xfrm>
        </p:grpSpPr>
        <p:sp>
          <p:nvSpPr>
            <p:cNvPr id="87" name="TextBox 86">
              <a:extLst>
                <a:ext uri="{FF2B5EF4-FFF2-40B4-BE49-F238E27FC236}">
                  <a16:creationId xmlns:a16="http://schemas.microsoft.com/office/drawing/2014/main" id="{A8F722EA-D98B-BBCA-325C-AA896760A925}"/>
                </a:ext>
              </a:extLst>
            </p:cNvPr>
            <p:cNvSpPr txBox="1"/>
            <p:nvPr/>
          </p:nvSpPr>
          <p:spPr>
            <a:xfrm>
              <a:off x="6235785" y="3071126"/>
              <a:ext cx="1316386" cy="400110"/>
            </a:xfrm>
            <a:prstGeom prst="rect">
              <a:avLst/>
            </a:prstGeom>
            <a:noFill/>
          </p:spPr>
          <p:txBody>
            <a:bodyPr wrap="none" lIns="91440" tIns="45720" rIns="91440" bIns="45720" rtlCol="0" anchor="t">
              <a:spAutoFit/>
            </a:bodyPr>
            <a:lstStyle/>
            <a:p>
              <a:r>
                <a:rPr lang="en-US" sz="1000" b="1">
                  <a:latin typeface="Montserrat"/>
                </a:rPr>
                <a:t>Demand sensing</a:t>
              </a:r>
              <a:endParaRPr lang="en-US">
                <a:latin typeface="Aptos" panose="020B0004020202020204"/>
              </a:endParaRPr>
            </a:p>
            <a:p>
              <a:r>
                <a:rPr lang="en-US" sz="1000" b="1">
                  <a:latin typeface="Montserrat"/>
                </a:rPr>
                <a:t> &amp; Forecasting</a:t>
              </a:r>
              <a:endParaRPr lang="en-US"/>
            </a:p>
          </p:txBody>
        </p:sp>
        <p:pic>
          <p:nvPicPr>
            <p:cNvPr id="113" name="Picture 112">
              <a:extLst>
                <a:ext uri="{FF2B5EF4-FFF2-40B4-BE49-F238E27FC236}">
                  <a16:creationId xmlns:a16="http://schemas.microsoft.com/office/drawing/2014/main" id="{69274FA6-3C3B-C085-C988-B2D345C6F489}"/>
                </a:ext>
              </a:extLst>
            </p:cNvPr>
            <p:cNvPicPr>
              <a:picLocks noChangeAspect="1"/>
            </p:cNvPicPr>
            <p:nvPr/>
          </p:nvPicPr>
          <p:blipFill>
            <a:blip r:embed="rId4"/>
            <a:stretch>
              <a:fillRect/>
            </a:stretch>
          </p:blipFill>
          <p:spPr>
            <a:xfrm>
              <a:off x="5803892" y="3844631"/>
              <a:ext cx="321819" cy="301451"/>
            </a:xfrm>
            <a:prstGeom prst="rect">
              <a:avLst/>
            </a:prstGeom>
          </p:spPr>
        </p:pic>
        <p:sp>
          <p:nvSpPr>
            <p:cNvPr id="126" name="TextBox 125">
              <a:extLst>
                <a:ext uri="{FF2B5EF4-FFF2-40B4-BE49-F238E27FC236}">
                  <a16:creationId xmlns:a16="http://schemas.microsoft.com/office/drawing/2014/main" id="{D52F0FE4-5464-C974-9417-E635E2E7BBE5}"/>
                </a:ext>
              </a:extLst>
            </p:cNvPr>
            <p:cNvSpPr txBox="1"/>
            <p:nvPr/>
          </p:nvSpPr>
          <p:spPr>
            <a:xfrm>
              <a:off x="6235785" y="3810597"/>
              <a:ext cx="1063112" cy="400110"/>
            </a:xfrm>
            <a:prstGeom prst="rect">
              <a:avLst/>
            </a:prstGeom>
            <a:noFill/>
          </p:spPr>
          <p:txBody>
            <a:bodyPr wrap="none" lIns="91440" tIns="45720" rIns="91440" bIns="45720" rtlCol="0" anchor="t">
              <a:spAutoFit/>
            </a:bodyPr>
            <a:lstStyle/>
            <a:p>
              <a:r>
                <a:rPr lang="en-US" sz="1000" b="1">
                  <a:latin typeface="Montserrat"/>
                </a:rPr>
                <a:t>Capacity </a:t>
              </a:r>
              <a:endParaRPr lang="en-US">
                <a:latin typeface="Aptos" panose="020B0004020202020204"/>
              </a:endParaRPr>
            </a:p>
            <a:p>
              <a:r>
                <a:rPr lang="en-US" sz="1000" b="1">
                  <a:latin typeface="Montserrat"/>
                </a:rPr>
                <a:t>Optimization</a:t>
              </a:r>
              <a:endParaRPr lang="en-US"/>
            </a:p>
          </p:txBody>
        </p:sp>
        <p:sp>
          <p:nvSpPr>
            <p:cNvPr id="127" name="TextBox 126">
              <a:extLst>
                <a:ext uri="{FF2B5EF4-FFF2-40B4-BE49-F238E27FC236}">
                  <a16:creationId xmlns:a16="http://schemas.microsoft.com/office/drawing/2014/main" id="{22F5D94C-9C45-BCB2-28B9-C34048E603A1}"/>
                </a:ext>
              </a:extLst>
            </p:cNvPr>
            <p:cNvSpPr txBox="1"/>
            <p:nvPr/>
          </p:nvSpPr>
          <p:spPr>
            <a:xfrm>
              <a:off x="6235785" y="4534165"/>
              <a:ext cx="1061509" cy="400110"/>
            </a:xfrm>
            <a:prstGeom prst="rect">
              <a:avLst/>
            </a:prstGeom>
            <a:noFill/>
          </p:spPr>
          <p:txBody>
            <a:bodyPr wrap="none" lIns="91440" tIns="45720" rIns="91440" bIns="45720" rtlCol="0" anchor="t">
              <a:spAutoFit/>
            </a:bodyPr>
            <a:lstStyle/>
            <a:p>
              <a:r>
                <a:rPr lang="en-US" sz="1000" b="1">
                  <a:latin typeface="Montserrat"/>
                </a:rPr>
                <a:t>Supplier risk </a:t>
              </a:r>
              <a:endParaRPr lang="en-US"/>
            </a:p>
            <a:p>
              <a:r>
                <a:rPr lang="en-US" sz="1000" b="1">
                  <a:latin typeface="Montserrat"/>
                </a:rPr>
                <a:t>intelligence</a:t>
              </a:r>
            </a:p>
          </p:txBody>
        </p:sp>
        <p:pic>
          <p:nvPicPr>
            <p:cNvPr id="131" name="Picture 130">
              <a:extLst>
                <a:ext uri="{FF2B5EF4-FFF2-40B4-BE49-F238E27FC236}">
                  <a16:creationId xmlns:a16="http://schemas.microsoft.com/office/drawing/2014/main" id="{4AC3CAC3-45D5-84C4-72D9-322070E4A53D}"/>
                </a:ext>
              </a:extLst>
            </p:cNvPr>
            <p:cNvPicPr>
              <a:picLocks noChangeAspect="1"/>
            </p:cNvPicPr>
            <p:nvPr/>
          </p:nvPicPr>
          <p:blipFill>
            <a:blip r:embed="rId5"/>
            <a:stretch>
              <a:fillRect/>
            </a:stretch>
          </p:blipFill>
          <p:spPr>
            <a:xfrm>
              <a:off x="5771833" y="3142834"/>
              <a:ext cx="385937" cy="271303"/>
            </a:xfrm>
            <a:prstGeom prst="rect">
              <a:avLst/>
            </a:prstGeom>
          </p:spPr>
        </p:pic>
        <p:pic>
          <p:nvPicPr>
            <p:cNvPr id="133" name="Picture 132">
              <a:extLst>
                <a:ext uri="{FF2B5EF4-FFF2-40B4-BE49-F238E27FC236}">
                  <a16:creationId xmlns:a16="http://schemas.microsoft.com/office/drawing/2014/main" id="{F2FC5E86-79B5-90B9-28E9-FE35B4BCBB39}"/>
                </a:ext>
              </a:extLst>
            </p:cNvPr>
            <p:cNvPicPr>
              <a:picLocks noChangeAspect="1"/>
            </p:cNvPicPr>
            <p:nvPr/>
          </p:nvPicPr>
          <p:blipFill>
            <a:blip r:embed="rId6"/>
            <a:stretch>
              <a:fillRect/>
            </a:stretch>
          </p:blipFill>
          <p:spPr>
            <a:xfrm>
              <a:off x="7903715" y="3140539"/>
              <a:ext cx="412641" cy="273598"/>
            </a:xfrm>
            <a:prstGeom prst="rect">
              <a:avLst/>
            </a:prstGeom>
          </p:spPr>
        </p:pic>
        <p:pic>
          <p:nvPicPr>
            <p:cNvPr id="134" name="Picture 133">
              <a:extLst>
                <a:ext uri="{FF2B5EF4-FFF2-40B4-BE49-F238E27FC236}">
                  <a16:creationId xmlns:a16="http://schemas.microsoft.com/office/drawing/2014/main" id="{9AA589D2-5873-1AF7-9684-79FFB701C1C8}"/>
                </a:ext>
              </a:extLst>
            </p:cNvPr>
            <p:cNvPicPr>
              <a:picLocks noChangeAspect="1"/>
            </p:cNvPicPr>
            <p:nvPr/>
          </p:nvPicPr>
          <p:blipFill>
            <a:blip r:embed="rId7"/>
            <a:stretch>
              <a:fillRect/>
            </a:stretch>
          </p:blipFill>
          <p:spPr>
            <a:xfrm>
              <a:off x="7939479" y="3810562"/>
              <a:ext cx="341112" cy="335520"/>
            </a:xfrm>
            <a:prstGeom prst="rect">
              <a:avLst/>
            </a:prstGeom>
          </p:spPr>
        </p:pic>
        <p:pic>
          <p:nvPicPr>
            <p:cNvPr id="137" name="Picture 136">
              <a:extLst>
                <a:ext uri="{FF2B5EF4-FFF2-40B4-BE49-F238E27FC236}">
                  <a16:creationId xmlns:a16="http://schemas.microsoft.com/office/drawing/2014/main" id="{615D1359-8CA3-1AAC-0A03-03E19C5EBF0E}"/>
                </a:ext>
              </a:extLst>
            </p:cNvPr>
            <p:cNvPicPr>
              <a:picLocks noChangeAspect="1"/>
            </p:cNvPicPr>
            <p:nvPr/>
          </p:nvPicPr>
          <p:blipFill>
            <a:blip r:embed="rId8"/>
            <a:stretch>
              <a:fillRect/>
            </a:stretch>
          </p:blipFill>
          <p:spPr>
            <a:xfrm>
              <a:off x="7942157" y="4536034"/>
              <a:ext cx="335757" cy="335757"/>
            </a:xfrm>
            <a:prstGeom prst="rect">
              <a:avLst/>
            </a:prstGeom>
          </p:spPr>
        </p:pic>
        <p:sp>
          <p:nvSpPr>
            <p:cNvPr id="138" name="TextBox 137">
              <a:extLst>
                <a:ext uri="{FF2B5EF4-FFF2-40B4-BE49-F238E27FC236}">
                  <a16:creationId xmlns:a16="http://schemas.microsoft.com/office/drawing/2014/main" id="{35D92200-C87A-84BC-6D5A-947A4BB50F0C}"/>
                </a:ext>
              </a:extLst>
            </p:cNvPr>
            <p:cNvSpPr txBox="1"/>
            <p:nvPr/>
          </p:nvSpPr>
          <p:spPr>
            <a:xfrm>
              <a:off x="8440014" y="3071126"/>
              <a:ext cx="1063112" cy="400110"/>
            </a:xfrm>
            <a:prstGeom prst="rect">
              <a:avLst/>
            </a:prstGeom>
            <a:noFill/>
          </p:spPr>
          <p:txBody>
            <a:bodyPr wrap="none" lIns="91440" tIns="45720" rIns="91440" bIns="45720" rtlCol="0" anchor="t">
              <a:spAutoFit/>
            </a:bodyPr>
            <a:lstStyle/>
            <a:p>
              <a:r>
                <a:rPr lang="en-US" sz="1000" b="1">
                  <a:latin typeface="Montserrat"/>
                </a:rPr>
                <a:t>Inventory </a:t>
              </a:r>
              <a:endParaRPr lang="en-US">
                <a:latin typeface="Aptos" panose="020B0004020202020204"/>
              </a:endParaRPr>
            </a:p>
            <a:p>
              <a:r>
                <a:rPr lang="en-US" sz="1000" b="1">
                  <a:latin typeface="Montserrat"/>
                </a:rPr>
                <a:t>Optimization</a:t>
              </a:r>
              <a:endParaRPr lang="en-US"/>
            </a:p>
          </p:txBody>
        </p:sp>
        <p:sp>
          <p:nvSpPr>
            <p:cNvPr id="139" name="TextBox 138">
              <a:extLst>
                <a:ext uri="{FF2B5EF4-FFF2-40B4-BE49-F238E27FC236}">
                  <a16:creationId xmlns:a16="http://schemas.microsoft.com/office/drawing/2014/main" id="{A5BEB094-7591-8393-3727-3D69953F3781}"/>
                </a:ext>
              </a:extLst>
            </p:cNvPr>
            <p:cNvSpPr txBox="1"/>
            <p:nvPr/>
          </p:nvSpPr>
          <p:spPr>
            <a:xfrm>
              <a:off x="10582449" y="3777467"/>
              <a:ext cx="1003801" cy="400110"/>
            </a:xfrm>
            <a:prstGeom prst="rect">
              <a:avLst/>
            </a:prstGeom>
            <a:noFill/>
          </p:spPr>
          <p:txBody>
            <a:bodyPr wrap="none" lIns="91440" tIns="45720" rIns="91440" bIns="45720" rtlCol="0" anchor="t">
              <a:spAutoFit/>
            </a:bodyPr>
            <a:lstStyle/>
            <a:p>
              <a:r>
                <a:rPr lang="en-US" sz="1000" b="1">
                  <a:latin typeface="Montserrat"/>
                </a:rPr>
                <a:t>Traceability </a:t>
              </a:r>
            </a:p>
            <a:p>
              <a:r>
                <a:rPr lang="en-US" sz="1000" b="1">
                  <a:latin typeface="Montserrat"/>
                </a:rPr>
                <a:t>intelligence</a:t>
              </a:r>
            </a:p>
          </p:txBody>
        </p:sp>
        <p:sp>
          <p:nvSpPr>
            <p:cNvPr id="140" name="TextBox 139">
              <a:extLst>
                <a:ext uri="{FF2B5EF4-FFF2-40B4-BE49-F238E27FC236}">
                  <a16:creationId xmlns:a16="http://schemas.microsoft.com/office/drawing/2014/main" id="{38834FD4-C507-C3EF-B0FD-E2B82B965121}"/>
                </a:ext>
              </a:extLst>
            </p:cNvPr>
            <p:cNvSpPr txBox="1"/>
            <p:nvPr/>
          </p:nvSpPr>
          <p:spPr>
            <a:xfrm>
              <a:off x="8440014" y="4534165"/>
              <a:ext cx="1008609" cy="246221"/>
            </a:xfrm>
            <a:prstGeom prst="rect">
              <a:avLst/>
            </a:prstGeom>
            <a:noFill/>
          </p:spPr>
          <p:txBody>
            <a:bodyPr wrap="none" lIns="91440" tIns="45720" rIns="91440" bIns="45720" rtlCol="0" anchor="t">
              <a:spAutoFit/>
            </a:bodyPr>
            <a:lstStyle/>
            <a:p>
              <a:r>
                <a:rPr lang="en-US" sz="1000" b="1">
                  <a:latin typeface="Montserrat"/>
                </a:rPr>
                <a:t>Digital twin</a:t>
              </a:r>
              <a:endParaRPr lang="en-US" err="1"/>
            </a:p>
          </p:txBody>
        </p:sp>
        <p:pic>
          <p:nvPicPr>
            <p:cNvPr id="142" name="Picture 141">
              <a:extLst>
                <a:ext uri="{FF2B5EF4-FFF2-40B4-BE49-F238E27FC236}">
                  <a16:creationId xmlns:a16="http://schemas.microsoft.com/office/drawing/2014/main" id="{B21FC9AC-C123-3C86-FC4B-BEF61C2B74FE}"/>
                </a:ext>
              </a:extLst>
            </p:cNvPr>
            <p:cNvPicPr>
              <a:picLocks noChangeAspect="1"/>
            </p:cNvPicPr>
            <p:nvPr/>
          </p:nvPicPr>
          <p:blipFill>
            <a:blip r:embed="rId9"/>
            <a:stretch>
              <a:fillRect/>
            </a:stretch>
          </p:blipFill>
          <p:spPr>
            <a:xfrm>
              <a:off x="10181097" y="3114395"/>
              <a:ext cx="314015" cy="299742"/>
            </a:xfrm>
            <a:prstGeom prst="rect">
              <a:avLst/>
            </a:prstGeom>
          </p:spPr>
        </p:pic>
        <p:pic>
          <p:nvPicPr>
            <p:cNvPr id="143" name="Picture 142">
              <a:extLst>
                <a:ext uri="{FF2B5EF4-FFF2-40B4-BE49-F238E27FC236}">
                  <a16:creationId xmlns:a16="http://schemas.microsoft.com/office/drawing/2014/main" id="{41E0812B-AFBF-6A3D-994B-43E304F45CD6}"/>
                </a:ext>
              </a:extLst>
            </p:cNvPr>
            <p:cNvPicPr>
              <a:picLocks noChangeAspect="1"/>
            </p:cNvPicPr>
            <p:nvPr/>
          </p:nvPicPr>
          <p:blipFill>
            <a:blip r:embed="rId10"/>
            <a:stretch>
              <a:fillRect/>
            </a:stretch>
          </p:blipFill>
          <p:spPr>
            <a:xfrm>
              <a:off x="10182179" y="3854794"/>
              <a:ext cx="311850" cy="291288"/>
            </a:xfrm>
            <a:prstGeom prst="rect">
              <a:avLst/>
            </a:prstGeom>
          </p:spPr>
        </p:pic>
        <p:pic>
          <p:nvPicPr>
            <p:cNvPr id="144" name="Picture 143">
              <a:extLst>
                <a:ext uri="{FF2B5EF4-FFF2-40B4-BE49-F238E27FC236}">
                  <a16:creationId xmlns:a16="http://schemas.microsoft.com/office/drawing/2014/main" id="{08DD097C-0563-89DC-2932-20014F8286C7}"/>
                </a:ext>
              </a:extLst>
            </p:cNvPr>
            <p:cNvPicPr>
              <a:picLocks noChangeAspect="1"/>
            </p:cNvPicPr>
            <p:nvPr/>
          </p:nvPicPr>
          <p:blipFill>
            <a:blip r:embed="rId11"/>
            <a:stretch>
              <a:fillRect/>
            </a:stretch>
          </p:blipFill>
          <p:spPr>
            <a:xfrm>
              <a:off x="10166461" y="4528505"/>
              <a:ext cx="343286" cy="343286"/>
            </a:xfrm>
            <a:prstGeom prst="rect">
              <a:avLst/>
            </a:prstGeom>
          </p:spPr>
        </p:pic>
        <p:pic>
          <p:nvPicPr>
            <p:cNvPr id="146" name="Picture 145">
              <a:extLst>
                <a:ext uri="{FF2B5EF4-FFF2-40B4-BE49-F238E27FC236}">
                  <a16:creationId xmlns:a16="http://schemas.microsoft.com/office/drawing/2014/main" id="{EFA8CCB8-B8B5-810D-38ED-81176CECE6EC}"/>
                </a:ext>
              </a:extLst>
            </p:cNvPr>
            <p:cNvPicPr>
              <a:picLocks noChangeAspect="1"/>
            </p:cNvPicPr>
            <p:nvPr/>
          </p:nvPicPr>
          <p:blipFill>
            <a:blip r:embed="rId12"/>
            <a:stretch>
              <a:fillRect/>
            </a:stretch>
          </p:blipFill>
          <p:spPr>
            <a:xfrm>
              <a:off x="5815684" y="4533494"/>
              <a:ext cx="298235" cy="338297"/>
            </a:xfrm>
            <a:prstGeom prst="rect">
              <a:avLst/>
            </a:prstGeom>
          </p:spPr>
        </p:pic>
        <p:sp>
          <p:nvSpPr>
            <p:cNvPr id="150" name="TextBox 149">
              <a:extLst>
                <a:ext uri="{FF2B5EF4-FFF2-40B4-BE49-F238E27FC236}">
                  <a16:creationId xmlns:a16="http://schemas.microsoft.com/office/drawing/2014/main" id="{90312ECA-DB3D-A0AB-904D-EC9F02820E9B}"/>
                </a:ext>
              </a:extLst>
            </p:cNvPr>
            <p:cNvSpPr txBox="1"/>
            <p:nvPr/>
          </p:nvSpPr>
          <p:spPr>
            <a:xfrm>
              <a:off x="8357584" y="3799996"/>
              <a:ext cx="1215397" cy="400110"/>
            </a:xfrm>
            <a:prstGeom prst="rect">
              <a:avLst/>
            </a:prstGeom>
            <a:noFill/>
          </p:spPr>
          <p:txBody>
            <a:bodyPr wrap="none" lIns="91440" tIns="45720" rIns="91440" bIns="45720" rtlCol="0" anchor="t">
              <a:spAutoFit/>
            </a:bodyPr>
            <a:lstStyle/>
            <a:p>
              <a:r>
                <a:rPr lang="en-US" sz="1000" b="1">
                  <a:latin typeface="Montserrat"/>
                </a:rPr>
                <a:t>Transportation </a:t>
              </a:r>
            </a:p>
            <a:p>
              <a:r>
                <a:rPr lang="en-US" sz="1000" b="1">
                  <a:latin typeface="Montserrat"/>
                </a:rPr>
                <a:t>Optimization</a:t>
              </a:r>
            </a:p>
          </p:txBody>
        </p:sp>
        <p:sp>
          <p:nvSpPr>
            <p:cNvPr id="151" name="TextBox 150">
              <a:extLst>
                <a:ext uri="{FF2B5EF4-FFF2-40B4-BE49-F238E27FC236}">
                  <a16:creationId xmlns:a16="http://schemas.microsoft.com/office/drawing/2014/main" id="{A6E6E7A2-EFE8-A1FA-ACA6-818B58977DED}"/>
                </a:ext>
              </a:extLst>
            </p:cNvPr>
            <p:cNvSpPr txBox="1"/>
            <p:nvPr/>
          </p:nvSpPr>
          <p:spPr>
            <a:xfrm>
              <a:off x="10588367" y="3009945"/>
              <a:ext cx="1063112" cy="400110"/>
            </a:xfrm>
            <a:prstGeom prst="rect">
              <a:avLst/>
            </a:prstGeom>
            <a:noFill/>
          </p:spPr>
          <p:txBody>
            <a:bodyPr wrap="none" lIns="91440" tIns="45720" rIns="91440" bIns="45720" rtlCol="0" anchor="t">
              <a:spAutoFit/>
            </a:bodyPr>
            <a:lstStyle/>
            <a:p>
              <a:r>
                <a:rPr lang="en-US" sz="1000" b="1">
                  <a:latin typeface="Montserrat"/>
                </a:rPr>
                <a:t>Network </a:t>
              </a:r>
              <a:endParaRPr lang="en-US">
                <a:latin typeface="Aptos" panose="020B0004020202020204"/>
              </a:endParaRPr>
            </a:p>
            <a:p>
              <a:r>
                <a:rPr lang="en-US" sz="1000" b="1">
                  <a:latin typeface="Montserrat"/>
                </a:rPr>
                <a:t>Optimization</a:t>
              </a:r>
              <a:endParaRPr lang="en-US"/>
            </a:p>
          </p:txBody>
        </p:sp>
        <p:sp>
          <p:nvSpPr>
            <p:cNvPr id="152" name="TextBox 151">
              <a:extLst>
                <a:ext uri="{FF2B5EF4-FFF2-40B4-BE49-F238E27FC236}">
                  <a16:creationId xmlns:a16="http://schemas.microsoft.com/office/drawing/2014/main" id="{297B2B31-A38E-DFDC-C8FB-1DAEAFC1C912}"/>
                </a:ext>
              </a:extLst>
            </p:cNvPr>
            <p:cNvSpPr txBox="1"/>
            <p:nvPr/>
          </p:nvSpPr>
          <p:spPr>
            <a:xfrm>
              <a:off x="10495435" y="4555731"/>
              <a:ext cx="1261884" cy="246221"/>
            </a:xfrm>
            <a:prstGeom prst="rect">
              <a:avLst/>
            </a:prstGeom>
            <a:noFill/>
          </p:spPr>
          <p:txBody>
            <a:bodyPr wrap="none" lIns="91440" tIns="45720" rIns="91440" bIns="45720" rtlCol="0" anchor="t">
              <a:spAutoFit/>
            </a:bodyPr>
            <a:lstStyle/>
            <a:p>
              <a:r>
                <a:rPr lang="en-US" sz="1000" b="1">
                  <a:latin typeface="Montserrat"/>
                </a:rPr>
                <a:t>IoT Intelligence</a:t>
              </a:r>
            </a:p>
          </p:txBody>
        </p:sp>
        <p:cxnSp>
          <p:nvCxnSpPr>
            <p:cNvPr id="153" name="Straight Connector 152">
              <a:extLst>
                <a:ext uri="{FF2B5EF4-FFF2-40B4-BE49-F238E27FC236}">
                  <a16:creationId xmlns:a16="http://schemas.microsoft.com/office/drawing/2014/main" id="{9A7F5CEF-109D-AF77-2B1C-08469052F3EC}"/>
                </a:ext>
              </a:extLst>
            </p:cNvPr>
            <p:cNvCxnSpPr>
              <a:cxnSpLocks/>
            </p:cNvCxnSpPr>
            <p:nvPr/>
          </p:nvCxnSpPr>
          <p:spPr>
            <a:xfrm flipH="1">
              <a:off x="5541033" y="3518529"/>
              <a:ext cx="1786231" cy="0"/>
            </a:xfrm>
            <a:prstGeom prst="line">
              <a:avLst/>
            </a:prstGeom>
            <a:ln w="12700">
              <a:solidFill>
                <a:schemeClr val="bg2">
                  <a:lumMod val="20000"/>
                  <a:lumOff val="80000"/>
                </a:schemeClr>
              </a:solidFill>
              <a:prstDash val="solid"/>
            </a:ln>
          </p:spPr>
          <p:style>
            <a:lnRef idx="2">
              <a:schemeClr val="accent1"/>
            </a:lnRef>
            <a:fillRef idx="0">
              <a:schemeClr val="accent1"/>
            </a:fillRef>
            <a:effectRef idx="1">
              <a:schemeClr val="accent1"/>
            </a:effectRef>
            <a:fontRef idx="minor">
              <a:schemeClr val="tx1"/>
            </a:fontRef>
          </p:style>
        </p:cxnSp>
        <p:cxnSp>
          <p:nvCxnSpPr>
            <p:cNvPr id="159" name="Straight Connector 158">
              <a:extLst>
                <a:ext uri="{FF2B5EF4-FFF2-40B4-BE49-F238E27FC236}">
                  <a16:creationId xmlns:a16="http://schemas.microsoft.com/office/drawing/2014/main" id="{EB57DA47-9A00-929B-21B3-E3B7BBBA956C}"/>
                </a:ext>
              </a:extLst>
            </p:cNvPr>
            <p:cNvCxnSpPr>
              <a:cxnSpLocks/>
            </p:cNvCxnSpPr>
            <p:nvPr/>
          </p:nvCxnSpPr>
          <p:spPr>
            <a:xfrm flipH="1">
              <a:off x="5541033" y="4250049"/>
              <a:ext cx="1786231" cy="0"/>
            </a:xfrm>
            <a:prstGeom prst="line">
              <a:avLst/>
            </a:prstGeom>
            <a:ln w="12700">
              <a:solidFill>
                <a:schemeClr val="bg2">
                  <a:lumMod val="20000"/>
                  <a:lumOff val="80000"/>
                </a:schemeClr>
              </a:solidFill>
              <a:prstDash val="solid"/>
            </a:ln>
          </p:spPr>
          <p:style>
            <a:lnRef idx="2">
              <a:schemeClr val="accent1"/>
            </a:lnRef>
            <a:fillRef idx="0">
              <a:schemeClr val="accent1"/>
            </a:fillRef>
            <a:effectRef idx="1">
              <a:schemeClr val="accent1"/>
            </a:effectRef>
            <a:fontRef idx="minor">
              <a:schemeClr val="tx1"/>
            </a:fontRef>
          </p:style>
        </p:cxnSp>
        <p:cxnSp>
          <p:nvCxnSpPr>
            <p:cNvPr id="160" name="Straight Connector 159">
              <a:extLst>
                <a:ext uri="{FF2B5EF4-FFF2-40B4-BE49-F238E27FC236}">
                  <a16:creationId xmlns:a16="http://schemas.microsoft.com/office/drawing/2014/main" id="{3C5EA70D-9F04-C57D-DB5A-E90C36D42D23}"/>
                </a:ext>
              </a:extLst>
            </p:cNvPr>
            <p:cNvCxnSpPr>
              <a:cxnSpLocks/>
            </p:cNvCxnSpPr>
            <p:nvPr/>
          </p:nvCxnSpPr>
          <p:spPr>
            <a:xfrm flipH="1">
              <a:off x="5541033" y="4949764"/>
              <a:ext cx="1786231" cy="0"/>
            </a:xfrm>
            <a:prstGeom prst="line">
              <a:avLst/>
            </a:prstGeom>
            <a:ln w="12700">
              <a:solidFill>
                <a:schemeClr val="bg2">
                  <a:lumMod val="20000"/>
                  <a:lumOff val="80000"/>
                </a:schemeClr>
              </a:solidFill>
              <a:prstDash val="solid"/>
            </a:ln>
          </p:spPr>
          <p:style>
            <a:lnRef idx="2">
              <a:schemeClr val="accent1"/>
            </a:lnRef>
            <a:fillRef idx="0">
              <a:schemeClr val="accent1"/>
            </a:fillRef>
            <a:effectRef idx="1">
              <a:schemeClr val="accent1"/>
            </a:effectRef>
            <a:fontRef idx="minor">
              <a:schemeClr val="tx1"/>
            </a:fontRef>
          </p:style>
        </p:cxnSp>
        <p:cxnSp>
          <p:nvCxnSpPr>
            <p:cNvPr id="161" name="Straight Connector 160">
              <a:extLst>
                <a:ext uri="{FF2B5EF4-FFF2-40B4-BE49-F238E27FC236}">
                  <a16:creationId xmlns:a16="http://schemas.microsoft.com/office/drawing/2014/main" id="{D05D1717-884F-5647-9477-82C4D0F67627}"/>
                </a:ext>
              </a:extLst>
            </p:cNvPr>
            <p:cNvCxnSpPr>
              <a:cxnSpLocks/>
            </p:cNvCxnSpPr>
            <p:nvPr/>
          </p:nvCxnSpPr>
          <p:spPr>
            <a:xfrm flipH="1">
              <a:off x="7727642" y="3518529"/>
              <a:ext cx="1786231" cy="0"/>
            </a:xfrm>
            <a:prstGeom prst="line">
              <a:avLst/>
            </a:prstGeom>
            <a:ln w="12700">
              <a:solidFill>
                <a:schemeClr val="bg2">
                  <a:lumMod val="20000"/>
                  <a:lumOff val="80000"/>
                </a:schemeClr>
              </a:solidFill>
              <a:prstDash val="solid"/>
            </a:ln>
          </p:spPr>
          <p:style>
            <a:lnRef idx="2">
              <a:schemeClr val="accent1"/>
            </a:lnRef>
            <a:fillRef idx="0">
              <a:schemeClr val="accent1"/>
            </a:fillRef>
            <a:effectRef idx="1">
              <a:schemeClr val="accent1"/>
            </a:effectRef>
            <a:fontRef idx="minor">
              <a:schemeClr val="tx1"/>
            </a:fontRef>
          </p:style>
        </p:cxnSp>
        <p:cxnSp>
          <p:nvCxnSpPr>
            <p:cNvPr id="162" name="Straight Connector 161">
              <a:extLst>
                <a:ext uri="{FF2B5EF4-FFF2-40B4-BE49-F238E27FC236}">
                  <a16:creationId xmlns:a16="http://schemas.microsoft.com/office/drawing/2014/main" id="{3CA5D2E7-058E-FA3F-3FD8-CBD83FE424AF}"/>
                </a:ext>
              </a:extLst>
            </p:cNvPr>
            <p:cNvCxnSpPr>
              <a:cxnSpLocks/>
            </p:cNvCxnSpPr>
            <p:nvPr/>
          </p:nvCxnSpPr>
          <p:spPr>
            <a:xfrm flipH="1">
              <a:off x="7727642" y="4250049"/>
              <a:ext cx="1786231" cy="0"/>
            </a:xfrm>
            <a:prstGeom prst="line">
              <a:avLst/>
            </a:prstGeom>
            <a:ln w="12700">
              <a:solidFill>
                <a:schemeClr val="bg2">
                  <a:lumMod val="20000"/>
                  <a:lumOff val="80000"/>
                </a:schemeClr>
              </a:solidFill>
              <a:prstDash val="solid"/>
            </a:ln>
          </p:spPr>
          <p:style>
            <a:lnRef idx="2">
              <a:schemeClr val="accent1"/>
            </a:lnRef>
            <a:fillRef idx="0">
              <a:schemeClr val="accent1"/>
            </a:fillRef>
            <a:effectRef idx="1">
              <a:schemeClr val="accent1"/>
            </a:effectRef>
            <a:fontRef idx="minor">
              <a:schemeClr val="tx1"/>
            </a:fontRef>
          </p:style>
        </p:cxnSp>
        <p:cxnSp>
          <p:nvCxnSpPr>
            <p:cNvPr id="163" name="Straight Connector 162">
              <a:extLst>
                <a:ext uri="{FF2B5EF4-FFF2-40B4-BE49-F238E27FC236}">
                  <a16:creationId xmlns:a16="http://schemas.microsoft.com/office/drawing/2014/main" id="{CE46AC5D-78CD-8435-19CD-F7B9F32B8540}"/>
                </a:ext>
              </a:extLst>
            </p:cNvPr>
            <p:cNvCxnSpPr>
              <a:cxnSpLocks/>
            </p:cNvCxnSpPr>
            <p:nvPr/>
          </p:nvCxnSpPr>
          <p:spPr>
            <a:xfrm flipH="1">
              <a:off x="7727642" y="4949764"/>
              <a:ext cx="1786231" cy="0"/>
            </a:xfrm>
            <a:prstGeom prst="line">
              <a:avLst/>
            </a:prstGeom>
            <a:ln w="12700">
              <a:solidFill>
                <a:schemeClr val="bg2">
                  <a:lumMod val="20000"/>
                  <a:lumOff val="80000"/>
                </a:schemeClr>
              </a:solidFill>
              <a:prstDash val="solid"/>
            </a:ln>
          </p:spPr>
          <p:style>
            <a:lnRef idx="2">
              <a:schemeClr val="accent1"/>
            </a:lnRef>
            <a:fillRef idx="0">
              <a:schemeClr val="accent1"/>
            </a:fillRef>
            <a:effectRef idx="1">
              <a:schemeClr val="accent1"/>
            </a:effectRef>
            <a:fontRef idx="minor">
              <a:schemeClr val="tx1"/>
            </a:fontRef>
          </p:style>
        </p:cxnSp>
        <p:cxnSp>
          <p:nvCxnSpPr>
            <p:cNvPr id="164" name="Straight Connector 163">
              <a:extLst>
                <a:ext uri="{FF2B5EF4-FFF2-40B4-BE49-F238E27FC236}">
                  <a16:creationId xmlns:a16="http://schemas.microsoft.com/office/drawing/2014/main" id="{6DECBAF1-3ED0-7738-6C4A-C1C83FC32C34}"/>
                </a:ext>
              </a:extLst>
            </p:cNvPr>
            <p:cNvCxnSpPr>
              <a:cxnSpLocks/>
            </p:cNvCxnSpPr>
            <p:nvPr/>
          </p:nvCxnSpPr>
          <p:spPr>
            <a:xfrm flipH="1">
              <a:off x="9962042" y="3518529"/>
              <a:ext cx="1786231" cy="0"/>
            </a:xfrm>
            <a:prstGeom prst="line">
              <a:avLst/>
            </a:prstGeom>
            <a:ln w="12700">
              <a:solidFill>
                <a:schemeClr val="bg2">
                  <a:lumMod val="20000"/>
                  <a:lumOff val="80000"/>
                </a:schemeClr>
              </a:solidFill>
              <a:prstDash val="solid"/>
            </a:ln>
          </p:spPr>
          <p:style>
            <a:lnRef idx="2">
              <a:schemeClr val="accent1"/>
            </a:lnRef>
            <a:fillRef idx="0">
              <a:schemeClr val="accent1"/>
            </a:fillRef>
            <a:effectRef idx="1">
              <a:schemeClr val="accent1"/>
            </a:effectRef>
            <a:fontRef idx="minor">
              <a:schemeClr val="tx1"/>
            </a:fontRef>
          </p:style>
        </p:cxnSp>
        <p:cxnSp>
          <p:nvCxnSpPr>
            <p:cNvPr id="165" name="Straight Connector 164">
              <a:extLst>
                <a:ext uri="{FF2B5EF4-FFF2-40B4-BE49-F238E27FC236}">
                  <a16:creationId xmlns:a16="http://schemas.microsoft.com/office/drawing/2014/main" id="{0C0AFDA7-8F64-3343-6874-F0D179C639F2}"/>
                </a:ext>
              </a:extLst>
            </p:cNvPr>
            <p:cNvCxnSpPr>
              <a:cxnSpLocks/>
            </p:cNvCxnSpPr>
            <p:nvPr/>
          </p:nvCxnSpPr>
          <p:spPr>
            <a:xfrm flipH="1">
              <a:off x="9962042" y="4250049"/>
              <a:ext cx="1786231" cy="0"/>
            </a:xfrm>
            <a:prstGeom prst="line">
              <a:avLst/>
            </a:prstGeom>
            <a:ln w="12700">
              <a:solidFill>
                <a:schemeClr val="bg2">
                  <a:lumMod val="20000"/>
                  <a:lumOff val="80000"/>
                </a:schemeClr>
              </a:solidFill>
              <a:prstDash val="solid"/>
            </a:ln>
          </p:spPr>
          <p:style>
            <a:lnRef idx="2">
              <a:schemeClr val="accent1"/>
            </a:lnRef>
            <a:fillRef idx="0">
              <a:schemeClr val="accent1"/>
            </a:fillRef>
            <a:effectRef idx="1">
              <a:schemeClr val="accent1"/>
            </a:effectRef>
            <a:fontRef idx="minor">
              <a:schemeClr val="tx1"/>
            </a:fontRef>
          </p:style>
        </p:cxnSp>
        <p:cxnSp>
          <p:nvCxnSpPr>
            <p:cNvPr id="166" name="Straight Connector 165">
              <a:extLst>
                <a:ext uri="{FF2B5EF4-FFF2-40B4-BE49-F238E27FC236}">
                  <a16:creationId xmlns:a16="http://schemas.microsoft.com/office/drawing/2014/main" id="{A0AD5F27-2418-7A02-BC0F-AECC3A72D18F}"/>
                </a:ext>
              </a:extLst>
            </p:cNvPr>
            <p:cNvCxnSpPr>
              <a:cxnSpLocks/>
            </p:cNvCxnSpPr>
            <p:nvPr/>
          </p:nvCxnSpPr>
          <p:spPr>
            <a:xfrm flipH="1">
              <a:off x="9962042" y="4949764"/>
              <a:ext cx="1786231" cy="0"/>
            </a:xfrm>
            <a:prstGeom prst="line">
              <a:avLst/>
            </a:prstGeom>
            <a:ln w="12700">
              <a:solidFill>
                <a:schemeClr val="bg2">
                  <a:lumMod val="20000"/>
                  <a:lumOff val="80000"/>
                </a:schemeClr>
              </a:solidFill>
              <a:prstDash val="solid"/>
            </a:ln>
          </p:spPr>
          <p:style>
            <a:lnRef idx="2">
              <a:schemeClr val="accent1"/>
            </a:lnRef>
            <a:fillRef idx="0">
              <a:schemeClr val="accent1"/>
            </a:fillRef>
            <a:effectRef idx="1">
              <a:schemeClr val="accent1"/>
            </a:effectRef>
            <a:fontRef idx="minor">
              <a:schemeClr val="tx1"/>
            </a:fontRef>
          </p:style>
        </p:cxnSp>
        <p:cxnSp>
          <p:nvCxnSpPr>
            <p:cNvPr id="167" name="Straight Connector 166">
              <a:extLst>
                <a:ext uri="{FF2B5EF4-FFF2-40B4-BE49-F238E27FC236}">
                  <a16:creationId xmlns:a16="http://schemas.microsoft.com/office/drawing/2014/main" id="{CE8F5A59-D8E2-AD18-071D-BADE36A517B3}"/>
                </a:ext>
              </a:extLst>
            </p:cNvPr>
            <p:cNvCxnSpPr>
              <a:cxnSpLocks/>
            </p:cNvCxnSpPr>
            <p:nvPr/>
          </p:nvCxnSpPr>
          <p:spPr>
            <a:xfrm flipV="1">
              <a:off x="7524750" y="2976610"/>
              <a:ext cx="0" cy="2077092"/>
            </a:xfrm>
            <a:prstGeom prst="line">
              <a:avLst/>
            </a:prstGeom>
            <a:ln w="12700">
              <a:solidFill>
                <a:schemeClr val="bg2">
                  <a:lumMod val="20000"/>
                  <a:lumOff val="80000"/>
                </a:schemeClr>
              </a:solidFill>
              <a:prstDash val="solid"/>
            </a:ln>
          </p:spPr>
          <p:style>
            <a:lnRef idx="2">
              <a:schemeClr val="accent1"/>
            </a:lnRef>
            <a:fillRef idx="0">
              <a:schemeClr val="accent1"/>
            </a:fillRef>
            <a:effectRef idx="1">
              <a:schemeClr val="accent1"/>
            </a:effectRef>
            <a:fontRef idx="minor">
              <a:schemeClr val="tx1"/>
            </a:fontRef>
          </p:style>
        </p:cxnSp>
        <p:cxnSp>
          <p:nvCxnSpPr>
            <p:cNvPr id="171" name="Straight Connector 170">
              <a:extLst>
                <a:ext uri="{FF2B5EF4-FFF2-40B4-BE49-F238E27FC236}">
                  <a16:creationId xmlns:a16="http://schemas.microsoft.com/office/drawing/2014/main" id="{A29D3552-B20E-7BDE-D208-63194669773C}"/>
                </a:ext>
              </a:extLst>
            </p:cNvPr>
            <p:cNvCxnSpPr>
              <a:cxnSpLocks/>
            </p:cNvCxnSpPr>
            <p:nvPr/>
          </p:nvCxnSpPr>
          <p:spPr>
            <a:xfrm flipV="1">
              <a:off x="9727891" y="2976610"/>
              <a:ext cx="0" cy="2077092"/>
            </a:xfrm>
            <a:prstGeom prst="line">
              <a:avLst/>
            </a:prstGeom>
            <a:ln w="12700">
              <a:solidFill>
                <a:schemeClr val="bg2">
                  <a:lumMod val="20000"/>
                  <a:lumOff val="80000"/>
                </a:schemeClr>
              </a:solidFill>
              <a:prstDash val="solid"/>
            </a:ln>
          </p:spPr>
          <p:style>
            <a:lnRef idx="2">
              <a:schemeClr val="accent1"/>
            </a:lnRef>
            <a:fillRef idx="0">
              <a:schemeClr val="accent1"/>
            </a:fillRef>
            <a:effectRef idx="1">
              <a:schemeClr val="accent1"/>
            </a:effectRef>
            <a:fontRef idx="minor">
              <a:schemeClr val="tx1"/>
            </a:fontRef>
          </p:style>
        </p:cxnSp>
      </p:grpSp>
      <p:pic>
        <p:nvPicPr>
          <p:cNvPr id="173" name="Graphic 172">
            <a:extLst>
              <a:ext uri="{FF2B5EF4-FFF2-40B4-BE49-F238E27FC236}">
                <a16:creationId xmlns:a16="http://schemas.microsoft.com/office/drawing/2014/main" id="{B3813032-C66E-230C-3597-45ACEB2DEBB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74292" y="6551600"/>
            <a:ext cx="457200" cy="143540"/>
          </a:xfrm>
          <a:prstGeom prst="rect">
            <a:avLst/>
          </a:prstGeom>
        </p:spPr>
      </p:pic>
      <p:sp>
        <p:nvSpPr>
          <p:cNvPr id="3" name="Title 4">
            <a:extLst>
              <a:ext uri="{FF2B5EF4-FFF2-40B4-BE49-F238E27FC236}">
                <a16:creationId xmlns:a16="http://schemas.microsoft.com/office/drawing/2014/main" id="{FCEEFF51-AA0A-432B-9B23-811BC1E118A2}"/>
              </a:ext>
            </a:extLst>
          </p:cNvPr>
          <p:cNvSpPr txBox="1">
            <a:spLocks/>
          </p:cNvSpPr>
          <p:nvPr/>
        </p:nvSpPr>
        <p:spPr>
          <a:xfrm>
            <a:off x="380999" y="342899"/>
            <a:ext cx="9301865" cy="553993"/>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000" b="0" i="0" kern="1200">
                <a:solidFill>
                  <a:schemeClr val="tx1"/>
                </a:solidFill>
                <a:latin typeface="Montserrat Light" pitchFamily="2" charset="77"/>
                <a:ea typeface="+mj-ea"/>
                <a:cs typeface="+mj-cs"/>
              </a:defRPr>
            </a:lvl1pPr>
          </a:lstStyle>
          <a:p>
            <a:r>
              <a:rPr lang="en-US">
                <a:latin typeface="Montserrat Light"/>
              </a:rPr>
              <a:t>AI-Powered Supply Chain Decision Intelligence</a:t>
            </a:r>
          </a:p>
        </p:txBody>
      </p:sp>
      <p:sp>
        <p:nvSpPr>
          <p:cNvPr id="96" name="TextBox 95">
            <a:extLst>
              <a:ext uri="{FF2B5EF4-FFF2-40B4-BE49-F238E27FC236}">
                <a16:creationId xmlns:a16="http://schemas.microsoft.com/office/drawing/2014/main" id="{21BFEA66-1F07-84C7-A348-369681172193}"/>
              </a:ext>
            </a:extLst>
          </p:cNvPr>
          <p:cNvSpPr txBox="1"/>
          <p:nvPr/>
        </p:nvSpPr>
        <p:spPr>
          <a:xfrm>
            <a:off x="187319" y="3194556"/>
            <a:ext cx="1405771" cy="400110"/>
          </a:xfrm>
          <a:prstGeom prst="rect">
            <a:avLst/>
          </a:prstGeom>
          <a:noFill/>
        </p:spPr>
        <p:txBody>
          <a:bodyPr wrap="square" lIns="91440" tIns="45720" rIns="91440" bIns="45720" rtlCol="0" anchor="t">
            <a:spAutoFit/>
          </a:bodyPr>
          <a:lstStyle/>
          <a:p>
            <a:pPr algn="ctr">
              <a:defRPr/>
            </a:pPr>
            <a:r>
              <a:rPr lang="en-US" sz="1000" b="1">
                <a:solidFill>
                  <a:srgbClr val="000000"/>
                </a:solidFill>
                <a:latin typeface="Montserrat"/>
              </a:rPr>
              <a:t>Strategic Planning</a:t>
            </a:r>
          </a:p>
        </p:txBody>
      </p:sp>
      <p:sp>
        <p:nvSpPr>
          <p:cNvPr id="99" name="TextBox 98">
            <a:extLst>
              <a:ext uri="{FF2B5EF4-FFF2-40B4-BE49-F238E27FC236}">
                <a16:creationId xmlns:a16="http://schemas.microsoft.com/office/drawing/2014/main" id="{DD5DC86E-282B-CF75-FB56-D747D6F7D5D5}"/>
              </a:ext>
            </a:extLst>
          </p:cNvPr>
          <p:cNvSpPr txBox="1"/>
          <p:nvPr/>
        </p:nvSpPr>
        <p:spPr>
          <a:xfrm>
            <a:off x="1752671" y="3180042"/>
            <a:ext cx="1229354" cy="400110"/>
          </a:xfrm>
          <a:prstGeom prst="rect">
            <a:avLst/>
          </a:prstGeom>
          <a:noFill/>
        </p:spPr>
        <p:txBody>
          <a:bodyPr wrap="square" lIns="91440" tIns="45720" rIns="91440" bIns="45720" rtlCol="0" anchor="t">
            <a:spAutoFit/>
          </a:bodyPr>
          <a:lstStyle/>
          <a:p>
            <a:pPr algn="ctr">
              <a:defRPr/>
            </a:pPr>
            <a:r>
              <a:rPr lang="en-US" sz="1000" b="1">
                <a:solidFill>
                  <a:srgbClr val="000000"/>
                </a:solidFill>
                <a:latin typeface="Montserrat"/>
              </a:rPr>
              <a:t>Tactical Planning</a:t>
            </a:r>
          </a:p>
        </p:txBody>
      </p:sp>
      <p:sp>
        <p:nvSpPr>
          <p:cNvPr id="101" name="TextBox 100">
            <a:extLst>
              <a:ext uri="{FF2B5EF4-FFF2-40B4-BE49-F238E27FC236}">
                <a16:creationId xmlns:a16="http://schemas.microsoft.com/office/drawing/2014/main" id="{423C4721-C949-3909-5425-C9BDB353959E}"/>
              </a:ext>
            </a:extLst>
          </p:cNvPr>
          <p:cNvSpPr txBox="1"/>
          <p:nvPr/>
        </p:nvSpPr>
        <p:spPr>
          <a:xfrm>
            <a:off x="3137535" y="3172785"/>
            <a:ext cx="1405770" cy="400110"/>
          </a:xfrm>
          <a:prstGeom prst="rect">
            <a:avLst/>
          </a:prstGeom>
          <a:noFill/>
        </p:spPr>
        <p:txBody>
          <a:bodyPr wrap="square" lIns="91440" tIns="45720" rIns="91440" bIns="45720" rtlCol="0" anchor="t">
            <a:spAutoFit/>
          </a:bodyPr>
          <a:lstStyle/>
          <a:p>
            <a:pPr algn="ctr">
              <a:defRPr/>
            </a:pPr>
            <a:r>
              <a:rPr lang="en-US" sz="1000" b="1">
                <a:solidFill>
                  <a:srgbClr val="000000"/>
                </a:solidFill>
                <a:latin typeface="Montserrat"/>
              </a:rPr>
              <a:t>Operational Execution</a:t>
            </a:r>
          </a:p>
        </p:txBody>
      </p:sp>
      <p:sp>
        <p:nvSpPr>
          <p:cNvPr id="103" name="TextBox 102">
            <a:extLst>
              <a:ext uri="{FF2B5EF4-FFF2-40B4-BE49-F238E27FC236}">
                <a16:creationId xmlns:a16="http://schemas.microsoft.com/office/drawing/2014/main" id="{25C83453-106A-C1B3-09C5-2371F9CC9FEF}"/>
              </a:ext>
            </a:extLst>
          </p:cNvPr>
          <p:cNvSpPr txBox="1"/>
          <p:nvPr/>
        </p:nvSpPr>
        <p:spPr>
          <a:xfrm>
            <a:off x="4538734" y="3176572"/>
            <a:ext cx="1655510" cy="400110"/>
          </a:xfrm>
          <a:prstGeom prst="rect">
            <a:avLst/>
          </a:prstGeom>
          <a:noFill/>
        </p:spPr>
        <p:txBody>
          <a:bodyPr wrap="square" lIns="91440" tIns="45720" rIns="91440" bIns="45720" rtlCol="0" anchor="t">
            <a:spAutoFit/>
          </a:bodyPr>
          <a:lstStyle/>
          <a:p>
            <a:pPr algn="ctr">
              <a:defRPr/>
            </a:pPr>
            <a:r>
              <a:rPr lang="en-US" sz="1000" b="1">
                <a:solidFill>
                  <a:srgbClr val="000000"/>
                </a:solidFill>
                <a:latin typeface="Montserrat"/>
              </a:rPr>
              <a:t>Autonomous Operations</a:t>
            </a:r>
          </a:p>
        </p:txBody>
      </p:sp>
      <p:pic>
        <p:nvPicPr>
          <p:cNvPr id="105" name="Graphic 104">
            <a:extLst>
              <a:ext uri="{FF2B5EF4-FFF2-40B4-BE49-F238E27FC236}">
                <a16:creationId xmlns:a16="http://schemas.microsoft.com/office/drawing/2014/main" id="{8AEB3D88-5B56-FE44-4D34-C94B6CCFD0C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rot="5400000">
            <a:off x="830162" y="3562902"/>
            <a:ext cx="160962" cy="160962"/>
          </a:xfrm>
          <a:prstGeom prst="rect">
            <a:avLst/>
          </a:prstGeom>
        </p:spPr>
      </p:pic>
      <p:pic>
        <p:nvPicPr>
          <p:cNvPr id="107" name="Graphic 106">
            <a:extLst>
              <a:ext uri="{FF2B5EF4-FFF2-40B4-BE49-F238E27FC236}">
                <a16:creationId xmlns:a16="http://schemas.microsoft.com/office/drawing/2014/main" id="{1A7E1BC8-C81F-F729-DEF4-AC91668588E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rot="5400000">
            <a:off x="2286030" y="3548388"/>
            <a:ext cx="164592" cy="164592"/>
          </a:xfrm>
          <a:prstGeom prst="rect">
            <a:avLst/>
          </a:prstGeom>
        </p:spPr>
      </p:pic>
      <p:pic>
        <p:nvPicPr>
          <p:cNvPr id="109" name="Graphic 108">
            <a:extLst>
              <a:ext uri="{FF2B5EF4-FFF2-40B4-BE49-F238E27FC236}">
                <a16:creationId xmlns:a16="http://schemas.microsoft.com/office/drawing/2014/main" id="{15E1EC47-BD78-8B35-6DA5-96F2C6E18A0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rot="5400000">
            <a:off x="3763750" y="3587595"/>
            <a:ext cx="164592" cy="164592"/>
          </a:xfrm>
          <a:prstGeom prst="rect">
            <a:avLst/>
          </a:prstGeom>
        </p:spPr>
      </p:pic>
      <p:pic>
        <p:nvPicPr>
          <p:cNvPr id="111" name="Graphic 110">
            <a:extLst>
              <a:ext uri="{FF2B5EF4-FFF2-40B4-BE49-F238E27FC236}">
                <a16:creationId xmlns:a16="http://schemas.microsoft.com/office/drawing/2014/main" id="{66D3D556-325B-D352-C360-D7561D0EB95B}"/>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rot="5400000">
            <a:off x="5232850" y="3552459"/>
            <a:ext cx="164592" cy="164592"/>
          </a:xfrm>
          <a:prstGeom prst="rect">
            <a:avLst/>
          </a:prstGeom>
        </p:spPr>
      </p:pic>
      <p:sp>
        <p:nvSpPr>
          <p:cNvPr id="114" name="TextBox 113">
            <a:extLst>
              <a:ext uri="{FF2B5EF4-FFF2-40B4-BE49-F238E27FC236}">
                <a16:creationId xmlns:a16="http://schemas.microsoft.com/office/drawing/2014/main" id="{3280A3C3-DA34-DFBA-AC29-708C4235CBEC}"/>
              </a:ext>
            </a:extLst>
          </p:cNvPr>
          <p:cNvSpPr txBox="1"/>
          <p:nvPr/>
        </p:nvSpPr>
        <p:spPr>
          <a:xfrm>
            <a:off x="203429" y="3923337"/>
            <a:ext cx="1435569" cy="861774"/>
          </a:xfrm>
          <a:prstGeom prst="rect">
            <a:avLst/>
          </a:prstGeom>
          <a:noFill/>
        </p:spPr>
        <p:txBody>
          <a:bodyPr wrap="square" lIns="91440" tIns="45720" rIns="91440" bIns="45720" rtlCol="0" anchor="t">
            <a:spAutoFit/>
          </a:bodyPr>
          <a:lstStyle/>
          <a:p>
            <a:pPr marL="171450" indent="-171450">
              <a:buFont typeface="Wingdings" panose="05000000000000000000" pitchFamily="2" charset="2"/>
              <a:buChar char="v"/>
              <a:defRPr/>
            </a:pPr>
            <a:r>
              <a:rPr lang="en-US" sz="1000">
                <a:solidFill>
                  <a:srgbClr val="000000"/>
                </a:solidFill>
                <a:ea typeface="+mn-lt"/>
                <a:cs typeface="+mn-lt"/>
              </a:rPr>
              <a:t>Demand Planning</a:t>
            </a:r>
            <a:endParaRPr lang="en-US" sz="1000">
              <a:ea typeface="+mn-lt"/>
              <a:cs typeface="+mn-lt"/>
            </a:endParaRPr>
          </a:p>
          <a:p>
            <a:pPr marL="171450" indent="-171450">
              <a:buFont typeface="Wingdings" panose="05000000000000000000" pitchFamily="2" charset="2"/>
              <a:buChar char="v"/>
              <a:defRPr/>
            </a:pPr>
            <a:r>
              <a:rPr lang="en-US" sz="1000">
                <a:solidFill>
                  <a:srgbClr val="000000"/>
                </a:solidFill>
                <a:ea typeface="+mn-lt"/>
                <a:cs typeface="+mn-lt"/>
              </a:rPr>
              <a:t>Inventory Planning</a:t>
            </a:r>
            <a:endParaRPr lang="en-US" sz="1000"/>
          </a:p>
          <a:p>
            <a:pPr marL="171450" indent="-171450">
              <a:buFont typeface="Wingdings" panose="05000000000000000000" pitchFamily="2" charset="2"/>
              <a:buChar char="v"/>
              <a:defRPr/>
            </a:pPr>
            <a:r>
              <a:rPr lang="en-US" sz="1000">
                <a:solidFill>
                  <a:srgbClr val="000000"/>
                </a:solidFill>
                <a:ea typeface="+mn-lt"/>
                <a:cs typeface="+mn-lt"/>
              </a:rPr>
              <a:t>Network Planning</a:t>
            </a:r>
            <a:endParaRPr lang="en-US" sz="1000"/>
          </a:p>
          <a:p>
            <a:pPr marL="171450" indent="-171450">
              <a:buFont typeface="Wingdings" panose="05000000000000000000" pitchFamily="2" charset="2"/>
              <a:buChar char="v"/>
              <a:defRPr/>
            </a:pPr>
            <a:r>
              <a:rPr lang="en-US" sz="1000">
                <a:solidFill>
                  <a:srgbClr val="000000"/>
                </a:solidFill>
                <a:ea typeface="+mn-lt"/>
                <a:cs typeface="+mn-lt"/>
              </a:rPr>
              <a:t>Capacity Planning</a:t>
            </a:r>
            <a:endParaRPr lang="en-US" sz="1000"/>
          </a:p>
          <a:p>
            <a:pPr>
              <a:defRPr/>
            </a:pPr>
            <a:endParaRPr lang="en-US" sz="1000">
              <a:latin typeface="Montserrat"/>
              <a:ea typeface="Calibri"/>
              <a:cs typeface="Calibri"/>
            </a:endParaRPr>
          </a:p>
        </p:txBody>
      </p:sp>
      <p:cxnSp>
        <p:nvCxnSpPr>
          <p:cNvPr id="116" name="Straight Connector 115">
            <a:extLst>
              <a:ext uri="{FF2B5EF4-FFF2-40B4-BE49-F238E27FC236}">
                <a16:creationId xmlns:a16="http://schemas.microsoft.com/office/drawing/2014/main" id="{AEAA7B90-E1C1-8928-2A01-0E06BF4404A0}"/>
              </a:ext>
            </a:extLst>
          </p:cNvPr>
          <p:cNvCxnSpPr>
            <a:cxnSpLocks/>
          </p:cNvCxnSpPr>
          <p:nvPr/>
        </p:nvCxnSpPr>
        <p:spPr>
          <a:xfrm flipH="1">
            <a:off x="282972" y="3802192"/>
            <a:ext cx="1270220" cy="0"/>
          </a:xfrm>
          <a:prstGeom prst="line">
            <a:avLst/>
          </a:prstGeom>
          <a:ln w="12700">
            <a:solidFill>
              <a:schemeClr val="tx1"/>
            </a:solidFill>
            <a:prstDash val="solid"/>
          </a:ln>
        </p:spPr>
        <p:style>
          <a:lnRef idx="2">
            <a:schemeClr val="accent1"/>
          </a:lnRef>
          <a:fillRef idx="0">
            <a:schemeClr val="accent1"/>
          </a:fillRef>
          <a:effectRef idx="1">
            <a:schemeClr val="accent1"/>
          </a:effectRef>
          <a:fontRef idx="minor">
            <a:schemeClr val="tx1"/>
          </a:fontRef>
        </p:style>
      </p:cxnSp>
      <p:sp>
        <p:nvSpPr>
          <p:cNvPr id="120" name="TextBox 119">
            <a:extLst>
              <a:ext uri="{FF2B5EF4-FFF2-40B4-BE49-F238E27FC236}">
                <a16:creationId xmlns:a16="http://schemas.microsoft.com/office/drawing/2014/main" id="{B6BD6CDF-6671-7908-B2CB-8ABB1C24C8CA}"/>
              </a:ext>
            </a:extLst>
          </p:cNvPr>
          <p:cNvSpPr txBox="1"/>
          <p:nvPr/>
        </p:nvSpPr>
        <p:spPr>
          <a:xfrm>
            <a:off x="1494227" y="3924413"/>
            <a:ext cx="1745097" cy="1015663"/>
          </a:xfrm>
          <a:prstGeom prst="rect">
            <a:avLst/>
          </a:prstGeom>
          <a:noFill/>
        </p:spPr>
        <p:txBody>
          <a:bodyPr wrap="square" lIns="91440" tIns="45720" rIns="91440" bIns="45720" rtlCol="0" anchor="t">
            <a:spAutoFit/>
          </a:bodyPr>
          <a:lstStyle/>
          <a:p>
            <a:pPr marL="171450" indent="-171450">
              <a:buFont typeface="Wingdings" panose="05000000000000000000" pitchFamily="2" charset="2"/>
              <a:buChar char="v"/>
              <a:defRPr/>
            </a:pPr>
            <a:r>
              <a:rPr lang="en-US" sz="1000">
                <a:ea typeface="+mn-lt"/>
                <a:cs typeface="+mn-lt"/>
              </a:rPr>
              <a:t>Production Scheduling</a:t>
            </a:r>
            <a:endParaRPr lang="en-US" sz="1000"/>
          </a:p>
          <a:p>
            <a:pPr marL="171450" indent="-171450">
              <a:buFont typeface="Wingdings" panose="05000000000000000000" pitchFamily="2" charset="2"/>
              <a:buChar char="v"/>
              <a:defRPr/>
            </a:pPr>
            <a:r>
              <a:rPr lang="en-US" sz="1000">
                <a:ea typeface="+mn-lt"/>
                <a:cs typeface="+mn-lt"/>
              </a:rPr>
              <a:t>Transportation Planning</a:t>
            </a:r>
            <a:endParaRPr lang="en-US" sz="1000"/>
          </a:p>
          <a:p>
            <a:pPr marL="171450" indent="-171450">
              <a:buFont typeface="Wingdings" panose="05000000000000000000" pitchFamily="2" charset="2"/>
              <a:buChar char="v"/>
              <a:defRPr/>
            </a:pPr>
            <a:r>
              <a:rPr lang="en-US" sz="1000">
                <a:ea typeface="+mn-lt"/>
                <a:cs typeface="+mn-lt"/>
              </a:rPr>
              <a:t>Warehouse Optimization</a:t>
            </a:r>
            <a:endParaRPr lang="en-US" sz="1000"/>
          </a:p>
          <a:p>
            <a:pPr marL="171450" indent="-171450">
              <a:buFont typeface="Wingdings" panose="05000000000000000000" pitchFamily="2" charset="2"/>
              <a:buChar char="v"/>
              <a:defRPr/>
            </a:pPr>
            <a:r>
              <a:rPr lang="en-US" sz="1000">
                <a:ea typeface="+mn-lt"/>
                <a:cs typeface="+mn-lt"/>
              </a:rPr>
              <a:t>Replenishment Planning</a:t>
            </a:r>
            <a:endParaRPr lang="en-US" sz="1000"/>
          </a:p>
          <a:p>
            <a:pPr marL="171450" indent="-171450">
              <a:buFont typeface="Wingdings" panose="05000000000000000000" pitchFamily="2" charset="2"/>
              <a:buChar char="v"/>
              <a:defRPr/>
            </a:pPr>
            <a:endParaRPr lang="en-US" sz="1000"/>
          </a:p>
          <a:p>
            <a:pPr>
              <a:defRPr/>
            </a:pPr>
            <a:endParaRPr lang="en-US" sz="1000">
              <a:latin typeface="Montserrat"/>
              <a:ea typeface="Calibri"/>
              <a:cs typeface="Calibri"/>
            </a:endParaRPr>
          </a:p>
        </p:txBody>
      </p:sp>
      <p:cxnSp>
        <p:nvCxnSpPr>
          <p:cNvPr id="123" name="Straight Connector 122">
            <a:extLst>
              <a:ext uri="{FF2B5EF4-FFF2-40B4-BE49-F238E27FC236}">
                <a16:creationId xmlns:a16="http://schemas.microsoft.com/office/drawing/2014/main" id="{9F31FBFD-A5D5-3420-1EBD-AB5EB9F2E76C}"/>
              </a:ext>
            </a:extLst>
          </p:cNvPr>
          <p:cNvCxnSpPr>
            <a:cxnSpLocks/>
          </p:cNvCxnSpPr>
          <p:nvPr/>
        </p:nvCxnSpPr>
        <p:spPr>
          <a:xfrm flipH="1">
            <a:off x="1728858" y="3792224"/>
            <a:ext cx="1270220" cy="0"/>
          </a:xfrm>
          <a:prstGeom prst="line">
            <a:avLst/>
          </a:prstGeom>
          <a:ln w="12700">
            <a:solidFill>
              <a:schemeClr val="tx1"/>
            </a:solidFill>
            <a:prstDash val="solid"/>
          </a:ln>
        </p:spPr>
        <p:style>
          <a:lnRef idx="2">
            <a:schemeClr val="accent1"/>
          </a:lnRef>
          <a:fillRef idx="0">
            <a:schemeClr val="accent1"/>
          </a:fillRef>
          <a:effectRef idx="1">
            <a:schemeClr val="accent1"/>
          </a:effectRef>
          <a:fontRef idx="minor">
            <a:schemeClr val="tx1"/>
          </a:fontRef>
        </p:style>
      </p:cxnSp>
      <p:sp>
        <p:nvSpPr>
          <p:cNvPr id="128" name="TextBox 127">
            <a:extLst>
              <a:ext uri="{FF2B5EF4-FFF2-40B4-BE49-F238E27FC236}">
                <a16:creationId xmlns:a16="http://schemas.microsoft.com/office/drawing/2014/main" id="{428148EE-52EF-E362-7B46-3EA958352E42}"/>
              </a:ext>
            </a:extLst>
          </p:cNvPr>
          <p:cNvSpPr txBox="1"/>
          <p:nvPr/>
        </p:nvSpPr>
        <p:spPr>
          <a:xfrm>
            <a:off x="3137599" y="3921311"/>
            <a:ext cx="2023996" cy="1015663"/>
          </a:xfrm>
          <a:prstGeom prst="rect">
            <a:avLst/>
          </a:prstGeom>
          <a:noFill/>
        </p:spPr>
        <p:txBody>
          <a:bodyPr wrap="square" lIns="91440" tIns="45720" rIns="91440" bIns="45720" rtlCol="0" anchor="t">
            <a:spAutoFit/>
          </a:bodyPr>
          <a:lstStyle/>
          <a:p>
            <a:pPr marL="171450" indent="-171450">
              <a:buFont typeface="Wingdings" panose="05000000000000000000" pitchFamily="2" charset="2"/>
              <a:buChar char="v"/>
              <a:defRPr/>
            </a:pPr>
            <a:r>
              <a:rPr lang="en-US" sz="1000">
                <a:ea typeface="+mn-lt"/>
                <a:cs typeface="+mn-lt"/>
              </a:rPr>
              <a:t>Exception Management </a:t>
            </a:r>
            <a:endParaRPr lang="en-US" sz="1000"/>
          </a:p>
          <a:p>
            <a:pPr marL="171450" indent="-171450">
              <a:buFont typeface="Wingdings" panose="05000000000000000000" pitchFamily="2" charset="2"/>
              <a:buChar char="v"/>
              <a:defRPr/>
            </a:pPr>
            <a:r>
              <a:rPr lang="en-US" sz="1000">
                <a:ea typeface="+mn-lt"/>
                <a:cs typeface="+mn-lt"/>
              </a:rPr>
              <a:t>Root Cause Analysis </a:t>
            </a:r>
            <a:endParaRPr lang="en-US" sz="1000"/>
          </a:p>
          <a:p>
            <a:pPr marL="171450" indent="-171450">
              <a:buFont typeface="Wingdings" panose="05000000000000000000" pitchFamily="2" charset="2"/>
              <a:buChar char="v"/>
              <a:defRPr/>
            </a:pPr>
            <a:r>
              <a:rPr lang="en-US" sz="1000">
                <a:ea typeface="+mn-lt"/>
                <a:cs typeface="+mn-lt"/>
              </a:rPr>
              <a:t>Decision ]</a:t>
            </a:r>
          </a:p>
          <a:p>
            <a:pPr>
              <a:defRPr/>
            </a:pPr>
            <a:r>
              <a:rPr lang="en-US" sz="1000">
                <a:ea typeface="+mn-lt"/>
                <a:cs typeface="+mn-lt"/>
              </a:rPr>
              <a:t>       Recommendations </a:t>
            </a:r>
            <a:endParaRPr lang="en-US" sz="1000"/>
          </a:p>
          <a:p>
            <a:pPr marL="171450" indent="-171450">
              <a:buFont typeface="Wingdings" panose="05000000000000000000" pitchFamily="2" charset="2"/>
              <a:buChar char="v"/>
              <a:defRPr/>
            </a:pPr>
            <a:r>
              <a:rPr lang="en-US" sz="1000">
                <a:ea typeface="+mn-lt"/>
                <a:cs typeface="+mn-lt"/>
              </a:rPr>
              <a:t>Scenario Analysis</a:t>
            </a:r>
            <a:endParaRPr lang="en-US" sz="1000"/>
          </a:p>
          <a:p>
            <a:pPr marL="171450" indent="-171450">
              <a:buFont typeface="Wingdings" panose="05000000000000000000" pitchFamily="2" charset="2"/>
              <a:buChar char="v"/>
              <a:defRPr/>
            </a:pPr>
            <a:endParaRPr lang="en-US" sz="1000">
              <a:latin typeface="Montserrat"/>
              <a:ea typeface="Calibri"/>
              <a:cs typeface="Calibri"/>
            </a:endParaRPr>
          </a:p>
        </p:txBody>
      </p:sp>
      <p:cxnSp>
        <p:nvCxnSpPr>
          <p:cNvPr id="130" name="Straight Connector 129">
            <a:extLst>
              <a:ext uri="{FF2B5EF4-FFF2-40B4-BE49-F238E27FC236}">
                <a16:creationId xmlns:a16="http://schemas.microsoft.com/office/drawing/2014/main" id="{4502C41E-222A-8801-DDB6-FD30C54244BA}"/>
              </a:ext>
            </a:extLst>
          </p:cNvPr>
          <p:cNvCxnSpPr>
            <a:cxnSpLocks/>
          </p:cNvCxnSpPr>
          <p:nvPr/>
        </p:nvCxnSpPr>
        <p:spPr>
          <a:xfrm flipH="1">
            <a:off x="3193992" y="3796412"/>
            <a:ext cx="1270220" cy="0"/>
          </a:xfrm>
          <a:prstGeom prst="line">
            <a:avLst/>
          </a:prstGeom>
          <a:ln w="12700">
            <a:solidFill>
              <a:schemeClr val="tx1"/>
            </a:solidFill>
            <a:prstDash val="solid"/>
          </a:ln>
        </p:spPr>
        <p:style>
          <a:lnRef idx="2">
            <a:schemeClr val="accent1"/>
          </a:lnRef>
          <a:fillRef idx="0">
            <a:schemeClr val="accent1"/>
          </a:fillRef>
          <a:effectRef idx="1">
            <a:schemeClr val="accent1"/>
          </a:effectRef>
          <a:fontRef idx="minor">
            <a:schemeClr val="tx1"/>
          </a:fontRef>
        </p:style>
      </p:cxnSp>
      <p:sp>
        <p:nvSpPr>
          <p:cNvPr id="135" name="TextBox 134">
            <a:extLst>
              <a:ext uri="{FF2B5EF4-FFF2-40B4-BE49-F238E27FC236}">
                <a16:creationId xmlns:a16="http://schemas.microsoft.com/office/drawing/2014/main" id="{C9B1370B-5BB6-F298-AD71-BE9DCFA49374}"/>
              </a:ext>
            </a:extLst>
          </p:cNvPr>
          <p:cNvSpPr txBox="1"/>
          <p:nvPr/>
        </p:nvSpPr>
        <p:spPr>
          <a:xfrm>
            <a:off x="4648204" y="3923482"/>
            <a:ext cx="1771619" cy="707886"/>
          </a:xfrm>
          <a:prstGeom prst="rect">
            <a:avLst/>
          </a:prstGeom>
          <a:noFill/>
        </p:spPr>
        <p:txBody>
          <a:bodyPr wrap="square" lIns="91440" tIns="45720" rIns="91440" bIns="45720" rtlCol="0" anchor="t">
            <a:spAutoFit/>
          </a:bodyPr>
          <a:lstStyle/>
          <a:p>
            <a:pPr marL="171450" indent="-171450">
              <a:buFont typeface="Wingdings" panose="05000000000000000000" pitchFamily="2" charset="2"/>
              <a:buChar char="v"/>
              <a:defRPr/>
            </a:pPr>
            <a:r>
              <a:rPr lang="en-US" sz="1000">
                <a:solidFill>
                  <a:srgbClr val="000000"/>
                </a:solidFill>
                <a:ea typeface="+mn-lt"/>
                <a:cs typeface="+mn-lt"/>
              </a:rPr>
              <a:t>Planning Agents </a:t>
            </a:r>
          </a:p>
          <a:p>
            <a:pPr marL="171450" indent="-171450">
              <a:buFont typeface="Wingdings" panose="05000000000000000000" pitchFamily="2" charset="2"/>
              <a:buChar char="v"/>
              <a:defRPr/>
            </a:pPr>
            <a:r>
              <a:rPr lang="en-US" sz="1000">
                <a:solidFill>
                  <a:srgbClr val="000000"/>
                </a:solidFill>
                <a:ea typeface="+mn-lt"/>
                <a:cs typeface="+mn-lt"/>
              </a:rPr>
              <a:t>Inventory Agents </a:t>
            </a:r>
            <a:endParaRPr lang="en-US" sz="1000"/>
          </a:p>
          <a:p>
            <a:pPr marL="171450" indent="-171450">
              <a:buFont typeface="Wingdings" panose="05000000000000000000" pitchFamily="2" charset="2"/>
              <a:buChar char="v"/>
              <a:defRPr/>
            </a:pPr>
            <a:r>
              <a:rPr lang="en-US" sz="1000">
                <a:solidFill>
                  <a:srgbClr val="000000"/>
                </a:solidFill>
                <a:ea typeface="+mn-lt"/>
                <a:cs typeface="+mn-lt"/>
              </a:rPr>
              <a:t>Manufacturing Agents </a:t>
            </a:r>
            <a:endParaRPr lang="en-US" sz="1000"/>
          </a:p>
          <a:p>
            <a:pPr marL="171450" indent="-171450">
              <a:buFont typeface="Wingdings" panose="05000000000000000000" pitchFamily="2" charset="2"/>
              <a:buChar char="v"/>
              <a:defRPr/>
            </a:pPr>
            <a:r>
              <a:rPr lang="en-US" sz="1000">
                <a:solidFill>
                  <a:srgbClr val="000000"/>
                </a:solidFill>
                <a:ea typeface="+mn-lt"/>
                <a:cs typeface="+mn-lt"/>
              </a:rPr>
              <a:t>Executive Copilot</a:t>
            </a:r>
            <a:endParaRPr lang="en-US" sz="1000"/>
          </a:p>
        </p:txBody>
      </p:sp>
      <p:cxnSp>
        <p:nvCxnSpPr>
          <p:cNvPr id="141" name="Straight Connector 140">
            <a:extLst>
              <a:ext uri="{FF2B5EF4-FFF2-40B4-BE49-F238E27FC236}">
                <a16:creationId xmlns:a16="http://schemas.microsoft.com/office/drawing/2014/main" id="{0DB04A9C-88F4-6EBE-76A0-A8AE1AB8E109}"/>
              </a:ext>
            </a:extLst>
          </p:cNvPr>
          <p:cNvCxnSpPr>
            <a:cxnSpLocks/>
          </p:cNvCxnSpPr>
          <p:nvPr/>
        </p:nvCxnSpPr>
        <p:spPr>
          <a:xfrm flipH="1">
            <a:off x="4660048" y="3791562"/>
            <a:ext cx="1270220" cy="0"/>
          </a:xfrm>
          <a:prstGeom prst="line">
            <a:avLst/>
          </a:prstGeom>
          <a:ln w="12700">
            <a:solidFill>
              <a:schemeClr val="tx1"/>
            </a:solidFill>
            <a:prstDash val="solid"/>
          </a:ln>
        </p:spPr>
        <p:style>
          <a:lnRef idx="2">
            <a:schemeClr val="accent1"/>
          </a:lnRef>
          <a:fillRef idx="0">
            <a:schemeClr val="accent1"/>
          </a:fillRef>
          <a:effectRef idx="1">
            <a:schemeClr val="accent1"/>
          </a:effectRef>
          <a:fontRef idx="minor">
            <a:schemeClr val="tx1"/>
          </a:fontRef>
        </p:style>
      </p:cxnSp>
      <p:pic>
        <p:nvPicPr>
          <p:cNvPr id="147" name="Graphic 146">
            <a:extLst>
              <a:ext uri="{FF2B5EF4-FFF2-40B4-BE49-F238E27FC236}">
                <a16:creationId xmlns:a16="http://schemas.microsoft.com/office/drawing/2014/main" id="{CD53199E-8785-85B3-9663-F40551171BE8}"/>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07360" y="2693729"/>
            <a:ext cx="365760" cy="365760"/>
          </a:xfrm>
          <a:prstGeom prst="rect">
            <a:avLst/>
          </a:prstGeom>
        </p:spPr>
      </p:pic>
      <p:pic>
        <p:nvPicPr>
          <p:cNvPr id="149" name="Graphic 148">
            <a:extLst>
              <a:ext uri="{FF2B5EF4-FFF2-40B4-BE49-F238E27FC236}">
                <a16:creationId xmlns:a16="http://schemas.microsoft.com/office/drawing/2014/main" id="{DA4D2897-B736-BEB5-C516-15C24E8A4561}"/>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3638955" y="2654550"/>
            <a:ext cx="365760" cy="365760"/>
          </a:xfrm>
          <a:prstGeom prst="rect">
            <a:avLst/>
          </a:prstGeom>
        </p:spPr>
      </p:pic>
      <p:pic>
        <p:nvPicPr>
          <p:cNvPr id="155" name="Graphic 154">
            <a:extLst>
              <a:ext uri="{FF2B5EF4-FFF2-40B4-BE49-F238E27FC236}">
                <a16:creationId xmlns:a16="http://schemas.microsoft.com/office/drawing/2014/main" id="{CB58DCD2-A295-408E-D614-1725C891ACD6}"/>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5071095" y="2663255"/>
            <a:ext cx="365760" cy="365760"/>
          </a:xfrm>
          <a:prstGeom prst="rect">
            <a:avLst/>
          </a:prstGeom>
        </p:spPr>
      </p:pic>
      <p:pic>
        <p:nvPicPr>
          <p:cNvPr id="157" name="Graphic 156">
            <a:extLst>
              <a:ext uri="{FF2B5EF4-FFF2-40B4-BE49-F238E27FC236}">
                <a16:creationId xmlns:a16="http://schemas.microsoft.com/office/drawing/2014/main" id="{ECA113A7-9C0E-6D1D-5BF2-7567D43A9CC2}"/>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2185446" y="2652242"/>
            <a:ext cx="365760" cy="365760"/>
          </a:xfrm>
          <a:prstGeom prst="rect">
            <a:avLst/>
          </a:prstGeom>
        </p:spPr>
      </p:pic>
      <p:sp>
        <p:nvSpPr>
          <p:cNvPr id="168" name="TextBox 167">
            <a:extLst>
              <a:ext uri="{FF2B5EF4-FFF2-40B4-BE49-F238E27FC236}">
                <a16:creationId xmlns:a16="http://schemas.microsoft.com/office/drawing/2014/main" id="{64603A9D-03AC-EBF1-F68C-4717ACEEAC08}"/>
              </a:ext>
            </a:extLst>
          </p:cNvPr>
          <p:cNvSpPr txBox="1"/>
          <p:nvPr/>
        </p:nvSpPr>
        <p:spPr>
          <a:xfrm>
            <a:off x="4743580" y="4941151"/>
            <a:ext cx="1988885" cy="261610"/>
          </a:xfrm>
          <a:prstGeom prst="rect">
            <a:avLst/>
          </a:prstGeom>
          <a:noFill/>
        </p:spPr>
        <p:txBody>
          <a:bodyPr wrap="square" lIns="91440" tIns="45720" rIns="91440" bIns="45720" anchor="t">
            <a:spAutoFit/>
          </a:bodyPr>
          <a:lstStyle/>
          <a:p>
            <a:pPr algn="ctr">
              <a:defRPr/>
            </a:pPr>
            <a:r>
              <a:rPr lang="en-US" sz="1050" b="1">
                <a:latin typeface="Montserrat"/>
              </a:rPr>
              <a:t>Where Syren can help</a:t>
            </a:r>
          </a:p>
        </p:txBody>
      </p:sp>
      <p:sp>
        <p:nvSpPr>
          <p:cNvPr id="184" name="TextBox 183">
            <a:extLst>
              <a:ext uri="{FF2B5EF4-FFF2-40B4-BE49-F238E27FC236}">
                <a16:creationId xmlns:a16="http://schemas.microsoft.com/office/drawing/2014/main" id="{6A47E9C7-EECD-50B4-F1B4-2D5281D2E341}"/>
              </a:ext>
            </a:extLst>
          </p:cNvPr>
          <p:cNvSpPr txBox="1"/>
          <p:nvPr/>
        </p:nvSpPr>
        <p:spPr>
          <a:xfrm>
            <a:off x="4456121" y="898100"/>
            <a:ext cx="3297054" cy="276999"/>
          </a:xfrm>
          <a:prstGeom prst="rect">
            <a:avLst/>
          </a:prstGeom>
          <a:noFill/>
        </p:spPr>
        <p:txBody>
          <a:bodyPr wrap="square" lIns="91440" tIns="45720" rIns="91440" bIns="45720" anchor="t">
            <a:spAutoFit/>
          </a:bodyPr>
          <a:lstStyle/>
          <a:p>
            <a:pPr>
              <a:defRPr/>
            </a:pPr>
            <a:r>
              <a:rPr lang="en-US" sz="1200" b="1">
                <a:solidFill>
                  <a:srgbClr val="000000"/>
                </a:solidFill>
                <a:latin typeface="Montserrat"/>
              </a:rPr>
              <a:t>Supply Chain decision Framework </a:t>
            </a:r>
            <a:endParaRPr lang="en-US" sz="1200" b="1" i="0" u="none" strike="noStrike" kern="1200" cap="none" spc="0" normalizeH="0" baseline="0" noProof="0">
              <a:ln>
                <a:noFill/>
              </a:ln>
              <a:solidFill>
                <a:srgbClr val="000000"/>
              </a:solidFill>
              <a:effectLst/>
              <a:uLnTx/>
              <a:uFillTx/>
              <a:latin typeface="Montserrat" panose="00000500000000000000" pitchFamily="50" charset="0"/>
            </a:endParaRPr>
          </a:p>
        </p:txBody>
      </p:sp>
      <p:sp>
        <p:nvSpPr>
          <p:cNvPr id="186" name="Rectangle: Rounded Corners 185">
            <a:extLst>
              <a:ext uri="{FF2B5EF4-FFF2-40B4-BE49-F238E27FC236}">
                <a16:creationId xmlns:a16="http://schemas.microsoft.com/office/drawing/2014/main" id="{5CB7F45C-30FB-7B80-8669-2991363A4588}"/>
              </a:ext>
            </a:extLst>
          </p:cNvPr>
          <p:cNvSpPr/>
          <p:nvPr/>
        </p:nvSpPr>
        <p:spPr>
          <a:xfrm>
            <a:off x="9845029" y="1261707"/>
            <a:ext cx="2033905" cy="570159"/>
          </a:xfrm>
          <a:prstGeom prst="roundRect">
            <a:avLst>
              <a:gd name="adj" fmla="val 50000"/>
            </a:avLst>
          </a:prstGeom>
          <a:gradFill>
            <a:gsLst>
              <a:gs pos="0">
                <a:schemeClr val="bg2">
                  <a:alpha val="42000"/>
                  <a:lumMod val="97000"/>
                </a:schemeClr>
              </a:gs>
              <a:gs pos="100000">
                <a:schemeClr val="accent1">
                  <a:alpha val="0"/>
                  <a:lumMod val="0"/>
                  <a:lumOff val="100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FEFFFF"/>
              </a:solidFill>
              <a:effectLst/>
              <a:uLnTx/>
              <a:uFillTx/>
              <a:latin typeface="Calibri" panose="020F0502020204030204"/>
              <a:ea typeface="+mn-ea"/>
              <a:cs typeface="+mn-cs"/>
            </a:endParaRPr>
          </a:p>
        </p:txBody>
      </p:sp>
      <p:sp>
        <p:nvSpPr>
          <p:cNvPr id="188" name="TextBox 187">
            <a:extLst>
              <a:ext uri="{FF2B5EF4-FFF2-40B4-BE49-F238E27FC236}">
                <a16:creationId xmlns:a16="http://schemas.microsoft.com/office/drawing/2014/main" id="{0A916A29-8631-A80C-64A9-1B24168A0696}"/>
              </a:ext>
            </a:extLst>
          </p:cNvPr>
          <p:cNvSpPr txBox="1"/>
          <p:nvPr/>
        </p:nvSpPr>
        <p:spPr>
          <a:xfrm>
            <a:off x="9761182" y="1386119"/>
            <a:ext cx="2117751" cy="321338"/>
          </a:xfrm>
          <a:prstGeom prst="rect">
            <a:avLst/>
          </a:prstGeom>
          <a:noFill/>
        </p:spPr>
        <p:txBody>
          <a:bodyPr wrap="square" lIns="91440" tIns="45720" rIns="91440" bIns="45720" rtlCol="0" anchor="ctr">
            <a:spAutoFit/>
          </a:bodyPr>
          <a:lstStyle/>
          <a:p>
            <a:pPr>
              <a:defRPr/>
            </a:pPr>
            <a:r>
              <a:rPr lang="en-US" sz="1200" b="1">
                <a:solidFill>
                  <a:srgbClr val="000000"/>
                </a:solidFill>
                <a:latin typeface="Montserrat"/>
              </a:rPr>
              <a:t>Agentic AI</a:t>
            </a:r>
            <a:endParaRPr kumimoji="0" lang="en-US" sz="1200" b="1" i="0" u="none" strike="noStrike" kern="1200" cap="none" spc="0" normalizeH="0" baseline="0" noProof="0">
              <a:ln>
                <a:noFill/>
              </a:ln>
              <a:solidFill>
                <a:srgbClr val="000000"/>
              </a:solidFill>
              <a:effectLst/>
              <a:uLnTx/>
              <a:uFillTx/>
              <a:latin typeface="Montserrat" pitchFamily="2" charset="77"/>
              <a:ea typeface="+mn-ea"/>
              <a:cs typeface="+mn-cs"/>
            </a:endParaRPr>
          </a:p>
          <a:p>
            <a:pPr>
              <a:defRPr/>
            </a:pPr>
            <a:r>
              <a:rPr lang="en-US" sz="900">
                <a:solidFill>
                  <a:srgbClr val="000000"/>
                </a:solidFill>
                <a:latin typeface="Montserrat"/>
                <a:ea typeface="Calibri" panose="020F0502020204030204"/>
                <a:cs typeface="Calibri" panose="020F0502020204030204"/>
              </a:rPr>
              <a:t>Can I automate?</a:t>
            </a:r>
            <a:endParaRPr lang="en-US">
              <a:ea typeface="+mn-ea"/>
              <a:cs typeface="+mn-cs"/>
            </a:endParaRPr>
          </a:p>
        </p:txBody>
      </p:sp>
      <p:sp>
        <p:nvSpPr>
          <p:cNvPr id="190" name="Rectangle: Rounded Corners 189">
            <a:extLst>
              <a:ext uri="{FF2B5EF4-FFF2-40B4-BE49-F238E27FC236}">
                <a16:creationId xmlns:a16="http://schemas.microsoft.com/office/drawing/2014/main" id="{4C0CA8F5-E3E0-94A7-9181-24174C78F41F}"/>
              </a:ext>
            </a:extLst>
          </p:cNvPr>
          <p:cNvSpPr/>
          <p:nvPr/>
        </p:nvSpPr>
        <p:spPr>
          <a:xfrm>
            <a:off x="444942" y="1261707"/>
            <a:ext cx="2033905" cy="570159"/>
          </a:xfrm>
          <a:prstGeom prst="roundRect">
            <a:avLst>
              <a:gd name="adj" fmla="val 50000"/>
            </a:avLst>
          </a:prstGeom>
          <a:gradFill>
            <a:gsLst>
              <a:gs pos="0">
                <a:schemeClr val="bg2">
                  <a:alpha val="42000"/>
                  <a:lumMod val="97000"/>
                </a:schemeClr>
              </a:gs>
              <a:gs pos="100000">
                <a:schemeClr val="accent1">
                  <a:alpha val="0"/>
                  <a:lumMod val="0"/>
                  <a:lumOff val="100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FEFFFF"/>
              </a:solidFill>
              <a:effectLst/>
              <a:uLnTx/>
              <a:uFillTx/>
              <a:latin typeface="Calibri" panose="020F0502020204030204"/>
              <a:ea typeface="+mn-ea"/>
              <a:cs typeface="+mn-cs"/>
            </a:endParaRPr>
          </a:p>
        </p:txBody>
      </p:sp>
      <p:sp>
        <p:nvSpPr>
          <p:cNvPr id="192" name="Rectangle: Rounded Corners 191">
            <a:extLst>
              <a:ext uri="{FF2B5EF4-FFF2-40B4-BE49-F238E27FC236}">
                <a16:creationId xmlns:a16="http://schemas.microsoft.com/office/drawing/2014/main" id="{8CF7883B-73BC-F10A-C9A6-D5E09E48F1A4}"/>
              </a:ext>
            </a:extLst>
          </p:cNvPr>
          <p:cNvSpPr/>
          <p:nvPr/>
        </p:nvSpPr>
        <p:spPr>
          <a:xfrm>
            <a:off x="2793926" y="1261707"/>
            <a:ext cx="2033905" cy="570159"/>
          </a:xfrm>
          <a:prstGeom prst="roundRect">
            <a:avLst>
              <a:gd name="adj" fmla="val 50000"/>
            </a:avLst>
          </a:prstGeom>
          <a:gradFill>
            <a:gsLst>
              <a:gs pos="0">
                <a:schemeClr val="bg2">
                  <a:alpha val="42000"/>
                  <a:lumMod val="97000"/>
                </a:schemeClr>
              </a:gs>
              <a:gs pos="100000">
                <a:schemeClr val="accent1">
                  <a:alpha val="0"/>
                  <a:lumMod val="0"/>
                  <a:lumOff val="100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FEFFFF"/>
              </a:solidFill>
              <a:effectLst/>
              <a:uLnTx/>
              <a:uFillTx/>
              <a:latin typeface="Calibri" panose="020F0502020204030204"/>
              <a:ea typeface="+mn-ea"/>
              <a:cs typeface="+mn-cs"/>
            </a:endParaRPr>
          </a:p>
        </p:txBody>
      </p:sp>
      <p:sp>
        <p:nvSpPr>
          <p:cNvPr id="194" name="TextBox 193">
            <a:extLst>
              <a:ext uri="{FF2B5EF4-FFF2-40B4-BE49-F238E27FC236}">
                <a16:creationId xmlns:a16="http://schemas.microsoft.com/office/drawing/2014/main" id="{BFAEF599-FE09-838F-6965-64420F0DE2AB}"/>
              </a:ext>
            </a:extLst>
          </p:cNvPr>
          <p:cNvSpPr txBox="1"/>
          <p:nvPr/>
        </p:nvSpPr>
        <p:spPr>
          <a:xfrm>
            <a:off x="2710078" y="1392070"/>
            <a:ext cx="1787826" cy="309438"/>
          </a:xfrm>
          <a:prstGeom prst="rect">
            <a:avLst/>
          </a:prstGeom>
          <a:noFill/>
        </p:spPr>
        <p:txBody>
          <a:bodyPr wrap="square" lIns="91440" tIns="45720" rIns="91440" bIns="4572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Montserrat"/>
              </a:rPr>
              <a:t>Predict</a:t>
            </a:r>
            <a:endParaRPr kumimoji="0" lang="en-US" sz="1200" b="1" i="0" u="none" strike="noStrike" kern="1200" cap="none" spc="0" normalizeH="0" baseline="0" noProof="0">
              <a:ln>
                <a:noFill/>
              </a:ln>
              <a:solidFill>
                <a:srgbClr val="000000"/>
              </a:solidFill>
              <a:effectLst/>
              <a:uLnTx/>
              <a:uFillTx/>
              <a:latin typeface="Montserrat" pitchFamily="2" charset="77"/>
              <a:ea typeface="+mn-ea"/>
              <a:cs typeface="+mn-cs"/>
            </a:endParaRPr>
          </a:p>
          <a:p>
            <a:pPr>
              <a:defRPr/>
            </a:pPr>
            <a:r>
              <a:rPr lang="en-US" sz="800">
                <a:solidFill>
                  <a:srgbClr val="000000"/>
                </a:solidFill>
                <a:ea typeface="+mn-lt"/>
                <a:cs typeface="+mn-lt"/>
              </a:rPr>
              <a:t>"What will happen?"</a:t>
            </a:r>
            <a:endParaRPr lang="en-US"/>
          </a:p>
        </p:txBody>
      </p:sp>
      <p:sp>
        <p:nvSpPr>
          <p:cNvPr id="196" name="Rectangle: Rounded Corners 195">
            <a:extLst>
              <a:ext uri="{FF2B5EF4-FFF2-40B4-BE49-F238E27FC236}">
                <a16:creationId xmlns:a16="http://schemas.microsoft.com/office/drawing/2014/main" id="{77EF7D36-BF75-87F1-B7AB-7FFD1D3A7114}"/>
              </a:ext>
            </a:extLst>
          </p:cNvPr>
          <p:cNvSpPr/>
          <p:nvPr/>
        </p:nvSpPr>
        <p:spPr>
          <a:xfrm>
            <a:off x="5142071" y="1261707"/>
            <a:ext cx="2033905" cy="570159"/>
          </a:xfrm>
          <a:prstGeom prst="roundRect">
            <a:avLst>
              <a:gd name="adj" fmla="val 50000"/>
            </a:avLst>
          </a:prstGeom>
          <a:gradFill>
            <a:gsLst>
              <a:gs pos="0">
                <a:schemeClr val="bg2">
                  <a:alpha val="42000"/>
                  <a:lumMod val="97000"/>
                </a:schemeClr>
              </a:gs>
              <a:gs pos="100000">
                <a:schemeClr val="accent1">
                  <a:alpha val="0"/>
                  <a:lumMod val="0"/>
                  <a:lumOff val="100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FEFFFF"/>
              </a:solidFill>
              <a:effectLst/>
              <a:uLnTx/>
              <a:uFillTx/>
              <a:latin typeface="Calibri" panose="020F0502020204030204"/>
              <a:ea typeface="+mn-ea"/>
              <a:cs typeface="+mn-cs"/>
            </a:endParaRPr>
          </a:p>
        </p:txBody>
      </p:sp>
      <p:sp>
        <p:nvSpPr>
          <p:cNvPr id="198" name="TextBox 197">
            <a:extLst>
              <a:ext uri="{FF2B5EF4-FFF2-40B4-BE49-F238E27FC236}">
                <a16:creationId xmlns:a16="http://schemas.microsoft.com/office/drawing/2014/main" id="{7D861718-3EFD-30FC-F1BB-E00795FC48A5}"/>
              </a:ext>
            </a:extLst>
          </p:cNvPr>
          <p:cNvSpPr txBox="1"/>
          <p:nvPr/>
        </p:nvSpPr>
        <p:spPr>
          <a:xfrm>
            <a:off x="5058222" y="1386119"/>
            <a:ext cx="2077798" cy="321338"/>
          </a:xfrm>
          <a:prstGeom prst="rect">
            <a:avLst/>
          </a:prstGeom>
          <a:noFill/>
        </p:spPr>
        <p:txBody>
          <a:bodyPr wrap="square" lIns="91440" tIns="45720" rIns="91440" bIns="45720" rtlCol="0" anchor="ctr">
            <a:spAutoFit/>
          </a:bodyPr>
          <a:lstStyle/>
          <a:p>
            <a:pPr marL="0" marR="0" lvl="0" indent="0" algn="l" defTabSz="914400">
              <a:lnSpc>
                <a:spcPct val="100000"/>
              </a:lnSpc>
              <a:spcBef>
                <a:spcPts val="0"/>
              </a:spcBef>
              <a:spcAft>
                <a:spcPts val="0"/>
              </a:spcAft>
              <a:buNone/>
              <a:tabLst/>
              <a:defRPr/>
            </a:pPr>
            <a:r>
              <a:rPr lang="en-US" sz="1200" b="1">
                <a:solidFill>
                  <a:srgbClr val="000000"/>
                </a:solidFill>
                <a:latin typeface="Montserrat"/>
              </a:rPr>
              <a:t>Optimize</a:t>
            </a:r>
            <a:endParaRPr lang="en-US">
              <a:ea typeface="+mn-ea"/>
              <a:cs typeface="+mn-cs"/>
            </a:endParaRPr>
          </a:p>
          <a:p>
            <a:pPr>
              <a:defRPr/>
            </a:pPr>
            <a:r>
              <a:rPr lang="en-US" sz="900" err="1">
                <a:solidFill>
                  <a:srgbClr val="000000"/>
                </a:solidFill>
                <a:latin typeface="Montserrat"/>
                <a:ea typeface="Calibri"/>
                <a:cs typeface="Calibri"/>
              </a:rPr>
              <a:t>Wh</a:t>
            </a:r>
            <a:r>
              <a:rPr lang="en-US" sz="900">
                <a:solidFill>
                  <a:srgbClr val="000000"/>
                </a:solidFill>
                <a:latin typeface="Montserrat"/>
                <a:ea typeface="Calibri"/>
                <a:cs typeface="Calibri"/>
              </a:rPr>
              <a:t>at is the most effective ?</a:t>
            </a:r>
            <a:endParaRPr lang="en-US" sz="900" b="0" i="0" u="none" strike="noStrike" kern="1200" cap="none" spc="0" normalizeH="0" baseline="0" noProof="0">
              <a:ln>
                <a:noFill/>
              </a:ln>
              <a:solidFill>
                <a:srgbClr val="000000"/>
              </a:solidFill>
              <a:effectLst/>
              <a:uLnTx/>
              <a:uFillTx/>
              <a:latin typeface="Montserrat"/>
              <a:ea typeface="Calibri"/>
              <a:cs typeface="Calibri"/>
            </a:endParaRPr>
          </a:p>
        </p:txBody>
      </p:sp>
      <p:sp>
        <p:nvSpPr>
          <p:cNvPr id="210" name="Rectangle: Rounded Corners 209">
            <a:extLst>
              <a:ext uri="{FF2B5EF4-FFF2-40B4-BE49-F238E27FC236}">
                <a16:creationId xmlns:a16="http://schemas.microsoft.com/office/drawing/2014/main" id="{470B2344-4322-EB83-3A8E-8FA2A643416A}"/>
              </a:ext>
            </a:extLst>
          </p:cNvPr>
          <p:cNvSpPr/>
          <p:nvPr/>
        </p:nvSpPr>
        <p:spPr>
          <a:xfrm>
            <a:off x="7496889" y="1261707"/>
            <a:ext cx="2033905" cy="570159"/>
          </a:xfrm>
          <a:prstGeom prst="roundRect">
            <a:avLst>
              <a:gd name="adj" fmla="val 50000"/>
            </a:avLst>
          </a:prstGeom>
          <a:gradFill>
            <a:gsLst>
              <a:gs pos="0">
                <a:schemeClr val="bg2">
                  <a:alpha val="42000"/>
                  <a:lumMod val="97000"/>
                </a:schemeClr>
              </a:gs>
              <a:gs pos="100000">
                <a:schemeClr val="accent1">
                  <a:alpha val="0"/>
                  <a:lumMod val="0"/>
                  <a:lumOff val="100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FEFFFF"/>
              </a:solidFill>
              <a:effectLst/>
              <a:uLnTx/>
              <a:uFillTx/>
              <a:latin typeface="Calibri" panose="020F0502020204030204"/>
              <a:ea typeface="+mn-ea"/>
              <a:cs typeface="+mn-cs"/>
            </a:endParaRPr>
          </a:p>
        </p:txBody>
      </p:sp>
      <p:sp>
        <p:nvSpPr>
          <p:cNvPr id="212" name="TextBox 211">
            <a:extLst>
              <a:ext uri="{FF2B5EF4-FFF2-40B4-BE49-F238E27FC236}">
                <a16:creationId xmlns:a16="http://schemas.microsoft.com/office/drawing/2014/main" id="{C4E3B57B-F268-CF70-1BC4-B5A6600A0A35}"/>
              </a:ext>
            </a:extLst>
          </p:cNvPr>
          <p:cNvSpPr txBox="1"/>
          <p:nvPr/>
        </p:nvSpPr>
        <p:spPr>
          <a:xfrm>
            <a:off x="7459504" y="1386119"/>
            <a:ext cx="1846294" cy="321338"/>
          </a:xfrm>
          <a:prstGeom prst="rect">
            <a:avLst/>
          </a:prstGeom>
          <a:noFill/>
        </p:spPr>
        <p:txBody>
          <a:bodyPr wrap="square" lIns="91440" tIns="45720" rIns="91440" bIns="4572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Montserrat"/>
              </a:rPr>
              <a:t>Recommend</a:t>
            </a:r>
            <a:endParaRPr kumimoji="0" lang="en-US" sz="1200" b="1" i="0" u="none" strike="noStrike" kern="1200" cap="none" spc="0" normalizeH="0" baseline="0" noProof="0">
              <a:ln>
                <a:noFill/>
              </a:ln>
              <a:solidFill>
                <a:srgbClr val="000000"/>
              </a:solidFill>
              <a:effectLst/>
              <a:uLnTx/>
              <a:uFillTx/>
              <a:latin typeface="Montserrat" pitchFamily="2" charset="77"/>
              <a:ea typeface="+mn-ea"/>
              <a:cs typeface="+mn-cs"/>
            </a:endParaRPr>
          </a:p>
          <a:p>
            <a:pPr>
              <a:defRPr/>
            </a:pPr>
            <a:r>
              <a:rPr lang="en-US" sz="900">
                <a:solidFill>
                  <a:srgbClr val="000000"/>
                </a:solidFill>
                <a:latin typeface="Montserrat"/>
                <a:ea typeface="Calibri" panose="020F0502020204030204"/>
                <a:cs typeface="Calibri" panose="020F0502020204030204"/>
              </a:rPr>
              <a:t>What should I do?</a:t>
            </a:r>
            <a:endParaRPr lang="en-US">
              <a:ea typeface="+mn-ea"/>
              <a:cs typeface="+mn-cs"/>
            </a:endParaRPr>
          </a:p>
        </p:txBody>
      </p:sp>
      <p:pic>
        <p:nvPicPr>
          <p:cNvPr id="217" name="Graphic 216">
            <a:extLst>
              <a:ext uri="{FF2B5EF4-FFF2-40B4-BE49-F238E27FC236}">
                <a16:creationId xmlns:a16="http://schemas.microsoft.com/office/drawing/2014/main" id="{BCDD1888-EB82-2D98-0A16-5F57910F0286}"/>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2223234" y="1466839"/>
            <a:ext cx="194426" cy="150365"/>
          </a:xfrm>
          <a:prstGeom prst="rect">
            <a:avLst/>
          </a:prstGeom>
        </p:spPr>
      </p:pic>
      <p:pic>
        <p:nvPicPr>
          <p:cNvPr id="220" name="Graphic 219">
            <a:extLst>
              <a:ext uri="{FF2B5EF4-FFF2-40B4-BE49-F238E27FC236}">
                <a16:creationId xmlns:a16="http://schemas.microsoft.com/office/drawing/2014/main" id="{5B3B48C9-EA33-9C1F-C2D3-F9D4C6093F3D}"/>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4645618" y="1466839"/>
            <a:ext cx="194426" cy="150365"/>
          </a:xfrm>
          <a:prstGeom prst="rect">
            <a:avLst/>
          </a:prstGeom>
        </p:spPr>
      </p:pic>
      <p:pic>
        <p:nvPicPr>
          <p:cNvPr id="224" name="Graphic 223">
            <a:extLst>
              <a:ext uri="{FF2B5EF4-FFF2-40B4-BE49-F238E27FC236}">
                <a16:creationId xmlns:a16="http://schemas.microsoft.com/office/drawing/2014/main" id="{F347E99A-B173-22CB-56FA-388CEFBDB959}"/>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6929144" y="1466839"/>
            <a:ext cx="194426" cy="150365"/>
          </a:xfrm>
          <a:prstGeom prst="rect">
            <a:avLst/>
          </a:prstGeom>
        </p:spPr>
      </p:pic>
      <p:pic>
        <p:nvPicPr>
          <p:cNvPr id="226" name="Graphic 225">
            <a:extLst>
              <a:ext uri="{FF2B5EF4-FFF2-40B4-BE49-F238E27FC236}">
                <a16:creationId xmlns:a16="http://schemas.microsoft.com/office/drawing/2014/main" id="{3CFA5AA5-A25C-9FEF-6C1E-F26F804675CF}"/>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9259087" y="1466839"/>
            <a:ext cx="194426" cy="150365"/>
          </a:xfrm>
          <a:prstGeom prst="rect">
            <a:avLst/>
          </a:prstGeom>
        </p:spPr>
      </p:pic>
      <p:sp>
        <p:nvSpPr>
          <p:cNvPr id="228" name="TextBox 227">
            <a:extLst>
              <a:ext uri="{FF2B5EF4-FFF2-40B4-BE49-F238E27FC236}">
                <a16:creationId xmlns:a16="http://schemas.microsoft.com/office/drawing/2014/main" id="{3CFF6768-1659-2631-DCEF-4C2969070239}"/>
              </a:ext>
            </a:extLst>
          </p:cNvPr>
          <p:cNvSpPr txBox="1"/>
          <p:nvPr/>
        </p:nvSpPr>
        <p:spPr>
          <a:xfrm>
            <a:off x="462730" y="1387799"/>
            <a:ext cx="1787826" cy="309438"/>
          </a:xfrm>
          <a:prstGeom prst="rect">
            <a:avLst/>
          </a:prstGeom>
          <a:noFill/>
        </p:spPr>
        <p:txBody>
          <a:bodyPr wrap="square" lIns="91440" tIns="45720" rIns="91440" bIns="4572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000000"/>
                </a:solidFill>
                <a:latin typeface="Montserrat"/>
              </a:rPr>
              <a:t>Sense</a:t>
            </a:r>
            <a:endParaRPr kumimoji="0" lang="en-US" sz="1200" b="1" i="0" u="none" strike="noStrike" kern="1200" cap="none" spc="0" normalizeH="0" baseline="0" noProof="0">
              <a:ln>
                <a:noFill/>
              </a:ln>
              <a:solidFill>
                <a:srgbClr val="000000"/>
              </a:solidFill>
              <a:effectLst/>
              <a:uLnTx/>
              <a:uFillTx/>
              <a:latin typeface="Montserrat" pitchFamily="2" charset="77"/>
              <a:ea typeface="+mn-ea"/>
              <a:cs typeface="+mn-cs"/>
            </a:endParaRPr>
          </a:p>
          <a:p>
            <a:pPr>
              <a:defRPr/>
            </a:pPr>
            <a:r>
              <a:rPr lang="en-US" sz="800">
                <a:solidFill>
                  <a:srgbClr val="000000"/>
                </a:solidFill>
                <a:latin typeface="Montserrat"/>
                <a:ea typeface="Calibri" panose="020F0502020204030204"/>
                <a:cs typeface="Calibri" panose="020F0502020204030204"/>
              </a:rPr>
              <a:t>What is happening?</a:t>
            </a:r>
            <a:endParaRPr lang="en-US"/>
          </a:p>
        </p:txBody>
      </p:sp>
      <p:sp>
        <p:nvSpPr>
          <p:cNvPr id="232" name="TextBox 231">
            <a:extLst>
              <a:ext uri="{FF2B5EF4-FFF2-40B4-BE49-F238E27FC236}">
                <a16:creationId xmlns:a16="http://schemas.microsoft.com/office/drawing/2014/main" id="{421479C1-B56C-5B49-4149-1C5C1BDB131B}"/>
              </a:ext>
            </a:extLst>
          </p:cNvPr>
          <p:cNvSpPr txBox="1"/>
          <p:nvPr/>
        </p:nvSpPr>
        <p:spPr>
          <a:xfrm>
            <a:off x="486196" y="1981648"/>
            <a:ext cx="11331033" cy="389513"/>
          </a:xfrm>
          <a:prstGeom prst="roundRect">
            <a:avLst>
              <a:gd name="adj" fmla="val 50000"/>
            </a:avLst>
          </a:prstGeom>
          <a:solidFill>
            <a:srgbClr val="1A1A1A"/>
          </a:solidFill>
        </p:spPr>
        <p:txBody>
          <a:bodyPr wrap="square" lIns="91440" tIns="45720" rIns="91440" bIns="45720" anchor="ctr">
            <a:spAutoFit/>
          </a:bodyPr>
          <a:lstStyle/>
          <a:p>
            <a:pPr algn="ctr">
              <a:defRPr/>
            </a:pPr>
            <a:r>
              <a:rPr lang="en-US" sz="1200" b="1">
                <a:solidFill>
                  <a:srgbClr val="FEFFFF"/>
                </a:solidFill>
                <a:latin typeface="Montserrat"/>
              </a:rPr>
              <a:t>Decision Intelligence Platform</a:t>
            </a:r>
            <a:endParaRPr lang="en-US" err="1">
              <a:ea typeface="+mn-ea"/>
              <a:cs typeface="+mn-cs"/>
            </a:endParaRPr>
          </a:p>
        </p:txBody>
      </p:sp>
      <p:graphicFrame>
        <p:nvGraphicFramePr>
          <p:cNvPr id="4" name="Table 3">
            <a:extLst>
              <a:ext uri="{FF2B5EF4-FFF2-40B4-BE49-F238E27FC236}">
                <a16:creationId xmlns:a16="http://schemas.microsoft.com/office/drawing/2014/main" id="{E05A2C94-B1F8-5F30-D89D-DADF443809F6}"/>
              </a:ext>
            </a:extLst>
          </p:cNvPr>
          <p:cNvGraphicFramePr>
            <a:graphicFrameLocks noGrp="1"/>
          </p:cNvGraphicFramePr>
          <p:nvPr>
            <p:extLst>
              <p:ext uri="{D42A27DB-BD31-4B8C-83A1-F6EECF244321}">
                <p14:modId xmlns:p14="http://schemas.microsoft.com/office/powerpoint/2010/main" val="3630377659"/>
              </p:ext>
            </p:extLst>
          </p:nvPr>
        </p:nvGraphicFramePr>
        <p:xfrm>
          <a:off x="1524338" y="5271782"/>
          <a:ext cx="3856291" cy="1215549"/>
        </p:xfrm>
        <a:graphic>
          <a:graphicData uri="http://schemas.openxmlformats.org/drawingml/2006/table">
            <a:tbl>
              <a:tblPr bandRow="1">
                <a:tableStyleId>{0E3FDE45-AF77-4B5C-9715-49D594BDF05E}</a:tableStyleId>
              </a:tblPr>
              <a:tblGrid>
                <a:gridCol w="1577573">
                  <a:extLst>
                    <a:ext uri="{9D8B030D-6E8A-4147-A177-3AD203B41FA5}">
                      <a16:colId xmlns:a16="http://schemas.microsoft.com/office/drawing/2014/main" val="2896953952"/>
                    </a:ext>
                  </a:extLst>
                </a:gridCol>
                <a:gridCol w="2278718">
                  <a:extLst>
                    <a:ext uri="{9D8B030D-6E8A-4147-A177-3AD203B41FA5}">
                      <a16:colId xmlns:a16="http://schemas.microsoft.com/office/drawing/2014/main" val="2347348769"/>
                    </a:ext>
                  </a:extLst>
                </a:gridCol>
              </a:tblGrid>
              <a:tr h="243110">
                <a:tc>
                  <a:txBody>
                    <a:bodyPr/>
                    <a:lstStyle/>
                    <a:p>
                      <a:pPr>
                        <a:buNone/>
                      </a:pPr>
                      <a:r>
                        <a:rPr lang="en-US" sz="1200" b="1">
                          <a:solidFill>
                            <a:srgbClr val="FFFFFF"/>
                          </a:solidFill>
                          <a:effectLst/>
                        </a:rPr>
                        <a:t>Possible Challenge</a:t>
                      </a:r>
                    </a:p>
                  </a:txBody>
                  <a:tcPr marL="0" marR="0" marT="0" marB="0" anchor="ctr"/>
                </a:tc>
                <a:tc>
                  <a:txBody>
                    <a:bodyPr/>
                    <a:lstStyle/>
                    <a:p>
                      <a:pPr>
                        <a:buNone/>
                      </a:pPr>
                      <a:r>
                        <a:rPr lang="en-US" sz="1200" b="1">
                          <a:solidFill>
                            <a:srgbClr val="FFFFFF"/>
                          </a:solidFill>
                          <a:effectLst/>
                        </a:rPr>
                        <a:t>Syren Capability</a:t>
                      </a:r>
                    </a:p>
                  </a:txBody>
                  <a:tcPr marL="0" marR="0" marT="0" marB="0" anchor="ctr"/>
                </a:tc>
                <a:extLst>
                  <a:ext uri="{0D108BD9-81ED-4DB2-BD59-A6C34878D82A}">
                    <a16:rowId xmlns:a16="http://schemas.microsoft.com/office/drawing/2014/main" val="1852140448"/>
                  </a:ext>
                </a:extLst>
              </a:tr>
              <a:tr h="310640">
                <a:tc>
                  <a:txBody>
                    <a:bodyPr/>
                    <a:lstStyle/>
                    <a:p>
                      <a:pPr>
                        <a:buNone/>
                      </a:pPr>
                      <a:r>
                        <a:rPr lang="en-US" sz="1000">
                          <a:solidFill>
                            <a:srgbClr val="FFFFFF"/>
                          </a:solidFill>
                          <a:effectLst/>
                        </a:rPr>
                        <a:t>Device demand volatility</a:t>
                      </a:r>
                    </a:p>
                  </a:txBody>
                  <a:tcPr marL="0" marR="0" marT="0" marB="0" anchor="ctr"/>
                </a:tc>
                <a:tc>
                  <a:txBody>
                    <a:bodyPr/>
                    <a:lstStyle/>
                    <a:p>
                      <a:pPr>
                        <a:buNone/>
                      </a:pPr>
                      <a:r>
                        <a:rPr lang="en-US" sz="1000">
                          <a:solidFill>
                            <a:srgbClr val="FFFFFF"/>
                          </a:solidFill>
                          <a:effectLst/>
                        </a:rPr>
                        <a:t>Demand Intelligence</a:t>
                      </a:r>
                    </a:p>
                  </a:txBody>
                  <a:tcPr marL="0" marR="0" marT="0" marB="0" anchor="ctr"/>
                </a:tc>
                <a:extLst>
                  <a:ext uri="{0D108BD9-81ED-4DB2-BD59-A6C34878D82A}">
                    <a16:rowId xmlns:a16="http://schemas.microsoft.com/office/drawing/2014/main" val="1730613881"/>
                  </a:ext>
                </a:extLst>
              </a:tr>
              <a:tr h="310640">
                <a:tc>
                  <a:txBody>
                    <a:bodyPr/>
                    <a:lstStyle/>
                    <a:p>
                      <a:pPr>
                        <a:buNone/>
                      </a:pPr>
                      <a:r>
                        <a:rPr lang="en-US" sz="1000">
                          <a:solidFill>
                            <a:srgbClr val="FFFFFF"/>
                          </a:solidFill>
                          <a:effectLst/>
                        </a:rPr>
                        <a:t>Sterilization capacity</a:t>
                      </a:r>
                    </a:p>
                  </a:txBody>
                  <a:tcPr marL="0" marR="0" marT="0" marB="0" anchor="ctr"/>
                </a:tc>
                <a:tc>
                  <a:txBody>
                    <a:bodyPr/>
                    <a:lstStyle/>
                    <a:p>
                      <a:pPr>
                        <a:buNone/>
                      </a:pPr>
                      <a:r>
                        <a:rPr lang="en-US" sz="1000">
                          <a:solidFill>
                            <a:srgbClr val="FFFFFF"/>
                          </a:solidFill>
                          <a:effectLst/>
                        </a:rPr>
                        <a:t>Production &amp; Capacity Optimization</a:t>
                      </a:r>
                    </a:p>
                  </a:txBody>
                  <a:tcPr marL="0" marR="0" marT="0" marB="0" anchor="ctr"/>
                </a:tc>
                <a:extLst>
                  <a:ext uri="{0D108BD9-81ED-4DB2-BD59-A6C34878D82A}">
                    <a16:rowId xmlns:a16="http://schemas.microsoft.com/office/drawing/2014/main" val="2379127149"/>
                  </a:ext>
                </a:extLst>
              </a:tr>
              <a:tr h="351159">
                <a:tc>
                  <a:txBody>
                    <a:bodyPr/>
                    <a:lstStyle/>
                    <a:p>
                      <a:pPr>
                        <a:buNone/>
                      </a:pPr>
                      <a:r>
                        <a:rPr lang="en-US" sz="1000">
                          <a:solidFill>
                            <a:srgbClr val="FFFFFF"/>
                          </a:solidFill>
                          <a:effectLst/>
                        </a:rPr>
                        <a:t>Cold-chain and IoT monitoring</a:t>
                      </a:r>
                    </a:p>
                  </a:txBody>
                  <a:tcPr marL="0" marR="0" marT="0" marB="0" anchor="ctr"/>
                </a:tc>
                <a:tc>
                  <a:txBody>
                    <a:bodyPr/>
                    <a:lstStyle/>
                    <a:p>
                      <a:pPr>
                        <a:buNone/>
                      </a:pPr>
                      <a:r>
                        <a:rPr lang="en-US" sz="1000">
                          <a:solidFill>
                            <a:srgbClr val="FFFFFF"/>
                          </a:solidFill>
                          <a:effectLst/>
                        </a:rPr>
                        <a:t>IoT Intelligence</a:t>
                      </a:r>
                    </a:p>
                  </a:txBody>
                  <a:tcPr marL="0" marR="0" marT="0" marB="0" anchor="ctr"/>
                </a:tc>
                <a:extLst>
                  <a:ext uri="{0D108BD9-81ED-4DB2-BD59-A6C34878D82A}">
                    <a16:rowId xmlns:a16="http://schemas.microsoft.com/office/drawing/2014/main" val="623128"/>
                  </a:ext>
                </a:extLst>
              </a:tr>
            </a:tbl>
          </a:graphicData>
        </a:graphic>
      </p:graphicFrame>
      <p:graphicFrame>
        <p:nvGraphicFramePr>
          <p:cNvPr id="5" name="Table 4">
            <a:extLst>
              <a:ext uri="{FF2B5EF4-FFF2-40B4-BE49-F238E27FC236}">
                <a16:creationId xmlns:a16="http://schemas.microsoft.com/office/drawing/2014/main" id="{28B31767-0985-1EB3-FF28-65780617388B}"/>
              </a:ext>
            </a:extLst>
          </p:cNvPr>
          <p:cNvGraphicFramePr>
            <a:graphicFrameLocks noGrp="1"/>
          </p:cNvGraphicFramePr>
          <p:nvPr>
            <p:extLst>
              <p:ext uri="{D42A27DB-BD31-4B8C-83A1-F6EECF244321}">
                <p14:modId xmlns:p14="http://schemas.microsoft.com/office/powerpoint/2010/main" val="3953974483"/>
              </p:ext>
            </p:extLst>
          </p:nvPr>
        </p:nvGraphicFramePr>
        <p:xfrm>
          <a:off x="6151936" y="5274027"/>
          <a:ext cx="4285160" cy="1202705"/>
        </p:xfrm>
        <a:graphic>
          <a:graphicData uri="http://schemas.openxmlformats.org/drawingml/2006/table">
            <a:tbl>
              <a:tblPr bandRow="1">
                <a:tableStyleId>{0E3FDE45-AF77-4B5C-9715-49D594BDF05E}</a:tableStyleId>
              </a:tblPr>
              <a:tblGrid>
                <a:gridCol w="1753020">
                  <a:extLst>
                    <a:ext uri="{9D8B030D-6E8A-4147-A177-3AD203B41FA5}">
                      <a16:colId xmlns:a16="http://schemas.microsoft.com/office/drawing/2014/main" val="2896953952"/>
                    </a:ext>
                  </a:extLst>
                </a:gridCol>
                <a:gridCol w="2532140">
                  <a:extLst>
                    <a:ext uri="{9D8B030D-6E8A-4147-A177-3AD203B41FA5}">
                      <a16:colId xmlns:a16="http://schemas.microsoft.com/office/drawing/2014/main" val="2347348769"/>
                    </a:ext>
                  </a:extLst>
                </a:gridCol>
              </a:tblGrid>
              <a:tr h="240541">
                <a:tc>
                  <a:txBody>
                    <a:bodyPr/>
                    <a:lstStyle/>
                    <a:p>
                      <a:pPr lvl="0">
                        <a:buNone/>
                      </a:pPr>
                      <a:r>
                        <a:rPr lang="en-US" sz="1200" b="1">
                          <a:solidFill>
                            <a:srgbClr val="FFFFFF"/>
                          </a:solidFill>
                          <a:effectLst/>
                        </a:rPr>
                        <a:t>Possible Challenge</a:t>
                      </a:r>
                      <a:endParaRPr lang="en-US" sz="1200" b="1"/>
                    </a:p>
                  </a:txBody>
                  <a:tcPr marL="0" marR="0" marT="0" marB="0" anchor="ctr"/>
                </a:tc>
                <a:tc>
                  <a:txBody>
                    <a:bodyPr/>
                    <a:lstStyle/>
                    <a:p>
                      <a:pPr lvl="0">
                        <a:buNone/>
                      </a:pPr>
                      <a:r>
                        <a:rPr lang="en-US" sz="1200" b="1">
                          <a:solidFill>
                            <a:srgbClr val="FFFFFF"/>
                          </a:solidFill>
                          <a:effectLst/>
                        </a:rPr>
                        <a:t>Syren Capability</a:t>
                      </a:r>
                      <a:endParaRPr lang="en-US" sz="1200" b="1"/>
                    </a:p>
                  </a:txBody>
                  <a:tcPr marL="0" marR="0" marT="0" marB="0" anchor="ctr"/>
                </a:tc>
                <a:extLst>
                  <a:ext uri="{0D108BD9-81ED-4DB2-BD59-A6C34878D82A}">
                    <a16:rowId xmlns:a16="http://schemas.microsoft.com/office/drawing/2014/main" val="394268572"/>
                  </a:ext>
                </a:extLst>
              </a:tr>
              <a:tr h="240541">
                <a:tc>
                  <a:txBody>
                    <a:bodyPr/>
                    <a:lstStyle/>
                    <a:p>
                      <a:pPr lvl="0">
                        <a:buNone/>
                      </a:pPr>
                      <a:r>
                        <a:rPr lang="en-US" sz="1000">
                          <a:solidFill>
                            <a:srgbClr val="FFFFFF"/>
                          </a:solidFill>
                          <a:effectLst/>
                        </a:rPr>
                        <a:t>Global inventory balancing</a:t>
                      </a:r>
                    </a:p>
                  </a:txBody>
                  <a:tcPr marL="0" marR="0" marT="0" marB="0" anchor="ctr"/>
                </a:tc>
                <a:tc>
                  <a:txBody>
                    <a:bodyPr/>
                    <a:lstStyle/>
                    <a:p>
                      <a:pPr lvl="0">
                        <a:buNone/>
                      </a:pPr>
                      <a:r>
                        <a:rPr lang="en-US" sz="1000">
                          <a:solidFill>
                            <a:srgbClr val="FFFFFF"/>
                          </a:solidFill>
                          <a:effectLst/>
                        </a:rPr>
                        <a:t>Multi-Echelon Inventory Optimization</a:t>
                      </a:r>
                    </a:p>
                  </a:txBody>
                  <a:tcPr marL="0" marR="0" marT="0" marB="0" anchor="ctr"/>
                </a:tc>
                <a:extLst>
                  <a:ext uri="{0D108BD9-81ED-4DB2-BD59-A6C34878D82A}">
                    <a16:rowId xmlns:a16="http://schemas.microsoft.com/office/drawing/2014/main" val="1852140448"/>
                  </a:ext>
                </a:extLst>
              </a:tr>
              <a:tr h="240541">
                <a:tc>
                  <a:txBody>
                    <a:bodyPr/>
                    <a:lstStyle/>
                    <a:p>
                      <a:pPr lvl="0">
                        <a:buNone/>
                      </a:pPr>
                      <a:r>
                        <a:rPr lang="en-US" sz="1000">
                          <a:solidFill>
                            <a:srgbClr val="FFFFFF"/>
                          </a:solidFill>
                          <a:effectLst/>
                        </a:rPr>
                        <a:t>Product recalls</a:t>
                      </a:r>
                    </a:p>
                  </a:txBody>
                  <a:tcPr marL="0" marR="0" marT="0" marB="0" anchor="ctr"/>
                </a:tc>
                <a:tc>
                  <a:txBody>
                    <a:bodyPr/>
                    <a:lstStyle/>
                    <a:p>
                      <a:pPr lvl="0">
                        <a:buNone/>
                      </a:pPr>
                      <a:r>
                        <a:rPr lang="en-US" sz="1000">
                          <a:solidFill>
                            <a:srgbClr val="FFFFFF"/>
                          </a:solidFill>
                          <a:effectLst/>
                        </a:rPr>
                        <a:t>Traceability &amp; Root Cause Analysis</a:t>
                      </a:r>
                    </a:p>
                  </a:txBody>
                  <a:tcPr marL="0" marR="0" marT="0" marB="0" anchor="ctr"/>
                </a:tc>
                <a:extLst>
                  <a:ext uri="{0D108BD9-81ED-4DB2-BD59-A6C34878D82A}">
                    <a16:rowId xmlns:a16="http://schemas.microsoft.com/office/drawing/2014/main" val="372867571"/>
                  </a:ext>
                </a:extLst>
              </a:tr>
              <a:tr h="240541">
                <a:tc>
                  <a:txBody>
                    <a:bodyPr/>
                    <a:lstStyle/>
                    <a:p>
                      <a:pPr lvl="0">
                        <a:buNone/>
                      </a:pPr>
                      <a:r>
                        <a:rPr lang="en-US" sz="1000">
                          <a:solidFill>
                            <a:srgbClr val="FFFFFF"/>
                          </a:solidFill>
                          <a:effectLst/>
                        </a:rPr>
                        <a:t>Supplier disruption</a:t>
                      </a:r>
                    </a:p>
                  </a:txBody>
                  <a:tcPr marL="0" marR="0" marT="0" marB="0" anchor="ctr"/>
                </a:tc>
                <a:tc>
                  <a:txBody>
                    <a:bodyPr/>
                    <a:lstStyle/>
                    <a:p>
                      <a:pPr lvl="0">
                        <a:buNone/>
                      </a:pPr>
                      <a:r>
                        <a:rPr lang="en-US" sz="1000">
                          <a:solidFill>
                            <a:srgbClr val="FFFFFF"/>
                          </a:solidFill>
                          <a:effectLst/>
                        </a:rPr>
                        <a:t>Supply Risk Intelligence</a:t>
                      </a:r>
                    </a:p>
                  </a:txBody>
                  <a:tcPr marL="0" marR="0" marT="0" marB="0" anchor="ctr"/>
                </a:tc>
                <a:extLst>
                  <a:ext uri="{0D108BD9-81ED-4DB2-BD59-A6C34878D82A}">
                    <a16:rowId xmlns:a16="http://schemas.microsoft.com/office/drawing/2014/main" val="3220441823"/>
                  </a:ext>
                </a:extLst>
              </a:tr>
              <a:tr h="240541">
                <a:tc>
                  <a:txBody>
                    <a:bodyPr/>
                    <a:lstStyle/>
                    <a:p>
                      <a:pPr lvl="0">
                        <a:buNone/>
                      </a:pPr>
                      <a:r>
                        <a:rPr lang="en-US" sz="1000">
                          <a:solidFill>
                            <a:srgbClr val="FFFFFF"/>
                          </a:solidFill>
                          <a:effectLst/>
                        </a:rPr>
                        <a:t>Executive trade-off decisions</a:t>
                      </a:r>
                    </a:p>
                  </a:txBody>
                  <a:tcPr marL="0" marR="0" marT="0" marB="0" anchor="ctr"/>
                </a:tc>
                <a:tc>
                  <a:txBody>
                    <a:bodyPr/>
                    <a:lstStyle/>
                    <a:p>
                      <a:pPr lvl="0">
                        <a:buNone/>
                      </a:pPr>
                      <a:r>
                        <a:rPr lang="en-US" sz="1000">
                          <a:solidFill>
                            <a:srgbClr val="FFFFFF"/>
                          </a:solidFill>
                          <a:effectLst/>
                        </a:rPr>
                        <a:t>Scenario Planning &amp; Decision Copilot</a:t>
                      </a:r>
                    </a:p>
                  </a:txBody>
                  <a:tcPr marL="0" marR="0" marT="0" marB="0" anchor="ctr"/>
                </a:tc>
                <a:extLst>
                  <a:ext uri="{0D108BD9-81ED-4DB2-BD59-A6C34878D82A}">
                    <a16:rowId xmlns:a16="http://schemas.microsoft.com/office/drawing/2014/main" val="2187906516"/>
                  </a:ext>
                </a:extLst>
              </a:tr>
            </a:tbl>
          </a:graphicData>
        </a:graphic>
      </p:graphicFrame>
    </p:spTree>
    <p:extLst>
      <p:ext uri="{BB962C8B-B14F-4D97-AF65-F5344CB8AC3E}">
        <p14:creationId xmlns:p14="http://schemas.microsoft.com/office/powerpoint/2010/main" val="790199280"/>
      </p:ext>
    </p:extLst>
  </p:cSld>
  <p:clrMapOvr>
    <a:masterClrMapping/>
  </p:clrMapOvr>
  <p:extLst>
    <p:ext uri="{6950BFC3-D8DA-4A85-94F7-54DA5524770B}">
      <p188:commentRel xmlns:p188="http://schemas.microsoft.com/office/powerpoint/2018/8/main" r:id="rId3"/>
    </p:ext>
  </p:extLst>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3081DED-9BA6-9001-EEE2-B058A6E5A76F}"/>
              </a:ext>
            </a:extLst>
          </p:cNvPr>
          <p:cNvGrpSpPr/>
          <p:nvPr/>
        </p:nvGrpSpPr>
        <p:grpSpPr>
          <a:xfrm>
            <a:off x="3673596" y="1602026"/>
            <a:ext cx="4457700" cy="5255975"/>
            <a:chOff x="3673596" y="1602026"/>
            <a:chExt cx="4457700" cy="5255975"/>
          </a:xfrm>
        </p:grpSpPr>
        <p:grpSp>
          <p:nvGrpSpPr>
            <p:cNvPr id="7" name="Group 6">
              <a:extLst>
                <a:ext uri="{FF2B5EF4-FFF2-40B4-BE49-F238E27FC236}">
                  <a16:creationId xmlns:a16="http://schemas.microsoft.com/office/drawing/2014/main" id="{70F08F0B-4243-5042-C01C-1F19AABDD3C3}"/>
                </a:ext>
              </a:extLst>
            </p:cNvPr>
            <p:cNvGrpSpPr/>
            <p:nvPr/>
          </p:nvGrpSpPr>
          <p:grpSpPr>
            <a:xfrm>
              <a:off x="3673596" y="1602026"/>
              <a:ext cx="4457700" cy="5255975"/>
              <a:chOff x="5257800" y="4807949"/>
              <a:chExt cx="1435100" cy="3823097"/>
            </a:xfrm>
          </p:grpSpPr>
          <p:sp>
            <p:nvSpPr>
              <p:cNvPr id="20" name="Rectangle: Top Corners Rounded 19">
                <a:extLst>
                  <a:ext uri="{FF2B5EF4-FFF2-40B4-BE49-F238E27FC236}">
                    <a16:creationId xmlns:a16="http://schemas.microsoft.com/office/drawing/2014/main" id="{C4BB8789-2EF0-D6F9-E7FC-B3F8CEC7F3C0}"/>
                  </a:ext>
                </a:extLst>
              </p:cNvPr>
              <p:cNvSpPr/>
              <p:nvPr/>
            </p:nvSpPr>
            <p:spPr>
              <a:xfrm>
                <a:off x="5257800" y="4991100"/>
                <a:ext cx="1435100" cy="3639946"/>
              </a:xfrm>
              <a:prstGeom prst="round2SameRect">
                <a:avLst>
                  <a:gd name="adj1" fmla="val 0"/>
                  <a:gd name="adj2" fmla="val 0"/>
                </a:avLst>
              </a:prstGeom>
              <a:gradFill>
                <a:gsLst>
                  <a:gs pos="0">
                    <a:schemeClr val="bg2">
                      <a:alpha val="39000"/>
                    </a:schemeClr>
                  </a:gs>
                  <a:gs pos="100000">
                    <a:schemeClr val="bg2">
                      <a:alpha val="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29CD3EF-8897-EB16-F2A3-2F61D273E682}"/>
                  </a:ext>
                </a:extLst>
              </p:cNvPr>
              <p:cNvSpPr/>
              <p:nvPr/>
            </p:nvSpPr>
            <p:spPr>
              <a:xfrm>
                <a:off x="5257801" y="4807949"/>
                <a:ext cx="1435099" cy="370109"/>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a:extLst>
                <a:ext uri="{FF2B5EF4-FFF2-40B4-BE49-F238E27FC236}">
                  <a16:creationId xmlns:a16="http://schemas.microsoft.com/office/drawing/2014/main" id="{6A9C752B-9D7D-2B31-D3AA-72AB8C1C386A}"/>
                </a:ext>
              </a:extLst>
            </p:cNvPr>
            <p:cNvGrpSpPr/>
            <p:nvPr/>
          </p:nvGrpSpPr>
          <p:grpSpPr>
            <a:xfrm>
              <a:off x="4041422" y="2572008"/>
              <a:ext cx="3722049" cy="4285992"/>
              <a:chOff x="5257800" y="4807949"/>
              <a:chExt cx="1435100" cy="3209290"/>
            </a:xfrm>
          </p:grpSpPr>
          <p:sp>
            <p:nvSpPr>
              <p:cNvPr id="18" name="Rectangle: Top Corners Rounded 17">
                <a:extLst>
                  <a:ext uri="{FF2B5EF4-FFF2-40B4-BE49-F238E27FC236}">
                    <a16:creationId xmlns:a16="http://schemas.microsoft.com/office/drawing/2014/main" id="{ACBF900D-E4C5-3A73-3123-F5C61B66FFDB}"/>
                  </a:ext>
                </a:extLst>
              </p:cNvPr>
              <p:cNvSpPr/>
              <p:nvPr/>
            </p:nvSpPr>
            <p:spPr>
              <a:xfrm>
                <a:off x="5257800" y="4991100"/>
                <a:ext cx="1435100" cy="3026139"/>
              </a:xfrm>
              <a:prstGeom prst="round2SameRect">
                <a:avLst>
                  <a:gd name="adj1" fmla="val 0"/>
                  <a:gd name="adj2" fmla="val 0"/>
                </a:avLst>
              </a:prstGeom>
              <a:gradFill>
                <a:gsLst>
                  <a:gs pos="0">
                    <a:schemeClr val="bg2">
                      <a:alpha val="39000"/>
                    </a:schemeClr>
                  </a:gs>
                  <a:gs pos="100000">
                    <a:schemeClr val="bg2">
                      <a:alpha val="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1B25111-E96D-B5EB-8D98-FAC7A0E9C1F7}"/>
                  </a:ext>
                </a:extLst>
              </p:cNvPr>
              <p:cNvSpPr/>
              <p:nvPr/>
            </p:nvSpPr>
            <p:spPr>
              <a:xfrm>
                <a:off x="5257801" y="4807949"/>
                <a:ext cx="1435099" cy="370109"/>
              </a:xfrm>
              <a:prstGeom prst="ellips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9D30D6BD-C7C8-52C5-A84F-B894D7FD2D95}"/>
                </a:ext>
              </a:extLst>
            </p:cNvPr>
            <p:cNvGrpSpPr/>
            <p:nvPr/>
          </p:nvGrpSpPr>
          <p:grpSpPr>
            <a:xfrm>
              <a:off x="4333729" y="3560472"/>
              <a:ext cx="3137435" cy="3297528"/>
              <a:chOff x="5257800" y="4813233"/>
              <a:chExt cx="1435100" cy="2668032"/>
            </a:xfrm>
          </p:grpSpPr>
          <p:sp>
            <p:nvSpPr>
              <p:cNvPr id="16" name="Rectangle: Top Corners Rounded 15">
                <a:extLst>
                  <a:ext uri="{FF2B5EF4-FFF2-40B4-BE49-F238E27FC236}">
                    <a16:creationId xmlns:a16="http://schemas.microsoft.com/office/drawing/2014/main" id="{D2FD5D97-EED8-8DC5-08A6-25C19B921D86}"/>
                  </a:ext>
                </a:extLst>
              </p:cNvPr>
              <p:cNvSpPr/>
              <p:nvPr/>
            </p:nvSpPr>
            <p:spPr>
              <a:xfrm>
                <a:off x="5257800" y="4991100"/>
                <a:ext cx="1435100" cy="2490165"/>
              </a:xfrm>
              <a:prstGeom prst="round2SameRect">
                <a:avLst>
                  <a:gd name="adj1" fmla="val 0"/>
                  <a:gd name="adj2" fmla="val 0"/>
                </a:avLst>
              </a:prstGeom>
              <a:gradFill>
                <a:gsLst>
                  <a:gs pos="0">
                    <a:schemeClr val="bg2">
                      <a:alpha val="39000"/>
                    </a:schemeClr>
                  </a:gs>
                  <a:gs pos="100000">
                    <a:schemeClr val="bg2">
                      <a:alpha val="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E0757FC-A086-6F62-6AC2-B639D378188E}"/>
                  </a:ext>
                </a:extLst>
              </p:cNvPr>
              <p:cNvSpPr/>
              <p:nvPr/>
            </p:nvSpPr>
            <p:spPr>
              <a:xfrm>
                <a:off x="5257801" y="4813233"/>
                <a:ext cx="1435099" cy="323985"/>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841CD20D-73A8-ACFB-0B65-7B39E99520AD}"/>
                </a:ext>
              </a:extLst>
            </p:cNvPr>
            <p:cNvGrpSpPr/>
            <p:nvPr/>
          </p:nvGrpSpPr>
          <p:grpSpPr>
            <a:xfrm>
              <a:off x="4855011" y="4535059"/>
              <a:ext cx="2094871" cy="2322942"/>
              <a:chOff x="5257800" y="4805639"/>
              <a:chExt cx="1435100" cy="2052361"/>
            </a:xfrm>
          </p:grpSpPr>
          <p:sp>
            <p:nvSpPr>
              <p:cNvPr id="14" name="Rectangle: Top Corners Rounded 13">
                <a:extLst>
                  <a:ext uri="{FF2B5EF4-FFF2-40B4-BE49-F238E27FC236}">
                    <a16:creationId xmlns:a16="http://schemas.microsoft.com/office/drawing/2014/main" id="{32BEFEC7-5437-AD20-4AA5-1BE49ABF10E9}"/>
                  </a:ext>
                </a:extLst>
              </p:cNvPr>
              <p:cNvSpPr/>
              <p:nvPr/>
            </p:nvSpPr>
            <p:spPr>
              <a:xfrm>
                <a:off x="5257800" y="4991100"/>
                <a:ext cx="1435100" cy="1866900"/>
              </a:xfrm>
              <a:prstGeom prst="round2SameRect">
                <a:avLst>
                  <a:gd name="adj1" fmla="val 0"/>
                  <a:gd name="adj2" fmla="val 0"/>
                </a:avLst>
              </a:prstGeom>
              <a:gradFill>
                <a:gsLst>
                  <a:gs pos="0">
                    <a:schemeClr val="bg2">
                      <a:alpha val="39000"/>
                    </a:schemeClr>
                  </a:gs>
                  <a:gs pos="100000">
                    <a:schemeClr val="bg2">
                      <a:alpha val="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12BF9C33-5F21-4703-AD29-D2BEFC27ACB6}"/>
                  </a:ext>
                </a:extLst>
              </p:cNvPr>
              <p:cNvSpPr/>
              <p:nvPr/>
            </p:nvSpPr>
            <p:spPr>
              <a:xfrm>
                <a:off x="5257801" y="4805639"/>
                <a:ext cx="1435099" cy="370109"/>
              </a:xfrm>
              <a:prstGeom prst="ellipse">
                <a:avLst/>
              </a:prstGeom>
              <a:solidFill>
                <a:schemeClr val="accent1">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C54F3EB3-3ABD-4D1F-D017-81614410DDD7}"/>
                </a:ext>
              </a:extLst>
            </p:cNvPr>
            <p:cNvGrpSpPr/>
            <p:nvPr/>
          </p:nvGrpSpPr>
          <p:grpSpPr>
            <a:xfrm>
              <a:off x="5290766" y="5612130"/>
              <a:ext cx="1223361" cy="1245870"/>
              <a:chOff x="5257800" y="4806726"/>
              <a:chExt cx="1435100" cy="2051274"/>
            </a:xfrm>
          </p:grpSpPr>
          <p:sp>
            <p:nvSpPr>
              <p:cNvPr id="12" name="Rectangle: Top Corners Rounded 11">
                <a:extLst>
                  <a:ext uri="{FF2B5EF4-FFF2-40B4-BE49-F238E27FC236}">
                    <a16:creationId xmlns:a16="http://schemas.microsoft.com/office/drawing/2014/main" id="{4886CA12-B04D-FE81-5FEC-0DA080691F1C}"/>
                  </a:ext>
                </a:extLst>
              </p:cNvPr>
              <p:cNvSpPr/>
              <p:nvPr/>
            </p:nvSpPr>
            <p:spPr>
              <a:xfrm>
                <a:off x="5257800" y="4991100"/>
                <a:ext cx="1435100" cy="1866900"/>
              </a:xfrm>
              <a:prstGeom prst="round2SameRect">
                <a:avLst>
                  <a:gd name="adj1" fmla="val 0"/>
                  <a:gd name="adj2" fmla="val 0"/>
                </a:avLst>
              </a:prstGeom>
              <a:gradFill>
                <a:gsLst>
                  <a:gs pos="0">
                    <a:schemeClr val="bg2">
                      <a:alpha val="39000"/>
                    </a:schemeClr>
                  </a:gs>
                  <a:gs pos="100000">
                    <a:schemeClr val="bg2">
                      <a:alpha val="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5DCADBC-37BE-8C5D-EFB8-1FB0FF29C446}"/>
                  </a:ext>
                </a:extLst>
              </p:cNvPr>
              <p:cNvSpPr/>
              <p:nvPr/>
            </p:nvSpPr>
            <p:spPr>
              <a:xfrm>
                <a:off x="5257800" y="4806726"/>
                <a:ext cx="1435099" cy="50649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2" name="TextBox 21">
            <a:extLst>
              <a:ext uri="{FF2B5EF4-FFF2-40B4-BE49-F238E27FC236}">
                <a16:creationId xmlns:a16="http://schemas.microsoft.com/office/drawing/2014/main" id="{50CE2876-8D5E-21DF-A726-B98BADBE11AA}"/>
              </a:ext>
            </a:extLst>
          </p:cNvPr>
          <p:cNvSpPr txBox="1"/>
          <p:nvPr/>
        </p:nvSpPr>
        <p:spPr>
          <a:xfrm>
            <a:off x="439151" y="1052895"/>
            <a:ext cx="2320328" cy="338554"/>
          </a:xfrm>
          <a:prstGeom prst="rect">
            <a:avLst/>
          </a:prstGeom>
          <a:noFill/>
        </p:spPr>
        <p:txBody>
          <a:bodyPr wrap="square">
            <a:spAutoFit/>
          </a:bodyPr>
          <a:lstStyle/>
          <a:p>
            <a:r>
              <a:rPr lang="en-US" sz="1600" i="1">
                <a:latin typeface="Montserrat" panose="00000500000000000000" pitchFamily="2" charset="0"/>
              </a:rPr>
              <a:t>Architecture Layers</a:t>
            </a:r>
          </a:p>
        </p:txBody>
      </p:sp>
      <p:sp>
        <p:nvSpPr>
          <p:cNvPr id="23" name="TextBox 22">
            <a:extLst>
              <a:ext uri="{FF2B5EF4-FFF2-40B4-BE49-F238E27FC236}">
                <a16:creationId xmlns:a16="http://schemas.microsoft.com/office/drawing/2014/main" id="{E5189EEB-F81C-30E7-9076-00E424857AF1}"/>
              </a:ext>
            </a:extLst>
          </p:cNvPr>
          <p:cNvSpPr txBox="1"/>
          <p:nvPr/>
        </p:nvSpPr>
        <p:spPr>
          <a:xfrm>
            <a:off x="5358637" y="5615490"/>
            <a:ext cx="1031389" cy="276999"/>
          </a:xfrm>
          <a:prstGeom prst="rect">
            <a:avLst/>
          </a:prstGeom>
          <a:noFill/>
          <a:effectLst>
            <a:reflection blurRad="6350" stA="50000" endA="275" endPos="40000" dist="101600" dir="5400000" sy="-100000" algn="bl" rotWithShape="0"/>
          </a:effectLst>
        </p:spPr>
        <p:txBody>
          <a:bodyPr wrap="square">
            <a:spAutoFit/>
          </a:bodyPr>
          <a:lstStyle/>
          <a:p>
            <a:pPr algn="ctr"/>
            <a:r>
              <a:rPr lang="en-US" sz="1200" b="1">
                <a:latin typeface="Montserrat" panose="00000500000000000000" pitchFamily="2" charset="0"/>
              </a:rPr>
              <a:t>Layer 1</a:t>
            </a:r>
          </a:p>
        </p:txBody>
      </p:sp>
      <p:sp>
        <p:nvSpPr>
          <p:cNvPr id="24" name="TextBox 23">
            <a:extLst>
              <a:ext uri="{FF2B5EF4-FFF2-40B4-BE49-F238E27FC236}">
                <a16:creationId xmlns:a16="http://schemas.microsoft.com/office/drawing/2014/main" id="{B4255396-3993-7CA9-CEF9-674B7AF4589B}"/>
              </a:ext>
            </a:extLst>
          </p:cNvPr>
          <p:cNvSpPr txBox="1"/>
          <p:nvPr/>
        </p:nvSpPr>
        <p:spPr>
          <a:xfrm>
            <a:off x="5358637" y="4603670"/>
            <a:ext cx="1031389" cy="276999"/>
          </a:xfrm>
          <a:prstGeom prst="rect">
            <a:avLst/>
          </a:prstGeom>
          <a:noFill/>
          <a:effectLst>
            <a:reflection blurRad="6350" stA="50000" endA="275" endPos="40000" dist="101600" dir="5400000" sy="-100000" algn="bl" rotWithShape="0"/>
          </a:effectLst>
        </p:spPr>
        <p:txBody>
          <a:bodyPr wrap="square">
            <a:spAutoFit/>
          </a:bodyPr>
          <a:lstStyle/>
          <a:p>
            <a:pPr algn="ctr"/>
            <a:r>
              <a:rPr lang="en-US" sz="1200" b="1">
                <a:latin typeface="Montserrat" panose="00000500000000000000" pitchFamily="2" charset="0"/>
              </a:rPr>
              <a:t>Layer 2</a:t>
            </a:r>
          </a:p>
        </p:txBody>
      </p:sp>
      <p:sp>
        <p:nvSpPr>
          <p:cNvPr id="25" name="TextBox 24">
            <a:extLst>
              <a:ext uri="{FF2B5EF4-FFF2-40B4-BE49-F238E27FC236}">
                <a16:creationId xmlns:a16="http://schemas.microsoft.com/office/drawing/2014/main" id="{BD0FCE8C-83BC-9732-4A07-9A3AC2489BFD}"/>
              </a:ext>
            </a:extLst>
          </p:cNvPr>
          <p:cNvSpPr txBox="1"/>
          <p:nvPr/>
        </p:nvSpPr>
        <p:spPr>
          <a:xfrm>
            <a:off x="5347207" y="2682047"/>
            <a:ext cx="1031389" cy="276999"/>
          </a:xfrm>
          <a:prstGeom prst="rect">
            <a:avLst/>
          </a:prstGeom>
          <a:noFill/>
          <a:effectLst>
            <a:reflection blurRad="6350" stA="50000" endA="275" endPos="40000" dist="101600" dir="5400000" sy="-100000" algn="bl" rotWithShape="0"/>
          </a:effectLst>
        </p:spPr>
        <p:txBody>
          <a:bodyPr wrap="square">
            <a:spAutoFit/>
          </a:bodyPr>
          <a:lstStyle/>
          <a:p>
            <a:pPr algn="ctr"/>
            <a:r>
              <a:rPr lang="en-US" sz="1200" b="1">
                <a:solidFill>
                  <a:schemeClr val="bg1"/>
                </a:solidFill>
                <a:latin typeface="Montserrat" panose="00000500000000000000" pitchFamily="2" charset="0"/>
              </a:rPr>
              <a:t>Layer 4</a:t>
            </a:r>
          </a:p>
        </p:txBody>
      </p:sp>
      <p:sp>
        <p:nvSpPr>
          <p:cNvPr id="26" name="TextBox 25">
            <a:extLst>
              <a:ext uri="{FF2B5EF4-FFF2-40B4-BE49-F238E27FC236}">
                <a16:creationId xmlns:a16="http://schemas.microsoft.com/office/drawing/2014/main" id="{0D5657D2-B64E-DF52-2863-3AEC5151A4F8}"/>
              </a:ext>
            </a:extLst>
          </p:cNvPr>
          <p:cNvSpPr txBox="1"/>
          <p:nvPr/>
        </p:nvSpPr>
        <p:spPr>
          <a:xfrm>
            <a:off x="5347207" y="3633774"/>
            <a:ext cx="1031389" cy="276999"/>
          </a:xfrm>
          <a:prstGeom prst="rect">
            <a:avLst/>
          </a:prstGeom>
          <a:noFill/>
          <a:effectLst>
            <a:reflection blurRad="6350" stA="50000" endA="275" endPos="40000" dist="101600" dir="5400000" sy="-100000" algn="bl" rotWithShape="0"/>
          </a:effectLst>
        </p:spPr>
        <p:txBody>
          <a:bodyPr wrap="square">
            <a:spAutoFit/>
          </a:bodyPr>
          <a:lstStyle/>
          <a:p>
            <a:pPr algn="ctr"/>
            <a:r>
              <a:rPr lang="en-US" sz="1200" b="1">
                <a:latin typeface="Montserrat" panose="00000500000000000000" pitchFamily="2" charset="0"/>
              </a:rPr>
              <a:t>Layer 3</a:t>
            </a:r>
          </a:p>
        </p:txBody>
      </p:sp>
      <p:sp>
        <p:nvSpPr>
          <p:cNvPr id="27" name="TextBox 26">
            <a:extLst>
              <a:ext uri="{FF2B5EF4-FFF2-40B4-BE49-F238E27FC236}">
                <a16:creationId xmlns:a16="http://schemas.microsoft.com/office/drawing/2014/main" id="{16FC3D3E-87A3-6E4E-1720-E541199DDB55}"/>
              </a:ext>
            </a:extLst>
          </p:cNvPr>
          <p:cNvSpPr txBox="1"/>
          <p:nvPr/>
        </p:nvSpPr>
        <p:spPr>
          <a:xfrm>
            <a:off x="5347207" y="1723664"/>
            <a:ext cx="1031389" cy="276999"/>
          </a:xfrm>
          <a:prstGeom prst="rect">
            <a:avLst/>
          </a:prstGeom>
          <a:noFill/>
          <a:effectLst>
            <a:reflection blurRad="6350" stA="50000" endA="275" endPos="40000" dist="101600" dir="5400000" sy="-100000" algn="bl" rotWithShape="0"/>
          </a:effectLst>
        </p:spPr>
        <p:txBody>
          <a:bodyPr wrap="square">
            <a:spAutoFit/>
          </a:bodyPr>
          <a:lstStyle/>
          <a:p>
            <a:pPr algn="ctr"/>
            <a:r>
              <a:rPr lang="en-US" sz="1200" b="1">
                <a:solidFill>
                  <a:schemeClr val="bg1"/>
                </a:solidFill>
                <a:latin typeface="Montserrat" panose="00000500000000000000" pitchFamily="2" charset="0"/>
              </a:rPr>
              <a:t>Layer 5</a:t>
            </a:r>
          </a:p>
        </p:txBody>
      </p:sp>
      <p:cxnSp>
        <p:nvCxnSpPr>
          <p:cNvPr id="28" name="Straight Arrow Connector 27">
            <a:extLst>
              <a:ext uri="{FF2B5EF4-FFF2-40B4-BE49-F238E27FC236}">
                <a16:creationId xmlns:a16="http://schemas.microsoft.com/office/drawing/2014/main" id="{68CB7335-E281-2BE5-75C3-BE21DC8D8B3D}"/>
              </a:ext>
            </a:extLst>
          </p:cNvPr>
          <p:cNvCxnSpPr>
            <a:cxnSpLocks/>
            <a:stCxn id="13" idx="6"/>
          </p:cNvCxnSpPr>
          <p:nvPr/>
        </p:nvCxnSpPr>
        <p:spPr>
          <a:xfrm>
            <a:off x="6514126" y="5765942"/>
            <a:ext cx="2062934" cy="0"/>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4A75144F-5584-EC61-FF4A-17681B559EF2}"/>
              </a:ext>
            </a:extLst>
          </p:cNvPr>
          <p:cNvSpPr txBox="1"/>
          <p:nvPr/>
        </p:nvSpPr>
        <p:spPr>
          <a:xfrm>
            <a:off x="8583067" y="5612897"/>
            <a:ext cx="1920949" cy="307777"/>
          </a:xfrm>
          <a:prstGeom prst="rect">
            <a:avLst/>
          </a:prstGeom>
          <a:noFill/>
        </p:spPr>
        <p:txBody>
          <a:bodyPr wrap="square">
            <a:spAutoFit/>
          </a:bodyPr>
          <a:lstStyle/>
          <a:p>
            <a:r>
              <a:rPr lang="en-US" sz="1400">
                <a:latin typeface="Montserrat" panose="00000500000000000000" pitchFamily="2" charset="0"/>
              </a:rPr>
              <a:t>Enterprise Systems</a:t>
            </a:r>
          </a:p>
        </p:txBody>
      </p:sp>
      <p:sp>
        <p:nvSpPr>
          <p:cNvPr id="30" name="TextBox 29">
            <a:extLst>
              <a:ext uri="{FF2B5EF4-FFF2-40B4-BE49-F238E27FC236}">
                <a16:creationId xmlns:a16="http://schemas.microsoft.com/office/drawing/2014/main" id="{73808F9C-CB3C-03E9-7F52-0B93412BBB99}"/>
              </a:ext>
            </a:extLst>
          </p:cNvPr>
          <p:cNvSpPr txBox="1"/>
          <p:nvPr/>
        </p:nvSpPr>
        <p:spPr>
          <a:xfrm>
            <a:off x="8583067" y="5938424"/>
            <a:ext cx="2861310" cy="430887"/>
          </a:xfrm>
          <a:prstGeom prst="rect">
            <a:avLst/>
          </a:prstGeom>
          <a:noFill/>
        </p:spPr>
        <p:txBody>
          <a:bodyPr wrap="square">
            <a:spAutoFit/>
          </a:bodyPr>
          <a:lstStyle/>
          <a:p>
            <a:pPr marL="171450" indent="-171450">
              <a:buFont typeface="Wingdings" panose="05000000000000000000" pitchFamily="2" charset="2"/>
              <a:buChar char="v"/>
            </a:pPr>
            <a:r>
              <a:rPr lang="en-US" sz="1100">
                <a:latin typeface="Montserrat" panose="00000500000000000000" pitchFamily="2" charset="0"/>
              </a:rPr>
              <a:t>Connect to Core business applications like SAP &amp; Oracle</a:t>
            </a:r>
          </a:p>
        </p:txBody>
      </p:sp>
      <p:cxnSp>
        <p:nvCxnSpPr>
          <p:cNvPr id="31" name="Straight Arrow Connector 30">
            <a:extLst>
              <a:ext uri="{FF2B5EF4-FFF2-40B4-BE49-F238E27FC236}">
                <a16:creationId xmlns:a16="http://schemas.microsoft.com/office/drawing/2014/main" id="{72C35843-E07C-0248-3611-EB0FC19DFEC1}"/>
              </a:ext>
            </a:extLst>
          </p:cNvPr>
          <p:cNvCxnSpPr>
            <a:cxnSpLocks/>
          </p:cNvCxnSpPr>
          <p:nvPr/>
        </p:nvCxnSpPr>
        <p:spPr>
          <a:xfrm flipH="1" flipV="1">
            <a:off x="3116237" y="4718354"/>
            <a:ext cx="1730051" cy="5295"/>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EFE8C25B-F3D1-8314-6834-4EE229940E86}"/>
              </a:ext>
            </a:extLst>
          </p:cNvPr>
          <p:cNvSpPr txBox="1"/>
          <p:nvPr/>
        </p:nvSpPr>
        <p:spPr>
          <a:xfrm>
            <a:off x="1302654" y="4560528"/>
            <a:ext cx="1775777" cy="307777"/>
          </a:xfrm>
          <a:prstGeom prst="rect">
            <a:avLst/>
          </a:prstGeom>
          <a:noFill/>
        </p:spPr>
        <p:txBody>
          <a:bodyPr wrap="square">
            <a:spAutoFit/>
          </a:bodyPr>
          <a:lstStyle/>
          <a:p>
            <a:pPr algn="r"/>
            <a:r>
              <a:rPr lang="en-US" sz="1400">
                <a:latin typeface="Montserrat" panose="00000500000000000000" pitchFamily="2" charset="0"/>
              </a:rPr>
              <a:t>Data Foundation</a:t>
            </a:r>
          </a:p>
        </p:txBody>
      </p:sp>
      <p:sp>
        <p:nvSpPr>
          <p:cNvPr id="33" name="TextBox 32">
            <a:extLst>
              <a:ext uri="{FF2B5EF4-FFF2-40B4-BE49-F238E27FC236}">
                <a16:creationId xmlns:a16="http://schemas.microsoft.com/office/drawing/2014/main" id="{D11AE1FC-7E71-CB7C-D3FF-E05666A877D9}"/>
              </a:ext>
            </a:extLst>
          </p:cNvPr>
          <p:cNvSpPr txBox="1"/>
          <p:nvPr/>
        </p:nvSpPr>
        <p:spPr>
          <a:xfrm>
            <a:off x="968723" y="4953963"/>
            <a:ext cx="2376114" cy="600164"/>
          </a:xfrm>
          <a:prstGeom prst="rect">
            <a:avLst/>
          </a:prstGeom>
          <a:noFill/>
        </p:spPr>
        <p:txBody>
          <a:bodyPr wrap="square">
            <a:spAutoFit/>
          </a:bodyPr>
          <a:lstStyle/>
          <a:p>
            <a:pPr marL="171450" indent="-171450">
              <a:buFont typeface="Wingdings" panose="05000000000000000000" pitchFamily="2" charset="2"/>
              <a:buChar char="v"/>
            </a:pPr>
            <a:r>
              <a:rPr lang="en-US" sz="1100">
                <a:latin typeface="Montserrat" panose="00000500000000000000" pitchFamily="2" charset="0"/>
              </a:rPr>
              <a:t>Centralized data repository for orders, inventory, and shipments</a:t>
            </a:r>
          </a:p>
        </p:txBody>
      </p:sp>
      <p:sp>
        <p:nvSpPr>
          <p:cNvPr id="34" name="TextBox 33">
            <a:extLst>
              <a:ext uri="{FF2B5EF4-FFF2-40B4-BE49-F238E27FC236}">
                <a16:creationId xmlns:a16="http://schemas.microsoft.com/office/drawing/2014/main" id="{2CC126C0-9BD8-AB3F-33F8-2E230583ADB0}"/>
              </a:ext>
            </a:extLst>
          </p:cNvPr>
          <p:cNvSpPr txBox="1"/>
          <p:nvPr/>
        </p:nvSpPr>
        <p:spPr>
          <a:xfrm>
            <a:off x="8761044" y="3374001"/>
            <a:ext cx="2799994" cy="307777"/>
          </a:xfrm>
          <a:prstGeom prst="rect">
            <a:avLst/>
          </a:prstGeom>
          <a:noFill/>
        </p:spPr>
        <p:txBody>
          <a:bodyPr wrap="square">
            <a:spAutoFit/>
          </a:bodyPr>
          <a:lstStyle/>
          <a:p>
            <a:r>
              <a:rPr lang="en-US" sz="1400">
                <a:latin typeface="Montserrat" panose="00000500000000000000" pitchFamily="2" charset="0"/>
              </a:rPr>
              <a:t>Decision Intelligence Engine</a:t>
            </a:r>
          </a:p>
        </p:txBody>
      </p:sp>
      <p:sp>
        <p:nvSpPr>
          <p:cNvPr id="35" name="TextBox 34">
            <a:extLst>
              <a:ext uri="{FF2B5EF4-FFF2-40B4-BE49-F238E27FC236}">
                <a16:creationId xmlns:a16="http://schemas.microsoft.com/office/drawing/2014/main" id="{51D0EFE7-1F95-8FCA-CE88-FB23052E4C44}"/>
              </a:ext>
            </a:extLst>
          </p:cNvPr>
          <p:cNvSpPr txBox="1"/>
          <p:nvPr/>
        </p:nvSpPr>
        <p:spPr>
          <a:xfrm>
            <a:off x="8761044" y="3710769"/>
            <a:ext cx="2198014" cy="1364476"/>
          </a:xfrm>
          <a:prstGeom prst="rect">
            <a:avLst/>
          </a:prstGeom>
          <a:noFill/>
        </p:spPr>
        <p:txBody>
          <a:bodyPr wrap="square">
            <a:spAutoFit/>
          </a:bodyPr>
          <a:lstStyle/>
          <a:p>
            <a:pPr>
              <a:spcBef>
                <a:spcPts val="200"/>
              </a:spcBef>
              <a:spcAft>
                <a:spcPts val="200"/>
              </a:spcAft>
            </a:pPr>
            <a:r>
              <a:rPr lang="en-US" sz="1100" b="1">
                <a:latin typeface="Montserrat" panose="00000500000000000000" pitchFamily="2" charset="0"/>
              </a:rPr>
              <a:t>Al and simulation tools:</a:t>
            </a:r>
          </a:p>
          <a:p>
            <a:pPr marL="171450" indent="-171450">
              <a:spcBef>
                <a:spcPts val="200"/>
              </a:spcBef>
              <a:spcAft>
                <a:spcPts val="200"/>
              </a:spcAft>
              <a:buFont typeface="Wingdings" panose="05000000000000000000" pitchFamily="2" charset="2"/>
              <a:buChar char="v"/>
            </a:pPr>
            <a:r>
              <a:rPr lang="en-US" sz="1100">
                <a:latin typeface="Montserrat" panose="00000500000000000000" pitchFamily="2" charset="0"/>
              </a:rPr>
              <a:t>Forecasting Al</a:t>
            </a:r>
          </a:p>
          <a:p>
            <a:pPr marL="171450" indent="-171450">
              <a:spcBef>
                <a:spcPts val="200"/>
              </a:spcBef>
              <a:spcAft>
                <a:spcPts val="200"/>
              </a:spcAft>
              <a:buFont typeface="Wingdings" panose="05000000000000000000" pitchFamily="2" charset="2"/>
              <a:buChar char="v"/>
            </a:pPr>
            <a:r>
              <a:rPr lang="en-US" sz="1100">
                <a:latin typeface="Montserrat" panose="00000500000000000000" pitchFamily="2" charset="0"/>
              </a:rPr>
              <a:t>Optimization Engine</a:t>
            </a:r>
          </a:p>
          <a:p>
            <a:pPr marL="171450" indent="-171450">
              <a:spcBef>
                <a:spcPts val="200"/>
              </a:spcBef>
              <a:spcAft>
                <a:spcPts val="200"/>
              </a:spcAft>
              <a:buFont typeface="Wingdings" panose="05000000000000000000" pitchFamily="2" charset="2"/>
              <a:buChar char="v"/>
            </a:pPr>
            <a:r>
              <a:rPr lang="en-US" sz="1100">
                <a:latin typeface="Montserrat" panose="00000500000000000000" pitchFamily="2" charset="0"/>
              </a:rPr>
              <a:t>Digital Twin</a:t>
            </a:r>
          </a:p>
          <a:p>
            <a:pPr marL="171450" indent="-171450">
              <a:spcBef>
                <a:spcPts val="200"/>
              </a:spcBef>
              <a:spcAft>
                <a:spcPts val="200"/>
              </a:spcAft>
              <a:buFont typeface="Wingdings" panose="05000000000000000000" pitchFamily="2" charset="2"/>
              <a:buChar char="v"/>
            </a:pPr>
            <a:r>
              <a:rPr lang="en-US" sz="1100">
                <a:latin typeface="Montserrat" panose="00000500000000000000" pitchFamily="2" charset="0"/>
              </a:rPr>
              <a:t>Scenario Simulation</a:t>
            </a:r>
          </a:p>
          <a:p>
            <a:pPr marL="171450" indent="-171450">
              <a:spcBef>
                <a:spcPts val="200"/>
              </a:spcBef>
              <a:spcAft>
                <a:spcPts val="200"/>
              </a:spcAft>
              <a:buFont typeface="Wingdings" panose="05000000000000000000" pitchFamily="2" charset="2"/>
              <a:buChar char="v"/>
            </a:pPr>
            <a:r>
              <a:rPr lang="en-US" sz="1100">
                <a:latin typeface="Montserrat" panose="00000500000000000000" pitchFamily="2" charset="0"/>
              </a:rPr>
              <a:t>Risk Analytics</a:t>
            </a:r>
          </a:p>
        </p:txBody>
      </p:sp>
      <p:sp>
        <p:nvSpPr>
          <p:cNvPr id="36" name="TextBox 35">
            <a:extLst>
              <a:ext uri="{FF2B5EF4-FFF2-40B4-BE49-F238E27FC236}">
                <a16:creationId xmlns:a16="http://schemas.microsoft.com/office/drawing/2014/main" id="{46FFDA48-6127-5355-ED77-4AD69529AA52}"/>
              </a:ext>
            </a:extLst>
          </p:cNvPr>
          <p:cNvSpPr txBox="1"/>
          <p:nvPr/>
        </p:nvSpPr>
        <p:spPr>
          <a:xfrm>
            <a:off x="1256410" y="2159148"/>
            <a:ext cx="1128154" cy="307777"/>
          </a:xfrm>
          <a:prstGeom prst="rect">
            <a:avLst/>
          </a:prstGeom>
          <a:noFill/>
        </p:spPr>
        <p:txBody>
          <a:bodyPr wrap="square">
            <a:spAutoFit/>
          </a:bodyPr>
          <a:lstStyle/>
          <a:p>
            <a:r>
              <a:rPr lang="en-US" sz="1400">
                <a:latin typeface="Montserrat" panose="00000500000000000000" pitchFamily="2" charset="0"/>
              </a:rPr>
              <a:t>AI Agents</a:t>
            </a:r>
          </a:p>
        </p:txBody>
      </p:sp>
      <p:sp>
        <p:nvSpPr>
          <p:cNvPr id="37" name="TextBox 36">
            <a:extLst>
              <a:ext uri="{FF2B5EF4-FFF2-40B4-BE49-F238E27FC236}">
                <a16:creationId xmlns:a16="http://schemas.microsoft.com/office/drawing/2014/main" id="{79B1CDA6-DB1C-61B5-9A17-D682A82474DF}"/>
              </a:ext>
            </a:extLst>
          </p:cNvPr>
          <p:cNvSpPr txBox="1"/>
          <p:nvPr/>
        </p:nvSpPr>
        <p:spPr>
          <a:xfrm>
            <a:off x="814961" y="2584955"/>
            <a:ext cx="1730525" cy="1364476"/>
          </a:xfrm>
          <a:prstGeom prst="rect">
            <a:avLst/>
          </a:prstGeom>
          <a:noFill/>
        </p:spPr>
        <p:txBody>
          <a:bodyPr wrap="square">
            <a:spAutoFit/>
          </a:bodyPr>
          <a:lstStyle/>
          <a:p>
            <a:pPr>
              <a:spcBef>
                <a:spcPts val="200"/>
              </a:spcBef>
              <a:spcAft>
                <a:spcPts val="200"/>
              </a:spcAft>
            </a:pPr>
            <a:r>
              <a:rPr lang="en-US" sz="1100" b="1">
                <a:latin typeface="Montserrat" panose="00000500000000000000" pitchFamily="2" charset="0"/>
              </a:rPr>
              <a:t>Automated agents:</a:t>
            </a:r>
          </a:p>
          <a:p>
            <a:pPr marL="171450" indent="-171450">
              <a:spcBef>
                <a:spcPts val="200"/>
              </a:spcBef>
              <a:spcAft>
                <a:spcPts val="200"/>
              </a:spcAft>
              <a:buFont typeface="Wingdings" panose="05000000000000000000" pitchFamily="2" charset="2"/>
              <a:buChar char="v"/>
            </a:pPr>
            <a:r>
              <a:rPr lang="en-US" sz="1100">
                <a:latin typeface="Montserrat" panose="00000500000000000000" pitchFamily="2" charset="0"/>
              </a:rPr>
              <a:t>Demand Agent</a:t>
            </a:r>
          </a:p>
          <a:p>
            <a:pPr marL="171450" indent="-171450">
              <a:spcBef>
                <a:spcPts val="200"/>
              </a:spcBef>
              <a:spcAft>
                <a:spcPts val="200"/>
              </a:spcAft>
              <a:buFont typeface="Wingdings" panose="05000000000000000000" pitchFamily="2" charset="2"/>
              <a:buChar char="v"/>
            </a:pPr>
            <a:r>
              <a:rPr lang="en-US" sz="1100">
                <a:latin typeface="Montserrat" panose="00000500000000000000" pitchFamily="2" charset="0"/>
              </a:rPr>
              <a:t>Inventory Agent</a:t>
            </a:r>
          </a:p>
          <a:p>
            <a:pPr marL="171450" indent="-171450">
              <a:spcBef>
                <a:spcPts val="200"/>
              </a:spcBef>
              <a:spcAft>
                <a:spcPts val="200"/>
              </a:spcAft>
              <a:buFont typeface="Wingdings" panose="05000000000000000000" pitchFamily="2" charset="2"/>
              <a:buChar char="v"/>
            </a:pPr>
            <a:r>
              <a:rPr lang="en-US" sz="1100">
                <a:latin typeface="Montserrat" panose="00000500000000000000" pitchFamily="2" charset="0"/>
              </a:rPr>
              <a:t>Logistics Agent</a:t>
            </a:r>
          </a:p>
          <a:p>
            <a:pPr marL="171450" indent="-171450">
              <a:spcBef>
                <a:spcPts val="200"/>
              </a:spcBef>
              <a:spcAft>
                <a:spcPts val="200"/>
              </a:spcAft>
              <a:buFont typeface="Wingdings" panose="05000000000000000000" pitchFamily="2" charset="2"/>
              <a:buChar char="v"/>
            </a:pPr>
            <a:r>
              <a:rPr lang="en-US" sz="1100">
                <a:latin typeface="Montserrat" panose="00000500000000000000" pitchFamily="2" charset="0"/>
              </a:rPr>
              <a:t>Supplier Agent</a:t>
            </a:r>
          </a:p>
          <a:p>
            <a:pPr marL="171450" indent="-171450">
              <a:spcBef>
                <a:spcPts val="200"/>
              </a:spcBef>
              <a:spcAft>
                <a:spcPts val="200"/>
              </a:spcAft>
              <a:buFont typeface="Wingdings" panose="05000000000000000000" pitchFamily="2" charset="2"/>
              <a:buChar char="v"/>
            </a:pPr>
            <a:r>
              <a:rPr lang="en-US" sz="1100">
                <a:latin typeface="Montserrat" panose="00000500000000000000" pitchFamily="2" charset="0"/>
              </a:rPr>
              <a:t>Risk Analytics</a:t>
            </a:r>
          </a:p>
        </p:txBody>
      </p:sp>
      <p:cxnSp>
        <p:nvCxnSpPr>
          <p:cNvPr id="38" name="Straight Arrow Connector 37">
            <a:extLst>
              <a:ext uri="{FF2B5EF4-FFF2-40B4-BE49-F238E27FC236}">
                <a16:creationId xmlns:a16="http://schemas.microsoft.com/office/drawing/2014/main" id="{3EE32E04-9FB4-A597-A01D-5CF2867F7325}"/>
              </a:ext>
            </a:extLst>
          </p:cNvPr>
          <p:cNvCxnSpPr>
            <a:cxnSpLocks/>
            <a:stCxn id="21" idx="6"/>
          </p:cNvCxnSpPr>
          <p:nvPr/>
        </p:nvCxnSpPr>
        <p:spPr>
          <a:xfrm flipV="1">
            <a:off x="8131296" y="1853821"/>
            <a:ext cx="974604" cy="2617"/>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C4B11C53-3CEC-1148-ABA4-66616B23D4A6}"/>
              </a:ext>
            </a:extLst>
          </p:cNvPr>
          <p:cNvSpPr txBox="1"/>
          <p:nvPr/>
        </p:nvSpPr>
        <p:spPr>
          <a:xfrm>
            <a:off x="9108104" y="1665211"/>
            <a:ext cx="2000256" cy="307776"/>
          </a:xfrm>
          <a:prstGeom prst="rect">
            <a:avLst/>
          </a:prstGeom>
          <a:noFill/>
        </p:spPr>
        <p:txBody>
          <a:bodyPr wrap="square">
            <a:spAutoFit/>
          </a:bodyPr>
          <a:lstStyle/>
          <a:p>
            <a:r>
              <a:rPr lang="en-US" sz="1400">
                <a:latin typeface="Montserrat" panose="00000500000000000000" pitchFamily="2" charset="0"/>
              </a:rPr>
              <a:t>Business Outcomes</a:t>
            </a:r>
          </a:p>
        </p:txBody>
      </p:sp>
      <p:sp>
        <p:nvSpPr>
          <p:cNvPr id="40" name="TextBox 39">
            <a:extLst>
              <a:ext uri="{FF2B5EF4-FFF2-40B4-BE49-F238E27FC236}">
                <a16:creationId xmlns:a16="http://schemas.microsoft.com/office/drawing/2014/main" id="{DDD5F829-F59E-A781-6784-4975101BB460}"/>
              </a:ext>
            </a:extLst>
          </p:cNvPr>
          <p:cNvSpPr txBox="1"/>
          <p:nvPr/>
        </p:nvSpPr>
        <p:spPr>
          <a:xfrm>
            <a:off x="9046788" y="2021965"/>
            <a:ext cx="2799994" cy="430887"/>
          </a:xfrm>
          <a:prstGeom prst="rect">
            <a:avLst/>
          </a:prstGeom>
          <a:noFill/>
        </p:spPr>
        <p:txBody>
          <a:bodyPr wrap="square">
            <a:spAutoFit/>
          </a:bodyPr>
          <a:lstStyle/>
          <a:p>
            <a:pPr marL="171450" indent="-171450">
              <a:buFont typeface="Wingdings" panose="05000000000000000000" pitchFamily="2" charset="2"/>
              <a:buChar char="v"/>
            </a:pPr>
            <a:r>
              <a:rPr lang="en-US" sz="1100">
                <a:latin typeface="Montserrat" panose="00000500000000000000" pitchFamily="2" charset="0"/>
              </a:rPr>
              <a:t>Measurable improvements in inventory, OTIF, service, &amp;  savings</a:t>
            </a:r>
          </a:p>
        </p:txBody>
      </p:sp>
      <p:cxnSp>
        <p:nvCxnSpPr>
          <p:cNvPr id="41" name="Connector: Elbow 40">
            <a:extLst>
              <a:ext uri="{FF2B5EF4-FFF2-40B4-BE49-F238E27FC236}">
                <a16:creationId xmlns:a16="http://schemas.microsoft.com/office/drawing/2014/main" id="{95FFC902-4A89-7140-64ED-3A4E9EA7F838}"/>
              </a:ext>
            </a:extLst>
          </p:cNvPr>
          <p:cNvCxnSpPr>
            <a:cxnSpLocks/>
            <a:stCxn id="17" idx="6"/>
          </p:cNvCxnSpPr>
          <p:nvPr/>
        </p:nvCxnSpPr>
        <p:spPr>
          <a:xfrm flipV="1">
            <a:off x="7471164" y="3521974"/>
            <a:ext cx="1263205" cy="238711"/>
          </a:xfrm>
          <a:prstGeom prst="bentConnector3">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2" name="Connector: Elbow 41">
            <a:extLst>
              <a:ext uri="{FF2B5EF4-FFF2-40B4-BE49-F238E27FC236}">
                <a16:creationId xmlns:a16="http://schemas.microsoft.com/office/drawing/2014/main" id="{E2E6AF79-A2B7-A71B-B4D9-AD73CA348218}"/>
              </a:ext>
            </a:extLst>
          </p:cNvPr>
          <p:cNvCxnSpPr>
            <a:cxnSpLocks/>
          </p:cNvCxnSpPr>
          <p:nvPr/>
        </p:nvCxnSpPr>
        <p:spPr>
          <a:xfrm rot="10800000">
            <a:off x="2606803" y="2378460"/>
            <a:ext cx="1434623" cy="437524"/>
          </a:xfrm>
          <a:prstGeom prst="bentConnector3">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43" name="Graphic 42">
            <a:extLst>
              <a:ext uri="{FF2B5EF4-FFF2-40B4-BE49-F238E27FC236}">
                <a16:creationId xmlns:a16="http://schemas.microsoft.com/office/drawing/2014/main" id="{2C515384-99ED-3983-E8A2-45FA7DE8D05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15262" y="1636219"/>
            <a:ext cx="365760" cy="365760"/>
          </a:xfrm>
          <a:prstGeom prst="rect">
            <a:avLst/>
          </a:prstGeom>
        </p:spPr>
      </p:pic>
      <p:pic>
        <p:nvPicPr>
          <p:cNvPr id="44" name="Graphic 43">
            <a:extLst>
              <a:ext uri="{FF2B5EF4-FFF2-40B4-BE49-F238E27FC236}">
                <a16:creationId xmlns:a16="http://schemas.microsoft.com/office/drawing/2014/main" id="{E63EA82E-0156-F1D7-FF1B-F9C738E5F37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5529" y="2130156"/>
            <a:ext cx="365760" cy="365760"/>
          </a:xfrm>
          <a:prstGeom prst="rect">
            <a:avLst/>
          </a:prstGeom>
        </p:spPr>
      </p:pic>
      <p:pic>
        <p:nvPicPr>
          <p:cNvPr id="45" name="Graphic 44">
            <a:extLst>
              <a:ext uri="{FF2B5EF4-FFF2-40B4-BE49-F238E27FC236}">
                <a16:creationId xmlns:a16="http://schemas.microsoft.com/office/drawing/2014/main" id="{EB0238BF-04CE-A0A5-0742-AA96324FFD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5395" y="4531536"/>
            <a:ext cx="365760" cy="365760"/>
          </a:xfrm>
          <a:prstGeom prst="rect">
            <a:avLst/>
          </a:prstGeom>
        </p:spPr>
      </p:pic>
      <p:pic>
        <p:nvPicPr>
          <p:cNvPr id="46" name="Graphic 45">
            <a:extLst>
              <a:ext uri="{FF2B5EF4-FFF2-40B4-BE49-F238E27FC236}">
                <a16:creationId xmlns:a16="http://schemas.microsoft.com/office/drawing/2014/main" id="{BCC8FE69-7744-E749-C0DB-D1093A232CB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504016" y="5583905"/>
            <a:ext cx="365760" cy="365760"/>
          </a:xfrm>
          <a:prstGeom prst="rect">
            <a:avLst/>
          </a:prstGeom>
        </p:spPr>
      </p:pic>
      <p:pic>
        <p:nvPicPr>
          <p:cNvPr id="47" name="Graphic 46">
            <a:extLst>
              <a:ext uri="{FF2B5EF4-FFF2-40B4-BE49-F238E27FC236}">
                <a16:creationId xmlns:a16="http://schemas.microsoft.com/office/drawing/2014/main" id="{9DA8AF67-3625-045E-F0C5-6554CE0B8E1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493722" y="3345009"/>
            <a:ext cx="365760" cy="365760"/>
          </a:xfrm>
          <a:prstGeom prst="rect">
            <a:avLst/>
          </a:prstGeom>
        </p:spPr>
      </p:pic>
      <p:sp>
        <p:nvSpPr>
          <p:cNvPr id="2" name="Title 1">
            <a:extLst>
              <a:ext uri="{FF2B5EF4-FFF2-40B4-BE49-F238E27FC236}">
                <a16:creationId xmlns:a16="http://schemas.microsoft.com/office/drawing/2014/main" id="{5F12E4B9-C3E1-75E0-F51C-A443A70EC359}"/>
              </a:ext>
            </a:extLst>
          </p:cNvPr>
          <p:cNvSpPr>
            <a:spLocks noGrp="1"/>
          </p:cNvSpPr>
          <p:nvPr>
            <p:ph type="title"/>
          </p:nvPr>
        </p:nvSpPr>
        <p:spPr/>
        <p:txBody>
          <a:bodyPr/>
          <a:lstStyle/>
          <a:p>
            <a:r>
              <a:rPr lang="en-US"/>
              <a:t>Supply Chain Decision Intelligence Platform</a:t>
            </a:r>
          </a:p>
        </p:txBody>
      </p:sp>
      <p:sp>
        <p:nvSpPr>
          <p:cNvPr id="4" name="Slide Number Placeholder 3">
            <a:extLst>
              <a:ext uri="{FF2B5EF4-FFF2-40B4-BE49-F238E27FC236}">
                <a16:creationId xmlns:a16="http://schemas.microsoft.com/office/drawing/2014/main" id="{D7851EBF-8DE1-E0EF-5C1C-FBB31F6EF5E7}"/>
              </a:ext>
            </a:extLst>
          </p:cNvPr>
          <p:cNvSpPr>
            <a:spLocks noGrp="1"/>
          </p:cNvSpPr>
          <p:nvPr>
            <p:ph type="sldNum" sz="quarter" idx="12"/>
          </p:nvPr>
        </p:nvSpPr>
        <p:spPr/>
        <p:txBody>
          <a:bodyPr/>
          <a:lstStyle/>
          <a:p>
            <a:fld id="{330EA680-D336-4FF7-8B7A-9848BB0A1C32}" type="slidenum">
              <a:rPr lang="en-US" smtClean="0"/>
              <a:t>44</a:t>
            </a:fld>
            <a:endParaRPr lang="en-US"/>
          </a:p>
        </p:txBody>
      </p:sp>
      <p:sp>
        <p:nvSpPr>
          <p:cNvPr id="5" name="Date Placeholder 4">
            <a:extLst>
              <a:ext uri="{FF2B5EF4-FFF2-40B4-BE49-F238E27FC236}">
                <a16:creationId xmlns:a16="http://schemas.microsoft.com/office/drawing/2014/main" id="{3666E262-38E9-3F4B-F9BB-8C32281D9677}"/>
              </a:ext>
            </a:extLst>
          </p:cNvPr>
          <p:cNvSpPr>
            <a:spLocks noGrp="1"/>
          </p:cNvSpPr>
          <p:nvPr>
            <p:ph type="dt" sz="half" idx="2"/>
          </p:nvPr>
        </p:nvSpPr>
        <p:spPr/>
        <p:txBody>
          <a:bodyPr/>
          <a:lstStyle/>
          <a:p>
            <a:r>
              <a:rPr lang="en-US"/>
              <a:t>© SYREN CLOUD INC – 2026 – ALL RIGHTS RESERVED</a:t>
            </a:r>
            <a:endParaRPr lang="en-US" sz="600"/>
          </a:p>
        </p:txBody>
      </p:sp>
    </p:spTree>
    <p:extLst>
      <p:ext uri="{BB962C8B-B14F-4D97-AF65-F5344CB8AC3E}">
        <p14:creationId xmlns:p14="http://schemas.microsoft.com/office/powerpoint/2010/main" val="26852466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AF0E5-9228-7362-0105-8811C2716629}"/>
              </a:ext>
            </a:extLst>
          </p:cNvPr>
          <p:cNvSpPr>
            <a:spLocks noGrp="1"/>
          </p:cNvSpPr>
          <p:nvPr>
            <p:ph type="title"/>
          </p:nvPr>
        </p:nvSpPr>
        <p:spPr/>
        <p:txBody>
          <a:bodyPr/>
          <a:lstStyle/>
          <a:p>
            <a:r>
              <a:rPr lang="en-US">
                <a:latin typeface="Montserrat Light"/>
              </a:rPr>
              <a:t>Inventory Optimization formulation for grocery store</a:t>
            </a:r>
            <a:endParaRPr lang="en-US"/>
          </a:p>
        </p:txBody>
      </p:sp>
      <p:sp>
        <p:nvSpPr>
          <p:cNvPr id="3" name="Slide Number Placeholder 2">
            <a:extLst>
              <a:ext uri="{FF2B5EF4-FFF2-40B4-BE49-F238E27FC236}">
                <a16:creationId xmlns:a16="http://schemas.microsoft.com/office/drawing/2014/main" id="{026C7E4E-E31C-FB09-C82D-AA30F5789481}"/>
              </a:ext>
            </a:extLst>
          </p:cNvPr>
          <p:cNvSpPr>
            <a:spLocks noGrp="1"/>
          </p:cNvSpPr>
          <p:nvPr>
            <p:ph type="sldNum" sz="quarter" idx="12"/>
          </p:nvPr>
        </p:nvSpPr>
        <p:spPr/>
        <p:txBody>
          <a:bodyPr/>
          <a:lstStyle/>
          <a:p>
            <a:fld id="{330EA680-D336-4FF7-8B7A-9848BB0A1C32}" type="slidenum">
              <a:rPr lang="en-US" smtClean="0"/>
              <a:t>45</a:t>
            </a:fld>
            <a:endParaRPr lang="en-US"/>
          </a:p>
        </p:txBody>
      </p:sp>
      <p:sp>
        <p:nvSpPr>
          <p:cNvPr id="4" name="Date Placeholder 3">
            <a:extLst>
              <a:ext uri="{FF2B5EF4-FFF2-40B4-BE49-F238E27FC236}">
                <a16:creationId xmlns:a16="http://schemas.microsoft.com/office/drawing/2014/main" id="{E183099E-EDCF-985C-50EE-BF9795D45000}"/>
              </a:ext>
            </a:extLst>
          </p:cNvPr>
          <p:cNvSpPr>
            <a:spLocks noGrp="1"/>
          </p:cNvSpPr>
          <p:nvPr>
            <p:ph type="dt" sz="half" idx="2"/>
          </p:nvPr>
        </p:nvSpPr>
        <p:spPr/>
        <p:txBody>
          <a:bodyPr/>
          <a:lstStyle/>
          <a:p>
            <a:r>
              <a:rPr lang="en-US"/>
              <a:t>© SYREN CLOUD INC – 2026 – ALL RIGHTS RESERVED</a:t>
            </a:r>
            <a:endParaRPr lang="en-US" sz="60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D289323-422E-F687-0E2F-28D181D053B9}"/>
                  </a:ext>
                </a:extLst>
              </p:cNvPr>
              <p:cNvSpPr txBox="1"/>
              <p:nvPr/>
            </p:nvSpPr>
            <p:spPr>
              <a:xfrm>
                <a:off x="474870" y="877956"/>
                <a:ext cx="10469217" cy="56110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Objective Function</a:t>
                </a:r>
              </a:p>
              <a:p>
                <a:r>
                  <a:rPr lang="en-US" b="1"/>
                  <a:t>Minimize Total Inventory Cost while Maximizing Product Availability</a:t>
                </a:r>
              </a:p>
              <a:p>
                <a:r>
                  <a:rPr lang="en-US"/>
                  <a:t>For SKU </a:t>
                </a:r>
                <a14:m>
                  <m:oMath xmlns:m="http://schemas.openxmlformats.org/officeDocument/2006/math">
                    <m:r>
                      <a:rPr lang="en-US" i="1">
                        <a:latin typeface="Cambria Math" panose="02040503050406030204" pitchFamily="18" charset="0"/>
                      </a:rPr>
                      <m:t>𝑝</m:t>
                    </m:r>
                  </m:oMath>
                </a14:m>
                <a:r>
                  <a:rPr lang="en-US"/>
                  <a:t>, store </a:t>
                </a:r>
                <a14:m>
                  <m:oMath xmlns:m="http://schemas.openxmlformats.org/officeDocument/2006/math">
                    <m:r>
                      <a:rPr lang="en-US" i="1">
                        <a:latin typeface="Cambria Math" panose="02040503050406030204" pitchFamily="18" charset="0"/>
                      </a:rPr>
                      <m:t>𝑠</m:t>
                    </m:r>
                  </m:oMath>
                </a14:m>
                <a:r>
                  <a:rPr lang="en-US"/>
                  <a:t>, and day </a:t>
                </a:r>
                <a14:m>
                  <m:oMath xmlns:m="http://schemas.openxmlformats.org/officeDocument/2006/math">
                    <m:r>
                      <a:rPr lang="en-US" i="1">
                        <a:latin typeface="Cambria Math" panose="02040503050406030204" pitchFamily="18" charset="0"/>
                      </a:rPr>
                      <m:t>𝑡</m:t>
                    </m:r>
                  </m:oMath>
                </a14:m>
                <a:r>
                  <a:rPr lang="en-US"/>
                  <a:t>:</a:t>
                </a:r>
              </a:p>
              <a:p>
                <a:pPr>
                  <a:buFont typeface=""/>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𝑝</m:t>
                        </m:r>
                        <m:r>
                          <a:rPr lang="en-US" i="0">
                            <a:latin typeface="Cambria Math" panose="02040503050406030204" pitchFamily="18" charset="0"/>
                          </a:rPr>
                          <m:t>,</m:t>
                        </m:r>
                        <m:r>
                          <a:rPr lang="en-US" i="1">
                            <a:latin typeface="Cambria Math" panose="02040503050406030204" pitchFamily="18" charset="0"/>
                          </a:rPr>
                          <m:t>𝑠</m:t>
                        </m:r>
                        <m:r>
                          <a:rPr lang="en-US" i="0">
                            <a:latin typeface="Cambria Math" panose="02040503050406030204" pitchFamily="18" charset="0"/>
                          </a:rPr>
                          <m:t>,</m:t>
                        </m:r>
                        <m:r>
                          <a:rPr lang="en-US" i="1">
                            <a:latin typeface="Cambria Math" panose="02040503050406030204" pitchFamily="18" charset="0"/>
                          </a:rPr>
                          <m:t>𝑡</m:t>
                        </m:r>
                      </m:sub>
                    </m:sSub>
                  </m:oMath>
                </a14:m>
                <a:r>
                  <a:rPr lang="en-US"/>
                  <a:t>= Ending Inventory </a:t>
                </a:r>
              </a:p>
              <a:p>
                <a:pPr>
                  <a:buFont typeface=""/>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𝑝</m:t>
                        </m:r>
                        <m:r>
                          <a:rPr lang="en-US" i="0">
                            <a:latin typeface="Cambria Math" panose="02040503050406030204" pitchFamily="18" charset="0"/>
                          </a:rPr>
                          <m:t>,</m:t>
                        </m:r>
                        <m:r>
                          <a:rPr lang="en-US" i="1">
                            <a:latin typeface="Cambria Math" panose="02040503050406030204" pitchFamily="18" charset="0"/>
                          </a:rPr>
                          <m:t>𝑠</m:t>
                        </m:r>
                        <m:r>
                          <a:rPr lang="en-US" i="0">
                            <a:latin typeface="Cambria Math" panose="02040503050406030204" pitchFamily="18" charset="0"/>
                          </a:rPr>
                          <m:t>,</m:t>
                        </m:r>
                        <m:r>
                          <a:rPr lang="en-US" i="1">
                            <a:latin typeface="Cambria Math" panose="02040503050406030204" pitchFamily="18" charset="0"/>
                          </a:rPr>
                          <m:t>𝑡</m:t>
                        </m:r>
                      </m:sub>
                    </m:sSub>
                  </m:oMath>
                </a14:m>
                <a:r>
                  <a:rPr lang="en-US"/>
                  <a:t>= Order Quantity </a:t>
                </a:r>
              </a:p>
              <a:p>
                <a:pPr>
                  <a:buFont typeface=""/>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𝑝</m:t>
                        </m:r>
                        <m:r>
                          <a:rPr lang="en-US" i="0">
                            <a:latin typeface="Cambria Math" panose="02040503050406030204" pitchFamily="18" charset="0"/>
                          </a:rPr>
                          <m:t>,</m:t>
                        </m:r>
                        <m:r>
                          <a:rPr lang="en-US" i="1">
                            <a:latin typeface="Cambria Math" panose="02040503050406030204" pitchFamily="18" charset="0"/>
                          </a:rPr>
                          <m:t>𝑠</m:t>
                        </m:r>
                        <m:r>
                          <a:rPr lang="en-US" i="0">
                            <a:latin typeface="Cambria Math" panose="02040503050406030204" pitchFamily="18" charset="0"/>
                          </a:rPr>
                          <m:t>,</m:t>
                        </m:r>
                        <m:r>
                          <a:rPr lang="en-US" i="1">
                            <a:latin typeface="Cambria Math" panose="02040503050406030204" pitchFamily="18" charset="0"/>
                          </a:rPr>
                          <m:t>𝑡</m:t>
                        </m:r>
                      </m:sub>
                    </m:sSub>
                  </m:oMath>
                </a14:m>
                <a:r>
                  <a:rPr lang="en-US"/>
                  <a:t>= Forecast Demand </a:t>
                </a:r>
              </a:p>
              <a:p>
                <a:pPr>
                  <a:buFont typeface=""/>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𝑝</m:t>
                        </m:r>
                        <m:r>
                          <a:rPr lang="en-US" i="0">
                            <a:latin typeface="Cambria Math" panose="02040503050406030204" pitchFamily="18" charset="0"/>
                          </a:rPr>
                          <m:t>,</m:t>
                        </m:r>
                        <m:r>
                          <a:rPr lang="en-US" i="1">
                            <a:latin typeface="Cambria Math" panose="02040503050406030204" pitchFamily="18" charset="0"/>
                          </a:rPr>
                          <m:t>𝑠</m:t>
                        </m:r>
                        <m:r>
                          <a:rPr lang="en-US" i="0">
                            <a:latin typeface="Cambria Math" panose="02040503050406030204" pitchFamily="18" charset="0"/>
                          </a:rPr>
                          <m:t>,</m:t>
                        </m:r>
                        <m:r>
                          <a:rPr lang="en-US" i="1">
                            <a:latin typeface="Cambria Math" panose="02040503050406030204" pitchFamily="18" charset="0"/>
                          </a:rPr>
                          <m:t>𝑡</m:t>
                        </m:r>
                      </m:sub>
                    </m:sSub>
                  </m:oMath>
                </a14:m>
                <a:r>
                  <a:rPr lang="en-US"/>
                  <a:t>= Lost Sales </a:t>
                </a:r>
              </a:p>
              <a:p>
                <a:pPr>
                  <a:buFont typeface=""/>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𝑝</m:t>
                        </m:r>
                        <m:r>
                          <a:rPr lang="en-US" i="0">
                            <a:latin typeface="Cambria Math" panose="02040503050406030204" pitchFamily="18" charset="0"/>
                          </a:rPr>
                          <m:t>,</m:t>
                        </m:r>
                        <m:r>
                          <a:rPr lang="en-US" i="1">
                            <a:latin typeface="Cambria Math" panose="02040503050406030204" pitchFamily="18" charset="0"/>
                          </a:rPr>
                          <m:t>𝑠</m:t>
                        </m:r>
                        <m:r>
                          <a:rPr lang="en-US" i="0">
                            <a:latin typeface="Cambria Math" panose="02040503050406030204" pitchFamily="18" charset="0"/>
                          </a:rPr>
                          <m:t>,</m:t>
                        </m:r>
                        <m:r>
                          <a:rPr lang="en-US" i="1">
                            <a:latin typeface="Cambria Math" panose="02040503050406030204" pitchFamily="18" charset="0"/>
                          </a:rPr>
                          <m:t>𝑡</m:t>
                        </m:r>
                      </m:sub>
                    </m:sSub>
                  </m:oMath>
                </a14:m>
                <a:r>
                  <a:rPr lang="en-US"/>
                  <a:t>= Expired/Wasted Inventory </a:t>
                </a:r>
              </a:p>
              <a:p>
                <a:r>
                  <a:rPr lang="en-US"/>
                  <a:t>Minimize</a:t>
                </a:r>
              </a:p>
              <a:p>
                <a:pPr marL="228600" indent="-228600"/>
                <a14:m>
                  <m:oMathPara xmlns:m="http://schemas.openxmlformats.org/officeDocument/2006/math">
                    <m:oMathParaPr>
                      <m:jc m:val="centerGroup"/>
                    </m:oMathParaPr>
                    <m:oMath xmlns:m="http://schemas.openxmlformats.org/officeDocument/2006/math">
                      <m:func>
                        <m:funcPr>
                          <m:ctrlPr>
                            <a:rPr lang="en-US" i="1">
                              <a:latin typeface="Cambria Math" panose="02040503050406030204" pitchFamily="18" charset="0"/>
                            </a:rPr>
                          </m:ctrlPr>
                        </m:funcPr>
                        <m:fName>
                          <m:r>
                            <m:rPr>
                              <m:sty m:val="p"/>
                            </m:rPr>
                            <a:rPr lang="en-US">
                              <a:latin typeface="Cambria Math" panose="02040503050406030204" pitchFamily="18" charset="0"/>
                            </a:rPr>
                            <m:t>min</m:t>
                          </m:r>
                        </m:fName>
                        <m:e>
                          <m:r>
                            <a:rPr lang="en-US" i="1">
                              <a:latin typeface="Cambria Math" panose="02040503050406030204" pitchFamily="18" charset="0"/>
                            </a:rPr>
                            <m:t>𝑍</m:t>
                          </m:r>
                        </m:e>
                      </m:func>
                      <m:r>
                        <a:rPr lang="en-US" i="0">
                          <a:latin typeface="Cambria Math" panose="02040503050406030204" pitchFamily="18" charset="0"/>
                        </a:rPr>
                        <m:t>=</m:t>
                      </m:r>
                      <m:nary>
                        <m:naryPr>
                          <m:chr m:val="∑"/>
                          <m:grow m:val="on"/>
                          <m:supHide m:val="on"/>
                          <m:ctrlPr>
                            <a:rPr lang="en-US" i="1">
                              <a:latin typeface="Cambria Math" panose="02040503050406030204" pitchFamily="18" charset="0"/>
                            </a:rPr>
                          </m:ctrlPr>
                        </m:naryPr>
                        <m:sub>
                          <m:r>
                            <a:rPr lang="en-US" i="1">
                              <a:latin typeface="Cambria Math" panose="02040503050406030204" pitchFamily="18" charset="0"/>
                            </a:rPr>
                            <m:t>𝑝</m:t>
                          </m:r>
                          <m:r>
                            <a:rPr lang="en-US" i="0">
                              <a:latin typeface="Cambria Math" panose="02040503050406030204" pitchFamily="18" charset="0"/>
                            </a:rPr>
                            <m:t>,</m:t>
                          </m:r>
                          <m:r>
                            <a:rPr lang="en-US" i="1">
                              <a:latin typeface="Cambria Math" panose="02040503050406030204" pitchFamily="18" charset="0"/>
                            </a:rPr>
                            <m:t>𝑠</m:t>
                          </m:r>
                          <m:r>
                            <a:rPr lang="en-US" i="0">
                              <a:latin typeface="Cambria Math" panose="02040503050406030204" pitchFamily="18" charset="0"/>
                            </a:rPr>
                            <m:t>,</m:t>
                          </m:r>
                          <m:r>
                            <a:rPr lang="en-US" i="1">
                              <a:latin typeface="Cambria Math" panose="02040503050406030204" pitchFamily="18" charset="0"/>
                            </a:rPr>
                            <m:t>𝑡</m:t>
                          </m:r>
                        </m:sub>
                        <m:sup/>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h</m:t>
                                  </m:r>
                                </m:sub>
                              </m:sSub>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𝑝</m:t>
                                  </m:r>
                                  <m:r>
                                    <a:rPr lang="en-US" i="0">
                                      <a:latin typeface="Cambria Math" panose="02040503050406030204" pitchFamily="18" charset="0"/>
                                    </a:rPr>
                                    <m:t>,</m:t>
                                  </m:r>
                                  <m:r>
                                    <a:rPr lang="en-US" i="1">
                                      <a:latin typeface="Cambria Math" panose="02040503050406030204" pitchFamily="18" charset="0"/>
                                    </a:rPr>
                                    <m:t>𝑠</m:t>
                                  </m:r>
                                  <m:r>
                                    <a:rPr lang="en-US" i="0">
                                      <a:latin typeface="Cambria Math" panose="02040503050406030204" pitchFamily="18" charset="0"/>
                                    </a:rPr>
                                    <m:t>,</m:t>
                                  </m:r>
                                  <m:r>
                                    <a:rPr lang="en-US" i="1">
                                      <a:latin typeface="Cambria Math" panose="02040503050406030204" pitchFamily="18" charset="0"/>
                                    </a:rPr>
                                    <m:t>𝑡</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𝑙</m:t>
                                  </m:r>
                                </m:sub>
                              </m:sSub>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𝑝</m:t>
                                  </m:r>
                                  <m:r>
                                    <a:rPr lang="en-US" i="0">
                                      <a:latin typeface="Cambria Math" panose="02040503050406030204" pitchFamily="18" charset="0"/>
                                    </a:rPr>
                                    <m:t>,</m:t>
                                  </m:r>
                                  <m:r>
                                    <a:rPr lang="en-US" i="1">
                                      <a:latin typeface="Cambria Math" panose="02040503050406030204" pitchFamily="18" charset="0"/>
                                    </a:rPr>
                                    <m:t>𝑠</m:t>
                                  </m:r>
                                  <m:r>
                                    <a:rPr lang="en-US" i="0">
                                      <a:latin typeface="Cambria Math" panose="02040503050406030204" pitchFamily="18" charset="0"/>
                                    </a:rPr>
                                    <m:t>,</m:t>
                                  </m:r>
                                  <m:r>
                                    <a:rPr lang="en-US" i="1">
                                      <a:latin typeface="Cambria Math" panose="02040503050406030204" pitchFamily="18" charset="0"/>
                                    </a:rPr>
                                    <m:t>𝑡</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𝑒</m:t>
                                  </m:r>
                                </m:sub>
                              </m:sSub>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𝑝</m:t>
                                  </m:r>
                                  <m:r>
                                    <a:rPr lang="en-US" i="0">
                                      <a:latin typeface="Cambria Math" panose="02040503050406030204" pitchFamily="18" charset="0"/>
                                    </a:rPr>
                                    <m:t>,</m:t>
                                  </m:r>
                                  <m:r>
                                    <a:rPr lang="en-US" i="1">
                                      <a:latin typeface="Cambria Math" panose="02040503050406030204" pitchFamily="18" charset="0"/>
                                    </a:rPr>
                                    <m:t>𝑠</m:t>
                                  </m:r>
                                  <m:r>
                                    <a:rPr lang="en-US" i="0">
                                      <a:latin typeface="Cambria Math" panose="02040503050406030204" pitchFamily="18" charset="0"/>
                                    </a:rPr>
                                    <m:t>,</m:t>
                                  </m:r>
                                  <m:r>
                                    <a:rPr lang="en-US" i="1">
                                      <a:latin typeface="Cambria Math" panose="02040503050406030204" pitchFamily="18" charset="0"/>
                                    </a:rPr>
                                    <m:t>𝑡</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𝑜</m:t>
                                  </m:r>
                                </m:sub>
                              </m:sSub>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𝑝</m:t>
                                  </m:r>
                                  <m:r>
                                    <a:rPr lang="en-US" i="0">
                                      <a:latin typeface="Cambria Math" panose="02040503050406030204" pitchFamily="18" charset="0"/>
                                    </a:rPr>
                                    <m:t>,</m:t>
                                  </m:r>
                                  <m:r>
                                    <a:rPr lang="en-US" i="1">
                                      <a:latin typeface="Cambria Math" panose="02040503050406030204" pitchFamily="18" charset="0"/>
                                    </a:rPr>
                                    <m:t>𝑠</m:t>
                                  </m:r>
                                  <m:r>
                                    <a:rPr lang="en-US" i="0">
                                      <a:latin typeface="Cambria Math" panose="02040503050406030204" pitchFamily="18" charset="0"/>
                                    </a:rPr>
                                    <m:t>,</m:t>
                                  </m:r>
                                  <m:r>
                                    <a:rPr lang="en-US" i="1">
                                      <a:latin typeface="Cambria Math" panose="02040503050406030204" pitchFamily="18" charset="0"/>
                                    </a:rPr>
                                    <m:t>𝑡</m:t>
                                  </m:r>
                                </m:sub>
                              </m:sSub>
                            </m:e>
                          </m:d>
                        </m:e>
                      </m:nary>
                    </m:oMath>
                  </m:oMathPara>
                </a14:m>
                <a:endParaRPr lang="en-US"/>
              </a:p>
              <a:p>
                <a:r>
                  <a:rPr lang="en-US"/>
                  <a:t>Where</a:t>
                </a:r>
              </a:p>
              <a:p>
                <a:pPr>
                  <a:buFont typeface=""/>
                  <a:buChar char="•"/>
                </a:pPr>
                <a:r>
                  <a:rPr lang="en-US"/>
                  <a:t>Holding Cost </a:t>
                </a:r>
              </a:p>
              <a:p>
                <a:pPr>
                  <a:buFont typeface=""/>
                  <a:buChar char="•"/>
                </a:pPr>
                <a:r>
                  <a:rPr lang="en-US"/>
                  <a:t>Stockout Cost </a:t>
                </a:r>
              </a:p>
              <a:p>
                <a:pPr>
                  <a:buFont typeface=""/>
                  <a:buChar char="•"/>
                </a:pPr>
                <a:r>
                  <a:rPr lang="en-US"/>
                  <a:t>Expiration/Waste Cost </a:t>
                </a:r>
              </a:p>
              <a:p>
                <a:pPr>
                  <a:buFont typeface=""/>
                  <a:buChar char="•"/>
                </a:pPr>
                <a:r>
                  <a:rPr lang="en-US"/>
                  <a:t>Ordering/Replenishment Cost </a:t>
                </a:r>
              </a:p>
              <a:p>
                <a:r>
                  <a:rPr lang="en-US"/>
                  <a:t>The optimization seeks the lowest total inventory cost while maintaining high product availability and freshness.</a:t>
                </a:r>
              </a:p>
              <a:p>
                <a:pPr algn="ctr"/>
                <a:endParaRPr lang="en-US"/>
              </a:p>
            </p:txBody>
          </p:sp>
        </mc:Choice>
        <mc:Fallback xmlns="">
          <p:sp>
            <p:nvSpPr>
              <p:cNvPr id="21" name="TextBox 20">
                <a:extLst>
                  <a:ext uri="{FF2B5EF4-FFF2-40B4-BE49-F238E27FC236}">
                    <a16:creationId xmlns:a16="http://schemas.microsoft.com/office/drawing/2014/main" id="{3D289323-422E-F687-0E2F-28D181D053B9}"/>
                  </a:ext>
                </a:extLst>
              </p:cNvPr>
              <p:cNvSpPr txBox="1">
                <a:spLocks noRot="1" noChangeAspect="1" noMove="1" noResize="1" noEditPoints="1" noAdjustHandles="1" noChangeArrowheads="1" noChangeShapeType="1" noTextEdit="1"/>
              </p:cNvSpPr>
              <p:nvPr/>
            </p:nvSpPr>
            <p:spPr>
              <a:xfrm>
                <a:off x="474870" y="877956"/>
                <a:ext cx="10469217" cy="5611023"/>
              </a:xfrm>
              <a:prstGeom prst="rect">
                <a:avLst/>
              </a:prstGeom>
              <a:blipFill>
                <a:blip r:embed="rId2"/>
                <a:stretch>
                  <a:fillRect l="-524" t="-543"/>
                </a:stretch>
              </a:blipFill>
            </p:spPr>
            <p:txBody>
              <a:bodyPr/>
              <a:lstStyle/>
              <a:p>
                <a:r>
                  <a:rPr lang="en-US">
                    <a:noFill/>
                  </a:rPr>
                  <a:t> </a:t>
                </a:r>
              </a:p>
            </p:txBody>
          </p:sp>
        </mc:Fallback>
      </mc:AlternateContent>
    </p:spTree>
    <p:extLst>
      <p:ext uri="{BB962C8B-B14F-4D97-AF65-F5344CB8AC3E}">
        <p14:creationId xmlns:p14="http://schemas.microsoft.com/office/powerpoint/2010/main" val="16147891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E7E41-F75E-97CB-ADD0-88B2ED9A0C8B}"/>
              </a:ext>
            </a:extLst>
          </p:cNvPr>
          <p:cNvSpPr>
            <a:spLocks noGrp="1"/>
          </p:cNvSpPr>
          <p:nvPr>
            <p:ph type="title"/>
          </p:nvPr>
        </p:nvSpPr>
        <p:spPr>
          <a:xfrm>
            <a:off x="381000" y="342899"/>
            <a:ext cx="11465339" cy="553993"/>
          </a:xfrm>
        </p:spPr>
        <p:txBody>
          <a:bodyPr/>
          <a:lstStyle/>
          <a:p>
            <a:r>
              <a:rPr lang="en-US" sz="3200" b="1">
                <a:solidFill>
                  <a:srgbClr val="041F41"/>
                </a:solidFill>
                <a:latin typeface="Montserrat Light"/>
              </a:rPr>
              <a:t>Manufacturing plant: Scheduling problem formulation</a:t>
            </a:r>
            <a:endParaRPr lang="en-US" err="1">
              <a:latin typeface="Montserrat Light"/>
            </a:endParaRPr>
          </a:p>
        </p:txBody>
      </p:sp>
      <p:sp>
        <p:nvSpPr>
          <p:cNvPr id="3" name="Slide Number Placeholder 2">
            <a:extLst>
              <a:ext uri="{FF2B5EF4-FFF2-40B4-BE49-F238E27FC236}">
                <a16:creationId xmlns:a16="http://schemas.microsoft.com/office/drawing/2014/main" id="{43E0F810-1D64-E604-27BE-E0756D1B04BC}"/>
              </a:ext>
            </a:extLst>
          </p:cNvPr>
          <p:cNvSpPr>
            <a:spLocks noGrp="1"/>
          </p:cNvSpPr>
          <p:nvPr>
            <p:ph type="sldNum" sz="quarter" idx="12"/>
          </p:nvPr>
        </p:nvSpPr>
        <p:spPr/>
        <p:txBody>
          <a:bodyPr/>
          <a:lstStyle/>
          <a:p>
            <a:fld id="{330EA680-D336-4FF7-8B7A-9848BB0A1C32}" type="slidenum">
              <a:rPr lang="en-US" smtClean="0"/>
              <a:t>46</a:t>
            </a:fld>
            <a:endParaRPr lang="en-US"/>
          </a:p>
        </p:txBody>
      </p:sp>
      <p:sp>
        <p:nvSpPr>
          <p:cNvPr id="4" name="Date Placeholder 3">
            <a:extLst>
              <a:ext uri="{FF2B5EF4-FFF2-40B4-BE49-F238E27FC236}">
                <a16:creationId xmlns:a16="http://schemas.microsoft.com/office/drawing/2014/main" id="{57773547-A81C-6CB8-6BEF-9510FD13164E}"/>
              </a:ext>
            </a:extLst>
          </p:cNvPr>
          <p:cNvSpPr>
            <a:spLocks noGrp="1"/>
          </p:cNvSpPr>
          <p:nvPr>
            <p:ph type="dt" sz="half" idx="2"/>
          </p:nvPr>
        </p:nvSpPr>
        <p:spPr/>
        <p:txBody>
          <a:bodyPr/>
          <a:lstStyle/>
          <a:p>
            <a:r>
              <a:rPr lang="en-US"/>
              <a:t>© SYREN CLOUD INC – 2026 – ALL RIGHTS RESERVED</a:t>
            </a:r>
            <a:endParaRPr lang="en-US" sz="600"/>
          </a:p>
        </p:txBody>
      </p:sp>
      <p:pic>
        <p:nvPicPr>
          <p:cNvPr id="5" name="Picture 4">
            <a:extLst>
              <a:ext uri="{FF2B5EF4-FFF2-40B4-BE49-F238E27FC236}">
                <a16:creationId xmlns:a16="http://schemas.microsoft.com/office/drawing/2014/main" id="{6A65FF8C-B8FE-6630-88C7-1E20D28A95B7}"/>
              </a:ext>
            </a:extLst>
          </p:cNvPr>
          <p:cNvPicPr>
            <a:picLocks noChangeAspect="1"/>
          </p:cNvPicPr>
          <p:nvPr/>
        </p:nvPicPr>
        <p:blipFill>
          <a:blip r:embed="rId2"/>
          <a:stretch>
            <a:fillRect/>
          </a:stretch>
        </p:blipFill>
        <p:spPr>
          <a:xfrm>
            <a:off x="0" y="1103796"/>
            <a:ext cx="12192000" cy="4800408"/>
          </a:xfrm>
          <a:prstGeom prst="rect">
            <a:avLst/>
          </a:prstGeom>
        </p:spPr>
      </p:pic>
    </p:spTree>
    <p:extLst>
      <p:ext uri="{BB962C8B-B14F-4D97-AF65-F5344CB8AC3E}">
        <p14:creationId xmlns:p14="http://schemas.microsoft.com/office/powerpoint/2010/main" val="19276022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01902-1FCC-8024-A55A-DD12A09E250B}"/>
              </a:ext>
            </a:extLst>
          </p:cNvPr>
          <p:cNvSpPr>
            <a:spLocks noGrp="1"/>
          </p:cNvSpPr>
          <p:nvPr>
            <p:ph type="title"/>
          </p:nvPr>
        </p:nvSpPr>
        <p:spPr>
          <a:xfrm>
            <a:off x="381000" y="342899"/>
            <a:ext cx="11476382" cy="553993"/>
          </a:xfrm>
        </p:spPr>
        <p:txBody>
          <a:bodyPr/>
          <a:lstStyle/>
          <a:p>
            <a:r>
              <a:rPr lang="en-US"/>
              <a:t>Predictive Maintenance (Machine Learning Formulation)</a:t>
            </a:r>
          </a:p>
        </p:txBody>
      </p:sp>
      <p:sp>
        <p:nvSpPr>
          <p:cNvPr id="3" name="Slide Number Placeholder 2">
            <a:extLst>
              <a:ext uri="{FF2B5EF4-FFF2-40B4-BE49-F238E27FC236}">
                <a16:creationId xmlns:a16="http://schemas.microsoft.com/office/drawing/2014/main" id="{9BCCB0B5-542B-837D-4AC1-0D124A74AB97}"/>
              </a:ext>
            </a:extLst>
          </p:cNvPr>
          <p:cNvSpPr>
            <a:spLocks noGrp="1"/>
          </p:cNvSpPr>
          <p:nvPr>
            <p:ph type="sldNum" sz="quarter" idx="12"/>
          </p:nvPr>
        </p:nvSpPr>
        <p:spPr/>
        <p:txBody>
          <a:bodyPr/>
          <a:lstStyle/>
          <a:p>
            <a:fld id="{330EA680-D336-4FF7-8B7A-9848BB0A1C32}" type="slidenum">
              <a:rPr lang="en-US" smtClean="0"/>
              <a:t>47</a:t>
            </a:fld>
            <a:endParaRPr lang="en-US"/>
          </a:p>
        </p:txBody>
      </p:sp>
      <p:sp>
        <p:nvSpPr>
          <p:cNvPr id="4" name="Date Placeholder 3">
            <a:extLst>
              <a:ext uri="{FF2B5EF4-FFF2-40B4-BE49-F238E27FC236}">
                <a16:creationId xmlns:a16="http://schemas.microsoft.com/office/drawing/2014/main" id="{9623773E-4763-206B-E13A-2D255B90F34C}"/>
              </a:ext>
            </a:extLst>
          </p:cNvPr>
          <p:cNvSpPr>
            <a:spLocks noGrp="1"/>
          </p:cNvSpPr>
          <p:nvPr>
            <p:ph type="dt" sz="half" idx="2"/>
          </p:nvPr>
        </p:nvSpPr>
        <p:spPr/>
        <p:txBody>
          <a:bodyPr/>
          <a:lstStyle/>
          <a:p>
            <a:r>
              <a:rPr lang="en-US"/>
              <a:t>© SYREN CLOUD INC – 2026 – ALL RIGHTS RESERVED</a:t>
            </a:r>
            <a:endParaRPr lang="en-US" sz="60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690DCBA-F473-F9FD-FC31-89C5FB261B91}"/>
                  </a:ext>
                </a:extLst>
              </p:cNvPr>
              <p:cNvSpPr txBox="1"/>
              <p:nvPr/>
            </p:nvSpPr>
            <p:spPr>
              <a:xfrm>
                <a:off x="134696" y="1176130"/>
                <a:ext cx="6096000" cy="53638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Objective Function</a:t>
                </a:r>
              </a:p>
              <a:p>
                <a:r>
                  <a:rPr lang="en-US"/>
                  <a:t>Predict the probability of equipment failure in the next </a:t>
                </a:r>
                <a:r>
                  <a:rPr lang="en-US" b="1"/>
                  <a:t>N</a:t>
                </a:r>
                <a:r>
                  <a:rPr lang="en-US"/>
                  <a:t> hours and estimate the </a:t>
                </a:r>
                <a:r>
                  <a:rPr lang="en-US" b="1"/>
                  <a:t>Remaining Useful Life (RUL)</a:t>
                </a:r>
                <a:r>
                  <a:rPr lang="en-US"/>
                  <a:t>.</a:t>
                </a:r>
              </a:p>
              <a:p>
                <a:r>
                  <a:rPr lang="en-US"/>
                  <a:t>For machine </a:t>
                </a:r>
                <a14:m>
                  <m:oMath xmlns:m="http://schemas.openxmlformats.org/officeDocument/2006/math">
                    <m:r>
                      <a:rPr lang="en-US" i="1">
                        <a:latin typeface="Cambria Math" panose="02040503050406030204" pitchFamily="18" charset="0"/>
                      </a:rPr>
                      <m:t>𝑚</m:t>
                    </m:r>
                  </m:oMath>
                </a14:m>
                <a:r>
                  <a:rPr lang="en-US"/>
                  <a:t>at time </a:t>
                </a:r>
                <a14:m>
                  <m:oMath xmlns:m="http://schemas.openxmlformats.org/officeDocument/2006/math">
                    <m:r>
                      <a:rPr lang="en-US" i="1">
                        <a:latin typeface="Cambria Math" panose="02040503050406030204" pitchFamily="18" charset="0"/>
                      </a:rPr>
                      <m:t>𝑡</m:t>
                    </m:r>
                  </m:oMath>
                </a14:m>
                <a:r>
                  <a:rPr lang="en-US"/>
                  <a:t>,</a:t>
                </a:r>
              </a:p>
              <a:p>
                <a:r>
                  <a:rPr lang="en-US"/>
                  <a:t>Input features:</a:t>
                </a:r>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m:t>
                          </m:r>
                        </m:sub>
                      </m:sSub>
                      <m:r>
                        <a:rPr lang="en-US" i="0">
                          <a:latin typeface="Cambria Math" panose="02040503050406030204" pitchFamily="18" charset="0"/>
                        </a:rPr>
                        <m:t>=</m:t>
                      </m:r>
                      <m:d>
                        <m:dPr>
                          <m:begChr m:val="{"/>
                          <m:endChr m:val="}"/>
                          <m:sepChr m:val=","/>
                          <m:ctrlPr>
                            <a:rPr lang="en-US" i="1">
                              <a:latin typeface="Cambria Math" panose="02040503050406030204" pitchFamily="18" charset="0"/>
                            </a:rPr>
                          </m:ctrlPr>
                        </m:dPr>
                        <m:e>
                          <m:r>
                            <a:rPr lang="en-US" i="1">
                              <a:latin typeface="Cambria Math" panose="02040503050406030204" pitchFamily="18" charset="0"/>
                            </a:rPr>
                            <m:t>𝑉</m:t>
                          </m:r>
                        </m:e>
                        <m:e>
                          <m:r>
                            <a:rPr lang="en-US" i="1">
                              <a:latin typeface="Cambria Math" panose="02040503050406030204" pitchFamily="18" charset="0"/>
                            </a:rPr>
                            <m:t>𝑖</m:t>
                          </m:r>
                        </m:e>
                        <m:e>
                          <m:r>
                            <a:rPr lang="en-US" i="1">
                              <a:latin typeface="Cambria Math" panose="02040503050406030204" pitchFamily="18" charset="0"/>
                            </a:rPr>
                            <m:t>𝑏</m:t>
                          </m:r>
                        </m:e>
                        <m:e>
                          <m:r>
                            <a:rPr lang="en-US" i="1">
                              <a:latin typeface="Cambria Math" panose="02040503050406030204" pitchFamily="18" charset="0"/>
                            </a:rPr>
                            <m:t>𝑟</m:t>
                          </m:r>
                        </m:e>
                        <m:e>
                          <m:r>
                            <a:rPr lang="en-US" i="1">
                              <a:latin typeface="Cambria Math" panose="02040503050406030204" pitchFamily="18" charset="0"/>
                            </a:rPr>
                            <m:t>𝑎</m:t>
                          </m:r>
                        </m:e>
                        <m:e>
                          <m:r>
                            <a:rPr lang="en-US" i="1">
                              <a:latin typeface="Cambria Math" panose="02040503050406030204" pitchFamily="18" charset="0"/>
                            </a:rPr>
                            <m:t>𝑡</m:t>
                          </m:r>
                        </m:e>
                        <m:e>
                          <m:r>
                            <a:rPr lang="en-US" i="1">
                              <a:latin typeface="Cambria Math" panose="02040503050406030204" pitchFamily="18" charset="0"/>
                            </a:rPr>
                            <m:t>𝑖</m:t>
                          </m:r>
                        </m:e>
                        <m:e>
                          <m:r>
                            <a:rPr lang="en-US" i="1">
                              <a:latin typeface="Cambria Math" panose="02040503050406030204" pitchFamily="18" charset="0"/>
                            </a:rPr>
                            <m:t>𝑜𝑛</m:t>
                          </m:r>
                          <m:r>
                            <m:rPr>
                              <m:nor/>
                            </m:rPr>
                            <a:rPr lang="en-US" b="0" i="0">
                              <a:latin typeface="Cambria Math" panose="02040503050406030204" pitchFamily="18" charset="0"/>
                            </a:rPr>
                            <m:t>  </m:t>
                          </m:r>
                          <m:r>
                            <a:rPr lang="en-US" b="0" i="1">
                              <a:latin typeface="Cambria Math" panose="02040503050406030204" pitchFamily="18" charset="0"/>
                            </a:rPr>
                            <m:t>𝑇𝑒𝑚𝑝𝑒𝑟𝑎𝑡𝑢𝑟𝑒</m:t>
                          </m:r>
                          <m:r>
                            <m:rPr>
                              <m:nor/>
                            </m:rPr>
                            <a:rPr lang="en-US" b="0" i="0">
                              <a:latin typeface="Cambria Math" panose="02040503050406030204" pitchFamily="18" charset="0"/>
                            </a:rPr>
                            <m:t>  </m:t>
                          </m:r>
                          <m:r>
                            <a:rPr lang="en-US" b="0" i="1">
                              <a:latin typeface="Cambria Math" panose="02040503050406030204" pitchFamily="18" charset="0"/>
                            </a:rPr>
                            <m:t>𝑃𝑟𝑒𝑠𝑠𝑢𝑟𝑒</m:t>
                          </m:r>
                          <m:r>
                            <m:rPr>
                              <m:nor/>
                            </m:rPr>
                            <a:rPr lang="en-US" b="0" i="0">
                              <a:latin typeface="Cambria Math" panose="02040503050406030204" pitchFamily="18" charset="0"/>
                            </a:rPr>
                            <m:t>  </m:t>
                          </m:r>
                          <m:r>
                            <a:rPr lang="en-US" b="0" i="1">
                              <a:latin typeface="Cambria Math" panose="02040503050406030204" pitchFamily="18" charset="0"/>
                            </a:rPr>
                            <m:t>𝑀𝑜𝑡𝑜𝑟𝐶𝑢𝑟𝑟𝑒𝑛𝑡</m:t>
                          </m:r>
                          <m:r>
                            <m:rPr>
                              <m:nor/>
                            </m:rPr>
                            <a:rPr lang="en-US" b="0" i="0">
                              <a:latin typeface="Cambria Math" panose="02040503050406030204" pitchFamily="18" charset="0"/>
                            </a:rPr>
                            <m:t>  </m:t>
                          </m:r>
                          <m:r>
                            <a:rPr lang="en-US" b="0" i="1">
                              <a:latin typeface="Cambria Math" panose="02040503050406030204" pitchFamily="18" charset="0"/>
                            </a:rPr>
                            <m:t>𝐸𝑛𝑒𝑟𝑔𝑦𝐶𝑜𝑛𝑠𝑢𝑚𝑝𝑡𝑖𝑜𝑛</m:t>
                          </m:r>
                          <m:r>
                            <m:rPr>
                              <m:nor/>
                            </m:rPr>
                            <a:rPr lang="en-US" b="0" i="0">
                              <a:latin typeface="Cambria Math" panose="02040503050406030204" pitchFamily="18" charset="0"/>
                            </a:rPr>
                            <m:t>  </m:t>
                          </m:r>
                          <m:r>
                            <a:rPr lang="en-US" b="0" i="1">
                              <a:latin typeface="Cambria Math" panose="02040503050406030204" pitchFamily="18" charset="0"/>
                            </a:rPr>
                            <m:t>𝑅𝑃𝑀</m:t>
                          </m:r>
                          <m:r>
                            <m:rPr>
                              <m:nor/>
                            </m:rPr>
                            <a:rPr lang="en-US" b="0" i="0">
                              <a:latin typeface="Cambria Math" panose="02040503050406030204" pitchFamily="18" charset="0"/>
                            </a:rPr>
                            <m:t>  </m:t>
                          </m:r>
                          <m:r>
                            <a:rPr lang="en-US" b="0" i="1">
                              <a:latin typeface="Cambria Math" panose="02040503050406030204" pitchFamily="18" charset="0"/>
                            </a:rPr>
                            <m:t>𝑅𝑢𝑛𝑡𝑖𝑚𝑒</m:t>
                          </m:r>
                          <m:r>
                            <m:rPr>
                              <m:nor/>
                            </m:rPr>
                            <a:rPr lang="en-US" b="0" i="0">
                              <a:latin typeface="Cambria Math" panose="02040503050406030204" pitchFamily="18" charset="0"/>
                            </a:rPr>
                            <m:t>  </m:t>
                          </m:r>
                          <m:r>
                            <a:rPr lang="en-US" b="0" i="1">
                              <a:latin typeface="Cambria Math" panose="02040503050406030204" pitchFamily="18" charset="0"/>
                            </a:rPr>
                            <m:t>𝑀𝑎𝑖𝑛𝑡𝑒𝑛𝑎𝑛𝑐𝑒𝐻𝑖𝑠𝑡𝑜𝑟𝑦</m:t>
                          </m:r>
                        </m:e>
                      </m:d>
                    </m:oMath>
                  </m:oMathPara>
                </a14:m>
                <a:endParaRPr lang="en-US" b="0"/>
              </a:p>
              <a:p>
                <a:r>
                  <a:rPr lang="en-US"/>
                  <a:t>Machine learning model:</a:t>
                </a:r>
              </a:p>
              <a:p>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𝑃</m:t>
                          </m:r>
                        </m:e>
                      </m:acc>
                      <m:d>
                        <m:dPr>
                          <m:ctrlPr>
                            <a:rPr lang="en-US" i="1">
                              <a:latin typeface="Cambria Math" panose="02040503050406030204" pitchFamily="18" charset="0"/>
                            </a:rPr>
                          </m:ctrlPr>
                        </m:dPr>
                        <m:e>
                          <m:r>
                            <a:rPr lang="en-US" i="1">
                              <a:latin typeface="Cambria Math" panose="02040503050406030204" pitchFamily="18" charset="0"/>
                            </a:rPr>
                            <m:t>𝐹𝑎𝑖𝑙𝑢𝑟</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𝑡</m:t>
                              </m:r>
                              <m:r>
                                <a:rPr lang="en-US" i="0">
                                  <a:latin typeface="Cambria Math" panose="02040503050406030204" pitchFamily="18" charset="0"/>
                                </a:rPr>
                                <m:t>+</m:t>
                              </m:r>
                              <m:r>
                                <a:rPr lang="en-US" i="1">
                                  <a:latin typeface="Cambria Math" panose="02040503050406030204" pitchFamily="18" charset="0"/>
                                </a:rPr>
                                <m:t>h</m:t>
                              </m:r>
                            </m:sub>
                          </m:sSub>
                        </m:e>
                      </m:d>
                      <m:r>
                        <a:rPr lang="en-US" i="0">
                          <a:latin typeface="Cambria Math" panose="02040503050406030204" pitchFamily="18" charset="0"/>
                        </a:rPr>
                        <m:t>=</m:t>
                      </m:r>
                      <m:r>
                        <a:rPr lang="en-US" i="1">
                          <a:latin typeface="Cambria Math" panose="02040503050406030204" pitchFamily="18" charset="0"/>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m:t>
                              </m:r>
                            </m:sub>
                          </m:sSub>
                        </m:e>
                      </m:d>
                    </m:oMath>
                  </m:oMathPara>
                </a14:m>
                <a:endParaRPr lang="en-US"/>
              </a:p>
              <a:p>
                <a:r>
                  <a:rPr lang="en-US"/>
                  <a:t>where</a:t>
                </a:r>
              </a:p>
              <a:p>
                <a:pPr>
                  <a:buFont typeface=""/>
                  <a:buChar char="•"/>
                </a:pPr>
                <a14:m>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0">
                            <a:latin typeface="Cambria Math" panose="02040503050406030204" pitchFamily="18" charset="0"/>
                          </a:rPr>
                          <m:t>⋅</m:t>
                        </m:r>
                      </m:e>
                    </m:d>
                  </m:oMath>
                </a14:m>
                <a:r>
                  <a:rPr lang="en-US"/>
                  <a:t>= XGBoost / LSTM / Random Forest </a:t>
                </a:r>
              </a:p>
              <a:p>
                <a:pPr>
                  <a:buFont typeface=""/>
                  <a:buChar char="•"/>
                </a:pPr>
                <a14:m>
                  <m:oMath xmlns:m="http://schemas.openxmlformats.org/officeDocument/2006/math">
                    <m:r>
                      <a:rPr lang="en-US" i="1">
                        <a:latin typeface="Cambria Math" panose="02040503050406030204" pitchFamily="18" charset="0"/>
                      </a:rPr>
                      <m:t>h</m:t>
                    </m:r>
                  </m:oMath>
                </a14:m>
                <a:r>
                  <a:rPr lang="en-US"/>
                  <a:t>= Prediction horizon (e.g., next 24 hours) </a:t>
                </a:r>
              </a:p>
              <a:p>
                <a:r>
                  <a:rPr lang="en-US" b="1"/>
                  <a:t>Remaining Useful Life (Regression)</a:t>
                </a:r>
              </a:p>
              <a:p>
                <a:pPr marL="228600" indent="-228600"/>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𝑅𝑈𝐿</m:t>
                          </m:r>
                        </m:e>
                      </m:acc>
                      <m:r>
                        <a:rPr lang="en-US" i="0">
                          <a:latin typeface="Cambria Math" panose="02040503050406030204" pitchFamily="18" charset="0"/>
                        </a:rPr>
                        <m:t>=</m:t>
                      </m:r>
                      <m:r>
                        <a:rPr lang="en-US" i="1">
                          <a:latin typeface="Cambria Math" panose="02040503050406030204" pitchFamily="18" charset="0"/>
                        </a:rPr>
                        <m:t>𝑔</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𝑡</m:t>
                              </m:r>
                            </m:sub>
                          </m:sSub>
                        </m:e>
                      </m:d>
                    </m:oMath>
                  </m:oMathPara>
                </a14:m>
                <a:endParaRPr lang="en-US"/>
              </a:p>
              <a:p>
                <a:r>
                  <a:rPr lang="en-US"/>
                  <a:t>where</a:t>
                </a:r>
              </a:p>
              <a:p>
                <a:pPr>
                  <a:buFont typeface=""/>
                  <a:buChar char="•"/>
                </a:pPr>
                <a14:m>
                  <m:oMath xmlns:m="http://schemas.openxmlformats.org/officeDocument/2006/math">
                    <m:r>
                      <a:rPr lang="en-US" i="1">
                        <a:latin typeface="Cambria Math" panose="02040503050406030204" pitchFamily="18" charset="0"/>
                      </a:rPr>
                      <m:t>𝑔</m:t>
                    </m:r>
                    <m:d>
                      <m:dPr>
                        <m:ctrlPr>
                          <a:rPr lang="en-US" i="1">
                            <a:latin typeface="Cambria Math" panose="02040503050406030204" pitchFamily="18" charset="0"/>
                          </a:rPr>
                        </m:ctrlPr>
                      </m:dPr>
                      <m:e>
                        <m:r>
                          <a:rPr lang="en-US" i="0">
                            <a:latin typeface="Cambria Math" panose="02040503050406030204" pitchFamily="18" charset="0"/>
                          </a:rPr>
                          <m:t>⋅</m:t>
                        </m:r>
                      </m:e>
                    </m:d>
                  </m:oMath>
                </a14:m>
                <a:r>
                  <a:rPr lang="en-US"/>
                  <a:t>= Gradient Boosting / LSTM Regression </a:t>
                </a:r>
              </a:p>
              <a:p>
                <a:pPr>
                  <a:buFont typeface=""/>
                  <a:buChar char="•"/>
                </a:pPr>
                <a:r>
                  <a:rPr lang="en-US"/>
                  <a:t>Output = Estimated operating hours remaining before failure</a:t>
                </a:r>
              </a:p>
              <a:p>
                <a:pPr algn="ctr"/>
                <a:endParaRPr lang="en-US"/>
              </a:p>
            </p:txBody>
          </p:sp>
        </mc:Choice>
        <mc:Fallback xmlns="">
          <p:sp>
            <p:nvSpPr>
              <p:cNvPr id="6" name="TextBox 5">
                <a:extLst>
                  <a:ext uri="{FF2B5EF4-FFF2-40B4-BE49-F238E27FC236}">
                    <a16:creationId xmlns:a16="http://schemas.microsoft.com/office/drawing/2014/main" id="{9690DCBA-F473-F9FD-FC31-89C5FB261B91}"/>
                  </a:ext>
                </a:extLst>
              </p:cNvPr>
              <p:cNvSpPr txBox="1">
                <a:spLocks noRot="1" noChangeAspect="1" noMove="1" noResize="1" noEditPoints="1" noAdjustHandles="1" noChangeArrowheads="1" noChangeShapeType="1" noTextEdit="1"/>
              </p:cNvSpPr>
              <p:nvPr/>
            </p:nvSpPr>
            <p:spPr>
              <a:xfrm>
                <a:off x="134696" y="1176130"/>
                <a:ext cx="6096000" cy="5363841"/>
              </a:xfrm>
              <a:prstGeom prst="rect">
                <a:avLst/>
              </a:prstGeom>
              <a:blipFill>
                <a:blip r:embed="rId2"/>
                <a:stretch>
                  <a:fillRect l="-800" t="-682" r="-97100"/>
                </a:stretch>
              </a:blipFill>
            </p:spPr>
            <p:txBody>
              <a:bodyPr/>
              <a:lstStyle/>
              <a:p>
                <a:r>
                  <a:rPr lang="en-US">
                    <a:noFill/>
                  </a:rPr>
                  <a:t> </a:t>
                </a:r>
              </a:p>
            </p:txBody>
          </p:sp>
        </mc:Fallback>
      </mc:AlternateContent>
    </p:spTree>
    <p:extLst>
      <p:ext uri="{BB962C8B-B14F-4D97-AF65-F5344CB8AC3E}">
        <p14:creationId xmlns:p14="http://schemas.microsoft.com/office/powerpoint/2010/main" val="9057492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486C134-2373-C410-2AA1-F6ECFDD5C666}"/>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23DE9B6A-8754-F640-00FF-5423FC75538E}"/>
              </a:ext>
            </a:extLst>
          </p:cNvPr>
          <p:cNvSpPr/>
          <p:nvPr/>
        </p:nvSpPr>
        <p:spPr>
          <a:xfrm>
            <a:off x="527207" y="1900998"/>
            <a:ext cx="3644155" cy="3931920"/>
          </a:xfrm>
          <a:prstGeom prst="roundRect">
            <a:avLst>
              <a:gd name="adj" fmla="val 698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F3A0B4A3-58A5-9391-7F44-7DF497529E1E}"/>
              </a:ext>
            </a:extLst>
          </p:cNvPr>
          <p:cNvSpPr/>
          <p:nvPr/>
        </p:nvSpPr>
        <p:spPr>
          <a:xfrm>
            <a:off x="4262299" y="1900998"/>
            <a:ext cx="3644155" cy="3931920"/>
          </a:xfrm>
          <a:prstGeom prst="roundRect">
            <a:avLst>
              <a:gd name="adj" fmla="val 698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C2336DFF-129E-8B98-8998-8580FF991DCD}"/>
              </a:ext>
            </a:extLst>
          </p:cNvPr>
          <p:cNvSpPr/>
          <p:nvPr/>
        </p:nvSpPr>
        <p:spPr>
          <a:xfrm>
            <a:off x="8020638" y="1900998"/>
            <a:ext cx="3644155" cy="3931920"/>
          </a:xfrm>
          <a:prstGeom prst="roundRect">
            <a:avLst>
              <a:gd name="adj" fmla="val 698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DB455E88-8470-39E4-B6BA-49AD4584304C}"/>
              </a:ext>
            </a:extLst>
          </p:cNvPr>
          <p:cNvSpPr>
            <a:spLocks noGrp="1"/>
          </p:cNvSpPr>
          <p:nvPr>
            <p:ph type="title"/>
          </p:nvPr>
        </p:nvSpPr>
        <p:spPr/>
        <p:txBody>
          <a:bodyPr/>
          <a:lstStyle/>
          <a:p>
            <a:r>
              <a:rPr lang="en-US">
                <a:latin typeface="Montserrat Light"/>
              </a:rPr>
              <a:t>Case Study 1: Inventory Optimization</a:t>
            </a:r>
          </a:p>
        </p:txBody>
      </p:sp>
      <p:sp>
        <p:nvSpPr>
          <p:cNvPr id="4" name="Slide Number Placeholder 3">
            <a:extLst>
              <a:ext uri="{FF2B5EF4-FFF2-40B4-BE49-F238E27FC236}">
                <a16:creationId xmlns:a16="http://schemas.microsoft.com/office/drawing/2014/main" id="{6C331455-52FA-5F85-9532-7E58F0CB618D}"/>
              </a:ext>
            </a:extLst>
          </p:cNvPr>
          <p:cNvSpPr>
            <a:spLocks noGrp="1"/>
          </p:cNvSpPr>
          <p:nvPr>
            <p:ph type="sldNum" sz="quarter" idx="12"/>
          </p:nvPr>
        </p:nvSpPr>
        <p:spPr/>
        <p:txBody>
          <a:bodyPr/>
          <a:lstStyle/>
          <a:p>
            <a:fld id="{330EA680-D336-4FF7-8B7A-9848BB0A1C32}" type="slidenum">
              <a:rPr lang="en-US" smtClean="0"/>
              <a:pPr/>
              <a:t>48</a:t>
            </a:fld>
            <a:endParaRPr lang="en-US"/>
          </a:p>
        </p:txBody>
      </p:sp>
      <p:sp>
        <p:nvSpPr>
          <p:cNvPr id="3" name="Date Placeholder 2">
            <a:extLst>
              <a:ext uri="{FF2B5EF4-FFF2-40B4-BE49-F238E27FC236}">
                <a16:creationId xmlns:a16="http://schemas.microsoft.com/office/drawing/2014/main" id="{D385AF51-05A0-CF04-54EE-C5152A832E37}"/>
              </a:ext>
            </a:extLst>
          </p:cNvPr>
          <p:cNvSpPr>
            <a:spLocks noGrp="1"/>
          </p:cNvSpPr>
          <p:nvPr>
            <p:ph type="dt" sz="half" idx="2"/>
          </p:nvPr>
        </p:nvSpPr>
        <p:spPr/>
        <p:txBody>
          <a:bodyPr/>
          <a:lstStyle/>
          <a:p>
            <a:r>
              <a:rPr lang="en-US"/>
              <a:t>© SYREN CLOUD INC – 2026 – ALL RIGHTS RESERVED</a:t>
            </a:r>
          </a:p>
        </p:txBody>
      </p:sp>
      <p:sp>
        <p:nvSpPr>
          <p:cNvPr id="29" name="TextBox 28">
            <a:extLst>
              <a:ext uri="{FF2B5EF4-FFF2-40B4-BE49-F238E27FC236}">
                <a16:creationId xmlns:a16="http://schemas.microsoft.com/office/drawing/2014/main" id="{0CD2D87B-A2C7-BE51-895A-48639C4175F6}"/>
              </a:ext>
            </a:extLst>
          </p:cNvPr>
          <p:cNvSpPr txBox="1"/>
          <p:nvPr/>
        </p:nvSpPr>
        <p:spPr>
          <a:xfrm>
            <a:off x="692392" y="2718613"/>
            <a:ext cx="3308268" cy="2118529"/>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spcAft>
                <a:spcPts val="200"/>
              </a:spcAft>
              <a:buFont typeface="Wingdings" panose="05000000000000000000" pitchFamily="2" charset="2"/>
              <a:buChar char="v"/>
            </a:pPr>
            <a:r>
              <a:rPr lang="en-US" sz="1000">
                <a:latin typeface="Montserrat" panose="00000500000000000000" pitchFamily="2" charset="0"/>
                <a:ea typeface="+mn-lt"/>
                <a:cs typeface="+mn-lt"/>
              </a:rPr>
              <a:t>High SKU-level stock-outs across DC network </a:t>
            </a:r>
          </a:p>
          <a:p>
            <a:pPr marL="171450" indent="-171450">
              <a:spcAft>
                <a:spcPts val="200"/>
              </a:spcAft>
              <a:buFont typeface="Wingdings" panose="05000000000000000000" pitchFamily="2" charset="2"/>
              <a:buChar char="v"/>
            </a:pPr>
            <a:r>
              <a:rPr lang="en-US" sz="1000">
                <a:latin typeface="Montserrat" panose="00000500000000000000" pitchFamily="2" charset="0"/>
                <a:ea typeface="+mn-lt"/>
                <a:cs typeface="+mn-lt"/>
              </a:rPr>
              <a:t>Excess inventory with poor allocation </a:t>
            </a:r>
          </a:p>
          <a:p>
            <a:pPr marL="171450" indent="-171450">
              <a:spcAft>
                <a:spcPts val="200"/>
              </a:spcAft>
              <a:buFont typeface="Wingdings" panose="05000000000000000000" pitchFamily="2" charset="2"/>
              <a:buChar char="v"/>
            </a:pPr>
            <a:r>
              <a:rPr lang="en-US" sz="1000">
                <a:latin typeface="Montserrat" panose="00000500000000000000" pitchFamily="2" charset="0"/>
                <a:ea typeface="+mn-lt"/>
                <a:cs typeface="+mn-lt"/>
              </a:rPr>
              <a:t>Static replenishment rules ignored demand variability </a:t>
            </a:r>
          </a:p>
          <a:p>
            <a:pPr marL="171450" indent="-171450">
              <a:spcAft>
                <a:spcPts val="200"/>
              </a:spcAft>
              <a:buFont typeface="Wingdings" panose="05000000000000000000" pitchFamily="2" charset="2"/>
              <a:buChar char="v"/>
            </a:pPr>
            <a:r>
              <a:rPr lang="en-US" sz="1000">
                <a:latin typeface="Montserrat" panose="00000500000000000000" pitchFamily="2" charset="0"/>
                <a:ea typeface="+mn-lt"/>
                <a:cs typeface="+mn-lt"/>
              </a:rPr>
              <a:t>Manual planning unable to optimize network inventory </a:t>
            </a:r>
          </a:p>
          <a:p>
            <a:pPr>
              <a:spcAft>
                <a:spcPts val="200"/>
              </a:spcAft>
            </a:pPr>
            <a:endParaRPr lang="en-US" sz="1000" b="1">
              <a:latin typeface="Montserrat" panose="00000500000000000000" pitchFamily="2" charset="0"/>
              <a:ea typeface="+mn-lt"/>
              <a:cs typeface="+mn-lt"/>
            </a:endParaRPr>
          </a:p>
          <a:p>
            <a:pPr>
              <a:spcAft>
                <a:spcPts val="200"/>
              </a:spcAft>
            </a:pPr>
            <a:r>
              <a:rPr lang="en-US" sz="1000" b="1">
                <a:latin typeface="Montserrat" panose="00000500000000000000" pitchFamily="2" charset="0"/>
                <a:ea typeface="+mn-lt"/>
                <a:cs typeface="+mn-lt"/>
              </a:rPr>
              <a:t>Key Challenge</a:t>
            </a:r>
            <a:endParaRPr lang="en-US" sz="1000">
              <a:latin typeface="Montserrat" panose="00000500000000000000" pitchFamily="2" charset="0"/>
            </a:endParaRPr>
          </a:p>
          <a:p>
            <a:pPr marL="171450" indent="-171450">
              <a:spcAft>
                <a:spcPts val="200"/>
              </a:spcAft>
              <a:buFont typeface="Wingdings" panose="05000000000000000000" pitchFamily="2" charset="2"/>
              <a:buChar char="v"/>
            </a:pPr>
            <a:r>
              <a:rPr lang="en-US" sz="1000">
                <a:latin typeface="Montserrat" panose="00000500000000000000" pitchFamily="2" charset="0"/>
                <a:ea typeface="+mn-lt"/>
                <a:cs typeface="+mn-lt"/>
              </a:rPr>
              <a:t>Balance </a:t>
            </a:r>
            <a:r>
              <a:rPr lang="en-US" sz="1000" b="1">
                <a:latin typeface="Montserrat" panose="00000500000000000000" pitchFamily="2" charset="0"/>
                <a:ea typeface="+mn-lt"/>
                <a:cs typeface="+mn-lt"/>
              </a:rPr>
              <a:t>service level, inventory cost and replenishment decisions</a:t>
            </a:r>
            <a:r>
              <a:rPr lang="en-US" sz="1000">
                <a:latin typeface="Montserrat" panose="00000500000000000000" pitchFamily="2" charset="0"/>
                <a:ea typeface="+mn-lt"/>
                <a:cs typeface="+mn-lt"/>
              </a:rPr>
              <a:t> across multiple echelons simultaneously.</a:t>
            </a:r>
            <a:endParaRPr lang="en-US" sz="1000">
              <a:latin typeface="Montserrat" panose="00000500000000000000" pitchFamily="2" charset="0"/>
            </a:endParaRPr>
          </a:p>
          <a:p>
            <a:pPr>
              <a:spcAft>
                <a:spcPts val="200"/>
              </a:spcAft>
            </a:pPr>
            <a:endParaRPr lang="en-US" sz="1000">
              <a:solidFill>
                <a:srgbClr val="FFF5EF"/>
              </a:solidFill>
              <a:latin typeface="Montserrat" panose="00000500000000000000" pitchFamily="2" charset="0"/>
              <a:ea typeface="Segoe UI Historic"/>
              <a:cs typeface="Segoe UI Light"/>
            </a:endParaRPr>
          </a:p>
        </p:txBody>
      </p:sp>
      <p:sp>
        <p:nvSpPr>
          <p:cNvPr id="45" name="TextBox 27">
            <a:extLst>
              <a:ext uri="{FF2B5EF4-FFF2-40B4-BE49-F238E27FC236}">
                <a16:creationId xmlns:a16="http://schemas.microsoft.com/office/drawing/2014/main" id="{B4D0F8A9-B0DA-701A-DEE1-A69E921ED25C}"/>
              </a:ext>
            </a:extLst>
          </p:cNvPr>
          <p:cNvSpPr txBox="1"/>
          <p:nvPr/>
        </p:nvSpPr>
        <p:spPr>
          <a:xfrm>
            <a:off x="1712608" y="2102307"/>
            <a:ext cx="1404024" cy="338554"/>
          </a:xfrm>
          <a:prstGeom prst="rect">
            <a:avLst/>
          </a:prstGeom>
          <a:noFill/>
        </p:spPr>
        <p:txBody>
          <a:bodyPr wrap="square" lIns="91440" tIns="45720" rIns="91440" bIns="45720" rtlCol="0" anchor="t">
            <a:spAutoFit/>
          </a:bodyPr>
          <a:lstStyle>
            <a:defPPr>
              <a:defRPr lang="en-US"/>
            </a:defPPr>
            <a:lvl1pPr marL="0" algn="ctr" defTabSz="1217558" rtl="0" eaLnBrk="1" latinLnBrk="0" hangingPunct="1">
              <a:spcBef>
                <a:spcPct val="50000"/>
              </a:spcBef>
              <a:defRPr sz="1800" kern="1200">
                <a:solidFill>
                  <a:schemeClr val="tx1"/>
                </a:solidFill>
                <a:latin typeface="Segoe UI Light" panose="020B0502040204020203" pitchFamily="34" charset="0"/>
                <a:ea typeface="+mn-ea"/>
                <a:cs typeface="Segoe UI Light"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Bef>
                <a:spcPts val="0"/>
              </a:spcBef>
              <a:defRPr/>
            </a:pPr>
            <a:r>
              <a:rPr lang="en-IN" sz="1600" b="1">
                <a:solidFill>
                  <a:schemeClr val="bg2"/>
                </a:solidFill>
                <a:latin typeface="Montserrat" panose="00000500000000000000" pitchFamily="2" charset="0"/>
                <a:cs typeface="Segoe UI"/>
              </a:rPr>
              <a:t>Challenge</a:t>
            </a:r>
            <a:endParaRPr lang="en-US" sz="1600">
              <a:solidFill>
                <a:schemeClr val="bg2"/>
              </a:solidFill>
              <a:latin typeface="Montserrat" panose="00000500000000000000" pitchFamily="2" charset="0"/>
            </a:endParaRPr>
          </a:p>
        </p:txBody>
      </p:sp>
      <p:sp>
        <p:nvSpPr>
          <p:cNvPr id="12" name="TextBox 11">
            <a:extLst>
              <a:ext uri="{FF2B5EF4-FFF2-40B4-BE49-F238E27FC236}">
                <a16:creationId xmlns:a16="http://schemas.microsoft.com/office/drawing/2014/main" id="{51BA8B1D-EC51-3E92-94BC-ED3084F534C1}"/>
              </a:ext>
            </a:extLst>
          </p:cNvPr>
          <p:cNvSpPr txBox="1"/>
          <p:nvPr/>
        </p:nvSpPr>
        <p:spPr>
          <a:xfrm>
            <a:off x="4429312" y="2718613"/>
            <a:ext cx="3310128" cy="2657138"/>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200"/>
              </a:spcAft>
            </a:pPr>
            <a:r>
              <a:rPr lang="en-US" sz="1000" b="1">
                <a:latin typeface="Montserrat" panose="00000500000000000000" pitchFamily="2" charset="0"/>
                <a:ea typeface="+mn-lt"/>
                <a:cs typeface="+mn-lt"/>
              </a:rPr>
              <a:t>AI + Operations Research Decision Engine</a:t>
            </a:r>
            <a:endParaRPr lang="en-US" sz="1000">
              <a:latin typeface="Montserrat" panose="00000500000000000000" pitchFamily="2" charset="0"/>
            </a:endParaRPr>
          </a:p>
          <a:p>
            <a:pPr marL="171450" indent="-171450">
              <a:spcAft>
                <a:spcPts val="200"/>
              </a:spcAft>
              <a:buFont typeface="Wingdings" panose="05000000000000000000" pitchFamily="2" charset="2"/>
              <a:buChar char="v"/>
            </a:pPr>
            <a:r>
              <a:rPr lang="en-US" sz="1000">
                <a:latin typeface="Montserrat" panose="00000500000000000000" pitchFamily="2" charset="0"/>
                <a:ea typeface="+mn-lt"/>
                <a:cs typeface="+mn-lt"/>
              </a:rPr>
              <a:t>Unified demand, inventory &amp; supply data </a:t>
            </a:r>
          </a:p>
          <a:p>
            <a:pPr marL="171450" indent="-171450">
              <a:spcAft>
                <a:spcPts val="200"/>
              </a:spcAft>
              <a:buFont typeface="Wingdings" panose="05000000000000000000" pitchFamily="2" charset="2"/>
              <a:buChar char="v"/>
            </a:pPr>
            <a:r>
              <a:rPr lang="en-US" sz="1000">
                <a:latin typeface="Montserrat" panose="00000500000000000000" pitchFamily="2" charset="0"/>
                <a:ea typeface="+mn-lt"/>
                <a:cs typeface="+mn-lt"/>
              </a:rPr>
              <a:t>ML models predicted demand and stock-out risk </a:t>
            </a:r>
          </a:p>
          <a:p>
            <a:pPr marL="347472" lvl="1" indent="-171450">
              <a:spcAft>
                <a:spcPts val="200"/>
              </a:spcAft>
              <a:buFont typeface="Montserrat" panose="00000500000000000000" pitchFamily="2" charset="0"/>
              <a:buChar char="–"/>
            </a:pPr>
            <a:r>
              <a:rPr lang="en-US" sz="1000">
                <a:latin typeface="Montserrat" panose="00000500000000000000" pitchFamily="2" charset="0"/>
                <a:ea typeface="+mn-lt"/>
                <a:cs typeface="+mn-lt"/>
              </a:rPr>
              <a:t>XG-Boost demand forecasting </a:t>
            </a:r>
            <a:endParaRPr lang="en-US" sz="1000">
              <a:latin typeface="Montserrat" panose="00000500000000000000" pitchFamily="2" charset="0"/>
            </a:endParaRPr>
          </a:p>
          <a:p>
            <a:pPr marL="347472" lvl="1" indent="-171450">
              <a:spcAft>
                <a:spcPts val="200"/>
              </a:spcAft>
              <a:buFont typeface="Montserrat" panose="00000500000000000000" pitchFamily="2" charset="0"/>
              <a:buChar char="–"/>
            </a:pPr>
            <a:r>
              <a:rPr lang="en-US" sz="1000">
                <a:latin typeface="Montserrat" panose="00000500000000000000" pitchFamily="2" charset="0"/>
                <a:ea typeface="+mn-lt"/>
                <a:cs typeface="+mn-lt"/>
              </a:rPr>
              <a:t>Probabilistic demand forecasting</a:t>
            </a:r>
            <a:endParaRPr lang="en-US" sz="1000">
              <a:latin typeface="Montserrat" panose="00000500000000000000" pitchFamily="2" charset="0"/>
            </a:endParaRPr>
          </a:p>
          <a:p>
            <a:pPr marL="171450" indent="-171450">
              <a:spcAft>
                <a:spcPts val="200"/>
              </a:spcAft>
              <a:buFont typeface="Wingdings" panose="05000000000000000000" pitchFamily="2" charset="2"/>
              <a:buChar char="v"/>
            </a:pPr>
            <a:r>
              <a:rPr lang="en-US" sz="1000">
                <a:latin typeface="Montserrat" panose="00000500000000000000" pitchFamily="2" charset="0"/>
                <a:ea typeface="+mn-lt"/>
                <a:cs typeface="+mn-lt"/>
              </a:rPr>
              <a:t>Inventory Optimization using Operations Research</a:t>
            </a:r>
          </a:p>
          <a:p>
            <a:pPr marL="347472" lvl="1" indent="-171450">
              <a:spcAft>
                <a:spcPts val="200"/>
              </a:spcAft>
              <a:buFont typeface="Montserrat" panose="00000500000000000000" pitchFamily="2" charset="0"/>
              <a:buChar char="–"/>
            </a:pPr>
            <a:r>
              <a:rPr lang="en-US" sz="1000">
                <a:latin typeface="Montserrat" panose="00000500000000000000" pitchFamily="2" charset="0"/>
                <a:ea typeface="+mn-lt"/>
                <a:cs typeface="+mn-lt"/>
              </a:rPr>
              <a:t>Multi-Echelon Inventory Optimization</a:t>
            </a:r>
          </a:p>
          <a:p>
            <a:pPr marL="347472" lvl="1" indent="-171450">
              <a:spcAft>
                <a:spcPts val="200"/>
              </a:spcAft>
              <a:buFont typeface="Montserrat" panose="00000500000000000000" pitchFamily="2" charset="0"/>
              <a:buChar char="–"/>
            </a:pPr>
            <a:r>
              <a:rPr lang="en-US" sz="1000">
                <a:latin typeface="Montserrat" panose="00000500000000000000" pitchFamily="2" charset="0"/>
                <a:ea typeface="+mn-lt"/>
                <a:cs typeface="+mn-lt"/>
              </a:rPr>
              <a:t>Mixed Integer Linear Programming </a:t>
            </a:r>
          </a:p>
          <a:p>
            <a:pPr marL="171450" indent="-171450">
              <a:spcAft>
                <a:spcPts val="200"/>
              </a:spcAft>
              <a:buFont typeface="Wingdings" panose="05000000000000000000" pitchFamily="2" charset="2"/>
              <a:buChar char="v"/>
            </a:pPr>
            <a:r>
              <a:rPr lang="en-US" sz="1000">
                <a:latin typeface="Montserrat" panose="00000500000000000000" pitchFamily="2" charset="0"/>
                <a:ea typeface="+mn-lt"/>
                <a:cs typeface="+mn-lt"/>
              </a:rPr>
              <a:t>Optimized safety stock, replenishment &amp; inventory allocation </a:t>
            </a:r>
          </a:p>
          <a:p>
            <a:pPr marL="347472" lvl="1" indent="-171450">
              <a:spcAft>
                <a:spcPts val="200"/>
              </a:spcAft>
              <a:buFont typeface="Montserrat" panose="00000500000000000000" pitchFamily="2" charset="0"/>
              <a:buChar char="–"/>
            </a:pPr>
            <a:r>
              <a:rPr lang="en-US" sz="1000">
                <a:latin typeface="Montserrat" panose="00000500000000000000" pitchFamily="2" charset="0"/>
                <a:ea typeface="+mn-lt"/>
                <a:cs typeface="+mn-lt"/>
              </a:rPr>
              <a:t>Safety Stock Optimization</a:t>
            </a:r>
          </a:p>
          <a:p>
            <a:pPr marL="171450" indent="-171450">
              <a:spcAft>
                <a:spcPts val="200"/>
              </a:spcAft>
              <a:buFont typeface="Wingdings" panose="05000000000000000000" pitchFamily="2" charset="2"/>
              <a:buChar char="v"/>
            </a:pPr>
            <a:r>
              <a:rPr lang="en-US" sz="1000">
                <a:latin typeface="Montserrat" panose="00000500000000000000" pitchFamily="2" charset="0"/>
                <a:ea typeface="+mn-lt"/>
                <a:cs typeface="+mn-lt"/>
              </a:rPr>
              <a:t>Explainable recommendations delivered through planner dashboard</a:t>
            </a:r>
          </a:p>
        </p:txBody>
      </p:sp>
      <p:sp>
        <p:nvSpPr>
          <p:cNvPr id="16" name="TextBox 27">
            <a:extLst>
              <a:ext uri="{FF2B5EF4-FFF2-40B4-BE49-F238E27FC236}">
                <a16:creationId xmlns:a16="http://schemas.microsoft.com/office/drawing/2014/main" id="{1C338A59-4DCE-E4CC-9CF5-984125FFE4DE}"/>
              </a:ext>
            </a:extLst>
          </p:cNvPr>
          <p:cNvSpPr txBox="1"/>
          <p:nvPr/>
        </p:nvSpPr>
        <p:spPr>
          <a:xfrm>
            <a:off x="5299604" y="2102307"/>
            <a:ext cx="1404024" cy="338554"/>
          </a:xfrm>
          <a:prstGeom prst="rect">
            <a:avLst/>
          </a:prstGeom>
          <a:noFill/>
        </p:spPr>
        <p:txBody>
          <a:bodyPr wrap="square" lIns="91440" tIns="45720" rIns="91440" bIns="45720" rtlCol="0" anchor="t">
            <a:spAutoFit/>
          </a:bodyPr>
          <a:lstStyle>
            <a:defPPr>
              <a:defRPr lang="en-US"/>
            </a:defPPr>
            <a:lvl1pPr marL="0" algn="ctr" defTabSz="1217558" rtl="0" eaLnBrk="1" latinLnBrk="0" hangingPunct="1">
              <a:spcBef>
                <a:spcPct val="50000"/>
              </a:spcBef>
              <a:defRPr sz="1800" kern="1200">
                <a:solidFill>
                  <a:schemeClr val="tx1"/>
                </a:solidFill>
                <a:latin typeface="Segoe UI Light" panose="020B0502040204020203" pitchFamily="34" charset="0"/>
                <a:ea typeface="+mn-ea"/>
                <a:cs typeface="Segoe UI Light"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Bef>
                <a:spcPts val="0"/>
              </a:spcBef>
              <a:defRPr/>
            </a:pPr>
            <a:r>
              <a:rPr lang="en-IN" sz="1600" b="1">
                <a:solidFill>
                  <a:schemeClr val="bg2"/>
                </a:solidFill>
                <a:latin typeface="Montserrat" panose="00000500000000000000" pitchFamily="2" charset="0"/>
                <a:cs typeface="Segoe UI"/>
              </a:rPr>
              <a:t>Solution</a:t>
            </a:r>
            <a:endParaRPr lang="en-US" sz="1600">
              <a:solidFill>
                <a:schemeClr val="bg2"/>
              </a:solidFill>
              <a:latin typeface="Montserrat" panose="00000500000000000000" pitchFamily="2" charset="0"/>
            </a:endParaRPr>
          </a:p>
        </p:txBody>
      </p:sp>
      <p:sp>
        <p:nvSpPr>
          <p:cNvPr id="18" name="Rounded Rectangle 17">
            <a:extLst>
              <a:ext uri="{FF2B5EF4-FFF2-40B4-BE49-F238E27FC236}">
                <a16:creationId xmlns:a16="http://schemas.microsoft.com/office/drawing/2014/main" id="{C9E0616B-7B6B-4EF9-BA31-C09AB743F9E8}"/>
              </a:ext>
            </a:extLst>
          </p:cNvPr>
          <p:cNvSpPr/>
          <p:nvPr/>
        </p:nvSpPr>
        <p:spPr>
          <a:xfrm>
            <a:off x="8187650" y="3806827"/>
            <a:ext cx="1627632" cy="369332"/>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800">
                <a:solidFill>
                  <a:schemeClr val="bg1"/>
                </a:solidFill>
                <a:latin typeface="Montserrat" panose="00000500000000000000" pitchFamily="2" charset="0"/>
                <a:ea typeface="+mn-lt"/>
                <a:cs typeface="+mn-lt"/>
              </a:rPr>
              <a:t>Stock-outs </a:t>
            </a:r>
            <a:endParaRPr lang="en-US" sz="1400">
              <a:solidFill>
                <a:schemeClr val="bg1"/>
              </a:solidFill>
              <a:latin typeface="Montserrat" panose="00000500000000000000" pitchFamily="2" charset="0"/>
            </a:endParaRPr>
          </a:p>
        </p:txBody>
      </p:sp>
      <p:sp>
        <p:nvSpPr>
          <p:cNvPr id="25" name="Rounded Rectangle 24">
            <a:extLst>
              <a:ext uri="{FF2B5EF4-FFF2-40B4-BE49-F238E27FC236}">
                <a16:creationId xmlns:a16="http://schemas.microsoft.com/office/drawing/2014/main" id="{2E0C6BC4-953A-8CB9-4D6A-9A73685BD922}"/>
              </a:ext>
            </a:extLst>
          </p:cNvPr>
          <p:cNvSpPr/>
          <p:nvPr/>
        </p:nvSpPr>
        <p:spPr>
          <a:xfrm>
            <a:off x="9843631" y="3806827"/>
            <a:ext cx="1627632" cy="369332"/>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800">
                <a:solidFill>
                  <a:schemeClr val="bg1"/>
                </a:solidFill>
                <a:latin typeface="Montserrat" panose="00000500000000000000" pitchFamily="2" charset="0"/>
                <a:ea typeface="+mn-lt"/>
                <a:cs typeface="+mn-lt"/>
              </a:rPr>
              <a:t>Service Level </a:t>
            </a:r>
            <a:endParaRPr lang="en-US" sz="1400">
              <a:solidFill>
                <a:schemeClr val="bg1"/>
              </a:solidFill>
              <a:latin typeface="Montserrat" panose="00000500000000000000" pitchFamily="2" charset="0"/>
            </a:endParaRPr>
          </a:p>
        </p:txBody>
      </p:sp>
      <p:sp>
        <p:nvSpPr>
          <p:cNvPr id="28" name="Rounded Rectangle 27">
            <a:extLst>
              <a:ext uri="{FF2B5EF4-FFF2-40B4-BE49-F238E27FC236}">
                <a16:creationId xmlns:a16="http://schemas.microsoft.com/office/drawing/2014/main" id="{6C679FB8-662D-B149-1E9E-7B503B922252}"/>
              </a:ext>
            </a:extLst>
          </p:cNvPr>
          <p:cNvSpPr/>
          <p:nvPr/>
        </p:nvSpPr>
        <p:spPr>
          <a:xfrm>
            <a:off x="9843631" y="4214228"/>
            <a:ext cx="1627632" cy="380375"/>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800">
                <a:solidFill>
                  <a:schemeClr val="bg1"/>
                </a:solidFill>
                <a:latin typeface="Montserrat" panose="00000500000000000000" pitchFamily="2" charset="0"/>
                <a:ea typeface="+mn-lt"/>
                <a:cs typeface="+mn-lt"/>
              </a:rPr>
              <a:t>Planner Productivity </a:t>
            </a:r>
            <a:endParaRPr lang="en-US" sz="1400">
              <a:solidFill>
                <a:schemeClr val="bg1"/>
              </a:solidFill>
              <a:latin typeface="Montserrat" panose="00000500000000000000" pitchFamily="2" charset="0"/>
            </a:endParaRPr>
          </a:p>
        </p:txBody>
      </p:sp>
      <p:sp>
        <p:nvSpPr>
          <p:cNvPr id="30" name="TextBox 29">
            <a:extLst>
              <a:ext uri="{FF2B5EF4-FFF2-40B4-BE49-F238E27FC236}">
                <a16:creationId xmlns:a16="http://schemas.microsoft.com/office/drawing/2014/main" id="{8FBA7413-AF25-069E-6F01-A0CB938985B2}"/>
              </a:ext>
            </a:extLst>
          </p:cNvPr>
          <p:cNvSpPr txBox="1"/>
          <p:nvPr/>
        </p:nvSpPr>
        <p:spPr>
          <a:xfrm>
            <a:off x="8187651" y="2718613"/>
            <a:ext cx="3310128" cy="1143903"/>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200"/>
              </a:spcAft>
            </a:pPr>
            <a:r>
              <a:rPr lang="en-US" sz="1000" b="1">
                <a:latin typeface="Montserrat" panose="00000500000000000000" pitchFamily="2" charset="0"/>
                <a:ea typeface="+mn-lt"/>
                <a:cs typeface="+mn-lt"/>
              </a:rPr>
              <a:t>Business Impact</a:t>
            </a:r>
            <a:endParaRPr lang="en-US" sz="1000">
              <a:latin typeface="Montserrat" panose="00000500000000000000" pitchFamily="2" charset="0"/>
            </a:endParaRPr>
          </a:p>
          <a:p>
            <a:pPr marL="171450" indent="-171450">
              <a:spcAft>
                <a:spcPts val="200"/>
              </a:spcAft>
              <a:buFont typeface="Wingdings" panose="05000000000000000000" pitchFamily="2" charset="2"/>
              <a:buChar char="v"/>
            </a:pPr>
            <a:r>
              <a:rPr lang="en-US" sz="1000">
                <a:latin typeface="Montserrat" panose="00000500000000000000" pitchFamily="2" charset="0"/>
                <a:ea typeface="+mn-lt"/>
                <a:cs typeface="+mn-lt"/>
              </a:rPr>
              <a:t>Significant reduction in DC stock-outs </a:t>
            </a:r>
            <a:endParaRPr lang="en-US" sz="1000">
              <a:latin typeface="Montserrat" panose="00000500000000000000" pitchFamily="2" charset="0"/>
            </a:endParaRPr>
          </a:p>
          <a:p>
            <a:pPr marL="171450" indent="-171450">
              <a:spcAft>
                <a:spcPts val="200"/>
              </a:spcAft>
              <a:buFont typeface="Wingdings" panose="05000000000000000000" pitchFamily="2" charset="2"/>
              <a:buChar char="v"/>
            </a:pPr>
            <a:r>
              <a:rPr lang="en-US" sz="1000">
                <a:latin typeface="Montserrat" panose="00000500000000000000" pitchFamily="2" charset="0"/>
                <a:ea typeface="+mn-lt"/>
                <a:cs typeface="+mn-lt"/>
              </a:rPr>
              <a:t>Higher product availability &amp; customer service </a:t>
            </a:r>
            <a:endParaRPr lang="en-US" sz="1000">
              <a:latin typeface="Montserrat" panose="00000500000000000000" pitchFamily="2" charset="0"/>
            </a:endParaRPr>
          </a:p>
          <a:p>
            <a:pPr marL="171450" indent="-171450">
              <a:spcAft>
                <a:spcPts val="200"/>
              </a:spcAft>
              <a:buFont typeface="Wingdings" panose="05000000000000000000" pitchFamily="2" charset="2"/>
              <a:buChar char="v"/>
            </a:pPr>
            <a:r>
              <a:rPr lang="en-US" sz="1000">
                <a:latin typeface="Montserrat" panose="00000500000000000000" pitchFamily="2" charset="0"/>
                <a:ea typeface="+mn-lt"/>
                <a:cs typeface="+mn-lt"/>
              </a:rPr>
              <a:t>Lower network inventory and working capital </a:t>
            </a:r>
            <a:endParaRPr lang="en-US" sz="1000">
              <a:latin typeface="Montserrat" panose="00000500000000000000" pitchFamily="2" charset="0"/>
            </a:endParaRPr>
          </a:p>
          <a:p>
            <a:pPr marL="171450" indent="-171450">
              <a:spcAft>
                <a:spcPts val="200"/>
              </a:spcAft>
              <a:buFont typeface="Wingdings" panose="05000000000000000000" pitchFamily="2" charset="2"/>
              <a:buChar char="v"/>
            </a:pPr>
            <a:r>
              <a:rPr lang="en-US" sz="1000">
                <a:latin typeface="Montserrat" panose="00000500000000000000" pitchFamily="2" charset="0"/>
                <a:ea typeface="+mn-lt"/>
                <a:cs typeface="+mn-lt"/>
              </a:rPr>
              <a:t>Faster, data-driven replenishment decisions</a:t>
            </a:r>
            <a:endParaRPr lang="en-US" sz="1000">
              <a:latin typeface="Montserrat" panose="00000500000000000000" pitchFamily="2" charset="0"/>
            </a:endParaRPr>
          </a:p>
          <a:p>
            <a:pPr>
              <a:spcAft>
                <a:spcPts val="200"/>
              </a:spcAft>
            </a:pPr>
            <a:endParaRPr lang="en-US" sz="1000">
              <a:latin typeface="Montserrat" panose="00000500000000000000" pitchFamily="2" charset="0"/>
              <a:ea typeface="Segoe UI Historic"/>
              <a:cs typeface="Segoe UI Light"/>
            </a:endParaRPr>
          </a:p>
        </p:txBody>
      </p:sp>
      <p:sp>
        <p:nvSpPr>
          <p:cNvPr id="31" name="TextBox 27">
            <a:extLst>
              <a:ext uri="{FF2B5EF4-FFF2-40B4-BE49-F238E27FC236}">
                <a16:creationId xmlns:a16="http://schemas.microsoft.com/office/drawing/2014/main" id="{89E2A359-29D5-37DF-A944-656703EC9F2F}"/>
              </a:ext>
            </a:extLst>
          </p:cNvPr>
          <p:cNvSpPr txBox="1"/>
          <p:nvPr/>
        </p:nvSpPr>
        <p:spPr>
          <a:xfrm>
            <a:off x="9105900" y="2102307"/>
            <a:ext cx="1404024" cy="338554"/>
          </a:xfrm>
          <a:prstGeom prst="rect">
            <a:avLst/>
          </a:prstGeom>
          <a:noFill/>
        </p:spPr>
        <p:txBody>
          <a:bodyPr wrap="square" lIns="91440" tIns="45720" rIns="91440" bIns="45720" rtlCol="0" anchor="t">
            <a:spAutoFit/>
          </a:bodyPr>
          <a:lstStyle>
            <a:defPPr>
              <a:defRPr lang="en-US"/>
            </a:defPPr>
            <a:lvl1pPr marL="0" algn="ctr" defTabSz="1217558" rtl="0" eaLnBrk="1" latinLnBrk="0" hangingPunct="1">
              <a:spcBef>
                <a:spcPct val="50000"/>
              </a:spcBef>
              <a:defRPr sz="1800" kern="1200">
                <a:solidFill>
                  <a:schemeClr val="tx1"/>
                </a:solidFill>
                <a:latin typeface="Segoe UI Light" panose="020B0502040204020203" pitchFamily="34" charset="0"/>
                <a:ea typeface="+mn-ea"/>
                <a:cs typeface="Segoe UI Light"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Bef>
                <a:spcPts val="0"/>
              </a:spcBef>
              <a:defRPr/>
            </a:pPr>
            <a:r>
              <a:rPr lang="en-IN" sz="1600" b="1">
                <a:solidFill>
                  <a:schemeClr val="bg2"/>
                </a:solidFill>
                <a:latin typeface="Montserrat" panose="00000500000000000000" pitchFamily="2" charset="0"/>
                <a:cs typeface="Segoe UI"/>
              </a:rPr>
              <a:t>Outcome</a:t>
            </a:r>
            <a:endParaRPr lang="en-US" sz="1600">
              <a:solidFill>
                <a:schemeClr val="bg2"/>
              </a:solidFill>
              <a:latin typeface="Montserrat" panose="00000500000000000000" pitchFamily="2" charset="0"/>
            </a:endParaRPr>
          </a:p>
        </p:txBody>
      </p:sp>
      <p:sp>
        <p:nvSpPr>
          <p:cNvPr id="32" name="Rounded Rectangle 31">
            <a:extLst>
              <a:ext uri="{FF2B5EF4-FFF2-40B4-BE49-F238E27FC236}">
                <a16:creationId xmlns:a16="http://schemas.microsoft.com/office/drawing/2014/main" id="{485216A9-2FBD-E206-8491-2B51EE3A208B}"/>
              </a:ext>
            </a:extLst>
          </p:cNvPr>
          <p:cNvSpPr/>
          <p:nvPr/>
        </p:nvSpPr>
        <p:spPr>
          <a:xfrm>
            <a:off x="8187650" y="4219749"/>
            <a:ext cx="1627632" cy="369332"/>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800">
                <a:solidFill>
                  <a:schemeClr val="bg1"/>
                </a:solidFill>
                <a:latin typeface="Montserrat" panose="00000500000000000000" pitchFamily="2" charset="0"/>
                <a:ea typeface="+mn-lt"/>
                <a:cs typeface="+mn-lt"/>
              </a:rPr>
              <a:t>Working Capital </a:t>
            </a:r>
            <a:endParaRPr lang="en-US" sz="1400">
              <a:solidFill>
                <a:schemeClr val="bg1"/>
              </a:solidFill>
              <a:latin typeface="Montserrat" panose="00000500000000000000" pitchFamily="2" charset="0"/>
            </a:endParaRPr>
          </a:p>
        </p:txBody>
      </p:sp>
      <p:sp>
        <p:nvSpPr>
          <p:cNvPr id="8" name="Arrow: Up 7">
            <a:extLst>
              <a:ext uri="{FF2B5EF4-FFF2-40B4-BE49-F238E27FC236}">
                <a16:creationId xmlns:a16="http://schemas.microsoft.com/office/drawing/2014/main" id="{05FBB5D0-0CC0-6BB8-F254-3F3BA17A47D8}"/>
              </a:ext>
            </a:extLst>
          </p:cNvPr>
          <p:cNvSpPr/>
          <p:nvPr/>
        </p:nvSpPr>
        <p:spPr>
          <a:xfrm>
            <a:off x="9562433" y="3891572"/>
            <a:ext cx="134896" cy="199842"/>
          </a:xfrm>
          <a:prstGeom prst="up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Up 19">
            <a:extLst>
              <a:ext uri="{FF2B5EF4-FFF2-40B4-BE49-F238E27FC236}">
                <a16:creationId xmlns:a16="http://schemas.microsoft.com/office/drawing/2014/main" id="{B5CEA03D-3949-FED0-272A-D91794C55BC5}"/>
              </a:ext>
            </a:extLst>
          </p:cNvPr>
          <p:cNvSpPr/>
          <p:nvPr/>
        </p:nvSpPr>
        <p:spPr>
          <a:xfrm rot="10800000">
            <a:off x="9562433" y="4304494"/>
            <a:ext cx="134896" cy="199842"/>
          </a:xfrm>
          <a:prstGeom prst="up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Top Corners Rounded 35">
            <a:extLst>
              <a:ext uri="{FF2B5EF4-FFF2-40B4-BE49-F238E27FC236}">
                <a16:creationId xmlns:a16="http://schemas.microsoft.com/office/drawing/2014/main" id="{B5947CE3-6B54-495D-3520-AFB4758E78AE}"/>
              </a:ext>
            </a:extLst>
          </p:cNvPr>
          <p:cNvSpPr/>
          <p:nvPr/>
        </p:nvSpPr>
        <p:spPr>
          <a:xfrm rot="10800000">
            <a:off x="767469" y="1900997"/>
            <a:ext cx="741175" cy="741175"/>
          </a:xfrm>
          <a:prstGeom prst="round2Same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Top Corners Rounded 37">
            <a:extLst>
              <a:ext uri="{FF2B5EF4-FFF2-40B4-BE49-F238E27FC236}">
                <a16:creationId xmlns:a16="http://schemas.microsoft.com/office/drawing/2014/main" id="{2C62D292-AA46-A43C-2719-69D24A30C5AE}"/>
              </a:ext>
            </a:extLst>
          </p:cNvPr>
          <p:cNvSpPr/>
          <p:nvPr/>
        </p:nvSpPr>
        <p:spPr>
          <a:xfrm rot="10800000">
            <a:off x="4501337" y="1900997"/>
            <a:ext cx="741175" cy="741175"/>
          </a:xfrm>
          <a:prstGeom prst="round2Same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Top Corners Rounded 39">
            <a:extLst>
              <a:ext uri="{FF2B5EF4-FFF2-40B4-BE49-F238E27FC236}">
                <a16:creationId xmlns:a16="http://schemas.microsoft.com/office/drawing/2014/main" id="{D235F147-0178-F2B1-7B99-604DCF8D99F4}"/>
              </a:ext>
            </a:extLst>
          </p:cNvPr>
          <p:cNvSpPr/>
          <p:nvPr/>
        </p:nvSpPr>
        <p:spPr>
          <a:xfrm rot="10800000">
            <a:off x="8264184" y="1900997"/>
            <a:ext cx="741175" cy="741175"/>
          </a:xfrm>
          <a:prstGeom prst="round2Same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Arrow: Up 41">
            <a:extLst>
              <a:ext uri="{FF2B5EF4-FFF2-40B4-BE49-F238E27FC236}">
                <a16:creationId xmlns:a16="http://schemas.microsoft.com/office/drawing/2014/main" id="{296A1059-0ADB-1D3E-6AD5-E29E809E8E45}"/>
              </a:ext>
            </a:extLst>
          </p:cNvPr>
          <p:cNvSpPr/>
          <p:nvPr/>
        </p:nvSpPr>
        <p:spPr>
          <a:xfrm>
            <a:off x="11220262" y="3891572"/>
            <a:ext cx="134896" cy="199842"/>
          </a:xfrm>
          <a:prstGeom prst="up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Arrow: Up 42">
            <a:extLst>
              <a:ext uri="{FF2B5EF4-FFF2-40B4-BE49-F238E27FC236}">
                <a16:creationId xmlns:a16="http://schemas.microsoft.com/office/drawing/2014/main" id="{B9B2001D-4DBF-E3D8-3102-74FA1A26D64E}"/>
              </a:ext>
            </a:extLst>
          </p:cNvPr>
          <p:cNvSpPr/>
          <p:nvPr/>
        </p:nvSpPr>
        <p:spPr>
          <a:xfrm>
            <a:off x="11220262" y="4304494"/>
            <a:ext cx="134896" cy="199842"/>
          </a:xfrm>
          <a:prstGeom prst="up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Graphic 45">
            <a:extLst>
              <a:ext uri="{FF2B5EF4-FFF2-40B4-BE49-F238E27FC236}">
                <a16:creationId xmlns:a16="http://schemas.microsoft.com/office/drawing/2014/main" id="{5247EC2F-57A9-C30B-5456-33BE71B6F0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9557" y="2003085"/>
            <a:ext cx="536999" cy="536999"/>
          </a:xfrm>
          <a:prstGeom prst="rect">
            <a:avLst/>
          </a:prstGeom>
        </p:spPr>
      </p:pic>
      <p:pic>
        <p:nvPicPr>
          <p:cNvPr id="49" name="Graphic 48">
            <a:extLst>
              <a:ext uri="{FF2B5EF4-FFF2-40B4-BE49-F238E27FC236}">
                <a16:creationId xmlns:a16="http://schemas.microsoft.com/office/drawing/2014/main" id="{6FD86409-C56F-85D3-4BD7-2004B98433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02176" y="2001837"/>
            <a:ext cx="539496" cy="539496"/>
          </a:xfrm>
          <a:prstGeom prst="rect">
            <a:avLst/>
          </a:prstGeom>
        </p:spPr>
      </p:pic>
      <p:pic>
        <p:nvPicPr>
          <p:cNvPr id="52" name="Graphic 51">
            <a:extLst>
              <a:ext uri="{FF2B5EF4-FFF2-40B4-BE49-F238E27FC236}">
                <a16:creationId xmlns:a16="http://schemas.microsoft.com/office/drawing/2014/main" id="{EBD51445-75F3-9179-6A33-E567B4B97C6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65023" y="2001836"/>
            <a:ext cx="539496" cy="539496"/>
          </a:xfrm>
          <a:prstGeom prst="rect">
            <a:avLst/>
          </a:prstGeom>
        </p:spPr>
      </p:pic>
      <p:sp>
        <p:nvSpPr>
          <p:cNvPr id="9" name="Text 4">
            <a:extLst>
              <a:ext uri="{FF2B5EF4-FFF2-40B4-BE49-F238E27FC236}">
                <a16:creationId xmlns:a16="http://schemas.microsoft.com/office/drawing/2014/main" id="{B887F84E-78A3-F675-54E5-D4C7AB21610F}"/>
              </a:ext>
            </a:extLst>
          </p:cNvPr>
          <p:cNvSpPr/>
          <p:nvPr/>
        </p:nvSpPr>
        <p:spPr>
          <a:xfrm>
            <a:off x="501834" y="1086853"/>
            <a:ext cx="11277637" cy="495494"/>
          </a:xfrm>
          <a:prstGeom prst="rect">
            <a:avLst/>
          </a:prstGeom>
          <a:noFill/>
          <a:ln/>
        </p:spPr>
        <p:txBody>
          <a:bodyPr wrap="square" lIns="0" tIns="0" rIns="0" bIns="0" rtlCol="0" anchor="ctr"/>
          <a:lstStyle/>
          <a:p>
            <a:r>
              <a:rPr lang="en-US" sz="1600">
                <a:latin typeface="Montserrat Light"/>
              </a:rPr>
              <a:t>Eliminating Distribution Center Stock-outs through AI-Driven Multi-Echelon Inventory Optimization</a:t>
            </a:r>
          </a:p>
        </p:txBody>
      </p:sp>
    </p:spTree>
    <p:extLst>
      <p:ext uri="{BB962C8B-B14F-4D97-AF65-F5344CB8AC3E}">
        <p14:creationId xmlns:p14="http://schemas.microsoft.com/office/powerpoint/2010/main" val="15611294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E0C9BBB-273D-85AA-9517-87DE7C777D6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139D6F6-13EF-92D3-618D-1346C1E4F0C3}"/>
              </a:ext>
            </a:extLst>
          </p:cNvPr>
          <p:cNvSpPr>
            <a:spLocks noGrp="1"/>
          </p:cNvSpPr>
          <p:nvPr>
            <p:ph type="title"/>
          </p:nvPr>
        </p:nvSpPr>
        <p:spPr/>
        <p:txBody>
          <a:bodyPr/>
          <a:lstStyle/>
          <a:p>
            <a:r>
              <a:rPr lang="en-US"/>
              <a:t>Case Study 2: Scheduling Optimization</a:t>
            </a:r>
          </a:p>
        </p:txBody>
      </p:sp>
      <p:sp>
        <p:nvSpPr>
          <p:cNvPr id="4" name="Slide Number Placeholder 3">
            <a:extLst>
              <a:ext uri="{FF2B5EF4-FFF2-40B4-BE49-F238E27FC236}">
                <a16:creationId xmlns:a16="http://schemas.microsoft.com/office/drawing/2014/main" id="{F07BAD8D-768F-6CA4-90E1-445A803E4819}"/>
              </a:ext>
            </a:extLst>
          </p:cNvPr>
          <p:cNvSpPr>
            <a:spLocks noGrp="1"/>
          </p:cNvSpPr>
          <p:nvPr>
            <p:ph type="sldNum" sz="quarter" idx="12"/>
          </p:nvPr>
        </p:nvSpPr>
        <p:spPr/>
        <p:txBody>
          <a:bodyPr/>
          <a:lstStyle/>
          <a:p>
            <a:fld id="{330EA680-D336-4FF7-8B7A-9848BB0A1C32}" type="slidenum">
              <a:rPr lang="en-US" smtClean="0"/>
              <a:pPr/>
              <a:t>49</a:t>
            </a:fld>
            <a:endParaRPr lang="en-US"/>
          </a:p>
        </p:txBody>
      </p:sp>
      <p:sp>
        <p:nvSpPr>
          <p:cNvPr id="3" name="Date Placeholder 2">
            <a:extLst>
              <a:ext uri="{FF2B5EF4-FFF2-40B4-BE49-F238E27FC236}">
                <a16:creationId xmlns:a16="http://schemas.microsoft.com/office/drawing/2014/main" id="{BB91B0A0-97BD-49BA-CC70-C62431840782}"/>
              </a:ext>
            </a:extLst>
          </p:cNvPr>
          <p:cNvSpPr>
            <a:spLocks noGrp="1"/>
          </p:cNvSpPr>
          <p:nvPr>
            <p:ph type="dt" sz="half" idx="2"/>
          </p:nvPr>
        </p:nvSpPr>
        <p:spPr/>
        <p:txBody>
          <a:bodyPr/>
          <a:lstStyle/>
          <a:p>
            <a:r>
              <a:rPr lang="en-US"/>
              <a:t>© SYREN CLOUD INC – 2026 – ALL RIGHTS RESERVED</a:t>
            </a:r>
          </a:p>
        </p:txBody>
      </p:sp>
      <p:sp>
        <p:nvSpPr>
          <p:cNvPr id="26" name="Rounded Rectangle 1">
            <a:extLst>
              <a:ext uri="{FF2B5EF4-FFF2-40B4-BE49-F238E27FC236}">
                <a16:creationId xmlns:a16="http://schemas.microsoft.com/office/drawing/2014/main" id="{E5D2CA6E-A741-C4ED-DD1A-C48FA9C035E9}"/>
              </a:ext>
            </a:extLst>
          </p:cNvPr>
          <p:cNvSpPr/>
          <p:nvPr/>
        </p:nvSpPr>
        <p:spPr>
          <a:xfrm>
            <a:off x="527207" y="1905000"/>
            <a:ext cx="3644155" cy="3933112"/>
          </a:xfrm>
          <a:prstGeom prst="roundRect">
            <a:avLst>
              <a:gd name="adj" fmla="val 698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ounded Rectangle 5">
            <a:extLst>
              <a:ext uri="{FF2B5EF4-FFF2-40B4-BE49-F238E27FC236}">
                <a16:creationId xmlns:a16="http://schemas.microsoft.com/office/drawing/2014/main" id="{409F4F9D-3486-1F79-48D3-380260D2B97A}"/>
              </a:ext>
            </a:extLst>
          </p:cNvPr>
          <p:cNvSpPr/>
          <p:nvPr/>
        </p:nvSpPr>
        <p:spPr>
          <a:xfrm>
            <a:off x="4262299" y="1905000"/>
            <a:ext cx="3644155" cy="3933112"/>
          </a:xfrm>
          <a:prstGeom prst="roundRect">
            <a:avLst>
              <a:gd name="adj" fmla="val 698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ounded Rectangle 6">
            <a:extLst>
              <a:ext uri="{FF2B5EF4-FFF2-40B4-BE49-F238E27FC236}">
                <a16:creationId xmlns:a16="http://schemas.microsoft.com/office/drawing/2014/main" id="{BAB78E9C-59A7-A829-6306-DC7954B0BE97}"/>
              </a:ext>
            </a:extLst>
          </p:cNvPr>
          <p:cNvSpPr/>
          <p:nvPr/>
        </p:nvSpPr>
        <p:spPr>
          <a:xfrm>
            <a:off x="8020638" y="1905000"/>
            <a:ext cx="3644155" cy="3933112"/>
          </a:xfrm>
          <a:prstGeom prst="roundRect">
            <a:avLst>
              <a:gd name="adj" fmla="val 698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073111A5-1F27-7946-9149-77C59C9415FA}"/>
              </a:ext>
            </a:extLst>
          </p:cNvPr>
          <p:cNvSpPr txBox="1"/>
          <p:nvPr/>
        </p:nvSpPr>
        <p:spPr>
          <a:xfrm>
            <a:off x="692392" y="2722615"/>
            <a:ext cx="3308268" cy="2272417"/>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spcAft>
                <a:spcPts val="200"/>
              </a:spcAft>
              <a:buFont typeface="Wingdings" panose="05000000000000000000" pitchFamily="2" charset="2"/>
              <a:buChar char="v"/>
            </a:pPr>
            <a:r>
              <a:rPr lang="en-US" sz="1000">
                <a:latin typeface="Montserrat" panose="00000500000000000000" pitchFamily="2" charset="0"/>
                <a:ea typeface="+mn-lt"/>
                <a:cs typeface="+mn-lt"/>
              </a:rPr>
              <a:t>Frequent production schedule changes and firefighting </a:t>
            </a:r>
          </a:p>
          <a:p>
            <a:pPr marL="171450" indent="-171450">
              <a:spcAft>
                <a:spcPts val="200"/>
              </a:spcAft>
              <a:buFont typeface="Wingdings" panose="05000000000000000000" pitchFamily="2" charset="2"/>
              <a:buChar char="v"/>
            </a:pPr>
            <a:r>
              <a:rPr lang="en-US" sz="1000">
                <a:latin typeface="Montserrat" panose="00000500000000000000" pitchFamily="2" charset="0"/>
                <a:ea typeface="+mn-lt"/>
                <a:cs typeface="+mn-lt"/>
              </a:rPr>
              <a:t>High changeover losses reducing line utilization </a:t>
            </a:r>
          </a:p>
          <a:p>
            <a:pPr marL="171450" indent="-171450">
              <a:spcAft>
                <a:spcPts val="200"/>
              </a:spcAft>
              <a:buFont typeface="Wingdings" panose="05000000000000000000" pitchFamily="2" charset="2"/>
              <a:buChar char="v"/>
            </a:pPr>
            <a:r>
              <a:rPr lang="en-US" sz="1000">
                <a:latin typeface="Montserrat" panose="00000500000000000000" pitchFamily="2" charset="0"/>
                <a:ea typeface="+mn-lt"/>
                <a:cs typeface="+mn-lt"/>
              </a:rPr>
              <a:t>Capacity constraints during peak demand periods </a:t>
            </a:r>
          </a:p>
          <a:p>
            <a:pPr marL="171450" indent="-171450">
              <a:spcAft>
                <a:spcPts val="200"/>
              </a:spcAft>
              <a:buFont typeface="Wingdings" panose="05000000000000000000" pitchFamily="2" charset="2"/>
              <a:buChar char="v"/>
            </a:pPr>
            <a:r>
              <a:rPr lang="en-US" sz="1000">
                <a:latin typeface="Montserrat" panose="00000500000000000000" pitchFamily="2" charset="0"/>
                <a:ea typeface="+mn-lt"/>
                <a:cs typeface="+mn-lt"/>
              </a:rPr>
              <a:t>Manual scheduling unable to balance competing priorities</a:t>
            </a:r>
          </a:p>
          <a:p>
            <a:pPr>
              <a:spcAft>
                <a:spcPts val="200"/>
              </a:spcAft>
            </a:pPr>
            <a:endParaRPr lang="en-US" sz="1000" b="1">
              <a:latin typeface="Montserrat" panose="00000500000000000000" pitchFamily="2" charset="0"/>
              <a:ea typeface="+mn-lt"/>
              <a:cs typeface="+mn-lt"/>
            </a:endParaRPr>
          </a:p>
          <a:p>
            <a:pPr>
              <a:spcAft>
                <a:spcPts val="200"/>
              </a:spcAft>
            </a:pPr>
            <a:r>
              <a:rPr lang="en-US" sz="1000" b="1">
                <a:latin typeface="Montserrat" panose="00000500000000000000" pitchFamily="2" charset="0"/>
                <a:ea typeface="+mn-lt"/>
                <a:cs typeface="+mn-lt"/>
              </a:rPr>
              <a:t>Key Challenge</a:t>
            </a:r>
            <a:endParaRPr lang="en-US" sz="1000">
              <a:latin typeface="Montserrat" panose="00000500000000000000" pitchFamily="2" charset="0"/>
            </a:endParaRPr>
          </a:p>
          <a:p>
            <a:pPr marL="171450" indent="-171450">
              <a:spcAft>
                <a:spcPts val="200"/>
              </a:spcAft>
              <a:buFont typeface="Wingdings" panose="05000000000000000000" pitchFamily="2" charset="2"/>
              <a:buChar char="v"/>
            </a:pPr>
            <a:r>
              <a:rPr lang="en-US" sz="1000">
                <a:latin typeface="Montserrat" panose="00000500000000000000" pitchFamily="2" charset="0"/>
                <a:ea typeface="+mn-lt"/>
                <a:cs typeface="+mn-lt"/>
              </a:rPr>
              <a:t>Complex setup/changeover constraints </a:t>
            </a:r>
          </a:p>
          <a:p>
            <a:pPr marL="171450" indent="-171450">
              <a:spcAft>
                <a:spcPts val="200"/>
              </a:spcAft>
              <a:buFont typeface="Wingdings" panose="05000000000000000000" pitchFamily="2" charset="2"/>
              <a:buChar char="v"/>
            </a:pPr>
            <a:r>
              <a:rPr lang="en-US" sz="1000">
                <a:latin typeface="Montserrat" panose="00000500000000000000" pitchFamily="2" charset="0"/>
                <a:ea typeface="+mn-lt"/>
                <a:cs typeface="+mn-lt"/>
              </a:rPr>
              <a:t>Labor, maintenance and raw material availability limitations</a:t>
            </a:r>
          </a:p>
        </p:txBody>
      </p:sp>
      <p:sp>
        <p:nvSpPr>
          <p:cNvPr id="36" name="TextBox 27">
            <a:extLst>
              <a:ext uri="{FF2B5EF4-FFF2-40B4-BE49-F238E27FC236}">
                <a16:creationId xmlns:a16="http://schemas.microsoft.com/office/drawing/2014/main" id="{BF103965-24BD-0C3E-0D3E-831D6E2D1862}"/>
              </a:ext>
            </a:extLst>
          </p:cNvPr>
          <p:cNvSpPr txBox="1"/>
          <p:nvPr/>
        </p:nvSpPr>
        <p:spPr>
          <a:xfrm>
            <a:off x="1712608" y="2106309"/>
            <a:ext cx="1404024" cy="338554"/>
          </a:xfrm>
          <a:prstGeom prst="rect">
            <a:avLst/>
          </a:prstGeom>
          <a:noFill/>
        </p:spPr>
        <p:txBody>
          <a:bodyPr wrap="square" lIns="91440" tIns="45720" rIns="91440" bIns="45720" rtlCol="0" anchor="t">
            <a:spAutoFit/>
          </a:bodyPr>
          <a:lstStyle>
            <a:defPPr>
              <a:defRPr lang="en-US"/>
            </a:defPPr>
            <a:lvl1pPr marL="0" algn="ctr" defTabSz="1217558" rtl="0" eaLnBrk="1" latinLnBrk="0" hangingPunct="1">
              <a:spcBef>
                <a:spcPct val="50000"/>
              </a:spcBef>
              <a:defRPr sz="1800" kern="1200">
                <a:solidFill>
                  <a:schemeClr val="tx1"/>
                </a:solidFill>
                <a:latin typeface="Segoe UI Light" panose="020B0502040204020203" pitchFamily="34" charset="0"/>
                <a:ea typeface="+mn-ea"/>
                <a:cs typeface="Segoe UI Light"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Bef>
                <a:spcPts val="0"/>
              </a:spcBef>
              <a:defRPr/>
            </a:pPr>
            <a:r>
              <a:rPr lang="en-IN" sz="1600" b="1">
                <a:solidFill>
                  <a:schemeClr val="bg2"/>
                </a:solidFill>
                <a:latin typeface="Montserrat" panose="00000500000000000000" pitchFamily="2" charset="0"/>
                <a:cs typeface="Segoe UI"/>
              </a:rPr>
              <a:t>Challenge</a:t>
            </a:r>
            <a:endParaRPr lang="en-US" sz="1600">
              <a:solidFill>
                <a:schemeClr val="bg2"/>
              </a:solidFill>
              <a:latin typeface="Montserrat" panose="00000500000000000000" pitchFamily="2" charset="0"/>
            </a:endParaRPr>
          </a:p>
        </p:txBody>
      </p:sp>
      <p:sp>
        <p:nvSpPr>
          <p:cNvPr id="38" name="TextBox 37">
            <a:extLst>
              <a:ext uri="{FF2B5EF4-FFF2-40B4-BE49-F238E27FC236}">
                <a16:creationId xmlns:a16="http://schemas.microsoft.com/office/drawing/2014/main" id="{15B4C9C8-1D72-3F1D-9FB8-58F0F66A0B2E}"/>
              </a:ext>
            </a:extLst>
          </p:cNvPr>
          <p:cNvSpPr txBox="1"/>
          <p:nvPr/>
        </p:nvSpPr>
        <p:spPr>
          <a:xfrm>
            <a:off x="4429312" y="2722615"/>
            <a:ext cx="3310128" cy="2708434"/>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200"/>
              </a:spcAft>
            </a:pPr>
            <a:r>
              <a:rPr lang="en-US" sz="1000" b="1">
                <a:latin typeface="Montserrat" panose="00000500000000000000" pitchFamily="2" charset="0"/>
                <a:ea typeface="+mn-lt"/>
                <a:cs typeface="+mn-lt"/>
              </a:rPr>
              <a:t>AI + Operations Research Decision Engine</a:t>
            </a:r>
          </a:p>
          <a:p>
            <a:pPr marL="171450" indent="-171450">
              <a:spcAft>
                <a:spcPts val="200"/>
              </a:spcAft>
              <a:buFont typeface="Wingdings" panose="05000000000000000000" pitchFamily="2" charset="2"/>
              <a:buChar char="v"/>
            </a:pPr>
            <a:r>
              <a:rPr lang="en-US" sz="1000">
                <a:latin typeface="Montserrat"/>
                <a:ea typeface="+mn-lt"/>
                <a:cs typeface="+mn-lt"/>
              </a:rPr>
              <a:t>ML models predicted </a:t>
            </a:r>
            <a:endParaRPr lang="en-US" sz="1000" b="1">
              <a:latin typeface="Montserrat"/>
              <a:ea typeface="+mn-lt"/>
              <a:cs typeface="+mn-lt"/>
            </a:endParaRPr>
          </a:p>
          <a:p>
            <a:pPr marL="347345" lvl="1" indent="-171450">
              <a:spcAft>
                <a:spcPts val="200"/>
              </a:spcAft>
              <a:buFont typeface="Montserrat" panose="00000500000000000000" pitchFamily="2" charset="0"/>
              <a:buChar char="–"/>
            </a:pPr>
            <a:r>
              <a:rPr lang="en-US" sz="1000">
                <a:latin typeface="Montserrat"/>
                <a:ea typeface="+mn-lt"/>
                <a:cs typeface="+mn-lt"/>
              </a:rPr>
              <a:t>Demand forecasting (</a:t>
            </a:r>
            <a:r>
              <a:rPr lang="en-US" sz="1000" err="1">
                <a:latin typeface="Montserrat"/>
                <a:ea typeface="+mn-lt"/>
                <a:cs typeface="+mn-lt"/>
              </a:rPr>
              <a:t>XGBoost</a:t>
            </a:r>
            <a:r>
              <a:rPr lang="en-US" sz="1000">
                <a:latin typeface="Montserrat"/>
                <a:ea typeface="+mn-lt"/>
                <a:cs typeface="+mn-lt"/>
              </a:rPr>
              <a:t> &amp; Time Series Models) </a:t>
            </a:r>
          </a:p>
          <a:p>
            <a:pPr marL="347345" lvl="1" indent="-171450">
              <a:spcAft>
                <a:spcPts val="200"/>
              </a:spcAft>
              <a:buFont typeface="Montserrat" panose="00000500000000000000" pitchFamily="2" charset="0"/>
              <a:buChar char="–"/>
            </a:pPr>
            <a:r>
              <a:rPr lang="en-US" sz="1000">
                <a:latin typeface="Montserrat" panose="00000500000000000000" pitchFamily="2" charset="0"/>
                <a:ea typeface="+mn-lt"/>
                <a:cs typeface="+mn-lt"/>
              </a:rPr>
              <a:t>Production bottleneck prediction </a:t>
            </a:r>
          </a:p>
          <a:p>
            <a:pPr marL="347345" lvl="1" indent="-171450">
              <a:spcAft>
                <a:spcPts val="200"/>
              </a:spcAft>
              <a:buFont typeface="Montserrat" panose="00000500000000000000" pitchFamily="2" charset="0"/>
              <a:buChar char="–"/>
            </a:pPr>
            <a:r>
              <a:rPr lang="en-US" sz="1000">
                <a:latin typeface="Montserrat" panose="00000500000000000000" pitchFamily="2" charset="0"/>
                <a:ea typeface="+mn-lt"/>
                <a:cs typeface="+mn-lt"/>
              </a:rPr>
              <a:t>Capacity utilization forecasting</a:t>
            </a:r>
          </a:p>
          <a:p>
            <a:pPr marL="171450" indent="-171450">
              <a:spcAft>
                <a:spcPts val="200"/>
              </a:spcAft>
              <a:buFont typeface="Wingdings" panose="05000000000000000000" pitchFamily="2" charset="2"/>
              <a:buChar char="v"/>
            </a:pPr>
            <a:r>
              <a:rPr lang="en-US" sz="1000">
                <a:latin typeface="Montserrat" panose="00000500000000000000" pitchFamily="2" charset="0"/>
                <a:ea typeface="+mn-lt"/>
                <a:cs typeface="+mn-lt"/>
              </a:rPr>
              <a:t>Inventory Optimization using Operations Research</a:t>
            </a:r>
          </a:p>
          <a:p>
            <a:pPr marL="347345" lvl="1" indent="-171450">
              <a:spcAft>
                <a:spcPts val="200"/>
              </a:spcAft>
              <a:buFont typeface="Montserrat" panose="00000500000000000000" pitchFamily="2" charset="0"/>
              <a:buChar char="–"/>
            </a:pPr>
            <a:r>
              <a:rPr lang="en-US" sz="1000">
                <a:latin typeface="Montserrat" panose="00000500000000000000" pitchFamily="2" charset="0"/>
                <a:ea typeface="+mn-lt"/>
                <a:cs typeface="+mn-lt"/>
              </a:rPr>
              <a:t>Finite Capacity Scheduling </a:t>
            </a:r>
          </a:p>
          <a:p>
            <a:pPr marL="347345" lvl="1" indent="-171450">
              <a:spcAft>
                <a:spcPts val="200"/>
              </a:spcAft>
              <a:buFont typeface="Montserrat" panose="00000500000000000000" pitchFamily="2" charset="0"/>
              <a:buChar char="–"/>
            </a:pPr>
            <a:r>
              <a:rPr lang="en-US" sz="1000">
                <a:latin typeface="Montserrat" panose="00000500000000000000" pitchFamily="2" charset="0"/>
                <a:ea typeface="+mn-lt"/>
                <a:cs typeface="+mn-lt"/>
              </a:rPr>
              <a:t>Sequence &amp; Changeover Optimization </a:t>
            </a:r>
          </a:p>
          <a:p>
            <a:pPr marL="347345" lvl="1" indent="-171450">
              <a:spcAft>
                <a:spcPts val="200"/>
              </a:spcAft>
              <a:buFont typeface="Montserrat" panose="00000500000000000000" pitchFamily="2" charset="0"/>
              <a:buChar char="–"/>
            </a:pPr>
            <a:r>
              <a:rPr lang="en-US" sz="1000">
                <a:latin typeface="Montserrat" panose="00000500000000000000" pitchFamily="2" charset="0"/>
                <a:ea typeface="+mn-lt"/>
                <a:cs typeface="+mn-lt"/>
              </a:rPr>
              <a:t>Multi-objective Production Optimization</a:t>
            </a:r>
          </a:p>
          <a:p>
            <a:pPr marL="171450" indent="-171450">
              <a:spcAft>
                <a:spcPts val="200"/>
              </a:spcAft>
              <a:buFont typeface="Wingdings" panose="05000000000000000000" pitchFamily="2" charset="2"/>
              <a:buChar char="v"/>
            </a:pPr>
            <a:r>
              <a:rPr lang="en-US" sz="1000">
                <a:latin typeface="Montserrat" panose="00000500000000000000" pitchFamily="2" charset="0"/>
                <a:ea typeface="+mn-lt"/>
                <a:cs typeface="+mn-lt"/>
              </a:rPr>
              <a:t>Decision Intelligence</a:t>
            </a:r>
          </a:p>
          <a:p>
            <a:pPr marL="347345" lvl="1" indent="-171450">
              <a:spcAft>
                <a:spcPts val="200"/>
              </a:spcAft>
              <a:buFont typeface="Montserrat" panose="00000500000000000000" pitchFamily="2" charset="0"/>
              <a:buChar char="–"/>
            </a:pPr>
            <a:r>
              <a:rPr lang="en-US" sz="1000">
                <a:latin typeface="Montserrat" panose="00000500000000000000" pitchFamily="2" charset="0"/>
                <a:ea typeface="+mn-lt"/>
                <a:cs typeface="+mn-lt"/>
              </a:rPr>
              <a:t>AI-generated production schedules </a:t>
            </a:r>
          </a:p>
          <a:p>
            <a:pPr marL="347345" lvl="1" indent="-171450">
              <a:spcAft>
                <a:spcPts val="200"/>
              </a:spcAft>
              <a:buFont typeface="Montserrat" panose="00000500000000000000" pitchFamily="2" charset="0"/>
              <a:buChar char="–"/>
            </a:pPr>
            <a:r>
              <a:rPr lang="en-US" sz="1000">
                <a:latin typeface="Montserrat" panose="00000500000000000000" pitchFamily="2" charset="0"/>
                <a:ea typeface="+mn-lt"/>
                <a:cs typeface="+mn-lt"/>
              </a:rPr>
              <a:t>Dynamic schedule optimization </a:t>
            </a:r>
          </a:p>
          <a:p>
            <a:pPr marL="347345" lvl="1" indent="-171450">
              <a:spcAft>
                <a:spcPts val="200"/>
              </a:spcAft>
              <a:buFont typeface="Montserrat" panose="00000500000000000000" pitchFamily="2" charset="0"/>
              <a:buChar char="–"/>
            </a:pPr>
            <a:r>
              <a:rPr lang="en-US" sz="1000">
                <a:latin typeface="Montserrat" panose="00000500000000000000" pitchFamily="2" charset="0"/>
                <a:ea typeface="+mn-lt"/>
                <a:cs typeface="+mn-lt"/>
              </a:rPr>
              <a:t>What-if scenario simulation</a:t>
            </a:r>
          </a:p>
        </p:txBody>
      </p:sp>
      <p:sp>
        <p:nvSpPr>
          <p:cNvPr id="40" name="TextBox 27">
            <a:extLst>
              <a:ext uri="{FF2B5EF4-FFF2-40B4-BE49-F238E27FC236}">
                <a16:creationId xmlns:a16="http://schemas.microsoft.com/office/drawing/2014/main" id="{75265EDC-1A7A-B756-35D5-40E32D4D3172}"/>
              </a:ext>
            </a:extLst>
          </p:cNvPr>
          <p:cNvSpPr txBox="1"/>
          <p:nvPr/>
        </p:nvSpPr>
        <p:spPr>
          <a:xfrm>
            <a:off x="5299604" y="2106309"/>
            <a:ext cx="1404024" cy="338554"/>
          </a:xfrm>
          <a:prstGeom prst="rect">
            <a:avLst/>
          </a:prstGeom>
          <a:noFill/>
        </p:spPr>
        <p:txBody>
          <a:bodyPr wrap="square" lIns="91440" tIns="45720" rIns="91440" bIns="45720" rtlCol="0" anchor="t">
            <a:spAutoFit/>
          </a:bodyPr>
          <a:lstStyle>
            <a:defPPr>
              <a:defRPr lang="en-US"/>
            </a:defPPr>
            <a:lvl1pPr marL="0" algn="ctr" defTabSz="1217558" rtl="0" eaLnBrk="1" latinLnBrk="0" hangingPunct="1">
              <a:spcBef>
                <a:spcPct val="50000"/>
              </a:spcBef>
              <a:defRPr sz="1800" kern="1200">
                <a:solidFill>
                  <a:schemeClr val="tx1"/>
                </a:solidFill>
                <a:latin typeface="Segoe UI Light" panose="020B0502040204020203" pitchFamily="34" charset="0"/>
                <a:ea typeface="+mn-ea"/>
                <a:cs typeface="Segoe UI Light"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Bef>
                <a:spcPts val="0"/>
              </a:spcBef>
              <a:defRPr/>
            </a:pPr>
            <a:r>
              <a:rPr lang="en-IN" sz="1600" b="1">
                <a:solidFill>
                  <a:schemeClr val="bg2"/>
                </a:solidFill>
                <a:latin typeface="Montserrat" panose="00000500000000000000" pitchFamily="2" charset="0"/>
                <a:cs typeface="Segoe UI"/>
              </a:rPr>
              <a:t>Solution</a:t>
            </a:r>
            <a:endParaRPr lang="en-US" sz="1600">
              <a:solidFill>
                <a:schemeClr val="bg2"/>
              </a:solidFill>
              <a:latin typeface="Montserrat" panose="00000500000000000000" pitchFamily="2" charset="0"/>
            </a:endParaRPr>
          </a:p>
        </p:txBody>
      </p:sp>
      <p:sp>
        <p:nvSpPr>
          <p:cNvPr id="41" name="Rounded Rectangle 17">
            <a:extLst>
              <a:ext uri="{FF2B5EF4-FFF2-40B4-BE49-F238E27FC236}">
                <a16:creationId xmlns:a16="http://schemas.microsoft.com/office/drawing/2014/main" id="{73666354-07E0-D8C5-AB88-B27DD6EEF41C}"/>
              </a:ext>
            </a:extLst>
          </p:cNvPr>
          <p:cNvSpPr/>
          <p:nvPr/>
        </p:nvSpPr>
        <p:spPr>
          <a:xfrm>
            <a:off x="8187650" y="4500596"/>
            <a:ext cx="1627632" cy="369332"/>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800">
                <a:solidFill>
                  <a:schemeClr val="bg1"/>
                </a:solidFill>
                <a:latin typeface="Montserrat" panose="00000500000000000000" pitchFamily="2" charset="0"/>
                <a:ea typeface="+mn-lt"/>
                <a:cs typeface="+mn-lt"/>
              </a:rPr>
              <a:t>Optimized Production Scheduling</a:t>
            </a:r>
          </a:p>
        </p:txBody>
      </p:sp>
      <p:sp>
        <p:nvSpPr>
          <p:cNvPr id="42" name="Rounded Rectangle 24">
            <a:extLst>
              <a:ext uri="{FF2B5EF4-FFF2-40B4-BE49-F238E27FC236}">
                <a16:creationId xmlns:a16="http://schemas.microsoft.com/office/drawing/2014/main" id="{28C1EC57-922A-FDFB-01E0-4B9BC43A8A8C}"/>
              </a:ext>
            </a:extLst>
          </p:cNvPr>
          <p:cNvSpPr/>
          <p:nvPr/>
        </p:nvSpPr>
        <p:spPr>
          <a:xfrm>
            <a:off x="9843631" y="4500596"/>
            <a:ext cx="1627632" cy="369332"/>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800">
                <a:solidFill>
                  <a:schemeClr val="bg1"/>
                </a:solidFill>
                <a:latin typeface="Montserrat" panose="00000500000000000000" pitchFamily="2" charset="0"/>
                <a:ea typeface="+mn-lt"/>
                <a:cs typeface="+mn-lt"/>
              </a:rPr>
              <a:t>Capacity </a:t>
            </a:r>
            <a:br>
              <a:rPr lang="en-US" sz="800">
                <a:solidFill>
                  <a:schemeClr val="bg1"/>
                </a:solidFill>
                <a:latin typeface="Montserrat" panose="00000500000000000000" pitchFamily="2" charset="0"/>
                <a:ea typeface="+mn-lt"/>
                <a:cs typeface="+mn-lt"/>
              </a:rPr>
            </a:br>
            <a:r>
              <a:rPr lang="en-US" sz="800">
                <a:solidFill>
                  <a:schemeClr val="bg1"/>
                </a:solidFill>
                <a:latin typeface="Montserrat" panose="00000500000000000000" pitchFamily="2" charset="0"/>
                <a:ea typeface="+mn-lt"/>
                <a:cs typeface="+mn-lt"/>
              </a:rPr>
              <a:t>Utilization</a:t>
            </a:r>
          </a:p>
        </p:txBody>
      </p:sp>
      <p:sp>
        <p:nvSpPr>
          <p:cNvPr id="43" name="Rounded Rectangle 27">
            <a:extLst>
              <a:ext uri="{FF2B5EF4-FFF2-40B4-BE49-F238E27FC236}">
                <a16:creationId xmlns:a16="http://schemas.microsoft.com/office/drawing/2014/main" id="{3EC70896-8576-7812-F43E-848A1B60B6B9}"/>
              </a:ext>
            </a:extLst>
          </p:cNvPr>
          <p:cNvSpPr/>
          <p:nvPr/>
        </p:nvSpPr>
        <p:spPr>
          <a:xfrm>
            <a:off x="9843631" y="4907997"/>
            <a:ext cx="1627632" cy="380375"/>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800">
                <a:solidFill>
                  <a:schemeClr val="bg1"/>
                </a:solidFill>
                <a:latin typeface="Montserrat" panose="00000500000000000000" pitchFamily="2" charset="0"/>
                <a:ea typeface="+mn-lt"/>
                <a:cs typeface="+mn-lt"/>
              </a:rPr>
              <a:t>Manufacturing </a:t>
            </a:r>
            <a:br>
              <a:rPr lang="en-US" sz="800">
                <a:solidFill>
                  <a:schemeClr val="bg1"/>
                </a:solidFill>
                <a:latin typeface="Montserrat" panose="00000500000000000000" pitchFamily="2" charset="0"/>
                <a:ea typeface="+mn-lt"/>
                <a:cs typeface="+mn-lt"/>
              </a:rPr>
            </a:br>
            <a:r>
              <a:rPr lang="en-US" sz="800">
                <a:solidFill>
                  <a:schemeClr val="bg1"/>
                </a:solidFill>
                <a:latin typeface="Montserrat" panose="00000500000000000000" pitchFamily="2" charset="0"/>
                <a:ea typeface="+mn-lt"/>
                <a:cs typeface="+mn-lt"/>
              </a:rPr>
              <a:t>Efficiency </a:t>
            </a:r>
          </a:p>
        </p:txBody>
      </p:sp>
      <p:sp>
        <p:nvSpPr>
          <p:cNvPr id="44" name="TextBox 43">
            <a:extLst>
              <a:ext uri="{FF2B5EF4-FFF2-40B4-BE49-F238E27FC236}">
                <a16:creationId xmlns:a16="http://schemas.microsoft.com/office/drawing/2014/main" id="{E57934D1-FE9B-8242-7B52-EF522D1B5959}"/>
              </a:ext>
            </a:extLst>
          </p:cNvPr>
          <p:cNvSpPr txBox="1"/>
          <p:nvPr/>
        </p:nvSpPr>
        <p:spPr>
          <a:xfrm>
            <a:off x="8187651" y="2722615"/>
            <a:ext cx="3310128" cy="1759456"/>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200"/>
              </a:spcAft>
            </a:pPr>
            <a:r>
              <a:rPr lang="en-US" sz="1000" b="1">
                <a:latin typeface="Montserrat" panose="00000500000000000000" pitchFamily="2" charset="0"/>
                <a:ea typeface="+mn-lt"/>
                <a:cs typeface="+mn-lt"/>
              </a:rPr>
              <a:t>Business Impact</a:t>
            </a:r>
            <a:endParaRPr lang="en-US" sz="1000">
              <a:latin typeface="Montserrat" panose="00000500000000000000" pitchFamily="2" charset="0"/>
            </a:endParaRPr>
          </a:p>
          <a:p>
            <a:pPr marL="171450" indent="-171450">
              <a:spcAft>
                <a:spcPts val="200"/>
              </a:spcAft>
              <a:buFont typeface="Wingdings" panose="05000000000000000000" pitchFamily="2" charset="2"/>
              <a:buChar char="v"/>
            </a:pPr>
            <a:r>
              <a:rPr lang="en-US" sz="1000">
                <a:latin typeface="Montserrat" panose="00000500000000000000" pitchFamily="2" charset="0"/>
                <a:ea typeface="+mn-lt"/>
                <a:cs typeface="+mn-lt"/>
              </a:rPr>
              <a:t>Optimized production schedules across manufacturing plants </a:t>
            </a:r>
          </a:p>
          <a:p>
            <a:pPr marL="171450" indent="-171450">
              <a:spcAft>
                <a:spcPts val="200"/>
              </a:spcAft>
              <a:buFont typeface="Wingdings" panose="05000000000000000000" pitchFamily="2" charset="2"/>
              <a:buChar char="v"/>
            </a:pPr>
            <a:r>
              <a:rPr lang="en-US" sz="1000">
                <a:latin typeface="Montserrat" panose="00000500000000000000" pitchFamily="2" charset="0"/>
                <a:ea typeface="+mn-lt"/>
                <a:cs typeface="+mn-lt"/>
              </a:rPr>
              <a:t>Improved manufacturing throughput and resource utilization </a:t>
            </a:r>
          </a:p>
          <a:p>
            <a:pPr marL="171450" indent="-171450">
              <a:spcAft>
                <a:spcPts val="200"/>
              </a:spcAft>
              <a:buFont typeface="Wingdings" panose="05000000000000000000" pitchFamily="2" charset="2"/>
              <a:buChar char="v"/>
            </a:pPr>
            <a:r>
              <a:rPr lang="en-US" sz="1000">
                <a:latin typeface="Montserrat" panose="00000500000000000000" pitchFamily="2" charset="0"/>
                <a:ea typeface="+mn-lt"/>
                <a:cs typeface="+mn-lt"/>
              </a:rPr>
              <a:t>Reduced production changeovers and scheduling conflicts </a:t>
            </a:r>
          </a:p>
          <a:p>
            <a:pPr marL="171450" indent="-171450">
              <a:spcAft>
                <a:spcPts val="200"/>
              </a:spcAft>
              <a:buFont typeface="Wingdings" panose="05000000000000000000" pitchFamily="2" charset="2"/>
              <a:buChar char="v"/>
            </a:pPr>
            <a:r>
              <a:rPr lang="en-US" sz="1000">
                <a:latin typeface="Montserrat" panose="00000500000000000000" pitchFamily="2" charset="0"/>
                <a:ea typeface="+mn-lt"/>
                <a:cs typeface="+mn-lt"/>
              </a:rPr>
              <a:t>Enhanced schedule stability and planning agility</a:t>
            </a:r>
          </a:p>
          <a:p>
            <a:pPr>
              <a:spcAft>
                <a:spcPts val="200"/>
              </a:spcAft>
            </a:pPr>
            <a:endParaRPr lang="en-US" sz="1000">
              <a:latin typeface="Montserrat" panose="00000500000000000000" pitchFamily="2" charset="0"/>
              <a:ea typeface="Segoe UI Historic"/>
              <a:cs typeface="Segoe UI Light"/>
            </a:endParaRPr>
          </a:p>
        </p:txBody>
      </p:sp>
      <p:sp>
        <p:nvSpPr>
          <p:cNvPr id="46" name="TextBox 27">
            <a:extLst>
              <a:ext uri="{FF2B5EF4-FFF2-40B4-BE49-F238E27FC236}">
                <a16:creationId xmlns:a16="http://schemas.microsoft.com/office/drawing/2014/main" id="{04D2508F-DD1F-DF60-9601-7691565A54D6}"/>
              </a:ext>
            </a:extLst>
          </p:cNvPr>
          <p:cNvSpPr txBox="1"/>
          <p:nvPr/>
        </p:nvSpPr>
        <p:spPr>
          <a:xfrm>
            <a:off x="9105900" y="2106309"/>
            <a:ext cx="1404024" cy="338554"/>
          </a:xfrm>
          <a:prstGeom prst="rect">
            <a:avLst/>
          </a:prstGeom>
          <a:noFill/>
        </p:spPr>
        <p:txBody>
          <a:bodyPr wrap="square" lIns="91440" tIns="45720" rIns="91440" bIns="45720" rtlCol="0" anchor="t">
            <a:spAutoFit/>
          </a:bodyPr>
          <a:lstStyle>
            <a:defPPr>
              <a:defRPr lang="en-US"/>
            </a:defPPr>
            <a:lvl1pPr marL="0" algn="ctr" defTabSz="1217558" rtl="0" eaLnBrk="1" latinLnBrk="0" hangingPunct="1">
              <a:spcBef>
                <a:spcPct val="50000"/>
              </a:spcBef>
              <a:defRPr sz="1800" kern="1200">
                <a:solidFill>
                  <a:schemeClr val="tx1"/>
                </a:solidFill>
                <a:latin typeface="Segoe UI Light" panose="020B0502040204020203" pitchFamily="34" charset="0"/>
                <a:ea typeface="+mn-ea"/>
                <a:cs typeface="Segoe UI Light"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Bef>
                <a:spcPts val="0"/>
              </a:spcBef>
              <a:defRPr/>
            </a:pPr>
            <a:r>
              <a:rPr lang="en-IN" sz="1600" b="1">
                <a:solidFill>
                  <a:schemeClr val="bg2"/>
                </a:solidFill>
                <a:latin typeface="Montserrat" panose="00000500000000000000" pitchFamily="2" charset="0"/>
                <a:cs typeface="Segoe UI"/>
              </a:rPr>
              <a:t>Outcome</a:t>
            </a:r>
            <a:endParaRPr lang="en-US" sz="1600">
              <a:solidFill>
                <a:schemeClr val="bg2"/>
              </a:solidFill>
              <a:latin typeface="Montserrat" panose="00000500000000000000" pitchFamily="2" charset="0"/>
            </a:endParaRPr>
          </a:p>
        </p:txBody>
      </p:sp>
      <p:sp>
        <p:nvSpPr>
          <p:cNvPr id="47" name="Rounded Rectangle 31">
            <a:extLst>
              <a:ext uri="{FF2B5EF4-FFF2-40B4-BE49-F238E27FC236}">
                <a16:creationId xmlns:a16="http://schemas.microsoft.com/office/drawing/2014/main" id="{43ADD294-6AE8-887D-89B0-99DC88A79B1A}"/>
              </a:ext>
            </a:extLst>
          </p:cNvPr>
          <p:cNvSpPr/>
          <p:nvPr/>
        </p:nvSpPr>
        <p:spPr>
          <a:xfrm>
            <a:off x="8187650" y="4913518"/>
            <a:ext cx="1627632" cy="369332"/>
          </a:xfrm>
          <a:prstGeom prst="roundRect">
            <a:avLst>
              <a:gd name="adj"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800">
                <a:solidFill>
                  <a:schemeClr val="bg1"/>
                </a:solidFill>
                <a:latin typeface="Montserrat" panose="00000500000000000000" pitchFamily="2" charset="0"/>
                <a:ea typeface="+mn-lt"/>
                <a:cs typeface="+mn-lt"/>
              </a:rPr>
              <a:t>AI-Powered </a:t>
            </a:r>
            <a:br>
              <a:rPr lang="en-US" sz="800">
                <a:solidFill>
                  <a:schemeClr val="bg1"/>
                </a:solidFill>
                <a:latin typeface="Montserrat" panose="00000500000000000000" pitchFamily="2" charset="0"/>
                <a:ea typeface="+mn-lt"/>
                <a:cs typeface="+mn-lt"/>
              </a:rPr>
            </a:br>
            <a:r>
              <a:rPr lang="en-US" sz="800">
                <a:solidFill>
                  <a:schemeClr val="bg1"/>
                </a:solidFill>
                <a:latin typeface="Montserrat" panose="00000500000000000000" pitchFamily="2" charset="0"/>
                <a:ea typeface="+mn-lt"/>
                <a:cs typeface="+mn-lt"/>
              </a:rPr>
              <a:t>Intelligence </a:t>
            </a:r>
          </a:p>
        </p:txBody>
      </p:sp>
      <p:sp>
        <p:nvSpPr>
          <p:cNvPr id="48" name="Arrow: Up 47">
            <a:extLst>
              <a:ext uri="{FF2B5EF4-FFF2-40B4-BE49-F238E27FC236}">
                <a16:creationId xmlns:a16="http://schemas.microsoft.com/office/drawing/2014/main" id="{ABCF6CE5-DB5E-2734-31AD-91695C744472}"/>
              </a:ext>
            </a:extLst>
          </p:cNvPr>
          <p:cNvSpPr/>
          <p:nvPr/>
        </p:nvSpPr>
        <p:spPr>
          <a:xfrm>
            <a:off x="9562433" y="4585341"/>
            <a:ext cx="134896" cy="199842"/>
          </a:xfrm>
          <a:prstGeom prst="up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Arrow: Up 48">
            <a:extLst>
              <a:ext uri="{FF2B5EF4-FFF2-40B4-BE49-F238E27FC236}">
                <a16:creationId xmlns:a16="http://schemas.microsoft.com/office/drawing/2014/main" id="{5D95619C-A7D2-DC52-1C17-6B6FEAD7CC01}"/>
              </a:ext>
            </a:extLst>
          </p:cNvPr>
          <p:cNvSpPr/>
          <p:nvPr/>
        </p:nvSpPr>
        <p:spPr>
          <a:xfrm rot="10800000">
            <a:off x="9562433" y="4998263"/>
            <a:ext cx="134896" cy="199842"/>
          </a:xfrm>
          <a:prstGeom prst="up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Top Corners Rounded 49">
            <a:extLst>
              <a:ext uri="{FF2B5EF4-FFF2-40B4-BE49-F238E27FC236}">
                <a16:creationId xmlns:a16="http://schemas.microsoft.com/office/drawing/2014/main" id="{AD383E9D-CB4E-7545-F227-4250CD9A5F13}"/>
              </a:ext>
            </a:extLst>
          </p:cNvPr>
          <p:cNvSpPr/>
          <p:nvPr/>
        </p:nvSpPr>
        <p:spPr>
          <a:xfrm rot="10800000">
            <a:off x="767469" y="1904999"/>
            <a:ext cx="741175" cy="741175"/>
          </a:xfrm>
          <a:prstGeom prst="round2Same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Rectangle: Top Corners Rounded 50">
            <a:extLst>
              <a:ext uri="{FF2B5EF4-FFF2-40B4-BE49-F238E27FC236}">
                <a16:creationId xmlns:a16="http://schemas.microsoft.com/office/drawing/2014/main" id="{F28D0B3A-BC7F-D6AD-BC1F-D0143C3D7AFA}"/>
              </a:ext>
            </a:extLst>
          </p:cNvPr>
          <p:cNvSpPr/>
          <p:nvPr/>
        </p:nvSpPr>
        <p:spPr>
          <a:xfrm rot="10800000">
            <a:off x="4501337" y="1904999"/>
            <a:ext cx="741175" cy="741175"/>
          </a:xfrm>
          <a:prstGeom prst="round2Same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Rectangle: Top Corners Rounded 51">
            <a:extLst>
              <a:ext uri="{FF2B5EF4-FFF2-40B4-BE49-F238E27FC236}">
                <a16:creationId xmlns:a16="http://schemas.microsoft.com/office/drawing/2014/main" id="{1BA2F55A-E834-CCA5-96A4-6BFD449BDA25}"/>
              </a:ext>
            </a:extLst>
          </p:cNvPr>
          <p:cNvSpPr/>
          <p:nvPr/>
        </p:nvSpPr>
        <p:spPr>
          <a:xfrm rot="10800000">
            <a:off x="8264184" y="1904999"/>
            <a:ext cx="741175" cy="741175"/>
          </a:xfrm>
          <a:prstGeom prst="round2Same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Arrow: Up 52">
            <a:extLst>
              <a:ext uri="{FF2B5EF4-FFF2-40B4-BE49-F238E27FC236}">
                <a16:creationId xmlns:a16="http://schemas.microsoft.com/office/drawing/2014/main" id="{EDD1DBF4-91E3-267A-27EB-F9669866BCE9}"/>
              </a:ext>
            </a:extLst>
          </p:cNvPr>
          <p:cNvSpPr/>
          <p:nvPr/>
        </p:nvSpPr>
        <p:spPr>
          <a:xfrm>
            <a:off x="11220262" y="4585341"/>
            <a:ext cx="134896" cy="199842"/>
          </a:xfrm>
          <a:prstGeom prst="up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Arrow: Up 53">
            <a:extLst>
              <a:ext uri="{FF2B5EF4-FFF2-40B4-BE49-F238E27FC236}">
                <a16:creationId xmlns:a16="http://schemas.microsoft.com/office/drawing/2014/main" id="{2342FFC4-49F4-EF95-0EB8-ACF71E2082A0}"/>
              </a:ext>
            </a:extLst>
          </p:cNvPr>
          <p:cNvSpPr/>
          <p:nvPr/>
        </p:nvSpPr>
        <p:spPr>
          <a:xfrm>
            <a:off x="11220262" y="4998263"/>
            <a:ext cx="134896" cy="199842"/>
          </a:xfrm>
          <a:prstGeom prst="up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Graphic 54">
            <a:extLst>
              <a:ext uri="{FF2B5EF4-FFF2-40B4-BE49-F238E27FC236}">
                <a16:creationId xmlns:a16="http://schemas.microsoft.com/office/drawing/2014/main" id="{F6ABFA86-D9AD-ECFD-78D1-50D49574947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9557" y="2007087"/>
            <a:ext cx="536999" cy="536999"/>
          </a:xfrm>
          <a:prstGeom prst="rect">
            <a:avLst/>
          </a:prstGeom>
        </p:spPr>
      </p:pic>
      <p:pic>
        <p:nvPicPr>
          <p:cNvPr id="56" name="Graphic 55">
            <a:extLst>
              <a:ext uri="{FF2B5EF4-FFF2-40B4-BE49-F238E27FC236}">
                <a16:creationId xmlns:a16="http://schemas.microsoft.com/office/drawing/2014/main" id="{E0265834-4191-FC5A-44DB-469E63318D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02176" y="2005839"/>
            <a:ext cx="539496" cy="539496"/>
          </a:xfrm>
          <a:prstGeom prst="rect">
            <a:avLst/>
          </a:prstGeom>
        </p:spPr>
      </p:pic>
      <p:pic>
        <p:nvPicPr>
          <p:cNvPr id="57" name="Graphic 56">
            <a:extLst>
              <a:ext uri="{FF2B5EF4-FFF2-40B4-BE49-F238E27FC236}">
                <a16:creationId xmlns:a16="http://schemas.microsoft.com/office/drawing/2014/main" id="{4200BD64-20AF-E924-C058-17ED2B7AC9D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65023" y="2005838"/>
            <a:ext cx="539496" cy="539496"/>
          </a:xfrm>
          <a:prstGeom prst="rect">
            <a:avLst/>
          </a:prstGeom>
        </p:spPr>
      </p:pic>
      <p:sp>
        <p:nvSpPr>
          <p:cNvPr id="16" name="Text 4">
            <a:extLst>
              <a:ext uri="{FF2B5EF4-FFF2-40B4-BE49-F238E27FC236}">
                <a16:creationId xmlns:a16="http://schemas.microsoft.com/office/drawing/2014/main" id="{F1D02281-392B-BF0A-9972-E576BE01AFD0}"/>
              </a:ext>
            </a:extLst>
          </p:cNvPr>
          <p:cNvSpPr/>
          <p:nvPr/>
        </p:nvSpPr>
        <p:spPr>
          <a:xfrm>
            <a:off x="501834" y="1086853"/>
            <a:ext cx="11277637" cy="495494"/>
          </a:xfrm>
          <a:prstGeom prst="rect">
            <a:avLst/>
          </a:prstGeom>
          <a:noFill/>
          <a:ln/>
        </p:spPr>
        <p:txBody>
          <a:bodyPr wrap="square" lIns="0" tIns="0" rIns="0" bIns="0" rtlCol="0" anchor="ctr"/>
          <a:lstStyle/>
          <a:p>
            <a:r>
              <a:rPr lang="en-US" sz="1600">
                <a:latin typeface="Montserrat Light"/>
              </a:rPr>
              <a:t>AI-Driven Production Scheduling Optimization for a Manufacturer</a:t>
            </a:r>
          </a:p>
        </p:txBody>
      </p:sp>
    </p:spTree>
    <p:extLst>
      <p:ext uri="{BB962C8B-B14F-4D97-AF65-F5344CB8AC3E}">
        <p14:creationId xmlns:p14="http://schemas.microsoft.com/office/powerpoint/2010/main" val="5259972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EA124F6-86FA-C704-4862-EE12EA84B6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A28C0C-9D33-FE35-AC01-5D1BC0116809}"/>
              </a:ext>
            </a:extLst>
          </p:cNvPr>
          <p:cNvSpPr>
            <a:spLocks noGrp="1"/>
          </p:cNvSpPr>
          <p:nvPr>
            <p:ph type="ctrTitle"/>
          </p:nvPr>
        </p:nvSpPr>
        <p:spPr>
          <a:xfrm>
            <a:off x="381000" y="4074978"/>
            <a:ext cx="6361453" cy="1579151"/>
          </a:xfrm>
        </p:spPr>
        <p:txBody>
          <a:bodyPr>
            <a:normAutofit/>
          </a:bodyPr>
          <a:lstStyle/>
          <a:p>
            <a:r>
              <a:rPr lang="en-US">
                <a:latin typeface="Montserrat Light"/>
              </a:rPr>
              <a:t>Thank You​</a:t>
            </a:r>
            <a:endParaRPr lang="en-US"/>
          </a:p>
        </p:txBody>
      </p:sp>
      <p:sp>
        <p:nvSpPr>
          <p:cNvPr id="4" name="Text Placeholder 3">
            <a:extLst>
              <a:ext uri="{FF2B5EF4-FFF2-40B4-BE49-F238E27FC236}">
                <a16:creationId xmlns:a16="http://schemas.microsoft.com/office/drawing/2014/main" id="{D9EDE391-99FD-077C-D2B7-8D36CCE9E375}"/>
              </a:ext>
            </a:extLst>
          </p:cNvPr>
          <p:cNvSpPr>
            <a:spLocks noGrp="1"/>
          </p:cNvSpPr>
          <p:nvPr>
            <p:ph type="body" sz="quarter" idx="10"/>
          </p:nvPr>
        </p:nvSpPr>
        <p:spPr/>
        <p:txBody>
          <a:bodyPr/>
          <a:lstStyle/>
          <a:p>
            <a:r>
              <a:rPr lang="en-US"/>
              <a:t>2026</a:t>
            </a:r>
          </a:p>
        </p:txBody>
      </p:sp>
    </p:spTree>
    <p:extLst>
      <p:ext uri="{BB962C8B-B14F-4D97-AF65-F5344CB8AC3E}">
        <p14:creationId xmlns:p14="http://schemas.microsoft.com/office/powerpoint/2010/main" val="42386953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13DBA0F-EE45-15DD-1E3E-FB17C5FB6B5E}"/>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71E7F648-32B9-6673-9593-938649BEF227}"/>
              </a:ext>
            </a:extLst>
          </p:cNvPr>
          <p:cNvSpPr>
            <a:spLocks noGrp="1"/>
          </p:cNvSpPr>
          <p:nvPr>
            <p:ph type="body" sz="quarter" idx="10"/>
          </p:nvPr>
        </p:nvSpPr>
        <p:spPr/>
        <p:txBody>
          <a:bodyPr vert="horz" lIns="91440" tIns="45720" rIns="91440" bIns="45720" rtlCol="0" anchor="ctr">
            <a:noAutofit/>
          </a:bodyPr>
          <a:lstStyle/>
          <a:p>
            <a:r>
              <a:rPr lang="en-US" sz="1000">
                <a:solidFill>
                  <a:schemeClr val="tx1"/>
                </a:solidFill>
                <a:latin typeface="Montserrat Light"/>
              </a:rPr>
              <a:t>June 2026</a:t>
            </a:r>
          </a:p>
        </p:txBody>
      </p:sp>
      <p:sp>
        <p:nvSpPr>
          <p:cNvPr id="3" name="TextBox 2">
            <a:extLst>
              <a:ext uri="{FF2B5EF4-FFF2-40B4-BE49-F238E27FC236}">
                <a16:creationId xmlns:a16="http://schemas.microsoft.com/office/drawing/2014/main" id="{8AC1F8B9-FF34-2BDA-F2D1-FCFC76303DCD}"/>
              </a:ext>
            </a:extLst>
          </p:cNvPr>
          <p:cNvSpPr txBox="1"/>
          <p:nvPr/>
        </p:nvSpPr>
        <p:spPr>
          <a:xfrm>
            <a:off x="249405" y="1586151"/>
            <a:ext cx="5869329" cy="1323439"/>
          </a:xfrm>
          <a:prstGeom prst="rect">
            <a:avLst/>
          </a:prstGeom>
          <a:noFill/>
        </p:spPr>
        <p:txBody>
          <a:bodyPr wrap="square">
            <a:spAutoFit/>
          </a:bodyPr>
          <a:lstStyle/>
          <a:p>
            <a:pPr>
              <a:spcAft>
                <a:spcPts val="225"/>
              </a:spcAft>
            </a:pPr>
            <a:r>
              <a:rPr lang="en-IN" sz="4000">
                <a:solidFill>
                  <a:schemeClr val="tx2"/>
                </a:solidFill>
                <a:latin typeface="Montserrat" panose="00000500000000000000" pitchFamily="2" charset="0"/>
              </a:rPr>
              <a:t>Managed Intelligence Services</a:t>
            </a:r>
          </a:p>
        </p:txBody>
      </p:sp>
      <p:sp>
        <p:nvSpPr>
          <p:cNvPr id="11" name="Rectangle: Rounded Corners 10">
            <a:extLst>
              <a:ext uri="{FF2B5EF4-FFF2-40B4-BE49-F238E27FC236}">
                <a16:creationId xmlns:a16="http://schemas.microsoft.com/office/drawing/2014/main" id="{02F135D7-1E1B-8A34-6CF8-7176D2A05675}"/>
              </a:ext>
            </a:extLst>
          </p:cNvPr>
          <p:cNvSpPr/>
          <p:nvPr/>
        </p:nvSpPr>
        <p:spPr>
          <a:xfrm>
            <a:off x="381000" y="5345843"/>
            <a:ext cx="9176886" cy="639420"/>
          </a:xfrm>
          <a:prstGeom prst="round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Subtitle 6">
            <a:extLst>
              <a:ext uri="{FF2B5EF4-FFF2-40B4-BE49-F238E27FC236}">
                <a16:creationId xmlns:a16="http://schemas.microsoft.com/office/drawing/2014/main" id="{04782395-CC62-01D9-5031-3D007B66A0F2}"/>
              </a:ext>
            </a:extLst>
          </p:cNvPr>
          <p:cNvSpPr txBox="1">
            <a:spLocks/>
          </p:cNvSpPr>
          <p:nvPr/>
        </p:nvSpPr>
        <p:spPr>
          <a:xfrm>
            <a:off x="513080" y="5536287"/>
            <a:ext cx="1103187" cy="258532"/>
          </a:xfrm>
          <a:prstGeom prst="rect">
            <a:avLst/>
          </a:prstGeom>
        </p:spPr>
        <p:txBody>
          <a:bodyPr vert="horz" wrap="none" lIns="91440" tIns="45720" rIns="91440" bIns="45720" rtlCol="0">
            <a:spAutoFit/>
          </a:bodyPr>
          <a:lstStyle>
            <a:lvl1pPr marL="0" indent="0" algn="l" defTabSz="914400" rtl="0" eaLnBrk="1" latinLnBrk="0" hangingPunct="1">
              <a:lnSpc>
                <a:spcPct val="90000"/>
              </a:lnSpc>
              <a:spcBef>
                <a:spcPts val="1000"/>
              </a:spcBef>
              <a:buClr>
                <a:schemeClr val="bg2"/>
              </a:buClr>
              <a:buSzPct val="80000"/>
              <a:buFontTx/>
              <a:buNone/>
              <a:defRPr sz="1600" b="0" i="0" kern="1200">
                <a:solidFill>
                  <a:schemeClr val="tx1"/>
                </a:solidFill>
                <a:latin typeface="Montserrat Light" pitchFamily="2" charset="77"/>
                <a:ea typeface="+mn-ea"/>
                <a:cs typeface="+mn-cs"/>
              </a:defRPr>
            </a:lvl1pPr>
            <a:lvl2pPr marL="457200" indent="0" algn="ctr" defTabSz="914400" rtl="0" eaLnBrk="1" latinLnBrk="0" hangingPunct="1">
              <a:lnSpc>
                <a:spcPct val="90000"/>
              </a:lnSpc>
              <a:spcBef>
                <a:spcPts val="500"/>
              </a:spcBef>
              <a:buClr>
                <a:schemeClr val="bg2"/>
              </a:buClr>
              <a:buSzPct val="80000"/>
              <a:buFontTx/>
              <a:buNone/>
              <a:defRPr sz="2000" b="0" i="0" kern="1200">
                <a:solidFill>
                  <a:schemeClr val="tx1"/>
                </a:solidFill>
                <a:latin typeface="Montserrat Light" pitchFamily="2" charset="77"/>
                <a:ea typeface="+mn-ea"/>
                <a:cs typeface="+mn-cs"/>
              </a:defRPr>
            </a:lvl2pPr>
            <a:lvl3pPr marL="914400" indent="0" algn="ctr" defTabSz="914400" rtl="0" eaLnBrk="1" latinLnBrk="0" hangingPunct="1">
              <a:lnSpc>
                <a:spcPct val="90000"/>
              </a:lnSpc>
              <a:spcBef>
                <a:spcPts val="500"/>
              </a:spcBef>
              <a:buClr>
                <a:schemeClr val="bg2"/>
              </a:buClr>
              <a:buSzPct val="80000"/>
              <a:buFontTx/>
              <a:buNone/>
              <a:defRPr sz="1800" b="0" i="0" kern="1200">
                <a:solidFill>
                  <a:schemeClr val="tx1"/>
                </a:solidFill>
                <a:latin typeface="Montserrat Light" pitchFamily="2" charset="77"/>
                <a:ea typeface="+mn-ea"/>
                <a:cs typeface="+mn-cs"/>
              </a:defRPr>
            </a:lvl3pPr>
            <a:lvl4pPr marL="1371600" indent="0" algn="ctr" defTabSz="914400" rtl="0" eaLnBrk="1" latinLnBrk="0" hangingPunct="1">
              <a:lnSpc>
                <a:spcPct val="90000"/>
              </a:lnSpc>
              <a:spcBef>
                <a:spcPts val="500"/>
              </a:spcBef>
              <a:buClr>
                <a:schemeClr val="bg2"/>
              </a:buClr>
              <a:buSzPct val="80000"/>
              <a:buFontTx/>
              <a:buNone/>
              <a:defRPr sz="1600" b="0" i="0" kern="1200">
                <a:solidFill>
                  <a:schemeClr val="tx1"/>
                </a:solidFill>
                <a:latin typeface="Montserrat Light" pitchFamily="2" charset="77"/>
                <a:ea typeface="+mn-ea"/>
                <a:cs typeface="+mn-cs"/>
              </a:defRPr>
            </a:lvl4pPr>
            <a:lvl5pPr marL="1828800" indent="0" algn="ctr" defTabSz="914400" rtl="0" eaLnBrk="1" latinLnBrk="0" hangingPunct="1">
              <a:lnSpc>
                <a:spcPct val="90000"/>
              </a:lnSpc>
              <a:spcBef>
                <a:spcPts val="500"/>
              </a:spcBef>
              <a:buClr>
                <a:schemeClr val="bg2"/>
              </a:buClr>
              <a:buSzPct val="80000"/>
              <a:buFontTx/>
              <a:buNone/>
              <a:defRPr sz="1600" b="0" i="0" kern="1200">
                <a:solidFill>
                  <a:schemeClr val="tx1"/>
                </a:solidFill>
                <a:latin typeface="Montserrat Light" pitchFamily="2"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a:solidFill>
                  <a:schemeClr val="bg1"/>
                </a:solidFill>
              </a:rPr>
              <a:t>Raw Signals</a:t>
            </a:r>
          </a:p>
        </p:txBody>
      </p:sp>
      <p:cxnSp>
        <p:nvCxnSpPr>
          <p:cNvPr id="14" name="Straight Connector 13">
            <a:extLst>
              <a:ext uri="{FF2B5EF4-FFF2-40B4-BE49-F238E27FC236}">
                <a16:creationId xmlns:a16="http://schemas.microsoft.com/office/drawing/2014/main" id="{03C69FA2-8825-923E-8059-F3DB8F086FD7}"/>
              </a:ext>
            </a:extLst>
          </p:cNvPr>
          <p:cNvCxnSpPr>
            <a:cxnSpLocks/>
          </p:cNvCxnSpPr>
          <p:nvPr/>
        </p:nvCxnSpPr>
        <p:spPr>
          <a:xfrm>
            <a:off x="1848051" y="5665553"/>
            <a:ext cx="5128482" cy="0"/>
          </a:xfrm>
          <a:prstGeom prst="line">
            <a:avLst/>
          </a:prstGeom>
          <a:ln w="15875">
            <a:solidFill>
              <a:schemeClr val="bg1"/>
            </a:solidFill>
          </a:ln>
        </p:spPr>
        <p:style>
          <a:lnRef idx="2">
            <a:schemeClr val="accent1"/>
          </a:lnRef>
          <a:fillRef idx="0">
            <a:schemeClr val="accent1"/>
          </a:fillRef>
          <a:effectRef idx="1">
            <a:schemeClr val="accent1"/>
          </a:effectRef>
          <a:fontRef idx="minor">
            <a:schemeClr val="tx1"/>
          </a:fontRef>
        </p:style>
      </p:cxnSp>
      <p:sp>
        <p:nvSpPr>
          <p:cNvPr id="15" name="Subtitle 6">
            <a:extLst>
              <a:ext uri="{FF2B5EF4-FFF2-40B4-BE49-F238E27FC236}">
                <a16:creationId xmlns:a16="http://schemas.microsoft.com/office/drawing/2014/main" id="{62EFBB1A-9DA3-EBB1-50E8-D2E80FFEA481}"/>
              </a:ext>
            </a:extLst>
          </p:cNvPr>
          <p:cNvSpPr txBox="1">
            <a:spLocks/>
          </p:cNvSpPr>
          <p:nvPr/>
        </p:nvSpPr>
        <p:spPr>
          <a:xfrm>
            <a:off x="7056971" y="5536287"/>
            <a:ext cx="2154757" cy="258532"/>
          </a:xfrm>
          <a:prstGeom prst="rect">
            <a:avLst/>
          </a:prstGeom>
        </p:spPr>
        <p:txBody>
          <a:bodyPr vert="horz" wrap="none" lIns="91440" tIns="45720" rIns="91440" bIns="45720" rtlCol="0">
            <a:spAutoFit/>
          </a:bodyPr>
          <a:lstStyle>
            <a:lvl1pPr marL="0" indent="0" algn="l" defTabSz="914400" rtl="0" eaLnBrk="1" latinLnBrk="0" hangingPunct="1">
              <a:lnSpc>
                <a:spcPct val="90000"/>
              </a:lnSpc>
              <a:spcBef>
                <a:spcPts val="1000"/>
              </a:spcBef>
              <a:buClr>
                <a:schemeClr val="bg2"/>
              </a:buClr>
              <a:buSzPct val="80000"/>
              <a:buFontTx/>
              <a:buNone/>
              <a:defRPr sz="1600" b="0" i="0" kern="1200">
                <a:solidFill>
                  <a:schemeClr val="tx1"/>
                </a:solidFill>
                <a:latin typeface="Montserrat Light" pitchFamily="2" charset="77"/>
                <a:ea typeface="+mn-ea"/>
                <a:cs typeface="+mn-cs"/>
              </a:defRPr>
            </a:lvl1pPr>
            <a:lvl2pPr marL="457200" indent="0" algn="ctr" defTabSz="914400" rtl="0" eaLnBrk="1" latinLnBrk="0" hangingPunct="1">
              <a:lnSpc>
                <a:spcPct val="90000"/>
              </a:lnSpc>
              <a:spcBef>
                <a:spcPts val="500"/>
              </a:spcBef>
              <a:buClr>
                <a:schemeClr val="bg2"/>
              </a:buClr>
              <a:buSzPct val="80000"/>
              <a:buFontTx/>
              <a:buNone/>
              <a:defRPr sz="2000" b="0" i="0" kern="1200">
                <a:solidFill>
                  <a:schemeClr val="tx1"/>
                </a:solidFill>
                <a:latin typeface="Montserrat Light" pitchFamily="2" charset="77"/>
                <a:ea typeface="+mn-ea"/>
                <a:cs typeface="+mn-cs"/>
              </a:defRPr>
            </a:lvl2pPr>
            <a:lvl3pPr marL="914400" indent="0" algn="ctr" defTabSz="914400" rtl="0" eaLnBrk="1" latinLnBrk="0" hangingPunct="1">
              <a:lnSpc>
                <a:spcPct val="90000"/>
              </a:lnSpc>
              <a:spcBef>
                <a:spcPts val="500"/>
              </a:spcBef>
              <a:buClr>
                <a:schemeClr val="bg2"/>
              </a:buClr>
              <a:buSzPct val="80000"/>
              <a:buFontTx/>
              <a:buNone/>
              <a:defRPr sz="1800" b="0" i="0" kern="1200">
                <a:solidFill>
                  <a:schemeClr val="tx1"/>
                </a:solidFill>
                <a:latin typeface="Montserrat Light" pitchFamily="2" charset="77"/>
                <a:ea typeface="+mn-ea"/>
                <a:cs typeface="+mn-cs"/>
              </a:defRPr>
            </a:lvl3pPr>
            <a:lvl4pPr marL="1371600" indent="0" algn="ctr" defTabSz="914400" rtl="0" eaLnBrk="1" latinLnBrk="0" hangingPunct="1">
              <a:lnSpc>
                <a:spcPct val="90000"/>
              </a:lnSpc>
              <a:spcBef>
                <a:spcPts val="500"/>
              </a:spcBef>
              <a:buClr>
                <a:schemeClr val="bg2"/>
              </a:buClr>
              <a:buSzPct val="80000"/>
              <a:buFontTx/>
              <a:buNone/>
              <a:defRPr sz="1600" b="0" i="0" kern="1200">
                <a:solidFill>
                  <a:schemeClr val="tx1"/>
                </a:solidFill>
                <a:latin typeface="Montserrat Light" pitchFamily="2" charset="77"/>
                <a:ea typeface="+mn-ea"/>
                <a:cs typeface="+mn-cs"/>
              </a:defRPr>
            </a:lvl4pPr>
            <a:lvl5pPr marL="1828800" indent="0" algn="ctr" defTabSz="914400" rtl="0" eaLnBrk="1" latinLnBrk="0" hangingPunct="1">
              <a:lnSpc>
                <a:spcPct val="90000"/>
              </a:lnSpc>
              <a:spcBef>
                <a:spcPts val="500"/>
              </a:spcBef>
              <a:buClr>
                <a:schemeClr val="bg2"/>
              </a:buClr>
              <a:buSzPct val="80000"/>
              <a:buFontTx/>
              <a:buNone/>
              <a:defRPr sz="1600" b="0" i="0" kern="1200">
                <a:solidFill>
                  <a:schemeClr val="tx1"/>
                </a:solidFill>
                <a:latin typeface="Montserrat Light" pitchFamily="2"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200">
                <a:solidFill>
                  <a:schemeClr val="bg1"/>
                </a:solidFill>
              </a:rPr>
              <a:t>Autonomous AI Decisions</a:t>
            </a:r>
          </a:p>
        </p:txBody>
      </p:sp>
      <p:sp>
        <p:nvSpPr>
          <p:cNvPr id="17" name="Oval 16">
            <a:extLst>
              <a:ext uri="{FF2B5EF4-FFF2-40B4-BE49-F238E27FC236}">
                <a16:creationId xmlns:a16="http://schemas.microsoft.com/office/drawing/2014/main" id="{91AC6C78-F171-F0F3-CFB5-3D83145E4822}"/>
              </a:ext>
            </a:extLst>
          </p:cNvPr>
          <p:cNvSpPr/>
          <p:nvPr/>
        </p:nvSpPr>
        <p:spPr>
          <a:xfrm>
            <a:off x="1848051" y="5593113"/>
            <a:ext cx="144880" cy="144880"/>
          </a:xfrm>
          <a:prstGeom prst="ellipse">
            <a:avLst/>
          </a:prstGeom>
          <a:solidFill>
            <a:schemeClr val="tx2"/>
          </a:solidFill>
          <a:ln w="31750">
            <a:solidFill>
              <a:schemeClr val="tx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4">
            <a:extLst>
              <a:ext uri="{FF2B5EF4-FFF2-40B4-BE49-F238E27FC236}">
                <a16:creationId xmlns:a16="http://schemas.microsoft.com/office/drawing/2014/main" id="{56597EDC-D777-DA99-F047-59FAFE3B61E0}"/>
              </a:ext>
            </a:extLst>
          </p:cNvPr>
          <p:cNvSpPr txBox="1">
            <a:spLocks/>
          </p:cNvSpPr>
          <p:nvPr/>
        </p:nvSpPr>
        <p:spPr>
          <a:xfrm>
            <a:off x="315684" y="3008309"/>
            <a:ext cx="5094514" cy="348716"/>
          </a:xfrm>
          <a:prstGeom prst="rect">
            <a:avLst/>
          </a:prstGeom>
        </p:spPr>
        <p:txBody>
          <a:bodyPr vert="horz" lIns="91440" tIns="45720" rIns="91440" bIns="45720" rtlCol="0" anchor="ctr">
            <a:normAutofit/>
          </a:bodyPr>
          <a:lstStyle>
            <a:lvl1pPr marL="6350" indent="0" algn="l" defTabSz="914400" rtl="0" eaLnBrk="1" latinLnBrk="0" hangingPunct="1">
              <a:lnSpc>
                <a:spcPct val="90000"/>
              </a:lnSpc>
              <a:spcBef>
                <a:spcPct val="0"/>
              </a:spcBef>
              <a:buNone/>
              <a:tabLst/>
              <a:defRPr sz="4000" b="0" i="0" kern="1200">
                <a:solidFill>
                  <a:schemeClr val="bg1"/>
                </a:solidFill>
                <a:latin typeface="Montserrat Light" pitchFamily="2" charset="77"/>
                <a:ea typeface="+mj-ea"/>
                <a:cs typeface="+mj-cs"/>
              </a:defRPr>
            </a:lvl1pPr>
          </a:lstStyle>
          <a:p>
            <a:r>
              <a:rPr lang="en-US" sz="1600"/>
              <a:t>Your Data, AI, and Software partner - </a:t>
            </a:r>
            <a:r>
              <a:rPr lang="en-US" sz="1600">
                <a:solidFill>
                  <a:schemeClr val="tx2"/>
                </a:solidFill>
              </a:rPr>
              <a:t>end to end.</a:t>
            </a:r>
          </a:p>
        </p:txBody>
      </p:sp>
      <p:sp>
        <p:nvSpPr>
          <p:cNvPr id="4" name="Subtitle 6">
            <a:extLst>
              <a:ext uri="{FF2B5EF4-FFF2-40B4-BE49-F238E27FC236}">
                <a16:creationId xmlns:a16="http://schemas.microsoft.com/office/drawing/2014/main" id="{482DBBAC-A9A0-8D32-15A7-FFBB2E92E5EB}"/>
              </a:ext>
            </a:extLst>
          </p:cNvPr>
          <p:cNvSpPr txBox="1">
            <a:spLocks/>
          </p:cNvSpPr>
          <p:nvPr/>
        </p:nvSpPr>
        <p:spPr>
          <a:xfrm>
            <a:off x="315684" y="3547469"/>
            <a:ext cx="8606935" cy="552972"/>
          </a:xfrm>
          <a:prstGeom prst="rect">
            <a:avLst/>
          </a:prstGeom>
          <a:noFill/>
        </p:spPr>
        <p:txBody>
          <a:bodyPr vert="horz" wrap="square" lIns="91440" tIns="45720" rIns="91440" bIns="45720" rtlCol="0">
            <a:spAutoFit/>
          </a:bodyPr>
          <a:lstStyle>
            <a:lvl1pPr marL="285750" indent="-285750" algn="l" defTabSz="914400" rtl="0" eaLnBrk="1" latinLnBrk="0" hangingPunct="1">
              <a:lnSpc>
                <a:spcPct val="90000"/>
              </a:lnSpc>
              <a:spcBef>
                <a:spcPts val="1000"/>
              </a:spcBef>
              <a:buClr>
                <a:schemeClr val="bg2"/>
              </a:buClr>
              <a:buSzPct val="80000"/>
              <a:buFontTx/>
              <a:buBlip>
                <a:blip r:embed="rId3"/>
              </a:buBlip>
              <a:defRPr sz="1600" b="0" i="0" kern="1200">
                <a:solidFill>
                  <a:schemeClr val="bg1"/>
                </a:solidFill>
                <a:latin typeface="Montserrat Light" pitchFamily="2" charset="77"/>
                <a:ea typeface="+mn-ea"/>
                <a:cs typeface="+mn-cs"/>
              </a:defRPr>
            </a:lvl1pPr>
            <a:lvl2pPr marL="457200" indent="0" algn="ctr" defTabSz="914400" rtl="0" eaLnBrk="1" latinLnBrk="0" hangingPunct="1">
              <a:lnSpc>
                <a:spcPct val="90000"/>
              </a:lnSpc>
              <a:spcBef>
                <a:spcPts val="500"/>
              </a:spcBef>
              <a:buClr>
                <a:schemeClr val="bg2"/>
              </a:buClr>
              <a:buSzPct val="80000"/>
              <a:buFontTx/>
              <a:buNone/>
              <a:defRPr sz="2000" b="0" i="0" kern="1200">
                <a:solidFill>
                  <a:schemeClr val="tx1"/>
                </a:solidFill>
                <a:latin typeface="Montserrat Light" pitchFamily="2" charset="77"/>
                <a:ea typeface="+mn-ea"/>
                <a:cs typeface="+mn-cs"/>
              </a:defRPr>
            </a:lvl2pPr>
            <a:lvl3pPr marL="914400" indent="0" algn="ctr" defTabSz="914400" rtl="0" eaLnBrk="1" latinLnBrk="0" hangingPunct="1">
              <a:lnSpc>
                <a:spcPct val="90000"/>
              </a:lnSpc>
              <a:spcBef>
                <a:spcPts val="500"/>
              </a:spcBef>
              <a:buClr>
                <a:schemeClr val="bg2"/>
              </a:buClr>
              <a:buSzPct val="80000"/>
              <a:buFontTx/>
              <a:buNone/>
              <a:defRPr sz="1800" b="0" i="0" kern="1200">
                <a:solidFill>
                  <a:schemeClr val="tx1"/>
                </a:solidFill>
                <a:latin typeface="Montserrat Light" pitchFamily="2" charset="77"/>
                <a:ea typeface="+mn-ea"/>
                <a:cs typeface="+mn-cs"/>
              </a:defRPr>
            </a:lvl3pPr>
            <a:lvl4pPr marL="1371600" indent="0" algn="ctr" defTabSz="914400" rtl="0" eaLnBrk="1" latinLnBrk="0" hangingPunct="1">
              <a:lnSpc>
                <a:spcPct val="90000"/>
              </a:lnSpc>
              <a:spcBef>
                <a:spcPts val="500"/>
              </a:spcBef>
              <a:buClr>
                <a:schemeClr val="bg2"/>
              </a:buClr>
              <a:buSzPct val="80000"/>
              <a:buFontTx/>
              <a:buNone/>
              <a:defRPr sz="1600" b="0" i="0" kern="1200">
                <a:solidFill>
                  <a:schemeClr val="tx1"/>
                </a:solidFill>
                <a:latin typeface="Montserrat Light" pitchFamily="2" charset="77"/>
                <a:ea typeface="+mn-ea"/>
                <a:cs typeface="+mn-cs"/>
              </a:defRPr>
            </a:lvl4pPr>
            <a:lvl5pPr marL="1828800" indent="0" algn="ctr" defTabSz="914400" rtl="0" eaLnBrk="1" latinLnBrk="0" hangingPunct="1">
              <a:lnSpc>
                <a:spcPct val="90000"/>
              </a:lnSpc>
              <a:spcBef>
                <a:spcPts val="500"/>
              </a:spcBef>
              <a:buClr>
                <a:schemeClr val="bg2"/>
              </a:buClr>
              <a:buSzPct val="80000"/>
              <a:buFontTx/>
              <a:buNone/>
              <a:defRPr sz="1600" b="0" i="0" kern="1200">
                <a:solidFill>
                  <a:schemeClr val="tx1"/>
                </a:solidFill>
                <a:latin typeface="Montserrat Light" pitchFamily="2" charset="77"/>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buClr>
                <a:schemeClr val="bg1"/>
              </a:buClr>
              <a:buFont typeface="Wingdings" panose="05000000000000000000" pitchFamily="2" charset="2"/>
              <a:buChar char="v"/>
            </a:pPr>
            <a:r>
              <a:rPr lang="en-US" sz="1200"/>
              <a:t>We build, operate, and evolve your data foundation, intelligence models, AI agents, and enterprise software</a:t>
            </a:r>
          </a:p>
          <a:p>
            <a:pPr>
              <a:buClr>
                <a:schemeClr val="bg1"/>
              </a:buClr>
              <a:buFont typeface="Wingdings" panose="05000000000000000000" pitchFamily="2" charset="2"/>
              <a:buChar char="v"/>
            </a:pPr>
            <a:r>
              <a:rPr lang="en-US" sz="1200"/>
              <a:t>One partner accountable for the full stack — from raw ingest to autonomous decisions</a:t>
            </a:r>
          </a:p>
        </p:txBody>
      </p:sp>
      <p:graphicFrame>
        <p:nvGraphicFramePr>
          <p:cNvPr id="19" name="Table 18">
            <a:extLst>
              <a:ext uri="{FF2B5EF4-FFF2-40B4-BE49-F238E27FC236}">
                <a16:creationId xmlns:a16="http://schemas.microsoft.com/office/drawing/2014/main" id="{9646C7CA-E95E-204F-39A2-883BD775079D}"/>
              </a:ext>
            </a:extLst>
          </p:cNvPr>
          <p:cNvGraphicFramePr>
            <a:graphicFrameLocks noGrp="1"/>
          </p:cNvGraphicFramePr>
          <p:nvPr>
            <p:extLst>
              <p:ext uri="{D42A27DB-BD31-4B8C-83A1-F6EECF244321}">
                <p14:modId xmlns:p14="http://schemas.microsoft.com/office/powerpoint/2010/main" val="3437918995"/>
              </p:ext>
            </p:extLst>
          </p:nvPr>
        </p:nvGraphicFramePr>
        <p:xfrm>
          <a:off x="381000" y="4297878"/>
          <a:ext cx="9176886" cy="756920"/>
        </p:xfrm>
        <a:graphic>
          <a:graphicData uri="http://schemas.openxmlformats.org/drawingml/2006/table">
            <a:tbl>
              <a:tblPr firstRow="1" bandRow="1">
                <a:tableStyleId>{5C22544A-7EE6-4342-B048-85BDC9FD1C3A}</a:tableStyleId>
              </a:tblPr>
              <a:tblGrid>
                <a:gridCol w="1529481">
                  <a:extLst>
                    <a:ext uri="{9D8B030D-6E8A-4147-A177-3AD203B41FA5}">
                      <a16:colId xmlns:a16="http://schemas.microsoft.com/office/drawing/2014/main" val="2785463454"/>
                    </a:ext>
                  </a:extLst>
                </a:gridCol>
                <a:gridCol w="1529481">
                  <a:extLst>
                    <a:ext uri="{9D8B030D-6E8A-4147-A177-3AD203B41FA5}">
                      <a16:colId xmlns:a16="http://schemas.microsoft.com/office/drawing/2014/main" val="863431142"/>
                    </a:ext>
                  </a:extLst>
                </a:gridCol>
                <a:gridCol w="1529481">
                  <a:extLst>
                    <a:ext uri="{9D8B030D-6E8A-4147-A177-3AD203B41FA5}">
                      <a16:colId xmlns:a16="http://schemas.microsoft.com/office/drawing/2014/main" val="2683692717"/>
                    </a:ext>
                  </a:extLst>
                </a:gridCol>
                <a:gridCol w="1529481">
                  <a:extLst>
                    <a:ext uri="{9D8B030D-6E8A-4147-A177-3AD203B41FA5}">
                      <a16:colId xmlns:a16="http://schemas.microsoft.com/office/drawing/2014/main" val="2423194842"/>
                    </a:ext>
                  </a:extLst>
                </a:gridCol>
                <a:gridCol w="1529481">
                  <a:extLst>
                    <a:ext uri="{9D8B030D-6E8A-4147-A177-3AD203B41FA5}">
                      <a16:colId xmlns:a16="http://schemas.microsoft.com/office/drawing/2014/main" val="3680269529"/>
                    </a:ext>
                  </a:extLst>
                </a:gridCol>
                <a:gridCol w="1529481">
                  <a:extLst>
                    <a:ext uri="{9D8B030D-6E8A-4147-A177-3AD203B41FA5}">
                      <a16:colId xmlns:a16="http://schemas.microsoft.com/office/drawing/2014/main" val="3178645539"/>
                    </a:ext>
                  </a:extLst>
                </a:gridCol>
              </a:tblGrid>
              <a:tr h="370840">
                <a:tc>
                  <a:txBody>
                    <a:bodyPr/>
                    <a:lstStyle/>
                    <a:p>
                      <a:pPr algn="l">
                        <a:spcAft>
                          <a:spcPts val="225"/>
                        </a:spcAft>
                        <a:buNone/>
                      </a:pPr>
                      <a:r>
                        <a:rPr lang="en-IN" sz="1800" b="1" i="0">
                          <a:solidFill>
                            <a:schemeClr val="tx2"/>
                          </a:solidFill>
                          <a:effectLst/>
                          <a:latin typeface="Montserrat" panose="00000500000000000000" pitchFamily="2" charset="0"/>
                        </a:rPr>
                        <a:t>60%</a:t>
                      </a:r>
                    </a:p>
                    <a:p>
                      <a:pPr marL="0" algn="l" defTabSz="914400" rtl="0" eaLnBrk="1" latinLnBrk="0" hangingPunct="1">
                        <a:buNone/>
                      </a:pPr>
                      <a:r>
                        <a:rPr lang="en-IN" sz="1200" b="0" i="0" kern="1200" cap="none">
                          <a:solidFill>
                            <a:schemeClr val="bg1"/>
                          </a:solidFill>
                          <a:effectLst/>
                          <a:latin typeface="Montserrat" panose="00000500000000000000" pitchFamily="2" charset="0"/>
                          <a:ea typeface="+mn-ea"/>
                          <a:cs typeface="+mn-cs"/>
                        </a:rPr>
                        <a:t>Cost-to-serve reduction</a:t>
                      </a:r>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algn="l" defTabSz="914400" rtl="0" eaLnBrk="1" latinLnBrk="0" hangingPunct="1">
                        <a:spcAft>
                          <a:spcPts val="225"/>
                        </a:spcAft>
                        <a:buNone/>
                      </a:pPr>
                      <a:r>
                        <a:rPr lang="en-IN" sz="1800" b="1" i="0" kern="1200">
                          <a:solidFill>
                            <a:schemeClr val="tx2"/>
                          </a:solidFill>
                          <a:effectLst/>
                          <a:latin typeface="Montserrat" panose="00000500000000000000" pitchFamily="2" charset="0"/>
                          <a:ea typeface="+mn-ea"/>
                          <a:cs typeface="+mn-cs"/>
                        </a:rPr>
                        <a:t>50+</a:t>
                      </a:r>
                    </a:p>
                    <a:p>
                      <a:pPr marL="0" algn="l" defTabSz="914400" rtl="0" eaLnBrk="1" latinLnBrk="0" hangingPunct="1">
                        <a:buNone/>
                      </a:pPr>
                      <a:r>
                        <a:rPr lang="en-IN" sz="1200" b="0" i="0" kern="1200" cap="none">
                          <a:solidFill>
                            <a:schemeClr val="bg1"/>
                          </a:solidFill>
                          <a:effectLst/>
                          <a:latin typeface="Montserrat" panose="00000500000000000000" pitchFamily="2" charset="0"/>
                          <a:ea typeface="+mn-ea"/>
                          <a:cs typeface="+mn-cs"/>
                        </a:rPr>
                        <a:t>DS use cases in production</a:t>
                      </a:r>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algn="l" defTabSz="914400" rtl="0" eaLnBrk="1" latinLnBrk="0" hangingPunct="1">
                        <a:spcAft>
                          <a:spcPts val="225"/>
                        </a:spcAft>
                        <a:buNone/>
                      </a:pPr>
                      <a:r>
                        <a:rPr lang="en-IN" sz="1800" b="1" i="0" kern="1200">
                          <a:solidFill>
                            <a:schemeClr val="tx2"/>
                          </a:solidFill>
                          <a:effectLst/>
                          <a:latin typeface="Montserrat" panose="00000500000000000000" pitchFamily="2" charset="0"/>
                          <a:ea typeface="+mn-ea"/>
                          <a:cs typeface="+mn-cs"/>
                        </a:rPr>
                        <a:t>99.2%</a:t>
                      </a:r>
                    </a:p>
                    <a:p>
                      <a:pPr marL="0" algn="l" defTabSz="914400" rtl="0" eaLnBrk="1" latinLnBrk="0" hangingPunct="1">
                        <a:buNone/>
                      </a:pPr>
                      <a:r>
                        <a:rPr lang="en-IN" sz="1200" b="0" i="0" kern="1200" cap="none">
                          <a:solidFill>
                            <a:schemeClr val="bg1"/>
                          </a:solidFill>
                          <a:effectLst/>
                          <a:latin typeface="Montserrat" panose="00000500000000000000" pitchFamily="2" charset="0"/>
                          <a:ea typeface="+mn-ea"/>
                          <a:cs typeface="+mn-cs"/>
                        </a:rPr>
                        <a:t>Trusted data</a:t>
                      </a:r>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algn="l" defTabSz="914400" rtl="0" eaLnBrk="1" latinLnBrk="0" hangingPunct="1">
                        <a:spcAft>
                          <a:spcPts val="225"/>
                        </a:spcAft>
                        <a:buNone/>
                      </a:pPr>
                      <a:r>
                        <a:rPr lang="en-IN" sz="1800" b="1" i="0" kern="1200">
                          <a:solidFill>
                            <a:schemeClr val="tx2"/>
                          </a:solidFill>
                          <a:effectLst/>
                          <a:latin typeface="Montserrat" panose="00000500000000000000" pitchFamily="2" charset="0"/>
                          <a:ea typeface="+mn-ea"/>
                          <a:cs typeface="+mn-cs"/>
                        </a:rPr>
                        <a:t>99.9%</a:t>
                      </a:r>
                    </a:p>
                    <a:p>
                      <a:pPr marL="0" algn="l" defTabSz="914400" rtl="0" eaLnBrk="1" latinLnBrk="0" hangingPunct="1">
                        <a:buNone/>
                      </a:pPr>
                      <a:r>
                        <a:rPr lang="en-IN" sz="1200" b="0" i="0" kern="1200" cap="none">
                          <a:solidFill>
                            <a:schemeClr val="bg1"/>
                          </a:solidFill>
                          <a:effectLst/>
                          <a:latin typeface="Montserrat" panose="00000500000000000000" pitchFamily="2" charset="0"/>
                          <a:ea typeface="+mn-ea"/>
                          <a:cs typeface="+mn-cs"/>
                        </a:rPr>
                        <a:t>Software reliability</a:t>
                      </a:r>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algn="l" defTabSz="914400" rtl="0" eaLnBrk="1" latinLnBrk="0" hangingPunct="1">
                        <a:spcAft>
                          <a:spcPts val="225"/>
                        </a:spcAft>
                        <a:buNone/>
                      </a:pPr>
                      <a:r>
                        <a:rPr lang="en-IN" sz="1800" b="1" i="0" kern="1200">
                          <a:solidFill>
                            <a:schemeClr val="tx2"/>
                          </a:solidFill>
                          <a:effectLst/>
                          <a:latin typeface="Montserrat" panose="00000500000000000000" pitchFamily="2" charset="0"/>
                          <a:ea typeface="+mn-ea"/>
                          <a:cs typeface="+mn-cs"/>
                        </a:rPr>
                        <a:t>80</a:t>
                      </a:r>
                    </a:p>
                    <a:p>
                      <a:pPr marL="0" algn="l" defTabSz="914400" rtl="0" eaLnBrk="1" latinLnBrk="0" hangingPunct="1">
                        <a:buNone/>
                      </a:pPr>
                      <a:r>
                        <a:rPr lang="en-IN" sz="1200" b="0" i="0" kern="1200" cap="none">
                          <a:solidFill>
                            <a:schemeClr val="bg1"/>
                          </a:solidFill>
                          <a:effectLst/>
                          <a:latin typeface="Montserrat" panose="00000500000000000000" pitchFamily="2" charset="0"/>
                          <a:ea typeface="+mn-ea"/>
                          <a:cs typeface="+mn-cs"/>
                        </a:rPr>
                        <a:t>NPS score</a:t>
                      </a:r>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algn="l" defTabSz="914400" rtl="0" eaLnBrk="1" latinLnBrk="0" hangingPunct="1">
                        <a:spcAft>
                          <a:spcPts val="225"/>
                        </a:spcAft>
                        <a:buNone/>
                      </a:pPr>
                      <a:r>
                        <a:rPr lang="en-IN" sz="1800" b="1" i="0" kern="1200">
                          <a:solidFill>
                            <a:schemeClr val="tx2"/>
                          </a:solidFill>
                          <a:effectLst/>
                          <a:latin typeface="Montserrat" panose="00000500000000000000" pitchFamily="2" charset="0"/>
                          <a:ea typeface="+mn-ea"/>
                          <a:cs typeface="+mn-cs"/>
                        </a:rPr>
                        <a:t>30%</a:t>
                      </a:r>
                    </a:p>
                    <a:p>
                      <a:pPr marL="0" algn="l" defTabSz="914400" rtl="0" eaLnBrk="1" latinLnBrk="0" hangingPunct="1">
                        <a:buNone/>
                      </a:pPr>
                      <a:r>
                        <a:rPr lang="en-IN" sz="1200" b="0" i="0" kern="1200" cap="none">
                          <a:solidFill>
                            <a:schemeClr val="bg1"/>
                          </a:solidFill>
                          <a:effectLst/>
                          <a:latin typeface="Montserrat" panose="00000500000000000000" pitchFamily="2" charset="0"/>
                          <a:ea typeface="+mn-ea"/>
                          <a:cs typeface="+mn-cs"/>
                        </a:rPr>
                        <a:t>Faster time-to-market</a:t>
                      </a:r>
                    </a:p>
                  </a:txBody>
                  <a:tcPr>
                    <a:lnL w="12700" cap="flat" cmpd="sng" algn="ctr">
                      <a:solidFill>
                        <a:schemeClr val="bg2">
                          <a:lumMod val="75000"/>
                        </a:schemeClr>
                      </a:solidFill>
                      <a:prstDash val="solid"/>
                      <a:round/>
                      <a:headEnd type="none" w="med" len="med"/>
                      <a:tailEnd type="none" w="med" len="med"/>
                    </a:lnL>
                    <a:lnR w="12700" cap="flat" cmpd="sng" algn="ctr">
                      <a:solidFill>
                        <a:schemeClr val="bg2">
                          <a:lumMod val="75000"/>
                        </a:schemeClr>
                      </a:solidFill>
                      <a:prstDash val="solid"/>
                      <a:round/>
                      <a:headEnd type="none" w="med" len="med"/>
                      <a:tailEnd type="none" w="med" len="med"/>
                    </a:ln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35715890"/>
                  </a:ext>
                </a:extLst>
              </a:tr>
            </a:tbl>
          </a:graphicData>
        </a:graphic>
      </p:graphicFrame>
    </p:spTree>
    <p:extLst>
      <p:ext uri="{BB962C8B-B14F-4D97-AF65-F5344CB8AC3E}">
        <p14:creationId xmlns:p14="http://schemas.microsoft.com/office/powerpoint/2010/main" val="730580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repeatCount="indefinite" accel="50000" decel="50000" fill="hold" grpId="0" nodeType="clickEffect">
                                  <p:stCondLst>
                                    <p:cond delay="0"/>
                                  </p:stCondLst>
                                  <p:endCondLst>
                                    <p:cond evt="onNext" delay="0">
                                      <p:tgtEl>
                                        <p:sldTgt/>
                                      </p:tgtEl>
                                    </p:cond>
                                  </p:endCondLst>
                                  <p:childTnLst>
                                    <p:animMotion origin="layout" path="M -1.875E-6 4.07407E-6 L 0.41485 4.07407E-6 " pathEditMode="relative" rAng="0" ptsTypes="AA">
                                      <p:cBhvr>
                                        <p:cTn id="6" dur="3000" fill="hold"/>
                                        <p:tgtEl>
                                          <p:spTgt spid="17"/>
                                        </p:tgtEl>
                                        <p:attrNameLst>
                                          <p:attrName>ppt_x</p:attrName>
                                          <p:attrName>ppt_y</p:attrName>
                                        </p:attrNameLst>
                                      </p:cBhvr>
                                      <p:rCtr x="20742"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0D6AC7E-7D36-E3B7-FF7C-3D6D74AF128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2D779C2-F15E-F5D7-419D-BCC46F9463AF}"/>
              </a:ext>
            </a:extLst>
          </p:cNvPr>
          <p:cNvSpPr>
            <a:spLocks noGrp="1"/>
          </p:cNvSpPr>
          <p:nvPr>
            <p:ph type="title"/>
          </p:nvPr>
        </p:nvSpPr>
        <p:spPr>
          <a:xfrm>
            <a:off x="380999" y="342899"/>
            <a:ext cx="11207817" cy="553993"/>
          </a:xfrm>
        </p:spPr>
        <p:txBody>
          <a:bodyPr/>
          <a:lstStyle/>
          <a:p>
            <a:r>
              <a:rPr lang="en-IN">
                <a:latin typeface="Montserrat Light"/>
              </a:rPr>
              <a:t>Five Challenges Enterprises haven't solved well. Until now.</a:t>
            </a:r>
            <a:br>
              <a:rPr lang="en-IN"/>
            </a:br>
            <a:endParaRPr lang="en-IN"/>
          </a:p>
        </p:txBody>
      </p:sp>
      <p:sp>
        <p:nvSpPr>
          <p:cNvPr id="11" name="Rectangle: Rounded Corners 10">
            <a:extLst>
              <a:ext uri="{FF2B5EF4-FFF2-40B4-BE49-F238E27FC236}">
                <a16:creationId xmlns:a16="http://schemas.microsoft.com/office/drawing/2014/main" id="{B97D6573-82EF-9C0B-45C3-6A1707E6BAC0}"/>
              </a:ext>
            </a:extLst>
          </p:cNvPr>
          <p:cNvSpPr/>
          <p:nvPr/>
        </p:nvSpPr>
        <p:spPr>
          <a:xfrm>
            <a:off x="511630" y="1432570"/>
            <a:ext cx="2121562" cy="4521916"/>
          </a:xfrm>
          <a:prstGeom prst="roundRect">
            <a:avLst>
              <a:gd name="adj" fmla="val 1137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1005840" rIns="91440" rtlCol="0" anchor="t"/>
          <a:lstStyle/>
          <a:p>
            <a:r>
              <a:rPr lang="en-IN" sz="1400" b="1">
                <a:solidFill>
                  <a:schemeClr val="bg2"/>
                </a:solidFill>
                <a:latin typeface="Montserrat" panose="00000500000000000000" pitchFamily="2" charset="0"/>
              </a:rPr>
              <a:t>Regulated AI with no accountability</a:t>
            </a:r>
            <a:endParaRPr lang="en-IN" sz="1400" b="1">
              <a:solidFill>
                <a:schemeClr val="tx1"/>
              </a:solidFill>
              <a:latin typeface="Montserrat" panose="00000500000000000000" pitchFamily="2" charset="0"/>
            </a:endParaRPr>
          </a:p>
        </p:txBody>
      </p:sp>
      <p:sp>
        <p:nvSpPr>
          <p:cNvPr id="19" name="Rectangle: Rounded Corners 18">
            <a:extLst>
              <a:ext uri="{FF2B5EF4-FFF2-40B4-BE49-F238E27FC236}">
                <a16:creationId xmlns:a16="http://schemas.microsoft.com/office/drawing/2014/main" id="{80035505-6F5D-B3CE-946A-4CA7DE122B1F}"/>
              </a:ext>
            </a:extLst>
          </p:cNvPr>
          <p:cNvSpPr/>
          <p:nvPr/>
        </p:nvSpPr>
        <p:spPr>
          <a:xfrm>
            <a:off x="2844483" y="1432570"/>
            <a:ext cx="2121562" cy="4521916"/>
          </a:xfrm>
          <a:prstGeom prst="roundRect">
            <a:avLst>
              <a:gd name="adj" fmla="val 11372"/>
            </a:avLst>
          </a:prstGeom>
          <a:noFill/>
          <a:ln w="12700">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1005840" rIns="91440" rtlCol="0" anchor="t"/>
          <a:lstStyle/>
          <a:p>
            <a:r>
              <a:rPr lang="en-IN" sz="1400" b="1">
                <a:solidFill>
                  <a:schemeClr val="tx1"/>
                </a:solidFill>
                <a:latin typeface="Montserrat" panose="00000500000000000000" pitchFamily="2" charset="0"/>
              </a:rPr>
              <a:t>Data you can't trust</a:t>
            </a:r>
          </a:p>
        </p:txBody>
      </p:sp>
      <p:sp>
        <p:nvSpPr>
          <p:cNvPr id="20" name="Rectangle: Rounded Corners 19">
            <a:extLst>
              <a:ext uri="{FF2B5EF4-FFF2-40B4-BE49-F238E27FC236}">
                <a16:creationId xmlns:a16="http://schemas.microsoft.com/office/drawing/2014/main" id="{1D0410BC-95D5-FAF9-5F2E-DAD41A735B8F}"/>
              </a:ext>
            </a:extLst>
          </p:cNvPr>
          <p:cNvSpPr/>
          <p:nvPr/>
        </p:nvSpPr>
        <p:spPr>
          <a:xfrm>
            <a:off x="5119584" y="1432570"/>
            <a:ext cx="2121562" cy="4521916"/>
          </a:xfrm>
          <a:prstGeom prst="roundRect">
            <a:avLst>
              <a:gd name="adj" fmla="val 1137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1005840" rIns="91440" rtlCol="0" anchor="t"/>
          <a:lstStyle/>
          <a:p>
            <a:endParaRPr lang="en-US" sz="1300" b="1">
              <a:solidFill>
                <a:schemeClr val="bg2"/>
              </a:solidFill>
              <a:latin typeface="Montserrat" panose="00000500000000000000" pitchFamily="2" charset="0"/>
            </a:endParaRPr>
          </a:p>
        </p:txBody>
      </p:sp>
      <p:sp>
        <p:nvSpPr>
          <p:cNvPr id="21" name="Rectangle: Rounded Corners 20">
            <a:extLst>
              <a:ext uri="{FF2B5EF4-FFF2-40B4-BE49-F238E27FC236}">
                <a16:creationId xmlns:a16="http://schemas.microsoft.com/office/drawing/2014/main" id="{002E904B-5F2C-9DF7-4C73-325AF2009A3F}"/>
              </a:ext>
            </a:extLst>
          </p:cNvPr>
          <p:cNvSpPr/>
          <p:nvPr/>
        </p:nvSpPr>
        <p:spPr>
          <a:xfrm>
            <a:off x="7423561" y="1432570"/>
            <a:ext cx="2121562" cy="4521916"/>
          </a:xfrm>
          <a:prstGeom prst="roundRect">
            <a:avLst>
              <a:gd name="adj" fmla="val 11372"/>
            </a:avLst>
          </a:prstGeom>
          <a:noFill/>
          <a:ln w="12700">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1005840" rIns="91440" rtlCol="0" anchor="t"/>
          <a:lstStyle/>
          <a:p>
            <a:r>
              <a:rPr lang="en-IN" sz="1400" b="1">
                <a:solidFill>
                  <a:schemeClr val="tx1"/>
                </a:solidFill>
                <a:latin typeface="Montserrat" panose="00000500000000000000" pitchFamily="2" charset="0"/>
              </a:rPr>
              <a:t>Five vendors, zero accountability</a:t>
            </a:r>
          </a:p>
        </p:txBody>
      </p:sp>
      <p:sp>
        <p:nvSpPr>
          <p:cNvPr id="22" name="Rectangle: Rounded Corners 21">
            <a:extLst>
              <a:ext uri="{FF2B5EF4-FFF2-40B4-BE49-F238E27FC236}">
                <a16:creationId xmlns:a16="http://schemas.microsoft.com/office/drawing/2014/main" id="{7FDC05A5-A5B1-540A-DC60-1528C1C9CEF6}"/>
              </a:ext>
            </a:extLst>
          </p:cNvPr>
          <p:cNvSpPr/>
          <p:nvPr/>
        </p:nvSpPr>
        <p:spPr>
          <a:xfrm>
            <a:off x="9727539" y="1432570"/>
            <a:ext cx="2121562" cy="4521916"/>
          </a:xfrm>
          <a:prstGeom prst="roundRect">
            <a:avLst>
              <a:gd name="adj" fmla="val 1137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1005840" rIns="91440" rtlCol="0" anchor="t"/>
          <a:lstStyle/>
          <a:p>
            <a:r>
              <a:rPr lang="en-US" sz="1400" b="1">
                <a:solidFill>
                  <a:schemeClr val="bg2"/>
                </a:solidFill>
                <a:latin typeface="Montserrat" panose="00000500000000000000" pitchFamily="2" charset="0"/>
              </a:rPr>
              <a:t>Decisions still run at human speed</a:t>
            </a:r>
          </a:p>
        </p:txBody>
      </p:sp>
      <p:pic>
        <p:nvPicPr>
          <p:cNvPr id="24" name="Graphic 23">
            <a:extLst>
              <a:ext uri="{FF2B5EF4-FFF2-40B4-BE49-F238E27FC236}">
                <a16:creationId xmlns:a16="http://schemas.microsoft.com/office/drawing/2014/main" id="{1BF52F77-FBA8-8D1E-88AE-3458AEF62E0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20487" y="1658305"/>
            <a:ext cx="610225" cy="610225"/>
          </a:xfrm>
          <a:prstGeom prst="rect">
            <a:avLst/>
          </a:prstGeom>
        </p:spPr>
      </p:pic>
      <p:pic>
        <p:nvPicPr>
          <p:cNvPr id="26" name="Graphic 25">
            <a:extLst>
              <a:ext uri="{FF2B5EF4-FFF2-40B4-BE49-F238E27FC236}">
                <a16:creationId xmlns:a16="http://schemas.microsoft.com/office/drawing/2014/main" id="{EDB59A96-C572-F709-7B4E-10A3C5F5A9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11616" y="1658305"/>
            <a:ext cx="610225" cy="610225"/>
          </a:xfrm>
          <a:prstGeom prst="rect">
            <a:avLst/>
          </a:prstGeom>
        </p:spPr>
      </p:pic>
      <p:pic>
        <p:nvPicPr>
          <p:cNvPr id="28" name="Graphic 27">
            <a:extLst>
              <a:ext uri="{FF2B5EF4-FFF2-40B4-BE49-F238E27FC236}">
                <a16:creationId xmlns:a16="http://schemas.microsoft.com/office/drawing/2014/main" id="{E7A5BD2E-51F6-8C77-62C9-29CFC957E88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52045" y="1658305"/>
            <a:ext cx="610225" cy="610225"/>
          </a:xfrm>
          <a:prstGeom prst="rect">
            <a:avLst/>
          </a:prstGeom>
        </p:spPr>
      </p:pic>
      <p:pic>
        <p:nvPicPr>
          <p:cNvPr id="30" name="Graphic 29">
            <a:extLst>
              <a:ext uri="{FF2B5EF4-FFF2-40B4-BE49-F238E27FC236}">
                <a16:creationId xmlns:a16="http://schemas.microsoft.com/office/drawing/2014/main" id="{D3768A87-F349-413C-B0A5-EB68432DBC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67824" y="1658305"/>
            <a:ext cx="610225" cy="610225"/>
          </a:xfrm>
          <a:prstGeom prst="rect">
            <a:avLst/>
          </a:prstGeom>
        </p:spPr>
      </p:pic>
      <p:pic>
        <p:nvPicPr>
          <p:cNvPr id="32" name="Graphic 31">
            <a:extLst>
              <a:ext uri="{FF2B5EF4-FFF2-40B4-BE49-F238E27FC236}">
                <a16:creationId xmlns:a16="http://schemas.microsoft.com/office/drawing/2014/main" id="{24DFE6DE-73FE-D4F3-36AC-7C917D2C31E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898843" y="1658305"/>
            <a:ext cx="751740" cy="751740"/>
          </a:xfrm>
          <a:prstGeom prst="rect">
            <a:avLst/>
          </a:prstGeom>
        </p:spPr>
      </p:pic>
      <p:sp>
        <p:nvSpPr>
          <p:cNvPr id="3" name="TextBox 2">
            <a:extLst>
              <a:ext uri="{FF2B5EF4-FFF2-40B4-BE49-F238E27FC236}">
                <a16:creationId xmlns:a16="http://schemas.microsoft.com/office/drawing/2014/main" id="{8C2BDCA4-A765-4EDC-268D-6345C9CB6CFA}"/>
              </a:ext>
            </a:extLst>
          </p:cNvPr>
          <p:cNvSpPr txBox="1"/>
          <p:nvPr/>
        </p:nvSpPr>
        <p:spPr>
          <a:xfrm>
            <a:off x="626802" y="3177558"/>
            <a:ext cx="1891219" cy="1723549"/>
          </a:xfrm>
          <a:prstGeom prst="rect">
            <a:avLst/>
          </a:prstGeom>
          <a:noFill/>
        </p:spPr>
        <p:txBody>
          <a:bodyPr wrap="square">
            <a:spAutoFit/>
          </a:bodyPr>
          <a:lstStyle/>
          <a:p>
            <a:pPr marL="182880" indent="-182880">
              <a:spcAft>
                <a:spcPts val="600"/>
              </a:spcAft>
              <a:buFont typeface="Wingdings" panose="05000000000000000000" pitchFamily="2" charset="2"/>
              <a:buChar char="v"/>
            </a:pPr>
            <a:r>
              <a:rPr lang="en-US" sz="1200">
                <a:latin typeface="Montserrat" panose="00000500000000000000" pitchFamily="2" charset="0"/>
              </a:rPr>
              <a:t>21 CFR Pt 11, GAMP 5, EU AI Act expertise missing</a:t>
            </a:r>
          </a:p>
          <a:p>
            <a:pPr marL="182880" indent="-182880">
              <a:spcAft>
                <a:spcPts val="600"/>
              </a:spcAft>
              <a:buFont typeface="Wingdings" panose="05000000000000000000" pitchFamily="2" charset="2"/>
              <a:buChar char="v"/>
            </a:pPr>
            <a:r>
              <a:rPr lang="en-US" sz="1200">
                <a:latin typeface="Montserrat" panose="00000500000000000000" pitchFamily="2" charset="0"/>
              </a:rPr>
              <a:t>Standard architectures fail regulatory scrutiny</a:t>
            </a:r>
          </a:p>
          <a:p>
            <a:pPr marL="182880" indent="-182880">
              <a:spcAft>
                <a:spcPts val="600"/>
              </a:spcAft>
              <a:buFont typeface="Wingdings" panose="05000000000000000000" pitchFamily="2" charset="2"/>
              <a:buChar char="v"/>
            </a:pPr>
            <a:r>
              <a:rPr lang="en-US" sz="1200">
                <a:latin typeface="Montserrat" panose="00000500000000000000" pitchFamily="2" charset="0"/>
              </a:rPr>
              <a:t>Audit findings surface after go-live</a:t>
            </a:r>
          </a:p>
        </p:txBody>
      </p:sp>
      <p:sp>
        <p:nvSpPr>
          <p:cNvPr id="6" name="TextBox 5">
            <a:extLst>
              <a:ext uri="{FF2B5EF4-FFF2-40B4-BE49-F238E27FC236}">
                <a16:creationId xmlns:a16="http://schemas.microsoft.com/office/drawing/2014/main" id="{3A5D230B-DA61-5BD6-2DFD-093DFEB7CC8B}"/>
              </a:ext>
            </a:extLst>
          </p:cNvPr>
          <p:cNvSpPr txBox="1"/>
          <p:nvPr/>
        </p:nvSpPr>
        <p:spPr>
          <a:xfrm>
            <a:off x="626802" y="5227288"/>
            <a:ext cx="1891219" cy="461665"/>
          </a:xfrm>
          <a:prstGeom prst="rect">
            <a:avLst/>
          </a:prstGeom>
          <a:noFill/>
        </p:spPr>
        <p:txBody>
          <a:bodyPr wrap="square">
            <a:spAutoFit/>
          </a:bodyPr>
          <a:lstStyle/>
          <a:p>
            <a:r>
              <a:rPr lang="en-IN" sz="1200" b="1">
                <a:latin typeface="Montserrat" panose="00000500000000000000" pitchFamily="2" charset="0"/>
              </a:rPr>
              <a:t>Compliance-first from day one.</a:t>
            </a:r>
          </a:p>
        </p:txBody>
      </p:sp>
      <p:sp>
        <p:nvSpPr>
          <p:cNvPr id="7" name="TextBox 6">
            <a:extLst>
              <a:ext uri="{FF2B5EF4-FFF2-40B4-BE49-F238E27FC236}">
                <a16:creationId xmlns:a16="http://schemas.microsoft.com/office/drawing/2014/main" id="{02B69F8F-EB1A-85CE-C3B1-32DC6D84F799}"/>
              </a:ext>
            </a:extLst>
          </p:cNvPr>
          <p:cNvSpPr txBox="1"/>
          <p:nvPr/>
        </p:nvSpPr>
        <p:spPr>
          <a:xfrm>
            <a:off x="2885902" y="3177558"/>
            <a:ext cx="2038724" cy="1538883"/>
          </a:xfrm>
          <a:prstGeom prst="rect">
            <a:avLst/>
          </a:prstGeom>
          <a:noFill/>
        </p:spPr>
        <p:txBody>
          <a:bodyPr wrap="square">
            <a:spAutoFit/>
          </a:bodyPr>
          <a:lstStyle/>
          <a:p>
            <a:pPr marL="182880" indent="-182880">
              <a:spcAft>
                <a:spcPts val="600"/>
              </a:spcAft>
              <a:buFont typeface="Wingdings" panose="05000000000000000000" pitchFamily="2" charset="2"/>
              <a:buChar char="v"/>
            </a:pPr>
            <a:r>
              <a:rPr lang="en-US" sz="1200">
                <a:latin typeface="Montserrat" panose="00000500000000000000" pitchFamily="2" charset="0"/>
              </a:rPr>
              <a:t>80% of DS time spent cleaning, not modelling</a:t>
            </a:r>
          </a:p>
          <a:p>
            <a:pPr marL="182880" indent="-182880">
              <a:spcAft>
                <a:spcPts val="600"/>
              </a:spcAft>
              <a:buFont typeface="Wingdings" panose="05000000000000000000" pitchFamily="2" charset="2"/>
              <a:buChar char="v"/>
            </a:pPr>
            <a:r>
              <a:rPr lang="en-US" sz="1200">
                <a:latin typeface="Montserrat" panose="00000500000000000000" pitchFamily="2" charset="0"/>
              </a:rPr>
              <a:t>Bad data produces bad decisions at scale</a:t>
            </a:r>
          </a:p>
          <a:p>
            <a:pPr marL="182880" indent="-182880">
              <a:spcAft>
                <a:spcPts val="600"/>
              </a:spcAft>
              <a:buFont typeface="Wingdings" panose="05000000000000000000" pitchFamily="2" charset="2"/>
              <a:buChar char="v"/>
            </a:pPr>
            <a:r>
              <a:rPr lang="en-US" sz="1200">
                <a:latin typeface="Montserrat" panose="00000500000000000000" pitchFamily="2" charset="0"/>
              </a:rPr>
              <a:t>Costs surface long after the model ships</a:t>
            </a:r>
          </a:p>
        </p:txBody>
      </p:sp>
      <p:sp>
        <p:nvSpPr>
          <p:cNvPr id="8" name="TextBox 7">
            <a:extLst>
              <a:ext uri="{FF2B5EF4-FFF2-40B4-BE49-F238E27FC236}">
                <a16:creationId xmlns:a16="http://schemas.microsoft.com/office/drawing/2014/main" id="{B935D890-11B7-9BDB-E890-BD5B1F41077E}"/>
              </a:ext>
            </a:extLst>
          </p:cNvPr>
          <p:cNvSpPr txBox="1"/>
          <p:nvPr/>
        </p:nvSpPr>
        <p:spPr>
          <a:xfrm>
            <a:off x="2959655" y="5227288"/>
            <a:ext cx="1891219" cy="461665"/>
          </a:xfrm>
          <a:prstGeom prst="rect">
            <a:avLst/>
          </a:prstGeom>
          <a:noFill/>
        </p:spPr>
        <p:txBody>
          <a:bodyPr wrap="square">
            <a:spAutoFit/>
          </a:bodyPr>
          <a:lstStyle/>
          <a:p>
            <a:r>
              <a:rPr lang="en-US" sz="1200" b="1">
                <a:latin typeface="Montserrat" panose="00000500000000000000" pitchFamily="2" charset="0"/>
              </a:rPr>
              <a:t>We govern before the first model runs.</a:t>
            </a:r>
          </a:p>
        </p:txBody>
      </p:sp>
      <p:sp>
        <p:nvSpPr>
          <p:cNvPr id="9" name="TextBox 8">
            <a:extLst>
              <a:ext uri="{FF2B5EF4-FFF2-40B4-BE49-F238E27FC236}">
                <a16:creationId xmlns:a16="http://schemas.microsoft.com/office/drawing/2014/main" id="{98F1B05D-44AC-C23A-151C-757ABAA15483}"/>
              </a:ext>
            </a:extLst>
          </p:cNvPr>
          <p:cNvSpPr txBox="1"/>
          <p:nvPr/>
        </p:nvSpPr>
        <p:spPr>
          <a:xfrm>
            <a:off x="5148461" y="3177558"/>
            <a:ext cx="2063809" cy="1723549"/>
          </a:xfrm>
          <a:prstGeom prst="rect">
            <a:avLst/>
          </a:prstGeom>
          <a:noFill/>
        </p:spPr>
        <p:txBody>
          <a:bodyPr wrap="square">
            <a:spAutoFit/>
          </a:bodyPr>
          <a:lstStyle/>
          <a:p>
            <a:pPr marL="182880" indent="-182880">
              <a:spcAft>
                <a:spcPts val="600"/>
              </a:spcAft>
              <a:buFont typeface="Wingdings" panose="05000000000000000000" pitchFamily="2" charset="2"/>
              <a:buChar char="v"/>
            </a:pPr>
            <a:r>
              <a:rPr lang="en-US" sz="1200">
                <a:latin typeface="Montserrat" panose="00000500000000000000" pitchFamily="2" charset="0"/>
              </a:rPr>
              <a:t>85% of ML models never reach production</a:t>
            </a:r>
          </a:p>
          <a:p>
            <a:pPr marL="182880" indent="-182880">
              <a:spcAft>
                <a:spcPts val="600"/>
              </a:spcAft>
              <a:buFont typeface="Wingdings" panose="05000000000000000000" pitchFamily="2" charset="2"/>
              <a:buChar char="v"/>
            </a:pPr>
            <a:r>
              <a:rPr lang="en-US" sz="1200">
                <a:latin typeface="Montserrat" panose="00000500000000000000" pitchFamily="2" charset="0"/>
              </a:rPr>
              <a:t>Those that do decay silently — no drift detection</a:t>
            </a:r>
          </a:p>
          <a:p>
            <a:pPr marL="182880" indent="-182880">
              <a:spcAft>
                <a:spcPts val="600"/>
              </a:spcAft>
              <a:buFont typeface="Wingdings" panose="05000000000000000000" pitchFamily="2" charset="2"/>
              <a:buChar char="v"/>
            </a:pPr>
            <a:r>
              <a:rPr lang="en-US" sz="1200">
                <a:latin typeface="Montserrat" panose="00000500000000000000" pitchFamily="2" charset="0"/>
              </a:rPr>
              <a:t>You paid for a pilot, not a platform</a:t>
            </a:r>
          </a:p>
        </p:txBody>
      </p:sp>
      <p:sp>
        <p:nvSpPr>
          <p:cNvPr id="10" name="TextBox 9">
            <a:extLst>
              <a:ext uri="{FF2B5EF4-FFF2-40B4-BE49-F238E27FC236}">
                <a16:creationId xmlns:a16="http://schemas.microsoft.com/office/drawing/2014/main" id="{9143BED2-33B6-627C-C3E6-9E59BDAB54C6}"/>
              </a:ext>
            </a:extLst>
          </p:cNvPr>
          <p:cNvSpPr txBox="1"/>
          <p:nvPr/>
        </p:nvSpPr>
        <p:spPr>
          <a:xfrm>
            <a:off x="5148461" y="5227288"/>
            <a:ext cx="2063809" cy="461665"/>
          </a:xfrm>
          <a:prstGeom prst="rect">
            <a:avLst/>
          </a:prstGeom>
          <a:noFill/>
        </p:spPr>
        <p:txBody>
          <a:bodyPr wrap="square">
            <a:spAutoFit/>
          </a:bodyPr>
          <a:lstStyle/>
          <a:p>
            <a:r>
              <a:rPr lang="en-US" sz="1200" b="1">
                <a:latin typeface="Montserrat" panose="00000500000000000000" pitchFamily="2" charset="0"/>
              </a:rPr>
              <a:t>We operate models, not just deliver them.</a:t>
            </a:r>
          </a:p>
        </p:txBody>
      </p:sp>
      <p:sp>
        <p:nvSpPr>
          <p:cNvPr id="12" name="TextBox 11">
            <a:extLst>
              <a:ext uri="{FF2B5EF4-FFF2-40B4-BE49-F238E27FC236}">
                <a16:creationId xmlns:a16="http://schemas.microsoft.com/office/drawing/2014/main" id="{88817465-24DC-2C2B-B5F6-09CF4000C47D}"/>
              </a:ext>
            </a:extLst>
          </p:cNvPr>
          <p:cNvSpPr txBox="1"/>
          <p:nvPr/>
        </p:nvSpPr>
        <p:spPr>
          <a:xfrm>
            <a:off x="7556251" y="3177558"/>
            <a:ext cx="1891219" cy="1723549"/>
          </a:xfrm>
          <a:prstGeom prst="rect">
            <a:avLst/>
          </a:prstGeom>
          <a:noFill/>
        </p:spPr>
        <p:txBody>
          <a:bodyPr wrap="square">
            <a:spAutoFit/>
          </a:bodyPr>
          <a:lstStyle/>
          <a:p>
            <a:pPr marL="182880" indent="-182880">
              <a:spcAft>
                <a:spcPts val="600"/>
              </a:spcAft>
              <a:buFont typeface="Wingdings" panose="05000000000000000000" pitchFamily="2" charset="2"/>
              <a:buChar char="v"/>
            </a:pPr>
            <a:r>
              <a:rPr lang="en-US" sz="1200">
                <a:latin typeface="Montserrat" panose="00000500000000000000" pitchFamily="2" charset="0"/>
              </a:rPr>
              <a:t>Data, ML, software, monitoring — four contracts</a:t>
            </a:r>
          </a:p>
          <a:p>
            <a:pPr marL="182880" indent="-182880">
              <a:spcAft>
                <a:spcPts val="600"/>
              </a:spcAft>
              <a:buFont typeface="Wingdings" panose="05000000000000000000" pitchFamily="2" charset="2"/>
              <a:buChar char="v"/>
            </a:pPr>
            <a:r>
              <a:rPr lang="en-US" sz="1200">
                <a:latin typeface="Montserrat" panose="00000500000000000000" pitchFamily="2" charset="0"/>
              </a:rPr>
              <a:t>When it breaks, they all point at each other</a:t>
            </a:r>
          </a:p>
          <a:p>
            <a:pPr marL="182880" indent="-182880">
              <a:spcAft>
                <a:spcPts val="600"/>
              </a:spcAft>
              <a:buFont typeface="Wingdings" panose="05000000000000000000" pitchFamily="2" charset="2"/>
              <a:buChar char="v"/>
            </a:pPr>
            <a:r>
              <a:rPr lang="en-US" sz="1200">
                <a:latin typeface="Montserrat" panose="00000500000000000000" pitchFamily="2" charset="0"/>
              </a:rPr>
              <a:t>You own the gap between them</a:t>
            </a:r>
          </a:p>
        </p:txBody>
      </p:sp>
      <p:sp>
        <p:nvSpPr>
          <p:cNvPr id="13" name="TextBox 12">
            <a:extLst>
              <a:ext uri="{FF2B5EF4-FFF2-40B4-BE49-F238E27FC236}">
                <a16:creationId xmlns:a16="http://schemas.microsoft.com/office/drawing/2014/main" id="{C63F94D5-37C2-A9C2-9D29-CE1657837FA9}"/>
              </a:ext>
            </a:extLst>
          </p:cNvPr>
          <p:cNvSpPr txBox="1"/>
          <p:nvPr/>
        </p:nvSpPr>
        <p:spPr>
          <a:xfrm>
            <a:off x="7538733" y="5227288"/>
            <a:ext cx="1891219" cy="461665"/>
          </a:xfrm>
          <a:prstGeom prst="rect">
            <a:avLst/>
          </a:prstGeom>
          <a:noFill/>
        </p:spPr>
        <p:txBody>
          <a:bodyPr wrap="square">
            <a:spAutoFit/>
          </a:bodyPr>
          <a:lstStyle/>
          <a:p>
            <a:r>
              <a:rPr lang="en-US" sz="1200" b="1">
                <a:latin typeface="Montserrat" panose="00000500000000000000" pitchFamily="2" charset="0"/>
              </a:rPr>
              <a:t>One contract. One accountable partner.</a:t>
            </a:r>
          </a:p>
        </p:txBody>
      </p:sp>
      <p:sp>
        <p:nvSpPr>
          <p:cNvPr id="14" name="TextBox 13">
            <a:extLst>
              <a:ext uri="{FF2B5EF4-FFF2-40B4-BE49-F238E27FC236}">
                <a16:creationId xmlns:a16="http://schemas.microsoft.com/office/drawing/2014/main" id="{C45E0ABC-0B76-DDD9-7CE4-544DCBB3F49A}"/>
              </a:ext>
            </a:extLst>
          </p:cNvPr>
          <p:cNvSpPr txBox="1"/>
          <p:nvPr/>
        </p:nvSpPr>
        <p:spPr>
          <a:xfrm>
            <a:off x="9807404" y="3177558"/>
            <a:ext cx="1961831" cy="1908215"/>
          </a:xfrm>
          <a:prstGeom prst="rect">
            <a:avLst/>
          </a:prstGeom>
          <a:noFill/>
        </p:spPr>
        <p:txBody>
          <a:bodyPr wrap="square">
            <a:spAutoFit/>
          </a:bodyPr>
          <a:lstStyle/>
          <a:p>
            <a:pPr marL="182880" indent="-182880">
              <a:spcAft>
                <a:spcPts val="600"/>
              </a:spcAft>
              <a:buFont typeface="Wingdings" panose="05000000000000000000" pitchFamily="2" charset="2"/>
              <a:buChar char="v"/>
            </a:pPr>
            <a:r>
              <a:rPr lang="en-US" sz="1200">
                <a:latin typeface="Montserrat" panose="00000500000000000000" pitchFamily="2" charset="0"/>
              </a:rPr>
              <a:t>S&amp;OP cycles weekly; signals move in hours</a:t>
            </a:r>
          </a:p>
          <a:p>
            <a:pPr marL="182880" indent="-182880">
              <a:spcAft>
                <a:spcPts val="600"/>
              </a:spcAft>
              <a:buFont typeface="Wingdings" panose="05000000000000000000" pitchFamily="2" charset="2"/>
              <a:buChar char="v"/>
            </a:pPr>
            <a:r>
              <a:rPr lang="en-US" sz="1200">
                <a:latin typeface="Montserrat" panose="00000500000000000000" pitchFamily="2" charset="0"/>
              </a:rPr>
              <a:t>Demand planning still lives in spreadsheets</a:t>
            </a:r>
          </a:p>
          <a:p>
            <a:pPr marL="182880" indent="-182880">
              <a:spcAft>
                <a:spcPts val="600"/>
              </a:spcAft>
              <a:buFont typeface="Wingdings" panose="05000000000000000000" pitchFamily="2" charset="2"/>
              <a:buChar char="v"/>
            </a:pPr>
            <a:r>
              <a:rPr lang="en-US" sz="1200">
                <a:latin typeface="Montserrat" panose="00000500000000000000" pitchFamily="2" charset="0"/>
              </a:rPr>
              <a:t>Speed of the slowest meeting, not the market</a:t>
            </a:r>
          </a:p>
        </p:txBody>
      </p:sp>
      <p:sp>
        <p:nvSpPr>
          <p:cNvPr id="15" name="TextBox 14">
            <a:extLst>
              <a:ext uri="{FF2B5EF4-FFF2-40B4-BE49-F238E27FC236}">
                <a16:creationId xmlns:a16="http://schemas.microsoft.com/office/drawing/2014/main" id="{CF98385C-D343-18FA-80F4-C80DAE769C3B}"/>
              </a:ext>
            </a:extLst>
          </p:cNvPr>
          <p:cNvSpPr txBox="1"/>
          <p:nvPr/>
        </p:nvSpPr>
        <p:spPr>
          <a:xfrm>
            <a:off x="9842711" y="5227288"/>
            <a:ext cx="1891219" cy="461665"/>
          </a:xfrm>
          <a:prstGeom prst="rect">
            <a:avLst/>
          </a:prstGeom>
          <a:noFill/>
        </p:spPr>
        <p:txBody>
          <a:bodyPr wrap="square">
            <a:spAutoFit/>
          </a:bodyPr>
          <a:lstStyle/>
          <a:p>
            <a:r>
              <a:rPr lang="en-US" sz="1200" b="1">
                <a:latin typeface="Montserrat" panose="00000500000000000000" pitchFamily="2" charset="0"/>
              </a:rPr>
              <a:t>Planning cycles from days to hours.</a:t>
            </a:r>
          </a:p>
        </p:txBody>
      </p:sp>
      <p:sp>
        <p:nvSpPr>
          <p:cNvPr id="17" name="TextBox 16">
            <a:extLst>
              <a:ext uri="{FF2B5EF4-FFF2-40B4-BE49-F238E27FC236}">
                <a16:creationId xmlns:a16="http://schemas.microsoft.com/office/drawing/2014/main" id="{FC17F549-5D9E-B912-BA79-DBE6B6EFC08F}"/>
              </a:ext>
            </a:extLst>
          </p:cNvPr>
          <p:cNvSpPr txBox="1"/>
          <p:nvPr/>
        </p:nvSpPr>
        <p:spPr>
          <a:xfrm>
            <a:off x="5177336" y="2452553"/>
            <a:ext cx="2121562" cy="523220"/>
          </a:xfrm>
          <a:prstGeom prst="rect">
            <a:avLst/>
          </a:prstGeom>
          <a:noFill/>
        </p:spPr>
        <p:txBody>
          <a:bodyPr wrap="square">
            <a:spAutoFit/>
          </a:bodyPr>
          <a:lstStyle/>
          <a:p>
            <a:pPr>
              <a:spcBef>
                <a:spcPts val="600"/>
              </a:spcBef>
              <a:spcAft>
                <a:spcPts val="600"/>
              </a:spcAft>
            </a:pPr>
            <a:r>
              <a:rPr lang="en-US" sz="1400" b="1">
                <a:solidFill>
                  <a:schemeClr val="bg2"/>
                </a:solidFill>
                <a:latin typeface="Montserrat" panose="00000500000000000000" pitchFamily="2" charset="0"/>
              </a:rPr>
              <a:t>ML that never reaches production</a:t>
            </a:r>
          </a:p>
        </p:txBody>
      </p:sp>
      <p:sp>
        <p:nvSpPr>
          <p:cNvPr id="16" name="Slide Number Placeholder 3">
            <a:extLst>
              <a:ext uri="{FF2B5EF4-FFF2-40B4-BE49-F238E27FC236}">
                <a16:creationId xmlns:a16="http://schemas.microsoft.com/office/drawing/2014/main" id="{2B10EEB7-D4D9-766F-E3D1-53DE16D34946}"/>
              </a:ext>
            </a:extLst>
          </p:cNvPr>
          <p:cNvSpPr>
            <a:spLocks noGrp="1"/>
          </p:cNvSpPr>
          <p:nvPr>
            <p:ph type="sldNum" sz="quarter" idx="12"/>
          </p:nvPr>
        </p:nvSpPr>
        <p:spPr>
          <a:xfrm>
            <a:off x="9105900" y="6540407"/>
            <a:ext cx="2743200" cy="206375"/>
          </a:xfrm>
        </p:spPr>
        <p:txBody>
          <a:bodyPr/>
          <a:lstStyle/>
          <a:p>
            <a:fld id="{330EA680-D336-4FF7-8B7A-9848BB0A1C32}" type="slidenum">
              <a:rPr lang="en-US" smtClean="0"/>
              <a:pPr/>
              <a:t>52</a:t>
            </a:fld>
            <a:endParaRPr lang="en-US"/>
          </a:p>
        </p:txBody>
      </p:sp>
      <p:sp>
        <p:nvSpPr>
          <p:cNvPr id="18" name="Date Placeholder 4">
            <a:extLst>
              <a:ext uri="{FF2B5EF4-FFF2-40B4-BE49-F238E27FC236}">
                <a16:creationId xmlns:a16="http://schemas.microsoft.com/office/drawing/2014/main" id="{BACB356E-E127-AB5D-BDE7-A36748514449}"/>
              </a:ext>
            </a:extLst>
          </p:cNvPr>
          <p:cNvSpPr>
            <a:spLocks noGrp="1"/>
          </p:cNvSpPr>
          <p:nvPr>
            <p:ph type="dt" sz="half" idx="2"/>
          </p:nvPr>
        </p:nvSpPr>
        <p:spPr>
          <a:xfrm>
            <a:off x="857250" y="6540407"/>
            <a:ext cx="2743200" cy="206375"/>
          </a:xfrm>
        </p:spPr>
        <p:txBody>
          <a:bodyPr/>
          <a:lstStyle/>
          <a:p>
            <a:r>
              <a:rPr lang="en-US"/>
              <a:t>© SYREN CLOUD INC – 2026 – ALL RIGHTS RESERVED</a:t>
            </a:r>
          </a:p>
        </p:txBody>
      </p:sp>
    </p:spTree>
    <p:extLst>
      <p:ext uri="{BB962C8B-B14F-4D97-AF65-F5344CB8AC3E}">
        <p14:creationId xmlns:p14="http://schemas.microsoft.com/office/powerpoint/2010/main" val="30022184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40EE419-AB26-3A2D-FF6D-12837EA61365}"/>
              </a:ext>
            </a:extLst>
          </p:cNvPr>
          <p:cNvSpPr>
            <a:spLocks noGrp="1"/>
          </p:cNvSpPr>
          <p:nvPr>
            <p:ph type="title"/>
          </p:nvPr>
        </p:nvSpPr>
        <p:spPr/>
        <p:txBody>
          <a:bodyPr/>
          <a:lstStyle/>
          <a:p>
            <a:r>
              <a:rPr lang="en-US">
                <a:latin typeface="Montserrat Light"/>
              </a:rPr>
              <a:t>Four capabilities. One Accountable Partner.</a:t>
            </a:r>
            <a:endParaRPr lang="en-IN">
              <a:latin typeface="Montserrat Light"/>
            </a:endParaRPr>
          </a:p>
        </p:txBody>
      </p:sp>
      <p:sp>
        <p:nvSpPr>
          <p:cNvPr id="4" name="Slide Number Placeholder 3">
            <a:extLst>
              <a:ext uri="{FF2B5EF4-FFF2-40B4-BE49-F238E27FC236}">
                <a16:creationId xmlns:a16="http://schemas.microsoft.com/office/drawing/2014/main" id="{E33E692A-5939-9C2B-F8E7-3346C0A84B78}"/>
              </a:ext>
            </a:extLst>
          </p:cNvPr>
          <p:cNvSpPr>
            <a:spLocks noGrp="1"/>
          </p:cNvSpPr>
          <p:nvPr>
            <p:ph type="sldNum" sz="quarter" idx="12"/>
          </p:nvPr>
        </p:nvSpPr>
        <p:spPr/>
        <p:txBody>
          <a:bodyPr/>
          <a:lstStyle/>
          <a:p>
            <a:fld id="{330EA680-D336-4FF7-8B7A-9848BB0A1C32}" type="slidenum">
              <a:rPr lang="en-US" smtClean="0"/>
              <a:pPr/>
              <a:t>53</a:t>
            </a:fld>
            <a:endParaRPr lang="en-US"/>
          </a:p>
        </p:txBody>
      </p:sp>
      <p:sp>
        <p:nvSpPr>
          <p:cNvPr id="5" name="Date Placeholder 4">
            <a:extLst>
              <a:ext uri="{FF2B5EF4-FFF2-40B4-BE49-F238E27FC236}">
                <a16:creationId xmlns:a16="http://schemas.microsoft.com/office/drawing/2014/main" id="{F5ED487A-8754-9419-BD37-5C5A6DE75F10}"/>
              </a:ext>
            </a:extLst>
          </p:cNvPr>
          <p:cNvSpPr>
            <a:spLocks noGrp="1"/>
          </p:cNvSpPr>
          <p:nvPr>
            <p:ph type="dt" sz="half" idx="2"/>
          </p:nvPr>
        </p:nvSpPr>
        <p:spPr/>
        <p:txBody>
          <a:bodyPr/>
          <a:lstStyle/>
          <a:p>
            <a:r>
              <a:rPr lang="en-US"/>
              <a:t>© SYREN CLOUD INC – 2026 – ALL RIGHTS RESERVED</a:t>
            </a:r>
          </a:p>
        </p:txBody>
      </p:sp>
      <p:sp>
        <p:nvSpPr>
          <p:cNvPr id="10" name="Subtitle 6">
            <a:extLst>
              <a:ext uri="{FF2B5EF4-FFF2-40B4-BE49-F238E27FC236}">
                <a16:creationId xmlns:a16="http://schemas.microsoft.com/office/drawing/2014/main" id="{286D9D7D-0517-E8FA-87DF-557CFE73BD92}"/>
              </a:ext>
            </a:extLst>
          </p:cNvPr>
          <p:cNvSpPr txBox="1">
            <a:spLocks/>
          </p:cNvSpPr>
          <p:nvPr/>
        </p:nvSpPr>
        <p:spPr>
          <a:xfrm>
            <a:off x="391823" y="1044269"/>
            <a:ext cx="11057467" cy="557076"/>
          </a:xfrm>
          <a:prstGeom prst="rect">
            <a:avLst/>
          </a:prstGeom>
        </p:spPr>
        <p:txBody>
          <a:bodyPr wrap="square">
            <a:spAutoFit/>
          </a:bodyPr>
          <a:lstStyle>
            <a:lvl1pPr marL="228600" indent="-228600" algn="l" defTabSz="914400" rtl="0" eaLnBrk="1" latinLnBrk="0" hangingPunct="1">
              <a:lnSpc>
                <a:spcPct val="90000"/>
              </a:lnSpc>
              <a:spcBef>
                <a:spcPts val="1000"/>
              </a:spcBef>
              <a:buClr>
                <a:schemeClr val="bg2"/>
              </a:buClr>
              <a:buSzPct val="80000"/>
              <a:buFontTx/>
              <a:buBlip>
                <a:blip r:embed="rId2"/>
              </a:buBlip>
              <a:defRPr sz="1600" b="0" i="0" kern="1200">
                <a:solidFill>
                  <a:schemeClr val="tx1"/>
                </a:solidFill>
                <a:latin typeface="Montserrat Light" pitchFamily="2" charset="77"/>
                <a:ea typeface="+mn-ea"/>
                <a:cs typeface="+mn-cs"/>
              </a:defRPr>
            </a:lvl1pPr>
            <a:lvl2pPr marL="685800" indent="-228600" algn="l" defTabSz="914400" rtl="0" eaLnBrk="1" latinLnBrk="0" hangingPunct="1">
              <a:lnSpc>
                <a:spcPct val="90000"/>
              </a:lnSpc>
              <a:spcBef>
                <a:spcPts val="500"/>
              </a:spcBef>
              <a:buClr>
                <a:schemeClr val="bg2"/>
              </a:buClr>
              <a:buSzPct val="80000"/>
              <a:buFontTx/>
              <a:buBlip>
                <a:blip r:embed="rId2"/>
              </a:buBlip>
              <a:defRPr sz="1200" b="0" i="0" kern="1200">
                <a:solidFill>
                  <a:schemeClr val="tx1"/>
                </a:solidFill>
                <a:latin typeface="Montserrat Light" pitchFamily="2" charset="77"/>
                <a:ea typeface="+mn-ea"/>
                <a:cs typeface="+mn-cs"/>
              </a:defRPr>
            </a:lvl2pPr>
            <a:lvl3pPr marL="1143000" indent="-228600" algn="l" defTabSz="914400" rtl="0" eaLnBrk="1" latinLnBrk="0" hangingPunct="1">
              <a:lnSpc>
                <a:spcPct val="90000"/>
              </a:lnSpc>
              <a:spcBef>
                <a:spcPts val="500"/>
              </a:spcBef>
              <a:buClr>
                <a:schemeClr val="bg2"/>
              </a:buClr>
              <a:buSzPct val="80000"/>
              <a:buFontTx/>
              <a:buBlip>
                <a:blip r:embed="rId2"/>
              </a:buBlip>
              <a:defRPr sz="1000" b="0" i="0" kern="1200">
                <a:solidFill>
                  <a:schemeClr val="tx1"/>
                </a:solidFill>
                <a:latin typeface="Montserrat Light" pitchFamily="2" charset="77"/>
                <a:ea typeface="+mn-ea"/>
                <a:cs typeface="+mn-cs"/>
              </a:defRPr>
            </a:lvl3pPr>
            <a:lvl4pPr marL="1600200" indent="-228600" algn="l" defTabSz="914400" rtl="0" eaLnBrk="1" latinLnBrk="0" hangingPunct="1">
              <a:lnSpc>
                <a:spcPct val="90000"/>
              </a:lnSpc>
              <a:spcBef>
                <a:spcPts val="500"/>
              </a:spcBef>
              <a:buClr>
                <a:schemeClr val="bg2"/>
              </a:buClr>
              <a:buSzPct val="80000"/>
              <a:buFontTx/>
              <a:buBlip>
                <a:blip r:embed="rId2"/>
              </a:buBlip>
              <a:defRPr sz="800" b="0" i="0" kern="1200">
                <a:solidFill>
                  <a:schemeClr val="tx1"/>
                </a:solidFill>
                <a:latin typeface="Montserrat Light" pitchFamily="2" charset="77"/>
                <a:ea typeface="+mn-ea"/>
                <a:cs typeface="+mn-cs"/>
              </a:defRPr>
            </a:lvl4pPr>
            <a:lvl5pPr marL="2057400" indent="-228600" algn="l" defTabSz="914400" rtl="0" eaLnBrk="1" latinLnBrk="0" hangingPunct="1">
              <a:lnSpc>
                <a:spcPct val="90000"/>
              </a:lnSpc>
              <a:spcBef>
                <a:spcPts val="500"/>
              </a:spcBef>
              <a:buClr>
                <a:schemeClr val="bg2"/>
              </a:buClr>
              <a:buSzPct val="80000"/>
              <a:buFontTx/>
              <a:buBlip>
                <a:blip r:embed="rId2"/>
              </a:buBlip>
              <a:defRPr sz="600" b="0" i="0" kern="1200">
                <a:solidFill>
                  <a:schemeClr val="tx1"/>
                </a:solidFill>
                <a:latin typeface="Montserrat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buClr>
                <a:schemeClr val="tx1"/>
              </a:buClr>
              <a:buFont typeface="Wingdings" panose="05000000000000000000" pitchFamily="2" charset="2"/>
              <a:buChar char="v"/>
            </a:pPr>
            <a:r>
              <a:rPr lang="en-IN" sz="1400">
                <a:latin typeface="Montserrat" panose="00000500000000000000" pitchFamily="2" charset="0"/>
              </a:rPr>
              <a:t>Most providers specialise in one layer — we connect all four</a:t>
            </a:r>
          </a:p>
          <a:p>
            <a:pPr>
              <a:spcBef>
                <a:spcPts val="600"/>
              </a:spcBef>
              <a:buClr>
                <a:schemeClr val="tx1"/>
              </a:buClr>
              <a:buFont typeface="Wingdings" panose="05000000000000000000" pitchFamily="2" charset="2"/>
              <a:buChar char="v"/>
            </a:pPr>
            <a:r>
              <a:rPr lang="en-US" sz="1400">
                <a:latin typeface="Montserrat" panose="00000500000000000000" pitchFamily="2" charset="0"/>
              </a:rPr>
              <a:t>Data estate and software products evolve on a single roadmap</a:t>
            </a:r>
          </a:p>
        </p:txBody>
      </p:sp>
      <p:sp>
        <p:nvSpPr>
          <p:cNvPr id="11" name="Rounded Rectangle 32">
            <a:extLst>
              <a:ext uri="{FF2B5EF4-FFF2-40B4-BE49-F238E27FC236}">
                <a16:creationId xmlns:a16="http://schemas.microsoft.com/office/drawing/2014/main" id="{DAE3A7C7-FF6A-CD87-7693-C04D2007713F}"/>
              </a:ext>
            </a:extLst>
          </p:cNvPr>
          <p:cNvSpPr/>
          <p:nvPr/>
        </p:nvSpPr>
        <p:spPr>
          <a:xfrm>
            <a:off x="535660" y="1906694"/>
            <a:ext cx="2659927" cy="4140046"/>
          </a:xfrm>
          <a:prstGeom prst="roundRect">
            <a:avLst>
              <a:gd name="adj" fmla="val 5618"/>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1097280" rtlCol="0" anchor="t"/>
          <a:lstStyle/>
          <a:p>
            <a:pPr>
              <a:spcAft>
                <a:spcPts val="600"/>
              </a:spcAft>
            </a:pPr>
            <a:r>
              <a:rPr lang="en-IN" sz="1600" b="1">
                <a:solidFill>
                  <a:schemeClr val="bg2"/>
                </a:solidFill>
                <a:latin typeface="Montserrat" panose="00000500000000000000" pitchFamily="2" charset="0"/>
              </a:rPr>
              <a:t>Data Engineering &amp; </a:t>
            </a:r>
            <a:r>
              <a:rPr lang="en-IN" sz="1600" b="1" err="1">
                <a:solidFill>
                  <a:schemeClr val="bg2"/>
                </a:solidFill>
                <a:latin typeface="Montserrat" panose="00000500000000000000" pitchFamily="2" charset="0"/>
              </a:rPr>
              <a:t>DataOps</a:t>
            </a:r>
            <a:endParaRPr lang="en-IN" sz="1600" b="1">
              <a:solidFill>
                <a:schemeClr val="bg2"/>
              </a:solidFill>
              <a:latin typeface="Montserrat" panose="00000500000000000000" pitchFamily="2" charset="0"/>
            </a:endParaRPr>
          </a:p>
          <a:p>
            <a:pPr marL="182880" indent="-182880">
              <a:spcBef>
                <a:spcPts val="600"/>
              </a:spcBef>
              <a:spcAft>
                <a:spcPts val="600"/>
              </a:spcAft>
              <a:buFont typeface="Wingdings" panose="05000000000000000000" pitchFamily="2" charset="2"/>
              <a:buChar char="v"/>
            </a:pPr>
            <a:r>
              <a:rPr lang="en-IN" sz="1200">
                <a:solidFill>
                  <a:schemeClr val="tx1"/>
                </a:solidFill>
                <a:latin typeface="Montserrat" panose="00000500000000000000" pitchFamily="2" charset="0"/>
              </a:rPr>
              <a:t>Managed pipelines, </a:t>
            </a:r>
            <a:r>
              <a:rPr lang="en-IN" sz="1200" err="1">
                <a:solidFill>
                  <a:schemeClr val="tx1"/>
                </a:solidFill>
                <a:latin typeface="Montserrat" panose="00000500000000000000" pitchFamily="2" charset="0"/>
              </a:rPr>
              <a:t>lakehouse</a:t>
            </a:r>
            <a:r>
              <a:rPr lang="en-IN" sz="1200">
                <a:solidFill>
                  <a:schemeClr val="tx1"/>
                </a:solidFill>
                <a:latin typeface="Montserrat" panose="00000500000000000000" pitchFamily="2" charset="0"/>
              </a:rPr>
              <a:t> &amp; quality contracts</a:t>
            </a:r>
          </a:p>
          <a:p>
            <a:pPr marL="182880" indent="-182880">
              <a:spcBef>
                <a:spcPts val="600"/>
              </a:spcBef>
              <a:spcAft>
                <a:spcPts val="600"/>
              </a:spcAft>
              <a:buFont typeface="Wingdings" panose="05000000000000000000" pitchFamily="2" charset="2"/>
              <a:buChar char="v"/>
            </a:pPr>
            <a:r>
              <a:rPr lang="en-IN" sz="1200">
                <a:solidFill>
                  <a:schemeClr val="tx1"/>
                </a:solidFill>
                <a:latin typeface="Montserrat" panose="00000500000000000000" pitchFamily="2" charset="0"/>
              </a:rPr>
              <a:t>Governed data for every downstream system</a:t>
            </a:r>
          </a:p>
        </p:txBody>
      </p:sp>
      <p:sp>
        <p:nvSpPr>
          <p:cNvPr id="15" name="Rounded Rectangle 32">
            <a:extLst>
              <a:ext uri="{FF2B5EF4-FFF2-40B4-BE49-F238E27FC236}">
                <a16:creationId xmlns:a16="http://schemas.microsoft.com/office/drawing/2014/main" id="{8ADF2357-56E0-534C-DE28-9791C74E9189}"/>
              </a:ext>
            </a:extLst>
          </p:cNvPr>
          <p:cNvSpPr/>
          <p:nvPr/>
        </p:nvSpPr>
        <p:spPr>
          <a:xfrm>
            <a:off x="3403990" y="1906694"/>
            <a:ext cx="2659927" cy="4140046"/>
          </a:xfrm>
          <a:prstGeom prst="roundRect">
            <a:avLst>
              <a:gd name="adj" fmla="val 5618"/>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tIns="1097280" rtlCol="0" anchor="t"/>
          <a:lstStyle/>
          <a:p>
            <a:pPr>
              <a:spcAft>
                <a:spcPts val="600"/>
              </a:spcAft>
            </a:pPr>
            <a:r>
              <a:rPr lang="en-IN" sz="1600" b="1">
                <a:solidFill>
                  <a:schemeClr val="tx1"/>
                </a:solidFill>
                <a:latin typeface="Montserrat" panose="00000500000000000000" pitchFamily="2" charset="0"/>
              </a:rPr>
              <a:t>Data Science</a:t>
            </a:r>
            <a:br>
              <a:rPr lang="en-IN" sz="1600" b="1">
                <a:solidFill>
                  <a:schemeClr val="tx1"/>
                </a:solidFill>
                <a:latin typeface="Montserrat" panose="00000500000000000000" pitchFamily="2" charset="0"/>
              </a:rPr>
            </a:br>
            <a:endParaRPr lang="en-IN" sz="1600" b="1">
              <a:solidFill>
                <a:schemeClr val="tx1"/>
              </a:solidFill>
              <a:latin typeface="Montserrat" panose="00000500000000000000" pitchFamily="2" charset="0"/>
            </a:endParaRPr>
          </a:p>
          <a:p>
            <a:pPr marL="182880" indent="-182880">
              <a:spcBef>
                <a:spcPts val="600"/>
              </a:spcBef>
              <a:spcAft>
                <a:spcPts val="600"/>
              </a:spcAft>
              <a:buFont typeface="Wingdings" panose="05000000000000000000" pitchFamily="2" charset="2"/>
              <a:buChar char="v"/>
            </a:pPr>
            <a:r>
              <a:rPr lang="en-US" sz="1200">
                <a:solidFill>
                  <a:schemeClr val="tx1"/>
                </a:solidFill>
                <a:latin typeface="Montserrat" panose="00000500000000000000" pitchFamily="2" charset="0"/>
              </a:rPr>
              <a:t>50+ production use cases delivered</a:t>
            </a:r>
          </a:p>
          <a:p>
            <a:pPr marL="182880" indent="-182880">
              <a:spcBef>
                <a:spcPts val="600"/>
              </a:spcBef>
              <a:spcAft>
                <a:spcPts val="600"/>
              </a:spcAft>
              <a:buFont typeface="Wingdings" panose="05000000000000000000" pitchFamily="2" charset="2"/>
              <a:buChar char="v"/>
            </a:pPr>
            <a:r>
              <a:rPr lang="en-US" sz="1200">
                <a:solidFill>
                  <a:schemeClr val="tx1"/>
                </a:solidFill>
                <a:latin typeface="Montserrat" panose="00000500000000000000" pitchFamily="2" charset="0"/>
              </a:rPr>
              <a:t>Proven baseline — not a blank slate</a:t>
            </a:r>
          </a:p>
        </p:txBody>
      </p:sp>
      <p:sp>
        <p:nvSpPr>
          <p:cNvPr id="16" name="Rounded Rectangle 32">
            <a:extLst>
              <a:ext uri="{FF2B5EF4-FFF2-40B4-BE49-F238E27FC236}">
                <a16:creationId xmlns:a16="http://schemas.microsoft.com/office/drawing/2014/main" id="{B9B0BF40-FDF0-AECF-130F-A7BD555372DB}"/>
              </a:ext>
            </a:extLst>
          </p:cNvPr>
          <p:cNvSpPr/>
          <p:nvPr/>
        </p:nvSpPr>
        <p:spPr>
          <a:xfrm>
            <a:off x="6272320" y="1906694"/>
            <a:ext cx="2659927" cy="4140046"/>
          </a:xfrm>
          <a:prstGeom prst="roundRect">
            <a:avLst>
              <a:gd name="adj" fmla="val 5618"/>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1097280" rIns="91440" bIns="45720" rtlCol="0" anchor="t"/>
          <a:lstStyle/>
          <a:p>
            <a:pPr>
              <a:spcAft>
                <a:spcPts val="600"/>
              </a:spcAft>
            </a:pPr>
            <a:r>
              <a:rPr lang="en-IN" sz="1600" b="1">
                <a:solidFill>
                  <a:schemeClr val="bg2"/>
                </a:solidFill>
                <a:latin typeface="Montserrat"/>
              </a:rPr>
              <a:t>Agentic AI &amp; </a:t>
            </a:r>
            <a:r>
              <a:rPr lang="en-IN" sz="1600" b="1" err="1">
                <a:solidFill>
                  <a:schemeClr val="bg2"/>
                </a:solidFill>
                <a:latin typeface="Montserrat"/>
              </a:rPr>
              <a:t>MLOps</a:t>
            </a:r>
            <a:br>
              <a:rPr lang="en-IN" sz="1600" b="1">
                <a:solidFill>
                  <a:schemeClr val="bg2"/>
                </a:solidFill>
                <a:latin typeface="Montserrat"/>
              </a:rPr>
            </a:br>
            <a:endParaRPr lang="en-IN" sz="1600" b="1">
              <a:solidFill>
                <a:schemeClr val="bg2"/>
              </a:solidFill>
              <a:latin typeface="Montserrat"/>
            </a:endParaRPr>
          </a:p>
          <a:p>
            <a:pPr marL="182880" indent="-182880">
              <a:spcBef>
                <a:spcPts val="600"/>
              </a:spcBef>
              <a:spcAft>
                <a:spcPts val="600"/>
              </a:spcAft>
              <a:buFont typeface="Wingdings" panose="05000000000000000000" pitchFamily="2" charset="2"/>
              <a:buChar char="v"/>
            </a:pPr>
            <a:r>
              <a:rPr lang="en-US" sz="1200">
                <a:solidFill>
                  <a:schemeClr val="tx1"/>
                </a:solidFill>
                <a:latin typeface="Montserrat" panose="00000500000000000000" pitchFamily="2" charset="0"/>
              </a:rPr>
              <a:t>Multi-agent systems that sense, reason &amp; execute</a:t>
            </a:r>
          </a:p>
          <a:p>
            <a:pPr marL="182880" indent="-182880">
              <a:spcBef>
                <a:spcPts val="600"/>
              </a:spcBef>
              <a:spcAft>
                <a:spcPts val="600"/>
              </a:spcAft>
              <a:buFont typeface="Wingdings" panose="05000000000000000000" pitchFamily="2" charset="2"/>
              <a:buChar char="v"/>
            </a:pPr>
            <a:r>
              <a:rPr lang="en-US" sz="1200">
                <a:solidFill>
                  <a:schemeClr val="tx1"/>
                </a:solidFill>
                <a:latin typeface="Montserrat" panose="00000500000000000000" pitchFamily="2" charset="0"/>
              </a:rPr>
              <a:t>Human-in-the-loop · full audit trail</a:t>
            </a:r>
          </a:p>
        </p:txBody>
      </p:sp>
      <p:sp>
        <p:nvSpPr>
          <p:cNvPr id="17" name="Rounded Rectangle 32">
            <a:extLst>
              <a:ext uri="{FF2B5EF4-FFF2-40B4-BE49-F238E27FC236}">
                <a16:creationId xmlns:a16="http://schemas.microsoft.com/office/drawing/2014/main" id="{42C159E4-8653-35E1-8153-73114991C44C}"/>
              </a:ext>
            </a:extLst>
          </p:cNvPr>
          <p:cNvSpPr/>
          <p:nvPr/>
        </p:nvSpPr>
        <p:spPr>
          <a:xfrm>
            <a:off x="9140649" y="1895808"/>
            <a:ext cx="2659927" cy="4140046"/>
          </a:xfrm>
          <a:prstGeom prst="roundRect">
            <a:avLst>
              <a:gd name="adj" fmla="val 5618"/>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tIns="1097280" rtlCol="0" anchor="t"/>
          <a:lstStyle/>
          <a:p>
            <a:pPr>
              <a:spcAft>
                <a:spcPts val="600"/>
              </a:spcAft>
            </a:pPr>
            <a:r>
              <a:rPr lang="en-IN" sz="1600" b="1">
                <a:solidFill>
                  <a:schemeClr val="tx1"/>
                </a:solidFill>
                <a:latin typeface="Montserrat" panose="00000500000000000000" pitchFamily="2" charset="0"/>
              </a:rPr>
              <a:t>Software Engineering</a:t>
            </a:r>
            <a:br>
              <a:rPr lang="en-IN" sz="1600" b="1">
                <a:solidFill>
                  <a:schemeClr val="tx1"/>
                </a:solidFill>
                <a:latin typeface="Montserrat" panose="00000500000000000000" pitchFamily="2" charset="0"/>
              </a:rPr>
            </a:br>
            <a:endParaRPr lang="en-IN" sz="1600" b="1">
              <a:solidFill>
                <a:schemeClr val="tx1"/>
              </a:solidFill>
              <a:latin typeface="Montserrat" panose="00000500000000000000" pitchFamily="2" charset="0"/>
            </a:endParaRPr>
          </a:p>
          <a:p>
            <a:pPr marL="182880" indent="-182880">
              <a:spcBef>
                <a:spcPts val="600"/>
              </a:spcBef>
              <a:spcAft>
                <a:spcPts val="600"/>
              </a:spcAft>
              <a:buFont typeface="Wingdings" panose="05000000000000000000" pitchFamily="2" charset="2"/>
              <a:buChar char="v"/>
            </a:pPr>
            <a:r>
              <a:rPr lang="en-US" sz="1200">
                <a:solidFill>
                  <a:schemeClr val="tx1"/>
                </a:solidFill>
                <a:latin typeface="Montserrat" panose="00000500000000000000" pitchFamily="2" charset="0"/>
              </a:rPr>
              <a:t>Platforms consuming your Gold data layer</a:t>
            </a:r>
          </a:p>
          <a:p>
            <a:pPr marL="182880" indent="-182880">
              <a:spcBef>
                <a:spcPts val="600"/>
              </a:spcBef>
              <a:spcAft>
                <a:spcPts val="600"/>
              </a:spcAft>
              <a:buFont typeface="Wingdings" panose="05000000000000000000" pitchFamily="2" charset="2"/>
              <a:buChar char="v"/>
            </a:pPr>
            <a:r>
              <a:rPr lang="en-US" sz="1200">
                <a:solidFill>
                  <a:schemeClr val="tx1"/>
                </a:solidFill>
                <a:latin typeface="Montserrat" panose="00000500000000000000" pitchFamily="2" charset="0"/>
              </a:rPr>
              <a:t>Agent decisions surfaced to operational teams</a:t>
            </a:r>
          </a:p>
        </p:txBody>
      </p:sp>
      <p:sp>
        <p:nvSpPr>
          <p:cNvPr id="19" name="TextBox 18">
            <a:extLst>
              <a:ext uri="{FF2B5EF4-FFF2-40B4-BE49-F238E27FC236}">
                <a16:creationId xmlns:a16="http://schemas.microsoft.com/office/drawing/2014/main" id="{0515D4AC-80A6-4A11-AC13-C6D969A544BE}"/>
              </a:ext>
            </a:extLst>
          </p:cNvPr>
          <p:cNvSpPr txBox="1"/>
          <p:nvPr/>
        </p:nvSpPr>
        <p:spPr>
          <a:xfrm>
            <a:off x="661737" y="5230708"/>
            <a:ext cx="2223703" cy="610424"/>
          </a:xfrm>
          <a:prstGeom prst="rect">
            <a:avLst/>
          </a:prstGeom>
          <a:noFill/>
        </p:spPr>
        <p:txBody>
          <a:bodyPr wrap="square">
            <a:spAutoFit/>
          </a:bodyPr>
          <a:lstStyle/>
          <a:p>
            <a:pPr>
              <a:spcAft>
                <a:spcPts val="200"/>
              </a:spcAft>
            </a:pPr>
            <a:r>
              <a:rPr lang="en-IN" sz="1800" b="1">
                <a:solidFill>
                  <a:schemeClr val="bg2"/>
                </a:solidFill>
                <a:latin typeface="Montserrat" panose="00000500000000000000" pitchFamily="2" charset="0"/>
              </a:rPr>
              <a:t>70% </a:t>
            </a:r>
          </a:p>
          <a:p>
            <a:pPr>
              <a:spcAft>
                <a:spcPts val="200"/>
              </a:spcAft>
            </a:pPr>
            <a:r>
              <a:rPr lang="en-IN" sz="1400">
                <a:solidFill>
                  <a:schemeClr val="tx1"/>
                </a:solidFill>
                <a:latin typeface="Montserrat" panose="00000500000000000000" pitchFamily="2" charset="0"/>
              </a:rPr>
              <a:t>fewer incidents</a:t>
            </a:r>
            <a:endParaRPr lang="en-US" sz="1400">
              <a:solidFill>
                <a:schemeClr val="tx1"/>
              </a:solidFill>
              <a:latin typeface="Montserrat" panose="00000500000000000000" pitchFamily="2" charset="0"/>
            </a:endParaRPr>
          </a:p>
        </p:txBody>
      </p:sp>
      <p:sp>
        <p:nvSpPr>
          <p:cNvPr id="20" name="TextBox 19">
            <a:extLst>
              <a:ext uri="{FF2B5EF4-FFF2-40B4-BE49-F238E27FC236}">
                <a16:creationId xmlns:a16="http://schemas.microsoft.com/office/drawing/2014/main" id="{E92AF479-5ED7-1C9B-26C3-5205AD84CD7C}"/>
              </a:ext>
            </a:extLst>
          </p:cNvPr>
          <p:cNvSpPr txBox="1"/>
          <p:nvPr/>
        </p:nvSpPr>
        <p:spPr>
          <a:xfrm>
            <a:off x="3515784" y="5230708"/>
            <a:ext cx="2223703" cy="610424"/>
          </a:xfrm>
          <a:prstGeom prst="rect">
            <a:avLst/>
          </a:prstGeom>
          <a:noFill/>
        </p:spPr>
        <p:txBody>
          <a:bodyPr wrap="square">
            <a:spAutoFit/>
          </a:bodyPr>
          <a:lstStyle/>
          <a:p>
            <a:pPr>
              <a:spcAft>
                <a:spcPts val="200"/>
              </a:spcAft>
            </a:pPr>
            <a:r>
              <a:rPr lang="en-IN" sz="1800" b="1">
                <a:latin typeface="Montserrat" panose="00000500000000000000" pitchFamily="2" charset="0"/>
              </a:rPr>
              <a:t>50+ </a:t>
            </a:r>
          </a:p>
          <a:p>
            <a:pPr>
              <a:spcAft>
                <a:spcPts val="200"/>
              </a:spcAft>
            </a:pPr>
            <a:r>
              <a:rPr lang="en-IN" sz="1400">
                <a:solidFill>
                  <a:schemeClr val="tx1"/>
                </a:solidFill>
                <a:latin typeface="Montserrat" panose="00000500000000000000" pitchFamily="2" charset="0"/>
              </a:rPr>
              <a:t>use cases live</a:t>
            </a:r>
            <a:endParaRPr lang="en-US" sz="1400">
              <a:solidFill>
                <a:schemeClr val="tx1"/>
              </a:solidFill>
              <a:latin typeface="Montserrat" panose="00000500000000000000" pitchFamily="2" charset="0"/>
            </a:endParaRPr>
          </a:p>
        </p:txBody>
      </p:sp>
      <p:sp>
        <p:nvSpPr>
          <p:cNvPr id="21" name="TextBox 20">
            <a:extLst>
              <a:ext uri="{FF2B5EF4-FFF2-40B4-BE49-F238E27FC236}">
                <a16:creationId xmlns:a16="http://schemas.microsoft.com/office/drawing/2014/main" id="{3AD28BEC-3ED9-6596-1E47-349523B18945}"/>
              </a:ext>
            </a:extLst>
          </p:cNvPr>
          <p:cNvSpPr txBox="1"/>
          <p:nvPr/>
        </p:nvSpPr>
        <p:spPr>
          <a:xfrm>
            <a:off x="6428317" y="5230708"/>
            <a:ext cx="2223703" cy="610424"/>
          </a:xfrm>
          <a:prstGeom prst="rect">
            <a:avLst/>
          </a:prstGeom>
          <a:noFill/>
        </p:spPr>
        <p:txBody>
          <a:bodyPr wrap="square">
            <a:spAutoFit/>
          </a:bodyPr>
          <a:lstStyle/>
          <a:p>
            <a:pPr>
              <a:spcAft>
                <a:spcPts val="200"/>
              </a:spcAft>
            </a:pPr>
            <a:r>
              <a:rPr lang="en-IN" sz="1800" b="1">
                <a:solidFill>
                  <a:schemeClr val="bg2"/>
                </a:solidFill>
                <a:latin typeface="Montserrat" panose="00000500000000000000" pitchFamily="2" charset="0"/>
              </a:rPr>
              <a:t>40–60% </a:t>
            </a:r>
          </a:p>
          <a:p>
            <a:pPr>
              <a:spcAft>
                <a:spcPts val="200"/>
              </a:spcAft>
            </a:pPr>
            <a:r>
              <a:rPr lang="en-IN" sz="1400">
                <a:solidFill>
                  <a:schemeClr val="tx1"/>
                </a:solidFill>
                <a:latin typeface="Montserrat" panose="00000500000000000000" pitchFamily="2" charset="0"/>
              </a:rPr>
              <a:t>token cost cut</a:t>
            </a:r>
            <a:endParaRPr lang="en-US" sz="1400">
              <a:solidFill>
                <a:schemeClr val="tx1"/>
              </a:solidFill>
              <a:latin typeface="Montserrat" panose="00000500000000000000" pitchFamily="2" charset="0"/>
            </a:endParaRPr>
          </a:p>
        </p:txBody>
      </p:sp>
      <p:sp>
        <p:nvSpPr>
          <p:cNvPr id="22" name="TextBox 21">
            <a:extLst>
              <a:ext uri="{FF2B5EF4-FFF2-40B4-BE49-F238E27FC236}">
                <a16:creationId xmlns:a16="http://schemas.microsoft.com/office/drawing/2014/main" id="{6AFAD6A4-5C1F-51B9-9CDD-1AE0B7AF8685}"/>
              </a:ext>
            </a:extLst>
          </p:cNvPr>
          <p:cNvSpPr txBox="1"/>
          <p:nvPr/>
        </p:nvSpPr>
        <p:spPr>
          <a:xfrm>
            <a:off x="9306560" y="5230708"/>
            <a:ext cx="2223703" cy="610424"/>
          </a:xfrm>
          <a:prstGeom prst="rect">
            <a:avLst/>
          </a:prstGeom>
          <a:noFill/>
        </p:spPr>
        <p:txBody>
          <a:bodyPr wrap="square" lIns="91440" tIns="45720" rIns="91440" bIns="45720" anchor="t">
            <a:spAutoFit/>
          </a:bodyPr>
          <a:lstStyle/>
          <a:p>
            <a:pPr>
              <a:spcAft>
                <a:spcPts val="200"/>
              </a:spcAft>
            </a:pPr>
            <a:r>
              <a:rPr lang="en-IN" sz="1800" b="1">
                <a:latin typeface="Montserrat"/>
              </a:rPr>
              <a:t>99.9% </a:t>
            </a:r>
            <a:endParaRPr lang="en-US" sz="1400">
              <a:latin typeface="Montserrat"/>
            </a:endParaRPr>
          </a:p>
          <a:p>
            <a:pPr>
              <a:spcAft>
                <a:spcPts val="200"/>
              </a:spcAft>
            </a:pPr>
            <a:r>
              <a:rPr lang="en-IN" sz="1400">
                <a:latin typeface="Montserrat"/>
              </a:rPr>
              <a:t>uptime</a:t>
            </a:r>
            <a:endParaRPr lang="en-US" sz="1400">
              <a:latin typeface="Montserrat"/>
            </a:endParaRPr>
          </a:p>
        </p:txBody>
      </p:sp>
      <p:cxnSp>
        <p:nvCxnSpPr>
          <p:cNvPr id="24" name="Straight Connector 23">
            <a:extLst>
              <a:ext uri="{FF2B5EF4-FFF2-40B4-BE49-F238E27FC236}">
                <a16:creationId xmlns:a16="http://schemas.microsoft.com/office/drawing/2014/main" id="{3392D3DE-576C-6E49-DDE9-FF7ED67DF112}"/>
              </a:ext>
            </a:extLst>
          </p:cNvPr>
          <p:cNvCxnSpPr>
            <a:cxnSpLocks/>
          </p:cNvCxnSpPr>
          <p:nvPr/>
        </p:nvCxnSpPr>
        <p:spPr>
          <a:xfrm>
            <a:off x="3577830" y="5087281"/>
            <a:ext cx="2312247"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7DEFC6AE-F4D5-4FE1-CFDD-E01BB53538A8}"/>
              </a:ext>
            </a:extLst>
          </p:cNvPr>
          <p:cNvCxnSpPr>
            <a:cxnSpLocks/>
          </p:cNvCxnSpPr>
          <p:nvPr/>
        </p:nvCxnSpPr>
        <p:spPr>
          <a:xfrm>
            <a:off x="6446160" y="5087281"/>
            <a:ext cx="2312247" cy="0"/>
          </a:xfrm>
          <a:prstGeom prst="line">
            <a:avLst/>
          </a:prstGeom>
          <a:ln w="19050">
            <a:solidFill>
              <a:schemeClr val="bg2"/>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043564CC-179A-A6FF-EDA1-AAC1F9368933}"/>
              </a:ext>
            </a:extLst>
          </p:cNvPr>
          <p:cNvCxnSpPr>
            <a:cxnSpLocks/>
          </p:cNvCxnSpPr>
          <p:nvPr/>
        </p:nvCxnSpPr>
        <p:spPr>
          <a:xfrm>
            <a:off x="9314489" y="5087281"/>
            <a:ext cx="2312247" cy="0"/>
          </a:xfrm>
          <a:prstGeom prst="line">
            <a:avLst/>
          </a:prstGeom>
          <a:ln w="190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8A1E4780-2EFF-ED73-F653-8A715A98BDC9}"/>
              </a:ext>
            </a:extLst>
          </p:cNvPr>
          <p:cNvCxnSpPr>
            <a:cxnSpLocks/>
          </p:cNvCxnSpPr>
          <p:nvPr/>
        </p:nvCxnSpPr>
        <p:spPr>
          <a:xfrm>
            <a:off x="709500" y="5087281"/>
            <a:ext cx="2312247" cy="0"/>
          </a:xfrm>
          <a:prstGeom prst="line">
            <a:avLst/>
          </a:prstGeom>
          <a:ln w="19050">
            <a:solidFill>
              <a:schemeClr val="bg2"/>
            </a:solidFill>
          </a:ln>
        </p:spPr>
        <p:style>
          <a:lnRef idx="2">
            <a:schemeClr val="accent1"/>
          </a:lnRef>
          <a:fillRef idx="0">
            <a:schemeClr val="accent1"/>
          </a:fillRef>
          <a:effectRef idx="1">
            <a:schemeClr val="accent1"/>
          </a:effectRef>
          <a:fontRef idx="minor">
            <a:schemeClr val="tx1"/>
          </a:fontRef>
        </p:style>
      </p:cxnSp>
      <p:sp>
        <p:nvSpPr>
          <p:cNvPr id="28" name="Oval 27">
            <a:extLst>
              <a:ext uri="{FF2B5EF4-FFF2-40B4-BE49-F238E27FC236}">
                <a16:creationId xmlns:a16="http://schemas.microsoft.com/office/drawing/2014/main" id="{D9950C8A-197A-A287-1E29-5CBD9AF2EE5B}"/>
              </a:ext>
            </a:extLst>
          </p:cNvPr>
          <p:cNvSpPr/>
          <p:nvPr/>
        </p:nvSpPr>
        <p:spPr>
          <a:xfrm>
            <a:off x="3133788" y="2327386"/>
            <a:ext cx="321624" cy="321624"/>
          </a:xfrm>
          <a:prstGeom prst="ellipse">
            <a:avLst/>
          </a:prstGeom>
          <a:solidFill>
            <a:schemeClr val="bg2"/>
          </a:solid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Isosceles Triangle 28">
            <a:extLst>
              <a:ext uri="{FF2B5EF4-FFF2-40B4-BE49-F238E27FC236}">
                <a16:creationId xmlns:a16="http://schemas.microsoft.com/office/drawing/2014/main" id="{6EA348D2-16BC-7F6A-49FB-3911DF63A2D8}"/>
              </a:ext>
            </a:extLst>
          </p:cNvPr>
          <p:cNvSpPr/>
          <p:nvPr/>
        </p:nvSpPr>
        <p:spPr>
          <a:xfrm rot="5400000">
            <a:off x="3223394" y="2442401"/>
            <a:ext cx="168278" cy="91594"/>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32" name="Oval 31">
            <a:extLst>
              <a:ext uri="{FF2B5EF4-FFF2-40B4-BE49-F238E27FC236}">
                <a16:creationId xmlns:a16="http://schemas.microsoft.com/office/drawing/2014/main" id="{10DAA8B7-6CED-305F-2B99-52C3BE0CEE4C}"/>
              </a:ext>
            </a:extLst>
          </p:cNvPr>
          <p:cNvSpPr/>
          <p:nvPr/>
        </p:nvSpPr>
        <p:spPr>
          <a:xfrm>
            <a:off x="6002118" y="2327386"/>
            <a:ext cx="321624" cy="321624"/>
          </a:xfrm>
          <a:prstGeom prst="ellipse">
            <a:avLst/>
          </a:prstGeom>
          <a:solidFill>
            <a:schemeClr val="tx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Isosceles Triangle 32">
            <a:extLst>
              <a:ext uri="{FF2B5EF4-FFF2-40B4-BE49-F238E27FC236}">
                <a16:creationId xmlns:a16="http://schemas.microsoft.com/office/drawing/2014/main" id="{80F22BF3-EC6E-96CC-22A5-D2373FF4BB96}"/>
              </a:ext>
            </a:extLst>
          </p:cNvPr>
          <p:cNvSpPr/>
          <p:nvPr/>
        </p:nvSpPr>
        <p:spPr>
          <a:xfrm rot="5400000">
            <a:off x="6091724" y="2442401"/>
            <a:ext cx="168278" cy="91594"/>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4CF10119-B7CC-CAE2-AA00-1F2CA1A44FE6}"/>
              </a:ext>
            </a:extLst>
          </p:cNvPr>
          <p:cNvSpPr/>
          <p:nvPr/>
        </p:nvSpPr>
        <p:spPr>
          <a:xfrm>
            <a:off x="8875636" y="2327386"/>
            <a:ext cx="321624" cy="321624"/>
          </a:xfrm>
          <a:prstGeom prst="ellipse">
            <a:avLst/>
          </a:prstGeom>
          <a:solidFill>
            <a:schemeClr val="bg2"/>
          </a:solid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Isosceles Triangle 35">
            <a:extLst>
              <a:ext uri="{FF2B5EF4-FFF2-40B4-BE49-F238E27FC236}">
                <a16:creationId xmlns:a16="http://schemas.microsoft.com/office/drawing/2014/main" id="{CACD8C97-F950-D1F0-7759-F04C6501D48A}"/>
              </a:ext>
            </a:extLst>
          </p:cNvPr>
          <p:cNvSpPr/>
          <p:nvPr/>
        </p:nvSpPr>
        <p:spPr>
          <a:xfrm rot="5400000">
            <a:off x="8965242" y="2442401"/>
            <a:ext cx="168278" cy="91594"/>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8" name="Graphic 37">
            <a:extLst>
              <a:ext uri="{FF2B5EF4-FFF2-40B4-BE49-F238E27FC236}">
                <a16:creationId xmlns:a16="http://schemas.microsoft.com/office/drawing/2014/main" id="{CF7B9CCB-C028-C2B3-FB64-57E3378706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1063" y="2194941"/>
            <a:ext cx="586515" cy="586515"/>
          </a:xfrm>
          <a:prstGeom prst="rect">
            <a:avLst/>
          </a:prstGeom>
        </p:spPr>
      </p:pic>
      <p:pic>
        <p:nvPicPr>
          <p:cNvPr id="40" name="Graphic 39">
            <a:extLst>
              <a:ext uri="{FF2B5EF4-FFF2-40B4-BE49-F238E27FC236}">
                <a16:creationId xmlns:a16="http://schemas.microsoft.com/office/drawing/2014/main" id="{BA5810EC-AB0E-0615-6D0E-C18C41BB26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29867" y="2194027"/>
            <a:ext cx="588343" cy="588343"/>
          </a:xfrm>
          <a:prstGeom prst="rect">
            <a:avLst/>
          </a:prstGeom>
        </p:spPr>
      </p:pic>
      <p:pic>
        <p:nvPicPr>
          <p:cNvPr id="42" name="Graphic 41">
            <a:extLst>
              <a:ext uri="{FF2B5EF4-FFF2-40B4-BE49-F238E27FC236}">
                <a16:creationId xmlns:a16="http://schemas.microsoft.com/office/drawing/2014/main" id="{72DD9C38-33E2-E4AA-7AF1-ED9F2E61AA7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571477" y="2198152"/>
            <a:ext cx="580093" cy="580093"/>
          </a:xfrm>
          <a:prstGeom prst="rect">
            <a:avLst/>
          </a:prstGeom>
        </p:spPr>
      </p:pic>
      <p:pic>
        <p:nvPicPr>
          <p:cNvPr id="44" name="Graphic 43">
            <a:extLst>
              <a:ext uri="{FF2B5EF4-FFF2-40B4-BE49-F238E27FC236}">
                <a16:creationId xmlns:a16="http://schemas.microsoft.com/office/drawing/2014/main" id="{80BAE3CE-CD8A-79D6-37CE-0B20A73946C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416041" y="2172216"/>
            <a:ext cx="631964" cy="631964"/>
          </a:xfrm>
          <a:prstGeom prst="rect">
            <a:avLst/>
          </a:prstGeom>
        </p:spPr>
      </p:pic>
    </p:spTree>
    <p:extLst>
      <p:ext uri="{BB962C8B-B14F-4D97-AF65-F5344CB8AC3E}">
        <p14:creationId xmlns:p14="http://schemas.microsoft.com/office/powerpoint/2010/main" val="33488134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 name="Rectangle: Rounded Corners 27">
            <a:extLst>
              <a:ext uri="{FF2B5EF4-FFF2-40B4-BE49-F238E27FC236}">
                <a16:creationId xmlns:a16="http://schemas.microsoft.com/office/drawing/2014/main" id="{EA7A3000-10C4-DA5E-35FC-F2269D37FA82}"/>
              </a:ext>
            </a:extLst>
          </p:cNvPr>
          <p:cNvSpPr/>
          <p:nvPr/>
        </p:nvSpPr>
        <p:spPr>
          <a:xfrm>
            <a:off x="5334000" y="1765572"/>
            <a:ext cx="6515100" cy="3555917"/>
          </a:xfrm>
          <a:prstGeom prst="roundRect">
            <a:avLst>
              <a:gd name="adj" fmla="val 5032"/>
            </a:avLst>
          </a:prstGeom>
          <a:solidFill>
            <a:schemeClr val="bg1"/>
          </a:solidFill>
          <a:ln w="1270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EE89335B-AF71-D332-C152-DA4B4214B708}"/>
              </a:ext>
            </a:extLst>
          </p:cNvPr>
          <p:cNvSpPr>
            <a:spLocks noGrp="1"/>
          </p:cNvSpPr>
          <p:nvPr>
            <p:ph type="title"/>
          </p:nvPr>
        </p:nvSpPr>
        <p:spPr/>
        <p:txBody>
          <a:bodyPr/>
          <a:lstStyle/>
          <a:p>
            <a:r>
              <a:rPr lang="en-US">
                <a:latin typeface="Montserrat Light"/>
              </a:rPr>
              <a:t>From Tribal knowledge to Self-healing pipelines</a:t>
            </a:r>
            <a:endParaRPr lang="en-IN">
              <a:latin typeface="Montserrat Light"/>
            </a:endParaRPr>
          </a:p>
        </p:txBody>
      </p:sp>
      <p:sp>
        <p:nvSpPr>
          <p:cNvPr id="3" name="Slide Number Placeholder 2">
            <a:extLst>
              <a:ext uri="{FF2B5EF4-FFF2-40B4-BE49-F238E27FC236}">
                <a16:creationId xmlns:a16="http://schemas.microsoft.com/office/drawing/2014/main" id="{F7A3023C-74CC-DB92-BA92-23DDB4923C6E}"/>
              </a:ext>
            </a:extLst>
          </p:cNvPr>
          <p:cNvSpPr>
            <a:spLocks noGrp="1"/>
          </p:cNvSpPr>
          <p:nvPr>
            <p:ph type="sldNum" sz="quarter" idx="12"/>
          </p:nvPr>
        </p:nvSpPr>
        <p:spPr/>
        <p:txBody>
          <a:bodyPr/>
          <a:lstStyle/>
          <a:p>
            <a:fld id="{330EA680-D336-4FF7-8B7A-9848BB0A1C32}" type="slidenum">
              <a:rPr lang="en-US" smtClean="0"/>
              <a:t>54</a:t>
            </a:fld>
            <a:endParaRPr lang="en-US"/>
          </a:p>
        </p:txBody>
      </p:sp>
      <p:sp>
        <p:nvSpPr>
          <p:cNvPr id="4" name="Date Placeholder 3">
            <a:extLst>
              <a:ext uri="{FF2B5EF4-FFF2-40B4-BE49-F238E27FC236}">
                <a16:creationId xmlns:a16="http://schemas.microsoft.com/office/drawing/2014/main" id="{2B8F8CC9-92CB-94A5-AB46-139120DA7748}"/>
              </a:ext>
            </a:extLst>
          </p:cNvPr>
          <p:cNvSpPr>
            <a:spLocks noGrp="1"/>
          </p:cNvSpPr>
          <p:nvPr>
            <p:ph type="dt" sz="half" idx="2"/>
          </p:nvPr>
        </p:nvSpPr>
        <p:spPr/>
        <p:txBody>
          <a:bodyPr/>
          <a:lstStyle/>
          <a:p>
            <a:r>
              <a:rPr lang="en-US"/>
              <a:t>© SYREN CLOUD INC – 2026 – ALL RIGHTS RESERVED</a:t>
            </a:r>
            <a:endParaRPr lang="en-US" sz="600"/>
          </a:p>
        </p:txBody>
      </p:sp>
      <p:sp>
        <p:nvSpPr>
          <p:cNvPr id="6" name="Subtitle 6">
            <a:extLst>
              <a:ext uri="{FF2B5EF4-FFF2-40B4-BE49-F238E27FC236}">
                <a16:creationId xmlns:a16="http://schemas.microsoft.com/office/drawing/2014/main" id="{474D61C8-4F89-DD2D-5E53-727D5ACC35F4}"/>
              </a:ext>
            </a:extLst>
          </p:cNvPr>
          <p:cNvSpPr txBox="1">
            <a:spLocks/>
          </p:cNvSpPr>
          <p:nvPr/>
        </p:nvSpPr>
        <p:spPr>
          <a:xfrm>
            <a:off x="394970" y="1028579"/>
            <a:ext cx="5254414" cy="557076"/>
          </a:xfrm>
          <a:prstGeom prst="rect">
            <a:avLst/>
          </a:prstGeom>
        </p:spPr>
        <p:txBody>
          <a:bodyPr wrap="square" lIns="91440" tIns="45720" rIns="91440" bIns="45720" anchor="t">
            <a:spAutoFit/>
          </a:bodyPr>
          <a:lstStyle>
            <a:lvl1pPr marL="228600" indent="-228600" algn="l" defTabSz="914400" rtl="0" eaLnBrk="1" latinLnBrk="0" hangingPunct="1">
              <a:lnSpc>
                <a:spcPct val="90000"/>
              </a:lnSpc>
              <a:spcBef>
                <a:spcPts val="1000"/>
              </a:spcBef>
              <a:buClr>
                <a:schemeClr val="bg2"/>
              </a:buClr>
              <a:buSzPct val="80000"/>
              <a:buFontTx/>
              <a:buBlip>
                <a:blip r:embed="rId2"/>
              </a:buBlip>
              <a:defRPr sz="1600" b="0" i="0" kern="1200">
                <a:solidFill>
                  <a:schemeClr val="tx1"/>
                </a:solidFill>
                <a:latin typeface="Montserrat Light" pitchFamily="2" charset="77"/>
                <a:ea typeface="+mn-ea"/>
                <a:cs typeface="+mn-cs"/>
              </a:defRPr>
            </a:lvl1pPr>
            <a:lvl2pPr marL="685800" indent="-228600" algn="l" defTabSz="914400" rtl="0" eaLnBrk="1" latinLnBrk="0" hangingPunct="1">
              <a:lnSpc>
                <a:spcPct val="90000"/>
              </a:lnSpc>
              <a:spcBef>
                <a:spcPts val="500"/>
              </a:spcBef>
              <a:buClr>
                <a:schemeClr val="bg2"/>
              </a:buClr>
              <a:buSzPct val="80000"/>
              <a:buFontTx/>
              <a:buBlip>
                <a:blip r:embed="rId2"/>
              </a:buBlip>
              <a:defRPr sz="1200" b="0" i="0" kern="1200">
                <a:solidFill>
                  <a:schemeClr val="tx1"/>
                </a:solidFill>
                <a:latin typeface="Montserrat Light" pitchFamily="2" charset="77"/>
                <a:ea typeface="+mn-ea"/>
                <a:cs typeface="+mn-cs"/>
              </a:defRPr>
            </a:lvl2pPr>
            <a:lvl3pPr marL="1143000" indent="-228600" algn="l" defTabSz="914400" rtl="0" eaLnBrk="1" latinLnBrk="0" hangingPunct="1">
              <a:lnSpc>
                <a:spcPct val="90000"/>
              </a:lnSpc>
              <a:spcBef>
                <a:spcPts val="500"/>
              </a:spcBef>
              <a:buClr>
                <a:schemeClr val="bg2"/>
              </a:buClr>
              <a:buSzPct val="80000"/>
              <a:buFontTx/>
              <a:buBlip>
                <a:blip r:embed="rId2"/>
              </a:buBlip>
              <a:defRPr sz="1000" b="0" i="0" kern="1200">
                <a:solidFill>
                  <a:schemeClr val="tx1"/>
                </a:solidFill>
                <a:latin typeface="Montserrat Light" pitchFamily="2" charset="77"/>
                <a:ea typeface="+mn-ea"/>
                <a:cs typeface="+mn-cs"/>
              </a:defRPr>
            </a:lvl3pPr>
            <a:lvl4pPr marL="1600200" indent="-228600" algn="l" defTabSz="914400" rtl="0" eaLnBrk="1" latinLnBrk="0" hangingPunct="1">
              <a:lnSpc>
                <a:spcPct val="90000"/>
              </a:lnSpc>
              <a:spcBef>
                <a:spcPts val="500"/>
              </a:spcBef>
              <a:buClr>
                <a:schemeClr val="bg2"/>
              </a:buClr>
              <a:buSzPct val="80000"/>
              <a:buFontTx/>
              <a:buBlip>
                <a:blip r:embed="rId2"/>
              </a:buBlip>
              <a:defRPr sz="800" b="0" i="0" kern="1200">
                <a:solidFill>
                  <a:schemeClr val="tx1"/>
                </a:solidFill>
                <a:latin typeface="Montserrat Light" pitchFamily="2" charset="77"/>
                <a:ea typeface="+mn-ea"/>
                <a:cs typeface="+mn-cs"/>
              </a:defRPr>
            </a:lvl4pPr>
            <a:lvl5pPr marL="2057400" indent="-228600" algn="l" defTabSz="914400" rtl="0" eaLnBrk="1" latinLnBrk="0" hangingPunct="1">
              <a:lnSpc>
                <a:spcPct val="90000"/>
              </a:lnSpc>
              <a:spcBef>
                <a:spcPts val="500"/>
              </a:spcBef>
              <a:buClr>
                <a:schemeClr val="bg2"/>
              </a:buClr>
              <a:buSzPct val="80000"/>
              <a:buFontTx/>
              <a:buBlip>
                <a:blip r:embed="rId2"/>
              </a:buBlip>
              <a:defRPr sz="600" b="0" i="0" kern="1200">
                <a:solidFill>
                  <a:schemeClr val="tx1"/>
                </a:solidFill>
                <a:latin typeface="Montserrat Ligh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buClr>
                <a:schemeClr val="tx1"/>
              </a:buClr>
              <a:buFont typeface="Wingdings" panose="05000000000000000000" pitchFamily="2" charset="2"/>
              <a:buChar char="v"/>
            </a:pPr>
            <a:r>
              <a:rPr lang="en-US" sz="1400">
                <a:latin typeface="Montserrat" panose="00000500000000000000" pitchFamily="2" charset="0"/>
              </a:rPr>
              <a:t>Go from Reactive to Predictive with Syren</a:t>
            </a:r>
          </a:p>
          <a:p>
            <a:pPr>
              <a:spcBef>
                <a:spcPts val="600"/>
              </a:spcBef>
              <a:buClr>
                <a:schemeClr val="tx1"/>
              </a:buClr>
              <a:buFont typeface="Wingdings" panose="05000000000000000000" pitchFamily="2" charset="2"/>
              <a:buChar char="v"/>
            </a:pPr>
            <a:r>
              <a:rPr lang="en-US" sz="1400">
                <a:latin typeface="Montserrat" panose="00000500000000000000" pitchFamily="2" charset="0"/>
              </a:rPr>
              <a:t>CI/CD gates · 90%+ coverage · MTTR in minutes</a:t>
            </a:r>
          </a:p>
        </p:txBody>
      </p:sp>
      <p:sp>
        <p:nvSpPr>
          <p:cNvPr id="7" name="Rectangle: Rounded Corners 6">
            <a:extLst>
              <a:ext uri="{FF2B5EF4-FFF2-40B4-BE49-F238E27FC236}">
                <a16:creationId xmlns:a16="http://schemas.microsoft.com/office/drawing/2014/main" id="{A2FD170E-9768-16C8-4465-A265EFC0DED3}"/>
              </a:ext>
            </a:extLst>
          </p:cNvPr>
          <p:cNvSpPr/>
          <p:nvPr/>
        </p:nvSpPr>
        <p:spPr>
          <a:xfrm>
            <a:off x="533400" y="1769257"/>
            <a:ext cx="4484914" cy="1256558"/>
          </a:xfrm>
          <a:prstGeom prst="roundRect">
            <a:avLst>
              <a:gd name="adj" fmla="val 12271"/>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tlCol="0" anchor="t"/>
          <a:lstStyle/>
          <a:p>
            <a:pPr>
              <a:spcAft>
                <a:spcPts val="600"/>
              </a:spcAft>
            </a:pPr>
            <a:r>
              <a:rPr lang="en-IN" sz="1200" b="1">
                <a:solidFill>
                  <a:schemeClr val="tx1"/>
                </a:solidFill>
                <a:latin typeface="Montserrat" panose="00000500000000000000" pitchFamily="2" charset="0"/>
              </a:rPr>
              <a:t>Raw</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Batch, streaming &amp; CDC</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Schema-on-read</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Point-in-time replay</a:t>
            </a:r>
            <a:endParaRPr lang="en-IN" sz="1200">
              <a:solidFill>
                <a:schemeClr val="tx1"/>
              </a:solidFill>
              <a:latin typeface="Montserrat" panose="00000500000000000000" pitchFamily="2" charset="0"/>
            </a:endParaRPr>
          </a:p>
        </p:txBody>
      </p:sp>
      <p:sp>
        <p:nvSpPr>
          <p:cNvPr id="8" name="Rectangle: Rounded Corners 7">
            <a:extLst>
              <a:ext uri="{FF2B5EF4-FFF2-40B4-BE49-F238E27FC236}">
                <a16:creationId xmlns:a16="http://schemas.microsoft.com/office/drawing/2014/main" id="{C20CA76F-3B54-E508-37EC-A86684939A26}"/>
              </a:ext>
            </a:extLst>
          </p:cNvPr>
          <p:cNvSpPr/>
          <p:nvPr/>
        </p:nvSpPr>
        <p:spPr>
          <a:xfrm>
            <a:off x="533400" y="3421956"/>
            <a:ext cx="4484914" cy="1256558"/>
          </a:xfrm>
          <a:prstGeom prst="roundRect">
            <a:avLst>
              <a:gd name="adj" fmla="val 12271"/>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tlCol="0" anchor="t"/>
          <a:lstStyle/>
          <a:p>
            <a:pPr>
              <a:spcAft>
                <a:spcPts val="600"/>
              </a:spcAft>
            </a:pPr>
            <a:r>
              <a:rPr lang="en-IN" sz="1200" b="1">
                <a:solidFill>
                  <a:schemeClr val="tx1"/>
                </a:solidFill>
                <a:latin typeface="Montserrat" panose="00000500000000000000" pitchFamily="2" charset="0"/>
              </a:rPr>
              <a:t>Conformed</a:t>
            </a:r>
          </a:p>
          <a:p>
            <a:pPr marL="171450" indent="-171450">
              <a:spcAft>
                <a:spcPts val="600"/>
              </a:spcAft>
              <a:buFont typeface="Wingdings" panose="05000000000000000000" pitchFamily="2" charset="2"/>
              <a:buChar char="v"/>
            </a:pPr>
            <a:r>
              <a:rPr lang="en-US" sz="1200" err="1">
                <a:solidFill>
                  <a:schemeClr val="tx1"/>
                </a:solidFill>
                <a:latin typeface="Montserrat" panose="00000500000000000000" pitchFamily="2" charset="0"/>
              </a:rPr>
              <a:t>dbt</a:t>
            </a:r>
            <a:r>
              <a:rPr lang="en-US" sz="1200">
                <a:solidFill>
                  <a:schemeClr val="tx1"/>
                </a:solidFill>
                <a:latin typeface="Montserrat" panose="00000500000000000000" pitchFamily="2" charset="0"/>
              </a:rPr>
              <a:t> modelling + contracts</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ML + rule-based DQ</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Entity resolution</a:t>
            </a:r>
            <a:endParaRPr lang="en-IN" sz="1200" b="1">
              <a:solidFill>
                <a:schemeClr val="tx1"/>
              </a:solidFill>
              <a:latin typeface="Montserrat" panose="00000500000000000000" pitchFamily="2" charset="0"/>
            </a:endParaRPr>
          </a:p>
        </p:txBody>
      </p:sp>
      <p:sp>
        <p:nvSpPr>
          <p:cNvPr id="9" name="Rectangle: Rounded Corners 8">
            <a:extLst>
              <a:ext uri="{FF2B5EF4-FFF2-40B4-BE49-F238E27FC236}">
                <a16:creationId xmlns:a16="http://schemas.microsoft.com/office/drawing/2014/main" id="{FD7A0426-F7A5-A10F-25FF-29FDAD52211E}"/>
              </a:ext>
            </a:extLst>
          </p:cNvPr>
          <p:cNvSpPr/>
          <p:nvPr/>
        </p:nvSpPr>
        <p:spPr>
          <a:xfrm>
            <a:off x="533400" y="5074656"/>
            <a:ext cx="4484914" cy="1256558"/>
          </a:xfrm>
          <a:prstGeom prst="roundRect">
            <a:avLst>
              <a:gd name="adj" fmla="val 12271"/>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tlCol="0" anchor="t"/>
          <a:lstStyle/>
          <a:p>
            <a:pPr>
              <a:spcAft>
                <a:spcPts val="600"/>
              </a:spcAft>
            </a:pPr>
            <a:r>
              <a:rPr lang="en-IN" sz="1200" b="1">
                <a:solidFill>
                  <a:schemeClr val="tx1"/>
                </a:solidFill>
                <a:latin typeface="Montserrat" panose="00000500000000000000" pitchFamily="2" charset="0"/>
              </a:rPr>
              <a:t>Curated</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Semantic layer &amp; glossary</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Feature store for ML/AI</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Versioned self-serve APIs</a:t>
            </a:r>
            <a:endParaRPr lang="en-IN" sz="1200" b="1">
              <a:solidFill>
                <a:schemeClr val="tx1"/>
              </a:solidFill>
              <a:latin typeface="Montserrat" panose="00000500000000000000" pitchFamily="2" charset="0"/>
            </a:endParaRPr>
          </a:p>
        </p:txBody>
      </p:sp>
      <p:sp>
        <p:nvSpPr>
          <p:cNvPr id="10" name="Rectangle: Top Corners Rounded 9">
            <a:extLst>
              <a:ext uri="{FF2B5EF4-FFF2-40B4-BE49-F238E27FC236}">
                <a16:creationId xmlns:a16="http://schemas.microsoft.com/office/drawing/2014/main" id="{B7A313DF-3D32-A4DC-A561-9396E2709DE3}"/>
              </a:ext>
            </a:extLst>
          </p:cNvPr>
          <p:cNvSpPr/>
          <p:nvPr/>
        </p:nvSpPr>
        <p:spPr>
          <a:xfrm>
            <a:off x="3450165" y="1769258"/>
            <a:ext cx="1339547" cy="269867"/>
          </a:xfrm>
          <a:prstGeom prst="round2SameRect">
            <a:avLst>
              <a:gd name="adj1" fmla="val 0"/>
              <a:gd name="adj2" fmla="val 5000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latin typeface="Montserrat" panose="00000500000000000000" pitchFamily="2" charset="0"/>
              </a:rPr>
              <a:t>Bronze</a:t>
            </a:r>
            <a:endParaRPr lang="en-IN" sz="1000" b="1">
              <a:latin typeface="Montserrat" panose="00000500000000000000" pitchFamily="2" charset="0"/>
            </a:endParaRPr>
          </a:p>
        </p:txBody>
      </p:sp>
      <p:sp>
        <p:nvSpPr>
          <p:cNvPr id="11" name="Rectangle: Top Corners Rounded 10">
            <a:extLst>
              <a:ext uri="{FF2B5EF4-FFF2-40B4-BE49-F238E27FC236}">
                <a16:creationId xmlns:a16="http://schemas.microsoft.com/office/drawing/2014/main" id="{87FF6E68-7583-9D6F-2FCB-3E60F9CD15AC}"/>
              </a:ext>
            </a:extLst>
          </p:cNvPr>
          <p:cNvSpPr/>
          <p:nvPr/>
        </p:nvSpPr>
        <p:spPr>
          <a:xfrm>
            <a:off x="3450165" y="3421956"/>
            <a:ext cx="1339547" cy="269867"/>
          </a:xfrm>
          <a:prstGeom prst="round2SameRect">
            <a:avLst>
              <a:gd name="adj1" fmla="val 0"/>
              <a:gd name="adj2" fmla="val 5000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latin typeface="Montserrat" panose="00000500000000000000" pitchFamily="2" charset="0"/>
              </a:rPr>
              <a:t>Silver</a:t>
            </a:r>
            <a:endParaRPr lang="en-IN" sz="1000" b="1">
              <a:latin typeface="Montserrat" panose="00000500000000000000" pitchFamily="2" charset="0"/>
            </a:endParaRPr>
          </a:p>
        </p:txBody>
      </p:sp>
      <p:sp>
        <p:nvSpPr>
          <p:cNvPr id="12" name="Rectangle: Top Corners Rounded 11">
            <a:extLst>
              <a:ext uri="{FF2B5EF4-FFF2-40B4-BE49-F238E27FC236}">
                <a16:creationId xmlns:a16="http://schemas.microsoft.com/office/drawing/2014/main" id="{9CFE38BE-64D0-ACAE-7F3C-DB2A27C9EED4}"/>
              </a:ext>
            </a:extLst>
          </p:cNvPr>
          <p:cNvSpPr/>
          <p:nvPr/>
        </p:nvSpPr>
        <p:spPr>
          <a:xfrm>
            <a:off x="3450165" y="5074656"/>
            <a:ext cx="1339547" cy="269867"/>
          </a:xfrm>
          <a:prstGeom prst="round2SameRect">
            <a:avLst>
              <a:gd name="adj1" fmla="val 0"/>
              <a:gd name="adj2" fmla="val 50000"/>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latin typeface="Montserrat" panose="00000500000000000000" pitchFamily="2" charset="0"/>
              </a:rPr>
              <a:t>Gold</a:t>
            </a:r>
            <a:endParaRPr lang="en-IN" sz="1000" b="1">
              <a:latin typeface="Montserrat" panose="00000500000000000000" pitchFamily="2" charset="0"/>
            </a:endParaRPr>
          </a:p>
        </p:txBody>
      </p:sp>
      <p:cxnSp>
        <p:nvCxnSpPr>
          <p:cNvPr id="14" name="Straight Arrow Connector 13">
            <a:extLst>
              <a:ext uri="{FF2B5EF4-FFF2-40B4-BE49-F238E27FC236}">
                <a16:creationId xmlns:a16="http://schemas.microsoft.com/office/drawing/2014/main" id="{3E8E66EE-D2D8-FD4B-850B-050E546A0025}"/>
              </a:ext>
            </a:extLst>
          </p:cNvPr>
          <p:cNvCxnSpPr>
            <a:cxnSpLocks/>
            <a:stCxn id="7" idx="2"/>
            <a:endCxn id="8" idx="0"/>
          </p:cNvCxnSpPr>
          <p:nvPr/>
        </p:nvCxnSpPr>
        <p:spPr>
          <a:xfrm>
            <a:off x="2775857" y="3025815"/>
            <a:ext cx="0" cy="396141"/>
          </a:xfrm>
          <a:prstGeom prst="straightConnector1">
            <a:avLst/>
          </a:prstGeom>
          <a:ln w="12700">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C165755E-448A-C2F3-72E7-0BD240884BC0}"/>
              </a:ext>
            </a:extLst>
          </p:cNvPr>
          <p:cNvCxnSpPr>
            <a:cxnSpLocks/>
            <a:stCxn id="8" idx="2"/>
            <a:endCxn id="9" idx="0"/>
          </p:cNvCxnSpPr>
          <p:nvPr/>
        </p:nvCxnSpPr>
        <p:spPr>
          <a:xfrm>
            <a:off x="2775857" y="4678515"/>
            <a:ext cx="0" cy="396141"/>
          </a:xfrm>
          <a:prstGeom prst="straightConnector1">
            <a:avLst/>
          </a:prstGeom>
          <a:ln w="12700">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BA7ACE9C-3D64-E23D-7D86-1C69D122960A}"/>
              </a:ext>
            </a:extLst>
          </p:cNvPr>
          <p:cNvSpPr/>
          <p:nvPr/>
        </p:nvSpPr>
        <p:spPr>
          <a:xfrm>
            <a:off x="5435600" y="1765572"/>
            <a:ext cx="1981201" cy="3555917"/>
          </a:xfrm>
          <a:prstGeom prst="roundRect">
            <a:avLst>
              <a:gd name="adj" fmla="val 12271"/>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tIns="731520" rtlCol="0" anchor="t"/>
          <a:lstStyle/>
          <a:p>
            <a:pPr>
              <a:spcAft>
                <a:spcPts val="600"/>
              </a:spcAft>
            </a:pPr>
            <a:r>
              <a:rPr lang="en-IN" sz="1200" b="1">
                <a:solidFill>
                  <a:schemeClr val="tx1"/>
                </a:solidFill>
                <a:latin typeface="Montserrat" panose="00000500000000000000" pitchFamily="2" charset="0"/>
              </a:rPr>
              <a:t>Reactive</a:t>
            </a:r>
          </a:p>
          <a:p>
            <a:pPr>
              <a:spcAft>
                <a:spcPts val="600"/>
              </a:spcAft>
            </a:pPr>
            <a:r>
              <a:rPr lang="en-IN" sz="1200">
                <a:solidFill>
                  <a:schemeClr val="tx1"/>
                </a:solidFill>
                <a:latin typeface="Montserrat" panose="00000500000000000000" pitchFamily="2" charset="0"/>
              </a:rPr>
              <a:t>Manual · tribal</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Incidents found by end users</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MTTR in hours or days</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No automated tests or gates</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Schema changes break production</a:t>
            </a:r>
            <a:endParaRPr lang="en-IN" sz="1200">
              <a:solidFill>
                <a:schemeClr val="tx1"/>
              </a:solidFill>
              <a:latin typeface="Montserrat" panose="00000500000000000000" pitchFamily="2" charset="0"/>
            </a:endParaRPr>
          </a:p>
        </p:txBody>
      </p:sp>
      <p:sp>
        <p:nvSpPr>
          <p:cNvPr id="20" name="Rectangle: Rounded Corners 19">
            <a:extLst>
              <a:ext uri="{FF2B5EF4-FFF2-40B4-BE49-F238E27FC236}">
                <a16:creationId xmlns:a16="http://schemas.microsoft.com/office/drawing/2014/main" id="{C93A6C63-6346-FA76-2EF0-79B9FFCA4702}"/>
              </a:ext>
            </a:extLst>
          </p:cNvPr>
          <p:cNvSpPr/>
          <p:nvPr/>
        </p:nvSpPr>
        <p:spPr>
          <a:xfrm>
            <a:off x="7651749" y="1765572"/>
            <a:ext cx="1981201" cy="3555917"/>
          </a:xfrm>
          <a:prstGeom prst="roundRect">
            <a:avLst>
              <a:gd name="adj" fmla="val 12271"/>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tIns="731520" rtlCol="0" anchor="t"/>
          <a:lstStyle/>
          <a:p>
            <a:pPr>
              <a:spcAft>
                <a:spcPts val="600"/>
              </a:spcAft>
            </a:pPr>
            <a:r>
              <a:rPr lang="en-IN" sz="1200" b="1">
                <a:solidFill>
                  <a:schemeClr val="tx1"/>
                </a:solidFill>
                <a:latin typeface="Montserrat" panose="00000500000000000000" pitchFamily="2" charset="0"/>
              </a:rPr>
              <a:t>Proactive</a:t>
            </a:r>
          </a:p>
          <a:p>
            <a:pPr>
              <a:spcAft>
                <a:spcPts val="600"/>
              </a:spcAft>
            </a:pPr>
            <a:r>
              <a:rPr lang="en-IN" sz="1200">
                <a:solidFill>
                  <a:schemeClr val="tx1"/>
                </a:solidFill>
                <a:latin typeface="Montserrat" panose="00000500000000000000" pitchFamily="2" charset="0"/>
              </a:rPr>
              <a:t>CI/CD · automated tests</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Git DAGs, 90%+ coverage</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Blue/green &amp; canary rollouts</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Freshness &amp; schema monitoring</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Auto-triage — </a:t>
            </a:r>
            <a:r>
              <a:rPr lang="en-US" sz="1200" err="1">
                <a:solidFill>
                  <a:schemeClr val="tx1"/>
                </a:solidFill>
                <a:latin typeface="Montserrat" panose="00000500000000000000" pitchFamily="2" charset="0"/>
              </a:rPr>
              <a:t>hrs</a:t>
            </a:r>
            <a:r>
              <a:rPr lang="en-US" sz="1200">
                <a:solidFill>
                  <a:schemeClr val="tx1"/>
                </a:solidFill>
                <a:latin typeface="Montserrat" panose="00000500000000000000" pitchFamily="2" charset="0"/>
              </a:rPr>
              <a:t> → mins MTTR</a:t>
            </a:r>
            <a:endParaRPr lang="en-IN" sz="1200">
              <a:solidFill>
                <a:schemeClr val="tx1"/>
              </a:solidFill>
              <a:latin typeface="Montserrat" panose="00000500000000000000" pitchFamily="2" charset="0"/>
            </a:endParaRPr>
          </a:p>
        </p:txBody>
      </p:sp>
      <p:sp>
        <p:nvSpPr>
          <p:cNvPr id="21" name="Rectangle: Rounded Corners 20">
            <a:extLst>
              <a:ext uri="{FF2B5EF4-FFF2-40B4-BE49-F238E27FC236}">
                <a16:creationId xmlns:a16="http://schemas.microsoft.com/office/drawing/2014/main" id="{BCA1D69A-C16A-D8F6-B494-B56C5E8FBCD0}"/>
              </a:ext>
            </a:extLst>
          </p:cNvPr>
          <p:cNvSpPr/>
          <p:nvPr/>
        </p:nvSpPr>
        <p:spPr>
          <a:xfrm>
            <a:off x="9867899" y="1765572"/>
            <a:ext cx="1981201" cy="3555917"/>
          </a:xfrm>
          <a:prstGeom prst="roundRect">
            <a:avLst>
              <a:gd name="adj" fmla="val 12271"/>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tIns="731520" rtlCol="0" anchor="t"/>
          <a:lstStyle/>
          <a:p>
            <a:pPr>
              <a:spcAft>
                <a:spcPts val="600"/>
              </a:spcAft>
            </a:pPr>
            <a:r>
              <a:rPr lang="en-IN" sz="1200" b="1">
                <a:solidFill>
                  <a:schemeClr val="tx1"/>
                </a:solidFill>
                <a:latin typeface="Montserrat" panose="00000500000000000000" pitchFamily="2" charset="0"/>
              </a:rPr>
              <a:t>Predictive</a:t>
            </a:r>
          </a:p>
          <a:p>
            <a:pPr>
              <a:spcAft>
                <a:spcPts val="600"/>
              </a:spcAft>
            </a:pPr>
            <a:r>
              <a:rPr lang="en-IN" sz="1200">
                <a:solidFill>
                  <a:schemeClr val="tx1"/>
                </a:solidFill>
                <a:latin typeface="Montserrat" panose="00000500000000000000" pitchFamily="2" charset="0"/>
              </a:rPr>
              <a:t>ML · self-healing</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ML anomaly detection first</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Self-healing with root-cause</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Distribution drift caught early</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Cost regression alerts at 15%</a:t>
            </a:r>
            <a:endParaRPr lang="en-IN" sz="1200">
              <a:solidFill>
                <a:schemeClr val="tx1"/>
              </a:solidFill>
              <a:latin typeface="Montserrat" panose="00000500000000000000" pitchFamily="2" charset="0"/>
            </a:endParaRPr>
          </a:p>
        </p:txBody>
      </p:sp>
      <p:sp>
        <p:nvSpPr>
          <p:cNvPr id="25" name="Rectangle: Rounded Corners 24">
            <a:extLst>
              <a:ext uri="{FF2B5EF4-FFF2-40B4-BE49-F238E27FC236}">
                <a16:creationId xmlns:a16="http://schemas.microsoft.com/office/drawing/2014/main" id="{E220B33A-74EF-EB39-1D0F-2C8D30F99E76}"/>
              </a:ext>
            </a:extLst>
          </p:cNvPr>
          <p:cNvSpPr/>
          <p:nvPr/>
        </p:nvSpPr>
        <p:spPr>
          <a:xfrm>
            <a:off x="5575300" y="1941137"/>
            <a:ext cx="1691216" cy="43280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bg1"/>
                </a:solidFill>
                <a:latin typeface="Montserrat" panose="00000500000000000000" pitchFamily="2" charset="0"/>
              </a:rPr>
              <a:t>Typical today</a:t>
            </a:r>
          </a:p>
        </p:txBody>
      </p:sp>
      <p:sp>
        <p:nvSpPr>
          <p:cNvPr id="26" name="Rectangle: Rounded Corners 25">
            <a:extLst>
              <a:ext uri="{FF2B5EF4-FFF2-40B4-BE49-F238E27FC236}">
                <a16:creationId xmlns:a16="http://schemas.microsoft.com/office/drawing/2014/main" id="{9E40C801-BA21-0919-C02E-C0E20D28004F}"/>
              </a:ext>
            </a:extLst>
          </p:cNvPr>
          <p:cNvSpPr/>
          <p:nvPr/>
        </p:nvSpPr>
        <p:spPr>
          <a:xfrm>
            <a:off x="7791450" y="1941137"/>
            <a:ext cx="1691216" cy="43280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bg1"/>
                </a:solidFill>
                <a:latin typeface="Montserrat" panose="00000500000000000000" pitchFamily="2" charset="0"/>
              </a:rPr>
              <a:t>Target state</a:t>
            </a:r>
          </a:p>
        </p:txBody>
      </p:sp>
      <p:sp>
        <p:nvSpPr>
          <p:cNvPr id="27" name="Rectangle: Rounded Corners 26">
            <a:extLst>
              <a:ext uri="{FF2B5EF4-FFF2-40B4-BE49-F238E27FC236}">
                <a16:creationId xmlns:a16="http://schemas.microsoft.com/office/drawing/2014/main" id="{3C60342A-167D-622E-DFF1-632393342921}"/>
              </a:ext>
            </a:extLst>
          </p:cNvPr>
          <p:cNvSpPr/>
          <p:nvPr/>
        </p:nvSpPr>
        <p:spPr>
          <a:xfrm>
            <a:off x="10007599" y="1941137"/>
            <a:ext cx="1691216" cy="43280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chemeClr val="bg1"/>
                </a:solidFill>
                <a:latin typeface="Montserrat" panose="00000500000000000000" pitchFamily="2" charset="0"/>
              </a:rPr>
              <a:t>Gold standard</a:t>
            </a:r>
          </a:p>
        </p:txBody>
      </p:sp>
      <p:cxnSp>
        <p:nvCxnSpPr>
          <p:cNvPr id="29" name="Straight Connector 28">
            <a:extLst>
              <a:ext uri="{FF2B5EF4-FFF2-40B4-BE49-F238E27FC236}">
                <a16:creationId xmlns:a16="http://schemas.microsoft.com/office/drawing/2014/main" id="{18A08BEA-C395-0E28-DCFD-9E4AD46723D0}"/>
              </a:ext>
            </a:extLst>
          </p:cNvPr>
          <p:cNvCxnSpPr>
            <a:cxnSpLocks/>
          </p:cNvCxnSpPr>
          <p:nvPr/>
        </p:nvCxnSpPr>
        <p:spPr>
          <a:xfrm flipV="1">
            <a:off x="7528983" y="1941137"/>
            <a:ext cx="0" cy="3173261"/>
          </a:xfrm>
          <a:prstGeom prst="line">
            <a:avLst/>
          </a:prstGeom>
          <a:ln w="9525">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84A46358-A061-9134-5DFB-59823CC6827C}"/>
              </a:ext>
            </a:extLst>
          </p:cNvPr>
          <p:cNvCxnSpPr>
            <a:cxnSpLocks/>
          </p:cNvCxnSpPr>
          <p:nvPr/>
        </p:nvCxnSpPr>
        <p:spPr>
          <a:xfrm flipV="1">
            <a:off x="9745133" y="1941137"/>
            <a:ext cx="0" cy="3173261"/>
          </a:xfrm>
          <a:prstGeom prst="line">
            <a:avLst/>
          </a:prstGeom>
          <a:ln w="9525">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39" name="Group 38">
            <a:extLst>
              <a:ext uri="{FF2B5EF4-FFF2-40B4-BE49-F238E27FC236}">
                <a16:creationId xmlns:a16="http://schemas.microsoft.com/office/drawing/2014/main" id="{C6FBC678-E28A-85BE-1521-B1E202BA55A0}"/>
              </a:ext>
            </a:extLst>
          </p:cNvPr>
          <p:cNvGrpSpPr/>
          <p:nvPr/>
        </p:nvGrpSpPr>
        <p:grpSpPr>
          <a:xfrm>
            <a:off x="5334000" y="5450110"/>
            <a:ext cx="6515100" cy="823652"/>
            <a:chOff x="5310473" y="5507563"/>
            <a:chExt cx="5761567" cy="823652"/>
          </a:xfrm>
        </p:grpSpPr>
        <p:sp>
          <p:nvSpPr>
            <p:cNvPr id="32" name="Rectangle: Rounded Corners 31">
              <a:extLst>
                <a:ext uri="{FF2B5EF4-FFF2-40B4-BE49-F238E27FC236}">
                  <a16:creationId xmlns:a16="http://schemas.microsoft.com/office/drawing/2014/main" id="{84E192F5-A0F7-F76F-9BE1-2FF51A242A16}"/>
                </a:ext>
              </a:extLst>
            </p:cNvPr>
            <p:cNvSpPr/>
            <p:nvPr/>
          </p:nvSpPr>
          <p:spPr>
            <a:xfrm>
              <a:off x="5310473" y="5507563"/>
              <a:ext cx="660400" cy="377607"/>
            </a:xfrm>
            <a:prstGeom prst="roundRect">
              <a:avLst/>
            </a:prstGeom>
            <a:solidFill>
              <a:srgbClr val="1A1A1A"/>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err="1">
                  <a:solidFill>
                    <a:schemeClr val="bg1"/>
                  </a:solidFill>
                  <a:latin typeface="Montserrat" panose="00000500000000000000" pitchFamily="2" charset="0"/>
                </a:rPr>
                <a:t>dbt</a:t>
              </a:r>
              <a:endParaRPr lang="en-IN" sz="1200">
                <a:solidFill>
                  <a:schemeClr val="bg1"/>
                </a:solidFill>
                <a:latin typeface="Montserrat" panose="00000500000000000000" pitchFamily="2" charset="0"/>
              </a:endParaRPr>
            </a:p>
          </p:txBody>
        </p:sp>
        <p:sp>
          <p:nvSpPr>
            <p:cNvPr id="33" name="Rectangle: Rounded Corners 32">
              <a:extLst>
                <a:ext uri="{FF2B5EF4-FFF2-40B4-BE49-F238E27FC236}">
                  <a16:creationId xmlns:a16="http://schemas.microsoft.com/office/drawing/2014/main" id="{CACD4CF6-2369-A66F-6C3C-E4BB45349B75}"/>
                </a:ext>
              </a:extLst>
            </p:cNvPr>
            <p:cNvSpPr/>
            <p:nvPr/>
          </p:nvSpPr>
          <p:spPr>
            <a:xfrm>
              <a:off x="6057959" y="5507563"/>
              <a:ext cx="1885647" cy="377607"/>
            </a:xfrm>
            <a:prstGeom prst="roundRect">
              <a:avLst/>
            </a:prstGeom>
            <a:solidFill>
              <a:srgbClr val="1A1A1A"/>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solidFill>
                    <a:schemeClr val="bg1"/>
                  </a:solidFill>
                  <a:latin typeface="Montserrat" panose="00000500000000000000" pitchFamily="2" charset="0"/>
                </a:rPr>
                <a:t>Great Expectations</a:t>
              </a:r>
            </a:p>
          </p:txBody>
        </p:sp>
        <p:sp>
          <p:nvSpPr>
            <p:cNvPr id="34" name="Rectangle: Rounded Corners 33">
              <a:extLst>
                <a:ext uri="{FF2B5EF4-FFF2-40B4-BE49-F238E27FC236}">
                  <a16:creationId xmlns:a16="http://schemas.microsoft.com/office/drawing/2014/main" id="{A1FB1DA5-56C1-34A1-D784-9B34AAC4B7D1}"/>
                </a:ext>
              </a:extLst>
            </p:cNvPr>
            <p:cNvSpPr/>
            <p:nvPr/>
          </p:nvSpPr>
          <p:spPr>
            <a:xfrm>
              <a:off x="8030692" y="5507563"/>
              <a:ext cx="1477131" cy="377607"/>
            </a:xfrm>
            <a:prstGeom prst="roundRect">
              <a:avLst/>
            </a:prstGeom>
            <a:solidFill>
              <a:srgbClr val="1A1A1A"/>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err="1">
                  <a:solidFill>
                    <a:schemeClr val="bg1"/>
                  </a:solidFill>
                  <a:latin typeface="Montserrat" panose="00000500000000000000" pitchFamily="2" charset="0"/>
                </a:rPr>
                <a:t>OpenLineage</a:t>
              </a:r>
              <a:endParaRPr lang="en-IN" sz="1200">
                <a:solidFill>
                  <a:schemeClr val="bg1"/>
                </a:solidFill>
                <a:latin typeface="Montserrat" panose="00000500000000000000" pitchFamily="2" charset="0"/>
              </a:endParaRPr>
            </a:p>
          </p:txBody>
        </p:sp>
        <p:sp>
          <p:nvSpPr>
            <p:cNvPr id="35" name="Rectangle: Rounded Corners 34">
              <a:extLst>
                <a:ext uri="{FF2B5EF4-FFF2-40B4-BE49-F238E27FC236}">
                  <a16:creationId xmlns:a16="http://schemas.microsoft.com/office/drawing/2014/main" id="{F0318ED2-40D5-1534-EF37-F71A78B68846}"/>
                </a:ext>
              </a:extLst>
            </p:cNvPr>
            <p:cNvSpPr/>
            <p:nvPr/>
          </p:nvSpPr>
          <p:spPr>
            <a:xfrm>
              <a:off x="9594909" y="5507563"/>
              <a:ext cx="1477131" cy="377607"/>
            </a:xfrm>
            <a:prstGeom prst="roundRect">
              <a:avLst/>
            </a:prstGeom>
            <a:solidFill>
              <a:srgbClr val="1A1A1A"/>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solidFill>
                    <a:schemeClr val="bg1"/>
                  </a:solidFill>
                  <a:latin typeface="Montserrat" panose="00000500000000000000" pitchFamily="2" charset="0"/>
                </a:rPr>
                <a:t>Airflow</a:t>
              </a:r>
            </a:p>
          </p:txBody>
        </p:sp>
        <p:sp>
          <p:nvSpPr>
            <p:cNvPr id="36" name="Rectangle: Rounded Corners 35">
              <a:extLst>
                <a:ext uri="{FF2B5EF4-FFF2-40B4-BE49-F238E27FC236}">
                  <a16:creationId xmlns:a16="http://schemas.microsoft.com/office/drawing/2014/main" id="{B091294A-5592-2204-6B30-F5FD2CB485AD}"/>
                </a:ext>
              </a:extLst>
            </p:cNvPr>
            <p:cNvSpPr/>
            <p:nvPr/>
          </p:nvSpPr>
          <p:spPr>
            <a:xfrm>
              <a:off x="5310473" y="5953608"/>
              <a:ext cx="924560" cy="377607"/>
            </a:xfrm>
            <a:prstGeom prst="roundRect">
              <a:avLst/>
            </a:prstGeom>
            <a:solidFill>
              <a:srgbClr val="1A1A1A"/>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solidFill>
                    <a:schemeClr val="bg1"/>
                  </a:solidFill>
                  <a:latin typeface="Montserrat" panose="00000500000000000000" pitchFamily="2" charset="0"/>
                </a:rPr>
                <a:t>Prefect</a:t>
              </a:r>
            </a:p>
          </p:txBody>
        </p:sp>
        <p:sp>
          <p:nvSpPr>
            <p:cNvPr id="37" name="Rectangle: Rounded Corners 36">
              <a:extLst>
                <a:ext uri="{FF2B5EF4-FFF2-40B4-BE49-F238E27FC236}">
                  <a16:creationId xmlns:a16="http://schemas.microsoft.com/office/drawing/2014/main" id="{B522B287-A57B-E29F-BD60-1008CEEF4B74}"/>
                </a:ext>
              </a:extLst>
            </p:cNvPr>
            <p:cNvSpPr/>
            <p:nvPr/>
          </p:nvSpPr>
          <p:spPr>
            <a:xfrm>
              <a:off x="6319488" y="5953608"/>
              <a:ext cx="1207134" cy="377607"/>
            </a:xfrm>
            <a:prstGeom prst="roundRect">
              <a:avLst/>
            </a:prstGeom>
            <a:solidFill>
              <a:srgbClr val="1A1A1A"/>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solidFill>
                    <a:schemeClr val="bg1"/>
                  </a:solidFill>
                  <a:latin typeface="Montserrat" panose="00000500000000000000" pitchFamily="2" charset="0"/>
                </a:rPr>
                <a:t>Monte Carlo</a:t>
              </a:r>
            </a:p>
          </p:txBody>
        </p:sp>
        <p:sp>
          <p:nvSpPr>
            <p:cNvPr id="38" name="Rectangle: Rounded Corners 37">
              <a:extLst>
                <a:ext uri="{FF2B5EF4-FFF2-40B4-BE49-F238E27FC236}">
                  <a16:creationId xmlns:a16="http://schemas.microsoft.com/office/drawing/2014/main" id="{D73AE558-6439-1EC6-4261-F7B12965418F}"/>
                </a:ext>
              </a:extLst>
            </p:cNvPr>
            <p:cNvSpPr/>
            <p:nvPr/>
          </p:nvSpPr>
          <p:spPr>
            <a:xfrm>
              <a:off x="7613193" y="5953608"/>
              <a:ext cx="1207134" cy="377607"/>
            </a:xfrm>
            <a:prstGeom prst="roundRect">
              <a:avLst/>
            </a:prstGeom>
            <a:solidFill>
              <a:srgbClr val="1A1A1A"/>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solidFill>
                    <a:schemeClr val="bg1"/>
                  </a:solidFill>
                  <a:latin typeface="Montserrat" panose="00000500000000000000" pitchFamily="2" charset="0"/>
                </a:rPr>
                <a:t>Optima DQ</a:t>
              </a:r>
            </a:p>
          </p:txBody>
        </p:sp>
      </p:grpSp>
    </p:spTree>
    <p:extLst>
      <p:ext uri="{BB962C8B-B14F-4D97-AF65-F5344CB8AC3E}">
        <p14:creationId xmlns:p14="http://schemas.microsoft.com/office/powerpoint/2010/main" val="542637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B777667C-3A5A-2005-9EDA-2033616E46AE}"/>
              </a:ext>
            </a:extLst>
          </p:cNvPr>
          <p:cNvSpPr/>
          <p:nvPr/>
        </p:nvSpPr>
        <p:spPr>
          <a:xfrm>
            <a:off x="0" y="5053526"/>
            <a:ext cx="12191999" cy="1804476"/>
          </a:xfrm>
          <a:prstGeom prst="rect">
            <a:avLst/>
          </a:prstGeom>
          <a:solidFill>
            <a:srgbClr val="1A1A1A"/>
          </a:solidFill>
          <a:ln w="12700">
            <a:noFill/>
          </a:ln>
        </p:spPr>
        <p:style>
          <a:lnRef idx="2">
            <a:schemeClr val="accent1">
              <a:shade val="15000"/>
            </a:schemeClr>
          </a:lnRef>
          <a:fillRef idx="1">
            <a:schemeClr val="accent1"/>
          </a:fillRef>
          <a:effectRef idx="0">
            <a:schemeClr val="accent1"/>
          </a:effectRef>
          <a:fontRef idx="minor">
            <a:schemeClr val="lt1"/>
          </a:fontRef>
        </p:style>
        <p:txBody>
          <a:bodyPr tIns="91440" rtlCol="0" anchor="t"/>
          <a:lstStyle/>
          <a:p>
            <a:pPr>
              <a:spcAft>
                <a:spcPts val="600"/>
              </a:spcAft>
            </a:pPr>
            <a:endParaRPr lang="en-IN" sz="1200" b="1">
              <a:solidFill>
                <a:schemeClr val="tx1"/>
              </a:solidFill>
              <a:latin typeface="Montserrat" panose="00000500000000000000" pitchFamily="2" charset="0"/>
            </a:endParaRPr>
          </a:p>
        </p:txBody>
      </p:sp>
      <p:sp>
        <p:nvSpPr>
          <p:cNvPr id="2" name="Title 1">
            <a:extLst>
              <a:ext uri="{FF2B5EF4-FFF2-40B4-BE49-F238E27FC236}">
                <a16:creationId xmlns:a16="http://schemas.microsoft.com/office/drawing/2014/main" id="{8AFA4066-09E0-52E0-A118-7C3569E663C0}"/>
              </a:ext>
            </a:extLst>
          </p:cNvPr>
          <p:cNvSpPr>
            <a:spLocks noGrp="1"/>
          </p:cNvSpPr>
          <p:nvPr>
            <p:ph type="title"/>
          </p:nvPr>
        </p:nvSpPr>
        <p:spPr>
          <a:xfrm>
            <a:off x="381000" y="342899"/>
            <a:ext cx="11221720" cy="553993"/>
          </a:xfrm>
        </p:spPr>
        <p:txBody>
          <a:bodyPr/>
          <a:lstStyle/>
          <a:p>
            <a:r>
              <a:rPr lang="en-US">
                <a:latin typeface="Montserrat Light"/>
              </a:rPr>
              <a:t>What we enforce in every engagement. Non-negotiable.</a:t>
            </a:r>
            <a:endParaRPr lang="en-IN">
              <a:latin typeface="Montserrat Light"/>
            </a:endParaRPr>
          </a:p>
        </p:txBody>
      </p:sp>
      <p:sp>
        <p:nvSpPr>
          <p:cNvPr id="3" name="Slide Number Placeholder 2">
            <a:extLst>
              <a:ext uri="{FF2B5EF4-FFF2-40B4-BE49-F238E27FC236}">
                <a16:creationId xmlns:a16="http://schemas.microsoft.com/office/drawing/2014/main" id="{C07AD6FE-17AD-F36E-0FF2-6E0F10E20D17}"/>
              </a:ext>
            </a:extLst>
          </p:cNvPr>
          <p:cNvSpPr>
            <a:spLocks noGrp="1"/>
          </p:cNvSpPr>
          <p:nvPr>
            <p:ph type="sldNum" sz="quarter" idx="12"/>
          </p:nvPr>
        </p:nvSpPr>
        <p:spPr/>
        <p:txBody>
          <a:bodyPr/>
          <a:lstStyle/>
          <a:p>
            <a:fld id="{330EA680-D336-4FF7-8B7A-9848BB0A1C32}" type="slidenum">
              <a:rPr lang="en-US" smtClean="0"/>
              <a:t>55</a:t>
            </a:fld>
            <a:endParaRPr lang="en-US"/>
          </a:p>
        </p:txBody>
      </p:sp>
      <p:sp>
        <p:nvSpPr>
          <p:cNvPr id="4" name="Date Placeholder 3">
            <a:extLst>
              <a:ext uri="{FF2B5EF4-FFF2-40B4-BE49-F238E27FC236}">
                <a16:creationId xmlns:a16="http://schemas.microsoft.com/office/drawing/2014/main" id="{FD034DB0-8C63-9429-795D-C94251B5F785}"/>
              </a:ext>
            </a:extLst>
          </p:cNvPr>
          <p:cNvSpPr>
            <a:spLocks noGrp="1"/>
          </p:cNvSpPr>
          <p:nvPr>
            <p:ph type="dt" sz="half" idx="2"/>
          </p:nvPr>
        </p:nvSpPr>
        <p:spPr/>
        <p:txBody>
          <a:bodyPr/>
          <a:lstStyle/>
          <a:p>
            <a:r>
              <a:rPr lang="en-US"/>
              <a:t>© SYREN CLOUD INC – 2026 – ALL RIGHTS RESERVED</a:t>
            </a:r>
            <a:endParaRPr lang="en-US" sz="600"/>
          </a:p>
        </p:txBody>
      </p:sp>
      <p:sp>
        <p:nvSpPr>
          <p:cNvPr id="5" name="TextBox 4">
            <a:extLst>
              <a:ext uri="{FF2B5EF4-FFF2-40B4-BE49-F238E27FC236}">
                <a16:creationId xmlns:a16="http://schemas.microsoft.com/office/drawing/2014/main" id="{F49267EE-955D-1262-E343-ED88F18EDF7E}"/>
              </a:ext>
            </a:extLst>
          </p:cNvPr>
          <p:cNvSpPr txBox="1"/>
          <p:nvPr/>
        </p:nvSpPr>
        <p:spPr>
          <a:xfrm>
            <a:off x="381000" y="112068"/>
            <a:ext cx="3454400" cy="230832"/>
          </a:xfrm>
          <a:prstGeom prst="rect">
            <a:avLst/>
          </a:prstGeom>
          <a:noFill/>
        </p:spPr>
        <p:txBody>
          <a:bodyPr wrap="square">
            <a:spAutoFit/>
          </a:bodyPr>
          <a:lstStyle/>
          <a:p>
            <a:pPr algn="l">
              <a:buNone/>
            </a:pPr>
            <a:r>
              <a:rPr lang="en-US" sz="900" i="0">
                <a:solidFill>
                  <a:schemeClr val="bg2"/>
                </a:solidFill>
                <a:effectLst/>
                <a:latin typeface="Montserrat" panose="00000500000000000000" pitchFamily="2" charset="0"/>
              </a:rPr>
              <a:t>BEST PRACTICES — OUR OPERATING STANDARDS</a:t>
            </a:r>
          </a:p>
        </p:txBody>
      </p:sp>
      <p:grpSp>
        <p:nvGrpSpPr>
          <p:cNvPr id="21" name="Group 20">
            <a:extLst>
              <a:ext uri="{FF2B5EF4-FFF2-40B4-BE49-F238E27FC236}">
                <a16:creationId xmlns:a16="http://schemas.microsoft.com/office/drawing/2014/main" id="{50C36734-3823-323C-3C31-3C411D120B9B}"/>
              </a:ext>
            </a:extLst>
          </p:cNvPr>
          <p:cNvGrpSpPr/>
          <p:nvPr/>
        </p:nvGrpSpPr>
        <p:grpSpPr>
          <a:xfrm>
            <a:off x="533400" y="1034933"/>
            <a:ext cx="11325225" cy="3740267"/>
            <a:chOff x="533400" y="1034933"/>
            <a:chExt cx="11325225" cy="3931831"/>
          </a:xfrm>
        </p:grpSpPr>
        <p:sp>
          <p:nvSpPr>
            <p:cNvPr id="6" name="Rectangle: Rounded Corners 5">
              <a:extLst>
                <a:ext uri="{FF2B5EF4-FFF2-40B4-BE49-F238E27FC236}">
                  <a16:creationId xmlns:a16="http://schemas.microsoft.com/office/drawing/2014/main" id="{E1064A8F-620A-C56D-7D0C-92415646456B}"/>
                </a:ext>
              </a:extLst>
            </p:cNvPr>
            <p:cNvSpPr/>
            <p:nvPr/>
          </p:nvSpPr>
          <p:spPr>
            <a:xfrm>
              <a:off x="533400" y="1034933"/>
              <a:ext cx="2671763" cy="1896895"/>
            </a:xfrm>
            <a:prstGeom prst="roundRect">
              <a:avLst>
                <a:gd name="adj" fmla="val 602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Ins="91440" rtlCol="0" anchor="t"/>
            <a:lstStyle/>
            <a:p>
              <a:pPr>
                <a:spcAft>
                  <a:spcPts val="600"/>
                </a:spcAft>
              </a:pPr>
              <a:r>
                <a:rPr lang="en-IN" sz="1000" b="1">
                  <a:solidFill>
                    <a:schemeClr val="bg2"/>
                  </a:solidFill>
                  <a:latin typeface="Montserrat" panose="00000500000000000000" pitchFamily="2" charset="0"/>
                </a:rPr>
                <a:t>DATA</a:t>
              </a:r>
            </a:p>
            <a:p>
              <a:pPr>
                <a:spcAft>
                  <a:spcPts val="200"/>
                </a:spcAft>
              </a:pPr>
              <a:r>
                <a:rPr lang="en-IN" sz="1100" b="1">
                  <a:solidFill>
                    <a:schemeClr val="tx1"/>
                  </a:solidFill>
                  <a:latin typeface="Montserrat" panose="00000500000000000000" pitchFamily="2" charset="0"/>
                </a:rPr>
                <a:t>Contract-First Data Design</a:t>
              </a:r>
            </a:p>
            <a:p>
              <a:pPr marL="171450" indent="-171450">
                <a:spcAft>
                  <a:spcPts val="300"/>
                </a:spcAft>
                <a:buFont typeface="Wingdings" panose="05000000000000000000" pitchFamily="2" charset="2"/>
                <a:buChar char="v"/>
              </a:pPr>
              <a:r>
                <a:rPr lang="en-US" sz="900">
                  <a:solidFill>
                    <a:schemeClr val="tx1"/>
                  </a:solidFill>
                  <a:latin typeface="Montserrat" panose="00000500000000000000" pitchFamily="2" charset="0"/>
                </a:rPr>
                <a:t>Schema + SLAs defined before any pipeline is built</a:t>
              </a:r>
            </a:p>
            <a:p>
              <a:pPr marL="171450" indent="-171450">
                <a:spcAft>
                  <a:spcPts val="300"/>
                </a:spcAft>
                <a:buFont typeface="Wingdings" panose="05000000000000000000" pitchFamily="2" charset="2"/>
                <a:buChar char="v"/>
              </a:pPr>
              <a:r>
                <a:rPr lang="en-US" sz="900">
                  <a:solidFill>
                    <a:schemeClr val="tx1"/>
                  </a:solidFill>
                  <a:latin typeface="Montserrat" panose="00000500000000000000" pitchFamily="2" charset="0"/>
                </a:rPr>
                <a:t>Bronze → Silver → Gold non-negotiable</a:t>
              </a:r>
            </a:p>
            <a:p>
              <a:pPr marL="171450" indent="-171450">
                <a:spcAft>
                  <a:spcPts val="300"/>
                </a:spcAft>
                <a:buFont typeface="Wingdings" panose="05000000000000000000" pitchFamily="2" charset="2"/>
                <a:buChar char="v"/>
              </a:pPr>
              <a:r>
                <a:rPr lang="en-US" sz="900">
                  <a:solidFill>
                    <a:schemeClr val="tx1"/>
                  </a:solidFill>
                  <a:latin typeface="Montserrat" panose="00000500000000000000" pitchFamily="2" charset="0"/>
                </a:rPr>
                <a:t>Full-fidelity </a:t>
              </a:r>
              <a:r>
                <a:rPr lang="en-US" sz="900" err="1">
                  <a:solidFill>
                    <a:schemeClr val="tx1"/>
                  </a:solidFill>
                  <a:latin typeface="Montserrat" panose="00000500000000000000" pitchFamily="2" charset="0"/>
                </a:rPr>
                <a:t>replayable</a:t>
              </a:r>
              <a:r>
                <a:rPr lang="en-US" sz="900">
                  <a:solidFill>
                    <a:schemeClr val="tx1"/>
                  </a:solidFill>
                  <a:latin typeface="Montserrat" panose="00000500000000000000" pitchFamily="2" charset="0"/>
                </a:rPr>
                <a:t> Bronze layer always</a:t>
              </a:r>
            </a:p>
            <a:p>
              <a:pPr marL="171450" indent="-171450">
                <a:spcAft>
                  <a:spcPts val="300"/>
                </a:spcAft>
                <a:buFont typeface="Wingdings" panose="05000000000000000000" pitchFamily="2" charset="2"/>
                <a:buChar char="v"/>
              </a:pPr>
              <a:r>
                <a:rPr lang="en-US" sz="900">
                  <a:solidFill>
                    <a:schemeClr val="tx1"/>
                  </a:solidFill>
                  <a:latin typeface="Montserrat" panose="00000500000000000000" pitchFamily="2" charset="0"/>
                </a:rPr>
                <a:t>Producer/consumer accountability enforced</a:t>
              </a:r>
              <a:endParaRPr lang="en-IN" sz="1000">
                <a:solidFill>
                  <a:schemeClr val="tx1"/>
                </a:solidFill>
                <a:latin typeface="Montserrat" panose="00000500000000000000" pitchFamily="2" charset="0"/>
              </a:endParaRPr>
            </a:p>
          </p:txBody>
        </p:sp>
        <p:sp>
          <p:nvSpPr>
            <p:cNvPr id="14" name="Rectangle: Rounded Corners 13">
              <a:extLst>
                <a:ext uri="{FF2B5EF4-FFF2-40B4-BE49-F238E27FC236}">
                  <a16:creationId xmlns:a16="http://schemas.microsoft.com/office/drawing/2014/main" id="{AE0B0EFD-8EC9-6656-6D8B-48B0FBE51566}"/>
                </a:ext>
              </a:extLst>
            </p:cNvPr>
            <p:cNvSpPr/>
            <p:nvPr/>
          </p:nvSpPr>
          <p:spPr>
            <a:xfrm>
              <a:off x="3414712" y="1034933"/>
              <a:ext cx="2671763" cy="1896895"/>
            </a:xfrm>
            <a:prstGeom prst="roundRect">
              <a:avLst>
                <a:gd name="adj" fmla="val 602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Ins="91440" rtlCol="0" anchor="t"/>
            <a:lstStyle/>
            <a:p>
              <a:pPr>
                <a:spcAft>
                  <a:spcPts val="600"/>
                </a:spcAft>
              </a:pPr>
              <a:r>
                <a:rPr lang="en-IN" sz="1000" b="1">
                  <a:solidFill>
                    <a:schemeClr val="bg2"/>
                  </a:solidFill>
                  <a:latin typeface="Montserrat" panose="00000500000000000000" pitchFamily="2" charset="0"/>
                </a:rPr>
                <a:t>DATA</a:t>
              </a:r>
            </a:p>
            <a:p>
              <a:pPr>
                <a:spcAft>
                  <a:spcPts val="200"/>
                </a:spcAft>
              </a:pPr>
              <a:r>
                <a:rPr lang="en-IN" sz="1100" b="1">
                  <a:solidFill>
                    <a:schemeClr val="tx1"/>
                  </a:solidFill>
                  <a:latin typeface="Montserrat" panose="00000500000000000000" pitchFamily="2" charset="0"/>
                </a:rPr>
                <a:t>Data as a Product</a:t>
              </a:r>
            </a:p>
            <a:p>
              <a:pPr marL="171450" indent="-171450">
                <a:spcAft>
                  <a:spcPts val="300"/>
                </a:spcAft>
                <a:buFont typeface="Wingdings" panose="05000000000000000000" pitchFamily="2" charset="2"/>
                <a:buChar char="v"/>
              </a:pPr>
              <a:r>
                <a:rPr lang="en-US" sz="900">
                  <a:solidFill>
                    <a:schemeClr val="tx1"/>
                  </a:solidFill>
                  <a:latin typeface="Montserrat" panose="00000500000000000000" pitchFamily="2" charset="0"/>
                </a:rPr>
                <a:t>Domain ownership with certified data products</a:t>
              </a:r>
            </a:p>
            <a:p>
              <a:pPr marL="171450" indent="-171450">
                <a:spcAft>
                  <a:spcPts val="300"/>
                </a:spcAft>
                <a:buFont typeface="Wingdings" panose="05000000000000000000" pitchFamily="2" charset="2"/>
                <a:buChar char="v"/>
              </a:pPr>
              <a:r>
                <a:rPr lang="en-US" sz="900">
                  <a:solidFill>
                    <a:schemeClr val="tx1"/>
                  </a:solidFill>
                  <a:latin typeface="Montserrat" panose="00000500000000000000" pitchFamily="2" charset="0"/>
                </a:rPr>
                <a:t>Self-serve semantic layer with versioned APIs</a:t>
              </a:r>
            </a:p>
            <a:p>
              <a:pPr marL="171450" indent="-171450">
                <a:spcAft>
                  <a:spcPts val="300"/>
                </a:spcAft>
                <a:buFont typeface="Wingdings" panose="05000000000000000000" pitchFamily="2" charset="2"/>
                <a:buChar char="v"/>
              </a:pPr>
              <a:r>
                <a:rPr lang="en-US" sz="900">
                  <a:solidFill>
                    <a:schemeClr val="tx1"/>
                  </a:solidFill>
                  <a:latin typeface="Montserrat" panose="00000500000000000000" pitchFamily="2" charset="0"/>
                </a:rPr>
                <a:t>Business glossary tied to physical schemas</a:t>
              </a:r>
            </a:p>
            <a:p>
              <a:pPr marL="171450" indent="-171450">
                <a:spcAft>
                  <a:spcPts val="300"/>
                </a:spcAft>
                <a:buFont typeface="Wingdings" panose="05000000000000000000" pitchFamily="2" charset="2"/>
                <a:buChar char="v"/>
              </a:pPr>
              <a:r>
                <a:rPr lang="en-US" sz="900">
                  <a:solidFill>
                    <a:schemeClr val="tx1"/>
                  </a:solidFill>
                  <a:latin typeface="Montserrat" panose="00000500000000000000" pitchFamily="2" charset="0"/>
                </a:rPr>
                <a:t>Data product NPS measured alongside SLAs</a:t>
              </a:r>
              <a:endParaRPr lang="en-IN" sz="900">
                <a:solidFill>
                  <a:schemeClr val="tx1"/>
                </a:solidFill>
                <a:latin typeface="Montserrat" panose="00000500000000000000" pitchFamily="2" charset="0"/>
              </a:endParaRPr>
            </a:p>
          </p:txBody>
        </p:sp>
        <p:sp>
          <p:nvSpPr>
            <p:cNvPr id="15" name="Rectangle: Rounded Corners 14">
              <a:extLst>
                <a:ext uri="{FF2B5EF4-FFF2-40B4-BE49-F238E27FC236}">
                  <a16:creationId xmlns:a16="http://schemas.microsoft.com/office/drawing/2014/main" id="{D88824E2-A6AA-C917-4952-0982232DA0DC}"/>
                </a:ext>
              </a:extLst>
            </p:cNvPr>
            <p:cNvSpPr/>
            <p:nvPr/>
          </p:nvSpPr>
          <p:spPr>
            <a:xfrm>
              <a:off x="6296024" y="1034933"/>
              <a:ext cx="2671763" cy="1896895"/>
            </a:xfrm>
            <a:prstGeom prst="roundRect">
              <a:avLst>
                <a:gd name="adj" fmla="val 602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Ins="91440" rtlCol="0" anchor="t"/>
            <a:lstStyle/>
            <a:p>
              <a:pPr>
                <a:spcAft>
                  <a:spcPts val="600"/>
                </a:spcAft>
              </a:pPr>
              <a:r>
                <a:rPr lang="en-IN" sz="1000" b="1">
                  <a:solidFill>
                    <a:schemeClr val="bg2"/>
                  </a:solidFill>
                  <a:latin typeface="Montserrat" panose="00000500000000000000" pitchFamily="2" charset="0"/>
                </a:rPr>
                <a:t>DATAOPS</a:t>
              </a:r>
            </a:p>
            <a:p>
              <a:pPr>
                <a:spcAft>
                  <a:spcPts val="200"/>
                </a:spcAft>
              </a:pPr>
              <a:r>
                <a:rPr lang="en-IN" sz="1100" b="1">
                  <a:solidFill>
                    <a:schemeClr val="tx1"/>
                  </a:solidFill>
                  <a:latin typeface="Montserrat" panose="00000500000000000000" pitchFamily="2" charset="0"/>
                </a:rPr>
                <a:t>DevOps Discipline for Pipelines</a:t>
              </a:r>
            </a:p>
            <a:p>
              <a:pPr marL="171450" indent="-171450">
                <a:spcAft>
                  <a:spcPts val="300"/>
                </a:spcAft>
                <a:buFont typeface="Wingdings" panose="05000000000000000000" pitchFamily="2" charset="2"/>
                <a:buChar char="v"/>
              </a:pPr>
              <a:r>
                <a:rPr lang="en-US" sz="900">
                  <a:solidFill>
                    <a:schemeClr val="tx1"/>
                  </a:solidFill>
                  <a:latin typeface="Montserrat" panose="00000500000000000000" pitchFamily="2" charset="0"/>
                </a:rPr>
                <a:t>DAGs versioned in Git — CI/CD is mandatory</a:t>
              </a:r>
            </a:p>
            <a:p>
              <a:pPr marL="171450" indent="-171450">
                <a:spcAft>
                  <a:spcPts val="300"/>
                </a:spcAft>
                <a:buFont typeface="Wingdings" panose="05000000000000000000" pitchFamily="2" charset="2"/>
                <a:buChar char="v"/>
              </a:pPr>
              <a:r>
                <a:rPr lang="en-US" sz="900">
                  <a:solidFill>
                    <a:schemeClr val="tx1"/>
                  </a:solidFill>
                  <a:latin typeface="Montserrat" panose="00000500000000000000" pitchFamily="2" charset="0"/>
                </a:rPr>
                <a:t>90%+ test coverage: Great Expectations + </a:t>
              </a:r>
              <a:r>
                <a:rPr lang="en-US" sz="900" err="1">
                  <a:solidFill>
                    <a:schemeClr val="tx1"/>
                  </a:solidFill>
                  <a:latin typeface="Montserrat" panose="00000500000000000000" pitchFamily="2" charset="0"/>
                </a:rPr>
                <a:t>dbt</a:t>
              </a:r>
              <a:endParaRPr lang="en-US" sz="900">
                <a:solidFill>
                  <a:schemeClr val="tx1"/>
                </a:solidFill>
                <a:latin typeface="Montserrat" panose="00000500000000000000" pitchFamily="2" charset="0"/>
              </a:endParaRPr>
            </a:p>
            <a:p>
              <a:pPr marL="171450" indent="-171450">
                <a:spcAft>
                  <a:spcPts val="300"/>
                </a:spcAft>
                <a:buFont typeface="Wingdings" panose="05000000000000000000" pitchFamily="2" charset="2"/>
                <a:buChar char="v"/>
              </a:pPr>
              <a:r>
                <a:rPr lang="en-US" sz="900">
                  <a:solidFill>
                    <a:schemeClr val="tx1"/>
                  </a:solidFill>
                  <a:latin typeface="Montserrat" panose="00000500000000000000" pitchFamily="2" charset="0"/>
                </a:rPr>
                <a:t>Blue/green &amp; canary for zero-downtime releases</a:t>
              </a:r>
            </a:p>
            <a:p>
              <a:pPr marL="171450" indent="-171450">
                <a:spcAft>
                  <a:spcPts val="300"/>
                </a:spcAft>
                <a:buFont typeface="Wingdings" panose="05000000000000000000" pitchFamily="2" charset="2"/>
                <a:buChar char="v"/>
              </a:pPr>
              <a:r>
                <a:rPr lang="en-US" sz="900">
                  <a:solidFill>
                    <a:schemeClr val="tx1"/>
                  </a:solidFill>
                  <a:latin typeface="Montserrat" panose="00000500000000000000" pitchFamily="2" charset="0"/>
                </a:rPr>
                <a:t>Auto-triage runbooks — MTTR hours → minutes</a:t>
              </a:r>
              <a:endParaRPr lang="en-IN" sz="900">
                <a:solidFill>
                  <a:schemeClr val="tx1"/>
                </a:solidFill>
                <a:latin typeface="Montserrat" panose="00000500000000000000" pitchFamily="2" charset="0"/>
              </a:endParaRPr>
            </a:p>
          </p:txBody>
        </p:sp>
        <p:sp>
          <p:nvSpPr>
            <p:cNvPr id="16" name="Rectangle: Rounded Corners 15">
              <a:extLst>
                <a:ext uri="{FF2B5EF4-FFF2-40B4-BE49-F238E27FC236}">
                  <a16:creationId xmlns:a16="http://schemas.microsoft.com/office/drawing/2014/main" id="{79093A38-7F13-76A1-FF1D-C3549773FA2B}"/>
                </a:ext>
              </a:extLst>
            </p:cNvPr>
            <p:cNvSpPr/>
            <p:nvPr/>
          </p:nvSpPr>
          <p:spPr>
            <a:xfrm>
              <a:off x="9177337" y="1034933"/>
              <a:ext cx="2671763" cy="1896895"/>
            </a:xfrm>
            <a:prstGeom prst="roundRect">
              <a:avLst>
                <a:gd name="adj" fmla="val 602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Ins="91440" rtlCol="0" anchor="t"/>
            <a:lstStyle/>
            <a:p>
              <a:pPr>
                <a:spcAft>
                  <a:spcPts val="600"/>
                </a:spcAft>
              </a:pPr>
              <a:r>
                <a:rPr lang="en-IN" sz="1000" b="1">
                  <a:solidFill>
                    <a:schemeClr val="bg2"/>
                  </a:solidFill>
                  <a:latin typeface="Montserrat" panose="00000500000000000000" pitchFamily="2" charset="0"/>
                </a:rPr>
                <a:t>DATAOPS</a:t>
              </a:r>
            </a:p>
            <a:p>
              <a:pPr>
                <a:spcAft>
                  <a:spcPts val="200"/>
                </a:spcAft>
              </a:pPr>
              <a:r>
                <a:rPr lang="en-IN" sz="1100" b="1">
                  <a:solidFill>
                    <a:schemeClr val="tx1"/>
                  </a:solidFill>
                  <a:latin typeface="Montserrat" panose="00000500000000000000" pitchFamily="2" charset="0"/>
                </a:rPr>
                <a:t>Proactive Observability</a:t>
              </a:r>
            </a:p>
            <a:p>
              <a:pPr marL="171450" indent="-171450">
                <a:spcAft>
                  <a:spcPts val="300"/>
                </a:spcAft>
                <a:buFont typeface="Wingdings" panose="05000000000000000000" pitchFamily="2" charset="2"/>
                <a:buChar char="v"/>
              </a:pPr>
              <a:r>
                <a:rPr lang="en-US" sz="900">
                  <a:solidFill>
                    <a:schemeClr val="tx1"/>
                  </a:solidFill>
                  <a:latin typeface="Montserrat" panose="00000500000000000000" pitchFamily="2" charset="0"/>
                </a:rPr>
                <a:t>Freshness, volume, schema, distribution monitored</a:t>
              </a:r>
            </a:p>
            <a:p>
              <a:pPr marL="171450" indent="-171450">
                <a:spcAft>
                  <a:spcPts val="300"/>
                </a:spcAft>
                <a:buFont typeface="Wingdings" panose="05000000000000000000" pitchFamily="2" charset="2"/>
                <a:buChar char="v"/>
              </a:pPr>
              <a:r>
                <a:rPr lang="en-US" sz="900">
                  <a:solidFill>
                    <a:schemeClr val="tx1"/>
                  </a:solidFill>
                  <a:latin typeface="Montserrat" panose="00000500000000000000" pitchFamily="2" charset="0"/>
                </a:rPr>
                <a:t>Per-pipeline cost tracked alongside quality SLAs</a:t>
              </a:r>
            </a:p>
            <a:p>
              <a:pPr marL="171450" indent="-171450">
                <a:spcAft>
                  <a:spcPts val="300"/>
                </a:spcAft>
                <a:buFont typeface="Wingdings" panose="05000000000000000000" pitchFamily="2" charset="2"/>
                <a:buChar char="v"/>
              </a:pPr>
              <a:r>
                <a:rPr lang="en-US" sz="900">
                  <a:solidFill>
                    <a:schemeClr val="tx1"/>
                  </a:solidFill>
                  <a:latin typeface="Montserrat" panose="00000500000000000000" pitchFamily="2" charset="0"/>
                </a:rPr>
                <a:t>100% field-level lineage for impact analysis</a:t>
              </a:r>
            </a:p>
            <a:p>
              <a:pPr marL="171450" indent="-171450">
                <a:spcAft>
                  <a:spcPts val="300"/>
                </a:spcAft>
                <a:buFont typeface="Wingdings" panose="05000000000000000000" pitchFamily="2" charset="2"/>
                <a:buChar char="v"/>
              </a:pPr>
              <a:r>
                <a:rPr lang="en-US" sz="900">
                  <a:solidFill>
                    <a:schemeClr val="tx1"/>
                  </a:solidFill>
                  <a:latin typeface="Montserrat" panose="00000500000000000000" pitchFamily="2" charset="0"/>
                </a:rPr>
                <a:t>Automated tiered alerting on every breach</a:t>
              </a:r>
              <a:endParaRPr lang="en-IN" sz="900">
                <a:solidFill>
                  <a:schemeClr val="tx1"/>
                </a:solidFill>
                <a:latin typeface="Montserrat" panose="00000500000000000000" pitchFamily="2" charset="0"/>
              </a:endParaRPr>
            </a:p>
          </p:txBody>
        </p:sp>
        <p:sp>
          <p:nvSpPr>
            <p:cNvPr id="17" name="Rectangle: Rounded Corners 16">
              <a:extLst>
                <a:ext uri="{FF2B5EF4-FFF2-40B4-BE49-F238E27FC236}">
                  <a16:creationId xmlns:a16="http://schemas.microsoft.com/office/drawing/2014/main" id="{F30EBA8D-7D0D-912B-B5BE-8160F7837AF9}"/>
                </a:ext>
              </a:extLst>
            </p:cNvPr>
            <p:cNvSpPr/>
            <p:nvPr/>
          </p:nvSpPr>
          <p:spPr>
            <a:xfrm>
              <a:off x="542925" y="3069869"/>
              <a:ext cx="2671763" cy="1896895"/>
            </a:xfrm>
            <a:prstGeom prst="roundRect">
              <a:avLst>
                <a:gd name="adj" fmla="val 602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45720" rtlCol="0" anchor="t"/>
            <a:lstStyle/>
            <a:p>
              <a:pPr>
                <a:spcAft>
                  <a:spcPts val="600"/>
                </a:spcAft>
              </a:pPr>
              <a:r>
                <a:rPr lang="en-IN" sz="1000" b="1">
                  <a:solidFill>
                    <a:schemeClr val="bg2"/>
                  </a:solidFill>
                  <a:latin typeface="Montserrat" panose="00000500000000000000" pitchFamily="2" charset="0"/>
                </a:rPr>
                <a:t>AI</a:t>
              </a:r>
            </a:p>
            <a:p>
              <a:pPr>
                <a:spcAft>
                  <a:spcPts val="200"/>
                </a:spcAft>
              </a:pPr>
              <a:r>
                <a:rPr lang="en-IN" sz="1100" b="1">
                  <a:solidFill>
                    <a:schemeClr val="tx1"/>
                  </a:solidFill>
                  <a:latin typeface="Montserrat" panose="00000500000000000000" pitchFamily="2" charset="0"/>
                </a:rPr>
                <a:t>Grounded &amp; Governed AI</a:t>
              </a:r>
            </a:p>
            <a:p>
              <a:pPr marL="171450" indent="-171450">
                <a:spcAft>
                  <a:spcPts val="300"/>
                </a:spcAft>
                <a:buFont typeface="Wingdings" panose="05000000000000000000" pitchFamily="2" charset="2"/>
                <a:buChar char="v"/>
              </a:pPr>
              <a:r>
                <a:rPr lang="en-US" sz="900">
                  <a:solidFill>
                    <a:schemeClr val="tx1"/>
                  </a:solidFill>
                  <a:latin typeface="Montserrat" panose="00000500000000000000" pitchFamily="2" charset="0"/>
                </a:rPr>
                <a:t>Graph RAG 2.0 grounds all LLM responses</a:t>
              </a:r>
            </a:p>
            <a:p>
              <a:pPr marL="171450" indent="-171450">
                <a:spcAft>
                  <a:spcPts val="300"/>
                </a:spcAft>
                <a:buFont typeface="Wingdings" panose="05000000000000000000" pitchFamily="2" charset="2"/>
                <a:buChar char="v"/>
              </a:pPr>
              <a:r>
                <a:rPr lang="en-US" sz="900">
                  <a:solidFill>
                    <a:schemeClr val="tx1"/>
                  </a:solidFill>
                  <a:latin typeface="Montserrat"/>
                </a:rPr>
                <a:t>Humans in the loop for high-stakes actions</a:t>
              </a:r>
            </a:p>
            <a:p>
              <a:pPr marL="171450" indent="-171450">
                <a:spcAft>
                  <a:spcPts val="300"/>
                </a:spcAft>
                <a:buFont typeface="Wingdings" panose="05000000000000000000" pitchFamily="2" charset="2"/>
                <a:buChar char="v"/>
              </a:pPr>
              <a:r>
                <a:rPr lang="en-US" sz="900">
                  <a:solidFill>
                    <a:schemeClr val="tx1"/>
                  </a:solidFill>
                  <a:latin typeface="Montserrat" panose="00000500000000000000" pitchFamily="2" charset="0"/>
                </a:rPr>
                <a:t>AI-as-Judge gates every write-back</a:t>
              </a:r>
            </a:p>
            <a:p>
              <a:pPr marL="171450" indent="-171450">
                <a:spcAft>
                  <a:spcPts val="300"/>
                </a:spcAft>
                <a:buFont typeface="Wingdings" panose="05000000000000000000" pitchFamily="2" charset="2"/>
                <a:buChar char="v"/>
              </a:pPr>
              <a:r>
                <a:rPr lang="en-US" sz="900">
                  <a:solidFill>
                    <a:schemeClr val="tx1"/>
                  </a:solidFill>
                  <a:latin typeface="Montserrat" panose="00000500000000000000" pitchFamily="2" charset="0"/>
                </a:rPr>
                <a:t>Every output cited to source document or SOP</a:t>
              </a:r>
              <a:endParaRPr lang="en-IN" sz="900">
                <a:solidFill>
                  <a:schemeClr val="tx1"/>
                </a:solidFill>
                <a:latin typeface="Montserrat" panose="00000500000000000000" pitchFamily="2" charset="0"/>
              </a:endParaRPr>
            </a:p>
          </p:txBody>
        </p:sp>
        <p:sp>
          <p:nvSpPr>
            <p:cNvPr id="18" name="Rectangle: Rounded Corners 17">
              <a:extLst>
                <a:ext uri="{FF2B5EF4-FFF2-40B4-BE49-F238E27FC236}">
                  <a16:creationId xmlns:a16="http://schemas.microsoft.com/office/drawing/2014/main" id="{1EEE8171-3D3F-592C-E462-F6CFFC2CA5DC}"/>
                </a:ext>
              </a:extLst>
            </p:cNvPr>
            <p:cNvSpPr/>
            <p:nvPr/>
          </p:nvSpPr>
          <p:spPr>
            <a:xfrm>
              <a:off x="3424237" y="3069869"/>
              <a:ext cx="2671763" cy="1896895"/>
            </a:xfrm>
            <a:prstGeom prst="roundRect">
              <a:avLst>
                <a:gd name="adj" fmla="val 602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Ins="91440" rtlCol="0" anchor="t"/>
            <a:lstStyle/>
            <a:p>
              <a:pPr>
                <a:spcAft>
                  <a:spcPts val="600"/>
                </a:spcAft>
              </a:pPr>
              <a:r>
                <a:rPr lang="en-IN" sz="1000" b="1">
                  <a:solidFill>
                    <a:schemeClr val="bg2"/>
                  </a:solidFill>
                  <a:latin typeface="Montserrat" panose="00000500000000000000" pitchFamily="2" charset="0"/>
                </a:rPr>
                <a:t>AI</a:t>
              </a:r>
            </a:p>
            <a:p>
              <a:pPr>
                <a:spcAft>
                  <a:spcPts val="200"/>
                </a:spcAft>
              </a:pPr>
              <a:r>
                <a:rPr lang="en-IN" sz="1100" b="1">
                  <a:solidFill>
                    <a:schemeClr val="tx1"/>
                  </a:solidFill>
                  <a:latin typeface="Montserrat" panose="00000500000000000000" pitchFamily="2" charset="0"/>
                </a:rPr>
                <a:t>Multi-Agent Hygiene</a:t>
              </a:r>
            </a:p>
            <a:p>
              <a:pPr marL="171450" indent="-171450">
                <a:spcAft>
                  <a:spcPts val="300"/>
                </a:spcAft>
                <a:buFont typeface="Wingdings" panose="05000000000000000000" pitchFamily="2" charset="2"/>
                <a:buChar char="v"/>
              </a:pPr>
              <a:r>
                <a:rPr lang="en-US" sz="900">
                  <a:solidFill>
                    <a:schemeClr val="tx1"/>
                  </a:solidFill>
                  <a:latin typeface="Montserrat" panose="00000500000000000000" pitchFamily="2" charset="0"/>
                </a:rPr>
                <a:t>Data, Knowledge, Action agents separated</a:t>
              </a:r>
            </a:p>
            <a:p>
              <a:pPr marL="171450" indent="-171450">
                <a:spcAft>
                  <a:spcPts val="300"/>
                </a:spcAft>
                <a:buFont typeface="Wingdings" panose="05000000000000000000" pitchFamily="2" charset="2"/>
                <a:buChar char="v"/>
              </a:pPr>
              <a:r>
                <a:rPr lang="en-US" sz="900">
                  <a:solidFill>
                    <a:schemeClr val="tx1"/>
                  </a:solidFill>
                  <a:latin typeface="Montserrat" panose="00000500000000000000" pitchFamily="2" charset="0"/>
                </a:rPr>
                <a:t>Planner → Reasoner → Governance pattern</a:t>
              </a:r>
            </a:p>
            <a:p>
              <a:pPr marL="171450" indent="-171450">
                <a:spcAft>
                  <a:spcPts val="300"/>
                </a:spcAft>
                <a:buFont typeface="Wingdings" panose="05000000000000000000" pitchFamily="2" charset="2"/>
                <a:buChar char="v"/>
              </a:pPr>
              <a:r>
                <a:rPr lang="en-US" sz="900">
                  <a:solidFill>
                    <a:schemeClr val="tx1"/>
                  </a:solidFill>
                  <a:latin typeface="Montserrat" panose="00000500000000000000" pitchFamily="2" charset="0"/>
                </a:rPr>
                <a:t>MCP &amp; A2A for interoperable agent comms</a:t>
              </a:r>
            </a:p>
            <a:p>
              <a:pPr marL="171450" indent="-171450">
                <a:spcAft>
                  <a:spcPts val="300"/>
                </a:spcAft>
                <a:buFont typeface="Wingdings" panose="05000000000000000000" pitchFamily="2" charset="2"/>
                <a:buChar char="v"/>
              </a:pPr>
              <a:r>
                <a:rPr lang="en-US" sz="900">
                  <a:solidFill>
                    <a:schemeClr val="tx1"/>
                  </a:solidFill>
                  <a:latin typeface="Montserrat" panose="00000500000000000000" pitchFamily="2" charset="0"/>
                </a:rPr>
                <a:t>Short-term context + long-term recall per agent</a:t>
              </a:r>
              <a:endParaRPr lang="en-IN" sz="900">
                <a:solidFill>
                  <a:schemeClr val="tx1"/>
                </a:solidFill>
                <a:latin typeface="Montserrat" panose="00000500000000000000" pitchFamily="2" charset="0"/>
              </a:endParaRPr>
            </a:p>
          </p:txBody>
        </p:sp>
        <p:sp>
          <p:nvSpPr>
            <p:cNvPr id="19" name="Rectangle: Rounded Corners 18">
              <a:extLst>
                <a:ext uri="{FF2B5EF4-FFF2-40B4-BE49-F238E27FC236}">
                  <a16:creationId xmlns:a16="http://schemas.microsoft.com/office/drawing/2014/main" id="{2AB5AAED-F854-F987-02D9-C6153E7779D6}"/>
                </a:ext>
              </a:extLst>
            </p:cNvPr>
            <p:cNvSpPr/>
            <p:nvPr/>
          </p:nvSpPr>
          <p:spPr>
            <a:xfrm>
              <a:off x="6305549" y="3069869"/>
              <a:ext cx="2671763" cy="1896895"/>
            </a:xfrm>
            <a:prstGeom prst="roundRect">
              <a:avLst>
                <a:gd name="adj" fmla="val 602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Ins="91440" rtlCol="0" anchor="t"/>
            <a:lstStyle/>
            <a:p>
              <a:pPr>
                <a:spcAft>
                  <a:spcPts val="600"/>
                </a:spcAft>
              </a:pPr>
              <a:r>
                <a:rPr lang="en-IN" sz="1000" b="1">
                  <a:solidFill>
                    <a:schemeClr val="bg2"/>
                  </a:solidFill>
                  <a:latin typeface="Montserrat" panose="00000500000000000000" pitchFamily="2" charset="0"/>
                </a:rPr>
                <a:t>AIOPS</a:t>
              </a:r>
            </a:p>
            <a:p>
              <a:pPr>
                <a:spcAft>
                  <a:spcPts val="200"/>
                </a:spcAft>
              </a:pPr>
              <a:r>
                <a:rPr lang="en-IN" sz="1100" b="1">
                  <a:solidFill>
                    <a:schemeClr val="tx1"/>
                  </a:solidFill>
                  <a:latin typeface="Montserrat" panose="00000500000000000000" pitchFamily="2" charset="0"/>
                </a:rPr>
                <a:t>Continuous Eval &amp; Drift </a:t>
              </a:r>
              <a:r>
                <a:rPr lang="en-IN" sz="1100" b="1" err="1">
                  <a:solidFill>
                    <a:schemeClr val="tx1"/>
                  </a:solidFill>
                  <a:latin typeface="Montserrat" panose="00000500000000000000" pitchFamily="2" charset="0"/>
                </a:rPr>
                <a:t>Mgmt</a:t>
              </a:r>
              <a:endParaRPr lang="en-IN" sz="1100" b="1">
                <a:solidFill>
                  <a:schemeClr val="tx1"/>
                </a:solidFill>
                <a:latin typeface="Montserrat" panose="00000500000000000000" pitchFamily="2" charset="0"/>
              </a:endParaRPr>
            </a:p>
            <a:p>
              <a:pPr marL="171450" indent="-171450">
                <a:spcAft>
                  <a:spcPts val="300"/>
                </a:spcAft>
                <a:buFont typeface="Wingdings" panose="05000000000000000000" pitchFamily="2" charset="2"/>
                <a:buChar char="v"/>
              </a:pPr>
              <a:r>
                <a:rPr lang="en-US" sz="900">
                  <a:solidFill>
                    <a:schemeClr val="tx1"/>
                  </a:solidFill>
                  <a:latin typeface="Montserrat" panose="00000500000000000000" pitchFamily="2" charset="0"/>
                </a:rPr>
                <a:t>RAGAS + hallucination regression on every deploy</a:t>
              </a:r>
            </a:p>
            <a:p>
              <a:pPr marL="171450" indent="-171450">
                <a:spcAft>
                  <a:spcPts val="300"/>
                </a:spcAft>
                <a:buFont typeface="Wingdings" panose="05000000000000000000" pitchFamily="2" charset="2"/>
                <a:buChar char="v"/>
              </a:pPr>
              <a:r>
                <a:rPr lang="en-US" sz="900">
                  <a:solidFill>
                    <a:schemeClr val="tx1"/>
                  </a:solidFill>
                  <a:latin typeface="Montserrat" panose="00000500000000000000" pitchFamily="2" charset="0"/>
                </a:rPr>
                <a:t>Feature, data &amp; concept drift within 4 hours</a:t>
              </a:r>
            </a:p>
            <a:p>
              <a:pPr marL="171450" indent="-171450">
                <a:spcAft>
                  <a:spcPts val="300"/>
                </a:spcAft>
                <a:buFont typeface="Wingdings" panose="05000000000000000000" pitchFamily="2" charset="2"/>
                <a:buChar char="v"/>
              </a:pPr>
              <a:r>
                <a:rPr lang="en-US" sz="900">
                  <a:solidFill>
                    <a:schemeClr val="tx1"/>
                  </a:solidFill>
                  <a:latin typeface="Montserrat" panose="00000500000000000000" pitchFamily="2" charset="0"/>
                </a:rPr>
                <a:t>Shadow/canary rollouts before production swap</a:t>
              </a:r>
            </a:p>
            <a:p>
              <a:pPr marL="171450" indent="-171450">
                <a:spcAft>
                  <a:spcPts val="300"/>
                </a:spcAft>
                <a:buFont typeface="Wingdings" panose="05000000000000000000" pitchFamily="2" charset="2"/>
                <a:buChar char="v"/>
              </a:pPr>
              <a:r>
                <a:rPr lang="en-US" sz="900">
                  <a:solidFill>
                    <a:schemeClr val="tx1"/>
                  </a:solidFill>
                  <a:latin typeface="Montserrat" panose="00000500000000000000" pitchFamily="2" charset="0"/>
                </a:rPr>
                <a:t>Prompts versioned in </a:t>
              </a:r>
              <a:r>
                <a:rPr lang="en-US" sz="900" err="1">
                  <a:solidFill>
                    <a:schemeClr val="tx1"/>
                  </a:solidFill>
                  <a:latin typeface="Montserrat" panose="00000500000000000000" pitchFamily="2" charset="0"/>
                </a:rPr>
                <a:t>MLflow</a:t>
              </a:r>
              <a:r>
                <a:rPr lang="en-US" sz="900">
                  <a:solidFill>
                    <a:schemeClr val="tx1"/>
                  </a:solidFill>
                  <a:latin typeface="Montserrat" panose="00000500000000000000" pitchFamily="2" charset="0"/>
                </a:rPr>
                <a:t> alongside artefacts</a:t>
              </a:r>
              <a:endParaRPr lang="en-IN" sz="900">
                <a:solidFill>
                  <a:schemeClr val="tx1"/>
                </a:solidFill>
                <a:latin typeface="Montserrat" panose="00000500000000000000" pitchFamily="2" charset="0"/>
              </a:endParaRPr>
            </a:p>
          </p:txBody>
        </p:sp>
        <p:sp>
          <p:nvSpPr>
            <p:cNvPr id="20" name="Rectangle: Rounded Corners 19">
              <a:extLst>
                <a:ext uri="{FF2B5EF4-FFF2-40B4-BE49-F238E27FC236}">
                  <a16:creationId xmlns:a16="http://schemas.microsoft.com/office/drawing/2014/main" id="{BC40975C-574E-92FC-B112-581DB90A5F91}"/>
                </a:ext>
              </a:extLst>
            </p:cNvPr>
            <p:cNvSpPr/>
            <p:nvPr/>
          </p:nvSpPr>
          <p:spPr>
            <a:xfrm>
              <a:off x="9186862" y="3069869"/>
              <a:ext cx="2671763" cy="1896895"/>
            </a:xfrm>
            <a:prstGeom prst="roundRect">
              <a:avLst>
                <a:gd name="adj" fmla="val 602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Ins="91440" rtlCol="0" anchor="t"/>
            <a:lstStyle/>
            <a:p>
              <a:pPr>
                <a:spcAft>
                  <a:spcPts val="600"/>
                </a:spcAft>
              </a:pPr>
              <a:r>
                <a:rPr lang="en-IN" sz="1000" b="1">
                  <a:solidFill>
                    <a:schemeClr val="bg2"/>
                  </a:solidFill>
                  <a:latin typeface="Montserrat" panose="00000500000000000000" pitchFamily="2" charset="0"/>
                </a:rPr>
                <a:t>AIOPS</a:t>
              </a:r>
            </a:p>
            <a:p>
              <a:pPr>
                <a:spcAft>
                  <a:spcPts val="200"/>
                </a:spcAft>
              </a:pPr>
              <a:r>
                <a:rPr lang="en-IN" sz="1100" b="1">
                  <a:solidFill>
                    <a:schemeClr val="tx1"/>
                  </a:solidFill>
                  <a:latin typeface="Montserrat" panose="00000500000000000000" pitchFamily="2" charset="0"/>
                </a:rPr>
                <a:t>Regulatory &amp; Audit Readiness</a:t>
              </a:r>
            </a:p>
            <a:p>
              <a:pPr marL="118872" indent="-118872">
                <a:spcAft>
                  <a:spcPts val="200"/>
                </a:spcAft>
                <a:buFont typeface="Arial" panose="020B0604020202020204" pitchFamily="34" charset="0"/>
                <a:buChar char="•"/>
              </a:pPr>
              <a:r>
                <a:rPr lang="en-US" sz="900">
                  <a:solidFill>
                    <a:schemeClr val="tx1"/>
                  </a:solidFill>
                  <a:latin typeface="Montserrat" panose="00000500000000000000" pitchFamily="2" charset="0"/>
                </a:rPr>
                <a:t>Full audit trails: 21 CFR Pt 11, HIPAA, GDPR</a:t>
              </a:r>
            </a:p>
            <a:p>
              <a:pPr marL="118872" indent="-118872">
                <a:spcAft>
                  <a:spcPts val="200"/>
                </a:spcAft>
                <a:buFont typeface="Arial" panose="020B0604020202020204" pitchFamily="34" charset="0"/>
                <a:buChar char="•"/>
              </a:pPr>
              <a:r>
                <a:rPr lang="en-US" sz="900">
                  <a:solidFill>
                    <a:schemeClr val="tx1"/>
                  </a:solidFill>
                  <a:latin typeface="Montserrat" panose="00000500000000000000" pitchFamily="2" charset="0"/>
                </a:rPr>
                <a:t>Model cards + bias reports on every deployment</a:t>
              </a:r>
            </a:p>
            <a:p>
              <a:pPr marL="118872" indent="-118872">
                <a:spcAft>
                  <a:spcPts val="200"/>
                </a:spcAft>
                <a:buFont typeface="Arial" panose="020B0604020202020204" pitchFamily="34" charset="0"/>
                <a:buChar char="•"/>
              </a:pPr>
              <a:r>
                <a:rPr lang="en-US" sz="900">
                  <a:solidFill>
                    <a:schemeClr val="tx1"/>
                  </a:solidFill>
                  <a:latin typeface="Montserrat" panose="00000500000000000000" pitchFamily="2" charset="0"/>
                </a:rPr>
                <a:t>Guardrails enforce content safety + compliance</a:t>
              </a:r>
            </a:p>
            <a:p>
              <a:pPr marL="118872" indent="-118872">
                <a:spcAft>
                  <a:spcPts val="200"/>
                </a:spcAft>
                <a:buFont typeface="Arial" panose="020B0604020202020204" pitchFamily="34" charset="0"/>
                <a:buChar char="•"/>
              </a:pPr>
              <a:r>
                <a:rPr lang="en-US" sz="900">
                  <a:solidFill>
                    <a:schemeClr val="tx1"/>
                  </a:solidFill>
                  <a:latin typeface="Montserrat" panose="00000500000000000000" pitchFamily="2" charset="0"/>
                </a:rPr>
                <a:t>LLM governance aligned to FDA AI &amp; EU AI Act</a:t>
              </a:r>
              <a:endParaRPr lang="en-IN" sz="900">
                <a:solidFill>
                  <a:schemeClr val="tx1"/>
                </a:solidFill>
                <a:latin typeface="Montserrat" panose="00000500000000000000" pitchFamily="2" charset="0"/>
              </a:endParaRPr>
            </a:p>
          </p:txBody>
        </p:sp>
      </p:grpSp>
      <p:sp>
        <p:nvSpPr>
          <p:cNvPr id="23" name="TextBox 22">
            <a:extLst>
              <a:ext uri="{FF2B5EF4-FFF2-40B4-BE49-F238E27FC236}">
                <a16:creationId xmlns:a16="http://schemas.microsoft.com/office/drawing/2014/main" id="{B8DFF5B5-113F-881D-61B8-3222B1ED3D25}"/>
              </a:ext>
            </a:extLst>
          </p:cNvPr>
          <p:cNvSpPr txBox="1"/>
          <p:nvPr/>
        </p:nvSpPr>
        <p:spPr>
          <a:xfrm>
            <a:off x="3541880" y="4864992"/>
            <a:ext cx="5108238" cy="389513"/>
          </a:xfrm>
          <a:prstGeom prst="roundRect">
            <a:avLst>
              <a:gd name="adj" fmla="val 50000"/>
            </a:avLst>
          </a:prstGeom>
          <a:solidFill>
            <a:schemeClr val="bg2"/>
          </a:solidFill>
        </p:spPr>
        <p:txBody>
          <a:bodyPr wrap="square" anchor="ctr">
            <a:spAutoFit/>
          </a:bodyPr>
          <a:lstStyle/>
          <a:p>
            <a:pPr algn="ctr">
              <a:buNone/>
            </a:pPr>
            <a:r>
              <a:rPr lang="en-US" sz="1200" b="1" i="0">
                <a:solidFill>
                  <a:schemeClr val="bg1"/>
                </a:solidFill>
                <a:effectLst/>
                <a:latin typeface="Montserrat" panose="00000500000000000000" pitchFamily="2" charset="0"/>
              </a:rPr>
              <a:t>Performance &amp; Cost Optimization — Data · </a:t>
            </a:r>
            <a:r>
              <a:rPr lang="en-US" sz="1200" b="1" i="0" err="1">
                <a:solidFill>
                  <a:schemeClr val="bg1"/>
                </a:solidFill>
                <a:effectLst/>
                <a:latin typeface="Montserrat" panose="00000500000000000000" pitchFamily="2" charset="0"/>
              </a:rPr>
              <a:t>DataOps</a:t>
            </a:r>
            <a:r>
              <a:rPr lang="en-US" sz="1200" b="1" i="0">
                <a:solidFill>
                  <a:schemeClr val="bg1"/>
                </a:solidFill>
                <a:effectLst/>
                <a:latin typeface="Montserrat" panose="00000500000000000000" pitchFamily="2" charset="0"/>
              </a:rPr>
              <a:t> · </a:t>
            </a:r>
            <a:r>
              <a:rPr lang="en-US" sz="1200" b="1" i="0" err="1">
                <a:solidFill>
                  <a:schemeClr val="bg1"/>
                </a:solidFill>
                <a:effectLst/>
                <a:latin typeface="Montserrat" panose="00000500000000000000" pitchFamily="2" charset="0"/>
              </a:rPr>
              <a:t>AIops</a:t>
            </a:r>
            <a:endParaRPr lang="en-US" sz="1200" b="1" i="0">
              <a:solidFill>
                <a:schemeClr val="bg1"/>
              </a:solidFill>
              <a:effectLst/>
              <a:latin typeface="Montserrat" panose="00000500000000000000" pitchFamily="2" charset="0"/>
            </a:endParaRPr>
          </a:p>
        </p:txBody>
      </p:sp>
      <p:sp>
        <p:nvSpPr>
          <p:cNvPr id="24" name="Rectangle: Rounded Corners 23">
            <a:extLst>
              <a:ext uri="{FF2B5EF4-FFF2-40B4-BE49-F238E27FC236}">
                <a16:creationId xmlns:a16="http://schemas.microsoft.com/office/drawing/2014/main" id="{8CD77976-7868-EAA7-59B6-EA6EE14596A3}"/>
              </a:ext>
            </a:extLst>
          </p:cNvPr>
          <p:cNvSpPr/>
          <p:nvPr/>
        </p:nvSpPr>
        <p:spPr>
          <a:xfrm>
            <a:off x="540657" y="5329563"/>
            <a:ext cx="3319599" cy="1113824"/>
          </a:xfrm>
          <a:prstGeom prst="roundRect">
            <a:avLst>
              <a:gd name="adj" fmla="val 6022"/>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45720" rtlCol="0" anchor="t"/>
          <a:lstStyle/>
          <a:p>
            <a:pPr>
              <a:spcAft>
                <a:spcPts val="600"/>
              </a:spcAft>
            </a:pPr>
            <a:r>
              <a:rPr lang="en-IN" sz="1000" b="1">
                <a:solidFill>
                  <a:schemeClr val="bg2"/>
                </a:solidFill>
                <a:latin typeface="Montserrat" panose="00000500000000000000" pitchFamily="2" charset="0"/>
              </a:rPr>
              <a:t>DATA</a:t>
            </a:r>
          </a:p>
          <a:p>
            <a:pPr>
              <a:spcAft>
                <a:spcPts val="200"/>
              </a:spcAft>
            </a:pPr>
            <a:r>
              <a:rPr lang="en-US" sz="1100" b="1">
                <a:solidFill>
                  <a:schemeClr val="bg1"/>
                </a:solidFill>
                <a:latin typeface="Montserrat" panose="00000500000000000000" pitchFamily="2" charset="0"/>
              </a:rPr>
              <a:t>Lakehouse Cost Efficiency</a:t>
            </a:r>
          </a:p>
          <a:p>
            <a:pPr marL="118745" indent="-118745">
              <a:spcAft>
                <a:spcPts val="200"/>
              </a:spcAft>
              <a:buFont typeface="Arial" panose="020B0604020202020204" pitchFamily="34" charset="0"/>
              <a:buChar char="•"/>
            </a:pPr>
            <a:r>
              <a:rPr lang="en-US" sz="1000">
                <a:solidFill>
                  <a:schemeClr val="bg1"/>
                </a:solidFill>
                <a:latin typeface="Montserrat"/>
              </a:rPr>
              <a:t>Partition &amp; cluster by query access patterns</a:t>
            </a:r>
          </a:p>
          <a:p>
            <a:pPr marL="118745" indent="-118745">
              <a:spcAft>
                <a:spcPts val="200"/>
              </a:spcAft>
              <a:buFont typeface="Arial" panose="020B0604020202020204" pitchFamily="34" charset="0"/>
              <a:buChar char="•"/>
            </a:pPr>
            <a:r>
              <a:rPr lang="en-US" sz="1000">
                <a:solidFill>
                  <a:schemeClr val="bg1"/>
                </a:solidFill>
                <a:latin typeface="Montserrat"/>
              </a:rPr>
              <a:t>Incremental/CDC ingestion — never full-reload</a:t>
            </a:r>
          </a:p>
          <a:p>
            <a:pPr marL="118745" indent="-118745">
              <a:spcAft>
                <a:spcPts val="200"/>
              </a:spcAft>
              <a:buFont typeface="Arial" panose="020B0604020202020204" pitchFamily="34" charset="0"/>
              <a:buChar char="•"/>
            </a:pPr>
            <a:r>
              <a:rPr lang="en-US" sz="1000">
                <a:solidFill>
                  <a:schemeClr val="bg1"/>
                </a:solidFill>
                <a:latin typeface="Montserrat"/>
              </a:rPr>
              <a:t>Cache semantic layer; auto-expire stale</a:t>
            </a:r>
            <a:endParaRPr lang="en-IN" sz="1000">
              <a:solidFill>
                <a:schemeClr val="bg1"/>
              </a:solidFill>
              <a:latin typeface="Montserrat"/>
            </a:endParaRPr>
          </a:p>
        </p:txBody>
      </p:sp>
      <p:sp>
        <p:nvSpPr>
          <p:cNvPr id="26" name="Rectangle: Rounded Corners 25">
            <a:extLst>
              <a:ext uri="{FF2B5EF4-FFF2-40B4-BE49-F238E27FC236}">
                <a16:creationId xmlns:a16="http://schemas.microsoft.com/office/drawing/2014/main" id="{1C556CD6-F811-1284-6F50-9370576867F5}"/>
              </a:ext>
            </a:extLst>
          </p:cNvPr>
          <p:cNvSpPr/>
          <p:nvPr/>
        </p:nvSpPr>
        <p:spPr>
          <a:xfrm>
            <a:off x="4495005" y="5329563"/>
            <a:ext cx="3319599" cy="1092053"/>
          </a:xfrm>
          <a:prstGeom prst="roundRect">
            <a:avLst>
              <a:gd name="adj" fmla="val 6022"/>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45720" rtlCol="0" anchor="t"/>
          <a:lstStyle/>
          <a:p>
            <a:pPr>
              <a:spcAft>
                <a:spcPts val="600"/>
              </a:spcAft>
            </a:pPr>
            <a:r>
              <a:rPr lang="en-IN" sz="1000" b="1">
                <a:solidFill>
                  <a:schemeClr val="bg2"/>
                </a:solidFill>
                <a:latin typeface="Montserrat" panose="00000500000000000000" pitchFamily="2" charset="0"/>
              </a:rPr>
              <a:t>DATAOPS</a:t>
            </a:r>
          </a:p>
          <a:p>
            <a:pPr>
              <a:spcAft>
                <a:spcPts val="200"/>
              </a:spcAft>
            </a:pPr>
            <a:r>
              <a:rPr lang="en-US" sz="1100" b="1">
                <a:solidFill>
                  <a:schemeClr val="bg1"/>
                </a:solidFill>
                <a:latin typeface="Montserrat" panose="00000500000000000000" pitchFamily="2" charset="0"/>
              </a:rPr>
              <a:t>Pipeline Cost Governance</a:t>
            </a:r>
          </a:p>
          <a:p>
            <a:pPr marL="118745" indent="-118745">
              <a:spcAft>
                <a:spcPts val="200"/>
              </a:spcAft>
              <a:buFont typeface="Arial" panose="020B0604020202020204" pitchFamily="34" charset="0"/>
              <a:buChar char="•"/>
            </a:pPr>
            <a:r>
              <a:rPr lang="en-US" sz="1000">
                <a:solidFill>
                  <a:schemeClr val="bg1"/>
                </a:solidFill>
                <a:latin typeface="Montserrat"/>
              </a:rPr>
              <a:t>Per-pipeline cost · alert on regression &gt;15%</a:t>
            </a:r>
          </a:p>
          <a:p>
            <a:pPr marL="118745" indent="-118745">
              <a:spcAft>
                <a:spcPts val="200"/>
              </a:spcAft>
              <a:buFont typeface="Arial" panose="020B0604020202020204" pitchFamily="34" charset="0"/>
              <a:buChar char="•"/>
            </a:pPr>
            <a:r>
              <a:rPr lang="en-US" sz="1000">
                <a:solidFill>
                  <a:schemeClr val="bg1"/>
                </a:solidFill>
                <a:latin typeface="Montserrat"/>
              </a:rPr>
              <a:t>Right-size autoscaling; use spot nodes</a:t>
            </a:r>
          </a:p>
          <a:p>
            <a:pPr marL="118745" indent="-118745">
              <a:spcAft>
                <a:spcPts val="200"/>
              </a:spcAft>
              <a:buFont typeface="Arial" panose="020B0604020202020204" pitchFamily="34" charset="0"/>
              <a:buChar char="•"/>
            </a:pPr>
            <a:r>
              <a:rPr lang="en-US" sz="1000">
                <a:solidFill>
                  <a:schemeClr val="bg1"/>
                </a:solidFill>
                <a:latin typeface="Montserrat"/>
              </a:rPr>
              <a:t>Eliminate zombie pipelines quarterly</a:t>
            </a:r>
            <a:endParaRPr lang="en-IN" sz="1000">
              <a:solidFill>
                <a:schemeClr val="bg1"/>
              </a:solidFill>
              <a:latin typeface="Montserrat"/>
            </a:endParaRPr>
          </a:p>
        </p:txBody>
      </p:sp>
      <p:sp>
        <p:nvSpPr>
          <p:cNvPr id="27" name="Rectangle: Rounded Corners 26">
            <a:extLst>
              <a:ext uri="{FF2B5EF4-FFF2-40B4-BE49-F238E27FC236}">
                <a16:creationId xmlns:a16="http://schemas.microsoft.com/office/drawing/2014/main" id="{9B7265D0-7311-2F88-3437-F08EE6515D77}"/>
              </a:ext>
            </a:extLst>
          </p:cNvPr>
          <p:cNvSpPr/>
          <p:nvPr/>
        </p:nvSpPr>
        <p:spPr>
          <a:xfrm>
            <a:off x="8500153" y="5329563"/>
            <a:ext cx="3319600" cy="1077539"/>
          </a:xfrm>
          <a:prstGeom prst="roundRect">
            <a:avLst>
              <a:gd name="adj" fmla="val 6022"/>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45720" rtlCol="0" anchor="t"/>
          <a:lstStyle/>
          <a:p>
            <a:pPr>
              <a:spcAft>
                <a:spcPts val="600"/>
              </a:spcAft>
            </a:pPr>
            <a:r>
              <a:rPr lang="en-IN" sz="1000" b="1">
                <a:solidFill>
                  <a:schemeClr val="bg2"/>
                </a:solidFill>
                <a:latin typeface="Montserrat" panose="00000500000000000000" pitchFamily="2" charset="0"/>
              </a:rPr>
              <a:t>AIOPS</a:t>
            </a:r>
          </a:p>
          <a:p>
            <a:pPr>
              <a:spcAft>
                <a:spcPts val="200"/>
              </a:spcAft>
            </a:pPr>
            <a:r>
              <a:rPr lang="en-US" sz="1100" b="1">
                <a:solidFill>
                  <a:schemeClr val="bg1"/>
                </a:solidFill>
                <a:latin typeface="Montserrat" panose="00000500000000000000" pitchFamily="2" charset="0"/>
              </a:rPr>
              <a:t>AI Inference Cost Optimization</a:t>
            </a:r>
          </a:p>
          <a:p>
            <a:pPr marL="118745" indent="-118745">
              <a:spcAft>
                <a:spcPts val="200"/>
              </a:spcAft>
              <a:buFont typeface="Arial" panose="020B0604020202020204" pitchFamily="34" charset="0"/>
              <a:buChar char="•"/>
            </a:pPr>
            <a:r>
              <a:rPr lang="en-US" sz="1000">
                <a:solidFill>
                  <a:schemeClr val="bg1"/>
                </a:solidFill>
                <a:latin typeface="Montserrat"/>
              </a:rPr>
              <a:t>Cascade routing — 40–60% token savings</a:t>
            </a:r>
          </a:p>
          <a:p>
            <a:pPr marL="118745" indent="-118745">
              <a:spcAft>
                <a:spcPts val="200"/>
              </a:spcAft>
              <a:buFont typeface="Arial" panose="020B0604020202020204" pitchFamily="34" charset="0"/>
              <a:buChar char="•"/>
            </a:pPr>
            <a:r>
              <a:rPr lang="en-US" sz="1000">
                <a:solidFill>
                  <a:schemeClr val="bg1"/>
                </a:solidFill>
                <a:latin typeface="Montserrat"/>
              </a:rPr>
              <a:t>Semantic caching reduces LLM calls by 70%</a:t>
            </a:r>
          </a:p>
          <a:p>
            <a:pPr marL="118745" indent="-118745">
              <a:spcAft>
                <a:spcPts val="200"/>
              </a:spcAft>
              <a:buFont typeface="Arial" panose="020B0604020202020204" pitchFamily="34" charset="0"/>
              <a:buChar char="•"/>
            </a:pPr>
            <a:r>
              <a:rPr lang="en-US" sz="1000">
                <a:solidFill>
                  <a:schemeClr val="bg1"/>
                </a:solidFill>
                <a:latin typeface="Montserrat"/>
              </a:rPr>
              <a:t>PEFT/</a:t>
            </a:r>
            <a:r>
              <a:rPr lang="en-US" sz="1000" err="1">
                <a:solidFill>
                  <a:schemeClr val="bg1"/>
                </a:solidFill>
                <a:latin typeface="Montserrat"/>
              </a:rPr>
              <a:t>LoRA</a:t>
            </a:r>
            <a:r>
              <a:rPr lang="en-US" sz="1000">
                <a:solidFill>
                  <a:schemeClr val="bg1"/>
                </a:solidFill>
                <a:latin typeface="Montserrat"/>
              </a:rPr>
              <a:t> cuts inference cost vs retraining</a:t>
            </a:r>
            <a:endParaRPr lang="en-IN" sz="1000">
              <a:solidFill>
                <a:schemeClr val="bg1"/>
              </a:solidFill>
              <a:latin typeface="Montserrat"/>
            </a:endParaRPr>
          </a:p>
        </p:txBody>
      </p:sp>
      <p:grpSp>
        <p:nvGrpSpPr>
          <p:cNvPr id="39" name="Group 38">
            <a:extLst>
              <a:ext uri="{FF2B5EF4-FFF2-40B4-BE49-F238E27FC236}">
                <a16:creationId xmlns:a16="http://schemas.microsoft.com/office/drawing/2014/main" id="{16D7070F-C765-BFEA-6905-CFECD23F5801}"/>
              </a:ext>
            </a:extLst>
          </p:cNvPr>
          <p:cNvGrpSpPr/>
          <p:nvPr/>
        </p:nvGrpSpPr>
        <p:grpSpPr>
          <a:xfrm>
            <a:off x="4083288" y="5402643"/>
            <a:ext cx="3961605" cy="1004459"/>
            <a:chOff x="4083288" y="5369959"/>
            <a:chExt cx="3961605" cy="1169598"/>
          </a:xfrm>
        </p:grpSpPr>
        <p:cxnSp>
          <p:nvCxnSpPr>
            <p:cNvPr id="28" name="Straight Connector 27">
              <a:extLst>
                <a:ext uri="{FF2B5EF4-FFF2-40B4-BE49-F238E27FC236}">
                  <a16:creationId xmlns:a16="http://schemas.microsoft.com/office/drawing/2014/main" id="{BFCACC64-F13A-8A60-C7DB-9ABE91B8AF93}"/>
                </a:ext>
              </a:extLst>
            </p:cNvPr>
            <p:cNvCxnSpPr>
              <a:cxnSpLocks/>
            </p:cNvCxnSpPr>
            <p:nvPr/>
          </p:nvCxnSpPr>
          <p:spPr>
            <a:xfrm flipV="1">
              <a:off x="4083288" y="5369959"/>
              <a:ext cx="0" cy="1169598"/>
            </a:xfrm>
            <a:prstGeom prst="line">
              <a:avLst/>
            </a:prstGeom>
            <a:ln w="9525">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03BC873A-7A47-2E2E-7CDE-1A57E1E2D7A3}"/>
                </a:ext>
              </a:extLst>
            </p:cNvPr>
            <p:cNvCxnSpPr>
              <a:cxnSpLocks/>
            </p:cNvCxnSpPr>
            <p:nvPr/>
          </p:nvCxnSpPr>
          <p:spPr>
            <a:xfrm flipV="1">
              <a:off x="8044893" y="5369959"/>
              <a:ext cx="0" cy="1169598"/>
            </a:xfrm>
            <a:prstGeom prst="line">
              <a:avLst/>
            </a:prstGeom>
            <a:ln w="9525">
              <a:solidFill>
                <a:schemeClr val="bg1">
                  <a:lumMod val="65000"/>
                </a:schemeClr>
              </a:solidFill>
              <a:prstDash val="dash"/>
            </a:ln>
          </p:spPr>
          <p:style>
            <a:lnRef idx="2">
              <a:schemeClr val="accent1"/>
            </a:lnRef>
            <a:fillRef idx="0">
              <a:schemeClr val="accent1"/>
            </a:fillRef>
            <a:effectRef idx="1">
              <a:schemeClr val="accent1"/>
            </a:effectRef>
            <a:fontRef idx="minor">
              <a:schemeClr val="tx1"/>
            </a:fontRef>
          </p:style>
        </p:cxnSp>
      </p:grpSp>
      <p:sp>
        <p:nvSpPr>
          <p:cNvPr id="31" name="Slide Number Placeholder 5">
            <a:extLst>
              <a:ext uri="{FF2B5EF4-FFF2-40B4-BE49-F238E27FC236}">
                <a16:creationId xmlns:a16="http://schemas.microsoft.com/office/drawing/2014/main" id="{834F26B8-E09C-987D-848E-EE7B37E6D6CC}"/>
              </a:ext>
            </a:extLst>
          </p:cNvPr>
          <p:cNvSpPr txBox="1">
            <a:spLocks/>
          </p:cNvSpPr>
          <p:nvPr/>
        </p:nvSpPr>
        <p:spPr>
          <a:xfrm>
            <a:off x="9105900" y="6540407"/>
            <a:ext cx="2743200" cy="206375"/>
          </a:xfrm>
          <a:prstGeom prst="rect">
            <a:avLst/>
          </a:prstGeom>
        </p:spPr>
        <p:txBody>
          <a:bodyPr vert="horz" lIns="91440" tIns="45720" rIns="91440" bIns="45720" rtlCol="0" anchor="ctr"/>
          <a:lstStyle>
            <a:defPPr>
              <a:defRPr lang="en-US"/>
            </a:defPPr>
            <a:lvl1pPr marL="0" algn="r" defTabSz="914400" rtl="0" eaLnBrk="1" latinLnBrk="0" hangingPunct="1">
              <a:defRPr sz="600" b="0" i="0" kern="1200">
                <a:solidFill>
                  <a:schemeClr val="bg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30EA680-D336-4FF7-8B7A-9848BB0A1C32}" type="slidenum">
              <a:rPr lang="en-US" smtClean="0"/>
              <a:pPr/>
              <a:t>55</a:t>
            </a:fld>
            <a:endParaRPr lang="en-US"/>
          </a:p>
        </p:txBody>
      </p:sp>
      <p:sp>
        <p:nvSpPr>
          <p:cNvPr id="32" name="Date Placeholder 3">
            <a:extLst>
              <a:ext uri="{FF2B5EF4-FFF2-40B4-BE49-F238E27FC236}">
                <a16:creationId xmlns:a16="http://schemas.microsoft.com/office/drawing/2014/main" id="{4706EE0C-109D-39D0-E2B4-58D45563D12D}"/>
              </a:ext>
            </a:extLst>
          </p:cNvPr>
          <p:cNvSpPr txBox="1">
            <a:spLocks/>
          </p:cNvSpPr>
          <p:nvPr/>
        </p:nvSpPr>
        <p:spPr>
          <a:xfrm>
            <a:off x="857250" y="6540407"/>
            <a:ext cx="2743200" cy="206375"/>
          </a:xfrm>
          <a:prstGeom prst="rect">
            <a:avLst/>
          </a:prstGeom>
        </p:spPr>
        <p:txBody>
          <a:bodyPr vert="horz" lIns="91440" tIns="45720" rIns="91440" bIns="45720" rtlCol="0" anchor="ctr"/>
          <a:lstStyle>
            <a:defPPr>
              <a:defRPr lang="en-US"/>
            </a:defPPr>
            <a:lvl1pPr marL="0" algn="l" defTabSz="914400" rtl="0" eaLnBrk="1" latinLnBrk="0" hangingPunct="1">
              <a:defRPr sz="600" b="0" i="0" kern="1200">
                <a:solidFill>
                  <a:schemeClr val="bg1"/>
                </a:solidFill>
                <a:latin typeface="Montserrat Ligh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SYREN CLOUD INC – 2026 – ALL RIGHTS RESERVED</a:t>
            </a:r>
          </a:p>
        </p:txBody>
      </p:sp>
      <p:pic>
        <p:nvPicPr>
          <p:cNvPr id="33" name="Graphic 32">
            <a:extLst>
              <a:ext uri="{FF2B5EF4-FFF2-40B4-BE49-F238E27FC236}">
                <a16:creationId xmlns:a16="http://schemas.microsoft.com/office/drawing/2014/main" id="{4F9D3F11-E5E0-6F0B-F7E0-56C55CAB21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88582" y="6548674"/>
            <a:ext cx="457200" cy="143540"/>
          </a:xfrm>
          <a:prstGeom prst="rect">
            <a:avLst/>
          </a:prstGeom>
        </p:spPr>
      </p:pic>
    </p:spTree>
    <p:extLst>
      <p:ext uri="{BB962C8B-B14F-4D97-AF65-F5344CB8AC3E}">
        <p14:creationId xmlns:p14="http://schemas.microsoft.com/office/powerpoint/2010/main" val="16422209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28EF04B-A891-04DC-2CAD-B1EA6360135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3EEE701-243C-DE03-4B96-3465FA49B189}"/>
              </a:ext>
            </a:extLst>
          </p:cNvPr>
          <p:cNvSpPr>
            <a:spLocks noGrp="1"/>
          </p:cNvSpPr>
          <p:nvPr>
            <p:ph type="title"/>
          </p:nvPr>
        </p:nvSpPr>
        <p:spPr/>
        <p:txBody>
          <a:bodyPr/>
          <a:lstStyle/>
          <a:p>
            <a:r>
              <a:rPr lang="en-US"/>
              <a:t>J&amp;J Journey So Far</a:t>
            </a:r>
          </a:p>
        </p:txBody>
      </p:sp>
      <p:sp>
        <p:nvSpPr>
          <p:cNvPr id="4" name="Slide Number Placeholder 3">
            <a:extLst>
              <a:ext uri="{FF2B5EF4-FFF2-40B4-BE49-F238E27FC236}">
                <a16:creationId xmlns:a16="http://schemas.microsoft.com/office/drawing/2014/main" id="{F288A8CD-ECAB-119B-698A-F28CC08E8E5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600" b="0" i="0" u="none" strike="noStrike" kern="1200" cap="none" spc="0" normalizeH="0" baseline="0" noProof="0" smtClean="0">
                <a:ln>
                  <a:noFill/>
                </a:ln>
                <a:solidFill>
                  <a:srgbClr val="000000"/>
                </a:solidFill>
                <a:effectLst/>
                <a:uLnTx/>
                <a:uFillTx/>
                <a:latin typeface="Montserrat Ligh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600" b="0" i="0" u="none" strike="noStrike" kern="1200" cap="none" spc="0" normalizeH="0" baseline="0" noProof="0">
              <a:ln>
                <a:noFill/>
              </a:ln>
              <a:solidFill>
                <a:srgbClr val="000000"/>
              </a:solidFill>
              <a:effectLst/>
              <a:uLnTx/>
              <a:uFillTx/>
              <a:latin typeface="Montserrat Light" pitchFamily="2" charset="77"/>
              <a:ea typeface="+mn-ea"/>
              <a:cs typeface="+mn-cs"/>
            </a:endParaRPr>
          </a:p>
        </p:txBody>
      </p:sp>
      <p:sp>
        <p:nvSpPr>
          <p:cNvPr id="3" name="Date Placeholder 2">
            <a:extLst>
              <a:ext uri="{FF2B5EF4-FFF2-40B4-BE49-F238E27FC236}">
                <a16:creationId xmlns:a16="http://schemas.microsoft.com/office/drawing/2014/main" id="{D8FC8BFB-3BC1-381E-8473-0DF477A4B9F4}"/>
              </a:ext>
            </a:extLst>
          </p:cNvPr>
          <p:cNvSpPr>
            <a:spLocks noGrp="1"/>
          </p:cNvSpPr>
          <p:nvPr>
            <p:ph type="dt" sz="half" idx="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00" b="0" i="0" u="none" strike="noStrike" kern="1200" cap="none" spc="0" normalizeH="0" baseline="0" noProof="0">
                <a:ln>
                  <a:noFill/>
                </a:ln>
                <a:solidFill>
                  <a:srgbClr val="000000"/>
                </a:solidFill>
                <a:effectLst/>
                <a:uLnTx/>
                <a:uFillTx/>
                <a:latin typeface="Montserrat Light" pitchFamily="2" charset="77"/>
                <a:ea typeface="+mn-ea"/>
                <a:cs typeface="+mn-cs"/>
              </a:rPr>
              <a:t>© SYREN CLOUD INC – 2025 – ALL RIGHTS RESERVED</a:t>
            </a:r>
          </a:p>
        </p:txBody>
      </p:sp>
      <p:sp>
        <p:nvSpPr>
          <p:cNvPr id="2" name="Flowchart: Delay 109">
            <a:extLst>
              <a:ext uri="{FF2B5EF4-FFF2-40B4-BE49-F238E27FC236}">
                <a16:creationId xmlns:a16="http://schemas.microsoft.com/office/drawing/2014/main" id="{746A82FF-4C1D-3A0D-AD58-5401564C3C07}"/>
              </a:ext>
            </a:extLst>
          </p:cNvPr>
          <p:cNvSpPr/>
          <p:nvPr/>
        </p:nvSpPr>
        <p:spPr>
          <a:xfrm flipH="1">
            <a:off x="454607" y="3462750"/>
            <a:ext cx="9213989" cy="1913987"/>
          </a:xfrm>
          <a:custGeom>
            <a:avLst/>
            <a:gdLst>
              <a:gd name="connsiteX0" fmla="*/ 0 w 1742780"/>
              <a:gd name="connsiteY0" fmla="*/ 0 h 1708265"/>
              <a:gd name="connsiteX1" fmla="*/ 871390 w 1742780"/>
              <a:gd name="connsiteY1" fmla="*/ 0 h 1708265"/>
              <a:gd name="connsiteX2" fmla="*/ 1742780 w 1742780"/>
              <a:gd name="connsiteY2" fmla="*/ 854133 h 1708265"/>
              <a:gd name="connsiteX3" fmla="*/ 871390 w 1742780"/>
              <a:gd name="connsiteY3" fmla="*/ 1708266 h 1708265"/>
              <a:gd name="connsiteX4" fmla="*/ 0 w 1742780"/>
              <a:gd name="connsiteY4" fmla="*/ 1708265 h 1708265"/>
              <a:gd name="connsiteX5" fmla="*/ 0 w 1742780"/>
              <a:gd name="connsiteY5" fmla="*/ 0 h 1708265"/>
              <a:gd name="connsiteX0" fmla="*/ 0 w 1742780"/>
              <a:gd name="connsiteY0" fmla="*/ 0 h 1799705"/>
              <a:gd name="connsiteX1" fmla="*/ 871390 w 1742780"/>
              <a:gd name="connsiteY1" fmla="*/ 0 h 1799705"/>
              <a:gd name="connsiteX2" fmla="*/ 1742780 w 1742780"/>
              <a:gd name="connsiteY2" fmla="*/ 854133 h 1799705"/>
              <a:gd name="connsiteX3" fmla="*/ 871390 w 1742780"/>
              <a:gd name="connsiteY3" fmla="*/ 1708266 h 1799705"/>
              <a:gd name="connsiteX4" fmla="*/ 91440 w 1742780"/>
              <a:gd name="connsiteY4" fmla="*/ 1799705 h 1799705"/>
              <a:gd name="connsiteX0" fmla="*/ 924 w 1743704"/>
              <a:gd name="connsiteY0" fmla="*/ 0 h 1708266"/>
              <a:gd name="connsiteX1" fmla="*/ 872314 w 1743704"/>
              <a:gd name="connsiteY1" fmla="*/ 0 h 1708266"/>
              <a:gd name="connsiteX2" fmla="*/ 1743704 w 1743704"/>
              <a:gd name="connsiteY2" fmla="*/ 854133 h 1708266"/>
              <a:gd name="connsiteX3" fmla="*/ 872314 w 1743704"/>
              <a:gd name="connsiteY3" fmla="*/ 1708266 h 1708266"/>
              <a:gd name="connsiteX4" fmla="*/ 0 w 1743704"/>
              <a:gd name="connsiteY4" fmla="*/ 1688869 h 1708266"/>
              <a:gd name="connsiteX0" fmla="*/ 8139989 w 9882769"/>
              <a:gd name="connsiteY0" fmla="*/ 0 h 1708266"/>
              <a:gd name="connsiteX1" fmla="*/ 9011379 w 9882769"/>
              <a:gd name="connsiteY1" fmla="*/ 0 h 1708266"/>
              <a:gd name="connsiteX2" fmla="*/ 9882769 w 9882769"/>
              <a:gd name="connsiteY2" fmla="*/ 854133 h 1708266"/>
              <a:gd name="connsiteX3" fmla="*/ 9011379 w 9882769"/>
              <a:gd name="connsiteY3" fmla="*/ 1708266 h 1708266"/>
              <a:gd name="connsiteX4" fmla="*/ 0 w 9882769"/>
              <a:gd name="connsiteY4" fmla="*/ 1697922 h 1708266"/>
              <a:gd name="connsiteX0" fmla="*/ 55244 w 9882769"/>
              <a:gd name="connsiteY0" fmla="*/ 36214 h 1708266"/>
              <a:gd name="connsiteX1" fmla="*/ 9011379 w 9882769"/>
              <a:gd name="connsiteY1" fmla="*/ 0 h 1708266"/>
              <a:gd name="connsiteX2" fmla="*/ 9882769 w 9882769"/>
              <a:gd name="connsiteY2" fmla="*/ 854133 h 1708266"/>
              <a:gd name="connsiteX3" fmla="*/ 9011379 w 9882769"/>
              <a:gd name="connsiteY3" fmla="*/ 1708266 h 1708266"/>
              <a:gd name="connsiteX4" fmla="*/ 0 w 9882769"/>
              <a:gd name="connsiteY4" fmla="*/ 1697922 h 1708266"/>
              <a:gd name="connsiteX0" fmla="*/ 8049454 w 9882769"/>
              <a:gd name="connsiteY0" fmla="*/ 0 h 1708266"/>
              <a:gd name="connsiteX1" fmla="*/ 9011379 w 9882769"/>
              <a:gd name="connsiteY1" fmla="*/ 0 h 1708266"/>
              <a:gd name="connsiteX2" fmla="*/ 9882769 w 9882769"/>
              <a:gd name="connsiteY2" fmla="*/ 854133 h 1708266"/>
              <a:gd name="connsiteX3" fmla="*/ 9011379 w 9882769"/>
              <a:gd name="connsiteY3" fmla="*/ 1708266 h 1708266"/>
              <a:gd name="connsiteX4" fmla="*/ 0 w 9882769"/>
              <a:gd name="connsiteY4" fmla="*/ 1697922 h 1708266"/>
              <a:gd name="connsiteX0" fmla="*/ 4835474 w 6668789"/>
              <a:gd name="connsiteY0" fmla="*/ 0 h 1708266"/>
              <a:gd name="connsiteX1" fmla="*/ 5797399 w 6668789"/>
              <a:gd name="connsiteY1" fmla="*/ 0 h 1708266"/>
              <a:gd name="connsiteX2" fmla="*/ 6668789 w 6668789"/>
              <a:gd name="connsiteY2" fmla="*/ 854133 h 1708266"/>
              <a:gd name="connsiteX3" fmla="*/ 5797399 w 6668789"/>
              <a:gd name="connsiteY3" fmla="*/ 1708266 h 1708266"/>
              <a:gd name="connsiteX4" fmla="*/ 0 w 6668789"/>
              <a:gd name="connsiteY4" fmla="*/ 1688868 h 1708266"/>
              <a:gd name="connsiteX0" fmla="*/ 4111196 w 5944511"/>
              <a:gd name="connsiteY0" fmla="*/ 0 h 1708266"/>
              <a:gd name="connsiteX1" fmla="*/ 5073121 w 5944511"/>
              <a:gd name="connsiteY1" fmla="*/ 0 h 1708266"/>
              <a:gd name="connsiteX2" fmla="*/ 5944511 w 5944511"/>
              <a:gd name="connsiteY2" fmla="*/ 854133 h 1708266"/>
              <a:gd name="connsiteX3" fmla="*/ 5073121 w 5944511"/>
              <a:gd name="connsiteY3" fmla="*/ 1708266 h 1708266"/>
              <a:gd name="connsiteX4" fmla="*/ 0 w 5944511"/>
              <a:gd name="connsiteY4" fmla="*/ 1706975 h 17082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4511" h="1708266">
                <a:moveTo>
                  <a:pt x="4111196" y="0"/>
                </a:moveTo>
                <a:lnTo>
                  <a:pt x="5073121" y="0"/>
                </a:lnTo>
                <a:cubicBezTo>
                  <a:pt x="5554376" y="0"/>
                  <a:pt x="5944511" y="382408"/>
                  <a:pt x="5944511" y="854133"/>
                </a:cubicBezTo>
                <a:cubicBezTo>
                  <a:pt x="5944511" y="1325858"/>
                  <a:pt x="5554376" y="1708266"/>
                  <a:pt x="5073121" y="1708266"/>
                </a:cubicBezTo>
                <a:lnTo>
                  <a:pt x="0" y="1706975"/>
                </a:lnTo>
              </a:path>
            </a:pathLst>
          </a:custGeom>
          <a:noFill/>
          <a:ln w="228600">
            <a:solidFill>
              <a:srgbClr val="1A1A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Montserrat Light" panose="00000400000000000000" pitchFamily="2" charset="0"/>
              <a:ea typeface="+mn-ea"/>
              <a:cs typeface="+mn-cs"/>
            </a:endParaRPr>
          </a:p>
        </p:txBody>
      </p:sp>
      <p:sp>
        <p:nvSpPr>
          <p:cNvPr id="6" name="Flowchart: Delay 109">
            <a:extLst>
              <a:ext uri="{FF2B5EF4-FFF2-40B4-BE49-F238E27FC236}">
                <a16:creationId xmlns:a16="http://schemas.microsoft.com/office/drawing/2014/main" id="{44703BBF-B653-A76A-152A-9BC43D10ADA9}"/>
              </a:ext>
            </a:extLst>
          </p:cNvPr>
          <p:cNvSpPr/>
          <p:nvPr/>
        </p:nvSpPr>
        <p:spPr>
          <a:xfrm>
            <a:off x="1733081" y="1765992"/>
            <a:ext cx="9882769" cy="1708266"/>
          </a:xfrm>
          <a:custGeom>
            <a:avLst/>
            <a:gdLst>
              <a:gd name="connsiteX0" fmla="*/ 0 w 1742780"/>
              <a:gd name="connsiteY0" fmla="*/ 0 h 1708265"/>
              <a:gd name="connsiteX1" fmla="*/ 871390 w 1742780"/>
              <a:gd name="connsiteY1" fmla="*/ 0 h 1708265"/>
              <a:gd name="connsiteX2" fmla="*/ 1742780 w 1742780"/>
              <a:gd name="connsiteY2" fmla="*/ 854133 h 1708265"/>
              <a:gd name="connsiteX3" fmla="*/ 871390 w 1742780"/>
              <a:gd name="connsiteY3" fmla="*/ 1708266 h 1708265"/>
              <a:gd name="connsiteX4" fmla="*/ 0 w 1742780"/>
              <a:gd name="connsiteY4" fmla="*/ 1708265 h 1708265"/>
              <a:gd name="connsiteX5" fmla="*/ 0 w 1742780"/>
              <a:gd name="connsiteY5" fmla="*/ 0 h 1708265"/>
              <a:gd name="connsiteX0" fmla="*/ 0 w 1742780"/>
              <a:gd name="connsiteY0" fmla="*/ 0 h 1799705"/>
              <a:gd name="connsiteX1" fmla="*/ 871390 w 1742780"/>
              <a:gd name="connsiteY1" fmla="*/ 0 h 1799705"/>
              <a:gd name="connsiteX2" fmla="*/ 1742780 w 1742780"/>
              <a:gd name="connsiteY2" fmla="*/ 854133 h 1799705"/>
              <a:gd name="connsiteX3" fmla="*/ 871390 w 1742780"/>
              <a:gd name="connsiteY3" fmla="*/ 1708266 h 1799705"/>
              <a:gd name="connsiteX4" fmla="*/ 91440 w 1742780"/>
              <a:gd name="connsiteY4" fmla="*/ 1799705 h 1799705"/>
              <a:gd name="connsiteX0" fmla="*/ 924 w 1743704"/>
              <a:gd name="connsiteY0" fmla="*/ 0 h 1708266"/>
              <a:gd name="connsiteX1" fmla="*/ 872314 w 1743704"/>
              <a:gd name="connsiteY1" fmla="*/ 0 h 1708266"/>
              <a:gd name="connsiteX2" fmla="*/ 1743704 w 1743704"/>
              <a:gd name="connsiteY2" fmla="*/ 854133 h 1708266"/>
              <a:gd name="connsiteX3" fmla="*/ 872314 w 1743704"/>
              <a:gd name="connsiteY3" fmla="*/ 1708266 h 1708266"/>
              <a:gd name="connsiteX4" fmla="*/ 0 w 1743704"/>
              <a:gd name="connsiteY4" fmla="*/ 1688869 h 1708266"/>
              <a:gd name="connsiteX0" fmla="*/ 8139989 w 9882769"/>
              <a:gd name="connsiteY0" fmla="*/ 0 h 1708266"/>
              <a:gd name="connsiteX1" fmla="*/ 9011379 w 9882769"/>
              <a:gd name="connsiteY1" fmla="*/ 0 h 1708266"/>
              <a:gd name="connsiteX2" fmla="*/ 9882769 w 9882769"/>
              <a:gd name="connsiteY2" fmla="*/ 854133 h 1708266"/>
              <a:gd name="connsiteX3" fmla="*/ 9011379 w 9882769"/>
              <a:gd name="connsiteY3" fmla="*/ 1708266 h 1708266"/>
              <a:gd name="connsiteX4" fmla="*/ 0 w 9882769"/>
              <a:gd name="connsiteY4" fmla="*/ 1697922 h 1708266"/>
              <a:gd name="connsiteX0" fmla="*/ 55244 w 9882769"/>
              <a:gd name="connsiteY0" fmla="*/ 36214 h 1708266"/>
              <a:gd name="connsiteX1" fmla="*/ 9011379 w 9882769"/>
              <a:gd name="connsiteY1" fmla="*/ 0 h 1708266"/>
              <a:gd name="connsiteX2" fmla="*/ 9882769 w 9882769"/>
              <a:gd name="connsiteY2" fmla="*/ 854133 h 1708266"/>
              <a:gd name="connsiteX3" fmla="*/ 9011379 w 9882769"/>
              <a:gd name="connsiteY3" fmla="*/ 1708266 h 1708266"/>
              <a:gd name="connsiteX4" fmla="*/ 0 w 9882769"/>
              <a:gd name="connsiteY4" fmla="*/ 1697922 h 17082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2769" h="1708266">
                <a:moveTo>
                  <a:pt x="55244" y="36214"/>
                </a:moveTo>
                <a:lnTo>
                  <a:pt x="9011379" y="0"/>
                </a:lnTo>
                <a:cubicBezTo>
                  <a:pt x="9492634" y="0"/>
                  <a:pt x="9882769" y="382408"/>
                  <a:pt x="9882769" y="854133"/>
                </a:cubicBezTo>
                <a:cubicBezTo>
                  <a:pt x="9882769" y="1325858"/>
                  <a:pt x="9492634" y="1708266"/>
                  <a:pt x="9011379" y="1708266"/>
                </a:cubicBezTo>
                <a:lnTo>
                  <a:pt x="0" y="1697922"/>
                </a:lnTo>
              </a:path>
            </a:pathLst>
          </a:custGeom>
          <a:noFill/>
          <a:ln w="228600">
            <a:solidFill>
              <a:srgbClr val="1A1A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Montserrat Light" panose="00000400000000000000" pitchFamily="2" charset="0"/>
              <a:ea typeface="+mn-ea"/>
              <a:cs typeface="+mn-cs"/>
            </a:endParaRPr>
          </a:p>
        </p:txBody>
      </p:sp>
      <p:sp>
        <p:nvSpPr>
          <p:cNvPr id="8" name="Oval 7">
            <a:extLst>
              <a:ext uri="{FF2B5EF4-FFF2-40B4-BE49-F238E27FC236}">
                <a16:creationId xmlns:a16="http://schemas.microsoft.com/office/drawing/2014/main" id="{32155124-CF80-FD1E-5AFB-01A7DC6DF62E}"/>
              </a:ext>
            </a:extLst>
          </p:cNvPr>
          <p:cNvSpPr/>
          <p:nvPr/>
        </p:nvSpPr>
        <p:spPr>
          <a:xfrm flipH="1">
            <a:off x="7868398" y="3103916"/>
            <a:ext cx="744215" cy="744215"/>
          </a:xfrm>
          <a:prstGeom prst="ellipse">
            <a:avLst/>
          </a:prstGeom>
          <a:solidFill>
            <a:schemeClr val="tx2">
              <a:lumMod val="90000"/>
            </a:schemeClr>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Montserrat Light" panose="00000400000000000000" pitchFamily="2" charset="0"/>
                <a:ea typeface="+mn-ea"/>
                <a:cs typeface="Segoe UI Semibold"/>
              </a:rPr>
              <a:t>Q3 FY23</a:t>
            </a:r>
          </a:p>
        </p:txBody>
      </p:sp>
      <p:sp>
        <p:nvSpPr>
          <p:cNvPr id="12" name="Oval 11">
            <a:extLst>
              <a:ext uri="{FF2B5EF4-FFF2-40B4-BE49-F238E27FC236}">
                <a16:creationId xmlns:a16="http://schemas.microsoft.com/office/drawing/2014/main" id="{8BAB2406-56A9-0EAA-9572-A6DA584CAB23}"/>
              </a:ext>
            </a:extLst>
          </p:cNvPr>
          <p:cNvSpPr/>
          <p:nvPr/>
        </p:nvSpPr>
        <p:spPr>
          <a:xfrm flipH="1">
            <a:off x="10091543" y="3103916"/>
            <a:ext cx="744215" cy="744215"/>
          </a:xfrm>
          <a:prstGeom prst="ellipse">
            <a:avLst/>
          </a:prstGeom>
          <a:solidFill>
            <a:schemeClr val="accent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64F18"/>
                </a:solidFill>
                <a:effectLst/>
                <a:uLnTx/>
                <a:uFillTx/>
                <a:latin typeface="Montserrat Light" panose="00000400000000000000" pitchFamily="2" charset="0"/>
                <a:ea typeface="+mn-ea"/>
                <a:cs typeface="Segoe UI Semibold"/>
              </a:rPr>
              <a:t>Q3 FY22</a:t>
            </a:r>
          </a:p>
        </p:txBody>
      </p:sp>
      <p:sp>
        <p:nvSpPr>
          <p:cNvPr id="19" name="Oval 18">
            <a:extLst>
              <a:ext uri="{FF2B5EF4-FFF2-40B4-BE49-F238E27FC236}">
                <a16:creationId xmlns:a16="http://schemas.microsoft.com/office/drawing/2014/main" id="{435126C1-B8B8-CC95-3852-70C4328E9B40}"/>
              </a:ext>
            </a:extLst>
          </p:cNvPr>
          <p:cNvSpPr/>
          <p:nvPr/>
        </p:nvSpPr>
        <p:spPr>
          <a:xfrm flipH="1">
            <a:off x="5645249" y="3103916"/>
            <a:ext cx="744215" cy="744215"/>
          </a:xfrm>
          <a:prstGeom prst="ellipse">
            <a:avLst/>
          </a:prstGeom>
          <a:solidFill>
            <a:schemeClr val="accent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64F18"/>
                </a:solidFill>
                <a:effectLst/>
                <a:uLnTx/>
                <a:uFillTx/>
                <a:latin typeface="Montserrat Light" panose="00000400000000000000" pitchFamily="2" charset="0"/>
                <a:ea typeface="+mn-ea"/>
                <a:cs typeface="Segoe UI Semibold"/>
              </a:rPr>
              <a:t>Q4 FY23</a:t>
            </a:r>
          </a:p>
        </p:txBody>
      </p:sp>
      <p:sp>
        <p:nvSpPr>
          <p:cNvPr id="28" name="Oval 27">
            <a:extLst>
              <a:ext uri="{FF2B5EF4-FFF2-40B4-BE49-F238E27FC236}">
                <a16:creationId xmlns:a16="http://schemas.microsoft.com/office/drawing/2014/main" id="{D8D5BA13-F80D-2F3F-C1BE-52B73698ED61}"/>
              </a:ext>
            </a:extLst>
          </p:cNvPr>
          <p:cNvSpPr/>
          <p:nvPr/>
        </p:nvSpPr>
        <p:spPr>
          <a:xfrm flipH="1">
            <a:off x="3422100" y="3103916"/>
            <a:ext cx="744215" cy="744215"/>
          </a:xfrm>
          <a:prstGeom prst="ellipse">
            <a:avLst/>
          </a:prstGeom>
          <a:solidFill>
            <a:schemeClr val="tx2">
              <a:lumMod val="90000"/>
            </a:schemeClr>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Montserrat Light" panose="00000400000000000000" pitchFamily="2" charset="0"/>
                <a:ea typeface="+mn-ea"/>
                <a:cs typeface="Segoe UI Semibold"/>
              </a:rPr>
              <a:t>Q1 FY24</a:t>
            </a:r>
          </a:p>
        </p:txBody>
      </p:sp>
      <p:sp>
        <p:nvSpPr>
          <p:cNvPr id="31" name="Oval 30">
            <a:extLst>
              <a:ext uri="{FF2B5EF4-FFF2-40B4-BE49-F238E27FC236}">
                <a16:creationId xmlns:a16="http://schemas.microsoft.com/office/drawing/2014/main" id="{661CA992-1778-697F-5674-F49B2523A59E}"/>
              </a:ext>
            </a:extLst>
          </p:cNvPr>
          <p:cNvSpPr/>
          <p:nvPr/>
        </p:nvSpPr>
        <p:spPr>
          <a:xfrm flipH="1">
            <a:off x="3426057" y="5043580"/>
            <a:ext cx="744215" cy="744215"/>
          </a:xfrm>
          <a:prstGeom prst="ellipse">
            <a:avLst/>
          </a:prstGeom>
          <a:solidFill>
            <a:schemeClr val="tx2">
              <a:lumMod val="90000"/>
            </a:schemeClr>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Montserrat Light" panose="00000400000000000000" pitchFamily="2" charset="0"/>
                <a:ea typeface="+mn-ea"/>
                <a:cs typeface="Segoe UI Semibold"/>
              </a:rPr>
              <a:t>Q2 FY25</a:t>
            </a:r>
          </a:p>
        </p:txBody>
      </p:sp>
      <p:sp>
        <p:nvSpPr>
          <p:cNvPr id="34" name="Oval 33">
            <a:extLst>
              <a:ext uri="{FF2B5EF4-FFF2-40B4-BE49-F238E27FC236}">
                <a16:creationId xmlns:a16="http://schemas.microsoft.com/office/drawing/2014/main" id="{08616202-23F9-64D6-6B66-9A30238814EC}"/>
              </a:ext>
            </a:extLst>
          </p:cNvPr>
          <p:cNvSpPr/>
          <p:nvPr/>
        </p:nvSpPr>
        <p:spPr>
          <a:xfrm flipH="1">
            <a:off x="1201655" y="5018161"/>
            <a:ext cx="744215" cy="744215"/>
          </a:xfrm>
          <a:prstGeom prst="ellipse">
            <a:avLst/>
          </a:prstGeom>
          <a:solidFill>
            <a:schemeClr val="accent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64F18"/>
                </a:solidFill>
                <a:effectLst/>
                <a:uLnTx/>
                <a:uFillTx/>
                <a:latin typeface="Montserrat Light" panose="00000400000000000000" pitchFamily="2" charset="0"/>
                <a:ea typeface="+mn-ea"/>
                <a:cs typeface="Segoe UI Semibold"/>
              </a:rPr>
              <a:t>Q1 FY25</a:t>
            </a:r>
          </a:p>
        </p:txBody>
      </p:sp>
      <p:cxnSp>
        <p:nvCxnSpPr>
          <p:cNvPr id="36" name="Straight Arrow Connector 35">
            <a:extLst>
              <a:ext uri="{FF2B5EF4-FFF2-40B4-BE49-F238E27FC236}">
                <a16:creationId xmlns:a16="http://schemas.microsoft.com/office/drawing/2014/main" id="{67B54F5C-D2E4-D62A-54A9-8998CCE0295B}"/>
              </a:ext>
            </a:extLst>
          </p:cNvPr>
          <p:cNvCxnSpPr>
            <a:cxnSpLocks/>
          </p:cNvCxnSpPr>
          <p:nvPr/>
        </p:nvCxnSpPr>
        <p:spPr>
          <a:xfrm flipH="1">
            <a:off x="9048789" y="3449528"/>
            <a:ext cx="606582"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58E2471B-4439-2AC7-6D83-8CA4906AB778}"/>
              </a:ext>
            </a:extLst>
          </p:cNvPr>
          <p:cNvCxnSpPr>
            <a:cxnSpLocks/>
          </p:cNvCxnSpPr>
          <p:nvPr/>
        </p:nvCxnSpPr>
        <p:spPr>
          <a:xfrm flipH="1">
            <a:off x="6825640" y="3449528"/>
            <a:ext cx="606582"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04B7DF4F-334E-928D-97DB-7D7BBA6ECD8A}"/>
              </a:ext>
            </a:extLst>
          </p:cNvPr>
          <p:cNvCxnSpPr>
            <a:cxnSpLocks/>
          </p:cNvCxnSpPr>
          <p:nvPr/>
        </p:nvCxnSpPr>
        <p:spPr>
          <a:xfrm flipH="1">
            <a:off x="4602491" y="3449528"/>
            <a:ext cx="606582"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E2F45314-0009-D119-F327-E58F9B7FD52B}"/>
              </a:ext>
            </a:extLst>
          </p:cNvPr>
          <p:cNvCxnSpPr>
            <a:cxnSpLocks/>
          </p:cNvCxnSpPr>
          <p:nvPr/>
        </p:nvCxnSpPr>
        <p:spPr>
          <a:xfrm flipH="1">
            <a:off x="2379342" y="3449528"/>
            <a:ext cx="606582"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grpSp>
        <p:nvGrpSpPr>
          <p:cNvPr id="41" name="Group 40">
            <a:extLst>
              <a:ext uri="{FF2B5EF4-FFF2-40B4-BE49-F238E27FC236}">
                <a16:creationId xmlns:a16="http://schemas.microsoft.com/office/drawing/2014/main" id="{3E9DF187-2F4B-6BC4-55DD-5F5EA895DF86}"/>
              </a:ext>
            </a:extLst>
          </p:cNvPr>
          <p:cNvGrpSpPr/>
          <p:nvPr/>
        </p:nvGrpSpPr>
        <p:grpSpPr>
          <a:xfrm>
            <a:off x="3146207" y="1439327"/>
            <a:ext cx="1800204" cy="1173408"/>
            <a:chOff x="2618747" y="1129720"/>
            <a:chExt cx="1800204" cy="1173408"/>
          </a:xfrm>
        </p:grpSpPr>
        <p:sp>
          <p:nvSpPr>
            <p:cNvPr id="42" name="Oval 41">
              <a:extLst>
                <a:ext uri="{FF2B5EF4-FFF2-40B4-BE49-F238E27FC236}">
                  <a16:creationId xmlns:a16="http://schemas.microsoft.com/office/drawing/2014/main" id="{311CFBC7-9638-587C-A0DF-EB26B34FF4FA}"/>
                </a:ext>
              </a:extLst>
            </p:cNvPr>
            <p:cNvSpPr/>
            <p:nvPr/>
          </p:nvSpPr>
          <p:spPr>
            <a:xfrm>
              <a:off x="2894640" y="1129720"/>
              <a:ext cx="744215" cy="744215"/>
            </a:xfrm>
            <a:prstGeom prst="ellipse">
              <a:avLst/>
            </a:prstGeom>
            <a:solidFill>
              <a:schemeClr val="accent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64F18"/>
                  </a:solidFill>
                  <a:effectLst/>
                  <a:uLnTx/>
                  <a:uFillTx/>
                  <a:latin typeface="Montserrat Light" panose="00000400000000000000" pitchFamily="2" charset="0"/>
                  <a:ea typeface="+mn-ea"/>
                  <a:cs typeface="Segoe UI Semibold"/>
                </a:rPr>
                <a:t>Q3 FY21</a:t>
              </a:r>
            </a:p>
          </p:txBody>
        </p:sp>
        <p:sp>
          <p:nvSpPr>
            <p:cNvPr id="43" name="TextBox 42">
              <a:extLst>
                <a:ext uri="{FF2B5EF4-FFF2-40B4-BE49-F238E27FC236}">
                  <a16:creationId xmlns:a16="http://schemas.microsoft.com/office/drawing/2014/main" id="{D3415652-0B4A-A9CC-6FEA-2992DB1CFCD6}"/>
                </a:ext>
              </a:extLst>
            </p:cNvPr>
            <p:cNvSpPr txBox="1"/>
            <p:nvPr/>
          </p:nvSpPr>
          <p:spPr>
            <a:xfrm>
              <a:off x="2618747" y="1933796"/>
              <a:ext cx="1800204" cy="369332"/>
            </a:xfrm>
            <a:prstGeom prst="rect">
              <a:avLst/>
            </a:prstGeom>
            <a:noFill/>
          </p:spPr>
          <p:txBody>
            <a:bodyPr wrap="square">
              <a:spAutoFit/>
            </a:bodyPr>
            <a:lstStyle/>
            <a:p>
              <a:pPr marL="171450" marR="0" lvl="0" indent="-171450" algn="l" defTabSz="1217558" rtl="0" eaLnBrk="1" fontAlgn="auto" latinLnBrk="0" hangingPunct="1">
                <a:lnSpc>
                  <a:spcPct val="100000"/>
                </a:lnSpc>
                <a:spcBef>
                  <a:spcPct val="50000"/>
                </a:spcBef>
                <a:spcAft>
                  <a:spcPts val="0"/>
                </a:spcAft>
                <a:buClrTx/>
                <a:buSzTx/>
                <a:buFont typeface="Wingdings" panose="05000000000000000000" pitchFamily="2" charset="2"/>
                <a:buChar char="v"/>
                <a:tabLst/>
                <a:defRPr/>
              </a:pPr>
              <a:r>
                <a:rPr kumimoji="0" lang="en-US" sz="900" b="0" i="0" u="none" strike="noStrike" kern="1200" cap="none" spc="0" normalizeH="0" baseline="0" noProof="0">
                  <a:ln>
                    <a:noFill/>
                  </a:ln>
                  <a:solidFill>
                    <a:srgbClr val="000000"/>
                  </a:solidFill>
                  <a:effectLst/>
                  <a:uLnTx/>
                  <a:uFillTx/>
                  <a:latin typeface="Montserrat Light" panose="00000400000000000000" pitchFamily="2" charset="0"/>
                  <a:ea typeface="Inter Black"/>
                  <a:cs typeface="Segoe UI" panose="020B0502040204020203" pitchFamily="34" charset="0"/>
                </a:rPr>
                <a:t>Expanded into Control Tower projects</a:t>
              </a:r>
            </a:p>
          </p:txBody>
        </p:sp>
      </p:grpSp>
      <p:grpSp>
        <p:nvGrpSpPr>
          <p:cNvPr id="44" name="Group 43">
            <a:extLst>
              <a:ext uri="{FF2B5EF4-FFF2-40B4-BE49-F238E27FC236}">
                <a16:creationId xmlns:a16="http://schemas.microsoft.com/office/drawing/2014/main" id="{9E0A6176-4900-654D-D258-595A2DDD3D29}"/>
              </a:ext>
            </a:extLst>
          </p:cNvPr>
          <p:cNvGrpSpPr/>
          <p:nvPr/>
        </p:nvGrpSpPr>
        <p:grpSpPr>
          <a:xfrm>
            <a:off x="923058" y="1439328"/>
            <a:ext cx="1456284" cy="1034907"/>
            <a:chOff x="803808" y="1129721"/>
            <a:chExt cx="1456284" cy="1034907"/>
          </a:xfrm>
        </p:grpSpPr>
        <p:sp>
          <p:nvSpPr>
            <p:cNvPr id="55" name="Oval 54">
              <a:extLst>
                <a:ext uri="{FF2B5EF4-FFF2-40B4-BE49-F238E27FC236}">
                  <a16:creationId xmlns:a16="http://schemas.microsoft.com/office/drawing/2014/main" id="{F9C8B4B1-7FB4-A0B6-BA39-7FA2061A2953}"/>
                </a:ext>
              </a:extLst>
            </p:cNvPr>
            <p:cNvSpPr/>
            <p:nvPr/>
          </p:nvSpPr>
          <p:spPr>
            <a:xfrm>
              <a:off x="1079701" y="1129721"/>
              <a:ext cx="744215" cy="744215"/>
            </a:xfrm>
            <a:prstGeom prst="ellipse">
              <a:avLst/>
            </a:prstGeom>
            <a:solidFill>
              <a:schemeClr val="bg2"/>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Montserrat Light" panose="00000400000000000000" pitchFamily="2" charset="0"/>
                  <a:ea typeface="+mn-ea"/>
                  <a:cs typeface="Segoe UI Semibold"/>
                </a:rPr>
                <a:t>Q2 FY21</a:t>
              </a:r>
            </a:p>
          </p:txBody>
        </p:sp>
        <p:sp>
          <p:nvSpPr>
            <p:cNvPr id="56" name="TextBox 55">
              <a:extLst>
                <a:ext uri="{FF2B5EF4-FFF2-40B4-BE49-F238E27FC236}">
                  <a16:creationId xmlns:a16="http://schemas.microsoft.com/office/drawing/2014/main" id="{6EDE719E-64A3-3321-D204-F0C20798013F}"/>
                </a:ext>
              </a:extLst>
            </p:cNvPr>
            <p:cNvSpPr txBox="1"/>
            <p:nvPr/>
          </p:nvSpPr>
          <p:spPr>
            <a:xfrm>
              <a:off x="803808" y="1933796"/>
              <a:ext cx="1456284" cy="230832"/>
            </a:xfrm>
            <a:prstGeom prst="rect">
              <a:avLst/>
            </a:prstGeom>
            <a:noFill/>
          </p:spPr>
          <p:txBody>
            <a:bodyPr wrap="square">
              <a:spAutoFit/>
            </a:bodyPr>
            <a:lstStyle/>
            <a:p>
              <a:pPr marL="171450" marR="0" lvl="0" indent="-171450" algn="ctr" defTabSz="1217558" rtl="0" eaLnBrk="1" fontAlgn="auto" latinLnBrk="0" hangingPunct="1">
                <a:lnSpc>
                  <a:spcPct val="100000"/>
                </a:lnSpc>
                <a:spcBef>
                  <a:spcPct val="50000"/>
                </a:spcBef>
                <a:spcAft>
                  <a:spcPts val="0"/>
                </a:spcAft>
                <a:buClrTx/>
                <a:buSzTx/>
                <a:buFont typeface="Wingdings" panose="05000000000000000000" pitchFamily="2" charset="2"/>
                <a:buChar char="v"/>
                <a:tabLst/>
                <a:defRPr/>
              </a:pPr>
              <a:r>
                <a:rPr kumimoji="0" lang="en-IN" sz="900" b="0" i="0" u="none" strike="noStrike" kern="1200" cap="none" spc="0" normalizeH="0" baseline="0" noProof="0">
                  <a:ln>
                    <a:noFill/>
                  </a:ln>
                  <a:solidFill>
                    <a:srgbClr val="000000"/>
                  </a:solidFill>
                  <a:effectLst/>
                  <a:uLnTx/>
                  <a:uFillTx/>
                  <a:latin typeface="Montserrat Light" panose="00000400000000000000" pitchFamily="2" charset="0"/>
                  <a:ea typeface="Inter Black"/>
                  <a:cs typeface="Segoe UI" panose="020B0502040204020203" pitchFamily="34" charset="0"/>
                </a:rPr>
                <a:t>Started with </a:t>
              </a:r>
              <a:r>
                <a:rPr kumimoji="0" lang="en-IN" sz="900" b="0" i="0" u="none" strike="noStrike" kern="1200" cap="none" spc="0" normalizeH="0" baseline="0" noProof="0">
                  <a:ln>
                    <a:noFill/>
                  </a:ln>
                  <a:solidFill>
                    <a:srgbClr val="000000"/>
                  </a:solidFill>
                  <a:effectLst/>
                  <a:uLnTx/>
                  <a:uFillTx/>
                  <a:latin typeface="Montserrat Light" panose="00000400000000000000" pitchFamily="2" charset="0"/>
                  <a:ea typeface="Inter Black"/>
                  <a:cs typeface="Segoe UI Semibold" panose="020B0702040204020203" pitchFamily="34" charset="0"/>
                </a:rPr>
                <a:t>DQS </a:t>
              </a:r>
            </a:p>
          </p:txBody>
        </p:sp>
      </p:grpSp>
      <p:grpSp>
        <p:nvGrpSpPr>
          <p:cNvPr id="57" name="Group 56">
            <a:extLst>
              <a:ext uri="{FF2B5EF4-FFF2-40B4-BE49-F238E27FC236}">
                <a16:creationId xmlns:a16="http://schemas.microsoft.com/office/drawing/2014/main" id="{B632665F-B874-6AB8-9D28-3BA15E588D5C}"/>
              </a:ext>
            </a:extLst>
          </p:cNvPr>
          <p:cNvGrpSpPr/>
          <p:nvPr/>
        </p:nvGrpSpPr>
        <p:grpSpPr>
          <a:xfrm>
            <a:off x="5369356" y="1439327"/>
            <a:ext cx="1571889" cy="1173408"/>
            <a:chOff x="4433686" y="1129720"/>
            <a:chExt cx="1571889" cy="1173408"/>
          </a:xfrm>
        </p:grpSpPr>
        <p:sp>
          <p:nvSpPr>
            <p:cNvPr id="58" name="Oval 57">
              <a:extLst>
                <a:ext uri="{FF2B5EF4-FFF2-40B4-BE49-F238E27FC236}">
                  <a16:creationId xmlns:a16="http://schemas.microsoft.com/office/drawing/2014/main" id="{24FA0C9C-C9C7-83D6-0D72-75346F848680}"/>
                </a:ext>
              </a:extLst>
            </p:cNvPr>
            <p:cNvSpPr/>
            <p:nvPr/>
          </p:nvSpPr>
          <p:spPr>
            <a:xfrm>
              <a:off x="4709579" y="1129720"/>
              <a:ext cx="744215" cy="744215"/>
            </a:xfrm>
            <a:prstGeom prst="ellipse">
              <a:avLst/>
            </a:prstGeom>
            <a:solidFill>
              <a:schemeClr val="tx2">
                <a:lumMod val="90000"/>
              </a:schemeClr>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Montserrat Light" panose="00000400000000000000" pitchFamily="2" charset="0"/>
                  <a:ea typeface="+mn-ea"/>
                  <a:cs typeface="Segoe UI Semibold"/>
                </a:rPr>
                <a:t>Q4 FY21</a:t>
              </a:r>
            </a:p>
          </p:txBody>
        </p:sp>
        <p:sp>
          <p:nvSpPr>
            <p:cNvPr id="59" name="TextBox 58">
              <a:extLst>
                <a:ext uri="{FF2B5EF4-FFF2-40B4-BE49-F238E27FC236}">
                  <a16:creationId xmlns:a16="http://schemas.microsoft.com/office/drawing/2014/main" id="{6688B655-F46C-1D8D-8738-98F6EB85B628}"/>
                </a:ext>
              </a:extLst>
            </p:cNvPr>
            <p:cNvSpPr txBox="1"/>
            <p:nvPr/>
          </p:nvSpPr>
          <p:spPr>
            <a:xfrm>
              <a:off x="4433686" y="1933796"/>
              <a:ext cx="1571889" cy="369332"/>
            </a:xfrm>
            <a:prstGeom prst="rect">
              <a:avLst/>
            </a:prstGeom>
            <a:noFill/>
          </p:spPr>
          <p:txBody>
            <a:bodyPr wrap="square">
              <a:spAutoFit/>
            </a:bodyPr>
            <a:lstStyle/>
            <a:p>
              <a:pPr marL="171450" marR="0" lvl="0" indent="-171450" algn="l" defTabSz="1217558" rtl="0" eaLnBrk="1" fontAlgn="auto" latinLnBrk="0" hangingPunct="1">
                <a:lnSpc>
                  <a:spcPct val="100000"/>
                </a:lnSpc>
                <a:spcBef>
                  <a:spcPct val="50000"/>
                </a:spcBef>
                <a:spcAft>
                  <a:spcPts val="0"/>
                </a:spcAft>
                <a:buClrTx/>
                <a:buSzTx/>
                <a:buFont typeface="Wingdings" panose="05000000000000000000" pitchFamily="2" charset="2"/>
                <a:buChar char="v"/>
                <a:tabLst/>
                <a:defRPr/>
              </a:pPr>
              <a:r>
                <a:rPr kumimoji="0" lang="en-US" sz="900" b="0" i="0" u="none" strike="noStrike" kern="1200" cap="none" spc="0" normalizeH="0" baseline="0" noProof="0">
                  <a:ln>
                    <a:noFill/>
                  </a:ln>
                  <a:solidFill>
                    <a:srgbClr val="000000"/>
                  </a:solidFill>
                  <a:effectLst/>
                  <a:uLnTx/>
                  <a:uFillTx/>
                  <a:latin typeface="Montserrat Light" panose="00000400000000000000" pitchFamily="2" charset="0"/>
                  <a:ea typeface="Inter Black"/>
                  <a:cs typeface="Segoe UI" panose="020B0502040204020203" pitchFamily="34" charset="0"/>
                </a:rPr>
                <a:t>Introduced to Data &amp; BI projects</a:t>
              </a:r>
              <a:endParaRPr kumimoji="0" lang="en-IN" sz="900" b="0" i="0" u="none" strike="noStrike" kern="1200" cap="none" spc="0" normalizeH="0" baseline="0" noProof="0">
                <a:ln>
                  <a:noFill/>
                </a:ln>
                <a:solidFill>
                  <a:srgbClr val="000000"/>
                </a:solidFill>
                <a:effectLst/>
                <a:uLnTx/>
                <a:uFillTx/>
                <a:latin typeface="Montserrat Light" panose="00000400000000000000" pitchFamily="2" charset="0"/>
                <a:ea typeface="Inter Black"/>
                <a:cs typeface="Segoe UI Semibold" panose="020B0702040204020203" pitchFamily="34" charset="0"/>
              </a:endParaRPr>
            </a:p>
          </p:txBody>
        </p:sp>
      </p:grpSp>
      <p:grpSp>
        <p:nvGrpSpPr>
          <p:cNvPr id="69" name="Group 68">
            <a:extLst>
              <a:ext uri="{FF2B5EF4-FFF2-40B4-BE49-F238E27FC236}">
                <a16:creationId xmlns:a16="http://schemas.microsoft.com/office/drawing/2014/main" id="{3685EC38-CEA5-DC72-EC34-1FC625AA66C9}"/>
              </a:ext>
            </a:extLst>
          </p:cNvPr>
          <p:cNvGrpSpPr/>
          <p:nvPr/>
        </p:nvGrpSpPr>
        <p:grpSpPr>
          <a:xfrm>
            <a:off x="7445448" y="1439327"/>
            <a:ext cx="1718946" cy="1528768"/>
            <a:chOff x="6101568" y="1129720"/>
            <a:chExt cx="1718946" cy="1528768"/>
          </a:xfrm>
        </p:grpSpPr>
        <p:sp>
          <p:nvSpPr>
            <p:cNvPr id="70" name="Oval 69">
              <a:extLst>
                <a:ext uri="{FF2B5EF4-FFF2-40B4-BE49-F238E27FC236}">
                  <a16:creationId xmlns:a16="http://schemas.microsoft.com/office/drawing/2014/main" id="{1A4A6E47-465E-B20F-AA5B-DB69B6BBE925}"/>
                </a:ext>
              </a:extLst>
            </p:cNvPr>
            <p:cNvSpPr/>
            <p:nvPr/>
          </p:nvSpPr>
          <p:spPr>
            <a:xfrm>
              <a:off x="6524518" y="1129720"/>
              <a:ext cx="744215" cy="744215"/>
            </a:xfrm>
            <a:prstGeom prst="ellipse">
              <a:avLst/>
            </a:prstGeom>
            <a:solidFill>
              <a:schemeClr val="accent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64F18"/>
                  </a:solidFill>
                  <a:effectLst/>
                  <a:uLnTx/>
                  <a:uFillTx/>
                  <a:latin typeface="Montserrat Light" panose="00000400000000000000" pitchFamily="2" charset="0"/>
                  <a:ea typeface="+mn-ea"/>
                  <a:cs typeface="Segoe UI Semibold"/>
                </a:rPr>
                <a:t>Q1 FY22</a:t>
              </a:r>
            </a:p>
          </p:txBody>
        </p:sp>
        <p:sp>
          <p:nvSpPr>
            <p:cNvPr id="71" name="TextBox 70">
              <a:extLst>
                <a:ext uri="{FF2B5EF4-FFF2-40B4-BE49-F238E27FC236}">
                  <a16:creationId xmlns:a16="http://schemas.microsoft.com/office/drawing/2014/main" id="{EED64E8A-4B6C-E3E6-B453-5BA6E8E9B87C}"/>
                </a:ext>
              </a:extLst>
            </p:cNvPr>
            <p:cNvSpPr txBox="1"/>
            <p:nvPr/>
          </p:nvSpPr>
          <p:spPr>
            <a:xfrm>
              <a:off x="6101568" y="1942907"/>
              <a:ext cx="1718946" cy="715581"/>
            </a:xfrm>
            <a:prstGeom prst="rect">
              <a:avLst/>
            </a:prstGeom>
            <a:noFill/>
          </p:spPr>
          <p:txBody>
            <a:bodyPr wrap="square">
              <a:spAutoFit/>
            </a:bodyPr>
            <a:lstStyle/>
            <a:p>
              <a:pPr marL="171450" marR="0" lvl="0" indent="-171450" algn="l" defTabSz="1217558" rtl="0" eaLnBrk="1" fontAlgn="auto" latinLnBrk="0" hangingPunct="1">
                <a:lnSpc>
                  <a:spcPct val="100000"/>
                </a:lnSpc>
                <a:spcBef>
                  <a:spcPct val="50000"/>
                </a:spcBef>
                <a:spcAft>
                  <a:spcPts val="0"/>
                </a:spcAft>
                <a:buClrTx/>
                <a:buSzTx/>
                <a:buFont typeface="Wingdings" panose="05000000000000000000" pitchFamily="2" charset="2"/>
                <a:buChar char="v"/>
                <a:tabLst/>
                <a:defRPr/>
              </a:pPr>
              <a:r>
                <a:rPr kumimoji="0" lang="en-US" sz="900" b="0" i="0" u="none" strike="noStrike" kern="1200" cap="none" spc="0" normalizeH="0" baseline="0" noProof="0">
                  <a:ln>
                    <a:noFill/>
                  </a:ln>
                  <a:solidFill>
                    <a:srgbClr val="000000"/>
                  </a:solidFill>
                  <a:effectLst/>
                  <a:uLnTx/>
                  <a:uFillTx/>
                  <a:latin typeface="Montserrat Light" panose="00000400000000000000" pitchFamily="2" charset="0"/>
                  <a:ea typeface="Inter Black"/>
                  <a:cs typeface="Segoe UI" panose="020B0502040204020203" pitchFamily="34" charset="0"/>
                </a:rPr>
                <a:t>Recognized for Data Engineering projects across J&amp;J</a:t>
              </a:r>
            </a:p>
            <a:p>
              <a:pPr marL="171450" marR="0" lvl="0" indent="-171450" algn="l" defTabSz="1217558" rtl="0" eaLnBrk="1" fontAlgn="auto" latinLnBrk="0" hangingPunct="1">
                <a:lnSpc>
                  <a:spcPct val="100000"/>
                </a:lnSpc>
                <a:spcBef>
                  <a:spcPct val="50000"/>
                </a:spcBef>
                <a:spcAft>
                  <a:spcPts val="0"/>
                </a:spcAft>
                <a:buClrTx/>
                <a:buSzTx/>
                <a:buFont typeface="Wingdings" panose="05000000000000000000" pitchFamily="2" charset="2"/>
                <a:buChar char="v"/>
                <a:tabLst/>
                <a:defRPr/>
              </a:pPr>
              <a:r>
                <a:rPr kumimoji="0" lang="en-IN" sz="900" b="0" i="0" u="none" strike="noStrike" kern="1200" cap="none" spc="0" normalizeH="0" baseline="0" noProof="0">
                  <a:ln>
                    <a:noFill/>
                  </a:ln>
                  <a:solidFill>
                    <a:srgbClr val="000000"/>
                  </a:solidFill>
                  <a:effectLst/>
                  <a:uLnTx/>
                  <a:uFillTx/>
                  <a:latin typeface="Montserrat Light" pitchFamily="2" charset="77"/>
                  <a:ea typeface="Inter Black"/>
                  <a:cs typeface="Segoe UI"/>
                </a:rPr>
                <a:t>Launched JSC Maps</a:t>
              </a:r>
              <a:endParaRPr kumimoji="0" lang="en-IN" sz="900" b="0" i="0" u="none" strike="noStrike" kern="1200" cap="none" spc="0" normalizeH="0" baseline="0" noProof="0">
                <a:ln>
                  <a:noFill/>
                </a:ln>
                <a:solidFill>
                  <a:srgbClr val="000000"/>
                </a:solidFill>
                <a:effectLst/>
                <a:uLnTx/>
                <a:uFillTx/>
                <a:latin typeface="Montserrat Light" panose="00000400000000000000" pitchFamily="2" charset="0"/>
                <a:ea typeface="Inter Black"/>
                <a:cs typeface="Segoe UI Semibold" panose="020B0702040204020203" pitchFamily="34" charset="0"/>
              </a:endParaRPr>
            </a:p>
          </p:txBody>
        </p:sp>
      </p:grpSp>
      <p:sp>
        <p:nvSpPr>
          <p:cNvPr id="73" name="Oval 72">
            <a:extLst>
              <a:ext uri="{FF2B5EF4-FFF2-40B4-BE49-F238E27FC236}">
                <a16:creationId xmlns:a16="http://schemas.microsoft.com/office/drawing/2014/main" id="{9106BA7E-4D14-6481-D488-5E5B78BD6007}"/>
              </a:ext>
            </a:extLst>
          </p:cNvPr>
          <p:cNvSpPr/>
          <p:nvPr/>
        </p:nvSpPr>
        <p:spPr>
          <a:xfrm>
            <a:off x="1198951" y="3090535"/>
            <a:ext cx="744215" cy="744215"/>
          </a:xfrm>
          <a:prstGeom prst="ellipse">
            <a:avLst/>
          </a:prstGeom>
          <a:solidFill>
            <a:schemeClr val="accent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64F18"/>
                </a:solidFill>
                <a:effectLst/>
                <a:uLnTx/>
                <a:uFillTx/>
                <a:latin typeface="Montserrat Light" panose="00000400000000000000" pitchFamily="2" charset="0"/>
                <a:ea typeface="+mn-ea"/>
                <a:cs typeface="Segoe UI Semibold"/>
              </a:rPr>
              <a:t>Q1 FY25</a:t>
            </a:r>
          </a:p>
        </p:txBody>
      </p:sp>
      <p:grpSp>
        <p:nvGrpSpPr>
          <p:cNvPr id="75" name="Group 74">
            <a:extLst>
              <a:ext uri="{FF2B5EF4-FFF2-40B4-BE49-F238E27FC236}">
                <a16:creationId xmlns:a16="http://schemas.microsoft.com/office/drawing/2014/main" id="{C1FA1B80-AAE7-6145-CA88-3A1CE9DA45C0}"/>
              </a:ext>
            </a:extLst>
          </p:cNvPr>
          <p:cNvGrpSpPr/>
          <p:nvPr/>
        </p:nvGrpSpPr>
        <p:grpSpPr>
          <a:xfrm>
            <a:off x="9668597" y="1439327"/>
            <a:ext cx="1851671" cy="1381157"/>
            <a:chOff x="7916511" y="1129720"/>
            <a:chExt cx="1851671" cy="1381157"/>
          </a:xfrm>
        </p:grpSpPr>
        <p:sp>
          <p:nvSpPr>
            <p:cNvPr id="77" name="Oval 76">
              <a:extLst>
                <a:ext uri="{FF2B5EF4-FFF2-40B4-BE49-F238E27FC236}">
                  <a16:creationId xmlns:a16="http://schemas.microsoft.com/office/drawing/2014/main" id="{A00CA2BD-6CD0-0F2F-25E5-0E71A890A61F}"/>
                </a:ext>
              </a:extLst>
            </p:cNvPr>
            <p:cNvSpPr/>
            <p:nvPr/>
          </p:nvSpPr>
          <p:spPr>
            <a:xfrm>
              <a:off x="8339457" y="1129720"/>
              <a:ext cx="744215" cy="744215"/>
            </a:xfrm>
            <a:prstGeom prst="ellipse">
              <a:avLst/>
            </a:prstGeom>
            <a:solidFill>
              <a:schemeClr val="tx2">
                <a:lumMod val="90000"/>
              </a:schemeClr>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Montserrat Light" panose="00000400000000000000" pitchFamily="2" charset="0"/>
                  <a:ea typeface="+mn-ea"/>
                  <a:cs typeface="Segoe UI Semibold"/>
                </a:rPr>
                <a:t>Q2 FY22</a:t>
              </a:r>
            </a:p>
          </p:txBody>
        </p:sp>
        <p:sp>
          <p:nvSpPr>
            <p:cNvPr id="78" name="TextBox 77">
              <a:extLst>
                <a:ext uri="{FF2B5EF4-FFF2-40B4-BE49-F238E27FC236}">
                  <a16:creationId xmlns:a16="http://schemas.microsoft.com/office/drawing/2014/main" id="{9F498A8C-409C-95D2-9406-5344448F0910}"/>
                </a:ext>
              </a:extLst>
            </p:cNvPr>
            <p:cNvSpPr txBox="1"/>
            <p:nvPr/>
          </p:nvSpPr>
          <p:spPr>
            <a:xfrm>
              <a:off x="7916511" y="1933796"/>
              <a:ext cx="1851671" cy="577081"/>
            </a:xfrm>
            <a:prstGeom prst="rect">
              <a:avLst/>
            </a:prstGeom>
            <a:noFill/>
          </p:spPr>
          <p:txBody>
            <a:bodyPr wrap="square">
              <a:spAutoFit/>
            </a:bodyPr>
            <a:lstStyle/>
            <a:p>
              <a:pPr marL="171450" marR="0" lvl="0" indent="-171450" algn="l" defTabSz="1217558" rtl="0" eaLnBrk="1" fontAlgn="auto" latinLnBrk="0" hangingPunct="1">
                <a:lnSpc>
                  <a:spcPct val="100000"/>
                </a:lnSpc>
                <a:spcBef>
                  <a:spcPct val="50000"/>
                </a:spcBef>
                <a:spcAft>
                  <a:spcPts val="0"/>
                </a:spcAft>
                <a:buClrTx/>
                <a:buSzTx/>
                <a:buFont typeface="Wingdings" panose="05000000000000000000" pitchFamily="2" charset="2"/>
                <a:buChar char="v"/>
                <a:tabLst/>
                <a:defRPr/>
              </a:pPr>
              <a:r>
                <a:rPr kumimoji="0" lang="en-US" sz="900" b="0" i="0" u="none" strike="noStrike" kern="1200" cap="none" spc="0" normalizeH="0" baseline="0" noProof="0">
                  <a:ln>
                    <a:noFill/>
                  </a:ln>
                  <a:solidFill>
                    <a:srgbClr val="000000"/>
                  </a:solidFill>
                  <a:effectLst/>
                  <a:uLnTx/>
                  <a:uFillTx/>
                  <a:latin typeface="Montserrat Light" panose="00000400000000000000" pitchFamily="2" charset="0"/>
                  <a:ea typeface="Inter Black"/>
                  <a:cs typeface="Segoe UI" panose="020B0502040204020203" pitchFamily="34" charset="0"/>
                </a:rPr>
                <a:t>Team of 200+ Engineers working in J&amp;J</a:t>
              </a:r>
            </a:p>
            <a:p>
              <a:pPr marL="171450" marR="0" lvl="0" indent="-171450" algn="l" defTabSz="1217558" rtl="0" eaLnBrk="1" fontAlgn="auto" latinLnBrk="0" hangingPunct="1">
                <a:lnSpc>
                  <a:spcPct val="100000"/>
                </a:lnSpc>
                <a:spcBef>
                  <a:spcPct val="50000"/>
                </a:spcBef>
                <a:spcAft>
                  <a:spcPts val="0"/>
                </a:spcAft>
                <a:buClrTx/>
                <a:buSzTx/>
                <a:buFont typeface="Wingdings" panose="05000000000000000000" pitchFamily="2" charset="2"/>
                <a:buChar char="v"/>
                <a:tabLst/>
                <a:defRPr/>
              </a:pPr>
              <a:r>
                <a:rPr kumimoji="0" lang="en-IN" sz="900" b="0" i="0" u="none" strike="noStrike" kern="1200" cap="none" spc="0" normalizeH="0" baseline="0" noProof="0">
                  <a:ln>
                    <a:noFill/>
                  </a:ln>
                  <a:solidFill>
                    <a:srgbClr val="000000"/>
                  </a:solidFill>
                  <a:effectLst/>
                  <a:uLnTx/>
                  <a:uFillTx/>
                  <a:latin typeface="Montserrat Light" panose="00000400000000000000" pitchFamily="2" charset="0"/>
                  <a:ea typeface="Inter Black"/>
                  <a:cs typeface="Segoe UI" panose="020B0502040204020203" pitchFamily="34" charset="0"/>
                </a:rPr>
                <a:t>GTOM</a:t>
              </a:r>
            </a:p>
          </p:txBody>
        </p:sp>
      </p:grpSp>
      <p:cxnSp>
        <p:nvCxnSpPr>
          <p:cNvPr id="79" name="Straight Arrow Connector 78">
            <a:extLst>
              <a:ext uri="{FF2B5EF4-FFF2-40B4-BE49-F238E27FC236}">
                <a16:creationId xmlns:a16="http://schemas.microsoft.com/office/drawing/2014/main" id="{2EC79110-9F20-A0A6-8618-5B9E44616EEC}"/>
              </a:ext>
            </a:extLst>
          </p:cNvPr>
          <p:cNvCxnSpPr>
            <a:cxnSpLocks/>
          </p:cNvCxnSpPr>
          <p:nvPr/>
        </p:nvCxnSpPr>
        <p:spPr>
          <a:xfrm>
            <a:off x="2379342" y="1784940"/>
            <a:ext cx="606582"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775B3EC5-D67B-1C32-0E1E-099361A39E96}"/>
              </a:ext>
            </a:extLst>
          </p:cNvPr>
          <p:cNvCxnSpPr>
            <a:cxnSpLocks/>
          </p:cNvCxnSpPr>
          <p:nvPr/>
        </p:nvCxnSpPr>
        <p:spPr>
          <a:xfrm>
            <a:off x="4602491" y="1784940"/>
            <a:ext cx="606582"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81" name="Straight Arrow Connector 80">
            <a:extLst>
              <a:ext uri="{FF2B5EF4-FFF2-40B4-BE49-F238E27FC236}">
                <a16:creationId xmlns:a16="http://schemas.microsoft.com/office/drawing/2014/main" id="{BD4EEB88-5E29-0620-ECB8-68B7E8D9FC71}"/>
              </a:ext>
            </a:extLst>
          </p:cNvPr>
          <p:cNvCxnSpPr>
            <a:cxnSpLocks/>
          </p:cNvCxnSpPr>
          <p:nvPr/>
        </p:nvCxnSpPr>
        <p:spPr>
          <a:xfrm>
            <a:off x="6825640" y="1784940"/>
            <a:ext cx="606582"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82" name="Straight Arrow Connector 81">
            <a:extLst>
              <a:ext uri="{FF2B5EF4-FFF2-40B4-BE49-F238E27FC236}">
                <a16:creationId xmlns:a16="http://schemas.microsoft.com/office/drawing/2014/main" id="{7F78E2B5-373E-FAF3-8B2B-750C6CD18BB2}"/>
              </a:ext>
            </a:extLst>
          </p:cNvPr>
          <p:cNvCxnSpPr>
            <a:cxnSpLocks/>
          </p:cNvCxnSpPr>
          <p:nvPr/>
        </p:nvCxnSpPr>
        <p:spPr>
          <a:xfrm>
            <a:off x="9048789" y="1784940"/>
            <a:ext cx="606582"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83" name="Rectangle 82">
            <a:extLst>
              <a:ext uri="{FF2B5EF4-FFF2-40B4-BE49-F238E27FC236}">
                <a16:creationId xmlns:a16="http://schemas.microsoft.com/office/drawing/2014/main" id="{1E158A69-50E4-E529-F557-61B8F03B2228}"/>
              </a:ext>
            </a:extLst>
          </p:cNvPr>
          <p:cNvSpPr/>
          <p:nvPr/>
        </p:nvSpPr>
        <p:spPr>
          <a:xfrm>
            <a:off x="9668597" y="5019982"/>
            <a:ext cx="2526426" cy="85393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Montserrat Light" panose="00000400000000000000" pitchFamily="2" charset="0"/>
              <a:ea typeface="+mn-ea"/>
              <a:cs typeface="+mn-cs"/>
            </a:endParaRPr>
          </a:p>
        </p:txBody>
      </p:sp>
      <p:grpSp>
        <p:nvGrpSpPr>
          <p:cNvPr id="84" name="Group 83">
            <a:extLst>
              <a:ext uri="{FF2B5EF4-FFF2-40B4-BE49-F238E27FC236}">
                <a16:creationId xmlns:a16="http://schemas.microsoft.com/office/drawing/2014/main" id="{37729BAB-AC41-901B-D708-E0F95A917D11}"/>
              </a:ext>
            </a:extLst>
          </p:cNvPr>
          <p:cNvGrpSpPr/>
          <p:nvPr/>
        </p:nvGrpSpPr>
        <p:grpSpPr>
          <a:xfrm>
            <a:off x="9186650" y="4815577"/>
            <a:ext cx="2938292" cy="1245891"/>
            <a:chOff x="3746662" y="4485687"/>
            <a:chExt cx="2707863" cy="1455001"/>
          </a:xfrm>
        </p:grpSpPr>
        <p:sp>
          <p:nvSpPr>
            <p:cNvPr id="85" name="Oval 84">
              <a:extLst>
                <a:ext uri="{FF2B5EF4-FFF2-40B4-BE49-F238E27FC236}">
                  <a16:creationId xmlns:a16="http://schemas.microsoft.com/office/drawing/2014/main" id="{170D006C-E425-745E-37A5-37FB0D3FBAB6}"/>
                </a:ext>
              </a:extLst>
            </p:cNvPr>
            <p:cNvSpPr/>
            <p:nvPr/>
          </p:nvSpPr>
          <p:spPr>
            <a:xfrm>
              <a:off x="3746662" y="4485687"/>
              <a:ext cx="1124159" cy="1455001"/>
            </a:xfrm>
            <a:prstGeom prst="ellipse">
              <a:avLst/>
            </a:prstGeom>
            <a:solidFill>
              <a:schemeClr val="tx1">
                <a:lumMod val="50000"/>
                <a:lumOff val="50000"/>
              </a:schemeClr>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4EBBB0"/>
                </a:buClr>
                <a:buSzTx/>
                <a:buFontTx/>
                <a:buNone/>
                <a:tabLst/>
                <a:defRPr/>
              </a:pPr>
              <a:r>
                <a:rPr kumimoji="0" lang="en-US" sz="1800" b="1" i="0" u="none" strike="noStrike" kern="1200" cap="none" spc="0" normalizeH="0" baseline="0" noProof="0">
                  <a:ln>
                    <a:noFill/>
                  </a:ln>
                  <a:solidFill>
                    <a:srgbClr val="FFFFFF"/>
                  </a:solidFill>
                  <a:effectLst/>
                  <a:uLnTx/>
                  <a:uFillTx/>
                  <a:latin typeface="Montserrat" panose="00000500000000000000" pitchFamily="2" charset="0"/>
                  <a:ea typeface="+mn-ea"/>
                  <a:cs typeface="Segoe UI Semibold"/>
                </a:rPr>
                <a:t>Q1 FY26</a:t>
              </a:r>
            </a:p>
          </p:txBody>
        </p:sp>
        <p:sp>
          <p:nvSpPr>
            <p:cNvPr id="86" name="TextBox 85">
              <a:extLst>
                <a:ext uri="{FF2B5EF4-FFF2-40B4-BE49-F238E27FC236}">
                  <a16:creationId xmlns:a16="http://schemas.microsoft.com/office/drawing/2014/main" id="{ADC5003C-75DF-2CD5-6AFE-B3B017799846}"/>
                </a:ext>
              </a:extLst>
            </p:cNvPr>
            <p:cNvSpPr txBox="1"/>
            <p:nvPr/>
          </p:nvSpPr>
          <p:spPr>
            <a:xfrm>
              <a:off x="4921367" y="4862739"/>
              <a:ext cx="1533158" cy="700895"/>
            </a:xfrm>
            <a:prstGeom prst="rect">
              <a:avLst/>
            </a:prstGeom>
            <a:noFill/>
          </p:spPr>
          <p:txBody>
            <a:bodyPr wrap="square">
              <a:spAutoFit/>
            </a:bodyPr>
            <a:lstStyle/>
            <a:p>
              <a:pPr marL="0" marR="0" lvl="0" indent="0" algn="l" defTabSz="1217558" rtl="0" eaLnBrk="1" fontAlgn="auto" latinLnBrk="0" hangingPunct="1">
                <a:lnSpc>
                  <a:spcPct val="100000"/>
                </a:lnSpc>
                <a:spcBef>
                  <a:spcPct val="5000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Montserrat Light" panose="00000400000000000000" pitchFamily="2" charset="0"/>
                  <a:ea typeface="Inter Black"/>
                  <a:cs typeface="Segoe UI" panose="020B0502040204020203" pitchFamily="34" charset="0"/>
                </a:rPr>
                <a:t>Strategic Data &amp; Software Engineering Partner</a:t>
              </a:r>
              <a:endParaRPr kumimoji="0" lang="en-IN" sz="1100" b="0" i="0" u="none" strike="noStrike" kern="1200" cap="none" spc="0" normalizeH="0" baseline="0" noProof="0">
                <a:ln>
                  <a:noFill/>
                </a:ln>
                <a:solidFill>
                  <a:srgbClr val="FFFFFF"/>
                </a:solidFill>
                <a:effectLst/>
                <a:uLnTx/>
                <a:uFillTx/>
                <a:latin typeface="Montserrat Light" panose="00000400000000000000" pitchFamily="2" charset="0"/>
                <a:ea typeface="Inter Black"/>
                <a:cs typeface="Segoe UI Semibold" panose="020B0702040204020203" pitchFamily="34" charset="0"/>
              </a:endParaRPr>
            </a:p>
          </p:txBody>
        </p:sp>
      </p:grpSp>
      <p:cxnSp>
        <p:nvCxnSpPr>
          <p:cNvPr id="87" name="Straight Arrow Connector 86">
            <a:extLst>
              <a:ext uri="{FF2B5EF4-FFF2-40B4-BE49-F238E27FC236}">
                <a16:creationId xmlns:a16="http://schemas.microsoft.com/office/drawing/2014/main" id="{0042264B-2056-F440-30FA-2961BDB623E2}"/>
              </a:ext>
            </a:extLst>
          </p:cNvPr>
          <p:cNvCxnSpPr>
            <a:cxnSpLocks/>
          </p:cNvCxnSpPr>
          <p:nvPr/>
        </p:nvCxnSpPr>
        <p:spPr>
          <a:xfrm>
            <a:off x="2473538" y="5351824"/>
            <a:ext cx="606582"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pic>
        <p:nvPicPr>
          <p:cNvPr id="88" name="Graphic 87" descr="Flag with solid fill">
            <a:extLst>
              <a:ext uri="{FF2B5EF4-FFF2-40B4-BE49-F238E27FC236}">
                <a16:creationId xmlns:a16="http://schemas.microsoft.com/office/drawing/2014/main" id="{3E952E2B-D259-80EB-84CA-C19FE89920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62722" y="1141661"/>
            <a:ext cx="422050" cy="422050"/>
          </a:xfrm>
          <a:prstGeom prst="rect">
            <a:avLst/>
          </a:prstGeom>
        </p:spPr>
      </p:pic>
      <p:pic>
        <p:nvPicPr>
          <p:cNvPr id="9" name="Graphic 8">
            <a:extLst>
              <a:ext uri="{FF2B5EF4-FFF2-40B4-BE49-F238E27FC236}">
                <a16:creationId xmlns:a16="http://schemas.microsoft.com/office/drawing/2014/main" id="{4AD2E1C3-B15A-2331-76B0-90632170D0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628966" y="339769"/>
            <a:ext cx="220134" cy="228600"/>
          </a:xfrm>
          <a:prstGeom prst="rect">
            <a:avLst/>
          </a:prstGeom>
        </p:spPr>
      </p:pic>
      <p:cxnSp>
        <p:nvCxnSpPr>
          <p:cNvPr id="26" name="Straight Arrow Connector 25">
            <a:extLst>
              <a:ext uri="{FF2B5EF4-FFF2-40B4-BE49-F238E27FC236}">
                <a16:creationId xmlns:a16="http://schemas.microsoft.com/office/drawing/2014/main" id="{4BA8A24C-1636-A995-6BDB-CD1E1EB26297}"/>
              </a:ext>
            </a:extLst>
          </p:cNvPr>
          <p:cNvCxnSpPr>
            <a:cxnSpLocks/>
          </p:cNvCxnSpPr>
          <p:nvPr/>
        </p:nvCxnSpPr>
        <p:spPr>
          <a:xfrm>
            <a:off x="4722588" y="5369303"/>
            <a:ext cx="606582"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D3086290-47AA-455B-59DE-8020D9885E84}"/>
              </a:ext>
            </a:extLst>
          </p:cNvPr>
          <p:cNvSpPr txBox="1"/>
          <p:nvPr/>
        </p:nvSpPr>
        <p:spPr>
          <a:xfrm flipH="1">
            <a:off x="7446673" y="3847328"/>
            <a:ext cx="1717721" cy="507831"/>
          </a:xfrm>
          <a:prstGeom prst="rect">
            <a:avLst/>
          </a:prstGeom>
          <a:noFill/>
        </p:spPr>
        <p:txBody>
          <a:bodyPr wrap="square">
            <a:spAutoFit/>
          </a:bodyPr>
          <a:lstStyle/>
          <a:p>
            <a:pPr marL="171450" marR="0" lvl="0" indent="-171450" algn="l" defTabSz="1217558" rtl="0" eaLnBrk="1" fontAlgn="auto" latinLnBrk="0" hangingPunct="1">
              <a:lnSpc>
                <a:spcPct val="100000"/>
              </a:lnSpc>
              <a:spcBef>
                <a:spcPct val="50000"/>
              </a:spcBef>
              <a:spcAft>
                <a:spcPts val="0"/>
              </a:spcAft>
              <a:buClrTx/>
              <a:buSzTx/>
              <a:buFont typeface="Wingdings" panose="05000000000000000000" pitchFamily="2" charset="2"/>
              <a:buChar char="v"/>
              <a:tabLst/>
              <a:defRPr/>
            </a:pPr>
            <a:r>
              <a:rPr kumimoji="0" lang="en-US" sz="900" b="0" i="0" u="none" strike="noStrike" kern="1200" cap="none" spc="0" normalizeH="0" baseline="0" noProof="0">
                <a:ln>
                  <a:noFill/>
                </a:ln>
                <a:solidFill>
                  <a:srgbClr val="000000"/>
                </a:solidFill>
                <a:effectLst/>
                <a:uLnTx/>
                <a:uFillTx/>
                <a:latin typeface="Montserrat Light" panose="00000400000000000000" pitchFamily="2" charset="0"/>
                <a:ea typeface="Inter Black"/>
                <a:cs typeface="Segoe UI" panose="020B0502040204020203" pitchFamily="34" charset="0"/>
              </a:rPr>
              <a:t>Expanded into flagship products like CT, ATP, OTIF-D, CTD, etc.</a:t>
            </a:r>
            <a:endParaRPr kumimoji="0" lang="en-IN" sz="900" b="0" i="0" u="none" strike="noStrike" kern="1200" cap="none" spc="0" normalizeH="0" baseline="0" noProof="0">
              <a:ln>
                <a:noFill/>
              </a:ln>
              <a:solidFill>
                <a:srgbClr val="000000"/>
              </a:solidFill>
              <a:effectLst/>
              <a:uLnTx/>
              <a:uFillTx/>
              <a:latin typeface="Montserrat Light" panose="00000400000000000000" pitchFamily="2" charset="0"/>
              <a:ea typeface="Inter Black"/>
              <a:cs typeface="Segoe UI Semibold" panose="020B0702040204020203" pitchFamily="34" charset="0"/>
            </a:endParaRPr>
          </a:p>
        </p:txBody>
      </p:sp>
      <p:sp>
        <p:nvSpPr>
          <p:cNvPr id="45" name="TextBox 44">
            <a:extLst>
              <a:ext uri="{FF2B5EF4-FFF2-40B4-BE49-F238E27FC236}">
                <a16:creationId xmlns:a16="http://schemas.microsoft.com/office/drawing/2014/main" id="{F862A12E-1409-47E3-4A5D-E007F8AEF00C}"/>
              </a:ext>
            </a:extLst>
          </p:cNvPr>
          <p:cNvSpPr txBox="1"/>
          <p:nvPr/>
        </p:nvSpPr>
        <p:spPr>
          <a:xfrm flipH="1">
            <a:off x="5277264" y="3869092"/>
            <a:ext cx="1663981" cy="715581"/>
          </a:xfrm>
          <a:prstGeom prst="rect">
            <a:avLst/>
          </a:prstGeom>
          <a:noFill/>
        </p:spPr>
        <p:txBody>
          <a:bodyPr wrap="square" lIns="91440" tIns="45720" rIns="91440" bIns="45720" anchor="t">
            <a:spAutoFit/>
          </a:bodyPr>
          <a:lstStyle/>
          <a:p>
            <a:pPr marL="171450" marR="0" lvl="0" indent="-171450" algn="l" defTabSz="1217558" rtl="0" eaLnBrk="1" fontAlgn="auto" latinLnBrk="0" hangingPunct="1">
              <a:lnSpc>
                <a:spcPct val="100000"/>
              </a:lnSpc>
              <a:spcBef>
                <a:spcPct val="50000"/>
              </a:spcBef>
              <a:spcAft>
                <a:spcPts val="0"/>
              </a:spcAft>
              <a:buClrTx/>
              <a:buSzTx/>
              <a:buFont typeface="Wingdings" panose="05000000000000000000" pitchFamily="2" charset="2"/>
              <a:buChar char="v"/>
              <a:tabLst/>
              <a:defRPr/>
            </a:pPr>
            <a:r>
              <a:rPr kumimoji="0" lang="en-US" sz="900" b="0" i="0" u="none" strike="noStrike" kern="1200" cap="none" spc="0" normalizeH="0" baseline="0" noProof="0">
                <a:ln>
                  <a:noFill/>
                </a:ln>
                <a:solidFill>
                  <a:srgbClr val="000000"/>
                </a:solidFill>
                <a:effectLst/>
                <a:uLnTx/>
                <a:uFillTx/>
                <a:latin typeface="Montserrat Light"/>
                <a:ea typeface="Inter Black"/>
                <a:cs typeface="Segoe UI"/>
              </a:rPr>
              <a:t>Initiated Nerve center and DS work support in GDCM, Pharm CT</a:t>
            </a:r>
          </a:p>
          <a:p>
            <a:pPr marL="171450" marR="0" lvl="0" indent="-171450" algn="l" defTabSz="1217558" rtl="0" eaLnBrk="1" fontAlgn="auto" latinLnBrk="0" hangingPunct="1">
              <a:lnSpc>
                <a:spcPct val="100000"/>
              </a:lnSpc>
              <a:spcBef>
                <a:spcPct val="50000"/>
              </a:spcBef>
              <a:spcAft>
                <a:spcPts val="0"/>
              </a:spcAft>
              <a:buClrTx/>
              <a:buSzTx/>
              <a:buFont typeface="Wingdings" panose="05000000000000000000" pitchFamily="2" charset="2"/>
              <a:buChar char="v"/>
              <a:tabLst/>
              <a:defRPr/>
            </a:pPr>
            <a:r>
              <a:rPr kumimoji="0" lang="en-IN" sz="900" b="0" i="0" u="none" strike="noStrike" kern="1200" cap="none" spc="0" normalizeH="0" baseline="0" noProof="0" err="1">
                <a:ln>
                  <a:noFill/>
                </a:ln>
                <a:solidFill>
                  <a:srgbClr val="000000"/>
                </a:solidFill>
                <a:effectLst/>
                <a:uLnTx/>
                <a:uFillTx/>
                <a:latin typeface="Montserrat Light"/>
                <a:ea typeface="Inter Black"/>
                <a:cs typeface="Segoe UI"/>
              </a:rPr>
              <a:t>Helpr</a:t>
            </a:r>
            <a:r>
              <a:rPr kumimoji="0" lang="en-IN" sz="900" b="0" i="0" u="none" strike="noStrike" kern="1200" cap="none" spc="0" normalizeH="0" baseline="0" noProof="0">
                <a:ln>
                  <a:noFill/>
                </a:ln>
                <a:solidFill>
                  <a:srgbClr val="000000"/>
                </a:solidFill>
                <a:effectLst/>
                <a:uLnTx/>
                <a:uFillTx/>
                <a:latin typeface="Montserrat Light"/>
                <a:ea typeface="Inter Black"/>
                <a:cs typeface="Segoe UI"/>
              </a:rPr>
              <a:t> &amp; T&amp;T</a:t>
            </a:r>
          </a:p>
        </p:txBody>
      </p:sp>
      <p:sp>
        <p:nvSpPr>
          <p:cNvPr id="46" name="TextBox 45">
            <a:extLst>
              <a:ext uri="{FF2B5EF4-FFF2-40B4-BE49-F238E27FC236}">
                <a16:creationId xmlns:a16="http://schemas.microsoft.com/office/drawing/2014/main" id="{B841A07A-C248-8237-33C5-C4F23BBDCD96}"/>
              </a:ext>
            </a:extLst>
          </p:cNvPr>
          <p:cNvSpPr txBox="1"/>
          <p:nvPr/>
        </p:nvSpPr>
        <p:spPr>
          <a:xfrm>
            <a:off x="3150292" y="3855275"/>
            <a:ext cx="1663981" cy="663961"/>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IN" sz="900" b="0" i="0" u="none" strike="noStrike" kern="1200" cap="none" spc="0" normalizeH="0" baseline="0" noProof="0">
                <a:ln>
                  <a:noFill/>
                </a:ln>
                <a:solidFill>
                  <a:srgbClr val="000000"/>
                </a:solidFill>
                <a:effectLst/>
                <a:uLnTx/>
                <a:uFillTx/>
                <a:latin typeface="Montserrat Light" pitchFamily="2" charset="77"/>
                <a:ea typeface="Inter Black"/>
                <a:cs typeface="Segoe UI"/>
              </a:rPr>
              <a:t>Managing 50+ engagement, single largest partner with 200+ Engineers </a:t>
            </a:r>
            <a:endParaRPr kumimoji="0" lang="en-US" sz="900" b="0" i="0" u="none" strike="noStrike" kern="1200" cap="none" spc="0" normalizeH="0" baseline="0" noProof="0">
              <a:ln>
                <a:noFill/>
              </a:ln>
              <a:solidFill>
                <a:srgbClr val="000000"/>
              </a:solidFill>
              <a:effectLst/>
              <a:uLnTx/>
              <a:uFillTx/>
              <a:latin typeface="Aptos" panose="020B0004020202020204"/>
              <a:ea typeface="+mn-ea"/>
              <a:cs typeface="+mn-cs"/>
            </a:endParaRPr>
          </a:p>
        </p:txBody>
      </p:sp>
      <p:sp>
        <p:nvSpPr>
          <p:cNvPr id="47" name="TextBox 46">
            <a:extLst>
              <a:ext uri="{FF2B5EF4-FFF2-40B4-BE49-F238E27FC236}">
                <a16:creationId xmlns:a16="http://schemas.microsoft.com/office/drawing/2014/main" id="{642CA451-02EF-965B-A2AC-A2540F90F102}"/>
              </a:ext>
            </a:extLst>
          </p:cNvPr>
          <p:cNvSpPr txBox="1"/>
          <p:nvPr/>
        </p:nvSpPr>
        <p:spPr>
          <a:xfrm>
            <a:off x="1007402" y="3910069"/>
            <a:ext cx="2072718" cy="784830"/>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900" b="0" i="0" u="none" strike="noStrike" kern="1200" cap="none" spc="0" normalizeH="0" baseline="0" noProof="0">
                <a:ln>
                  <a:noFill/>
                </a:ln>
                <a:solidFill>
                  <a:srgbClr val="000000"/>
                </a:solidFill>
                <a:effectLst/>
                <a:uLnTx/>
                <a:uFillTx/>
                <a:latin typeface="Montserrat Light" pitchFamily="2" charset="77"/>
                <a:ea typeface="Inter Black"/>
                <a:cs typeface="Segoe UI"/>
              </a:rPr>
              <a:t>Managing 60+ engagements in Data, Software and supply chain domain with 200+ engineers working from India, Brazil and USA</a:t>
            </a:r>
            <a:endParaRPr kumimoji="0" lang="en-US" sz="900" b="0" i="0" u="none" strike="noStrike" kern="1200" cap="none" spc="0" normalizeH="0" baseline="0" noProof="0">
              <a:ln>
                <a:noFill/>
              </a:ln>
              <a:solidFill>
                <a:srgbClr val="000000"/>
              </a:solidFill>
              <a:effectLst/>
              <a:uLnTx/>
              <a:uFillTx/>
              <a:latin typeface="Aptos" panose="020B0004020202020204"/>
              <a:ea typeface="+mn-ea"/>
              <a:cs typeface="+mn-cs"/>
            </a:endParaRPr>
          </a:p>
        </p:txBody>
      </p:sp>
      <p:sp>
        <p:nvSpPr>
          <p:cNvPr id="48" name="TextBox 47">
            <a:extLst>
              <a:ext uri="{FF2B5EF4-FFF2-40B4-BE49-F238E27FC236}">
                <a16:creationId xmlns:a16="http://schemas.microsoft.com/office/drawing/2014/main" id="{1F09AC10-E2FA-DF54-95D8-4A50D466A021}"/>
              </a:ext>
            </a:extLst>
          </p:cNvPr>
          <p:cNvSpPr txBox="1"/>
          <p:nvPr/>
        </p:nvSpPr>
        <p:spPr>
          <a:xfrm>
            <a:off x="9668597" y="3909917"/>
            <a:ext cx="1296001" cy="230832"/>
          </a:xfrm>
          <a:prstGeom prst="rect">
            <a:avLst/>
          </a:prstGeom>
          <a:noFill/>
        </p:spPr>
        <p:txBody>
          <a:bodyPr wrap="square">
            <a:spAutoFit/>
          </a:bodyPr>
          <a:lstStyle/>
          <a:p>
            <a:pPr marL="171450" marR="0" lvl="0" indent="-171450" algn="ctr" defTabSz="1217558" rtl="0" eaLnBrk="1" fontAlgn="auto" latinLnBrk="0" hangingPunct="1">
              <a:lnSpc>
                <a:spcPct val="100000"/>
              </a:lnSpc>
              <a:spcBef>
                <a:spcPct val="50000"/>
              </a:spcBef>
              <a:spcAft>
                <a:spcPts val="0"/>
              </a:spcAft>
              <a:buClrTx/>
              <a:buSzTx/>
              <a:buFont typeface="Wingdings" panose="05000000000000000000" pitchFamily="2" charset="2"/>
              <a:buChar char="v"/>
              <a:tabLst/>
              <a:defRPr/>
            </a:pPr>
            <a:r>
              <a:rPr kumimoji="0" lang="en-US" sz="900" b="0" i="0" u="none" strike="noStrike" kern="1200" cap="none" spc="0" normalizeH="0" baseline="0" noProof="0">
                <a:ln>
                  <a:noFill/>
                </a:ln>
                <a:solidFill>
                  <a:srgbClr val="000000"/>
                </a:solidFill>
                <a:effectLst/>
                <a:uLnTx/>
                <a:uFillTx/>
                <a:latin typeface="Montserrat Light" panose="00000400000000000000" pitchFamily="2" charset="0"/>
                <a:ea typeface="Inter Black"/>
                <a:cs typeface="Segoe UI" panose="020B0502040204020203" pitchFamily="34" charset="0"/>
              </a:rPr>
              <a:t>GDCM Launch</a:t>
            </a:r>
          </a:p>
        </p:txBody>
      </p:sp>
      <p:sp>
        <p:nvSpPr>
          <p:cNvPr id="49" name="TextBox 48">
            <a:extLst>
              <a:ext uri="{FF2B5EF4-FFF2-40B4-BE49-F238E27FC236}">
                <a16:creationId xmlns:a16="http://schemas.microsoft.com/office/drawing/2014/main" id="{8E00AB66-851E-4DAC-DAC4-4F210845AEA3}"/>
              </a:ext>
            </a:extLst>
          </p:cNvPr>
          <p:cNvSpPr txBox="1"/>
          <p:nvPr/>
        </p:nvSpPr>
        <p:spPr>
          <a:xfrm flipH="1">
            <a:off x="3086407" y="5858569"/>
            <a:ext cx="1636181" cy="369332"/>
          </a:xfrm>
          <a:prstGeom prst="rect">
            <a:avLst/>
          </a:prstGeom>
          <a:noFill/>
        </p:spPr>
        <p:txBody>
          <a:bodyPr wrap="square" lIns="91440" tIns="45720" rIns="91440" bIns="45720" anchor="t">
            <a:spAutoFit/>
          </a:bodyPr>
          <a:lstStyle/>
          <a:p>
            <a:pPr marL="171450" marR="0" lvl="0" indent="-171450" algn="l" defTabSz="1217558" rtl="0" eaLnBrk="1" fontAlgn="auto" latinLnBrk="0" hangingPunct="1">
              <a:lnSpc>
                <a:spcPct val="100000"/>
              </a:lnSpc>
              <a:spcBef>
                <a:spcPct val="50000"/>
              </a:spcBef>
              <a:spcAft>
                <a:spcPts val="0"/>
              </a:spcAft>
              <a:buClrTx/>
              <a:buSzTx/>
              <a:buFont typeface="Wingdings" panose="05000000000000000000" pitchFamily="2" charset="2"/>
              <a:buChar char="v"/>
              <a:tabLst/>
              <a:defRPr/>
            </a:pPr>
            <a:r>
              <a:rPr kumimoji="0" lang="en-IN" sz="900" b="0" i="0" u="none" strike="noStrike" kern="1200" cap="none" spc="0" normalizeH="0" baseline="0" noProof="0">
                <a:ln>
                  <a:noFill/>
                </a:ln>
                <a:solidFill>
                  <a:srgbClr val="000000"/>
                </a:solidFill>
                <a:effectLst/>
                <a:uLnTx/>
                <a:uFillTx/>
                <a:latin typeface="Montserrat Light"/>
                <a:ea typeface="Inter Black"/>
                <a:cs typeface="Segoe UI"/>
              </a:rPr>
              <a:t>Started working on DC </a:t>
            </a:r>
            <a:r>
              <a:rPr kumimoji="0" lang="en-IN" sz="900" b="0" i="0" u="none" strike="noStrike" kern="1200" cap="none" spc="0" normalizeH="0" baseline="0" noProof="0" err="1">
                <a:ln>
                  <a:noFill/>
                </a:ln>
                <a:solidFill>
                  <a:srgbClr val="000000"/>
                </a:solidFill>
                <a:effectLst/>
                <a:uLnTx/>
                <a:uFillTx/>
                <a:latin typeface="Montserrat Light"/>
                <a:ea typeface="Inter Black"/>
                <a:cs typeface="Segoe UI"/>
              </a:rPr>
              <a:t>Archtypes</a:t>
            </a:r>
            <a:r>
              <a:rPr kumimoji="0" lang="en-IN" sz="900" b="0" i="0" u="none" strike="noStrike" kern="1200" cap="none" spc="0" normalizeH="0" baseline="0" noProof="0">
                <a:ln>
                  <a:noFill/>
                </a:ln>
                <a:solidFill>
                  <a:srgbClr val="000000"/>
                </a:solidFill>
                <a:effectLst/>
                <a:uLnTx/>
                <a:uFillTx/>
                <a:latin typeface="Montserrat Light"/>
                <a:ea typeface="Inter Black"/>
                <a:cs typeface="Segoe UI"/>
              </a:rPr>
              <a:t> MVP0</a:t>
            </a:r>
            <a:endParaRPr kumimoji="0" lang="en-US" sz="1800" b="0" i="0" u="none" strike="noStrike" kern="1200" cap="none" spc="0" normalizeH="0" baseline="0" noProof="0">
              <a:ln>
                <a:noFill/>
              </a:ln>
              <a:solidFill>
                <a:srgbClr val="000000"/>
              </a:solidFill>
              <a:effectLst/>
              <a:uLnTx/>
              <a:uFillTx/>
              <a:latin typeface="Montserrat Light"/>
              <a:ea typeface="+mn-ea"/>
              <a:cs typeface="Segoe UI"/>
            </a:endParaRPr>
          </a:p>
        </p:txBody>
      </p:sp>
      <p:sp>
        <p:nvSpPr>
          <p:cNvPr id="50" name="TextBox 49">
            <a:extLst>
              <a:ext uri="{FF2B5EF4-FFF2-40B4-BE49-F238E27FC236}">
                <a16:creationId xmlns:a16="http://schemas.microsoft.com/office/drawing/2014/main" id="{7028CE7C-C42E-6A66-FC53-A1DADEA5663E}"/>
              </a:ext>
            </a:extLst>
          </p:cNvPr>
          <p:cNvSpPr txBox="1"/>
          <p:nvPr/>
        </p:nvSpPr>
        <p:spPr>
          <a:xfrm flipH="1">
            <a:off x="935869" y="5841913"/>
            <a:ext cx="1797903" cy="692497"/>
          </a:xfrm>
          <a:prstGeom prst="rect">
            <a:avLst/>
          </a:prstGeom>
          <a:noFill/>
        </p:spPr>
        <p:txBody>
          <a:bodyPr wrap="square" lIns="91440" tIns="45720" rIns="91440" bIns="45720" anchor="t">
            <a:spAutoFit/>
          </a:bodyPr>
          <a:lstStyle/>
          <a:p>
            <a:pPr marL="171450" marR="0" lvl="0" indent="-171450" algn="l" defTabSz="1217558" rtl="0" eaLnBrk="1" fontAlgn="auto" latinLnBrk="0" hangingPunct="1">
              <a:lnSpc>
                <a:spcPct val="100000"/>
              </a:lnSpc>
              <a:spcBef>
                <a:spcPct val="50000"/>
              </a:spcBef>
              <a:spcAft>
                <a:spcPts val="0"/>
              </a:spcAft>
              <a:buClrTx/>
              <a:buSzTx/>
              <a:buFont typeface="Wingdings" panose="05000000000000000000" pitchFamily="2" charset="2"/>
              <a:buChar char="v"/>
              <a:tabLst/>
              <a:defRPr/>
            </a:pPr>
            <a:r>
              <a:rPr kumimoji="0" lang="en-US" sz="900" b="0" i="0" u="none" strike="noStrike" kern="1200" cap="none" spc="0" normalizeH="0" baseline="0" noProof="0">
                <a:ln>
                  <a:noFill/>
                </a:ln>
                <a:solidFill>
                  <a:srgbClr val="000000"/>
                </a:solidFill>
                <a:effectLst/>
                <a:uLnTx/>
                <a:uFillTx/>
                <a:latin typeface="Montserrat Light"/>
                <a:ea typeface="Inter Black"/>
                <a:cs typeface="Segoe UI"/>
              </a:rPr>
              <a:t>Expanded into </a:t>
            </a:r>
            <a:r>
              <a:rPr kumimoji="0" lang="en-IN" sz="1000" b="0" i="0" u="none" strike="noStrike" kern="1200" cap="none" spc="0" normalizeH="0" baseline="0" noProof="0">
                <a:ln>
                  <a:noFill/>
                </a:ln>
                <a:solidFill>
                  <a:srgbClr val="000000"/>
                </a:solidFill>
                <a:effectLst/>
                <a:uLnTx/>
                <a:uFillTx/>
                <a:latin typeface="Montserrat Light"/>
                <a:ea typeface="Inter Black"/>
                <a:cs typeface="Segoe UI"/>
              </a:rPr>
              <a:t>Intelligent Audit , Maps -Lab capacity , Agent Alpha</a:t>
            </a:r>
            <a:endParaRPr kumimoji="0" lang="en-IN" sz="1800" b="0" i="0" u="none" strike="noStrike" kern="1200" cap="none" spc="0" normalizeH="0" baseline="0" noProof="0">
              <a:ln>
                <a:noFill/>
              </a:ln>
              <a:solidFill>
                <a:srgbClr val="000000"/>
              </a:solidFill>
              <a:effectLst/>
              <a:uLnTx/>
              <a:uFillTx/>
              <a:latin typeface="Montserrat Light"/>
              <a:ea typeface="Inter Black"/>
              <a:cs typeface="Segoe UI"/>
            </a:endParaRPr>
          </a:p>
        </p:txBody>
      </p:sp>
      <p:sp>
        <p:nvSpPr>
          <p:cNvPr id="11" name="Oval 10">
            <a:extLst>
              <a:ext uri="{FF2B5EF4-FFF2-40B4-BE49-F238E27FC236}">
                <a16:creationId xmlns:a16="http://schemas.microsoft.com/office/drawing/2014/main" id="{5BB9A85D-3CA6-7B5A-9A82-E452996E0005}"/>
              </a:ext>
            </a:extLst>
          </p:cNvPr>
          <p:cNvSpPr/>
          <p:nvPr/>
        </p:nvSpPr>
        <p:spPr>
          <a:xfrm flipH="1">
            <a:off x="7809904" y="5004931"/>
            <a:ext cx="744215" cy="744215"/>
          </a:xfrm>
          <a:prstGeom prst="ellipse">
            <a:avLst/>
          </a:prstGeom>
          <a:solidFill>
            <a:schemeClr val="tx2">
              <a:lumMod val="90000"/>
            </a:schemeClr>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Montserrat Light" panose="00000400000000000000" pitchFamily="2" charset="0"/>
                <a:ea typeface="+mn-ea"/>
                <a:cs typeface="Segoe UI Semibold"/>
              </a:rPr>
              <a:t>Q4 FY25</a:t>
            </a:r>
          </a:p>
        </p:txBody>
      </p:sp>
      <p:sp>
        <p:nvSpPr>
          <p:cNvPr id="15" name="Oval 14">
            <a:extLst>
              <a:ext uri="{FF2B5EF4-FFF2-40B4-BE49-F238E27FC236}">
                <a16:creationId xmlns:a16="http://schemas.microsoft.com/office/drawing/2014/main" id="{493D72A2-3D51-6DD9-C5B0-EF43D28539AE}"/>
              </a:ext>
            </a:extLst>
          </p:cNvPr>
          <p:cNvSpPr/>
          <p:nvPr/>
        </p:nvSpPr>
        <p:spPr>
          <a:xfrm flipH="1">
            <a:off x="5586755" y="5004931"/>
            <a:ext cx="744215" cy="744215"/>
          </a:xfrm>
          <a:prstGeom prst="ellipse">
            <a:avLst/>
          </a:prstGeom>
          <a:solidFill>
            <a:schemeClr val="accent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64F18"/>
                </a:solidFill>
                <a:effectLst/>
                <a:uLnTx/>
                <a:uFillTx/>
                <a:latin typeface="Montserrat Light" panose="00000400000000000000" pitchFamily="2" charset="0"/>
                <a:ea typeface="+mn-ea"/>
                <a:cs typeface="Segoe UI Semibold"/>
              </a:rPr>
              <a:t>Q3 FY25</a:t>
            </a:r>
          </a:p>
        </p:txBody>
      </p:sp>
      <p:cxnSp>
        <p:nvCxnSpPr>
          <p:cNvPr id="18" name="Straight Arrow Connector 17">
            <a:extLst>
              <a:ext uri="{FF2B5EF4-FFF2-40B4-BE49-F238E27FC236}">
                <a16:creationId xmlns:a16="http://schemas.microsoft.com/office/drawing/2014/main" id="{B2DDA91B-0924-4F07-F1DF-FEB3AC855EE5}"/>
              </a:ext>
            </a:extLst>
          </p:cNvPr>
          <p:cNvCxnSpPr>
            <a:cxnSpLocks/>
          </p:cNvCxnSpPr>
          <p:nvPr/>
        </p:nvCxnSpPr>
        <p:spPr>
          <a:xfrm>
            <a:off x="6838866" y="5376737"/>
            <a:ext cx="606582"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AA64BA5F-9155-8434-55A3-04AE4A63F342}"/>
              </a:ext>
            </a:extLst>
          </p:cNvPr>
          <p:cNvCxnSpPr>
            <a:cxnSpLocks/>
          </p:cNvCxnSpPr>
          <p:nvPr/>
        </p:nvCxnSpPr>
        <p:spPr>
          <a:xfrm>
            <a:off x="8724855" y="5397703"/>
            <a:ext cx="323934" cy="0"/>
          </a:xfrm>
          <a:prstGeom prst="straightConnector1">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895314"/>
      </p:ext>
    </p:extLst>
  </p:cSld>
  <p:clrMapOvr>
    <a:masterClrMapping/>
  </p:clrMapOvr>
  <p:extLst>
    <p:ext uri="{6950BFC3-D8DA-4A85-94F7-54DA5524770B}">
      <p188:commentRel xmlns:p188="http://schemas.microsoft.com/office/powerpoint/2018/8/main" r:id="rId3"/>
    </p:ext>
  </p:extLst>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AA7EC82-E5D3-489C-5423-7E71A61D2656}"/>
            </a:ext>
          </a:extLst>
        </p:cNvPr>
        <p:cNvGrpSpPr/>
        <p:nvPr/>
      </p:nvGrpSpPr>
      <p:grpSpPr>
        <a:xfrm>
          <a:off x="0" y="0"/>
          <a:ext cx="0" cy="0"/>
          <a:chOff x="0" y="0"/>
          <a:chExt cx="0" cy="0"/>
        </a:xfrm>
      </p:grpSpPr>
      <p:sp>
        <p:nvSpPr>
          <p:cNvPr id="43" name="Rectangle 42">
            <a:extLst>
              <a:ext uri="{FF2B5EF4-FFF2-40B4-BE49-F238E27FC236}">
                <a16:creationId xmlns:a16="http://schemas.microsoft.com/office/drawing/2014/main" id="{E5FA7B32-88EC-C836-132B-7AF564DEA29E}"/>
              </a:ext>
            </a:extLst>
          </p:cNvPr>
          <p:cNvSpPr/>
          <p:nvPr/>
        </p:nvSpPr>
        <p:spPr>
          <a:xfrm>
            <a:off x="7697972" y="0"/>
            <a:ext cx="4494028"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0B0004020202020204"/>
              <a:ea typeface="+mn-ea"/>
              <a:cs typeface="+mn-cs"/>
            </a:endParaRPr>
          </a:p>
        </p:txBody>
      </p:sp>
      <p:sp>
        <p:nvSpPr>
          <p:cNvPr id="30" name="Rectangle 29">
            <a:extLst>
              <a:ext uri="{FF2B5EF4-FFF2-40B4-BE49-F238E27FC236}">
                <a16:creationId xmlns:a16="http://schemas.microsoft.com/office/drawing/2014/main" id="{CA1EBBA6-AC53-3DBE-DECF-0453B7AF6415}"/>
              </a:ext>
            </a:extLst>
          </p:cNvPr>
          <p:cNvSpPr/>
          <p:nvPr/>
        </p:nvSpPr>
        <p:spPr>
          <a:xfrm>
            <a:off x="0" y="1083898"/>
            <a:ext cx="7330585" cy="86901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0B0004020202020204"/>
              <a:ea typeface="+mn-ea"/>
              <a:cs typeface="+mn-cs"/>
            </a:endParaRPr>
          </a:p>
        </p:txBody>
      </p:sp>
      <p:sp>
        <p:nvSpPr>
          <p:cNvPr id="5" name="Title 4">
            <a:extLst>
              <a:ext uri="{FF2B5EF4-FFF2-40B4-BE49-F238E27FC236}">
                <a16:creationId xmlns:a16="http://schemas.microsoft.com/office/drawing/2014/main" id="{4AF23873-D504-7B6E-B44C-477A7473CB66}"/>
              </a:ext>
            </a:extLst>
          </p:cNvPr>
          <p:cNvSpPr>
            <a:spLocks noGrp="1"/>
          </p:cNvSpPr>
          <p:nvPr>
            <p:ph type="title"/>
          </p:nvPr>
        </p:nvSpPr>
        <p:spPr>
          <a:xfrm>
            <a:off x="381000" y="342899"/>
            <a:ext cx="6640286" cy="553993"/>
          </a:xfrm>
        </p:spPr>
        <p:txBody>
          <a:bodyPr/>
          <a:lstStyle/>
          <a:p>
            <a:r>
              <a:rPr lang="en-US" sz="2400"/>
              <a:t>Our Journey with J&amp;J</a:t>
            </a:r>
            <a:r>
              <a:rPr lang="en-US" sz="2400">
                <a:latin typeface="Montserrat Light"/>
              </a:rPr>
              <a:t>- Medtech</a:t>
            </a:r>
            <a:endParaRPr lang="en-US" sz="2400"/>
          </a:p>
        </p:txBody>
      </p:sp>
      <p:sp>
        <p:nvSpPr>
          <p:cNvPr id="3" name="Date Placeholder 2">
            <a:extLst>
              <a:ext uri="{FF2B5EF4-FFF2-40B4-BE49-F238E27FC236}">
                <a16:creationId xmlns:a16="http://schemas.microsoft.com/office/drawing/2014/main" id="{322661E9-B2A9-B7A0-5CAD-64FEA6DDC1AA}"/>
              </a:ext>
            </a:extLst>
          </p:cNvPr>
          <p:cNvSpPr>
            <a:spLocks noGrp="1"/>
          </p:cNvSpPr>
          <p:nvPr>
            <p:ph type="dt" sz="half" idx="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Montserrat Light" panose="00000400000000000000" pitchFamily="2" charset="0"/>
                <a:ea typeface="+mn-ea"/>
                <a:cs typeface="+mn-cs"/>
              </a:rPr>
              <a:t>© SYREN CLOUD INC – 2026 – ALL RIGHTS RESERVED</a:t>
            </a:r>
          </a:p>
        </p:txBody>
      </p:sp>
      <p:pic>
        <p:nvPicPr>
          <p:cNvPr id="2" name="Graphic 1">
            <a:extLst>
              <a:ext uri="{FF2B5EF4-FFF2-40B4-BE49-F238E27FC236}">
                <a16:creationId xmlns:a16="http://schemas.microsoft.com/office/drawing/2014/main" id="{EB3B507D-ED3A-48AB-29CB-1B13ECC9F8D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39769"/>
            <a:ext cx="220134" cy="228600"/>
          </a:xfrm>
          <a:prstGeom prst="rect">
            <a:avLst/>
          </a:prstGeom>
        </p:spPr>
      </p:pic>
      <p:sp>
        <p:nvSpPr>
          <p:cNvPr id="55" name="TextBox 54">
            <a:extLst>
              <a:ext uri="{FF2B5EF4-FFF2-40B4-BE49-F238E27FC236}">
                <a16:creationId xmlns:a16="http://schemas.microsoft.com/office/drawing/2014/main" id="{CBA76AFB-1A6F-8B3B-C659-C90D5B968164}"/>
              </a:ext>
            </a:extLst>
          </p:cNvPr>
          <p:cNvSpPr txBox="1"/>
          <p:nvPr/>
        </p:nvSpPr>
        <p:spPr>
          <a:xfrm>
            <a:off x="2574889" y="5904892"/>
            <a:ext cx="1919140" cy="2308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Footprint Across Segments </a:t>
            </a:r>
          </a:p>
        </p:txBody>
      </p:sp>
      <p:sp>
        <p:nvSpPr>
          <p:cNvPr id="492" name="Rectangle 491">
            <a:extLst>
              <a:ext uri="{FF2B5EF4-FFF2-40B4-BE49-F238E27FC236}">
                <a16:creationId xmlns:a16="http://schemas.microsoft.com/office/drawing/2014/main" id="{43C78495-620D-3A9E-9D4F-5FC4265408D1}"/>
              </a:ext>
            </a:extLst>
          </p:cNvPr>
          <p:cNvSpPr/>
          <p:nvPr/>
        </p:nvSpPr>
        <p:spPr>
          <a:xfrm>
            <a:off x="287197" y="5244152"/>
            <a:ext cx="7050440" cy="4572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ptos" panose="020B0004020202020204"/>
              <a:ea typeface="+mn-ea"/>
              <a:cs typeface="+mn-cs"/>
            </a:endParaRPr>
          </a:p>
        </p:txBody>
      </p:sp>
      <p:cxnSp>
        <p:nvCxnSpPr>
          <p:cNvPr id="50" name="Straight Arrow Connector 49">
            <a:extLst>
              <a:ext uri="{FF2B5EF4-FFF2-40B4-BE49-F238E27FC236}">
                <a16:creationId xmlns:a16="http://schemas.microsoft.com/office/drawing/2014/main" id="{1A1D3DAE-14B7-50FC-D885-07353D92333C}"/>
              </a:ext>
            </a:extLst>
          </p:cNvPr>
          <p:cNvCxnSpPr>
            <a:cxnSpLocks/>
          </p:cNvCxnSpPr>
          <p:nvPr/>
        </p:nvCxnSpPr>
        <p:spPr>
          <a:xfrm>
            <a:off x="72329" y="5823708"/>
            <a:ext cx="7359357" cy="0"/>
          </a:xfrm>
          <a:prstGeom prst="straightConnector1">
            <a:avLst/>
          </a:prstGeom>
          <a:ln w="38100">
            <a:solidFill>
              <a:schemeClr val="bg2"/>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85" name="TextBox 484">
            <a:extLst>
              <a:ext uri="{FF2B5EF4-FFF2-40B4-BE49-F238E27FC236}">
                <a16:creationId xmlns:a16="http://schemas.microsoft.com/office/drawing/2014/main" id="{A1BD3FBD-04A8-4C92-451A-DFC0E8483E6B}"/>
              </a:ext>
            </a:extLst>
          </p:cNvPr>
          <p:cNvSpPr txBox="1"/>
          <p:nvPr/>
        </p:nvSpPr>
        <p:spPr>
          <a:xfrm>
            <a:off x="482568" y="5344488"/>
            <a:ext cx="1870216" cy="230832"/>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Montserrat"/>
                <a:ea typeface="+mn-ea"/>
                <a:cs typeface="+mn-cs"/>
              </a:rPr>
              <a:t>Analytics &amp; Data Science</a:t>
            </a:r>
          </a:p>
        </p:txBody>
      </p:sp>
      <p:sp>
        <p:nvSpPr>
          <p:cNvPr id="487" name="TextBox 486">
            <a:extLst>
              <a:ext uri="{FF2B5EF4-FFF2-40B4-BE49-F238E27FC236}">
                <a16:creationId xmlns:a16="http://schemas.microsoft.com/office/drawing/2014/main" id="{C0B0B0D2-171B-A86A-4568-AB6E8222B441}"/>
              </a:ext>
            </a:extLst>
          </p:cNvPr>
          <p:cNvSpPr txBox="1"/>
          <p:nvPr/>
        </p:nvSpPr>
        <p:spPr>
          <a:xfrm>
            <a:off x="2748427" y="5344488"/>
            <a:ext cx="2164742"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Supply chain &amp; Innovation SME</a:t>
            </a:r>
          </a:p>
        </p:txBody>
      </p:sp>
      <p:sp>
        <p:nvSpPr>
          <p:cNvPr id="493" name="TextBox 492">
            <a:extLst>
              <a:ext uri="{FF2B5EF4-FFF2-40B4-BE49-F238E27FC236}">
                <a16:creationId xmlns:a16="http://schemas.microsoft.com/office/drawing/2014/main" id="{335EA65B-C189-2D1B-AF25-73197FF61051}"/>
              </a:ext>
            </a:extLst>
          </p:cNvPr>
          <p:cNvSpPr txBox="1"/>
          <p:nvPr/>
        </p:nvSpPr>
        <p:spPr>
          <a:xfrm>
            <a:off x="5361042" y="5344488"/>
            <a:ext cx="1764064"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Business Intelligence </a:t>
            </a:r>
          </a:p>
        </p:txBody>
      </p:sp>
      <p:grpSp>
        <p:nvGrpSpPr>
          <p:cNvPr id="18" name="Group 17">
            <a:extLst>
              <a:ext uri="{FF2B5EF4-FFF2-40B4-BE49-F238E27FC236}">
                <a16:creationId xmlns:a16="http://schemas.microsoft.com/office/drawing/2014/main" id="{AE51AB97-E846-239A-D5BE-2B6885A28544}"/>
              </a:ext>
            </a:extLst>
          </p:cNvPr>
          <p:cNvGrpSpPr/>
          <p:nvPr/>
        </p:nvGrpSpPr>
        <p:grpSpPr>
          <a:xfrm>
            <a:off x="3817097" y="6236285"/>
            <a:ext cx="3742652" cy="307764"/>
            <a:chOff x="8255559" y="6150281"/>
            <a:chExt cx="3742652" cy="307764"/>
          </a:xfrm>
        </p:grpSpPr>
        <p:grpSp>
          <p:nvGrpSpPr>
            <p:cNvPr id="511" name="Group 510">
              <a:extLst>
                <a:ext uri="{FF2B5EF4-FFF2-40B4-BE49-F238E27FC236}">
                  <a16:creationId xmlns:a16="http://schemas.microsoft.com/office/drawing/2014/main" id="{1D433544-00F4-AB72-D5D2-63997DD8121A}"/>
                </a:ext>
              </a:extLst>
            </p:cNvPr>
            <p:cNvGrpSpPr/>
            <p:nvPr/>
          </p:nvGrpSpPr>
          <p:grpSpPr>
            <a:xfrm>
              <a:off x="8333065" y="6194117"/>
              <a:ext cx="3566706" cy="215444"/>
              <a:chOff x="10553157" y="990788"/>
              <a:chExt cx="3566706" cy="215444"/>
            </a:xfrm>
          </p:grpSpPr>
          <p:sp>
            <p:nvSpPr>
              <p:cNvPr id="501" name="Rectangle: Rounded Corners 500">
                <a:extLst>
                  <a:ext uri="{FF2B5EF4-FFF2-40B4-BE49-F238E27FC236}">
                    <a16:creationId xmlns:a16="http://schemas.microsoft.com/office/drawing/2014/main" id="{A188CB99-1AD4-2665-916E-1811EB00CC5C}"/>
                  </a:ext>
                </a:extLst>
              </p:cNvPr>
              <p:cNvSpPr/>
              <p:nvPr/>
            </p:nvSpPr>
            <p:spPr>
              <a:xfrm>
                <a:off x="10553157" y="1015960"/>
                <a:ext cx="241300" cy="165100"/>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0B0004020202020204"/>
                  <a:ea typeface="+mn-ea"/>
                  <a:cs typeface="+mn-cs"/>
                </a:endParaRPr>
              </a:p>
            </p:txBody>
          </p:sp>
          <p:sp>
            <p:nvSpPr>
              <p:cNvPr id="502" name="Rectangle: Rounded Corners 501">
                <a:extLst>
                  <a:ext uri="{FF2B5EF4-FFF2-40B4-BE49-F238E27FC236}">
                    <a16:creationId xmlns:a16="http://schemas.microsoft.com/office/drawing/2014/main" id="{971F0E3B-A0CD-EF99-0791-A0D9F90A16EB}"/>
                  </a:ext>
                </a:extLst>
              </p:cNvPr>
              <p:cNvSpPr/>
              <p:nvPr/>
            </p:nvSpPr>
            <p:spPr>
              <a:xfrm>
                <a:off x="11622973" y="1015960"/>
                <a:ext cx="241300" cy="165100"/>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0B0004020202020204"/>
                  <a:ea typeface="+mn-ea"/>
                  <a:cs typeface="+mn-cs"/>
                </a:endParaRPr>
              </a:p>
            </p:txBody>
          </p:sp>
          <p:sp>
            <p:nvSpPr>
              <p:cNvPr id="503" name="Rectangle: Rounded Corners 502">
                <a:extLst>
                  <a:ext uri="{FF2B5EF4-FFF2-40B4-BE49-F238E27FC236}">
                    <a16:creationId xmlns:a16="http://schemas.microsoft.com/office/drawing/2014/main" id="{3D200DBB-3C44-2CE7-A39F-80FFA34D52FE}"/>
                  </a:ext>
                </a:extLst>
              </p:cNvPr>
              <p:cNvSpPr/>
              <p:nvPr/>
            </p:nvSpPr>
            <p:spPr>
              <a:xfrm>
                <a:off x="12651071" y="1015960"/>
                <a:ext cx="241300" cy="165100"/>
              </a:xfrm>
              <a:prstGeom prst="roundRect">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0B0004020202020204"/>
                  <a:ea typeface="+mn-ea"/>
                  <a:cs typeface="+mn-cs"/>
                </a:endParaRPr>
              </a:p>
            </p:txBody>
          </p:sp>
          <p:sp>
            <p:nvSpPr>
              <p:cNvPr id="508" name="TextBox 507">
                <a:extLst>
                  <a:ext uri="{FF2B5EF4-FFF2-40B4-BE49-F238E27FC236}">
                    <a16:creationId xmlns:a16="http://schemas.microsoft.com/office/drawing/2014/main" id="{A566054E-5001-355F-F0CF-EC60AE2C6BCB}"/>
                  </a:ext>
                </a:extLst>
              </p:cNvPr>
              <p:cNvSpPr txBox="1"/>
              <p:nvPr/>
            </p:nvSpPr>
            <p:spPr>
              <a:xfrm>
                <a:off x="10796901" y="990788"/>
                <a:ext cx="79274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ontserrat" panose="00000500000000000000" pitchFamily="2" charset="0"/>
                    <a:ea typeface="+mn-lt"/>
                    <a:cs typeface="Segoe UI Light"/>
                  </a:rPr>
                  <a:t>Enterprise </a:t>
                </a:r>
                <a:endParaRPr kumimoji="0" lang="en-US" sz="800" b="0" i="0" u="none" strike="noStrike" kern="1200" cap="none" spc="0" normalizeH="0" baseline="0" noProof="0">
                  <a:ln>
                    <a:noFill/>
                  </a:ln>
                  <a:solidFill>
                    <a:srgbClr val="000000"/>
                  </a:solidFill>
                  <a:effectLst/>
                  <a:uLnTx/>
                  <a:uFillTx/>
                  <a:latin typeface="Montserrat" panose="00000500000000000000" pitchFamily="2" charset="0"/>
                  <a:ea typeface="+mn-ea"/>
                  <a:cs typeface="Segoe UI Light"/>
                </a:endParaRPr>
              </a:p>
            </p:txBody>
          </p:sp>
          <p:sp>
            <p:nvSpPr>
              <p:cNvPr id="509" name="TextBox 508">
                <a:extLst>
                  <a:ext uri="{FF2B5EF4-FFF2-40B4-BE49-F238E27FC236}">
                    <a16:creationId xmlns:a16="http://schemas.microsoft.com/office/drawing/2014/main" id="{A6DE89FB-15B3-F3EE-474F-CB1400FD96E2}"/>
                  </a:ext>
                </a:extLst>
              </p:cNvPr>
              <p:cNvSpPr txBox="1"/>
              <p:nvPr/>
            </p:nvSpPr>
            <p:spPr>
              <a:xfrm>
                <a:off x="11866144" y="990788"/>
                <a:ext cx="686487"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ontserrat" panose="00000500000000000000" pitchFamily="2" charset="0"/>
                    <a:ea typeface="+mn-lt"/>
                    <a:cs typeface="Segoe UI Light"/>
                  </a:rPr>
                  <a:t>Med Tech</a:t>
                </a:r>
              </a:p>
            </p:txBody>
          </p:sp>
          <p:sp>
            <p:nvSpPr>
              <p:cNvPr id="510" name="TextBox 509">
                <a:extLst>
                  <a:ext uri="{FF2B5EF4-FFF2-40B4-BE49-F238E27FC236}">
                    <a16:creationId xmlns:a16="http://schemas.microsoft.com/office/drawing/2014/main" id="{E58E84ED-13D3-8975-A8BD-80EB44C94A17}"/>
                  </a:ext>
                </a:extLst>
              </p:cNvPr>
              <p:cNvSpPr txBox="1"/>
              <p:nvPr/>
            </p:nvSpPr>
            <p:spPr>
              <a:xfrm>
                <a:off x="12891799" y="990788"/>
                <a:ext cx="1228064"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ontserrat" panose="00000500000000000000" pitchFamily="2" charset="0"/>
                    <a:ea typeface="+mn-lt"/>
                    <a:cs typeface="Segoe UI Light"/>
                  </a:rPr>
                  <a:t>Innovative Medicine</a:t>
                </a:r>
              </a:p>
            </p:txBody>
          </p:sp>
        </p:grpSp>
        <p:sp>
          <p:nvSpPr>
            <p:cNvPr id="64" name="Rectangle: Rounded Corners 63">
              <a:extLst>
                <a:ext uri="{FF2B5EF4-FFF2-40B4-BE49-F238E27FC236}">
                  <a16:creationId xmlns:a16="http://schemas.microsoft.com/office/drawing/2014/main" id="{A6C74EC0-8E2E-0E2F-12F2-861364E084E7}"/>
                </a:ext>
              </a:extLst>
            </p:cNvPr>
            <p:cNvSpPr/>
            <p:nvPr/>
          </p:nvSpPr>
          <p:spPr>
            <a:xfrm>
              <a:off x="8255559" y="6150281"/>
              <a:ext cx="3742652" cy="307764"/>
            </a:xfrm>
            <a:prstGeom prst="roundRect">
              <a:avLst>
                <a:gd name="adj" fmla="val 5166"/>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ptos" panose="020B0004020202020204"/>
                <a:ea typeface="+mn-ea"/>
                <a:cs typeface="+mn-cs"/>
              </a:endParaRPr>
            </a:p>
          </p:txBody>
        </p:sp>
      </p:grpSp>
      <p:sp>
        <p:nvSpPr>
          <p:cNvPr id="13" name="TextBox 12">
            <a:extLst>
              <a:ext uri="{FF2B5EF4-FFF2-40B4-BE49-F238E27FC236}">
                <a16:creationId xmlns:a16="http://schemas.microsoft.com/office/drawing/2014/main" id="{374D15C6-75AB-A8B0-3B5C-D28CD8728260}"/>
              </a:ext>
            </a:extLst>
          </p:cNvPr>
          <p:cNvSpPr txBox="1"/>
          <p:nvPr/>
        </p:nvSpPr>
        <p:spPr>
          <a:xfrm>
            <a:off x="3947763" y="1172157"/>
            <a:ext cx="3260918" cy="692497"/>
          </a:xfrm>
          <a:prstGeom prst="rect">
            <a:avLst/>
          </a:prstGeom>
          <a:solidFill>
            <a:schemeClr val="bg1">
              <a:lumMod val="95000"/>
            </a:schemeClr>
          </a:solidFill>
          <a:ln>
            <a:noFill/>
          </a:ln>
        </p:spPr>
        <p:txBody>
          <a:bodyPr wrap="square" rtlCol="0" anchor="ctr">
            <a:spAutoFit/>
          </a:bodyPr>
          <a:lstStyle/>
          <a:p>
            <a:pPr marL="285750" marR="0" lvl="0" indent="-285750" algn="l" defTabSz="914400" rtl="0" eaLnBrk="1" fontAlgn="auto" latinLnBrk="0" hangingPunct="1">
              <a:lnSpc>
                <a:spcPct val="100000"/>
              </a:lnSpc>
              <a:spcBef>
                <a:spcPts val="600"/>
              </a:spcBef>
              <a:spcAft>
                <a:spcPts val="0"/>
              </a:spcAft>
              <a:buClr>
                <a:srgbClr val="F64F18"/>
              </a:buClr>
              <a:buSzTx/>
              <a:buFont typeface="Wingdings" panose="05000000000000000000" pitchFamily="2" charset="2"/>
              <a:buChar char="v"/>
              <a:tabLst/>
              <a:defRPr/>
            </a:pPr>
            <a:r>
              <a:rPr lang="en-US" sz="1100" b="1">
                <a:solidFill>
                  <a:srgbClr val="F64F18"/>
                </a:solidFill>
                <a:latin typeface="Montserrat" panose="00000500000000000000" pitchFamily="2" charset="0"/>
              </a:rPr>
              <a:t>3</a:t>
            </a:r>
            <a:r>
              <a:rPr kumimoji="0" lang="en-US" sz="1100" b="1" i="0" u="none" strike="noStrike" kern="1200" cap="none" spc="0" normalizeH="0" baseline="0" noProof="0">
                <a:ln>
                  <a:noFill/>
                </a:ln>
                <a:solidFill>
                  <a:srgbClr val="F64F18"/>
                </a:solidFill>
                <a:effectLst/>
                <a:uLnTx/>
                <a:uFillTx/>
                <a:latin typeface="Montserrat" panose="00000500000000000000" pitchFamily="2" charset="0"/>
                <a:ea typeface="+mn-ea"/>
                <a:cs typeface="+mn-cs"/>
              </a:rPr>
              <a:t>00+ </a:t>
            </a:r>
            <a:r>
              <a:rPr kumimoji="0" lang="en-US" sz="900" b="0" i="0" u="none" strike="noStrike" kern="1200" cap="none" spc="0" normalizeH="0" baseline="0" noProof="0">
                <a:ln>
                  <a:noFill/>
                </a:ln>
                <a:solidFill>
                  <a:srgbClr val="000000"/>
                </a:solidFill>
                <a:effectLst/>
                <a:uLnTx/>
                <a:uFillTx/>
                <a:latin typeface="Montserrat" panose="00000500000000000000" pitchFamily="2" charset="0"/>
                <a:ea typeface="+mn-ea"/>
                <a:cs typeface="+mn-cs"/>
              </a:rPr>
              <a:t>Supply Chain &amp; Data engineering experts</a:t>
            </a:r>
          </a:p>
          <a:p>
            <a:pPr marL="285750" marR="0" lvl="0" indent="-285750" algn="l" defTabSz="914400" rtl="0" eaLnBrk="1" fontAlgn="auto" latinLnBrk="0" hangingPunct="1">
              <a:lnSpc>
                <a:spcPct val="100000"/>
              </a:lnSpc>
              <a:spcBef>
                <a:spcPts val="600"/>
              </a:spcBef>
              <a:spcAft>
                <a:spcPts val="0"/>
              </a:spcAft>
              <a:buClr>
                <a:srgbClr val="F64F18"/>
              </a:buClr>
              <a:buSzTx/>
              <a:buFont typeface="Wingdings" panose="05000000000000000000" pitchFamily="2" charset="2"/>
              <a:buChar char="v"/>
              <a:tabLst/>
              <a:defRPr/>
            </a:pPr>
            <a:r>
              <a:rPr kumimoji="0" lang="en-US" sz="900" b="0" i="0" u="none" strike="noStrike" kern="1200" cap="none" spc="0" normalizeH="0" baseline="0" noProof="0">
                <a:ln>
                  <a:noFill/>
                </a:ln>
                <a:solidFill>
                  <a:srgbClr val="000000"/>
                </a:solidFill>
                <a:effectLst/>
                <a:uLnTx/>
                <a:uFillTx/>
                <a:latin typeface="Montserrat" panose="00000500000000000000" pitchFamily="2" charset="0"/>
                <a:ea typeface="+mn-ea"/>
                <a:cs typeface="+mn-cs"/>
              </a:rPr>
              <a:t>Databricks, Microsoft – C&amp; SI partnerships</a:t>
            </a:r>
          </a:p>
          <a:p>
            <a:pPr marL="285750" marR="0" lvl="0" indent="-285750" algn="l" defTabSz="914400" rtl="0" eaLnBrk="1" fontAlgn="auto" latinLnBrk="0" hangingPunct="1">
              <a:lnSpc>
                <a:spcPct val="100000"/>
              </a:lnSpc>
              <a:spcBef>
                <a:spcPts val="600"/>
              </a:spcBef>
              <a:spcAft>
                <a:spcPts val="0"/>
              </a:spcAft>
              <a:buClr>
                <a:srgbClr val="F64F18"/>
              </a:buClr>
              <a:buSzTx/>
              <a:buFont typeface="Wingdings" panose="05000000000000000000" pitchFamily="2" charset="2"/>
              <a:buChar char="v"/>
              <a:tabLst/>
              <a:defRPr/>
            </a:pPr>
            <a:r>
              <a:rPr kumimoji="0" lang="en-US" sz="900" b="0" i="0" u="none" strike="noStrike" kern="1200" cap="none" spc="0" normalizeH="0" baseline="0" noProof="0">
                <a:ln>
                  <a:noFill/>
                </a:ln>
                <a:solidFill>
                  <a:srgbClr val="000000"/>
                </a:solidFill>
                <a:effectLst/>
                <a:uLnTx/>
                <a:uFillTx/>
                <a:latin typeface="Montserrat" panose="00000500000000000000" pitchFamily="2" charset="0"/>
                <a:ea typeface="+mn-ea"/>
                <a:cs typeface="+mn-cs"/>
              </a:rPr>
              <a:t>Azure &amp; AWS – Cloud partnerships</a:t>
            </a:r>
          </a:p>
        </p:txBody>
      </p:sp>
      <p:sp>
        <p:nvSpPr>
          <p:cNvPr id="17" name="TextBox 16">
            <a:extLst>
              <a:ext uri="{FF2B5EF4-FFF2-40B4-BE49-F238E27FC236}">
                <a16:creationId xmlns:a16="http://schemas.microsoft.com/office/drawing/2014/main" id="{03FCE9D4-264F-EE9C-BFC9-E902F3113C60}"/>
              </a:ext>
            </a:extLst>
          </p:cNvPr>
          <p:cNvSpPr txBox="1"/>
          <p:nvPr/>
        </p:nvSpPr>
        <p:spPr>
          <a:xfrm>
            <a:off x="309309" y="1279878"/>
            <a:ext cx="840148" cy="4770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F64F18"/>
                </a:solidFill>
                <a:effectLst/>
                <a:uLnTx/>
                <a:uFillTx/>
                <a:latin typeface="Montserrat" panose="00000500000000000000" pitchFamily="2" charset="0"/>
                <a:ea typeface="Inter Black"/>
                <a:cs typeface="Segoe UI"/>
              </a:rPr>
              <a:t>~230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50" b="1" i="0" u="none" strike="noStrike" kern="1200" cap="none" spc="0" normalizeH="0" baseline="0" noProof="0">
                <a:ln>
                  <a:noFill/>
                </a:ln>
                <a:solidFill>
                  <a:srgbClr val="000000"/>
                </a:solidFill>
                <a:effectLst/>
                <a:uLnTx/>
                <a:uFillTx/>
                <a:latin typeface="Montserrat" panose="00000500000000000000" pitchFamily="2" charset="0"/>
                <a:ea typeface="Inter Black"/>
                <a:cs typeface="Segoe UI"/>
              </a:rPr>
              <a:t> </a:t>
            </a:r>
            <a:r>
              <a:rPr kumimoji="0" lang="en-IN" sz="900" b="0" i="0" u="none" strike="noStrike" kern="1200" cap="none" spc="0" normalizeH="0" baseline="0" noProof="0">
                <a:ln>
                  <a:noFill/>
                </a:ln>
                <a:solidFill>
                  <a:srgbClr val="000000"/>
                </a:solidFill>
                <a:effectLst/>
                <a:uLnTx/>
                <a:uFillTx/>
                <a:latin typeface="Montserrat" panose="00000500000000000000" pitchFamily="2" charset="0"/>
                <a:ea typeface="+mn-ea"/>
                <a:cs typeface="Segoe UI"/>
              </a:rPr>
              <a:t>Associates </a:t>
            </a:r>
            <a:endParaRPr kumimoji="0" lang="en-US" sz="900" b="0" i="0" u="none" strike="noStrike" kern="1200" cap="none" spc="0" normalizeH="0" baseline="0" noProof="0">
              <a:ln>
                <a:noFill/>
              </a:ln>
              <a:solidFill>
                <a:srgbClr val="000000"/>
              </a:solidFill>
              <a:effectLst/>
              <a:uLnTx/>
              <a:uFillTx/>
              <a:latin typeface="Montserrat" panose="00000500000000000000" pitchFamily="2" charset="0"/>
              <a:ea typeface="+mn-ea"/>
              <a:cs typeface="Segoe UI"/>
            </a:endParaRPr>
          </a:p>
        </p:txBody>
      </p:sp>
      <p:sp>
        <p:nvSpPr>
          <p:cNvPr id="19" name="TextBox 18">
            <a:extLst>
              <a:ext uri="{FF2B5EF4-FFF2-40B4-BE49-F238E27FC236}">
                <a16:creationId xmlns:a16="http://schemas.microsoft.com/office/drawing/2014/main" id="{C230F4A9-9333-9F94-63CF-6CC62596A537}"/>
              </a:ext>
            </a:extLst>
          </p:cNvPr>
          <p:cNvSpPr txBox="1"/>
          <p:nvPr/>
        </p:nvSpPr>
        <p:spPr>
          <a:xfrm>
            <a:off x="1239650" y="1283726"/>
            <a:ext cx="1016102" cy="46935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F64F18"/>
                </a:solidFill>
                <a:effectLst/>
                <a:uLnTx/>
                <a:uFillTx/>
                <a:latin typeface="Montserrat" panose="00000500000000000000" pitchFamily="2" charset="0"/>
                <a:ea typeface="+mn-ea"/>
                <a:cs typeface="Segoe UI"/>
              </a:rPr>
              <a:t>150+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a:ln>
                  <a:noFill/>
                </a:ln>
                <a:solidFill>
                  <a:srgbClr val="000000"/>
                </a:solidFill>
                <a:effectLst/>
                <a:uLnTx/>
                <a:uFillTx/>
                <a:latin typeface="Montserrat" panose="00000500000000000000" pitchFamily="2" charset="0"/>
                <a:ea typeface="+mn-ea"/>
                <a:cs typeface="Segoe UI"/>
              </a:rPr>
              <a:t>Programs</a:t>
            </a:r>
            <a:r>
              <a:rPr kumimoji="0" lang="en-IN" sz="1000" b="0" i="0" u="none" strike="noStrike" kern="1200" cap="none" spc="0" normalizeH="0" baseline="0" noProof="0">
                <a:ln>
                  <a:noFill/>
                </a:ln>
                <a:solidFill>
                  <a:srgbClr val="000000"/>
                </a:solidFill>
                <a:effectLst/>
                <a:uLnTx/>
                <a:uFillTx/>
                <a:latin typeface="Montserrat" panose="00000500000000000000" pitchFamily="2" charset="0"/>
                <a:ea typeface="+mn-ea"/>
                <a:cs typeface="Segoe UI"/>
              </a:rPr>
              <a:t> </a:t>
            </a:r>
            <a:endParaRPr kumimoji="0" lang="en-US" sz="1000" b="0" i="0" u="none" strike="noStrike" kern="1200" cap="none" spc="0" normalizeH="0" baseline="0" noProof="0">
              <a:ln>
                <a:noFill/>
              </a:ln>
              <a:solidFill>
                <a:srgbClr val="000000"/>
              </a:solidFill>
              <a:effectLst/>
              <a:uLnTx/>
              <a:uFillTx/>
              <a:latin typeface="Montserrat" panose="00000500000000000000" pitchFamily="2" charset="0"/>
              <a:ea typeface="+mn-ea"/>
              <a:cs typeface="Segoe UI"/>
            </a:endParaRPr>
          </a:p>
        </p:txBody>
      </p:sp>
      <p:sp>
        <p:nvSpPr>
          <p:cNvPr id="20" name="TextBox 19">
            <a:extLst>
              <a:ext uri="{FF2B5EF4-FFF2-40B4-BE49-F238E27FC236}">
                <a16:creationId xmlns:a16="http://schemas.microsoft.com/office/drawing/2014/main" id="{CCADE8FB-55CA-7E9B-E6AA-C1C2B0E46263}"/>
              </a:ext>
            </a:extLst>
          </p:cNvPr>
          <p:cNvSpPr txBox="1"/>
          <p:nvPr/>
        </p:nvSpPr>
        <p:spPr>
          <a:xfrm>
            <a:off x="2306774" y="1287573"/>
            <a:ext cx="1431903"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F64F18"/>
                </a:solidFill>
                <a:effectLst/>
                <a:uLnTx/>
                <a:uFillTx/>
                <a:latin typeface="Montserrat" panose="00000500000000000000" pitchFamily="2" charset="0"/>
                <a:ea typeface="+mn-ea"/>
                <a:cs typeface="Segoe UI"/>
              </a:rPr>
              <a:t>5+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a:ln>
                  <a:noFill/>
                </a:ln>
                <a:solidFill>
                  <a:srgbClr val="000000"/>
                </a:solidFill>
                <a:effectLst/>
                <a:uLnTx/>
                <a:uFillTx/>
                <a:latin typeface="Montserrat" panose="00000500000000000000" pitchFamily="2" charset="0"/>
                <a:ea typeface="+mn-ea"/>
                <a:cs typeface="Segoe UI"/>
              </a:rPr>
              <a:t>Years of partnership</a:t>
            </a:r>
            <a:endParaRPr kumimoji="0" lang="en-US" sz="900" b="0" i="0" u="none" strike="noStrike" kern="1200" cap="none" spc="0" normalizeH="0" baseline="0" noProof="0">
              <a:ln>
                <a:noFill/>
              </a:ln>
              <a:solidFill>
                <a:srgbClr val="000000"/>
              </a:solidFill>
              <a:effectLst/>
              <a:uLnTx/>
              <a:uFillTx/>
              <a:latin typeface="Montserrat" panose="00000500000000000000" pitchFamily="2" charset="0"/>
              <a:ea typeface="+mn-ea"/>
              <a:cs typeface="Segoe UI"/>
            </a:endParaRPr>
          </a:p>
        </p:txBody>
      </p:sp>
      <p:sp>
        <p:nvSpPr>
          <p:cNvPr id="60" name="Rectangle: Rounded Corners 59">
            <a:extLst>
              <a:ext uri="{FF2B5EF4-FFF2-40B4-BE49-F238E27FC236}">
                <a16:creationId xmlns:a16="http://schemas.microsoft.com/office/drawing/2014/main" id="{29F78365-205B-8C7B-8BED-9F33CF6535BC}"/>
              </a:ext>
            </a:extLst>
          </p:cNvPr>
          <p:cNvSpPr/>
          <p:nvPr/>
        </p:nvSpPr>
        <p:spPr>
          <a:xfrm>
            <a:off x="284711" y="4687672"/>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EQ Digital Products</a:t>
            </a:r>
          </a:p>
        </p:txBody>
      </p:sp>
      <p:sp>
        <p:nvSpPr>
          <p:cNvPr id="63" name="Rectangle: Rounded Corners 62">
            <a:extLst>
              <a:ext uri="{FF2B5EF4-FFF2-40B4-BE49-F238E27FC236}">
                <a16:creationId xmlns:a16="http://schemas.microsoft.com/office/drawing/2014/main" id="{B51A3AFE-8200-3BAE-AA67-E35A6C4AECC7}"/>
              </a:ext>
            </a:extLst>
          </p:cNvPr>
          <p:cNvSpPr/>
          <p:nvPr/>
        </p:nvSpPr>
        <p:spPr>
          <a:xfrm>
            <a:off x="2712467" y="4204513"/>
            <a:ext cx="1097280" cy="457200"/>
          </a:xfrm>
          <a:prstGeom prst="roundRect">
            <a:avLst>
              <a:gd name="adj" fmla="val 7698"/>
            </a:avLst>
          </a:prstGeom>
          <a:solidFill>
            <a:schemeClr val="bg2">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Track &amp; Trace</a:t>
            </a:r>
          </a:p>
        </p:txBody>
      </p:sp>
      <p:sp>
        <p:nvSpPr>
          <p:cNvPr id="448" name="Rectangle: Rounded Corners 447">
            <a:extLst>
              <a:ext uri="{FF2B5EF4-FFF2-40B4-BE49-F238E27FC236}">
                <a16:creationId xmlns:a16="http://schemas.microsoft.com/office/drawing/2014/main" id="{81E78F37-9D56-1EB5-0FA8-7D10EC4DE0A4}"/>
              </a:ext>
            </a:extLst>
          </p:cNvPr>
          <p:cNvSpPr/>
          <p:nvPr/>
        </p:nvSpPr>
        <p:spPr>
          <a:xfrm>
            <a:off x="2712467" y="4687672"/>
            <a:ext cx="1097280" cy="457200"/>
          </a:xfrm>
          <a:prstGeom prst="roundRect">
            <a:avLst>
              <a:gd name="adj" fmla="val 7698"/>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MT MAPS</a:t>
            </a:r>
          </a:p>
        </p:txBody>
      </p:sp>
      <p:sp>
        <p:nvSpPr>
          <p:cNvPr id="449" name="Rectangle: Rounded Corners 448">
            <a:extLst>
              <a:ext uri="{FF2B5EF4-FFF2-40B4-BE49-F238E27FC236}">
                <a16:creationId xmlns:a16="http://schemas.microsoft.com/office/drawing/2014/main" id="{4994C96D-1244-B3DD-9E4F-89C71E579456}"/>
              </a:ext>
            </a:extLst>
          </p:cNvPr>
          <p:cNvSpPr/>
          <p:nvPr/>
        </p:nvSpPr>
        <p:spPr>
          <a:xfrm>
            <a:off x="284711" y="3238191"/>
            <a:ext cx="1097280" cy="457200"/>
          </a:xfrm>
          <a:prstGeom prst="roundRect">
            <a:avLst>
              <a:gd name="adj" fmla="val 7698"/>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Inventory Studio</a:t>
            </a:r>
          </a:p>
        </p:txBody>
      </p:sp>
      <p:sp>
        <p:nvSpPr>
          <p:cNvPr id="450" name="Rectangle: Rounded Corners 449">
            <a:extLst>
              <a:ext uri="{FF2B5EF4-FFF2-40B4-BE49-F238E27FC236}">
                <a16:creationId xmlns:a16="http://schemas.microsoft.com/office/drawing/2014/main" id="{40C23D37-935C-01E0-0FBC-7B4309261C79}"/>
              </a:ext>
            </a:extLst>
          </p:cNvPr>
          <p:cNvSpPr/>
          <p:nvPr/>
        </p:nvSpPr>
        <p:spPr>
          <a:xfrm>
            <a:off x="5115314" y="4204513"/>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Dolphin</a:t>
            </a:r>
          </a:p>
        </p:txBody>
      </p:sp>
      <p:sp>
        <p:nvSpPr>
          <p:cNvPr id="453" name="Rectangle: Rounded Corners 452">
            <a:extLst>
              <a:ext uri="{FF2B5EF4-FFF2-40B4-BE49-F238E27FC236}">
                <a16:creationId xmlns:a16="http://schemas.microsoft.com/office/drawing/2014/main" id="{BA6A06CB-9D58-C90E-15AC-0750C6876C0E}"/>
              </a:ext>
            </a:extLst>
          </p:cNvPr>
          <p:cNvSpPr/>
          <p:nvPr/>
        </p:nvSpPr>
        <p:spPr>
          <a:xfrm>
            <a:off x="3845868" y="4687672"/>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Nerve Center</a:t>
            </a:r>
          </a:p>
        </p:txBody>
      </p:sp>
      <p:sp>
        <p:nvSpPr>
          <p:cNvPr id="454" name="Rectangle: Rounded Corners 453">
            <a:extLst>
              <a:ext uri="{FF2B5EF4-FFF2-40B4-BE49-F238E27FC236}">
                <a16:creationId xmlns:a16="http://schemas.microsoft.com/office/drawing/2014/main" id="{8F4B65A7-ADFE-CD32-E14A-2F40F67A3E97}"/>
              </a:ext>
            </a:extLst>
          </p:cNvPr>
          <p:cNvSpPr/>
          <p:nvPr/>
        </p:nvSpPr>
        <p:spPr>
          <a:xfrm>
            <a:off x="6252722" y="2271869"/>
            <a:ext cx="1097280" cy="457200"/>
          </a:xfrm>
          <a:prstGeom prst="roundRect">
            <a:avLst>
              <a:gd name="adj" fmla="val 7698"/>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Global Distt. Capacity Mgmt.</a:t>
            </a:r>
          </a:p>
        </p:txBody>
      </p:sp>
      <p:sp>
        <p:nvSpPr>
          <p:cNvPr id="464" name="Rectangle: Rounded Corners 463">
            <a:extLst>
              <a:ext uri="{FF2B5EF4-FFF2-40B4-BE49-F238E27FC236}">
                <a16:creationId xmlns:a16="http://schemas.microsoft.com/office/drawing/2014/main" id="{DE1C3937-9B90-B5BB-FC49-82A197B40EBE}"/>
              </a:ext>
            </a:extLst>
          </p:cNvPr>
          <p:cNvSpPr/>
          <p:nvPr/>
        </p:nvSpPr>
        <p:spPr>
          <a:xfrm>
            <a:off x="284711" y="4204513"/>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GTM</a:t>
            </a:r>
          </a:p>
        </p:txBody>
      </p:sp>
      <p:sp>
        <p:nvSpPr>
          <p:cNvPr id="466" name="Rectangle: Rounded Corners 465">
            <a:extLst>
              <a:ext uri="{FF2B5EF4-FFF2-40B4-BE49-F238E27FC236}">
                <a16:creationId xmlns:a16="http://schemas.microsoft.com/office/drawing/2014/main" id="{B49A9F19-0907-C4B9-ECB1-D89DC44D218D}"/>
              </a:ext>
            </a:extLst>
          </p:cNvPr>
          <p:cNvSpPr/>
          <p:nvPr/>
        </p:nvSpPr>
        <p:spPr>
          <a:xfrm>
            <a:off x="6252722" y="4687672"/>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QuickBase Development</a:t>
            </a:r>
          </a:p>
        </p:txBody>
      </p:sp>
      <p:sp>
        <p:nvSpPr>
          <p:cNvPr id="469" name="Rectangle: Rounded Corners 468">
            <a:extLst>
              <a:ext uri="{FF2B5EF4-FFF2-40B4-BE49-F238E27FC236}">
                <a16:creationId xmlns:a16="http://schemas.microsoft.com/office/drawing/2014/main" id="{B155E3D8-FC99-8DE0-262D-330A746D2DCC}"/>
              </a:ext>
            </a:extLst>
          </p:cNvPr>
          <p:cNvSpPr/>
          <p:nvPr/>
        </p:nvSpPr>
        <p:spPr>
          <a:xfrm>
            <a:off x="1428224" y="2755030"/>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CO2 Emissions</a:t>
            </a:r>
          </a:p>
        </p:txBody>
      </p:sp>
      <p:sp>
        <p:nvSpPr>
          <p:cNvPr id="471" name="Rectangle: Rounded Corners 470">
            <a:extLst>
              <a:ext uri="{FF2B5EF4-FFF2-40B4-BE49-F238E27FC236}">
                <a16:creationId xmlns:a16="http://schemas.microsoft.com/office/drawing/2014/main" id="{AD27650E-A3F0-AE7D-8298-A91747A35746}"/>
              </a:ext>
            </a:extLst>
          </p:cNvPr>
          <p:cNvSpPr/>
          <p:nvPr/>
        </p:nvSpPr>
        <p:spPr>
          <a:xfrm>
            <a:off x="1428224" y="2271869"/>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Supplier Reliability Sandbox</a:t>
            </a:r>
          </a:p>
        </p:txBody>
      </p:sp>
      <p:sp>
        <p:nvSpPr>
          <p:cNvPr id="472" name="Rectangle: Rounded Corners 471">
            <a:extLst>
              <a:ext uri="{FF2B5EF4-FFF2-40B4-BE49-F238E27FC236}">
                <a16:creationId xmlns:a16="http://schemas.microsoft.com/office/drawing/2014/main" id="{E7D74882-B3C6-2F96-F909-98A32396CD75}"/>
              </a:ext>
            </a:extLst>
          </p:cNvPr>
          <p:cNvSpPr/>
          <p:nvPr/>
        </p:nvSpPr>
        <p:spPr>
          <a:xfrm>
            <a:off x="3845868" y="4204513"/>
            <a:ext cx="1097280" cy="457200"/>
          </a:xfrm>
          <a:prstGeom prst="roundRect">
            <a:avLst>
              <a:gd name="adj" fmla="val 7698"/>
            </a:avLst>
          </a:prstGeom>
          <a:solidFill>
            <a:schemeClr val="bg2">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MD DC Archetypes</a:t>
            </a:r>
          </a:p>
        </p:txBody>
      </p:sp>
      <p:sp>
        <p:nvSpPr>
          <p:cNvPr id="473" name="Rectangle: Rounded Corners 472">
            <a:extLst>
              <a:ext uri="{FF2B5EF4-FFF2-40B4-BE49-F238E27FC236}">
                <a16:creationId xmlns:a16="http://schemas.microsoft.com/office/drawing/2014/main" id="{4FBFA0AE-8AB5-1728-772E-E9778D609910}"/>
              </a:ext>
            </a:extLst>
          </p:cNvPr>
          <p:cNvSpPr/>
          <p:nvPr/>
        </p:nvSpPr>
        <p:spPr>
          <a:xfrm>
            <a:off x="5115314" y="2271869"/>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Workforce &amp;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Real Estate Ops</a:t>
            </a:r>
          </a:p>
        </p:txBody>
      </p:sp>
      <p:sp>
        <p:nvSpPr>
          <p:cNvPr id="474" name="Rectangle: Rounded Corners 473">
            <a:extLst>
              <a:ext uri="{FF2B5EF4-FFF2-40B4-BE49-F238E27FC236}">
                <a16:creationId xmlns:a16="http://schemas.microsoft.com/office/drawing/2014/main" id="{42445C40-104A-70FE-102F-38B1A056E378}"/>
              </a:ext>
            </a:extLst>
          </p:cNvPr>
          <p:cNvSpPr/>
          <p:nvPr/>
        </p:nvSpPr>
        <p:spPr>
          <a:xfrm>
            <a:off x="5115314" y="4687672"/>
            <a:ext cx="1097280" cy="457200"/>
          </a:xfrm>
          <a:prstGeom prst="roundRect">
            <a:avLst>
              <a:gd name="adj" fmla="val 7698"/>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Lab Capacity </a:t>
            </a:r>
          </a:p>
        </p:txBody>
      </p:sp>
      <p:sp>
        <p:nvSpPr>
          <p:cNvPr id="476" name="Rectangle: Rounded Corners 475">
            <a:extLst>
              <a:ext uri="{FF2B5EF4-FFF2-40B4-BE49-F238E27FC236}">
                <a16:creationId xmlns:a16="http://schemas.microsoft.com/office/drawing/2014/main" id="{AE3DC080-26E3-D786-3293-87FC8834F5D9}"/>
              </a:ext>
            </a:extLst>
          </p:cNvPr>
          <p:cNvSpPr/>
          <p:nvPr/>
        </p:nvSpPr>
        <p:spPr>
          <a:xfrm>
            <a:off x="3845868" y="2271869"/>
            <a:ext cx="1097280" cy="457200"/>
          </a:xfrm>
          <a:prstGeom prst="roundRect">
            <a:avLst>
              <a:gd name="adj" fmla="val 7698"/>
            </a:avLst>
          </a:prstGeom>
          <a:solidFill>
            <a:schemeClr val="bg2">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Transcend- CDL MD Curation</a:t>
            </a:r>
          </a:p>
        </p:txBody>
      </p:sp>
      <p:sp>
        <p:nvSpPr>
          <p:cNvPr id="480" name="Rectangle: Rounded Corners 479">
            <a:extLst>
              <a:ext uri="{FF2B5EF4-FFF2-40B4-BE49-F238E27FC236}">
                <a16:creationId xmlns:a16="http://schemas.microsoft.com/office/drawing/2014/main" id="{D7E0E8D4-9094-A3BE-A867-0FAAFDD8AB19}"/>
              </a:ext>
            </a:extLst>
          </p:cNvPr>
          <p:cNvSpPr/>
          <p:nvPr/>
        </p:nvSpPr>
        <p:spPr>
          <a:xfrm>
            <a:off x="1428224" y="4204513"/>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Supply Chain Resilience</a:t>
            </a:r>
          </a:p>
        </p:txBody>
      </p:sp>
      <p:sp>
        <p:nvSpPr>
          <p:cNvPr id="481" name="Rectangle: Rounded Corners 480">
            <a:extLst>
              <a:ext uri="{FF2B5EF4-FFF2-40B4-BE49-F238E27FC236}">
                <a16:creationId xmlns:a16="http://schemas.microsoft.com/office/drawing/2014/main" id="{F0164FE9-64B9-3456-EBC9-887BA8A59C17}"/>
              </a:ext>
            </a:extLst>
          </p:cNvPr>
          <p:cNvSpPr/>
          <p:nvPr/>
        </p:nvSpPr>
        <p:spPr>
          <a:xfrm>
            <a:off x="284711" y="2755030"/>
            <a:ext cx="1097280" cy="457200"/>
          </a:xfrm>
          <a:prstGeom prst="roundRect">
            <a:avLst>
              <a:gd name="adj" fmla="val 7698"/>
            </a:avLst>
          </a:prstGeom>
          <a:solidFill>
            <a:srgbClr val="FF7C59"/>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CART Recommendation</a:t>
            </a:r>
          </a:p>
        </p:txBody>
      </p:sp>
      <p:sp>
        <p:nvSpPr>
          <p:cNvPr id="496" name="Rectangle: Rounded Corners 495">
            <a:extLst>
              <a:ext uri="{FF2B5EF4-FFF2-40B4-BE49-F238E27FC236}">
                <a16:creationId xmlns:a16="http://schemas.microsoft.com/office/drawing/2014/main" id="{519BA242-95B2-A88E-57A1-793F3A88546B}"/>
              </a:ext>
            </a:extLst>
          </p:cNvPr>
          <p:cNvSpPr/>
          <p:nvPr/>
        </p:nvSpPr>
        <p:spPr>
          <a:xfrm>
            <a:off x="2712467" y="2271869"/>
            <a:ext cx="1097280" cy="457200"/>
          </a:xfrm>
          <a:prstGeom prst="roundRect">
            <a:avLst>
              <a:gd name="adj" fmla="val 7698"/>
            </a:avLst>
          </a:prstGeom>
          <a:solidFill>
            <a:schemeClr val="bg2">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CDL MD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Curation</a:t>
            </a:r>
          </a:p>
        </p:txBody>
      </p:sp>
      <p:sp>
        <p:nvSpPr>
          <p:cNvPr id="497" name="Rectangle: Rounded Corners 496">
            <a:extLst>
              <a:ext uri="{FF2B5EF4-FFF2-40B4-BE49-F238E27FC236}">
                <a16:creationId xmlns:a16="http://schemas.microsoft.com/office/drawing/2014/main" id="{359D39A9-4532-68C6-9DED-5D7891AA207F}"/>
              </a:ext>
            </a:extLst>
          </p:cNvPr>
          <p:cNvSpPr/>
          <p:nvPr/>
        </p:nvSpPr>
        <p:spPr>
          <a:xfrm>
            <a:off x="3845868" y="3721352"/>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Data Quality Services</a:t>
            </a:r>
          </a:p>
        </p:txBody>
      </p:sp>
      <p:sp>
        <p:nvSpPr>
          <p:cNvPr id="498" name="Rectangle: Rounded Corners 497">
            <a:extLst>
              <a:ext uri="{FF2B5EF4-FFF2-40B4-BE49-F238E27FC236}">
                <a16:creationId xmlns:a16="http://schemas.microsoft.com/office/drawing/2014/main" id="{B978FD65-F3A8-31C1-365C-385DA5B2F707}"/>
              </a:ext>
            </a:extLst>
          </p:cNvPr>
          <p:cNvSpPr/>
          <p:nvPr/>
        </p:nvSpPr>
        <p:spPr>
          <a:xfrm>
            <a:off x="6252722" y="3238191"/>
            <a:ext cx="1097280" cy="457200"/>
          </a:xfrm>
          <a:prstGeom prst="roundRect">
            <a:avLst>
              <a:gd name="adj" fmla="val 7698"/>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One Performance Management</a:t>
            </a:r>
          </a:p>
        </p:txBody>
      </p:sp>
      <p:sp>
        <p:nvSpPr>
          <p:cNvPr id="8" name="Rectangle: Rounded Corners 7">
            <a:extLst>
              <a:ext uri="{FF2B5EF4-FFF2-40B4-BE49-F238E27FC236}">
                <a16:creationId xmlns:a16="http://schemas.microsoft.com/office/drawing/2014/main" id="{5BD677E0-E173-F817-22FD-26405B10E322}"/>
              </a:ext>
            </a:extLst>
          </p:cNvPr>
          <p:cNvSpPr/>
          <p:nvPr/>
        </p:nvSpPr>
        <p:spPr>
          <a:xfrm>
            <a:off x="1428224" y="4687672"/>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Supply Chain Conversational Analytics</a:t>
            </a:r>
          </a:p>
        </p:txBody>
      </p:sp>
      <p:sp>
        <p:nvSpPr>
          <p:cNvPr id="9" name="Rectangle: Rounded Corners 8">
            <a:extLst>
              <a:ext uri="{FF2B5EF4-FFF2-40B4-BE49-F238E27FC236}">
                <a16:creationId xmlns:a16="http://schemas.microsoft.com/office/drawing/2014/main" id="{611BD64D-33B9-9FF2-2241-D074A2E6D4B1}"/>
              </a:ext>
            </a:extLst>
          </p:cNvPr>
          <p:cNvSpPr/>
          <p:nvPr/>
        </p:nvSpPr>
        <p:spPr>
          <a:xfrm>
            <a:off x="2712467" y="3721352"/>
            <a:ext cx="1097280" cy="457200"/>
          </a:xfrm>
          <a:prstGeom prst="roundRect">
            <a:avLst>
              <a:gd name="adj" fmla="val 7698"/>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Control Tower </a:t>
            </a:r>
          </a:p>
        </p:txBody>
      </p:sp>
      <p:sp>
        <p:nvSpPr>
          <p:cNvPr id="10" name="Rectangle: Rounded Corners 9">
            <a:extLst>
              <a:ext uri="{FF2B5EF4-FFF2-40B4-BE49-F238E27FC236}">
                <a16:creationId xmlns:a16="http://schemas.microsoft.com/office/drawing/2014/main" id="{C0706C43-3883-ADDD-4E22-AAEF694B7A75}"/>
              </a:ext>
            </a:extLst>
          </p:cNvPr>
          <p:cNvSpPr/>
          <p:nvPr/>
        </p:nvSpPr>
        <p:spPr>
          <a:xfrm>
            <a:off x="5115314" y="3721352"/>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OTIF</a:t>
            </a:r>
          </a:p>
        </p:txBody>
      </p:sp>
      <p:sp>
        <p:nvSpPr>
          <p:cNvPr id="11" name="Rectangle: Rounded Corners 10">
            <a:extLst>
              <a:ext uri="{FF2B5EF4-FFF2-40B4-BE49-F238E27FC236}">
                <a16:creationId xmlns:a16="http://schemas.microsoft.com/office/drawing/2014/main" id="{82FFDC33-6C91-8474-7FCC-24FFE7AB0A72}"/>
              </a:ext>
            </a:extLst>
          </p:cNvPr>
          <p:cNvSpPr/>
          <p:nvPr/>
        </p:nvSpPr>
        <p:spPr>
          <a:xfrm>
            <a:off x="2712467" y="3238191"/>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Cost-to-Deliver (CTD)</a:t>
            </a:r>
          </a:p>
        </p:txBody>
      </p:sp>
      <p:sp>
        <p:nvSpPr>
          <p:cNvPr id="14" name="Rectangle: Rounded Corners 13">
            <a:extLst>
              <a:ext uri="{FF2B5EF4-FFF2-40B4-BE49-F238E27FC236}">
                <a16:creationId xmlns:a16="http://schemas.microsoft.com/office/drawing/2014/main" id="{6B52EDE8-78DA-7ADB-5194-A3121A106E0B}"/>
              </a:ext>
            </a:extLst>
          </p:cNvPr>
          <p:cNvSpPr/>
          <p:nvPr/>
        </p:nvSpPr>
        <p:spPr>
          <a:xfrm>
            <a:off x="1428224" y="3721352"/>
            <a:ext cx="1097280" cy="457200"/>
          </a:xfrm>
          <a:prstGeom prst="roundRect">
            <a:avLst>
              <a:gd name="adj" fmla="val 7698"/>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Available-to-Promise (ATP_</a:t>
            </a:r>
          </a:p>
        </p:txBody>
      </p:sp>
      <p:sp>
        <p:nvSpPr>
          <p:cNvPr id="15" name="Rectangle: Rounded Corners 14">
            <a:extLst>
              <a:ext uri="{FF2B5EF4-FFF2-40B4-BE49-F238E27FC236}">
                <a16:creationId xmlns:a16="http://schemas.microsoft.com/office/drawing/2014/main" id="{4C3E10B4-CD92-46EE-ABF0-E8B13CCA5099}"/>
              </a:ext>
            </a:extLst>
          </p:cNvPr>
          <p:cNvSpPr/>
          <p:nvPr/>
        </p:nvSpPr>
        <p:spPr>
          <a:xfrm>
            <a:off x="1428224" y="3238191"/>
            <a:ext cx="1097280" cy="457200"/>
          </a:xfrm>
          <a:prstGeom prst="roundRect">
            <a:avLst>
              <a:gd name="adj" fmla="val 7698"/>
            </a:avLst>
          </a:prstGeom>
          <a:solidFill>
            <a:schemeClr val="bg2">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7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Supply Chain Visibility  Maps</a:t>
            </a:r>
            <a:endParaRPr kumimoji="0" lang="en-US" sz="700" b="1" i="0" u="none" strike="noStrike" kern="1200" cap="none" spc="0" normalizeH="0" baseline="0" noProof="0">
              <a:ln>
                <a:noFill/>
              </a:ln>
              <a:solidFill>
                <a:srgbClr val="FFFFFF"/>
              </a:solidFill>
              <a:effectLst/>
              <a:uLnTx/>
              <a:uFillTx/>
              <a:latin typeface="Montserrat" panose="00000500000000000000" pitchFamily="2" charset="0"/>
              <a:ea typeface="+mn-ea"/>
              <a:cs typeface="+mn-cs"/>
            </a:endParaRPr>
          </a:p>
        </p:txBody>
      </p:sp>
      <p:sp>
        <p:nvSpPr>
          <p:cNvPr id="16" name="Rectangle: Rounded Corners 15">
            <a:extLst>
              <a:ext uri="{FF2B5EF4-FFF2-40B4-BE49-F238E27FC236}">
                <a16:creationId xmlns:a16="http://schemas.microsoft.com/office/drawing/2014/main" id="{F2086385-AD78-475D-1E32-7BEDD327A99E}"/>
              </a:ext>
            </a:extLst>
          </p:cNvPr>
          <p:cNvSpPr/>
          <p:nvPr/>
        </p:nvSpPr>
        <p:spPr>
          <a:xfrm>
            <a:off x="6252722" y="4204513"/>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Site-Level Operational Excellence</a:t>
            </a:r>
          </a:p>
        </p:txBody>
      </p:sp>
      <p:sp>
        <p:nvSpPr>
          <p:cNvPr id="21" name="Rectangle: Rounded Corners 20">
            <a:extLst>
              <a:ext uri="{FF2B5EF4-FFF2-40B4-BE49-F238E27FC236}">
                <a16:creationId xmlns:a16="http://schemas.microsoft.com/office/drawing/2014/main" id="{454B749C-F28B-3A31-8625-E629AE709ADD}"/>
              </a:ext>
            </a:extLst>
          </p:cNvPr>
          <p:cNvSpPr/>
          <p:nvPr/>
        </p:nvSpPr>
        <p:spPr>
          <a:xfrm>
            <a:off x="6252722" y="3721352"/>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Risk sensing </a:t>
            </a:r>
          </a:p>
        </p:txBody>
      </p:sp>
      <p:sp>
        <p:nvSpPr>
          <p:cNvPr id="22" name="Rectangle: Rounded Corners 21">
            <a:extLst>
              <a:ext uri="{FF2B5EF4-FFF2-40B4-BE49-F238E27FC236}">
                <a16:creationId xmlns:a16="http://schemas.microsoft.com/office/drawing/2014/main" id="{1766307E-4F35-198F-1552-492FC056893F}"/>
              </a:ext>
            </a:extLst>
          </p:cNvPr>
          <p:cNvSpPr/>
          <p:nvPr/>
        </p:nvSpPr>
        <p:spPr>
          <a:xfrm>
            <a:off x="284711" y="3721352"/>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Global SC Services</a:t>
            </a:r>
          </a:p>
        </p:txBody>
      </p:sp>
      <p:sp>
        <p:nvSpPr>
          <p:cNvPr id="23" name="Rectangle: Rounded Corners 22">
            <a:extLst>
              <a:ext uri="{FF2B5EF4-FFF2-40B4-BE49-F238E27FC236}">
                <a16:creationId xmlns:a16="http://schemas.microsoft.com/office/drawing/2014/main" id="{88F82737-441C-0292-174D-DE93AFE487A0}"/>
              </a:ext>
            </a:extLst>
          </p:cNvPr>
          <p:cNvSpPr/>
          <p:nvPr/>
        </p:nvSpPr>
        <p:spPr>
          <a:xfrm>
            <a:off x="5115314" y="3238191"/>
            <a:ext cx="1097280" cy="457200"/>
          </a:xfrm>
          <a:prstGeom prst="roundRect">
            <a:avLst>
              <a:gd name="adj" fmla="val 7698"/>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Transcend </a:t>
            </a:r>
          </a:p>
        </p:txBody>
      </p:sp>
      <p:sp>
        <p:nvSpPr>
          <p:cNvPr id="24" name="Rectangle: Rounded Corners 23">
            <a:extLst>
              <a:ext uri="{FF2B5EF4-FFF2-40B4-BE49-F238E27FC236}">
                <a16:creationId xmlns:a16="http://schemas.microsoft.com/office/drawing/2014/main" id="{CB7DE591-8443-65ED-77E4-CF3CDDFE1F40}"/>
              </a:ext>
            </a:extLst>
          </p:cNvPr>
          <p:cNvSpPr/>
          <p:nvPr/>
        </p:nvSpPr>
        <p:spPr>
          <a:xfrm>
            <a:off x="3845868" y="3238191"/>
            <a:ext cx="1097280" cy="457200"/>
          </a:xfrm>
          <a:prstGeom prst="roundRect">
            <a:avLst>
              <a:gd name="adj" fmla="val 7698"/>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FFFFFF"/>
                </a:solidFill>
                <a:effectLst/>
                <a:uLnTx/>
                <a:uFillTx/>
                <a:latin typeface="Montserrat" panose="00000500000000000000" pitchFamily="2" charset="0"/>
                <a:ea typeface="+mn-ea"/>
                <a:cs typeface="+mn-cs"/>
              </a:rPr>
              <a:t>Moris  </a:t>
            </a:r>
          </a:p>
        </p:txBody>
      </p:sp>
      <p:sp>
        <p:nvSpPr>
          <p:cNvPr id="25" name="Rectangle: Rounded Corners 24">
            <a:extLst>
              <a:ext uri="{FF2B5EF4-FFF2-40B4-BE49-F238E27FC236}">
                <a16:creationId xmlns:a16="http://schemas.microsoft.com/office/drawing/2014/main" id="{5F321335-15E9-DB03-E233-64639492BB31}"/>
              </a:ext>
            </a:extLst>
          </p:cNvPr>
          <p:cNvSpPr/>
          <p:nvPr/>
        </p:nvSpPr>
        <p:spPr>
          <a:xfrm>
            <a:off x="3845868" y="2755030"/>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Data Studio</a:t>
            </a:r>
          </a:p>
        </p:txBody>
      </p:sp>
      <p:sp>
        <p:nvSpPr>
          <p:cNvPr id="26" name="Rectangle: Rounded Corners 25">
            <a:extLst>
              <a:ext uri="{FF2B5EF4-FFF2-40B4-BE49-F238E27FC236}">
                <a16:creationId xmlns:a16="http://schemas.microsoft.com/office/drawing/2014/main" id="{1E92638C-5F0C-73D7-5B02-BE974186C1B9}"/>
              </a:ext>
            </a:extLst>
          </p:cNvPr>
          <p:cNvSpPr/>
          <p:nvPr/>
        </p:nvSpPr>
        <p:spPr>
          <a:xfrm>
            <a:off x="2712467" y="2755030"/>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defRPr/>
            </a:pPr>
            <a:r>
              <a:rPr lang="en-US" sz="700" b="1">
                <a:solidFill>
                  <a:srgbClr val="000000"/>
                </a:solidFill>
                <a:latin typeface="Montserrat"/>
              </a:rPr>
              <a:t>Agent Alpha</a:t>
            </a:r>
            <a:endParaRPr lang="en-US" sz="700" b="1" i="0" u="none" strike="noStrike" kern="1200" cap="none" spc="0" normalizeH="0" baseline="0" noProof="0">
              <a:ln>
                <a:noFill/>
              </a:ln>
              <a:solidFill>
                <a:srgbClr val="000000"/>
              </a:solidFill>
              <a:effectLst/>
              <a:uLnTx/>
              <a:uFillTx/>
              <a:latin typeface="Montserrat" panose="00000500000000000000" pitchFamily="2" charset="0"/>
            </a:endParaRPr>
          </a:p>
        </p:txBody>
      </p:sp>
      <p:sp>
        <p:nvSpPr>
          <p:cNvPr id="27" name="Rectangle: Rounded Corners 26">
            <a:extLst>
              <a:ext uri="{FF2B5EF4-FFF2-40B4-BE49-F238E27FC236}">
                <a16:creationId xmlns:a16="http://schemas.microsoft.com/office/drawing/2014/main" id="{DE0CC0FA-56B3-3794-98BF-0A0BE934D762}"/>
              </a:ext>
            </a:extLst>
          </p:cNvPr>
          <p:cNvSpPr/>
          <p:nvPr/>
        </p:nvSpPr>
        <p:spPr>
          <a:xfrm>
            <a:off x="5115314" y="2755030"/>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DAP visualization</a:t>
            </a:r>
          </a:p>
        </p:txBody>
      </p:sp>
      <p:sp>
        <p:nvSpPr>
          <p:cNvPr id="28" name="Rectangle: Rounded Corners 27">
            <a:extLst>
              <a:ext uri="{FF2B5EF4-FFF2-40B4-BE49-F238E27FC236}">
                <a16:creationId xmlns:a16="http://schemas.microsoft.com/office/drawing/2014/main" id="{82F8FF0E-0356-FAD1-E98E-2BD8C6FBC885}"/>
              </a:ext>
            </a:extLst>
          </p:cNvPr>
          <p:cNvSpPr/>
          <p:nvPr/>
        </p:nvSpPr>
        <p:spPr>
          <a:xfrm>
            <a:off x="6252722" y="2755030"/>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Data modernization</a:t>
            </a:r>
          </a:p>
        </p:txBody>
      </p:sp>
      <p:sp>
        <p:nvSpPr>
          <p:cNvPr id="29" name="Rectangle: Rounded Corners 28">
            <a:extLst>
              <a:ext uri="{FF2B5EF4-FFF2-40B4-BE49-F238E27FC236}">
                <a16:creationId xmlns:a16="http://schemas.microsoft.com/office/drawing/2014/main" id="{4BCDB64D-5317-754F-F9D6-08C7295B8DF2}"/>
              </a:ext>
            </a:extLst>
          </p:cNvPr>
          <p:cNvSpPr/>
          <p:nvPr/>
        </p:nvSpPr>
        <p:spPr>
          <a:xfrm>
            <a:off x="284711" y="2271869"/>
            <a:ext cx="1097280" cy="457200"/>
          </a:xfrm>
          <a:prstGeom prst="roundRect">
            <a:avLst>
              <a:gd name="adj" fmla="val 7698"/>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rPr>
              <a:t>Network Decision Support Tool</a:t>
            </a:r>
            <a:endParaRPr kumimoji="0" lang="en-US" sz="700" b="1" i="0" u="none" strike="noStrike" kern="1200" cap="none" spc="0" normalizeH="0" baseline="0" noProof="0">
              <a:ln>
                <a:noFill/>
              </a:ln>
              <a:solidFill>
                <a:srgbClr val="000000"/>
              </a:solidFill>
              <a:effectLst/>
              <a:uLnTx/>
              <a:uFillTx/>
              <a:latin typeface="Montserrat" panose="00000500000000000000" pitchFamily="2" charset="0"/>
              <a:ea typeface="+mn-ea"/>
              <a:cs typeface="+mn-cs"/>
            </a:endParaRPr>
          </a:p>
        </p:txBody>
      </p:sp>
      <p:cxnSp>
        <p:nvCxnSpPr>
          <p:cNvPr id="32" name="Straight Connector 31">
            <a:extLst>
              <a:ext uri="{FF2B5EF4-FFF2-40B4-BE49-F238E27FC236}">
                <a16:creationId xmlns:a16="http://schemas.microsoft.com/office/drawing/2014/main" id="{76008A2B-6159-FB9D-066A-711FAAD8E73D}"/>
              </a:ext>
            </a:extLst>
          </p:cNvPr>
          <p:cNvCxnSpPr>
            <a:cxnSpLocks/>
          </p:cNvCxnSpPr>
          <p:nvPr/>
        </p:nvCxnSpPr>
        <p:spPr>
          <a:xfrm>
            <a:off x="1199869" y="1277954"/>
            <a:ext cx="0" cy="480903"/>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2D659E3F-C699-3941-2F4B-F5071274297C}"/>
              </a:ext>
            </a:extLst>
          </p:cNvPr>
          <p:cNvCxnSpPr>
            <a:cxnSpLocks/>
          </p:cNvCxnSpPr>
          <p:nvPr/>
        </p:nvCxnSpPr>
        <p:spPr>
          <a:xfrm>
            <a:off x="2210475" y="1277954"/>
            <a:ext cx="0" cy="480903"/>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5371A112-9C37-4518-BE15-0FFFEB4395FC}"/>
              </a:ext>
            </a:extLst>
          </p:cNvPr>
          <p:cNvCxnSpPr>
            <a:cxnSpLocks/>
          </p:cNvCxnSpPr>
          <p:nvPr/>
        </p:nvCxnSpPr>
        <p:spPr>
          <a:xfrm>
            <a:off x="3822921" y="1277954"/>
            <a:ext cx="0" cy="480903"/>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pic>
        <p:nvPicPr>
          <p:cNvPr id="44" name="Graphic 43">
            <a:extLst>
              <a:ext uri="{FF2B5EF4-FFF2-40B4-BE49-F238E27FC236}">
                <a16:creationId xmlns:a16="http://schemas.microsoft.com/office/drawing/2014/main" id="{79A2715C-B33A-DD1F-49E9-476B5B278C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83090" y="1468954"/>
            <a:ext cx="407933" cy="619075"/>
          </a:xfrm>
          <a:prstGeom prst="rect">
            <a:avLst/>
          </a:prstGeom>
          <a:effectLst/>
        </p:spPr>
      </p:pic>
      <p:sp>
        <p:nvSpPr>
          <p:cNvPr id="45" name="TextBox 44">
            <a:extLst>
              <a:ext uri="{FF2B5EF4-FFF2-40B4-BE49-F238E27FC236}">
                <a16:creationId xmlns:a16="http://schemas.microsoft.com/office/drawing/2014/main" id="{92364F6B-ABF3-2019-F3AA-529531577424}"/>
              </a:ext>
            </a:extLst>
          </p:cNvPr>
          <p:cNvSpPr txBox="1"/>
          <p:nvPr/>
        </p:nvSpPr>
        <p:spPr>
          <a:xfrm>
            <a:off x="8161041" y="1564572"/>
            <a:ext cx="326706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Montserrat Medium" pitchFamily="2" charset="77"/>
                <a:ea typeface="+mn-ea"/>
                <a:cs typeface="Segoe UI Semilight"/>
              </a:rPr>
              <a:t>Partnership Highlights </a:t>
            </a:r>
          </a:p>
        </p:txBody>
      </p:sp>
      <p:pic>
        <p:nvPicPr>
          <p:cNvPr id="46" name="Graphic 45">
            <a:extLst>
              <a:ext uri="{FF2B5EF4-FFF2-40B4-BE49-F238E27FC236}">
                <a16:creationId xmlns:a16="http://schemas.microsoft.com/office/drawing/2014/main" id="{C7F673E1-894F-1B9B-2041-9531E2844F8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20197" y="2174636"/>
            <a:ext cx="3663804" cy="498450"/>
          </a:xfrm>
          <a:prstGeom prst="rect">
            <a:avLst/>
          </a:prstGeom>
        </p:spPr>
      </p:pic>
      <p:sp>
        <p:nvSpPr>
          <p:cNvPr id="47" name="TextBox 46">
            <a:extLst>
              <a:ext uri="{FF2B5EF4-FFF2-40B4-BE49-F238E27FC236}">
                <a16:creationId xmlns:a16="http://schemas.microsoft.com/office/drawing/2014/main" id="{C84296D8-04C3-7858-8633-52CECDE585C6}"/>
              </a:ext>
            </a:extLst>
          </p:cNvPr>
          <p:cNvSpPr txBox="1"/>
          <p:nvPr/>
        </p:nvSpPr>
        <p:spPr>
          <a:xfrm>
            <a:off x="8137729" y="2313131"/>
            <a:ext cx="3274406" cy="232497"/>
          </a:xfrm>
          <a:prstGeom prst="rect">
            <a:avLst/>
          </a:prstGeom>
          <a:noFill/>
        </p:spPr>
        <p:txBody>
          <a:bodyPr wrap="square">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Montserrat" pitchFamily="2" charset="77"/>
                <a:ea typeface="+mn-ea"/>
                <a:cs typeface="+mn-cs"/>
              </a:rPr>
              <a:t>Delivered over </a:t>
            </a:r>
            <a:r>
              <a:rPr kumimoji="0" lang="en-US" sz="1050" b="1" i="0" u="none" strike="noStrike" kern="1200" cap="none" spc="0" normalizeH="0" baseline="0" noProof="0">
                <a:ln>
                  <a:noFill/>
                </a:ln>
                <a:solidFill>
                  <a:srgbClr val="FFFFFF"/>
                </a:solidFill>
                <a:effectLst/>
                <a:uLnTx/>
                <a:uFillTx/>
                <a:latin typeface="Montserrat" pitchFamily="2" charset="77"/>
                <a:ea typeface="+mn-ea"/>
                <a:cs typeface="+mn-cs"/>
              </a:rPr>
              <a:t>$75M </a:t>
            </a:r>
            <a:r>
              <a:rPr kumimoji="0" lang="en-US" sz="1050" b="0" i="0" u="none" strike="noStrike" kern="1200" cap="none" spc="0" normalizeH="0" baseline="0" noProof="0">
                <a:ln>
                  <a:noFill/>
                </a:ln>
                <a:solidFill>
                  <a:srgbClr val="FFFFFF"/>
                </a:solidFill>
                <a:effectLst/>
                <a:uLnTx/>
                <a:uFillTx/>
                <a:latin typeface="Montserrat" pitchFamily="2" charset="77"/>
                <a:ea typeface="+mn-ea"/>
                <a:cs typeface="+mn-cs"/>
              </a:rPr>
              <a:t>in value — and counting</a:t>
            </a:r>
          </a:p>
        </p:txBody>
      </p:sp>
      <p:pic>
        <p:nvPicPr>
          <p:cNvPr id="48" name="Graphic 47">
            <a:extLst>
              <a:ext uri="{FF2B5EF4-FFF2-40B4-BE49-F238E27FC236}">
                <a16:creationId xmlns:a16="http://schemas.microsoft.com/office/drawing/2014/main" id="{01452D92-980F-4519-D3BC-128708DD4E3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07190" y="2766766"/>
            <a:ext cx="3663804" cy="498450"/>
          </a:xfrm>
          <a:prstGeom prst="rect">
            <a:avLst/>
          </a:prstGeom>
        </p:spPr>
      </p:pic>
      <p:sp>
        <p:nvSpPr>
          <p:cNvPr id="49" name="TextBox 48">
            <a:extLst>
              <a:ext uri="{FF2B5EF4-FFF2-40B4-BE49-F238E27FC236}">
                <a16:creationId xmlns:a16="http://schemas.microsoft.com/office/drawing/2014/main" id="{CC60DD7F-036C-EDB6-D109-D03E45D74A0F}"/>
              </a:ext>
            </a:extLst>
          </p:cNvPr>
          <p:cNvSpPr txBox="1"/>
          <p:nvPr/>
        </p:nvSpPr>
        <p:spPr>
          <a:xfrm>
            <a:off x="8127095" y="2821538"/>
            <a:ext cx="3383423" cy="394539"/>
          </a:xfrm>
          <a:prstGeom prst="rect">
            <a:avLst/>
          </a:prstGeom>
          <a:noFill/>
        </p:spPr>
        <p:txBody>
          <a:bodyPr wrap="square">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Montserrat" pitchFamily="2" charset="77"/>
                <a:ea typeface="+mn-ea"/>
                <a:cs typeface="+mn-cs"/>
              </a:rPr>
              <a:t>Sustained near-perfect CSAT scores throughout</a:t>
            </a:r>
          </a:p>
        </p:txBody>
      </p:sp>
      <p:pic>
        <p:nvPicPr>
          <p:cNvPr id="51" name="Graphic 50">
            <a:extLst>
              <a:ext uri="{FF2B5EF4-FFF2-40B4-BE49-F238E27FC236}">
                <a16:creationId xmlns:a16="http://schemas.microsoft.com/office/drawing/2014/main" id="{532C8583-D4C6-661C-6F1C-D1F3BD98C43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94182" y="3383657"/>
            <a:ext cx="3663804" cy="498450"/>
          </a:xfrm>
          <a:prstGeom prst="rect">
            <a:avLst/>
          </a:prstGeom>
        </p:spPr>
      </p:pic>
      <p:sp>
        <p:nvSpPr>
          <p:cNvPr id="52" name="TextBox 51">
            <a:extLst>
              <a:ext uri="{FF2B5EF4-FFF2-40B4-BE49-F238E27FC236}">
                <a16:creationId xmlns:a16="http://schemas.microsoft.com/office/drawing/2014/main" id="{F6645DF8-55FE-CF3E-F8AB-117D58C0F33E}"/>
              </a:ext>
            </a:extLst>
          </p:cNvPr>
          <p:cNvSpPr txBox="1"/>
          <p:nvPr/>
        </p:nvSpPr>
        <p:spPr>
          <a:xfrm>
            <a:off x="8127095" y="3438429"/>
            <a:ext cx="3633770" cy="415498"/>
          </a:xfrm>
          <a:prstGeom prst="rect">
            <a:avLst/>
          </a:prstGeom>
          <a:noFill/>
        </p:spPr>
        <p:txBody>
          <a:bodyPr wrap="square">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Montserrat" pitchFamily="2" charset="77"/>
                <a:ea typeface="+mn-ea"/>
                <a:cs typeface="+mn-cs"/>
              </a:rPr>
              <a:t>Exceptionally low attrition, retained talent &amp; Org’s knowledge </a:t>
            </a:r>
          </a:p>
        </p:txBody>
      </p:sp>
      <p:pic>
        <p:nvPicPr>
          <p:cNvPr id="54" name="Graphic 53">
            <a:extLst>
              <a:ext uri="{FF2B5EF4-FFF2-40B4-BE49-F238E27FC236}">
                <a16:creationId xmlns:a16="http://schemas.microsoft.com/office/drawing/2014/main" id="{39E1584E-F660-80D7-240C-125E804E817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07190" y="4003541"/>
            <a:ext cx="3663804" cy="498450"/>
          </a:xfrm>
          <a:prstGeom prst="rect">
            <a:avLst/>
          </a:prstGeom>
        </p:spPr>
      </p:pic>
      <p:sp>
        <p:nvSpPr>
          <p:cNvPr id="56" name="TextBox 55">
            <a:extLst>
              <a:ext uri="{FF2B5EF4-FFF2-40B4-BE49-F238E27FC236}">
                <a16:creationId xmlns:a16="http://schemas.microsoft.com/office/drawing/2014/main" id="{F2AC815C-C1CE-F81C-4482-D7C5055E93BD}"/>
              </a:ext>
            </a:extLst>
          </p:cNvPr>
          <p:cNvSpPr txBox="1"/>
          <p:nvPr/>
        </p:nvSpPr>
        <p:spPr>
          <a:xfrm>
            <a:off x="8127095" y="4058313"/>
            <a:ext cx="3383423" cy="380448"/>
          </a:xfrm>
          <a:prstGeom prst="rect">
            <a:avLst/>
          </a:prstGeom>
          <a:noFill/>
        </p:spPr>
        <p:txBody>
          <a:bodyPr wrap="square">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Montserrat" pitchFamily="2" charset="77"/>
                <a:ea typeface="+mn-ea"/>
                <a:cs typeface="+mn-cs"/>
              </a:rPr>
              <a:t>Built Natively on Databricks (Our solutions &amp; platforms)</a:t>
            </a:r>
          </a:p>
        </p:txBody>
      </p:sp>
      <p:pic>
        <p:nvPicPr>
          <p:cNvPr id="57" name="Graphic 56">
            <a:extLst>
              <a:ext uri="{FF2B5EF4-FFF2-40B4-BE49-F238E27FC236}">
                <a16:creationId xmlns:a16="http://schemas.microsoft.com/office/drawing/2014/main" id="{5CEF9785-3F2E-35C6-1863-F965E37BD15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94182" y="4620433"/>
            <a:ext cx="3663804" cy="498450"/>
          </a:xfrm>
          <a:prstGeom prst="rect">
            <a:avLst/>
          </a:prstGeom>
        </p:spPr>
      </p:pic>
      <p:sp>
        <p:nvSpPr>
          <p:cNvPr id="58" name="TextBox 57">
            <a:extLst>
              <a:ext uri="{FF2B5EF4-FFF2-40B4-BE49-F238E27FC236}">
                <a16:creationId xmlns:a16="http://schemas.microsoft.com/office/drawing/2014/main" id="{C9838A88-DAF4-3A47-27E7-1A76D6355634}"/>
              </a:ext>
            </a:extLst>
          </p:cNvPr>
          <p:cNvSpPr txBox="1"/>
          <p:nvPr/>
        </p:nvSpPr>
        <p:spPr>
          <a:xfrm>
            <a:off x="8127095" y="4675205"/>
            <a:ext cx="3633770" cy="394539"/>
          </a:xfrm>
          <a:prstGeom prst="rect">
            <a:avLst/>
          </a:prstGeom>
          <a:noFill/>
        </p:spPr>
        <p:txBody>
          <a:bodyPr wrap="square">
            <a:sp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sz="1050" b="0" i="0" u="none" strike="noStrike" kern="1200" cap="none" spc="0" normalizeH="0" baseline="0" noProof="0">
                <a:ln>
                  <a:noFill/>
                </a:ln>
                <a:solidFill>
                  <a:srgbClr val="FFFFFF"/>
                </a:solidFill>
                <a:effectLst/>
                <a:uLnTx/>
                <a:uFillTx/>
                <a:latin typeface="Montserrat" pitchFamily="2" charset="77"/>
                <a:ea typeface="+mn-ea"/>
                <a:cs typeface="+mn-cs"/>
              </a:rPr>
              <a:t>Co-innovation on Data Fabric , Agent Alpha &amp; Decision Intelligence</a:t>
            </a:r>
          </a:p>
        </p:txBody>
      </p:sp>
      <p:sp>
        <p:nvSpPr>
          <p:cNvPr id="4" name="Slide Number Placeholder 3">
            <a:extLst>
              <a:ext uri="{FF2B5EF4-FFF2-40B4-BE49-F238E27FC236}">
                <a16:creationId xmlns:a16="http://schemas.microsoft.com/office/drawing/2014/main" id="{119C022D-AA4E-7E54-EB55-4DE25EA0A9D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0EA680-D336-4FF7-8B7A-9848BB0A1C32}" type="slidenum">
              <a:rPr kumimoji="0" lang="en-US" sz="600" b="0" i="0" u="none" strike="noStrike" kern="1200" cap="none" spc="0" normalizeH="0" baseline="0" noProof="0" smtClean="0">
                <a:ln>
                  <a:noFill/>
                </a:ln>
                <a:solidFill>
                  <a:schemeClr val="bg1"/>
                </a:solidFill>
                <a:effectLst/>
                <a:uLnTx/>
                <a:uFillTx/>
                <a:latin typeface="Montserrat Light" panose="000004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600" b="0" i="0" u="none" strike="noStrike" kern="1200" cap="none" spc="0" normalizeH="0" baseline="0" noProof="0">
              <a:ln>
                <a:noFill/>
              </a:ln>
              <a:solidFill>
                <a:schemeClr val="bg1"/>
              </a:solidFill>
              <a:effectLst/>
              <a:uLnTx/>
              <a:uFillTx/>
              <a:latin typeface="Montserrat Light" panose="00000400000000000000" pitchFamily="2" charset="0"/>
              <a:ea typeface="+mn-ea"/>
              <a:cs typeface="+mn-cs"/>
            </a:endParaRPr>
          </a:p>
        </p:txBody>
      </p:sp>
    </p:spTree>
    <p:extLst>
      <p:ext uri="{BB962C8B-B14F-4D97-AF65-F5344CB8AC3E}">
        <p14:creationId xmlns:p14="http://schemas.microsoft.com/office/powerpoint/2010/main" val="2989302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50F5C-7FB3-4C03-7B4B-36876841594B}"/>
              </a:ext>
            </a:extLst>
          </p:cNvPr>
          <p:cNvSpPr>
            <a:spLocks noGrp="1"/>
          </p:cNvSpPr>
          <p:nvPr>
            <p:ph type="title"/>
          </p:nvPr>
        </p:nvSpPr>
        <p:spPr>
          <a:xfrm>
            <a:off x="381000" y="342899"/>
            <a:ext cx="10820400" cy="553993"/>
          </a:xfrm>
        </p:spPr>
        <p:txBody>
          <a:bodyPr/>
          <a:lstStyle/>
          <a:p>
            <a:r>
              <a:rPr lang="en-US">
                <a:latin typeface="Montserrat Light"/>
              </a:rPr>
              <a:t>What we built for J&amp;J - why it mattered . </a:t>
            </a:r>
            <a:r>
              <a:rPr lang="en-IN" b="1">
                <a:solidFill>
                  <a:schemeClr val="bg2"/>
                </a:solidFill>
                <a:latin typeface="Montserrat Light"/>
              </a:rPr>
              <a:t>Supply Chain</a:t>
            </a:r>
            <a:endParaRPr lang="en-US">
              <a:solidFill>
                <a:schemeClr val="bg2"/>
              </a:solidFill>
              <a:latin typeface="Montserrat Light"/>
            </a:endParaRPr>
          </a:p>
        </p:txBody>
      </p:sp>
      <p:sp>
        <p:nvSpPr>
          <p:cNvPr id="3" name="Slide Number Placeholder 2">
            <a:extLst>
              <a:ext uri="{FF2B5EF4-FFF2-40B4-BE49-F238E27FC236}">
                <a16:creationId xmlns:a16="http://schemas.microsoft.com/office/drawing/2014/main" id="{79B90FD4-8254-8F83-5959-D8F4D13C59E1}"/>
              </a:ext>
            </a:extLst>
          </p:cNvPr>
          <p:cNvSpPr>
            <a:spLocks noGrp="1"/>
          </p:cNvSpPr>
          <p:nvPr>
            <p:ph type="sldNum" sz="quarter" idx="12"/>
          </p:nvPr>
        </p:nvSpPr>
        <p:spPr/>
        <p:txBody>
          <a:bodyPr/>
          <a:lstStyle/>
          <a:p>
            <a:fld id="{330EA680-D336-4FF7-8B7A-9848BB0A1C32}" type="slidenum">
              <a:rPr lang="en-US" smtClean="0"/>
              <a:t>58</a:t>
            </a:fld>
            <a:endParaRPr lang="en-US"/>
          </a:p>
        </p:txBody>
      </p:sp>
      <p:sp>
        <p:nvSpPr>
          <p:cNvPr id="4" name="Date Placeholder 3">
            <a:extLst>
              <a:ext uri="{FF2B5EF4-FFF2-40B4-BE49-F238E27FC236}">
                <a16:creationId xmlns:a16="http://schemas.microsoft.com/office/drawing/2014/main" id="{2D773B00-1F3D-4BEE-38D7-EDB2FB497F0E}"/>
              </a:ext>
            </a:extLst>
          </p:cNvPr>
          <p:cNvSpPr>
            <a:spLocks noGrp="1"/>
          </p:cNvSpPr>
          <p:nvPr>
            <p:ph type="dt" sz="half" idx="2"/>
          </p:nvPr>
        </p:nvSpPr>
        <p:spPr/>
        <p:txBody>
          <a:bodyPr/>
          <a:lstStyle/>
          <a:p>
            <a:r>
              <a:rPr lang="en-US"/>
              <a:t>© SYREN CLOUD INC – 2026 – ALL RIGHTS RESERVED</a:t>
            </a:r>
            <a:endParaRPr lang="en-US" sz="600"/>
          </a:p>
        </p:txBody>
      </p:sp>
      <p:sp>
        <p:nvSpPr>
          <p:cNvPr id="6" name="TextBox 5">
            <a:extLst>
              <a:ext uri="{FF2B5EF4-FFF2-40B4-BE49-F238E27FC236}">
                <a16:creationId xmlns:a16="http://schemas.microsoft.com/office/drawing/2014/main" id="{05FE3B0E-5DD3-CB63-1C98-233DBCDBB179}"/>
              </a:ext>
            </a:extLst>
          </p:cNvPr>
          <p:cNvSpPr txBox="1"/>
          <p:nvPr/>
        </p:nvSpPr>
        <p:spPr>
          <a:xfrm>
            <a:off x="533400" y="1021866"/>
            <a:ext cx="11315700" cy="806867"/>
          </a:xfrm>
          <a:prstGeom prst="roundRect">
            <a:avLst/>
          </a:prstGeom>
          <a:solidFill>
            <a:srgbClr val="1A1A1A"/>
          </a:solidFill>
          <a:ln>
            <a:solidFill>
              <a:schemeClr val="tx1"/>
            </a:solidFill>
          </a:ln>
        </p:spPr>
        <p:txBody>
          <a:bodyPr wrap="square" rIns="1371600" anchor="ctr">
            <a:noAutofit/>
          </a:bodyPr>
          <a:lstStyle/>
          <a:p>
            <a:pPr>
              <a:buNone/>
            </a:pPr>
            <a:r>
              <a:rPr lang="en-US" sz="1200">
                <a:solidFill>
                  <a:schemeClr val="bg1"/>
                </a:solidFill>
                <a:effectLst/>
                <a:latin typeface="Montserrat" panose="00000500000000000000" pitchFamily="2" charset="0"/>
              </a:rPr>
              <a:t>J&amp;J's supply chain spans </a:t>
            </a:r>
            <a:r>
              <a:rPr lang="en-US" sz="1200" b="1">
                <a:solidFill>
                  <a:schemeClr val="bg1"/>
                </a:solidFill>
                <a:effectLst/>
                <a:latin typeface="Montserrat" panose="00000500000000000000" pitchFamily="2" charset="0"/>
              </a:rPr>
              <a:t>6 sectors, 4 regions, 200+ sites. </a:t>
            </a:r>
            <a:r>
              <a:rPr lang="en-US" sz="1200">
                <a:solidFill>
                  <a:schemeClr val="bg1"/>
                </a:solidFill>
                <a:effectLst/>
                <a:latin typeface="Montserrat" panose="00000500000000000000" pitchFamily="2" charset="0"/>
              </a:rPr>
              <a:t>The problems weren't one-off — they were structural:</a:t>
            </a:r>
            <a:br>
              <a:rPr lang="en-US" sz="1200">
                <a:solidFill>
                  <a:schemeClr val="bg1"/>
                </a:solidFill>
                <a:effectLst/>
                <a:latin typeface="Montserrat" panose="00000500000000000000" pitchFamily="2" charset="0"/>
              </a:rPr>
            </a:br>
            <a:r>
              <a:rPr lang="en-US" sz="1200">
                <a:solidFill>
                  <a:schemeClr val="bg1"/>
                </a:solidFill>
                <a:effectLst/>
                <a:latin typeface="Montserrat" panose="00000500000000000000" pitchFamily="2" charset="0"/>
              </a:rPr>
              <a:t> no visibility, no committed dates, no network simulation. We built the operating backbone, piece by piece.</a:t>
            </a:r>
          </a:p>
        </p:txBody>
      </p:sp>
      <p:sp>
        <p:nvSpPr>
          <p:cNvPr id="7" name="Rectangle: Rounded Corners 6">
            <a:extLst>
              <a:ext uri="{FF2B5EF4-FFF2-40B4-BE49-F238E27FC236}">
                <a16:creationId xmlns:a16="http://schemas.microsoft.com/office/drawing/2014/main" id="{CE5883E7-4D37-04F1-FA99-0384CE9C75AE}"/>
              </a:ext>
            </a:extLst>
          </p:cNvPr>
          <p:cNvSpPr/>
          <p:nvPr/>
        </p:nvSpPr>
        <p:spPr>
          <a:xfrm>
            <a:off x="533400" y="1975481"/>
            <a:ext cx="3683000" cy="2204633"/>
          </a:xfrm>
          <a:prstGeom prst="roundRect">
            <a:avLst>
              <a:gd name="adj" fmla="val 602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Ins="91440" rtlCol="0" anchor="t"/>
          <a:lstStyle/>
          <a:p>
            <a:pPr>
              <a:spcAft>
                <a:spcPts val="300"/>
              </a:spcAft>
            </a:pPr>
            <a:r>
              <a:rPr lang="en-IN" sz="1000" b="1">
                <a:solidFill>
                  <a:schemeClr val="bg2"/>
                </a:solidFill>
                <a:latin typeface="Montserrat" panose="00000500000000000000" pitchFamily="2" charset="0"/>
              </a:rPr>
              <a:t>Order Management</a:t>
            </a:r>
          </a:p>
          <a:p>
            <a:pPr>
              <a:spcAft>
                <a:spcPts val="300"/>
              </a:spcAft>
            </a:pPr>
            <a:r>
              <a:rPr lang="en-IN" sz="1200" b="1">
                <a:solidFill>
                  <a:schemeClr val="tx1"/>
                </a:solidFill>
                <a:latin typeface="Montserrat" panose="00000500000000000000" pitchFamily="2" charset="0"/>
              </a:rPr>
              <a:t>ATP — Available to Promise</a:t>
            </a:r>
          </a:p>
          <a:p>
            <a:pPr>
              <a:spcAft>
                <a:spcPts val="300"/>
              </a:spcAft>
            </a:pPr>
            <a:r>
              <a:rPr lang="en-US" sz="1000" b="1">
                <a:solidFill>
                  <a:schemeClr val="tx1"/>
                </a:solidFill>
                <a:latin typeface="Montserrat" panose="00000500000000000000" pitchFamily="2" charset="0"/>
              </a:rPr>
              <a:t>WHY</a:t>
            </a:r>
          </a:p>
          <a:p>
            <a:pPr>
              <a:spcAft>
                <a:spcPts val="300"/>
              </a:spcAft>
            </a:pPr>
            <a:r>
              <a:rPr lang="en-US" sz="1000">
                <a:solidFill>
                  <a:schemeClr val="tx1"/>
                </a:solidFill>
                <a:latin typeface="Montserrat" panose="00000500000000000000" pitchFamily="2" charset="0"/>
              </a:rPr>
              <a:t>OTIF collapsed from 74% → 28% post-pandemic. Customers had no reliable delivery date.</a:t>
            </a:r>
            <a:br>
              <a:rPr lang="en-US" sz="1000">
                <a:solidFill>
                  <a:schemeClr val="tx1"/>
                </a:solidFill>
                <a:latin typeface="Montserrat" panose="00000500000000000000" pitchFamily="2" charset="0"/>
              </a:rPr>
            </a:br>
            <a:endParaRPr lang="en-US" sz="1000">
              <a:solidFill>
                <a:schemeClr val="tx1"/>
              </a:solidFill>
              <a:latin typeface="Montserrat" panose="00000500000000000000" pitchFamily="2" charset="0"/>
            </a:endParaRPr>
          </a:p>
          <a:p>
            <a:pPr>
              <a:spcAft>
                <a:spcPts val="300"/>
              </a:spcAft>
            </a:pPr>
            <a:r>
              <a:rPr lang="en-US" sz="1000" b="1">
                <a:solidFill>
                  <a:schemeClr val="tx1"/>
                </a:solidFill>
                <a:latin typeface="Montserrat" panose="00000500000000000000" pitchFamily="2" charset="0"/>
              </a:rPr>
              <a:t>HOW</a:t>
            </a:r>
          </a:p>
          <a:p>
            <a:pPr>
              <a:spcAft>
                <a:spcPts val="300"/>
              </a:spcAft>
            </a:pPr>
            <a:r>
              <a:rPr lang="en-US" sz="1000">
                <a:solidFill>
                  <a:schemeClr val="tx1"/>
                </a:solidFill>
                <a:latin typeface="Montserrat" panose="00000500000000000000" pitchFamily="2" charset="0"/>
              </a:rPr>
              <a:t>4-model ML pipeline refreshing ship &amp; delivery dates every 30–60 min, with stability logic to prevent date-flip noise.</a:t>
            </a:r>
          </a:p>
        </p:txBody>
      </p:sp>
      <p:sp>
        <p:nvSpPr>
          <p:cNvPr id="8" name="Rectangle: Rounded Corners 7">
            <a:extLst>
              <a:ext uri="{FF2B5EF4-FFF2-40B4-BE49-F238E27FC236}">
                <a16:creationId xmlns:a16="http://schemas.microsoft.com/office/drawing/2014/main" id="{7E20D44E-CB73-A2E9-E831-367C709FD42A}"/>
              </a:ext>
            </a:extLst>
          </p:cNvPr>
          <p:cNvSpPr/>
          <p:nvPr/>
        </p:nvSpPr>
        <p:spPr>
          <a:xfrm>
            <a:off x="4349750" y="1975481"/>
            <a:ext cx="3683000" cy="2204633"/>
          </a:xfrm>
          <a:prstGeom prst="roundRect">
            <a:avLst>
              <a:gd name="adj" fmla="val 602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Ins="91440" rtlCol="0" anchor="t"/>
          <a:lstStyle/>
          <a:p>
            <a:pPr>
              <a:spcAft>
                <a:spcPts val="300"/>
              </a:spcAft>
            </a:pPr>
            <a:r>
              <a:rPr lang="en-IN" sz="1000" b="1">
                <a:solidFill>
                  <a:schemeClr val="bg2"/>
                </a:solidFill>
                <a:latin typeface="Montserrat" panose="00000500000000000000" pitchFamily="2" charset="0"/>
              </a:rPr>
              <a:t>Delivery Tracking</a:t>
            </a:r>
          </a:p>
          <a:p>
            <a:pPr>
              <a:spcAft>
                <a:spcPts val="300"/>
              </a:spcAft>
            </a:pPr>
            <a:r>
              <a:rPr lang="en-IN" sz="1200" b="1">
                <a:solidFill>
                  <a:schemeClr val="tx1"/>
                </a:solidFill>
                <a:latin typeface="Montserrat" panose="00000500000000000000" pitchFamily="2" charset="0"/>
              </a:rPr>
              <a:t>OTIF-D — On-Time In-Full</a:t>
            </a:r>
          </a:p>
          <a:p>
            <a:pPr>
              <a:spcAft>
                <a:spcPts val="300"/>
              </a:spcAft>
            </a:pPr>
            <a:r>
              <a:rPr lang="en-US" sz="1000" b="1">
                <a:solidFill>
                  <a:schemeClr val="tx1"/>
                </a:solidFill>
                <a:latin typeface="Montserrat" panose="00000500000000000000" pitchFamily="2" charset="0"/>
              </a:rPr>
              <a:t>WHY</a:t>
            </a:r>
          </a:p>
          <a:p>
            <a:pPr>
              <a:spcAft>
                <a:spcPts val="300"/>
              </a:spcAft>
            </a:pPr>
            <a:r>
              <a:rPr lang="en-US" sz="1000">
                <a:solidFill>
                  <a:schemeClr val="tx1"/>
                </a:solidFill>
                <a:latin typeface="Montserrat" panose="00000500000000000000" pitchFamily="2" charset="0"/>
              </a:rPr>
              <a:t>Poor OTIF costs &gt;$11M/yr in chargebacks. No unified view across Pharma, MD &amp; Vision Care.</a:t>
            </a:r>
            <a:br>
              <a:rPr lang="en-US" sz="1000">
                <a:solidFill>
                  <a:schemeClr val="tx1"/>
                </a:solidFill>
                <a:latin typeface="Montserrat" panose="00000500000000000000" pitchFamily="2" charset="0"/>
              </a:rPr>
            </a:br>
            <a:endParaRPr lang="en-US" sz="1000">
              <a:solidFill>
                <a:schemeClr val="tx1"/>
              </a:solidFill>
              <a:latin typeface="Montserrat" panose="00000500000000000000" pitchFamily="2" charset="0"/>
            </a:endParaRPr>
          </a:p>
          <a:p>
            <a:pPr>
              <a:spcAft>
                <a:spcPts val="300"/>
              </a:spcAft>
            </a:pPr>
            <a:r>
              <a:rPr lang="en-US" sz="1000" b="1">
                <a:solidFill>
                  <a:schemeClr val="tx1"/>
                </a:solidFill>
                <a:latin typeface="Montserrat" panose="00000500000000000000" pitchFamily="2" charset="0"/>
              </a:rPr>
              <a:t>HOW</a:t>
            </a:r>
          </a:p>
          <a:p>
            <a:pPr>
              <a:spcAft>
                <a:spcPts val="300"/>
              </a:spcAft>
            </a:pPr>
            <a:r>
              <a:rPr lang="en-US" sz="1000">
                <a:solidFill>
                  <a:schemeClr val="tx1"/>
                </a:solidFill>
                <a:latin typeface="Montserrat" panose="00000500000000000000" pitchFamily="2" charset="0"/>
              </a:rPr>
              <a:t>Global CDL tracking for 6 sectors &amp; all regions; Looker dashboards with failure-mode root cause.</a:t>
            </a:r>
            <a:endParaRPr lang="en-IN" sz="1000" b="1">
              <a:solidFill>
                <a:schemeClr val="tx1"/>
              </a:solidFill>
              <a:latin typeface="Montserrat" panose="00000500000000000000" pitchFamily="2" charset="0"/>
            </a:endParaRPr>
          </a:p>
        </p:txBody>
      </p:sp>
      <p:sp>
        <p:nvSpPr>
          <p:cNvPr id="9" name="Rectangle: Rounded Corners 8">
            <a:extLst>
              <a:ext uri="{FF2B5EF4-FFF2-40B4-BE49-F238E27FC236}">
                <a16:creationId xmlns:a16="http://schemas.microsoft.com/office/drawing/2014/main" id="{206C8C1F-BB3E-DC0B-1995-41D87268D753}"/>
              </a:ext>
            </a:extLst>
          </p:cNvPr>
          <p:cNvSpPr/>
          <p:nvPr/>
        </p:nvSpPr>
        <p:spPr>
          <a:xfrm>
            <a:off x="8166100" y="1975481"/>
            <a:ext cx="3683000" cy="2204633"/>
          </a:xfrm>
          <a:prstGeom prst="roundRect">
            <a:avLst>
              <a:gd name="adj" fmla="val 602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Ins="91440" rtlCol="0" anchor="t"/>
          <a:lstStyle/>
          <a:p>
            <a:pPr>
              <a:spcAft>
                <a:spcPts val="300"/>
              </a:spcAft>
            </a:pPr>
            <a:r>
              <a:rPr lang="en-IN" sz="1000" b="1">
                <a:solidFill>
                  <a:schemeClr val="bg2"/>
                </a:solidFill>
                <a:latin typeface="Montserrat" panose="00000500000000000000" pitchFamily="2" charset="0"/>
              </a:rPr>
              <a:t>Network Visibility</a:t>
            </a:r>
          </a:p>
          <a:p>
            <a:pPr>
              <a:spcAft>
                <a:spcPts val="300"/>
              </a:spcAft>
            </a:pPr>
            <a:r>
              <a:rPr lang="en-IN" sz="1200" b="1">
                <a:solidFill>
                  <a:schemeClr val="tx1"/>
                </a:solidFill>
                <a:latin typeface="Montserrat" panose="00000500000000000000" pitchFamily="2" charset="0"/>
              </a:rPr>
              <a:t>SC Maps</a:t>
            </a:r>
          </a:p>
          <a:p>
            <a:pPr>
              <a:spcAft>
                <a:spcPts val="300"/>
              </a:spcAft>
            </a:pPr>
            <a:r>
              <a:rPr lang="en-US" sz="1000" b="1">
                <a:solidFill>
                  <a:schemeClr val="tx1"/>
                </a:solidFill>
                <a:latin typeface="Montserrat" panose="00000500000000000000" pitchFamily="2" charset="0"/>
              </a:rPr>
              <a:t>WHY</a:t>
            </a:r>
          </a:p>
          <a:p>
            <a:pPr>
              <a:spcAft>
                <a:spcPts val="300"/>
              </a:spcAft>
            </a:pPr>
            <a:r>
              <a:rPr lang="en-US" sz="1000">
                <a:solidFill>
                  <a:schemeClr val="tx1"/>
                </a:solidFill>
                <a:latin typeface="Montserrat" panose="00000500000000000000" pitchFamily="2" charset="0"/>
              </a:rPr>
              <a:t>Only 6% of businesses have full SC visibility. Flow data siloed across OMP, </a:t>
            </a:r>
            <a:r>
              <a:rPr lang="en-US" sz="1000" err="1">
                <a:solidFill>
                  <a:schemeClr val="tx1"/>
                </a:solidFill>
                <a:latin typeface="Montserrat" panose="00000500000000000000" pitchFamily="2" charset="0"/>
              </a:rPr>
              <a:t>Jonova</a:t>
            </a:r>
            <a:r>
              <a:rPr lang="en-US" sz="1000">
                <a:solidFill>
                  <a:schemeClr val="tx1"/>
                </a:solidFill>
                <a:latin typeface="Montserrat" panose="00000500000000000000" pitchFamily="2" charset="0"/>
              </a:rPr>
              <a:t> &amp; SAP.</a:t>
            </a:r>
            <a:br>
              <a:rPr lang="en-US" sz="1000">
                <a:solidFill>
                  <a:schemeClr val="tx1"/>
                </a:solidFill>
                <a:latin typeface="Montserrat" panose="00000500000000000000" pitchFamily="2" charset="0"/>
              </a:rPr>
            </a:br>
            <a:endParaRPr lang="en-US" sz="1000">
              <a:solidFill>
                <a:schemeClr val="tx1"/>
              </a:solidFill>
              <a:latin typeface="Montserrat" panose="00000500000000000000" pitchFamily="2" charset="0"/>
            </a:endParaRPr>
          </a:p>
          <a:p>
            <a:pPr>
              <a:spcAft>
                <a:spcPts val="300"/>
              </a:spcAft>
            </a:pPr>
            <a:r>
              <a:rPr lang="en-US" sz="1000" b="1">
                <a:solidFill>
                  <a:schemeClr val="tx1"/>
                </a:solidFill>
                <a:latin typeface="Montserrat" panose="00000500000000000000" pitchFamily="2" charset="0"/>
              </a:rPr>
              <a:t>HOW</a:t>
            </a:r>
          </a:p>
          <a:p>
            <a:pPr>
              <a:spcAft>
                <a:spcPts val="300"/>
              </a:spcAft>
            </a:pPr>
            <a:r>
              <a:rPr lang="en-US" sz="1000">
                <a:solidFill>
                  <a:schemeClr val="tx1"/>
                </a:solidFill>
                <a:latin typeface="Montserrat" panose="00000500000000000000" pitchFamily="2" charset="0"/>
              </a:rPr>
              <a:t>Neo4J graph DB unifying all sources. 3 zoom levels: material, process stage, product group.</a:t>
            </a:r>
            <a:endParaRPr lang="en-IN" sz="1000" b="1">
              <a:solidFill>
                <a:schemeClr val="tx1"/>
              </a:solidFill>
              <a:latin typeface="Montserrat" panose="00000500000000000000" pitchFamily="2" charset="0"/>
            </a:endParaRPr>
          </a:p>
        </p:txBody>
      </p:sp>
      <p:sp>
        <p:nvSpPr>
          <p:cNvPr id="12" name="Rectangle: Rounded Corners 11">
            <a:extLst>
              <a:ext uri="{FF2B5EF4-FFF2-40B4-BE49-F238E27FC236}">
                <a16:creationId xmlns:a16="http://schemas.microsoft.com/office/drawing/2014/main" id="{21ECEA29-C86D-4D1A-4178-CAACDC169D2B}"/>
              </a:ext>
            </a:extLst>
          </p:cNvPr>
          <p:cNvSpPr/>
          <p:nvPr/>
        </p:nvSpPr>
        <p:spPr>
          <a:xfrm>
            <a:off x="2408249" y="4326862"/>
            <a:ext cx="3683000" cy="2152593"/>
          </a:xfrm>
          <a:prstGeom prst="roundRect">
            <a:avLst>
              <a:gd name="adj" fmla="val 602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Ins="91440" rtlCol="0" anchor="t"/>
          <a:lstStyle/>
          <a:p>
            <a:pPr>
              <a:spcAft>
                <a:spcPts val="300"/>
              </a:spcAft>
            </a:pPr>
            <a:r>
              <a:rPr lang="en-IN" sz="1000" b="1">
                <a:solidFill>
                  <a:schemeClr val="bg2"/>
                </a:solidFill>
                <a:latin typeface="Montserrat" panose="00000500000000000000" pitchFamily="2" charset="0"/>
              </a:rPr>
              <a:t>DC Capacity</a:t>
            </a:r>
          </a:p>
          <a:p>
            <a:pPr>
              <a:spcAft>
                <a:spcPts val="300"/>
              </a:spcAft>
            </a:pPr>
            <a:r>
              <a:rPr lang="en-IN" sz="1200" b="1">
                <a:solidFill>
                  <a:schemeClr val="tx1"/>
                </a:solidFill>
                <a:latin typeface="Montserrat" panose="00000500000000000000" pitchFamily="2" charset="0"/>
              </a:rPr>
              <a:t>GDCM — Distribution Capacity</a:t>
            </a:r>
          </a:p>
          <a:p>
            <a:pPr>
              <a:spcAft>
                <a:spcPts val="300"/>
              </a:spcAft>
            </a:pPr>
            <a:r>
              <a:rPr lang="en-US" sz="1000" b="1">
                <a:solidFill>
                  <a:schemeClr val="tx1"/>
                </a:solidFill>
                <a:latin typeface="Montserrat" panose="00000500000000000000" pitchFamily="2" charset="0"/>
              </a:rPr>
              <a:t>WHY</a:t>
            </a:r>
          </a:p>
          <a:p>
            <a:pPr>
              <a:spcAft>
                <a:spcPts val="300"/>
              </a:spcAft>
            </a:pPr>
            <a:r>
              <a:rPr lang="en-US" sz="1000">
                <a:solidFill>
                  <a:schemeClr val="tx1"/>
                </a:solidFill>
                <a:latin typeface="Montserrat" panose="00000500000000000000" pitchFamily="2" charset="0"/>
              </a:rPr>
              <a:t>No 15-year visibility into DC capacity. Demand spikes and NPIs create over/under-capacity blind spots.</a:t>
            </a:r>
            <a:br>
              <a:rPr lang="en-US" sz="1000">
                <a:solidFill>
                  <a:schemeClr val="tx1"/>
                </a:solidFill>
                <a:latin typeface="Montserrat" panose="00000500000000000000" pitchFamily="2" charset="0"/>
              </a:rPr>
            </a:br>
            <a:endParaRPr lang="en-US" sz="1000">
              <a:solidFill>
                <a:schemeClr val="tx1"/>
              </a:solidFill>
              <a:latin typeface="Montserrat" panose="00000500000000000000" pitchFamily="2" charset="0"/>
            </a:endParaRPr>
          </a:p>
          <a:p>
            <a:pPr>
              <a:spcAft>
                <a:spcPts val="300"/>
              </a:spcAft>
            </a:pPr>
            <a:r>
              <a:rPr lang="en-US" sz="1000" b="1">
                <a:solidFill>
                  <a:schemeClr val="tx1"/>
                </a:solidFill>
                <a:latin typeface="Montserrat" panose="00000500000000000000" pitchFamily="2" charset="0"/>
              </a:rPr>
              <a:t>HOW</a:t>
            </a:r>
          </a:p>
          <a:p>
            <a:pPr>
              <a:spcAft>
                <a:spcPts val="300"/>
              </a:spcAft>
            </a:pPr>
            <a:r>
              <a:rPr lang="en-US" sz="1000">
                <a:solidFill>
                  <a:schemeClr val="tx1"/>
                </a:solidFill>
                <a:latin typeface="Montserrat" panose="00000500000000000000" pitchFamily="2" charset="0"/>
              </a:rPr>
              <a:t>SIMIO simulation + Neo4J + Looker across inbound, outbound &amp; inventory </a:t>
            </a:r>
            <a:r>
              <a:rPr lang="en-US" sz="1000" err="1">
                <a:solidFill>
                  <a:schemeClr val="tx1"/>
                </a:solidFill>
                <a:latin typeface="Montserrat" panose="00000500000000000000" pitchFamily="2" charset="0"/>
              </a:rPr>
              <a:t>utilisation</a:t>
            </a:r>
            <a:r>
              <a:rPr lang="en-US" sz="1000">
                <a:solidFill>
                  <a:schemeClr val="tx1"/>
                </a:solidFill>
                <a:latin typeface="Montserrat" panose="00000500000000000000" pitchFamily="2" charset="0"/>
              </a:rPr>
              <a:t>.</a:t>
            </a:r>
            <a:endParaRPr lang="en-IN" sz="1000" b="1">
              <a:solidFill>
                <a:schemeClr val="tx1"/>
              </a:solidFill>
              <a:latin typeface="Montserrat" panose="00000500000000000000" pitchFamily="2" charset="0"/>
            </a:endParaRPr>
          </a:p>
        </p:txBody>
      </p:sp>
      <p:sp>
        <p:nvSpPr>
          <p:cNvPr id="13" name="Rectangle: Rounded Corners 12">
            <a:extLst>
              <a:ext uri="{FF2B5EF4-FFF2-40B4-BE49-F238E27FC236}">
                <a16:creationId xmlns:a16="http://schemas.microsoft.com/office/drawing/2014/main" id="{96AF99A2-71C8-BB32-C8CC-32CC8D563AA9}"/>
              </a:ext>
            </a:extLst>
          </p:cNvPr>
          <p:cNvSpPr/>
          <p:nvPr/>
        </p:nvSpPr>
        <p:spPr>
          <a:xfrm>
            <a:off x="6224599" y="4326862"/>
            <a:ext cx="3683000" cy="2152593"/>
          </a:xfrm>
          <a:prstGeom prst="roundRect">
            <a:avLst>
              <a:gd name="adj" fmla="val 602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Ins="91440" rtlCol="0" anchor="t"/>
          <a:lstStyle/>
          <a:p>
            <a:pPr>
              <a:spcAft>
                <a:spcPts val="300"/>
              </a:spcAft>
            </a:pPr>
            <a:r>
              <a:rPr lang="en-IN" sz="1000" b="1">
                <a:solidFill>
                  <a:schemeClr val="bg2"/>
                </a:solidFill>
                <a:latin typeface="Montserrat" panose="00000500000000000000" pitchFamily="2" charset="0"/>
              </a:rPr>
              <a:t>Network Simulation</a:t>
            </a:r>
          </a:p>
          <a:p>
            <a:pPr>
              <a:spcAft>
                <a:spcPts val="300"/>
              </a:spcAft>
            </a:pPr>
            <a:r>
              <a:rPr lang="en-IN" sz="1200" b="1">
                <a:solidFill>
                  <a:schemeClr val="tx1"/>
                </a:solidFill>
                <a:latin typeface="Montserrat" panose="00000500000000000000" pitchFamily="2" charset="0"/>
              </a:rPr>
              <a:t>Options Modelling</a:t>
            </a:r>
          </a:p>
          <a:p>
            <a:pPr>
              <a:spcAft>
                <a:spcPts val="300"/>
              </a:spcAft>
            </a:pPr>
            <a:r>
              <a:rPr lang="en-US" sz="1000" b="1">
                <a:solidFill>
                  <a:schemeClr val="tx1"/>
                </a:solidFill>
                <a:latin typeface="Montserrat" panose="00000500000000000000" pitchFamily="2" charset="0"/>
              </a:rPr>
              <a:t>WHY</a:t>
            </a:r>
          </a:p>
          <a:p>
            <a:pPr>
              <a:spcAft>
                <a:spcPts val="300"/>
              </a:spcAft>
            </a:pPr>
            <a:r>
              <a:rPr lang="en-US" sz="1000">
                <a:solidFill>
                  <a:schemeClr val="tx1"/>
                </a:solidFill>
                <a:latin typeface="Montserrat" panose="00000500000000000000" pitchFamily="2" charset="0"/>
              </a:rPr>
              <a:t>One long-term disruption without a model can cost 30–50% of EBITDA. Late corrections are expensive.</a:t>
            </a:r>
            <a:br>
              <a:rPr lang="en-US" sz="1000">
                <a:solidFill>
                  <a:schemeClr val="tx1"/>
                </a:solidFill>
                <a:latin typeface="Montserrat" panose="00000500000000000000" pitchFamily="2" charset="0"/>
              </a:rPr>
            </a:br>
            <a:endParaRPr lang="en-US" sz="1000">
              <a:solidFill>
                <a:schemeClr val="tx1"/>
              </a:solidFill>
              <a:latin typeface="Montserrat" panose="00000500000000000000" pitchFamily="2" charset="0"/>
            </a:endParaRPr>
          </a:p>
          <a:p>
            <a:pPr>
              <a:spcAft>
                <a:spcPts val="300"/>
              </a:spcAft>
            </a:pPr>
            <a:r>
              <a:rPr lang="en-US" sz="1000" b="1">
                <a:solidFill>
                  <a:schemeClr val="tx1"/>
                </a:solidFill>
                <a:latin typeface="Montserrat" panose="00000500000000000000" pitchFamily="2" charset="0"/>
              </a:rPr>
              <a:t>HOW</a:t>
            </a:r>
          </a:p>
          <a:p>
            <a:pPr>
              <a:spcAft>
                <a:spcPts val="300"/>
              </a:spcAft>
            </a:pPr>
            <a:r>
              <a:rPr lang="en-US" sz="1000">
                <a:solidFill>
                  <a:schemeClr val="tx1"/>
                </a:solidFill>
                <a:latin typeface="Montserrat" panose="00000500000000000000" pitchFamily="2" charset="0"/>
              </a:rPr>
              <a:t>Modular SIMIO E2E library for Type 1 &amp; 2 products. Scenario assumptions + Tableau output.</a:t>
            </a:r>
            <a:endParaRPr lang="en-IN" sz="1000" b="1">
              <a:solidFill>
                <a:schemeClr val="tx1"/>
              </a:solidFill>
              <a:latin typeface="Montserrat" panose="00000500000000000000" pitchFamily="2" charset="0"/>
            </a:endParaRPr>
          </a:p>
        </p:txBody>
      </p:sp>
      <p:sp>
        <p:nvSpPr>
          <p:cNvPr id="16" name="TextBox 15">
            <a:extLst>
              <a:ext uri="{FF2B5EF4-FFF2-40B4-BE49-F238E27FC236}">
                <a16:creationId xmlns:a16="http://schemas.microsoft.com/office/drawing/2014/main" id="{CF484258-AE57-EE78-9AF9-2CB262AEDBF6}"/>
              </a:ext>
            </a:extLst>
          </p:cNvPr>
          <p:cNvSpPr txBox="1"/>
          <p:nvPr/>
        </p:nvSpPr>
        <p:spPr>
          <a:xfrm>
            <a:off x="10249010" y="1202933"/>
            <a:ext cx="1258679" cy="492443"/>
          </a:xfrm>
          <a:prstGeom prst="rect">
            <a:avLst/>
          </a:prstGeom>
          <a:noFill/>
        </p:spPr>
        <p:txBody>
          <a:bodyPr wrap="none">
            <a:spAutoFit/>
          </a:bodyPr>
          <a:lstStyle/>
          <a:p>
            <a:pPr algn="ctr"/>
            <a:r>
              <a:rPr lang="en-IN" sz="1400" b="1" i="0">
                <a:solidFill>
                  <a:schemeClr val="bg2"/>
                </a:solidFill>
                <a:effectLst/>
                <a:latin typeface="Montserrat" panose="00000500000000000000" pitchFamily="2" charset="0"/>
              </a:rPr>
              <a:t>7 platforms</a:t>
            </a:r>
            <a:br>
              <a:rPr lang="en-IN" sz="1200">
                <a:solidFill>
                  <a:schemeClr val="bg1"/>
                </a:solidFill>
                <a:latin typeface="Montserrat" panose="00000500000000000000" pitchFamily="2" charset="0"/>
              </a:rPr>
            </a:br>
            <a:r>
              <a:rPr lang="en-IN" sz="1200" b="0" i="0">
                <a:solidFill>
                  <a:schemeClr val="bg1"/>
                </a:solidFill>
                <a:effectLst/>
                <a:latin typeface="Montserrat" panose="00000500000000000000" pitchFamily="2" charset="0"/>
              </a:rPr>
              <a:t>in production</a:t>
            </a:r>
            <a:endParaRPr lang="en-IN" sz="1200">
              <a:solidFill>
                <a:schemeClr val="bg1"/>
              </a:solidFill>
              <a:latin typeface="Montserrat" panose="00000500000000000000" pitchFamily="2" charset="0"/>
            </a:endParaRPr>
          </a:p>
        </p:txBody>
      </p:sp>
      <p:sp>
        <p:nvSpPr>
          <p:cNvPr id="18" name="TextBox 17">
            <a:extLst>
              <a:ext uri="{FF2B5EF4-FFF2-40B4-BE49-F238E27FC236}">
                <a16:creationId xmlns:a16="http://schemas.microsoft.com/office/drawing/2014/main" id="{686D4D8F-68ED-E2B4-1367-4B09E233143D}"/>
              </a:ext>
            </a:extLst>
          </p:cNvPr>
          <p:cNvSpPr txBox="1"/>
          <p:nvPr/>
        </p:nvSpPr>
        <p:spPr>
          <a:xfrm>
            <a:off x="533400" y="3888330"/>
            <a:ext cx="3605463" cy="230832"/>
          </a:xfrm>
          <a:prstGeom prst="rect">
            <a:avLst/>
          </a:prstGeom>
          <a:noFill/>
        </p:spPr>
        <p:txBody>
          <a:bodyPr wrap="square">
            <a:spAutoFit/>
          </a:bodyPr>
          <a:lstStyle/>
          <a:p>
            <a:pPr>
              <a:spcAft>
                <a:spcPts val="200"/>
              </a:spcAft>
              <a:buNone/>
            </a:pPr>
            <a:r>
              <a:rPr lang="en-IN" sz="900" b="1">
                <a:solidFill>
                  <a:schemeClr val="bg2"/>
                </a:solidFill>
                <a:latin typeface="Montserrat" panose="00000500000000000000" pitchFamily="2" charset="0"/>
              </a:rPr>
              <a:t>→ &gt;98% OTIF target · live on J&amp;J Customer Connect</a:t>
            </a:r>
          </a:p>
        </p:txBody>
      </p:sp>
      <p:sp>
        <p:nvSpPr>
          <p:cNvPr id="19" name="TextBox 18">
            <a:extLst>
              <a:ext uri="{FF2B5EF4-FFF2-40B4-BE49-F238E27FC236}">
                <a16:creationId xmlns:a16="http://schemas.microsoft.com/office/drawing/2014/main" id="{81D85850-A105-AE5A-88E7-61C18427BC0E}"/>
              </a:ext>
            </a:extLst>
          </p:cNvPr>
          <p:cNvSpPr txBox="1"/>
          <p:nvPr/>
        </p:nvSpPr>
        <p:spPr>
          <a:xfrm>
            <a:off x="4388518" y="3772914"/>
            <a:ext cx="3605463" cy="369332"/>
          </a:xfrm>
          <a:prstGeom prst="rect">
            <a:avLst/>
          </a:prstGeom>
          <a:noFill/>
        </p:spPr>
        <p:txBody>
          <a:bodyPr wrap="square">
            <a:spAutoFit/>
          </a:bodyPr>
          <a:lstStyle/>
          <a:p>
            <a:pPr>
              <a:spcAft>
                <a:spcPts val="200"/>
              </a:spcAft>
              <a:buNone/>
            </a:pPr>
            <a:r>
              <a:rPr lang="en-US" sz="900" b="1">
                <a:solidFill>
                  <a:schemeClr val="bg2"/>
                </a:solidFill>
                <a:latin typeface="Montserrat" panose="00000500000000000000" pitchFamily="2" charset="0"/>
              </a:rPr>
              <a:t>→ 1% OTIF gain materially cuts chargebacks · NA/EMEA/APAC/LATAM</a:t>
            </a:r>
          </a:p>
        </p:txBody>
      </p:sp>
      <p:sp>
        <p:nvSpPr>
          <p:cNvPr id="20" name="TextBox 19">
            <a:extLst>
              <a:ext uri="{FF2B5EF4-FFF2-40B4-BE49-F238E27FC236}">
                <a16:creationId xmlns:a16="http://schemas.microsoft.com/office/drawing/2014/main" id="{88A4BCC5-A000-1AEE-3F19-8335FE8837D0}"/>
              </a:ext>
            </a:extLst>
          </p:cNvPr>
          <p:cNvSpPr txBox="1"/>
          <p:nvPr/>
        </p:nvSpPr>
        <p:spPr>
          <a:xfrm>
            <a:off x="8243637" y="3842164"/>
            <a:ext cx="3605463" cy="230832"/>
          </a:xfrm>
          <a:prstGeom prst="rect">
            <a:avLst/>
          </a:prstGeom>
          <a:noFill/>
        </p:spPr>
        <p:txBody>
          <a:bodyPr wrap="square">
            <a:spAutoFit/>
          </a:bodyPr>
          <a:lstStyle/>
          <a:p>
            <a:pPr>
              <a:spcAft>
                <a:spcPts val="200"/>
              </a:spcAft>
              <a:buNone/>
            </a:pPr>
            <a:r>
              <a:rPr lang="en-IN" sz="900" b="1">
                <a:solidFill>
                  <a:schemeClr val="bg2"/>
                </a:solidFill>
                <a:latin typeface="Montserrat" panose="00000500000000000000" pitchFamily="2" charset="0"/>
              </a:rPr>
              <a:t>→ Single design &amp; planning platform for all VCTs</a:t>
            </a:r>
          </a:p>
        </p:txBody>
      </p:sp>
      <p:sp>
        <p:nvSpPr>
          <p:cNvPr id="21" name="TextBox 20">
            <a:extLst>
              <a:ext uri="{FF2B5EF4-FFF2-40B4-BE49-F238E27FC236}">
                <a16:creationId xmlns:a16="http://schemas.microsoft.com/office/drawing/2014/main" id="{CE20E095-5EDB-035F-6FA1-061872087D47}"/>
              </a:ext>
            </a:extLst>
          </p:cNvPr>
          <p:cNvSpPr txBox="1"/>
          <p:nvPr/>
        </p:nvSpPr>
        <p:spPr>
          <a:xfrm>
            <a:off x="2413668" y="6181702"/>
            <a:ext cx="3605463" cy="230832"/>
          </a:xfrm>
          <a:prstGeom prst="rect">
            <a:avLst/>
          </a:prstGeom>
          <a:noFill/>
        </p:spPr>
        <p:txBody>
          <a:bodyPr wrap="square">
            <a:spAutoFit/>
          </a:bodyPr>
          <a:lstStyle/>
          <a:p>
            <a:pPr>
              <a:spcAft>
                <a:spcPts val="200"/>
              </a:spcAft>
              <a:buNone/>
            </a:pPr>
            <a:r>
              <a:rPr lang="en-US" sz="900" b="1">
                <a:solidFill>
                  <a:schemeClr val="bg2"/>
                </a:solidFill>
                <a:latin typeface="Montserrat" panose="00000500000000000000" pitchFamily="2" charset="0"/>
              </a:rPr>
              <a:t>→ 15-yr DC outlook · prevents $15–20B/yr stockout risk</a:t>
            </a:r>
          </a:p>
        </p:txBody>
      </p:sp>
      <p:sp>
        <p:nvSpPr>
          <p:cNvPr id="22" name="TextBox 21">
            <a:extLst>
              <a:ext uri="{FF2B5EF4-FFF2-40B4-BE49-F238E27FC236}">
                <a16:creationId xmlns:a16="http://schemas.microsoft.com/office/drawing/2014/main" id="{D9B3322D-F7FA-74F5-0256-D4EDA1313533}"/>
              </a:ext>
            </a:extLst>
          </p:cNvPr>
          <p:cNvSpPr txBox="1"/>
          <p:nvPr/>
        </p:nvSpPr>
        <p:spPr>
          <a:xfrm>
            <a:off x="6230018" y="6181702"/>
            <a:ext cx="3605463" cy="230832"/>
          </a:xfrm>
          <a:prstGeom prst="rect">
            <a:avLst/>
          </a:prstGeom>
          <a:noFill/>
        </p:spPr>
        <p:txBody>
          <a:bodyPr wrap="square">
            <a:spAutoFit/>
          </a:bodyPr>
          <a:lstStyle/>
          <a:p>
            <a:pPr>
              <a:spcAft>
                <a:spcPts val="200"/>
              </a:spcAft>
              <a:buNone/>
            </a:pPr>
            <a:r>
              <a:rPr lang="en-US" sz="900" b="1">
                <a:solidFill>
                  <a:schemeClr val="bg2"/>
                </a:solidFill>
                <a:latin typeface="Montserrat" panose="00000500000000000000" pitchFamily="2" charset="0"/>
              </a:rPr>
              <a:t>→ Trade-off decisions in hours, not weeks</a:t>
            </a:r>
          </a:p>
        </p:txBody>
      </p:sp>
      <p:cxnSp>
        <p:nvCxnSpPr>
          <p:cNvPr id="28" name="Straight Connector 27">
            <a:extLst>
              <a:ext uri="{FF2B5EF4-FFF2-40B4-BE49-F238E27FC236}">
                <a16:creationId xmlns:a16="http://schemas.microsoft.com/office/drawing/2014/main" id="{D72F8549-DE05-577A-3FCD-D97D014371F3}"/>
              </a:ext>
            </a:extLst>
          </p:cNvPr>
          <p:cNvCxnSpPr>
            <a:cxnSpLocks/>
          </p:cNvCxnSpPr>
          <p:nvPr/>
        </p:nvCxnSpPr>
        <p:spPr>
          <a:xfrm flipV="1">
            <a:off x="9907599" y="1118082"/>
            <a:ext cx="0" cy="631369"/>
          </a:xfrm>
          <a:prstGeom prst="line">
            <a:avLst/>
          </a:prstGeom>
          <a:ln w="9525">
            <a:solidFill>
              <a:schemeClr val="bg1"/>
            </a:solidFill>
            <a:prstDash val="dash"/>
          </a:ln>
        </p:spPr>
        <p:style>
          <a:lnRef idx="2">
            <a:schemeClr val="accent1"/>
          </a:lnRef>
          <a:fillRef idx="0">
            <a:schemeClr val="accent1"/>
          </a:fillRef>
          <a:effectRef idx="1">
            <a:schemeClr val="accent1"/>
          </a:effectRef>
          <a:fontRef idx="minor">
            <a:schemeClr val="tx1"/>
          </a:fontRef>
        </p:style>
      </p:cxnSp>
      <p:pic>
        <p:nvPicPr>
          <p:cNvPr id="11" name="Graphic 10">
            <a:extLst>
              <a:ext uri="{FF2B5EF4-FFF2-40B4-BE49-F238E27FC236}">
                <a16:creationId xmlns:a16="http://schemas.microsoft.com/office/drawing/2014/main" id="{0597B0FC-095F-F494-035C-42B43B7637F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07646" y="2071959"/>
            <a:ext cx="411480" cy="411480"/>
          </a:xfrm>
          <a:prstGeom prst="rect">
            <a:avLst/>
          </a:prstGeom>
        </p:spPr>
      </p:pic>
      <p:pic>
        <p:nvPicPr>
          <p:cNvPr id="15" name="Graphic 14">
            <a:extLst>
              <a:ext uri="{FF2B5EF4-FFF2-40B4-BE49-F238E27FC236}">
                <a16:creationId xmlns:a16="http://schemas.microsoft.com/office/drawing/2014/main" id="{51A48599-7921-5669-BB0A-ED72F8CA3E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27138" y="2071959"/>
            <a:ext cx="411480" cy="411480"/>
          </a:xfrm>
          <a:prstGeom prst="rect">
            <a:avLst/>
          </a:prstGeom>
        </p:spPr>
      </p:pic>
      <p:pic>
        <p:nvPicPr>
          <p:cNvPr id="23" name="Graphic 22">
            <a:extLst>
              <a:ext uri="{FF2B5EF4-FFF2-40B4-BE49-F238E27FC236}">
                <a16:creationId xmlns:a16="http://schemas.microsoft.com/office/drawing/2014/main" id="{609D33A2-FB34-9DB1-F4CE-07D0FBF9B9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64311" y="2071959"/>
            <a:ext cx="411480" cy="411480"/>
          </a:xfrm>
          <a:prstGeom prst="rect">
            <a:avLst/>
          </a:prstGeom>
        </p:spPr>
      </p:pic>
      <p:pic>
        <p:nvPicPr>
          <p:cNvPr id="17" name="Graphic 16">
            <a:extLst>
              <a:ext uri="{FF2B5EF4-FFF2-40B4-BE49-F238E27FC236}">
                <a16:creationId xmlns:a16="http://schemas.microsoft.com/office/drawing/2014/main" id="{7E8B1D6A-35A1-7B53-46E1-609F3A87E5F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46743" y="4430616"/>
            <a:ext cx="411480" cy="411480"/>
          </a:xfrm>
          <a:prstGeom prst="rect">
            <a:avLst/>
          </a:prstGeom>
        </p:spPr>
      </p:pic>
      <p:pic>
        <p:nvPicPr>
          <p:cNvPr id="25" name="Graphic 24">
            <a:extLst>
              <a:ext uri="{FF2B5EF4-FFF2-40B4-BE49-F238E27FC236}">
                <a16:creationId xmlns:a16="http://schemas.microsoft.com/office/drawing/2014/main" id="{95F96DD5-BFF3-AE63-6CE0-2E60623F905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51156" y="4407756"/>
            <a:ext cx="457200" cy="457200"/>
          </a:xfrm>
          <a:prstGeom prst="rect">
            <a:avLst/>
          </a:prstGeom>
        </p:spPr>
      </p:pic>
    </p:spTree>
    <p:extLst>
      <p:ext uri="{BB962C8B-B14F-4D97-AF65-F5344CB8AC3E}">
        <p14:creationId xmlns:p14="http://schemas.microsoft.com/office/powerpoint/2010/main" val="299742040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3CE57AC-748B-0A0A-0632-BE790E86CE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31CF47-B04F-C61B-7342-397E62654EF6}"/>
              </a:ext>
            </a:extLst>
          </p:cNvPr>
          <p:cNvSpPr>
            <a:spLocks noGrp="1"/>
          </p:cNvSpPr>
          <p:nvPr>
            <p:ph type="title"/>
          </p:nvPr>
        </p:nvSpPr>
        <p:spPr>
          <a:xfrm>
            <a:off x="381000" y="342899"/>
            <a:ext cx="10820400" cy="553993"/>
          </a:xfrm>
        </p:spPr>
        <p:txBody>
          <a:bodyPr/>
          <a:lstStyle/>
          <a:p>
            <a:r>
              <a:rPr lang="en-US">
                <a:latin typeface="Montserrat Light"/>
              </a:rPr>
              <a:t>What we built for J&amp;J - why it mattered</a:t>
            </a:r>
          </a:p>
        </p:txBody>
      </p:sp>
      <p:sp>
        <p:nvSpPr>
          <p:cNvPr id="3" name="Slide Number Placeholder 2">
            <a:extLst>
              <a:ext uri="{FF2B5EF4-FFF2-40B4-BE49-F238E27FC236}">
                <a16:creationId xmlns:a16="http://schemas.microsoft.com/office/drawing/2014/main" id="{D6067F1F-B8AA-FF2A-2DF4-90C93EAC2D51}"/>
              </a:ext>
            </a:extLst>
          </p:cNvPr>
          <p:cNvSpPr>
            <a:spLocks noGrp="1"/>
          </p:cNvSpPr>
          <p:nvPr>
            <p:ph type="sldNum" sz="quarter" idx="12"/>
          </p:nvPr>
        </p:nvSpPr>
        <p:spPr/>
        <p:txBody>
          <a:bodyPr/>
          <a:lstStyle/>
          <a:p>
            <a:fld id="{330EA680-D336-4FF7-8B7A-9848BB0A1C32}" type="slidenum">
              <a:rPr lang="en-US" smtClean="0"/>
              <a:t>59</a:t>
            </a:fld>
            <a:endParaRPr lang="en-US"/>
          </a:p>
        </p:txBody>
      </p:sp>
      <p:sp>
        <p:nvSpPr>
          <p:cNvPr id="4" name="Date Placeholder 3">
            <a:extLst>
              <a:ext uri="{FF2B5EF4-FFF2-40B4-BE49-F238E27FC236}">
                <a16:creationId xmlns:a16="http://schemas.microsoft.com/office/drawing/2014/main" id="{23103FAE-90F6-A131-5965-3CAD6057CADD}"/>
              </a:ext>
            </a:extLst>
          </p:cNvPr>
          <p:cNvSpPr>
            <a:spLocks noGrp="1"/>
          </p:cNvSpPr>
          <p:nvPr>
            <p:ph type="dt" sz="half" idx="2"/>
          </p:nvPr>
        </p:nvSpPr>
        <p:spPr/>
        <p:txBody>
          <a:bodyPr/>
          <a:lstStyle/>
          <a:p>
            <a:r>
              <a:rPr lang="en-US"/>
              <a:t>© SYREN CLOUD INC – 2026 – ALL RIGHTS RESERVED</a:t>
            </a:r>
            <a:endParaRPr lang="en-US" sz="600"/>
          </a:p>
        </p:txBody>
      </p:sp>
      <p:sp>
        <p:nvSpPr>
          <p:cNvPr id="6" name="TextBox 5">
            <a:extLst>
              <a:ext uri="{FF2B5EF4-FFF2-40B4-BE49-F238E27FC236}">
                <a16:creationId xmlns:a16="http://schemas.microsoft.com/office/drawing/2014/main" id="{FF89CF9F-D1E8-522B-BC36-4038C018DCA7}"/>
              </a:ext>
            </a:extLst>
          </p:cNvPr>
          <p:cNvSpPr txBox="1"/>
          <p:nvPr/>
        </p:nvSpPr>
        <p:spPr>
          <a:xfrm>
            <a:off x="533400" y="1256234"/>
            <a:ext cx="11315700" cy="582023"/>
          </a:xfrm>
          <a:prstGeom prst="roundRect">
            <a:avLst/>
          </a:prstGeom>
          <a:solidFill>
            <a:srgbClr val="1A1A1A"/>
          </a:solidFill>
          <a:ln>
            <a:solidFill>
              <a:schemeClr val="tx1"/>
            </a:solidFill>
          </a:ln>
        </p:spPr>
        <p:txBody>
          <a:bodyPr wrap="square" rIns="1371600" anchor="ctr">
            <a:noAutofit/>
          </a:bodyPr>
          <a:lstStyle/>
          <a:p>
            <a:r>
              <a:rPr lang="en-IN" sz="1100">
                <a:solidFill>
                  <a:schemeClr val="bg1"/>
                </a:solidFill>
                <a:latin typeface="Montserrat" panose="00000500000000000000" pitchFamily="2" charset="0"/>
              </a:rPr>
              <a:t>68% of pharma leaders hit a critical supplier disruption in 2024 — costing an </a:t>
            </a:r>
            <a:r>
              <a:rPr lang="en-IN" sz="1100" err="1">
                <a:solidFill>
                  <a:schemeClr val="bg1"/>
                </a:solidFill>
                <a:latin typeface="Montserrat" panose="00000500000000000000" pitchFamily="2" charset="0"/>
              </a:rPr>
              <a:t>avg</a:t>
            </a:r>
            <a:r>
              <a:rPr lang="en-IN" sz="1100">
                <a:solidFill>
                  <a:schemeClr val="bg1"/>
                </a:solidFill>
                <a:latin typeface="Montserrat" panose="00000500000000000000" pitchFamily="2" charset="0"/>
              </a:rPr>
              <a:t> </a:t>
            </a:r>
            <a:r>
              <a:rPr lang="en-IN" sz="1100" b="1">
                <a:solidFill>
                  <a:schemeClr val="bg1"/>
                </a:solidFill>
                <a:latin typeface="Montserrat" panose="00000500000000000000" pitchFamily="2" charset="0"/>
              </a:rPr>
              <a:t>$16M/year</a:t>
            </a:r>
            <a:r>
              <a:rPr lang="en-IN" sz="1100">
                <a:solidFill>
                  <a:schemeClr val="bg1"/>
                </a:solidFill>
                <a:latin typeface="Montserrat" panose="00000500000000000000" pitchFamily="2" charset="0"/>
              </a:rPr>
              <a:t>. Risk was being managed </a:t>
            </a:r>
            <a:br>
              <a:rPr lang="en-IN" sz="1100">
                <a:solidFill>
                  <a:schemeClr val="bg1"/>
                </a:solidFill>
                <a:latin typeface="Montserrat" panose="00000500000000000000" pitchFamily="2" charset="0"/>
              </a:rPr>
            </a:br>
            <a:r>
              <a:rPr lang="en-IN" sz="1100">
                <a:solidFill>
                  <a:schemeClr val="bg1"/>
                </a:solidFill>
                <a:latin typeface="Montserrat" panose="00000500000000000000" pitchFamily="2" charset="0"/>
              </a:rPr>
              <a:t>on spreadsheets with 30-day lag. We made it predictive, real-time, and quantified.</a:t>
            </a:r>
            <a:endParaRPr lang="en-US" sz="1100">
              <a:solidFill>
                <a:schemeClr val="bg1"/>
              </a:solidFill>
              <a:effectLst/>
              <a:latin typeface="Montserrat" panose="00000500000000000000" pitchFamily="2" charset="0"/>
            </a:endParaRPr>
          </a:p>
        </p:txBody>
      </p:sp>
      <p:sp>
        <p:nvSpPr>
          <p:cNvPr id="7" name="Rectangle: Rounded Corners 6">
            <a:extLst>
              <a:ext uri="{FF2B5EF4-FFF2-40B4-BE49-F238E27FC236}">
                <a16:creationId xmlns:a16="http://schemas.microsoft.com/office/drawing/2014/main" id="{90BAA85B-09E1-721C-67F9-9E956C16E531}"/>
              </a:ext>
            </a:extLst>
          </p:cNvPr>
          <p:cNvSpPr/>
          <p:nvPr/>
        </p:nvSpPr>
        <p:spPr>
          <a:xfrm>
            <a:off x="533400" y="1906025"/>
            <a:ext cx="3683000" cy="1711384"/>
          </a:xfrm>
          <a:prstGeom prst="roundRect">
            <a:avLst>
              <a:gd name="adj" fmla="val 602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Ins="91440" rtlCol="0" anchor="t"/>
          <a:lstStyle/>
          <a:p>
            <a:pPr>
              <a:spcAft>
                <a:spcPts val="300"/>
              </a:spcAft>
            </a:pPr>
            <a:r>
              <a:rPr lang="en-IN" sz="800" b="1">
                <a:solidFill>
                  <a:schemeClr val="bg2"/>
                </a:solidFill>
                <a:latin typeface="Montserrat" panose="00000500000000000000" pitchFamily="2" charset="0"/>
              </a:rPr>
              <a:t>Supplier Intelligence</a:t>
            </a:r>
          </a:p>
          <a:p>
            <a:pPr>
              <a:spcAft>
                <a:spcPts val="300"/>
              </a:spcAft>
            </a:pPr>
            <a:r>
              <a:rPr lang="en-IN" sz="1050" b="1">
                <a:solidFill>
                  <a:schemeClr val="tx1"/>
                </a:solidFill>
                <a:latin typeface="Montserrat" panose="00000500000000000000" pitchFamily="2" charset="0"/>
              </a:rPr>
              <a:t>SRS — Supplier Risk Sensing</a:t>
            </a:r>
          </a:p>
          <a:p>
            <a:pPr>
              <a:spcAft>
                <a:spcPts val="300"/>
              </a:spcAft>
            </a:pPr>
            <a:r>
              <a:rPr lang="en-IN" sz="900" b="1">
                <a:solidFill>
                  <a:schemeClr val="tx1"/>
                </a:solidFill>
                <a:latin typeface="Montserrat" panose="00000500000000000000" pitchFamily="2" charset="0"/>
              </a:rPr>
              <a:t>WHY</a:t>
            </a:r>
          </a:p>
          <a:p>
            <a:pPr>
              <a:spcAft>
                <a:spcPts val="300"/>
              </a:spcAft>
            </a:pPr>
            <a:r>
              <a:rPr lang="en-IN" sz="800">
                <a:solidFill>
                  <a:schemeClr val="tx1"/>
                </a:solidFill>
                <a:latin typeface="Montserrat" panose="00000500000000000000" pitchFamily="2" charset="0"/>
              </a:rPr>
              <a:t>4–5 disconnected data sources, 30+ day assessment cycle, no early warning signal.</a:t>
            </a:r>
            <a:br>
              <a:rPr lang="en-IN" sz="800">
                <a:solidFill>
                  <a:schemeClr val="tx1"/>
                </a:solidFill>
                <a:latin typeface="Montserrat" panose="00000500000000000000" pitchFamily="2" charset="0"/>
              </a:rPr>
            </a:br>
            <a:endParaRPr lang="en-IN" sz="800">
              <a:solidFill>
                <a:schemeClr val="tx1"/>
              </a:solidFill>
              <a:latin typeface="Montserrat" panose="00000500000000000000" pitchFamily="2" charset="0"/>
            </a:endParaRPr>
          </a:p>
          <a:p>
            <a:pPr>
              <a:spcAft>
                <a:spcPts val="300"/>
              </a:spcAft>
            </a:pPr>
            <a:r>
              <a:rPr lang="en-IN" sz="900" b="1">
                <a:solidFill>
                  <a:schemeClr val="tx1"/>
                </a:solidFill>
                <a:latin typeface="Montserrat" panose="00000500000000000000" pitchFamily="2" charset="0"/>
              </a:rPr>
              <a:t>HOW</a:t>
            </a:r>
          </a:p>
          <a:p>
            <a:pPr>
              <a:spcAft>
                <a:spcPts val="300"/>
              </a:spcAft>
            </a:pPr>
            <a:r>
              <a:rPr lang="en-IN" sz="800">
                <a:solidFill>
                  <a:schemeClr val="tx1"/>
                </a:solidFill>
                <a:latin typeface="Montserrat" panose="00000500000000000000" pitchFamily="2" charset="0"/>
              </a:rPr>
              <a:t>5 risk dimensions (Financial, Geopolitical, Reliability, Quality, Sourcing) + ML Risk Exposure Values. Integrated with SPRA.</a:t>
            </a:r>
          </a:p>
        </p:txBody>
      </p:sp>
      <p:sp>
        <p:nvSpPr>
          <p:cNvPr id="8" name="Rectangle: Rounded Corners 7">
            <a:extLst>
              <a:ext uri="{FF2B5EF4-FFF2-40B4-BE49-F238E27FC236}">
                <a16:creationId xmlns:a16="http://schemas.microsoft.com/office/drawing/2014/main" id="{92E0A938-1482-140F-9E23-4636307EA6EE}"/>
              </a:ext>
            </a:extLst>
          </p:cNvPr>
          <p:cNvSpPr/>
          <p:nvPr/>
        </p:nvSpPr>
        <p:spPr>
          <a:xfrm>
            <a:off x="4349750" y="1906025"/>
            <a:ext cx="3683000" cy="1711384"/>
          </a:xfrm>
          <a:prstGeom prst="roundRect">
            <a:avLst>
              <a:gd name="adj" fmla="val 602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Ins="91440" rtlCol="0" anchor="t"/>
          <a:lstStyle/>
          <a:p>
            <a:pPr>
              <a:spcAft>
                <a:spcPts val="300"/>
              </a:spcAft>
            </a:pPr>
            <a:r>
              <a:rPr lang="en-IN" sz="800" b="1">
                <a:solidFill>
                  <a:schemeClr val="bg2"/>
                </a:solidFill>
                <a:latin typeface="Montserrat" panose="00000500000000000000" pitchFamily="2" charset="0"/>
              </a:rPr>
              <a:t>Network Resilience</a:t>
            </a:r>
          </a:p>
          <a:p>
            <a:pPr>
              <a:spcAft>
                <a:spcPts val="300"/>
              </a:spcAft>
            </a:pPr>
            <a:r>
              <a:rPr lang="en-IN" sz="1050" b="1">
                <a:solidFill>
                  <a:schemeClr val="tx1"/>
                </a:solidFill>
                <a:latin typeface="Montserrat" panose="00000500000000000000" pitchFamily="2" charset="0"/>
              </a:rPr>
              <a:t>SCR — Supply Chain Resilience</a:t>
            </a:r>
          </a:p>
          <a:p>
            <a:pPr>
              <a:spcAft>
                <a:spcPts val="300"/>
              </a:spcAft>
            </a:pPr>
            <a:r>
              <a:rPr lang="en-US" sz="900" b="1">
                <a:solidFill>
                  <a:schemeClr val="tx1"/>
                </a:solidFill>
                <a:latin typeface="Montserrat" panose="00000500000000000000" pitchFamily="2" charset="0"/>
              </a:rPr>
              <a:t>WHY</a:t>
            </a:r>
          </a:p>
          <a:p>
            <a:pPr>
              <a:spcAft>
                <a:spcPts val="300"/>
              </a:spcAft>
            </a:pPr>
            <a:r>
              <a:rPr lang="en-US" sz="800">
                <a:solidFill>
                  <a:schemeClr val="tx1"/>
                </a:solidFill>
                <a:latin typeface="Montserrat" panose="00000500000000000000" pitchFamily="2" charset="0"/>
              </a:rPr>
              <a:t>Disruptions cost 6–10% revenue/year; over a decade that's ~45% of a year's profit. No node-level risk framework existed.</a:t>
            </a:r>
            <a:br>
              <a:rPr lang="en-US" sz="800">
                <a:solidFill>
                  <a:schemeClr val="tx1"/>
                </a:solidFill>
                <a:latin typeface="Montserrat" panose="00000500000000000000" pitchFamily="2" charset="0"/>
              </a:rPr>
            </a:br>
            <a:endParaRPr lang="en-US" sz="800">
              <a:solidFill>
                <a:schemeClr val="tx1"/>
              </a:solidFill>
              <a:latin typeface="Montserrat" panose="00000500000000000000" pitchFamily="2" charset="0"/>
            </a:endParaRPr>
          </a:p>
          <a:p>
            <a:pPr>
              <a:spcAft>
                <a:spcPts val="300"/>
              </a:spcAft>
            </a:pPr>
            <a:r>
              <a:rPr lang="en-US" sz="900" b="1">
                <a:solidFill>
                  <a:schemeClr val="tx1"/>
                </a:solidFill>
                <a:latin typeface="Montserrat" panose="00000500000000000000" pitchFamily="2" charset="0"/>
              </a:rPr>
              <a:t>HOW</a:t>
            </a:r>
          </a:p>
          <a:p>
            <a:pPr>
              <a:spcAft>
                <a:spcPts val="300"/>
              </a:spcAft>
            </a:pPr>
            <a:r>
              <a:rPr lang="en-IN" sz="800">
                <a:solidFill>
                  <a:schemeClr val="tx1"/>
                </a:solidFill>
                <a:latin typeface="Montserrat" panose="00000500000000000000" pitchFamily="2" charset="0"/>
              </a:rPr>
              <a:t>E2E model: TTR, TTS, VAR/AVAR, RI per node. SMT disruption simulation. </a:t>
            </a:r>
            <a:r>
              <a:rPr lang="en-IN" sz="800" err="1">
                <a:solidFill>
                  <a:schemeClr val="tx1"/>
                </a:solidFill>
                <a:latin typeface="Montserrat" panose="00000500000000000000" pitchFamily="2" charset="0"/>
              </a:rPr>
              <a:t>Linkurious</a:t>
            </a:r>
            <a:r>
              <a:rPr lang="en-IN" sz="800">
                <a:solidFill>
                  <a:schemeClr val="tx1"/>
                </a:solidFill>
                <a:latin typeface="Montserrat" panose="00000500000000000000" pitchFamily="2" charset="0"/>
              </a:rPr>
              <a:t> graph explorer.</a:t>
            </a:r>
          </a:p>
          <a:p>
            <a:pPr>
              <a:spcAft>
                <a:spcPts val="300"/>
              </a:spcAft>
            </a:pPr>
            <a:br>
              <a:rPr lang="en-IN" sz="700"/>
            </a:br>
            <a:endParaRPr lang="en-IN" sz="700" b="1">
              <a:solidFill>
                <a:schemeClr val="tx1"/>
              </a:solidFill>
              <a:latin typeface="Montserrat" panose="00000500000000000000" pitchFamily="2" charset="0"/>
            </a:endParaRPr>
          </a:p>
        </p:txBody>
      </p:sp>
      <p:sp>
        <p:nvSpPr>
          <p:cNvPr id="9" name="Rectangle: Rounded Corners 8">
            <a:extLst>
              <a:ext uri="{FF2B5EF4-FFF2-40B4-BE49-F238E27FC236}">
                <a16:creationId xmlns:a16="http://schemas.microsoft.com/office/drawing/2014/main" id="{0337A442-3C7A-E7EC-33EC-A0BCE082E772}"/>
              </a:ext>
            </a:extLst>
          </p:cNvPr>
          <p:cNvSpPr/>
          <p:nvPr/>
        </p:nvSpPr>
        <p:spPr>
          <a:xfrm>
            <a:off x="8166100" y="1906025"/>
            <a:ext cx="3683000" cy="1711384"/>
          </a:xfrm>
          <a:prstGeom prst="roundRect">
            <a:avLst>
              <a:gd name="adj" fmla="val 602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Ins="91440" rtlCol="0" anchor="t"/>
          <a:lstStyle/>
          <a:p>
            <a:pPr>
              <a:spcAft>
                <a:spcPts val="300"/>
              </a:spcAft>
            </a:pPr>
            <a:r>
              <a:rPr lang="en-IN" sz="800" b="1">
                <a:solidFill>
                  <a:schemeClr val="bg2"/>
                </a:solidFill>
                <a:latin typeface="Montserrat" panose="00000500000000000000" pitchFamily="2" charset="0"/>
              </a:rPr>
              <a:t>Quality Risk</a:t>
            </a:r>
          </a:p>
          <a:p>
            <a:pPr>
              <a:spcAft>
                <a:spcPts val="300"/>
              </a:spcAft>
            </a:pPr>
            <a:r>
              <a:rPr lang="en-IN" sz="1050" b="1">
                <a:solidFill>
                  <a:schemeClr val="tx1"/>
                </a:solidFill>
                <a:latin typeface="Montserrat" panose="00000500000000000000" pitchFamily="2" charset="0"/>
              </a:rPr>
              <a:t>Project Dolphin</a:t>
            </a:r>
          </a:p>
          <a:p>
            <a:pPr>
              <a:spcAft>
                <a:spcPts val="300"/>
              </a:spcAft>
            </a:pPr>
            <a:r>
              <a:rPr lang="en-US" sz="900" b="1">
                <a:solidFill>
                  <a:schemeClr val="tx1"/>
                </a:solidFill>
                <a:latin typeface="Montserrat" panose="00000500000000000000" pitchFamily="2" charset="0"/>
              </a:rPr>
              <a:t>WHY</a:t>
            </a:r>
          </a:p>
          <a:p>
            <a:pPr>
              <a:spcAft>
                <a:spcPts val="300"/>
              </a:spcAft>
            </a:pPr>
            <a:r>
              <a:rPr lang="en-IN" sz="800">
                <a:solidFill>
                  <a:schemeClr val="tx1"/>
                </a:solidFill>
                <a:latin typeface="Montserrat" panose="00000500000000000000" pitchFamily="2" charset="0"/>
              </a:rPr>
              <a:t>74% of SC experts assess supplier quality manually. No predictive signal for EM quality failure.</a:t>
            </a:r>
            <a:br>
              <a:rPr lang="en-IN" sz="800">
                <a:solidFill>
                  <a:schemeClr val="tx1"/>
                </a:solidFill>
                <a:latin typeface="Montserrat" panose="00000500000000000000" pitchFamily="2" charset="0"/>
              </a:rPr>
            </a:br>
            <a:endParaRPr lang="en-IN" sz="700">
              <a:solidFill>
                <a:schemeClr val="tx1"/>
              </a:solidFill>
              <a:latin typeface="Montserrat" panose="00000500000000000000" pitchFamily="2" charset="0"/>
            </a:endParaRPr>
          </a:p>
          <a:p>
            <a:pPr>
              <a:spcAft>
                <a:spcPts val="300"/>
              </a:spcAft>
            </a:pPr>
            <a:r>
              <a:rPr lang="en-US" sz="900" b="1">
                <a:solidFill>
                  <a:schemeClr val="tx1"/>
                </a:solidFill>
                <a:latin typeface="Montserrat" panose="00000500000000000000" pitchFamily="2" charset="0"/>
              </a:rPr>
              <a:t>HOW</a:t>
            </a:r>
          </a:p>
          <a:p>
            <a:pPr>
              <a:spcAft>
                <a:spcPts val="300"/>
              </a:spcAft>
            </a:pPr>
            <a:r>
              <a:rPr lang="en-US" sz="700">
                <a:solidFill>
                  <a:schemeClr val="tx1"/>
                </a:solidFill>
                <a:latin typeface="Montserrat" panose="00000500000000000000" pitchFamily="2" charset="0"/>
              </a:rPr>
              <a:t>Predictive analytics across Enterprise, MedTech &amp; Pharma. NLP mapping + auto failure notification.</a:t>
            </a:r>
          </a:p>
        </p:txBody>
      </p:sp>
      <p:sp>
        <p:nvSpPr>
          <p:cNvPr id="18" name="TextBox 17">
            <a:extLst>
              <a:ext uri="{FF2B5EF4-FFF2-40B4-BE49-F238E27FC236}">
                <a16:creationId xmlns:a16="http://schemas.microsoft.com/office/drawing/2014/main" id="{1A89BF7C-2FD7-1117-0EBA-F99711C54BC9}"/>
              </a:ext>
            </a:extLst>
          </p:cNvPr>
          <p:cNvSpPr txBox="1"/>
          <p:nvPr/>
        </p:nvSpPr>
        <p:spPr>
          <a:xfrm>
            <a:off x="533400" y="3405397"/>
            <a:ext cx="3605463" cy="200055"/>
          </a:xfrm>
          <a:prstGeom prst="rect">
            <a:avLst/>
          </a:prstGeom>
          <a:noFill/>
        </p:spPr>
        <p:txBody>
          <a:bodyPr wrap="square">
            <a:spAutoFit/>
          </a:bodyPr>
          <a:lstStyle/>
          <a:p>
            <a:pPr>
              <a:spcAft>
                <a:spcPts val="200"/>
              </a:spcAft>
              <a:buNone/>
            </a:pPr>
            <a:r>
              <a:rPr lang="en-US" sz="700" b="1">
                <a:solidFill>
                  <a:schemeClr val="bg2"/>
                </a:solidFill>
                <a:latin typeface="Montserrat" panose="00000500000000000000" pitchFamily="2" charset="0"/>
              </a:rPr>
              <a:t>→ 30 days → days · ≥20% reduction in 3rd-party exposure</a:t>
            </a:r>
          </a:p>
        </p:txBody>
      </p:sp>
      <p:sp>
        <p:nvSpPr>
          <p:cNvPr id="19" name="TextBox 18">
            <a:extLst>
              <a:ext uri="{FF2B5EF4-FFF2-40B4-BE49-F238E27FC236}">
                <a16:creationId xmlns:a16="http://schemas.microsoft.com/office/drawing/2014/main" id="{1E8EE892-F9A4-35A8-00EA-87FBAA1635CA}"/>
              </a:ext>
            </a:extLst>
          </p:cNvPr>
          <p:cNvSpPr txBox="1"/>
          <p:nvPr/>
        </p:nvSpPr>
        <p:spPr>
          <a:xfrm>
            <a:off x="4388519" y="3405397"/>
            <a:ext cx="3605463" cy="200055"/>
          </a:xfrm>
          <a:prstGeom prst="rect">
            <a:avLst/>
          </a:prstGeom>
          <a:noFill/>
        </p:spPr>
        <p:txBody>
          <a:bodyPr wrap="square">
            <a:spAutoFit/>
          </a:bodyPr>
          <a:lstStyle/>
          <a:p>
            <a:pPr>
              <a:spcAft>
                <a:spcPts val="200"/>
              </a:spcAft>
              <a:buNone/>
            </a:pPr>
            <a:r>
              <a:rPr lang="en-US" sz="700" b="1">
                <a:solidFill>
                  <a:schemeClr val="bg2"/>
                </a:solidFill>
                <a:latin typeface="Montserrat" panose="00000500000000000000" pitchFamily="2" charset="0"/>
              </a:rPr>
              <a:t>→ Financial risk quantified per supplier node · deployed for MedTech</a:t>
            </a:r>
          </a:p>
        </p:txBody>
      </p:sp>
      <p:sp>
        <p:nvSpPr>
          <p:cNvPr id="20" name="TextBox 19">
            <a:extLst>
              <a:ext uri="{FF2B5EF4-FFF2-40B4-BE49-F238E27FC236}">
                <a16:creationId xmlns:a16="http://schemas.microsoft.com/office/drawing/2014/main" id="{00B6719F-8D3F-F8F3-977C-EF8CEA2AC8CD}"/>
              </a:ext>
            </a:extLst>
          </p:cNvPr>
          <p:cNvSpPr txBox="1"/>
          <p:nvPr/>
        </p:nvSpPr>
        <p:spPr>
          <a:xfrm>
            <a:off x="8204869" y="3405397"/>
            <a:ext cx="3605463" cy="200055"/>
          </a:xfrm>
          <a:prstGeom prst="rect">
            <a:avLst/>
          </a:prstGeom>
          <a:noFill/>
        </p:spPr>
        <p:txBody>
          <a:bodyPr wrap="square">
            <a:spAutoFit/>
          </a:bodyPr>
          <a:lstStyle/>
          <a:p>
            <a:pPr>
              <a:spcAft>
                <a:spcPts val="200"/>
              </a:spcAft>
              <a:buNone/>
            </a:pPr>
            <a:r>
              <a:rPr lang="en-IN" sz="700" b="1">
                <a:solidFill>
                  <a:schemeClr val="bg2"/>
                </a:solidFill>
                <a:latin typeface="Montserrat" panose="00000500000000000000" pitchFamily="2" charset="0"/>
              </a:rPr>
              <a:t>→ $2.3M cost avoidance · compliance penalty infractions avoided</a:t>
            </a:r>
          </a:p>
        </p:txBody>
      </p:sp>
      <p:cxnSp>
        <p:nvCxnSpPr>
          <p:cNvPr id="28" name="Straight Connector 27">
            <a:extLst>
              <a:ext uri="{FF2B5EF4-FFF2-40B4-BE49-F238E27FC236}">
                <a16:creationId xmlns:a16="http://schemas.microsoft.com/office/drawing/2014/main" id="{72451C58-EEE3-D06B-3D50-5858C963EF79}"/>
              </a:ext>
            </a:extLst>
          </p:cNvPr>
          <p:cNvCxnSpPr>
            <a:cxnSpLocks/>
          </p:cNvCxnSpPr>
          <p:nvPr/>
        </p:nvCxnSpPr>
        <p:spPr>
          <a:xfrm flipV="1">
            <a:off x="9613684" y="1325638"/>
            <a:ext cx="0" cy="455429"/>
          </a:xfrm>
          <a:prstGeom prst="line">
            <a:avLst/>
          </a:prstGeom>
          <a:ln w="9525">
            <a:solidFill>
              <a:schemeClr val="bg1"/>
            </a:solidFill>
            <a:prstDash val="dash"/>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324D3CD5-10E8-54EF-B197-59BEC254844A}"/>
              </a:ext>
            </a:extLst>
          </p:cNvPr>
          <p:cNvSpPr txBox="1"/>
          <p:nvPr/>
        </p:nvSpPr>
        <p:spPr>
          <a:xfrm>
            <a:off x="9854901" y="1300923"/>
            <a:ext cx="1803699" cy="492443"/>
          </a:xfrm>
          <a:prstGeom prst="rect">
            <a:avLst/>
          </a:prstGeom>
          <a:noFill/>
        </p:spPr>
        <p:txBody>
          <a:bodyPr wrap="none">
            <a:spAutoFit/>
          </a:bodyPr>
          <a:lstStyle/>
          <a:p>
            <a:pPr algn="ctr"/>
            <a:r>
              <a:rPr lang="en-IN" sz="1400" b="1">
                <a:solidFill>
                  <a:schemeClr val="bg2"/>
                </a:solidFill>
                <a:latin typeface="Montserrat" panose="00000500000000000000" pitchFamily="2" charset="0"/>
              </a:rPr>
              <a:t>$2.3M</a:t>
            </a:r>
            <a:br>
              <a:rPr lang="en-IN" sz="1200">
                <a:solidFill>
                  <a:schemeClr val="bg1"/>
                </a:solidFill>
                <a:latin typeface="Montserrat" panose="00000500000000000000" pitchFamily="2" charset="0"/>
              </a:rPr>
            </a:br>
            <a:r>
              <a:rPr lang="en-US" sz="1200" b="0" i="0">
                <a:solidFill>
                  <a:schemeClr val="bg1"/>
                </a:solidFill>
                <a:effectLst/>
                <a:latin typeface="Montserrat" panose="00000500000000000000" pitchFamily="2" charset="0"/>
              </a:rPr>
              <a:t>cost avoidance in yr 1</a:t>
            </a:r>
          </a:p>
        </p:txBody>
      </p:sp>
      <p:sp>
        <p:nvSpPr>
          <p:cNvPr id="11" name="TextBox 10">
            <a:extLst>
              <a:ext uri="{FF2B5EF4-FFF2-40B4-BE49-F238E27FC236}">
                <a16:creationId xmlns:a16="http://schemas.microsoft.com/office/drawing/2014/main" id="{DC8D9310-0F97-02CE-0D4D-6E645DB39ED5}"/>
              </a:ext>
            </a:extLst>
          </p:cNvPr>
          <p:cNvSpPr txBox="1"/>
          <p:nvPr/>
        </p:nvSpPr>
        <p:spPr>
          <a:xfrm>
            <a:off x="533400" y="4020820"/>
            <a:ext cx="11315700" cy="582023"/>
          </a:xfrm>
          <a:prstGeom prst="roundRect">
            <a:avLst/>
          </a:prstGeom>
          <a:solidFill>
            <a:srgbClr val="1A1A1A"/>
          </a:solidFill>
          <a:ln>
            <a:solidFill>
              <a:schemeClr val="tx1"/>
            </a:solidFill>
          </a:ln>
        </p:spPr>
        <p:txBody>
          <a:bodyPr wrap="square" rIns="1371600" anchor="ctr">
            <a:noAutofit/>
          </a:bodyPr>
          <a:lstStyle/>
          <a:p>
            <a:r>
              <a:rPr lang="en-IN" sz="1100">
                <a:solidFill>
                  <a:schemeClr val="bg1"/>
                </a:solidFill>
                <a:latin typeface="Montserrat" panose="00000500000000000000" pitchFamily="2" charset="0"/>
              </a:rPr>
              <a:t>In life sciences, </a:t>
            </a:r>
            <a:r>
              <a:rPr lang="en-IN" sz="1100" b="1">
                <a:solidFill>
                  <a:schemeClr val="bg1"/>
                </a:solidFill>
                <a:latin typeface="Montserrat" panose="00000500000000000000" pitchFamily="2" charset="0"/>
              </a:rPr>
              <a:t>delays are measured in patient lives, not dollars</a:t>
            </a:r>
            <a:r>
              <a:rPr lang="en-IN" sz="1100">
                <a:solidFill>
                  <a:schemeClr val="bg1"/>
                </a:solidFill>
                <a:latin typeface="Montserrat" panose="00000500000000000000" pitchFamily="2" charset="0"/>
              </a:rPr>
              <a:t>. 18% of CAR-T batches fail, vein-to-vein takes 28 days, </a:t>
            </a:r>
            <a:br>
              <a:rPr lang="en-IN" sz="1100">
                <a:solidFill>
                  <a:schemeClr val="bg1"/>
                </a:solidFill>
                <a:latin typeface="Montserrat" panose="00000500000000000000" pitchFamily="2" charset="0"/>
              </a:rPr>
            </a:br>
            <a:r>
              <a:rPr lang="en-IN" sz="1100">
                <a:solidFill>
                  <a:schemeClr val="bg1"/>
                </a:solidFill>
                <a:latin typeface="Montserrat" panose="00000500000000000000" pitchFamily="2" charset="0"/>
              </a:rPr>
              <a:t>and vaccine supply chains break at data entry. We brought real-time visibility where it was most needed.</a:t>
            </a:r>
          </a:p>
        </p:txBody>
      </p:sp>
      <p:sp>
        <p:nvSpPr>
          <p:cNvPr id="12" name="Rectangle: Rounded Corners 11">
            <a:extLst>
              <a:ext uri="{FF2B5EF4-FFF2-40B4-BE49-F238E27FC236}">
                <a16:creationId xmlns:a16="http://schemas.microsoft.com/office/drawing/2014/main" id="{D67CCE0F-B721-8161-5618-722B6C2B62BB}"/>
              </a:ext>
            </a:extLst>
          </p:cNvPr>
          <p:cNvSpPr/>
          <p:nvPr/>
        </p:nvSpPr>
        <p:spPr>
          <a:xfrm>
            <a:off x="533400" y="4671754"/>
            <a:ext cx="3683000" cy="1828800"/>
          </a:xfrm>
          <a:prstGeom prst="roundRect">
            <a:avLst>
              <a:gd name="adj" fmla="val 602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Ins="91440" rtlCol="0" anchor="t"/>
          <a:lstStyle/>
          <a:p>
            <a:pPr>
              <a:spcAft>
                <a:spcPts val="300"/>
              </a:spcAft>
            </a:pPr>
            <a:r>
              <a:rPr lang="en-IN" sz="800" b="1">
                <a:solidFill>
                  <a:schemeClr val="bg2"/>
                </a:solidFill>
                <a:latin typeface="Montserrat" panose="00000500000000000000" pitchFamily="2" charset="0"/>
              </a:rPr>
              <a:t>Cell Therapy</a:t>
            </a:r>
          </a:p>
          <a:p>
            <a:pPr>
              <a:spcAft>
                <a:spcPts val="300"/>
              </a:spcAft>
            </a:pPr>
            <a:r>
              <a:rPr lang="en-IN" sz="1050" b="1">
                <a:solidFill>
                  <a:schemeClr val="tx1"/>
                </a:solidFill>
                <a:latin typeface="Montserrat" panose="00000500000000000000" pitchFamily="2" charset="0"/>
              </a:rPr>
              <a:t>CAR-T Batch Tracker</a:t>
            </a:r>
            <a:endParaRPr lang="en-IN" sz="1050" b="1" i="1">
              <a:solidFill>
                <a:schemeClr val="tx1"/>
              </a:solidFill>
              <a:latin typeface="Montserrat" panose="00000500000000000000" pitchFamily="2" charset="0"/>
            </a:endParaRPr>
          </a:p>
          <a:p>
            <a:pPr>
              <a:spcAft>
                <a:spcPts val="300"/>
              </a:spcAft>
            </a:pPr>
            <a:r>
              <a:rPr lang="en-IN" sz="900" b="1">
                <a:solidFill>
                  <a:schemeClr val="tx1"/>
                </a:solidFill>
                <a:latin typeface="Montserrat" panose="00000500000000000000" pitchFamily="2" charset="0"/>
              </a:rPr>
              <a:t>WHY</a:t>
            </a:r>
          </a:p>
          <a:p>
            <a:pPr>
              <a:spcAft>
                <a:spcPts val="300"/>
              </a:spcAft>
            </a:pPr>
            <a:r>
              <a:rPr lang="en-US" sz="800">
                <a:solidFill>
                  <a:schemeClr val="tx1"/>
                </a:solidFill>
                <a:latin typeface="Montserrat" panose="00000500000000000000" pitchFamily="2" charset="0"/>
              </a:rPr>
              <a:t>28-day vein-to-vein, 18% batch failure rate, 5+ stakeholders with no shared visibility. Every delay is a patient without treatment.</a:t>
            </a:r>
            <a:br>
              <a:rPr lang="en-US" sz="800">
                <a:solidFill>
                  <a:schemeClr val="tx1"/>
                </a:solidFill>
                <a:latin typeface="Montserrat" panose="00000500000000000000" pitchFamily="2" charset="0"/>
              </a:rPr>
            </a:br>
            <a:endParaRPr lang="en-US" sz="800">
              <a:solidFill>
                <a:schemeClr val="tx1"/>
              </a:solidFill>
              <a:latin typeface="Montserrat" panose="00000500000000000000" pitchFamily="2" charset="0"/>
            </a:endParaRPr>
          </a:p>
          <a:p>
            <a:pPr>
              <a:spcAft>
                <a:spcPts val="300"/>
              </a:spcAft>
            </a:pPr>
            <a:r>
              <a:rPr lang="en-IN" sz="900" b="1">
                <a:solidFill>
                  <a:schemeClr val="tx1"/>
                </a:solidFill>
                <a:latin typeface="Montserrat" panose="00000500000000000000" pitchFamily="2" charset="0"/>
              </a:rPr>
              <a:t>HOW</a:t>
            </a:r>
          </a:p>
          <a:p>
            <a:pPr>
              <a:spcAft>
                <a:spcPts val="300"/>
              </a:spcAft>
            </a:pPr>
            <a:r>
              <a:rPr lang="en-IN" sz="800">
                <a:solidFill>
                  <a:schemeClr val="tx1"/>
                </a:solidFill>
                <a:latin typeface="Montserrat" panose="00000500000000000000" pitchFamily="2" charset="0"/>
              </a:rPr>
              <a:t>Azure pipeline: CDL + SharePoint + Outlook → near-real-time batch tracking from Apheresis to Infusion, clinical &amp; commercial.</a:t>
            </a:r>
          </a:p>
          <a:p>
            <a:pPr>
              <a:spcAft>
                <a:spcPts val="300"/>
              </a:spcAft>
            </a:pPr>
            <a:br>
              <a:rPr lang="en-IN" sz="800"/>
            </a:br>
            <a:endParaRPr lang="en-IN" sz="800">
              <a:solidFill>
                <a:schemeClr val="tx1"/>
              </a:solidFill>
              <a:latin typeface="Montserrat" panose="00000500000000000000" pitchFamily="2" charset="0"/>
            </a:endParaRPr>
          </a:p>
        </p:txBody>
      </p:sp>
      <p:sp>
        <p:nvSpPr>
          <p:cNvPr id="13" name="Rectangle: Rounded Corners 12">
            <a:extLst>
              <a:ext uri="{FF2B5EF4-FFF2-40B4-BE49-F238E27FC236}">
                <a16:creationId xmlns:a16="http://schemas.microsoft.com/office/drawing/2014/main" id="{727A9CCC-F3ED-3AD2-60DA-E34F4FC41907}"/>
              </a:ext>
            </a:extLst>
          </p:cNvPr>
          <p:cNvSpPr/>
          <p:nvPr/>
        </p:nvSpPr>
        <p:spPr>
          <a:xfrm>
            <a:off x="4349750" y="4671754"/>
            <a:ext cx="3683000" cy="1828800"/>
          </a:xfrm>
          <a:prstGeom prst="roundRect">
            <a:avLst>
              <a:gd name="adj" fmla="val 602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Ins="91440" rtlCol="0" anchor="t"/>
          <a:lstStyle/>
          <a:p>
            <a:pPr>
              <a:spcAft>
                <a:spcPts val="300"/>
              </a:spcAft>
            </a:pPr>
            <a:r>
              <a:rPr lang="en-IN" sz="800" b="1">
                <a:solidFill>
                  <a:schemeClr val="bg2"/>
                </a:solidFill>
                <a:latin typeface="Montserrat" panose="00000500000000000000" pitchFamily="2" charset="0"/>
              </a:rPr>
              <a:t>Vaccine Supply</a:t>
            </a:r>
          </a:p>
          <a:p>
            <a:pPr>
              <a:spcAft>
                <a:spcPts val="300"/>
              </a:spcAft>
            </a:pPr>
            <a:r>
              <a:rPr lang="en-IN" sz="1050" b="1">
                <a:solidFill>
                  <a:schemeClr val="tx1"/>
                </a:solidFill>
                <a:latin typeface="Montserrat" panose="00000500000000000000" pitchFamily="2" charset="0"/>
              </a:rPr>
              <a:t>Lenti Virus Batch Tracker</a:t>
            </a:r>
          </a:p>
          <a:p>
            <a:pPr>
              <a:spcAft>
                <a:spcPts val="300"/>
              </a:spcAft>
            </a:pPr>
            <a:r>
              <a:rPr lang="en-US" sz="900" b="1">
                <a:solidFill>
                  <a:schemeClr val="tx1"/>
                </a:solidFill>
                <a:latin typeface="Montserrat" panose="00000500000000000000" pitchFamily="2" charset="0"/>
              </a:rPr>
              <a:t>WHY</a:t>
            </a:r>
          </a:p>
          <a:p>
            <a:pPr>
              <a:spcAft>
                <a:spcPts val="300"/>
              </a:spcAft>
            </a:pPr>
            <a:r>
              <a:rPr lang="en-IN" sz="800">
                <a:solidFill>
                  <a:schemeClr val="tx1"/>
                </a:solidFill>
                <a:latin typeface="Montserrat" panose="00000500000000000000" pitchFamily="2" charset="0"/>
              </a:rPr>
              <a:t>18,000 supply disruption events/yr globally. Manual tracking causes temperature excursions &amp; missed QP release windows.</a:t>
            </a:r>
            <a:br>
              <a:rPr lang="en-IN" sz="800">
                <a:solidFill>
                  <a:schemeClr val="tx1"/>
                </a:solidFill>
                <a:latin typeface="Montserrat" panose="00000500000000000000" pitchFamily="2" charset="0"/>
              </a:rPr>
            </a:br>
            <a:endParaRPr lang="en-IN" sz="800">
              <a:solidFill>
                <a:schemeClr val="tx1"/>
              </a:solidFill>
              <a:latin typeface="Montserrat" panose="00000500000000000000" pitchFamily="2" charset="0"/>
            </a:endParaRPr>
          </a:p>
          <a:p>
            <a:pPr>
              <a:spcAft>
                <a:spcPts val="300"/>
              </a:spcAft>
            </a:pPr>
            <a:r>
              <a:rPr lang="en-US" sz="900" b="1">
                <a:solidFill>
                  <a:schemeClr val="tx1"/>
                </a:solidFill>
                <a:latin typeface="Montserrat" panose="00000500000000000000" pitchFamily="2" charset="0"/>
              </a:rPr>
              <a:t>HOW</a:t>
            </a:r>
          </a:p>
          <a:p>
            <a:pPr>
              <a:spcAft>
                <a:spcPts val="300"/>
              </a:spcAft>
            </a:pPr>
            <a:r>
              <a:rPr lang="en-IN" sz="800">
                <a:solidFill>
                  <a:schemeClr val="tx1"/>
                </a:solidFill>
                <a:latin typeface="Montserrat" panose="00000500000000000000" pitchFamily="2" charset="0"/>
              </a:rPr>
              <a:t>Integrated Azure pipeline across shipment, manufacturing, quality &amp; distribution — all in one platform.</a:t>
            </a:r>
          </a:p>
        </p:txBody>
      </p:sp>
      <p:sp>
        <p:nvSpPr>
          <p:cNvPr id="14" name="Rectangle: Rounded Corners 13">
            <a:extLst>
              <a:ext uri="{FF2B5EF4-FFF2-40B4-BE49-F238E27FC236}">
                <a16:creationId xmlns:a16="http://schemas.microsoft.com/office/drawing/2014/main" id="{D3189416-FA64-AB74-247F-DE6FB3125A88}"/>
              </a:ext>
            </a:extLst>
          </p:cNvPr>
          <p:cNvSpPr/>
          <p:nvPr/>
        </p:nvSpPr>
        <p:spPr>
          <a:xfrm>
            <a:off x="8166100" y="4671754"/>
            <a:ext cx="3683000" cy="1828800"/>
          </a:xfrm>
          <a:prstGeom prst="roundRect">
            <a:avLst>
              <a:gd name="adj" fmla="val 602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Ins="91440" rtlCol="0" anchor="t"/>
          <a:lstStyle/>
          <a:p>
            <a:pPr>
              <a:spcAft>
                <a:spcPts val="300"/>
              </a:spcAft>
            </a:pPr>
            <a:r>
              <a:rPr lang="en-IN" sz="800" b="1">
                <a:solidFill>
                  <a:schemeClr val="bg2"/>
                </a:solidFill>
                <a:latin typeface="Montserrat" panose="00000500000000000000" pitchFamily="2" charset="0"/>
              </a:rPr>
              <a:t>Quality Risk</a:t>
            </a:r>
          </a:p>
          <a:p>
            <a:pPr>
              <a:spcAft>
                <a:spcPts val="300"/>
              </a:spcAft>
            </a:pPr>
            <a:r>
              <a:rPr lang="en-IN" sz="1050" b="1">
                <a:solidFill>
                  <a:schemeClr val="tx1"/>
                </a:solidFill>
                <a:latin typeface="Montserrat" panose="00000500000000000000" pitchFamily="2" charset="0"/>
              </a:rPr>
              <a:t>Project Dolphin</a:t>
            </a:r>
          </a:p>
          <a:p>
            <a:pPr>
              <a:spcAft>
                <a:spcPts val="300"/>
              </a:spcAft>
            </a:pPr>
            <a:r>
              <a:rPr lang="en-US" sz="900" b="1">
                <a:solidFill>
                  <a:schemeClr val="tx1"/>
                </a:solidFill>
                <a:latin typeface="Montserrat" panose="00000500000000000000" pitchFamily="2" charset="0"/>
              </a:rPr>
              <a:t>WHY</a:t>
            </a:r>
          </a:p>
          <a:p>
            <a:pPr>
              <a:spcAft>
                <a:spcPts val="300"/>
              </a:spcAft>
            </a:pPr>
            <a:r>
              <a:rPr lang="en-IN" sz="800">
                <a:solidFill>
                  <a:schemeClr val="tx1"/>
                </a:solidFill>
                <a:latin typeface="Montserrat" panose="00000500000000000000" pitchFamily="2" charset="0"/>
              </a:rPr>
              <a:t>Lab capacity tools stopped at 18 months. No strategic view of 5–10 yr FTE, space &amp; equipment across the Large Molecule network.</a:t>
            </a:r>
            <a:br>
              <a:rPr lang="en-IN" sz="800">
                <a:solidFill>
                  <a:schemeClr val="tx1"/>
                </a:solidFill>
                <a:latin typeface="Montserrat" panose="00000500000000000000" pitchFamily="2" charset="0"/>
              </a:rPr>
            </a:br>
            <a:endParaRPr lang="en-IN" sz="700">
              <a:solidFill>
                <a:schemeClr val="tx1"/>
              </a:solidFill>
              <a:latin typeface="Montserrat" panose="00000500000000000000" pitchFamily="2" charset="0"/>
            </a:endParaRPr>
          </a:p>
          <a:p>
            <a:pPr>
              <a:spcAft>
                <a:spcPts val="300"/>
              </a:spcAft>
            </a:pPr>
            <a:r>
              <a:rPr lang="en-US" sz="900" b="1">
                <a:solidFill>
                  <a:schemeClr val="tx1"/>
                </a:solidFill>
                <a:latin typeface="Montserrat" panose="00000500000000000000" pitchFamily="2" charset="0"/>
              </a:rPr>
              <a:t>HOW</a:t>
            </a:r>
          </a:p>
          <a:p>
            <a:pPr>
              <a:spcAft>
                <a:spcPts val="300"/>
              </a:spcAft>
            </a:pPr>
            <a:r>
              <a:rPr lang="en-IN" sz="800">
                <a:solidFill>
                  <a:schemeClr val="tx1"/>
                </a:solidFill>
                <a:latin typeface="Montserrat" panose="00000500000000000000" pitchFamily="2" charset="0"/>
              </a:rPr>
              <a:t>Digital capacity modelling for scenario analysis. Integrated with SC Maps for lab needs, governance &amp; action tracking.</a:t>
            </a:r>
          </a:p>
          <a:p>
            <a:pPr>
              <a:spcAft>
                <a:spcPts val="300"/>
              </a:spcAft>
            </a:pPr>
            <a:br>
              <a:rPr lang="en-IN" sz="700"/>
            </a:br>
            <a:endParaRPr lang="en-US" sz="700">
              <a:solidFill>
                <a:schemeClr val="tx1"/>
              </a:solidFill>
              <a:latin typeface="Montserrat" panose="00000500000000000000" pitchFamily="2" charset="0"/>
            </a:endParaRPr>
          </a:p>
        </p:txBody>
      </p:sp>
      <p:sp>
        <p:nvSpPr>
          <p:cNvPr id="15" name="TextBox 14">
            <a:extLst>
              <a:ext uri="{FF2B5EF4-FFF2-40B4-BE49-F238E27FC236}">
                <a16:creationId xmlns:a16="http://schemas.microsoft.com/office/drawing/2014/main" id="{5964E8EC-F781-A5A0-8356-0949FF8F2498}"/>
              </a:ext>
            </a:extLst>
          </p:cNvPr>
          <p:cNvSpPr txBox="1"/>
          <p:nvPr/>
        </p:nvSpPr>
        <p:spPr>
          <a:xfrm>
            <a:off x="533400" y="6242717"/>
            <a:ext cx="3777582" cy="185176"/>
          </a:xfrm>
          <a:prstGeom prst="rect">
            <a:avLst/>
          </a:prstGeom>
          <a:noFill/>
        </p:spPr>
        <p:txBody>
          <a:bodyPr wrap="square">
            <a:spAutoFit/>
          </a:bodyPr>
          <a:lstStyle/>
          <a:p>
            <a:pPr>
              <a:spcAft>
                <a:spcPts val="200"/>
              </a:spcAft>
              <a:buNone/>
            </a:pPr>
            <a:r>
              <a:rPr lang="en-US" sz="700" b="1">
                <a:solidFill>
                  <a:schemeClr val="bg2"/>
                </a:solidFill>
                <a:latin typeface="Montserrat" panose="00000500000000000000" pitchFamily="2" charset="0"/>
              </a:rPr>
              <a:t>→ $2.97B market · 3,000+ patients/yr · no more blind spots</a:t>
            </a:r>
          </a:p>
        </p:txBody>
      </p:sp>
      <p:sp>
        <p:nvSpPr>
          <p:cNvPr id="16" name="TextBox 15">
            <a:extLst>
              <a:ext uri="{FF2B5EF4-FFF2-40B4-BE49-F238E27FC236}">
                <a16:creationId xmlns:a16="http://schemas.microsoft.com/office/drawing/2014/main" id="{A00B041C-3B85-9B4C-71B4-2CD2DD03A3AA}"/>
              </a:ext>
            </a:extLst>
          </p:cNvPr>
          <p:cNvSpPr txBox="1"/>
          <p:nvPr/>
        </p:nvSpPr>
        <p:spPr>
          <a:xfrm>
            <a:off x="4388519" y="6242717"/>
            <a:ext cx="3605463" cy="185176"/>
          </a:xfrm>
          <a:prstGeom prst="rect">
            <a:avLst/>
          </a:prstGeom>
          <a:noFill/>
        </p:spPr>
        <p:txBody>
          <a:bodyPr wrap="square">
            <a:spAutoFit/>
          </a:bodyPr>
          <a:lstStyle/>
          <a:p>
            <a:pPr>
              <a:spcAft>
                <a:spcPts val="200"/>
              </a:spcAft>
            </a:pPr>
            <a:r>
              <a:rPr lang="en-IN" sz="700" b="1">
                <a:solidFill>
                  <a:schemeClr val="bg2"/>
                </a:solidFill>
                <a:latin typeface="Montserrat" panose="00000500000000000000" pitchFamily="2" charset="0"/>
              </a:rPr>
              <a:t>→ Manual errors eliminated · global vaccine distribution resilience</a:t>
            </a:r>
          </a:p>
        </p:txBody>
      </p:sp>
      <p:sp>
        <p:nvSpPr>
          <p:cNvPr id="17" name="TextBox 16">
            <a:extLst>
              <a:ext uri="{FF2B5EF4-FFF2-40B4-BE49-F238E27FC236}">
                <a16:creationId xmlns:a16="http://schemas.microsoft.com/office/drawing/2014/main" id="{53E266C1-307A-9469-5988-0CD618824C36}"/>
              </a:ext>
            </a:extLst>
          </p:cNvPr>
          <p:cNvSpPr txBox="1"/>
          <p:nvPr/>
        </p:nvSpPr>
        <p:spPr>
          <a:xfrm>
            <a:off x="8204869" y="6174448"/>
            <a:ext cx="3605463" cy="284886"/>
          </a:xfrm>
          <a:prstGeom prst="rect">
            <a:avLst/>
          </a:prstGeom>
          <a:noFill/>
        </p:spPr>
        <p:txBody>
          <a:bodyPr wrap="square">
            <a:spAutoFit/>
          </a:bodyPr>
          <a:lstStyle/>
          <a:p>
            <a:pPr>
              <a:spcAft>
                <a:spcPts val="200"/>
              </a:spcAft>
            </a:pPr>
            <a:r>
              <a:rPr lang="en-IN" sz="700" b="1">
                <a:solidFill>
                  <a:schemeClr val="bg2"/>
                </a:solidFill>
                <a:latin typeface="Montserrat" panose="00000500000000000000" pitchFamily="2" charset="0"/>
              </a:rPr>
              <a:t>→ Proactive gap identification · cost reduction + revenue via optimal lab selection</a:t>
            </a:r>
          </a:p>
        </p:txBody>
      </p:sp>
      <p:cxnSp>
        <p:nvCxnSpPr>
          <p:cNvPr id="21" name="Straight Connector 20">
            <a:extLst>
              <a:ext uri="{FF2B5EF4-FFF2-40B4-BE49-F238E27FC236}">
                <a16:creationId xmlns:a16="http://schemas.microsoft.com/office/drawing/2014/main" id="{F0EEB60E-67F2-6267-C812-830CA1C6AB65}"/>
              </a:ext>
            </a:extLst>
          </p:cNvPr>
          <p:cNvCxnSpPr>
            <a:cxnSpLocks/>
          </p:cNvCxnSpPr>
          <p:nvPr/>
        </p:nvCxnSpPr>
        <p:spPr>
          <a:xfrm flipV="1">
            <a:off x="9613684" y="4090224"/>
            <a:ext cx="0" cy="455429"/>
          </a:xfrm>
          <a:prstGeom prst="line">
            <a:avLst/>
          </a:prstGeom>
          <a:ln w="9525">
            <a:solidFill>
              <a:schemeClr val="bg1"/>
            </a:solidFill>
            <a:prstDash val="dash"/>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8190BA32-9B66-2201-BFE5-D475E13DB4B3}"/>
              </a:ext>
            </a:extLst>
          </p:cNvPr>
          <p:cNvSpPr txBox="1"/>
          <p:nvPr/>
        </p:nvSpPr>
        <p:spPr>
          <a:xfrm>
            <a:off x="9933448" y="4065509"/>
            <a:ext cx="1646605" cy="492443"/>
          </a:xfrm>
          <a:prstGeom prst="rect">
            <a:avLst/>
          </a:prstGeom>
          <a:noFill/>
        </p:spPr>
        <p:txBody>
          <a:bodyPr wrap="none">
            <a:spAutoFit/>
          </a:bodyPr>
          <a:lstStyle/>
          <a:p>
            <a:pPr algn="ctr"/>
            <a:r>
              <a:rPr lang="en-IN" sz="1400" b="1">
                <a:solidFill>
                  <a:schemeClr val="bg2"/>
                </a:solidFill>
                <a:latin typeface="Montserrat" panose="00000500000000000000" pitchFamily="2" charset="0"/>
              </a:rPr>
              <a:t>3,000+</a:t>
            </a:r>
            <a:br>
              <a:rPr lang="en-IN" sz="1200">
                <a:solidFill>
                  <a:schemeClr val="bg1"/>
                </a:solidFill>
                <a:latin typeface="Montserrat" panose="00000500000000000000" pitchFamily="2" charset="0"/>
              </a:rPr>
            </a:br>
            <a:r>
              <a:rPr lang="en-IN" sz="1200">
                <a:solidFill>
                  <a:schemeClr val="bg1"/>
                </a:solidFill>
                <a:latin typeface="Montserrat" panose="00000500000000000000" pitchFamily="2" charset="0"/>
              </a:rPr>
              <a:t>patients tracked/yr</a:t>
            </a:r>
          </a:p>
        </p:txBody>
      </p:sp>
      <p:sp>
        <p:nvSpPr>
          <p:cNvPr id="25" name="TextBox 24">
            <a:extLst>
              <a:ext uri="{FF2B5EF4-FFF2-40B4-BE49-F238E27FC236}">
                <a16:creationId xmlns:a16="http://schemas.microsoft.com/office/drawing/2014/main" id="{4B1EB9B3-AF8F-0AC2-A8F9-0CA464C2145E}"/>
              </a:ext>
            </a:extLst>
          </p:cNvPr>
          <p:cNvSpPr txBox="1"/>
          <p:nvPr/>
        </p:nvSpPr>
        <p:spPr>
          <a:xfrm>
            <a:off x="533400" y="929991"/>
            <a:ext cx="1499128" cy="307777"/>
          </a:xfrm>
          <a:prstGeom prst="rect">
            <a:avLst/>
          </a:prstGeom>
          <a:noFill/>
        </p:spPr>
        <p:txBody>
          <a:bodyPr wrap="none">
            <a:spAutoFit/>
          </a:bodyPr>
          <a:lstStyle/>
          <a:p>
            <a:r>
              <a:rPr lang="en-IN" sz="1400" b="1">
                <a:solidFill>
                  <a:schemeClr val="bg2"/>
                </a:solidFill>
                <a:latin typeface="Montserrat" panose="00000500000000000000" pitchFamily="2" charset="0"/>
              </a:rPr>
              <a:t>Risk &amp; Quality</a:t>
            </a:r>
            <a:endParaRPr lang="en-IN" sz="1400">
              <a:latin typeface="Montserrat" panose="00000500000000000000" pitchFamily="2" charset="0"/>
            </a:endParaRPr>
          </a:p>
        </p:txBody>
      </p:sp>
      <p:sp>
        <p:nvSpPr>
          <p:cNvPr id="27" name="TextBox 26">
            <a:extLst>
              <a:ext uri="{FF2B5EF4-FFF2-40B4-BE49-F238E27FC236}">
                <a16:creationId xmlns:a16="http://schemas.microsoft.com/office/drawing/2014/main" id="{344ECBC5-8062-841D-95DD-6ACF1E7A795C}"/>
              </a:ext>
            </a:extLst>
          </p:cNvPr>
          <p:cNvSpPr txBox="1"/>
          <p:nvPr/>
        </p:nvSpPr>
        <p:spPr>
          <a:xfrm>
            <a:off x="533400" y="3685177"/>
            <a:ext cx="1407758" cy="307777"/>
          </a:xfrm>
          <a:prstGeom prst="rect">
            <a:avLst/>
          </a:prstGeom>
          <a:noFill/>
        </p:spPr>
        <p:txBody>
          <a:bodyPr wrap="none">
            <a:spAutoFit/>
          </a:bodyPr>
          <a:lstStyle/>
          <a:p>
            <a:r>
              <a:rPr lang="en-IN" sz="1400" b="1">
                <a:solidFill>
                  <a:schemeClr val="bg2"/>
                </a:solidFill>
                <a:latin typeface="Montserrat" panose="00000500000000000000" pitchFamily="2" charset="0"/>
              </a:rPr>
              <a:t>Life Sciences</a:t>
            </a:r>
            <a:endParaRPr lang="en-IN" sz="1400">
              <a:latin typeface="Montserrat" panose="00000500000000000000" pitchFamily="2" charset="0"/>
            </a:endParaRPr>
          </a:p>
        </p:txBody>
      </p:sp>
      <p:pic>
        <p:nvPicPr>
          <p:cNvPr id="30" name="Graphic 29">
            <a:extLst>
              <a:ext uri="{FF2B5EF4-FFF2-40B4-BE49-F238E27FC236}">
                <a16:creationId xmlns:a16="http://schemas.microsoft.com/office/drawing/2014/main" id="{54942B82-A9FD-C727-E526-E088DDEEB8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37252" y="1995266"/>
            <a:ext cx="411480" cy="411480"/>
          </a:xfrm>
          <a:prstGeom prst="rect">
            <a:avLst/>
          </a:prstGeom>
        </p:spPr>
      </p:pic>
      <p:pic>
        <p:nvPicPr>
          <p:cNvPr id="32" name="Graphic 31">
            <a:extLst>
              <a:ext uri="{FF2B5EF4-FFF2-40B4-BE49-F238E27FC236}">
                <a16:creationId xmlns:a16="http://schemas.microsoft.com/office/drawing/2014/main" id="{5EE22ADD-B3ED-C9EB-DF7C-9C51C43950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74280" y="2004091"/>
            <a:ext cx="411480" cy="411480"/>
          </a:xfrm>
          <a:prstGeom prst="rect">
            <a:avLst/>
          </a:prstGeom>
        </p:spPr>
      </p:pic>
      <p:pic>
        <p:nvPicPr>
          <p:cNvPr id="34" name="Graphic 33">
            <a:extLst>
              <a:ext uri="{FF2B5EF4-FFF2-40B4-BE49-F238E27FC236}">
                <a16:creationId xmlns:a16="http://schemas.microsoft.com/office/drawing/2014/main" id="{503C4998-29CE-64BA-F4C6-9EA34ACC001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395903" y="2001852"/>
            <a:ext cx="411480" cy="411480"/>
          </a:xfrm>
          <a:prstGeom prst="rect">
            <a:avLst/>
          </a:prstGeom>
        </p:spPr>
      </p:pic>
      <p:pic>
        <p:nvPicPr>
          <p:cNvPr id="36" name="Graphic 35">
            <a:extLst>
              <a:ext uri="{FF2B5EF4-FFF2-40B4-BE49-F238E27FC236}">
                <a16:creationId xmlns:a16="http://schemas.microsoft.com/office/drawing/2014/main" id="{4D54368E-9DA7-EDC0-CA93-FFFAC649DEC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576263" y="4727052"/>
            <a:ext cx="457200" cy="457200"/>
          </a:xfrm>
          <a:prstGeom prst="rect">
            <a:avLst/>
          </a:prstGeom>
        </p:spPr>
      </p:pic>
      <p:pic>
        <p:nvPicPr>
          <p:cNvPr id="38" name="Graphic 37">
            <a:extLst>
              <a:ext uri="{FF2B5EF4-FFF2-40B4-BE49-F238E27FC236}">
                <a16:creationId xmlns:a16="http://schemas.microsoft.com/office/drawing/2014/main" id="{9D7400B9-1C42-E6E0-E1FC-B44619E8288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546975" y="4802039"/>
            <a:ext cx="411480" cy="411480"/>
          </a:xfrm>
          <a:prstGeom prst="rect">
            <a:avLst/>
          </a:prstGeom>
        </p:spPr>
      </p:pic>
      <p:pic>
        <p:nvPicPr>
          <p:cNvPr id="40" name="Graphic 39">
            <a:extLst>
              <a:ext uri="{FF2B5EF4-FFF2-40B4-BE49-F238E27FC236}">
                <a16:creationId xmlns:a16="http://schemas.microsoft.com/office/drawing/2014/main" id="{EB2C3D6C-3083-807A-AE8A-897FDD7C61D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309684" y="4749462"/>
            <a:ext cx="411480" cy="411480"/>
          </a:xfrm>
          <a:prstGeom prst="rect">
            <a:avLst/>
          </a:prstGeom>
        </p:spPr>
      </p:pic>
    </p:spTree>
    <p:extLst>
      <p:ext uri="{BB962C8B-B14F-4D97-AF65-F5344CB8AC3E}">
        <p14:creationId xmlns:p14="http://schemas.microsoft.com/office/powerpoint/2010/main" val="3377972757"/>
      </p:ext>
    </p:extLst>
  </p:cSld>
  <p:clrMapOvr>
    <a:masterClrMapping/>
  </p:clrMapOvr>
  <p:extLst>
    <p:ext uri="{6950BFC3-D8DA-4A85-94F7-54DA5524770B}">
      <p188:commentRel xmlns:p188="http://schemas.microsoft.com/office/powerpoint/2018/8/main" r:id="rId2"/>
    </p:ext>
  </p:extLst>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A71F9D7-FA57-87AA-E883-C7DCAE98EC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05CD98-54F8-6A27-A840-6ED67987C8FD}"/>
              </a:ext>
            </a:extLst>
          </p:cNvPr>
          <p:cNvSpPr>
            <a:spLocks noGrp="1"/>
          </p:cNvSpPr>
          <p:nvPr>
            <p:ph type="title"/>
          </p:nvPr>
        </p:nvSpPr>
        <p:spPr>
          <a:xfrm>
            <a:off x="381000" y="342899"/>
            <a:ext cx="11429332" cy="553993"/>
          </a:xfrm>
        </p:spPr>
        <p:txBody>
          <a:bodyPr/>
          <a:lstStyle/>
          <a:p>
            <a:r>
              <a:rPr lang="en-US">
                <a:latin typeface="Montserrat Light"/>
              </a:rPr>
              <a:t>What we built for J&amp;J - why it mattered</a:t>
            </a:r>
          </a:p>
        </p:txBody>
      </p:sp>
      <p:sp>
        <p:nvSpPr>
          <p:cNvPr id="3" name="Slide Number Placeholder 2">
            <a:extLst>
              <a:ext uri="{FF2B5EF4-FFF2-40B4-BE49-F238E27FC236}">
                <a16:creationId xmlns:a16="http://schemas.microsoft.com/office/drawing/2014/main" id="{7696FB70-BB8C-8037-4110-F6AA7D0070C6}"/>
              </a:ext>
            </a:extLst>
          </p:cNvPr>
          <p:cNvSpPr>
            <a:spLocks noGrp="1"/>
          </p:cNvSpPr>
          <p:nvPr>
            <p:ph type="sldNum" sz="quarter" idx="12"/>
          </p:nvPr>
        </p:nvSpPr>
        <p:spPr/>
        <p:txBody>
          <a:bodyPr/>
          <a:lstStyle/>
          <a:p>
            <a:fld id="{330EA680-D336-4FF7-8B7A-9848BB0A1C32}" type="slidenum">
              <a:rPr lang="en-US" smtClean="0"/>
              <a:t>60</a:t>
            </a:fld>
            <a:endParaRPr lang="en-US"/>
          </a:p>
        </p:txBody>
      </p:sp>
      <p:sp>
        <p:nvSpPr>
          <p:cNvPr id="4" name="Date Placeholder 3">
            <a:extLst>
              <a:ext uri="{FF2B5EF4-FFF2-40B4-BE49-F238E27FC236}">
                <a16:creationId xmlns:a16="http://schemas.microsoft.com/office/drawing/2014/main" id="{8A1D4362-04E9-7A9D-CC21-784E873A8265}"/>
              </a:ext>
            </a:extLst>
          </p:cNvPr>
          <p:cNvSpPr>
            <a:spLocks noGrp="1"/>
          </p:cNvSpPr>
          <p:nvPr>
            <p:ph type="dt" sz="half" idx="2"/>
          </p:nvPr>
        </p:nvSpPr>
        <p:spPr/>
        <p:txBody>
          <a:bodyPr/>
          <a:lstStyle/>
          <a:p>
            <a:r>
              <a:rPr lang="en-US"/>
              <a:t>© SYREN CLOUD INC – 2026 – ALL RIGHTS RESERVED</a:t>
            </a:r>
            <a:endParaRPr lang="en-US" sz="600"/>
          </a:p>
        </p:txBody>
      </p:sp>
      <p:sp>
        <p:nvSpPr>
          <p:cNvPr id="11" name="TextBox 10">
            <a:extLst>
              <a:ext uri="{FF2B5EF4-FFF2-40B4-BE49-F238E27FC236}">
                <a16:creationId xmlns:a16="http://schemas.microsoft.com/office/drawing/2014/main" id="{4E2E2CF3-46FB-2794-2BF2-E83C0A7031B9}"/>
              </a:ext>
            </a:extLst>
          </p:cNvPr>
          <p:cNvSpPr txBox="1"/>
          <p:nvPr/>
        </p:nvSpPr>
        <p:spPr>
          <a:xfrm>
            <a:off x="533400" y="1256234"/>
            <a:ext cx="11315700" cy="582023"/>
          </a:xfrm>
          <a:prstGeom prst="roundRect">
            <a:avLst/>
          </a:prstGeom>
          <a:solidFill>
            <a:srgbClr val="1A1A1A"/>
          </a:solidFill>
          <a:ln>
            <a:solidFill>
              <a:schemeClr val="tx1"/>
            </a:solidFill>
          </a:ln>
        </p:spPr>
        <p:txBody>
          <a:bodyPr wrap="square" rIns="1371600" anchor="ctr">
            <a:noAutofit/>
          </a:bodyPr>
          <a:lstStyle/>
          <a:p>
            <a:r>
              <a:rPr lang="en-IN" sz="1100">
                <a:solidFill>
                  <a:schemeClr val="bg1"/>
                </a:solidFill>
                <a:latin typeface="Montserrat" panose="00000500000000000000" pitchFamily="2" charset="0"/>
              </a:rPr>
              <a:t>200+ sites. Manual Excel for volume allocation. No shared KPI system from daily ops to quarterly review. Manufacturing </a:t>
            </a:r>
            <a:br>
              <a:rPr lang="en-IN" sz="1100">
                <a:solidFill>
                  <a:schemeClr val="bg1"/>
                </a:solidFill>
                <a:latin typeface="Montserrat" panose="00000500000000000000" pitchFamily="2" charset="0"/>
              </a:rPr>
            </a:br>
            <a:r>
              <a:rPr lang="en-IN" sz="1100">
                <a:solidFill>
                  <a:schemeClr val="bg1"/>
                </a:solidFill>
                <a:latin typeface="Montserrat" panose="00000500000000000000" pitchFamily="2" charset="0"/>
              </a:rPr>
              <a:t>was running on tribal knowledge and spreadsheets. We replaced that with a </a:t>
            </a:r>
            <a:r>
              <a:rPr lang="en-IN" sz="1100" b="1">
                <a:solidFill>
                  <a:schemeClr val="bg1"/>
                </a:solidFill>
                <a:latin typeface="Montserrat" panose="00000500000000000000" pitchFamily="2" charset="0"/>
              </a:rPr>
              <a:t>digital performance backbone</a:t>
            </a:r>
            <a:r>
              <a:rPr lang="en-IN" sz="1100">
                <a:solidFill>
                  <a:schemeClr val="bg1"/>
                </a:solidFill>
                <a:latin typeface="Montserrat" panose="00000500000000000000" pitchFamily="2" charset="0"/>
              </a:rPr>
              <a:t>.</a:t>
            </a:r>
          </a:p>
        </p:txBody>
      </p:sp>
      <p:sp>
        <p:nvSpPr>
          <p:cNvPr id="12" name="Rectangle: Rounded Corners 11">
            <a:extLst>
              <a:ext uri="{FF2B5EF4-FFF2-40B4-BE49-F238E27FC236}">
                <a16:creationId xmlns:a16="http://schemas.microsoft.com/office/drawing/2014/main" id="{282ED38C-0569-BBDE-0615-DE5F05498B7D}"/>
              </a:ext>
            </a:extLst>
          </p:cNvPr>
          <p:cNvSpPr/>
          <p:nvPr/>
        </p:nvSpPr>
        <p:spPr>
          <a:xfrm>
            <a:off x="533400" y="1902643"/>
            <a:ext cx="3683000" cy="1735125"/>
          </a:xfrm>
          <a:prstGeom prst="roundRect">
            <a:avLst>
              <a:gd name="adj" fmla="val 602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Ins="91440" rtlCol="0" anchor="t"/>
          <a:lstStyle/>
          <a:p>
            <a:pPr>
              <a:spcAft>
                <a:spcPts val="300"/>
              </a:spcAft>
            </a:pPr>
            <a:r>
              <a:rPr lang="en-IN" sz="800" b="1">
                <a:solidFill>
                  <a:schemeClr val="bg2"/>
                </a:solidFill>
                <a:latin typeface="Montserrat" panose="00000500000000000000" pitchFamily="2" charset="0"/>
              </a:rPr>
              <a:t>KPI Platform</a:t>
            </a:r>
          </a:p>
          <a:p>
            <a:pPr>
              <a:spcAft>
                <a:spcPts val="300"/>
              </a:spcAft>
            </a:pPr>
            <a:r>
              <a:rPr lang="en-IN" sz="1050" b="1">
                <a:solidFill>
                  <a:schemeClr val="tx1"/>
                </a:solidFill>
                <a:latin typeface="Montserrat" panose="00000500000000000000" pitchFamily="2" charset="0"/>
              </a:rPr>
              <a:t>OPM — One Performance </a:t>
            </a:r>
            <a:r>
              <a:rPr lang="en-IN" sz="1050" b="1" err="1">
                <a:solidFill>
                  <a:schemeClr val="tx1"/>
                </a:solidFill>
                <a:latin typeface="Montserrat" panose="00000500000000000000" pitchFamily="2" charset="0"/>
              </a:rPr>
              <a:t>Mgmt</a:t>
            </a:r>
            <a:endParaRPr lang="en-IN" sz="1050" b="1">
              <a:solidFill>
                <a:schemeClr val="tx1"/>
              </a:solidFill>
              <a:latin typeface="Montserrat" panose="00000500000000000000" pitchFamily="2" charset="0"/>
            </a:endParaRPr>
          </a:p>
          <a:p>
            <a:pPr>
              <a:spcAft>
                <a:spcPts val="300"/>
              </a:spcAft>
            </a:pPr>
            <a:r>
              <a:rPr lang="en-IN" sz="800" b="1">
                <a:solidFill>
                  <a:schemeClr val="tx1"/>
                </a:solidFill>
                <a:latin typeface="Montserrat" panose="00000500000000000000" pitchFamily="2" charset="0"/>
              </a:rPr>
              <a:t>WHY</a:t>
            </a:r>
          </a:p>
          <a:p>
            <a:pPr>
              <a:spcAft>
                <a:spcPts val="300"/>
              </a:spcAft>
            </a:pPr>
            <a:r>
              <a:rPr lang="en-IN" sz="800">
                <a:solidFill>
                  <a:schemeClr val="tx1"/>
                </a:solidFill>
                <a:latin typeface="Montserrat" panose="00000500000000000000" pitchFamily="2" charset="0"/>
              </a:rPr>
              <a:t>43% of manufacturers cite disruptions impacting operations. No integrated daily-to-quarterly KPI tool across all SC functions.</a:t>
            </a:r>
            <a:br>
              <a:rPr lang="en-IN" sz="800">
                <a:solidFill>
                  <a:schemeClr val="tx1"/>
                </a:solidFill>
                <a:latin typeface="Montserrat" panose="00000500000000000000" pitchFamily="2" charset="0"/>
              </a:rPr>
            </a:br>
            <a:endParaRPr lang="en-IN" sz="800">
              <a:solidFill>
                <a:schemeClr val="tx1"/>
              </a:solidFill>
              <a:latin typeface="Montserrat" panose="00000500000000000000" pitchFamily="2" charset="0"/>
            </a:endParaRPr>
          </a:p>
          <a:p>
            <a:pPr>
              <a:spcAft>
                <a:spcPts val="300"/>
              </a:spcAft>
            </a:pPr>
            <a:r>
              <a:rPr lang="en-IN" sz="800" b="1">
                <a:solidFill>
                  <a:schemeClr val="tx1"/>
                </a:solidFill>
                <a:latin typeface="Montserrat" panose="00000500000000000000" pitchFamily="2" charset="0"/>
              </a:rPr>
              <a:t>HOW</a:t>
            </a:r>
          </a:p>
          <a:p>
            <a:pPr>
              <a:spcAft>
                <a:spcPts val="300"/>
              </a:spcAft>
            </a:pPr>
            <a:r>
              <a:rPr lang="en-IN" sz="800">
                <a:solidFill>
                  <a:schemeClr val="tx1"/>
                </a:solidFill>
                <a:latin typeface="Montserrat" panose="00000500000000000000" pitchFamily="2" charset="0"/>
              </a:rPr>
              <a:t>Unified scorecard: 100 KPIs across Planning, Deliver, Quality &amp; Safety. Replaces DPM. PCMD + SCLT + Brand scorecards.</a:t>
            </a:r>
          </a:p>
        </p:txBody>
      </p:sp>
      <p:sp>
        <p:nvSpPr>
          <p:cNvPr id="13" name="Rectangle: Rounded Corners 12">
            <a:extLst>
              <a:ext uri="{FF2B5EF4-FFF2-40B4-BE49-F238E27FC236}">
                <a16:creationId xmlns:a16="http://schemas.microsoft.com/office/drawing/2014/main" id="{D4FF26AB-4615-BAB0-72AA-FC418FDED75E}"/>
              </a:ext>
            </a:extLst>
          </p:cNvPr>
          <p:cNvSpPr/>
          <p:nvPr/>
        </p:nvSpPr>
        <p:spPr>
          <a:xfrm>
            <a:off x="4349750" y="1902643"/>
            <a:ext cx="3683000" cy="1735125"/>
          </a:xfrm>
          <a:prstGeom prst="roundRect">
            <a:avLst>
              <a:gd name="adj" fmla="val 602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Ins="91440" rtlCol="0" anchor="t"/>
          <a:lstStyle/>
          <a:p>
            <a:pPr>
              <a:spcAft>
                <a:spcPts val="300"/>
              </a:spcAft>
            </a:pPr>
            <a:r>
              <a:rPr lang="en-IN" sz="800" b="1">
                <a:solidFill>
                  <a:schemeClr val="bg2"/>
                </a:solidFill>
                <a:latin typeface="Montserrat" panose="00000500000000000000" pitchFamily="2" charset="0"/>
              </a:rPr>
              <a:t>Daily Operations</a:t>
            </a:r>
          </a:p>
          <a:p>
            <a:pPr>
              <a:spcAft>
                <a:spcPts val="300"/>
              </a:spcAft>
            </a:pPr>
            <a:r>
              <a:rPr lang="en-IN" sz="1050" b="1">
                <a:solidFill>
                  <a:schemeClr val="tx1"/>
                </a:solidFill>
                <a:latin typeface="Montserrat" panose="00000500000000000000" pitchFamily="2" charset="0"/>
              </a:rPr>
              <a:t>DPM — Digital Performance </a:t>
            </a:r>
            <a:r>
              <a:rPr lang="en-IN" sz="1050" b="1" err="1">
                <a:solidFill>
                  <a:schemeClr val="tx1"/>
                </a:solidFill>
                <a:latin typeface="Montserrat" panose="00000500000000000000" pitchFamily="2" charset="0"/>
              </a:rPr>
              <a:t>Mgmt</a:t>
            </a:r>
            <a:endParaRPr lang="en-IN" sz="1050" b="1">
              <a:solidFill>
                <a:schemeClr val="tx1"/>
              </a:solidFill>
              <a:latin typeface="Montserrat" panose="00000500000000000000" pitchFamily="2" charset="0"/>
            </a:endParaRPr>
          </a:p>
          <a:p>
            <a:pPr>
              <a:spcAft>
                <a:spcPts val="300"/>
              </a:spcAft>
            </a:pPr>
            <a:r>
              <a:rPr lang="en-US" sz="800" b="1">
                <a:solidFill>
                  <a:schemeClr val="tx1"/>
                </a:solidFill>
                <a:latin typeface="Montserrat" panose="00000500000000000000" pitchFamily="2" charset="0"/>
              </a:rPr>
              <a:t>WHY</a:t>
            </a:r>
          </a:p>
          <a:p>
            <a:pPr>
              <a:spcAft>
                <a:spcPts val="300"/>
              </a:spcAft>
            </a:pPr>
            <a:r>
              <a:rPr lang="en-IN" sz="800">
                <a:solidFill>
                  <a:schemeClr val="tx1"/>
                </a:solidFill>
                <a:latin typeface="Montserrat" panose="00000500000000000000" pitchFamily="2" charset="0"/>
              </a:rPr>
              <a:t>200+ manufacturing sites. Scattered data, no unified issue tracking or meeting management.</a:t>
            </a:r>
            <a:br>
              <a:rPr lang="en-IN" sz="800">
                <a:solidFill>
                  <a:schemeClr val="tx1"/>
                </a:solidFill>
                <a:latin typeface="Montserrat" panose="00000500000000000000" pitchFamily="2" charset="0"/>
              </a:rPr>
            </a:br>
            <a:endParaRPr lang="en-IN" sz="800">
              <a:solidFill>
                <a:schemeClr val="tx1"/>
              </a:solidFill>
              <a:latin typeface="Montserrat" panose="00000500000000000000" pitchFamily="2" charset="0"/>
            </a:endParaRPr>
          </a:p>
          <a:p>
            <a:pPr>
              <a:spcAft>
                <a:spcPts val="300"/>
              </a:spcAft>
            </a:pPr>
            <a:r>
              <a:rPr lang="en-US" sz="800" b="1">
                <a:solidFill>
                  <a:schemeClr val="tx1"/>
                </a:solidFill>
                <a:latin typeface="Montserrat" panose="00000500000000000000" pitchFamily="2" charset="0"/>
              </a:rPr>
              <a:t>HOW</a:t>
            </a:r>
          </a:p>
          <a:p>
            <a:pPr>
              <a:spcAft>
                <a:spcPts val="300"/>
              </a:spcAft>
            </a:pPr>
            <a:r>
              <a:rPr lang="en-IN" sz="800">
                <a:solidFill>
                  <a:schemeClr val="tx1"/>
                </a:solidFill>
                <a:latin typeface="Montserrat" panose="00000500000000000000" pitchFamily="2" charset="0"/>
              </a:rPr>
              <a:t>Angular/Node app: A3 root-cause tools (Fishbone, 5-Why, Pareto), action log, meeting charter, self-service KPIs.</a:t>
            </a:r>
          </a:p>
          <a:p>
            <a:pPr>
              <a:spcAft>
                <a:spcPts val="300"/>
              </a:spcAft>
            </a:pPr>
            <a:br>
              <a:rPr lang="en-IN" sz="700"/>
            </a:br>
            <a:endParaRPr lang="en-IN" sz="700" b="1">
              <a:solidFill>
                <a:schemeClr val="tx1"/>
              </a:solidFill>
              <a:latin typeface="Montserrat" panose="00000500000000000000" pitchFamily="2" charset="0"/>
            </a:endParaRPr>
          </a:p>
        </p:txBody>
      </p:sp>
      <p:sp>
        <p:nvSpPr>
          <p:cNvPr id="14" name="Rectangle: Rounded Corners 13">
            <a:extLst>
              <a:ext uri="{FF2B5EF4-FFF2-40B4-BE49-F238E27FC236}">
                <a16:creationId xmlns:a16="http://schemas.microsoft.com/office/drawing/2014/main" id="{48DAFCA9-A171-B7E4-68AA-A9671BA75B0B}"/>
              </a:ext>
            </a:extLst>
          </p:cNvPr>
          <p:cNvSpPr/>
          <p:nvPr/>
        </p:nvSpPr>
        <p:spPr>
          <a:xfrm>
            <a:off x="8166100" y="1902643"/>
            <a:ext cx="3683000" cy="1735125"/>
          </a:xfrm>
          <a:prstGeom prst="roundRect">
            <a:avLst>
              <a:gd name="adj" fmla="val 602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Ins="91440" rtlCol="0" anchor="t"/>
          <a:lstStyle/>
          <a:p>
            <a:pPr>
              <a:spcAft>
                <a:spcPts val="300"/>
              </a:spcAft>
            </a:pPr>
            <a:r>
              <a:rPr lang="en-IN" sz="800" b="1">
                <a:solidFill>
                  <a:schemeClr val="bg2"/>
                </a:solidFill>
                <a:latin typeface="Montserrat" panose="00000500000000000000" pitchFamily="2" charset="0"/>
              </a:rPr>
              <a:t>Volume Planning</a:t>
            </a:r>
          </a:p>
          <a:p>
            <a:pPr>
              <a:spcAft>
                <a:spcPts val="300"/>
              </a:spcAft>
            </a:pPr>
            <a:r>
              <a:rPr lang="en-IN" sz="1050" b="1">
                <a:solidFill>
                  <a:schemeClr val="tx1"/>
                </a:solidFill>
                <a:latin typeface="Montserrat" panose="00000500000000000000" pitchFamily="2" charset="0"/>
              </a:rPr>
              <a:t>NDST — Network Decision Support</a:t>
            </a:r>
          </a:p>
          <a:p>
            <a:pPr>
              <a:spcAft>
                <a:spcPts val="300"/>
              </a:spcAft>
            </a:pPr>
            <a:r>
              <a:rPr lang="en-US" sz="800" b="1">
                <a:solidFill>
                  <a:schemeClr val="tx1"/>
                </a:solidFill>
                <a:latin typeface="Montserrat" panose="00000500000000000000" pitchFamily="2" charset="0"/>
              </a:rPr>
              <a:t>WHY</a:t>
            </a:r>
          </a:p>
          <a:p>
            <a:pPr>
              <a:spcAft>
                <a:spcPts val="300"/>
              </a:spcAft>
            </a:pPr>
            <a:r>
              <a:rPr lang="en-IN" sz="800">
                <a:solidFill>
                  <a:schemeClr val="tx1"/>
                </a:solidFill>
                <a:latin typeface="Montserrat" panose="00000500000000000000" pitchFamily="2" charset="0"/>
              </a:rPr>
              <a:t>Volume allocation across manufacturing sites still ran on Excel/ VBA. Replanning took weeks. Errors scaled across DS, DP, DAP.</a:t>
            </a:r>
            <a:br>
              <a:rPr lang="en-IN" sz="800">
                <a:solidFill>
                  <a:schemeClr val="tx1"/>
                </a:solidFill>
                <a:latin typeface="Montserrat" panose="00000500000000000000" pitchFamily="2" charset="0"/>
              </a:rPr>
            </a:br>
            <a:endParaRPr lang="en-IN" sz="800">
              <a:solidFill>
                <a:schemeClr val="tx1"/>
              </a:solidFill>
              <a:latin typeface="Montserrat" panose="00000500000000000000" pitchFamily="2" charset="0"/>
            </a:endParaRPr>
          </a:p>
          <a:p>
            <a:pPr>
              <a:spcAft>
                <a:spcPts val="300"/>
              </a:spcAft>
            </a:pPr>
            <a:r>
              <a:rPr lang="en-US" sz="800" b="1">
                <a:solidFill>
                  <a:schemeClr val="tx1"/>
                </a:solidFill>
                <a:latin typeface="Montserrat" panose="00000500000000000000" pitchFamily="2" charset="0"/>
              </a:rPr>
              <a:t>HOW</a:t>
            </a:r>
          </a:p>
          <a:p>
            <a:pPr>
              <a:spcAft>
                <a:spcPts val="300"/>
              </a:spcAft>
            </a:pPr>
            <a:r>
              <a:rPr lang="en-IN" sz="800">
                <a:solidFill>
                  <a:schemeClr val="tx1"/>
                </a:solidFill>
                <a:latin typeface="Montserrat" panose="00000500000000000000" pitchFamily="2" charset="0"/>
              </a:rPr>
              <a:t>Digital DST: demand, capacity, cost &amp; </a:t>
            </a:r>
            <a:r>
              <a:rPr lang="en-IN" sz="800" err="1">
                <a:solidFill>
                  <a:schemeClr val="tx1"/>
                </a:solidFill>
                <a:latin typeface="Montserrat" panose="00000500000000000000" pitchFamily="2" charset="0"/>
              </a:rPr>
              <a:t>CapEx</a:t>
            </a:r>
            <a:r>
              <a:rPr lang="en-IN" sz="800">
                <a:solidFill>
                  <a:schemeClr val="tx1"/>
                </a:solidFill>
                <a:latin typeface="Montserrat" panose="00000500000000000000" pitchFamily="2" charset="0"/>
              </a:rPr>
              <a:t> in one place. Three variants: Large Molecules, Small Molecules, Advanced Therapies.</a:t>
            </a:r>
          </a:p>
        </p:txBody>
      </p:sp>
      <p:sp>
        <p:nvSpPr>
          <p:cNvPr id="15" name="TextBox 14">
            <a:extLst>
              <a:ext uri="{FF2B5EF4-FFF2-40B4-BE49-F238E27FC236}">
                <a16:creationId xmlns:a16="http://schemas.microsoft.com/office/drawing/2014/main" id="{3AF17B08-C36C-D637-8A22-B68EB4651D8E}"/>
              </a:ext>
            </a:extLst>
          </p:cNvPr>
          <p:cNvSpPr txBox="1"/>
          <p:nvPr/>
        </p:nvSpPr>
        <p:spPr>
          <a:xfrm>
            <a:off x="533400" y="3379541"/>
            <a:ext cx="3605463" cy="200055"/>
          </a:xfrm>
          <a:prstGeom prst="rect">
            <a:avLst/>
          </a:prstGeom>
          <a:noFill/>
        </p:spPr>
        <p:txBody>
          <a:bodyPr wrap="square">
            <a:spAutoFit/>
          </a:bodyPr>
          <a:lstStyle/>
          <a:p>
            <a:pPr>
              <a:spcAft>
                <a:spcPts val="200"/>
              </a:spcAft>
            </a:pPr>
            <a:r>
              <a:rPr lang="en-IN" sz="700" b="1">
                <a:solidFill>
                  <a:schemeClr val="bg2"/>
                </a:solidFill>
                <a:latin typeface="Montserrat" panose="00000500000000000000" pitchFamily="2" charset="0"/>
              </a:rPr>
              <a:t>→ 100+ KPIs · &gt;200 sites · continuous improvement backbone</a:t>
            </a:r>
          </a:p>
        </p:txBody>
      </p:sp>
      <p:sp>
        <p:nvSpPr>
          <p:cNvPr id="16" name="TextBox 15">
            <a:extLst>
              <a:ext uri="{FF2B5EF4-FFF2-40B4-BE49-F238E27FC236}">
                <a16:creationId xmlns:a16="http://schemas.microsoft.com/office/drawing/2014/main" id="{E4B8A311-22F8-BE3D-B31A-62E49A65B771}"/>
              </a:ext>
            </a:extLst>
          </p:cNvPr>
          <p:cNvSpPr txBox="1"/>
          <p:nvPr/>
        </p:nvSpPr>
        <p:spPr>
          <a:xfrm>
            <a:off x="4388519" y="3379541"/>
            <a:ext cx="3605463" cy="200055"/>
          </a:xfrm>
          <a:prstGeom prst="rect">
            <a:avLst/>
          </a:prstGeom>
          <a:noFill/>
        </p:spPr>
        <p:txBody>
          <a:bodyPr wrap="square">
            <a:spAutoFit/>
          </a:bodyPr>
          <a:lstStyle/>
          <a:p>
            <a:pPr>
              <a:spcAft>
                <a:spcPts val="200"/>
              </a:spcAft>
            </a:pPr>
            <a:r>
              <a:rPr lang="en-IN" sz="700" b="1">
                <a:solidFill>
                  <a:schemeClr val="bg2"/>
                </a:solidFill>
                <a:latin typeface="Montserrat" panose="00000500000000000000" pitchFamily="2" charset="0"/>
              </a:rPr>
              <a:t>→ 200+ MedTech &amp; Janssen sites · Safety, Quality, Cost &amp; Reliability KPIs</a:t>
            </a:r>
          </a:p>
        </p:txBody>
      </p:sp>
      <p:sp>
        <p:nvSpPr>
          <p:cNvPr id="17" name="TextBox 16">
            <a:extLst>
              <a:ext uri="{FF2B5EF4-FFF2-40B4-BE49-F238E27FC236}">
                <a16:creationId xmlns:a16="http://schemas.microsoft.com/office/drawing/2014/main" id="{E6C670DA-DF7C-7452-F366-895814439CD8}"/>
              </a:ext>
            </a:extLst>
          </p:cNvPr>
          <p:cNvSpPr txBox="1"/>
          <p:nvPr/>
        </p:nvSpPr>
        <p:spPr>
          <a:xfrm>
            <a:off x="8204869" y="3379541"/>
            <a:ext cx="3605463" cy="200055"/>
          </a:xfrm>
          <a:prstGeom prst="rect">
            <a:avLst/>
          </a:prstGeom>
          <a:noFill/>
        </p:spPr>
        <p:txBody>
          <a:bodyPr wrap="square">
            <a:spAutoFit/>
          </a:bodyPr>
          <a:lstStyle/>
          <a:p>
            <a:pPr>
              <a:spcAft>
                <a:spcPts val="200"/>
              </a:spcAft>
            </a:pPr>
            <a:r>
              <a:rPr lang="en-IN" sz="700" b="1">
                <a:solidFill>
                  <a:schemeClr val="bg2"/>
                </a:solidFill>
                <a:latin typeface="Montserrat" panose="00000500000000000000" pitchFamily="2" charset="0"/>
              </a:rPr>
              <a:t>→ Excel/VBA gone · real-time replanning · 30% faster cycle time</a:t>
            </a:r>
          </a:p>
        </p:txBody>
      </p:sp>
      <p:cxnSp>
        <p:nvCxnSpPr>
          <p:cNvPr id="21" name="Straight Connector 20">
            <a:extLst>
              <a:ext uri="{FF2B5EF4-FFF2-40B4-BE49-F238E27FC236}">
                <a16:creationId xmlns:a16="http://schemas.microsoft.com/office/drawing/2014/main" id="{E700599A-EF85-6D59-9566-FA21C459EDFD}"/>
              </a:ext>
            </a:extLst>
          </p:cNvPr>
          <p:cNvCxnSpPr>
            <a:cxnSpLocks/>
          </p:cNvCxnSpPr>
          <p:nvPr/>
        </p:nvCxnSpPr>
        <p:spPr>
          <a:xfrm flipV="1">
            <a:off x="9678999" y="1325638"/>
            <a:ext cx="0" cy="455429"/>
          </a:xfrm>
          <a:prstGeom prst="line">
            <a:avLst/>
          </a:prstGeom>
          <a:ln w="9525">
            <a:solidFill>
              <a:schemeClr val="bg1"/>
            </a:solidFill>
            <a:prstDash val="dash"/>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BFB24091-50A2-D8F6-984D-EB5D397ED562}"/>
              </a:ext>
            </a:extLst>
          </p:cNvPr>
          <p:cNvSpPr txBox="1"/>
          <p:nvPr/>
        </p:nvSpPr>
        <p:spPr>
          <a:xfrm>
            <a:off x="9898827" y="1333581"/>
            <a:ext cx="1850185" cy="492443"/>
          </a:xfrm>
          <a:prstGeom prst="rect">
            <a:avLst/>
          </a:prstGeom>
          <a:noFill/>
        </p:spPr>
        <p:txBody>
          <a:bodyPr wrap="none">
            <a:spAutoFit/>
          </a:bodyPr>
          <a:lstStyle/>
          <a:p>
            <a:pPr algn="ctr"/>
            <a:r>
              <a:rPr lang="en-IN" sz="1400" b="1">
                <a:solidFill>
                  <a:schemeClr val="bg2"/>
                </a:solidFill>
                <a:latin typeface="Montserrat" panose="00000500000000000000" pitchFamily="2" charset="0"/>
              </a:rPr>
              <a:t>200+</a:t>
            </a:r>
            <a:br>
              <a:rPr lang="en-IN" sz="1200">
                <a:solidFill>
                  <a:schemeClr val="bg1"/>
                </a:solidFill>
                <a:latin typeface="Montserrat" panose="00000500000000000000" pitchFamily="2" charset="0"/>
              </a:rPr>
            </a:br>
            <a:r>
              <a:rPr lang="en-IN" sz="1200">
                <a:solidFill>
                  <a:schemeClr val="bg1"/>
                </a:solidFill>
                <a:latin typeface="Montserrat" panose="00000500000000000000" pitchFamily="2" charset="0"/>
              </a:rPr>
              <a:t>sites enabled globally</a:t>
            </a:r>
            <a:endParaRPr lang="en-US" sz="1200" b="0" i="0">
              <a:solidFill>
                <a:schemeClr val="bg1"/>
              </a:solidFill>
              <a:effectLst/>
              <a:latin typeface="Montserrat" panose="00000500000000000000" pitchFamily="2" charset="0"/>
            </a:endParaRPr>
          </a:p>
        </p:txBody>
      </p:sp>
      <p:sp>
        <p:nvSpPr>
          <p:cNvPr id="23" name="TextBox 22">
            <a:extLst>
              <a:ext uri="{FF2B5EF4-FFF2-40B4-BE49-F238E27FC236}">
                <a16:creationId xmlns:a16="http://schemas.microsoft.com/office/drawing/2014/main" id="{F2717F0E-9D12-A853-3C91-AB8F9DB7D40B}"/>
              </a:ext>
            </a:extLst>
          </p:cNvPr>
          <p:cNvSpPr txBox="1"/>
          <p:nvPr/>
        </p:nvSpPr>
        <p:spPr>
          <a:xfrm>
            <a:off x="533400" y="3959838"/>
            <a:ext cx="11315700" cy="582023"/>
          </a:xfrm>
          <a:prstGeom prst="roundRect">
            <a:avLst/>
          </a:prstGeom>
          <a:solidFill>
            <a:srgbClr val="1A1A1A"/>
          </a:solidFill>
          <a:ln>
            <a:solidFill>
              <a:schemeClr val="tx1"/>
            </a:solidFill>
          </a:ln>
        </p:spPr>
        <p:txBody>
          <a:bodyPr wrap="square" rIns="1371600" anchor="ctr">
            <a:noAutofit/>
          </a:bodyPr>
          <a:lstStyle/>
          <a:p>
            <a:r>
              <a:rPr lang="en-IN" sz="1100">
                <a:solidFill>
                  <a:schemeClr val="bg1"/>
                </a:solidFill>
                <a:latin typeface="Montserrat" panose="00000500000000000000" pitchFamily="2" charset="0"/>
              </a:rPr>
              <a:t>Inventory decisions were taking </a:t>
            </a:r>
            <a:r>
              <a:rPr lang="en-IN" sz="1100" b="1">
                <a:solidFill>
                  <a:schemeClr val="bg1"/>
                </a:solidFill>
                <a:latin typeface="Montserrat" panose="00000500000000000000" pitchFamily="2" charset="0"/>
              </a:rPr>
              <a:t>4–5 hours per query </a:t>
            </a:r>
            <a:r>
              <a:rPr lang="en-IN" sz="1100">
                <a:solidFill>
                  <a:schemeClr val="bg1"/>
                </a:solidFill>
                <a:latin typeface="Montserrat" panose="00000500000000000000" pitchFamily="2" charset="0"/>
              </a:rPr>
              <a:t>with 20–30% error rates. Analysts were building spreadsheets, </a:t>
            </a:r>
            <a:br>
              <a:rPr lang="en-IN" sz="1100">
                <a:solidFill>
                  <a:schemeClr val="bg1"/>
                </a:solidFill>
                <a:latin typeface="Montserrat" panose="00000500000000000000" pitchFamily="2" charset="0"/>
              </a:rPr>
            </a:br>
            <a:r>
              <a:rPr lang="en-IN" sz="1100">
                <a:solidFill>
                  <a:schemeClr val="bg1"/>
                </a:solidFill>
                <a:latin typeface="Montserrat" panose="00000500000000000000" pitchFamily="2" charset="0"/>
              </a:rPr>
              <a:t>not decisions. Agent Alpha replaced that loop with a conversational AI that thinks across the entire data estate.</a:t>
            </a:r>
          </a:p>
        </p:txBody>
      </p:sp>
      <p:sp>
        <p:nvSpPr>
          <p:cNvPr id="24" name="Rectangle: Rounded Corners 23">
            <a:extLst>
              <a:ext uri="{FF2B5EF4-FFF2-40B4-BE49-F238E27FC236}">
                <a16:creationId xmlns:a16="http://schemas.microsoft.com/office/drawing/2014/main" id="{9133BBC7-3518-8816-C72A-FB679F86C164}"/>
              </a:ext>
            </a:extLst>
          </p:cNvPr>
          <p:cNvSpPr/>
          <p:nvPr/>
        </p:nvSpPr>
        <p:spPr>
          <a:xfrm>
            <a:off x="533400" y="4618827"/>
            <a:ext cx="5562600" cy="1884649"/>
          </a:xfrm>
          <a:prstGeom prst="roundRect">
            <a:avLst>
              <a:gd name="adj" fmla="val 602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Ins="91440" rtlCol="0" anchor="t"/>
          <a:lstStyle/>
          <a:p>
            <a:pPr>
              <a:spcAft>
                <a:spcPts val="300"/>
              </a:spcAft>
            </a:pPr>
            <a:r>
              <a:rPr lang="en-IN" sz="800" b="1">
                <a:solidFill>
                  <a:schemeClr val="bg2"/>
                </a:solidFill>
                <a:latin typeface="Montserrat" panose="00000500000000000000" pitchFamily="2" charset="0"/>
              </a:rPr>
              <a:t>Gen AI · Supply Chain</a:t>
            </a:r>
          </a:p>
          <a:p>
            <a:pPr>
              <a:spcAft>
                <a:spcPts val="300"/>
              </a:spcAft>
            </a:pPr>
            <a:r>
              <a:rPr lang="en-IN" sz="1050" b="1">
                <a:solidFill>
                  <a:schemeClr val="tx1"/>
                </a:solidFill>
                <a:latin typeface="Montserrat" panose="00000500000000000000" pitchFamily="2" charset="0"/>
              </a:rPr>
              <a:t>Agent Alpha</a:t>
            </a:r>
          </a:p>
          <a:p>
            <a:pPr>
              <a:spcAft>
                <a:spcPts val="300"/>
              </a:spcAft>
            </a:pPr>
            <a:r>
              <a:rPr lang="en-IN" sz="800" b="1">
                <a:solidFill>
                  <a:schemeClr val="tx1"/>
                </a:solidFill>
                <a:latin typeface="Montserrat" panose="00000500000000000000" pitchFamily="2" charset="0"/>
              </a:rPr>
              <a:t>WHY</a:t>
            </a:r>
          </a:p>
          <a:p>
            <a:pPr>
              <a:spcAft>
                <a:spcPts val="300"/>
              </a:spcAft>
            </a:pPr>
            <a:r>
              <a:rPr lang="en-IN" sz="800">
                <a:solidFill>
                  <a:schemeClr val="tx1"/>
                </a:solidFill>
                <a:latin typeface="Montserrat" panose="00000500000000000000" pitchFamily="2" charset="0"/>
              </a:rPr>
              <a:t>4–5 hrs/query on manual spreadsheets. 20–30% forecast errors. No repeatability — every follow-up question started from scratch.</a:t>
            </a:r>
          </a:p>
          <a:p>
            <a:pPr>
              <a:spcAft>
                <a:spcPts val="300"/>
              </a:spcAft>
            </a:pPr>
            <a:r>
              <a:rPr lang="en-IN" sz="800" b="1">
                <a:solidFill>
                  <a:schemeClr val="tx1"/>
                </a:solidFill>
                <a:latin typeface="Montserrat" panose="00000500000000000000" pitchFamily="2" charset="0"/>
              </a:rPr>
              <a:t>HOW</a:t>
            </a:r>
          </a:p>
          <a:p>
            <a:pPr>
              <a:spcAft>
                <a:spcPts val="300"/>
              </a:spcAft>
            </a:pPr>
            <a:r>
              <a:rPr lang="en-IN" sz="800">
                <a:solidFill>
                  <a:schemeClr val="tx1"/>
                </a:solidFill>
                <a:latin typeface="Montserrat" panose="00000500000000000000" pitchFamily="2" charset="0"/>
              </a:rPr>
              <a:t>Conversational agent: NLP + ML + RAG + simulation over a governed Canonical Data Layer. Confidence scores &amp; lineage on every answer.</a:t>
            </a:r>
          </a:p>
          <a:p>
            <a:pPr>
              <a:spcAft>
                <a:spcPts val="300"/>
              </a:spcAft>
            </a:pPr>
            <a:r>
              <a:rPr lang="en-IN" sz="800" b="1">
                <a:solidFill>
                  <a:schemeClr val="tx1"/>
                </a:solidFill>
                <a:latin typeface="Montserrat" panose="00000500000000000000" pitchFamily="2" charset="0"/>
              </a:rPr>
              <a:t>WIN</a:t>
            </a:r>
          </a:p>
          <a:p>
            <a:r>
              <a:rPr lang="en-IN" sz="800">
                <a:solidFill>
                  <a:schemeClr val="tx1"/>
                </a:solidFill>
                <a:latin typeface="Montserrat" panose="00000500000000000000" pitchFamily="2" charset="0"/>
              </a:rPr>
              <a:t>Hours → Minutes. Inventory costs down 20–50%. Forecast errors cut 30–50%. 22.6% productivity lift.</a:t>
            </a:r>
          </a:p>
          <a:p>
            <a:pPr>
              <a:spcAft>
                <a:spcPts val="300"/>
              </a:spcAft>
            </a:pPr>
            <a:br>
              <a:rPr lang="en-IN" sz="800"/>
            </a:br>
            <a:endParaRPr lang="en-IN" sz="800">
              <a:solidFill>
                <a:schemeClr val="tx1"/>
              </a:solidFill>
              <a:latin typeface="Montserrat" panose="00000500000000000000" pitchFamily="2" charset="0"/>
            </a:endParaRPr>
          </a:p>
        </p:txBody>
      </p:sp>
      <p:sp>
        <p:nvSpPr>
          <p:cNvPr id="25" name="Rectangle: Rounded Corners 24">
            <a:extLst>
              <a:ext uri="{FF2B5EF4-FFF2-40B4-BE49-F238E27FC236}">
                <a16:creationId xmlns:a16="http://schemas.microsoft.com/office/drawing/2014/main" id="{7826F7E4-99D0-64DD-6031-E94743AD5A04}"/>
              </a:ext>
            </a:extLst>
          </p:cNvPr>
          <p:cNvSpPr/>
          <p:nvPr/>
        </p:nvSpPr>
        <p:spPr>
          <a:xfrm>
            <a:off x="6286500" y="4618827"/>
            <a:ext cx="5562600" cy="1884649"/>
          </a:xfrm>
          <a:prstGeom prst="roundRect">
            <a:avLst>
              <a:gd name="adj" fmla="val 6022"/>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rIns="91440" rtlCol="0" anchor="t"/>
          <a:lstStyle/>
          <a:p>
            <a:pPr>
              <a:spcAft>
                <a:spcPts val="300"/>
              </a:spcAft>
            </a:pPr>
            <a:r>
              <a:rPr lang="en-IN" sz="800" b="1">
                <a:solidFill>
                  <a:schemeClr val="bg2"/>
                </a:solidFill>
                <a:latin typeface="Montserrat" panose="00000500000000000000" pitchFamily="2" charset="0"/>
              </a:rPr>
              <a:t>What makes it different</a:t>
            </a:r>
          </a:p>
          <a:p>
            <a:pPr>
              <a:spcAft>
                <a:spcPts val="300"/>
              </a:spcAft>
            </a:pPr>
            <a:r>
              <a:rPr lang="en-IN" sz="1050" b="1">
                <a:solidFill>
                  <a:schemeClr val="tx1"/>
                </a:solidFill>
                <a:latin typeface="Montserrat" panose="00000500000000000000" pitchFamily="2" charset="0"/>
              </a:rPr>
              <a:t>The Agent Alpha Difference</a:t>
            </a:r>
          </a:p>
          <a:p>
            <a:pPr>
              <a:spcAft>
                <a:spcPts val="300"/>
              </a:spcAft>
            </a:pPr>
            <a:r>
              <a:rPr lang="en-IN" sz="800">
                <a:solidFill>
                  <a:schemeClr val="tx1"/>
                </a:solidFill>
                <a:latin typeface="Montserrat" panose="00000500000000000000" pitchFamily="2" charset="0"/>
              </a:rPr>
              <a:t>Not a dashboard. Analysts ask questions in natural language and get answers with sourcing, </a:t>
            </a:r>
            <a:br>
              <a:rPr lang="en-IN" sz="800">
                <a:solidFill>
                  <a:schemeClr val="tx1"/>
                </a:solidFill>
                <a:latin typeface="Montserrat" panose="00000500000000000000" pitchFamily="2" charset="0"/>
              </a:rPr>
            </a:br>
            <a:r>
              <a:rPr lang="en-IN" sz="800">
                <a:solidFill>
                  <a:schemeClr val="tx1"/>
                </a:solidFill>
                <a:latin typeface="Montserrat" panose="00000500000000000000" pitchFamily="2" charset="0"/>
              </a:rPr>
              <a:t>confidence, and drill-down — in seconds.</a:t>
            </a:r>
          </a:p>
          <a:p>
            <a:pPr>
              <a:spcAft>
                <a:spcPts val="300"/>
              </a:spcAft>
            </a:pPr>
            <a:r>
              <a:rPr lang="en-IN" sz="800">
                <a:solidFill>
                  <a:schemeClr val="tx1"/>
                </a:solidFill>
                <a:latin typeface="Montserrat" panose="00000500000000000000" pitchFamily="2" charset="0"/>
              </a:rPr>
              <a:t>Built on J&amp;J's own Canonical Data Layer — no hallucinations, no black box. Every output is traceable.</a:t>
            </a:r>
          </a:p>
          <a:p>
            <a:pPr>
              <a:spcAft>
                <a:spcPts val="300"/>
              </a:spcAft>
            </a:pPr>
            <a:r>
              <a:rPr lang="en-IN" sz="800">
                <a:solidFill>
                  <a:schemeClr val="tx1"/>
                </a:solidFill>
                <a:latin typeface="Montserrat" panose="00000500000000000000" pitchFamily="2" charset="0"/>
              </a:rPr>
              <a:t>Simulation mode: "What if we reorder 3 weeks earlier?" — answered in real-time, not next week's report.</a:t>
            </a:r>
          </a:p>
        </p:txBody>
      </p:sp>
      <p:sp>
        <p:nvSpPr>
          <p:cNvPr id="27" name="TextBox 26">
            <a:extLst>
              <a:ext uri="{FF2B5EF4-FFF2-40B4-BE49-F238E27FC236}">
                <a16:creationId xmlns:a16="http://schemas.microsoft.com/office/drawing/2014/main" id="{9353D553-A9C6-F8B4-4114-FCA83C699B53}"/>
              </a:ext>
            </a:extLst>
          </p:cNvPr>
          <p:cNvSpPr txBox="1"/>
          <p:nvPr/>
        </p:nvSpPr>
        <p:spPr>
          <a:xfrm>
            <a:off x="533400" y="6293298"/>
            <a:ext cx="3777582" cy="200055"/>
          </a:xfrm>
          <a:prstGeom prst="rect">
            <a:avLst/>
          </a:prstGeom>
          <a:noFill/>
        </p:spPr>
        <p:txBody>
          <a:bodyPr wrap="square">
            <a:spAutoFit/>
          </a:bodyPr>
          <a:lstStyle/>
          <a:p>
            <a:pPr>
              <a:spcAft>
                <a:spcPts val="200"/>
              </a:spcAft>
            </a:pPr>
            <a:r>
              <a:rPr lang="en-IN" sz="700" b="1">
                <a:solidFill>
                  <a:schemeClr val="bg2"/>
                </a:solidFill>
                <a:latin typeface="Montserrat" panose="00000500000000000000" pitchFamily="2" charset="0"/>
              </a:rPr>
              <a:t>→ 100+ KPIs · &gt;200 sites · continuous improvement backbone</a:t>
            </a:r>
          </a:p>
        </p:txBody>
      </p:sp>
      <p:sp>
        <p:nvSpPr>
          <p:cNvPr id="29" name="TextBox 28">
            <a:extLst>
              <a:ext uri="{FF2B5EF4-FFF2-40B4-BE49-F238E27FC236}">
                <a16:creationId xmlns:a16="http://schemas.microsoft.com/office/drawing/2014/main" id="{CFCD2858-D3F5-7C29-E30F-E74544D2820C}"/>
              </a:ext>
            </a:extLst>
          </p:cNvPr>
          <p:cNvSpPr txBox="1"/>
          <p:nvPr/>
        </p:nvSpPr>
        <p:spPr>
          <a:xfrm>
            <a:off x="6325269" y="6293298"/>
            <a:ext cx="3605463" cy="200055"/>
          </a:xfrm>
          <a:prstGeom prst="rect">
            <a:avLst/>
          </a:prstGeom>
          <a:noFill/>
        </p:spPr>
        <p:txBody>
          <a:bodyPr wrap="square">
            <a:spAutoFit/>
          </a:bodyPr>
          <a:lstStyle/>
          <a:p>
            <a:pPr>
              <a:spcAft>
                <a:spcPts val="200"/>
              </a:spcAft>
            </a:pPr>
            <a:r>
              <a:rPr lang="en-IN" sz="700" b="1">
                <a:solidFill>
                  <a:schemeClr val="bg2"/>
                </a:solidFill>
                <a:latin typeface="Montserrat" panose="00000500000000000000" pitchFamily="2" charset="0"/>
              </a:rPr>
              <a:t>→ The intelligence layer J&amp;J's supply chain was missing</a:t>
            </a:r>
          </a:p>
        </p:txBody>
      </p:sp>
      <p:cxnSp>
        <p:nvCxnSpPr>
          <p:cNvPr id="31" name="Straight Connector 30">
            <a:extLst>
              <a:ext uri="{FF2B5EF4-FFF2-40B4-BE49-F238E27FC236}">
                <a16:creationId xmlns:a16="http://schemas.microsoft.com/office/drawing/2014/main" id="{DEF71CF9-CF25-6655-6337-92DE0E396D00}"/>
              </a:ext>
            </a:extLst>
          </p:cNvPr>
          <p:cNvCxnSpPr>
            <a:cxnSpLocks/>
          </p:cNvCxnSpPr>
          <p:nvPr/>
        </p:nvCxnSpPr>
        <p:spPr>
          <a:xfrm flipV="1">
            <a:off x="9678999" y="4009992"/>
            <a:ext cx="0" cy="455429"/>
          </a:xfrm>
          <a:prstGeom prst="line">
            <a:avLst/>
          </a:prstGeom>
          <a:ln w="9525">
            <a:solidFill>
              <a:schemeClr val="bg1"/>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FBF4A846-0193-A5C1-E0D1-20AD34F57533}"/>
              </a:ext>
            </a:extLst>
          </p:cNvPr>
          <p:cNvSpPr txBox="1"/>
          <p:nvPr/>
        </p:nvSpPr>
        <p:spPr>
          <a:xfrm>
            <a:off x="9914055" y="4017935"/>
            <a:ext cx="1819729" cy="492443"/>
          </a:xfrm>
          <a:prstGeom prst="rect">
            <a:avLst/>
          </a:prstGeom>
          <a:noFill/>
        </p:spPr>
        <p:txBody>
          <a:bodyPr wrap="none">
            <a:spAutoFit/>
          </a:bodyPr>
          <a:lstStyle/>
          <a:p>
            <a:pPr algn="ctr"/>
            <a:r>
              <a:rPr lang="en-IN" sz="1400" b="1">
                <a:solidFill>
                  <a:schemeClr val="bg2"/>
                </a:solidFill>
                <a:latin typeface="Montserrat" panose="00000500000000000000" pitchFamily="2" charset="0"/>
              </a:rPr>
              <a:t>22.6%</a:t>
            </a:r>
            <a:br>
              <a:rPr lang="en-IN" sz="1200">
                <a:solidFill>
                  <a:schemeClr val="bg1"/>
                </a:solidFill>
                <a:latin typeface="Montserrat" panose="00000500000000000000" pitchFamily="2" charset="0"/>
              </a:rPr>
            </a:br>
            <a:r>
              <a:rPr lang="en-IN" sz="1200" err="1">
                <a:solidFill>
                  <a:schemeClr val="bg1"/>
                </a:solidFill>
                <a:latin typeface="Montserrat" panose="00000500000000000000" pitchFamily="2" charset="0"/>
              </a:rPr>
              <a:t>avg</a:t>
            </a:r>
            <a:r>
              <a:rPr lang="en-IN" sz="1200">
                <a:solidFill>
                  <a:schemeClr val="bg1"/>
                </a:solidFill>
                <a:latin typeface="Montserrat" panose="00000500000000000000" pitchFamily="2" charset="0"/>
              </a:rPr>
              <a:t> productivity gain</a:t>
            </a:r>
          </a:p>
        </p:txBody>
      </p:sp>
      <p:sp>
        <p:nvSpPr>
          <p:cNvPr id="33" name="TextBox 32">
            <a:extLst>
              <a:ext uri="{FF2B5EF4-FFF2-40B4-BE49-F238E27FC236}">
                <a16:creationId xmlns:a16="http://schemas.microsoft.com/office/drawing/2014/main" id="{D27BA6B2-B312-FD53-7B5E-CF0220047998}"/>
              </a:ext>
            </a:extLst>
          </p:cNvPr>
          <p:cNvSpPr txBox="1"/>
          <p:nvPr/>
        </p:nvSpPr>
        <p:spPr>
          <a:xfrm>
            <a:off x="533400" y="929991"/>
            <a:ext cx="1580882" cy="307777"/>
          </a:xfrm>
          <a:prstGeom prst="rect">
            <a:avLst/>
          </a:prstGeom>
          <a:noFill/>
        </p:spPr>
        <p:txBody>
          <a:bodyPr wrap="none">
            <a:spAutoFit/>
          </a:bodyPr>
          <a:lstStyle/>
          <a:p>
            <a:r>
              <a:rPr lang="en-IN" sz="1400" b="1">
                <a:solidFill>
                  <a:schemeClr val="bg2"/>
                </a:solidFill>
                <a:latin typeface="Montserrat" panose="00000500000000000000" pitchFamily="2" charset="0"/>
              </a:rPr>
              <a:t>Manufacturing</a:t>
            </a:r>
            <a:endParaRPr lang="en-IN" sz="1400">
              <a:latin typeface="Montserrat" panose="00000500000000000000" pitchFamily="2" charset="0"/>
            </a:endParaRPr>
          </a:p>
        </p:txBody>
      </p:sp>
      <p:sp>
        <p:nvSpPr>
          <p:cNvPr id="34" name="TextBox 33">
            <a:extLst>
              <a:ext uri="{FF2B5EF4-FFF2-40B4-BE49-F238E27FC236}">
                <a16:creationId xmlns:a16="http://schemas.microsoft.com/office/drawing/2014/main" id="{479E9EF7-0827-CDAA-8265-13E6F1EC30CA}"/>
              </a:ext>
            </a:extLst>
          </p:cNvPr>
          <p:cNvSpPr txBox="1"/>
          <p:nvPr/>
        </p:nvSpPr>
        <p:spPr>
          <a:xfrm>
            <a:off x="533400" y="3637769"/>
            <a:ext cx="1011815" cy="307777"/>
          </a:xfrm>
          <a:prstGeom prst="rect">
            <a:avLst/>
          </a:prstGeom>
          <a:noFill/>
        </p:spPr>
        <p:txBody>
          <a:bodyPr wrap="none">
            <a:spAutoFit/>
          </a:bodyPr>
          <a:lstStyle/>
          <a:p>
            <a:r>
              <a:rPr lang="en-US" sz="1400" b="1">
                <a:solidFill>
                  <a:schemeClr val="bg2"/>
                </a:solidFill>
                <a:latin typeface="Montserrat" panose="00000500000000000000" pitchFamily="2" charset="0"/>
              </a:rPr>
              <a:t>AI </a:t>
            </a:r>
            <a:r>
              <a:rPr lang="en-IN" sz="1400" b="1">
                <a:solidFill>
                  <a:schemeClr val="bg2"/>
                </a:solidFill>
                <a:latin typeface="Montserrat" panose="00000500000000000000" pitchFamily="2" charset="0"/>
              </a:rPr>
              <a:t>Agent</a:t>
            </a:r>
          </a:p>
        </p:txBody>
      </p:sp>
      <p:pic>
        <p:nvPicPr>
          <p:cNvPr id="43" name="Graphic 42">
            <a:extLst>
              <a:ext uri="{FF2B5EF4-FFF2-40B4-BE49-F238E27FC236}">
                <a16:creationId xmlns:a16="http://schemas.microsoft.com/office/drawing/2014/main" id="{38C83ECE-FF51-3D63-52D4-80D6B50A25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14117" y="1994661"/>
            <a:ext cx="411480" cy="411480"/>
          </a:xfrm>
          <a:prstGeom prst="rect">
            <a:avLst/>
          </a:prstGeom>
        </p:spPr>
      </p:pic>
      <p:pic>
        <p:nvPicPr>
          <p:cNvPr id="45" name="Graphic 44">
            <a:extLst>
              <a:ext uri="{FF2B5EF4-FFF2-40B4-BE49-F238E27FC236}">
                <a16:creationId xmlns:a16="http://schemas.microsoft.com/office/drawing/2014/main" id="{43721C34-D473-DC46-32E6-58D73FAC1C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13488" y="1994661"/>
            <a:ext cx="411480" cy="411480"/>
          </a:xfrm>
          <a:prstGeom prst="rect">
            <a:avLst/>
          </a:prstGeom>
        </p:spPr>
      </p:pic>
      <p:pic>
        <p:nvPicPr>
          <p:cNvPr id="47" name="Graphic 46">
            <a:extLst>
              <a:ext uri="{FF2B5EF4-FFF2-40B4-BE49-F238E27FC236}">
                <a16:creationId xmlns:a16="http://schemas.microsoft.com/office/drawing/2014/main" id="{F63739D7-87B8-B9F8-28B6-CF255CBBC2B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348435" y="1994661"/>
            <a:ext cx="411480" cy="411480"/>
          </a:xfrm>
          <a:prstGeom prst="rect">
            <a:avLst/>
          </a:prstGeom>
        </p:spPr>
      </p:pic>
      <p:pic>
        <p:nvPicPr>
          <p:cNvPr id="49" name="Graphic 48">
            <a:extLst>
              <a:ext uri="{FF2B5EF4-FFF2-40B4-BE49-F238E27FC236}">
                <a16:creationId xmlns:a16="http://schemas.microsoft.com/office/drawing/2014/main" id="{0A92BFEC-48EE-B832-C580-2DB5A9F0B10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548731" y="4726903"/>
            <a:ext cx="411480" cy="411480"/>
          </a:xfrm>
          <a:prstGeom prst="rect">
            <a:avLst/>
          </a:prstGeom>
        </p:spPr>
      </p:pic>
      <p:pic>
        <p:nvPicPr>
          <p:cNvPr id="51" name="Graphic 50">
            <a:extLst>
              <a:ext uri="{FF2B5EF4-FFF2-40B4-BE49-F238E27FC236}">
                <a16:creationId xmlns:a16="http://schemas.microsoft.com/office/drawing/2014/main" id="{7375DB23-39D0-F74F-5AD6-CAA7286B201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348435" y="4726903"/>
            <a:ext cx="411480" cy="411480"/>
          </a:xfrm>
          <a:prstGeom prst="rect">
            <a:avLst/>
          </a:prstGeom>
        </p:spPr>
      </p:pic>
    </p:spTree>
    <p:extLst>
      <p:ext uri="{BB962C8B-B14F-4D97-AF65-F5344CB8AC3E}">
        <p14:creationId xmlns:p14="http://schemas.microsoft.com/office/powerpoint/2010/main" val="2584111903"/>
      </p:ext>
    </p:extLst>
  </p:cSld>
  <p:clrMapOvr>
    <a:masterClrMapping/>
  </p:clrMapOvr>
  <p:extLst>
    <p:ext uri="{6950BFC3-D8DA-4A85-94F7-54DA5524770B}">
      <p188:commentRel xmlns:p188="http://schemas.microsoft.com/office/powerpoint/2018/8/main" r:id="rId2"/>
    </p:ext>
  </p:extLst>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264D1C4-AA80-D967-7567-A45089EDF9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497779-77D0-558B-19BA-E9D8D2B40494}"/>
              </a:ext>
            </a:extLst>
          </p:cNvPr>
          <p:cNvSpPr>
            <a:spLocks noGrp="1"/>
          </p:cNvSpPr>
          <p:nvPr>
            <p:ph type="title"/>
          </p:nvPr>
        </p:nvSpPr>
        <p:spPr>
          <a:xfrm>
            <a:off x="381000" y="342899"/>
            <a:ext cx="11468100" cy="553993"/>
          </a:xfrm>
        </p:spPr>
        <p:txBody>
          <a:bodyPr/>
          <a:lstStyle/>
          <a:p>
            <a:r>
              <a:rPr lang="en-US">
                <a:latin typeface="Montserrat Light"/>
              </a:rPr>
              <a:t>Project Phase Futures -</a:t>
            </a:r>
            <a:r>
              <a:rPr lang="en-US" sz="2400">
                <a:latin typeface="Montserrat Light"/>
              </a:rPr>
              <a:t>Quality Risk was running on spreadsheets</a:t>
            </a:r>
            <a:endParaRPr lang="en-IN">
              <a:latin typeface="Montserrat Light"/>
            </a:endParaRPr>
          </a:p>
        </p:txBody>
      </p:sp>
      <p:sp>
        <p:nvSpPr>
          <p:cNvPr id="3" name="Slide Number Placeholder 2">
            <a:extLst>
              <a:ext uri="{FF2B5EF4-FFF2-40B4-BE49-F238E27FC236}">
                <a16:creationId xmlns:a16="http://schemas.microsoft.com/office/drawing/2014/main" id="{0EBE9027-37A9-54D2-6F16-19FE26C26216}"/>
              </a:ext>
            </a:extLst>
          </p:cNvPr>
          <p:cNvSpPr>
            <a:spLocks noGrp="1"/>
          </p:cNvSpPr>
          <p:nvPr>
            <p:ph type="sldNum" sz="quarter" idx="12"/>
          </p:nvPr>
        </p:nvSpPr>
        <p:spPr/>
        <p:txBody>
          <a:bodyPr/>
          <a:lstStyle/>
          <a:p>
            <a:fld id="{330EA680-D336-4FF7-8B7A-9848BB0A1C32}" type="slidenum">
              <a:rPr lang="en-US" smtClean="0"/>
              <a:t>61</a:t>
            </a:fld>
            <a:endParaRPr lang="en-US"/>
          </a:p>
        </p:txBody>
      </p:sp>
      <p:sp>
        <p:nvSpPr>
          <p:cNvPr id="4" name="Date Placeholder 3">
            <a:extLst>
              <a:ext uri="{FF2B5EF4-FFF2-40B4-BE49-F238E27FC236}">
                <a16:creationId xmlns:a16="http://schemas.microsoft.com/office/drawing/2014/main" id="{1F22F6C1-AAA3-C549-E9E5-737B2A2551D8}"/>
              </a:ext>
            </a:extLst>
          </p:cNvPr>
          <p:cNvSpPr>
            <a:spLocks noGrp="1"/>
          </p:cNvSpPr>
          <p:nvPr>
            <p:ph type="dt" sz="half" idx="2"/>
          </p:nvPr>
        </p:nvSpPr>
        <p:spPr/>
        <p:txBody>
          <a:bodyPr/>
          <a:lstStyle/>
          <a:p>
            <a:r>
              <a:rPr lang="en-US"/>
              <a:t>© SYREN CLOUD INC – 2026 – ALL RIGHTS RESERVED</a:t>
            </a:r>
            <a:endParaRPr lang="en-US" sz="600"/>
          </a:p>
        </p:txBody>
      </p:sp>
      <p:sp>
        <p:nvSpPr>
          <p:cNvPr id="13" name="TextBox 12">
            <a:extLst>
              <a:ext uri="{FF2B5EF4-FFF2-40B4-BE49-F238E27FC236}">
                <a16:creationId xmlns:a16="http://schemas.microsoft.com/office/drawing/2014/main" id="{C73FA2F4-791A-5CA6-67AD-E3AE2CEBFCF1}"/>
              </a:ext>
            </a:extLst>
          </p:cNvPr>
          <p:cNvSpPr txBox="1"/>
          <p:nvPr/>
        </p:nvSpPr>
        <p:spPr>
          <a:xfrm>
            <a:off x="448376" y="1110040"/>
            <a:ext cx="4970032" cy="2923877"/>
          </a:xfrm>
          <a:prstGeom prst="rect">
            <a:avLst/>
          </a:prstGeom>
          <a:noFill/>
        </p:spPr>
        <p:txBody>
          <a:bodyPr wrap="square">
            <a:spAutoFit/>
          </a:bodyPr>
          <a:lstStyle/>
          <a:p>
            <a:pPr algn="l">
              <a:spcBef>
                <a:spcPts val="600"/>
              </a:spcBef>
              <a:spcAft>
                <a:spcPts val="600"/>
              </a:spcAft>
              <a:buNone/>
            </a:pPr>
            <a:r>
              <a:rPr lang="en-IN" sz="1400" b="1" i="0">
                <a:solidFill>
                  <a:schemeClr val="bg2"/>
                </a:solidFill>
                <a:effectLst/>
                <a:latin typeface="Montserrat" panose="00000500000000000000" pitchFamily="2" charset="0"/>
              </a:rPr>
              <a:t>Today's reality across IM quality</a:t>
            </a:r>
          </a:p>
          <a:p>
            <a:pPr marL="274320" indent="-274320" algn="l">
              <a:spcBef>
                <a:spcPts val="600"/>
              </a:spcBef>
              <a:spcAft>
                <a:spcPts val="600"/>
              </a:spcAft>
              <a:buFont typeface="Wingdings" panose="05000000000000000000" pitchFamily="2" charset="2"/>
              <a:buChar char="v"/>
            </a:pPr>
            <a:r>
              <a:rPr lang="en-IN" sz="1200" b="0" i="0">
                <a:solidFill>
                  <a:srgbClr val="1A1A1A"/>
                </a:solidFill>
                <a:effectLst/>
                <a:latin typeface="Montserrat" panose="00000500000000000000" pitchFamily="2" charset="0"/>
              </a:rPr>
              <a:t>13 workstreams, zero shared risk view — every function manages risk in isolation</a:t>
            </a:r>
          </a:p>
          <a:p>
            <a:pPr marL="274320" indent="-274320" algn="l">
              <a:spcBef>
                <a:spcPts val="600"/>
              </a:spcBef>
              <a:spcAft>
                <a:spcPts val="600"/>
              </a:spcAft>
              <a:buFont typeface="Wingdings" panose="05000000000000000000" pitchFamily="2" charset="2"/>
              <a:buChar char="v"/>
            </a:pPr>
            <a:r>
              <a:rPr lang="en-IN" sz="1200" b="0" i="0">
                <a:solidFill>
                  <a:srgbClr val="1A1A1A"/>
                </a:solidFill>
                <a:effectLst/>
                <a:latin typeface="Montserrat" panose="00000500000000000000" pitchFamily="2" charset="0"/>
              </a:rPr>
              <a:t>Risks are discovered after they become issues — the system is reactive, not predictive</a:t>
            </a:r>
          </a:p>
          <a:p>
            <a:pPr marL="274320" indent="-274320" algn="l">
              <a:spcBef>
                <a:spcPts val="600"/>
              </a:spcBef>
              <a:spcAft>
                <a:spcPts val="600"/>
              </a:spcAft>
              <a:buFont typeface="Wingdings" panose="05000000000000000000" pitchFamily="2" charset="2"/>
              <a:buChar char="v"/>
            </a:pPr>
            <a:r>
              <a:rPr lang="en-IN" sz="1200" b="0" i="0">
                <a:solidFill>
                  <a:srgbClr val="1A1A1A"/>
                </a:solidFill>
                <a:effectLst/>
                <a:latin typeface="Montserrat" panose="00000500000000000000" pitchFamily="2" charset="0"/>
              </a:rPr>
              <a:t>No single language for risk — RACI unclear, local procedures vary, governance inconsistent</a:t>
            </a:r>
          </a:p>
          <a:p>
            <a:pPr marL="274320" indent="-274320" algn="l">
              <a:spcBef>
                <a:spcPts val="600"/>
              </a:spcBef>
              <a:spcAft>
                <a:spcPts val="600"/>
              </a:spcAft>
              <a:buFont typeface="Wingdings" panose="05000000000000000000" pitchFamily="2" charset="2"/>
              <a:buChar char="v"/>
            </a:pPr>
            <a:r>
              <a:rPr lang="en-IN" sz="1200" b="0" i="0">
                <a:solidFill>
                  <a:srgbClr val="1A1A1A"/>
                </a:solidFill>
                <a:effectLst/>
                <a:latin typeface="Montserrat" panose="00000500000000000000" pitchFamily="2" charset="0"/>
              </a:rPr>
              <a:t>No central repository, no real-time dashboards, no cross-functional early-warning signal</a:t>
            </a:r>
          </a:p>
          <a:p>
            <a:pPr marL="274320" indent="-274320" algn="l">
              <a:spcBef>
                <a:spcPts val="600"/>
              </a:spcBef>
              <a:spcAft>
                <a:spcPts val="600"/>
              </a:spcAft>
              <a:buFont typeface="Wingdings" panose="05000000000000000000" pitchFamily="2" charset="2"/>
              <a:buChar char="v"/>
            </a:pPr>
            <a:r>
              <a:rPr lang="en-IN" sz="1200" b="0" i="0">
                <a:solidFill>
                  <a:srgbClr val="1A1A1A"/>
                </a:solidFill>
                <a:effectLst/>
                <a:latin typeface="Montserrat" panose="00000500000000000000" pitchFamily="2" charset="0"/>
              </a:rPr>
              <a:t>Leadership can't align — because the data that would unite them doesn't exist</a:t>
            </a:r>
          </a:p>
        </p:txBody>
      </p:sp>
      <p:sp>
        <p:nvSpPr>
          <p:cNvPr id="25" name="Rectangle: Rounded Corners 24">
            <a:extLst>
              <a:ext uri="{FF2B5EF4-FFF2-40B4-BE49-F238E27FC236}">
                <a16:creationId xmlns:a16="http://schemas.microsoft.com/office/drawing/2014/main" id="{62B20E9E-587E-80B7-0176-98BAA1A1263E}"/>
              </a:ext>
            </a:extLst>
          </p:cNvPr>
          <p:cNvSpPr>
            <a:spLocks/>
          </p:cNvSpPr>
          <p:nvPr/>
        </p:nvSpPr>
        <p:spPr>
          <a:xfrm>
            <a:off x="591671" y="4231341"/>
            <a:ext cx="5378824" cy="2095920"/>
          </a:xfrm>
          <a:prstGeom prst="roundRect">
            <a:avLst>
              <a:gd name="adj" fmla="val 5330"/>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t"/>
          <a:lstStyle/>
          <a:p>
            <a:pPr>
              <a:spcAft>
                <a:spcPts val="600"/>
              </a:spcAft>
            </a:pPr>
            <a:r>
              <a:rPr lang="en-US" sz="1200" b="1">
                <a:solidFill>
                  <a:schemeClr val="tx1"/>
                </a:solidFill>
                <a:latin typeface="Montserrat" panose="00000500000000000000" pitchFamily="2" charset="0"/>
              </a:rPr>
              <a:t>What Phase Future Is</a:t>
            </a:r>
          </a:p>
          <a:p>
            <a:pPr>
              <a:spcAft>
                <a:spcPts val="600"/>
              </a:spcAft>
            </a:pPr>
            <a:r>
              <a:rPr lang="en-US" sz="1200">
                <a:solidFill>
                  <a:schemeClr val="tx1"/>
                </a:solidFill>
                <a:latin typeface="Montserrat"/>
              </a:rPr>
              <a:t>A GenAI-powered risk intelligence </a:t>
            </a:r>
            <a:r>
              <a:rPr lang="en-US" sz="1200" err="1">
                <a:solidFill>
                  <a:schemeClr val="tx1"/>
                </a:solidFill>
                <a:latin typeface="Montserrat"/>
              </a:rPr>
              <a:t>programme</a:t>
            </a:r>
            <a:r>
              <a:rPr lang="en-US" sz="1200">
                <a:solidFill>
                  <a:schemeClr val="tx1"/>
                </a:solidFill>
                <a:latin typeface="Montserrat"/>
              </a:rPr>
              <a:t> that consolidates signals from all 13 workstreams into a single, governed, real-time view — replacing manual effort with automated detection, prioritization, and mitigation.</a:t>
            </a:r>
          </a:p>
        </p:txBody>
      </p:sp>
      <p:grpSp>
        <p:nvGrpSpPr>
          <p:cNvPr id="42" name="Group 41">
            <a:extLst>
              <a:ext uri="{FF2B5EF4-FFF2-40B4-BE49-F238E27FC236}">
                <a16:creationId xmlns:a16="http://schemas.microsoft.com/office/drawing/2014/main" id="{E4681C43-6D6B-7A09-A00C-71C176C5949D}"/>
              </a:ext>
            </a:extLst>
          </p:cNvPr>
          <p:cNvGrpSpPr/>
          <p:nvPr/>
        </p:nvGrpSpPr>
        <p:grpSpPr>
          <a:xfrm>
            <a:off x="736600" y="5495784"/>
            <a:ext cx="5064761" cy="654993"/>
            <a:chOff x="736600" y="5495784"/>
            <a:chExt cx="4371340" cy="654993"/>
          </a:xfrm>
        </p:grpSpPr>
        <p:sp>
          <p:nvSpPr>
            <p:cNvPr id="26" name="Rectangle: Rounded Corners 25">
              <a:extLst>
                <a:ext uri="{FF2B5EF4-FFF2-40B4-BE49-F238E27FC236}">
                  <a16:creationId xmlns:a16="http://schemas.microsoft.com/office/drawing/2014/main" id="{30D8C49F-DD7C-363C-6AFE-D36E80D21CD9}"/>
                </a:ext>
              </a:extLst>
            </p:cNvPr>
            <p:cNvSpPr/>
            <p:nvPr/>
          </p:nvSpPr>
          <p:spPr>
            <a:xfrm>
              <a:off x="736600" y="5495784"/>
              <a:ext cx="1386840" cy="297180"/>
            </a:xfrm>
            <a:prstGeom prst="roundRect">
              <a:avLst/>
            </a:prstGeom>
            <a:solidFill>
              <a:schemeClr val="bg2"/>
            </a:solid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a:solidFill>
                    <a:schemeClr val="bg1"/>
                  </a:solidFill>
                  <a:latin typeface="Montserrat" panose="00000500000000000000" pitchFamily="2" charset="0"/>
                </a:rPr>
                <a:t>13 Workstreams</a:t>
              </a:r>
            </a:p>
          </p:txBody>
        </p:sp>
        <p:sp>
          <p:nvSpPr>
            <p:cNvPr id="27" name="Rectangle: Rounded Corners 26">
              <a:extLst>
                <a:ext uri="{FF2B5EF4-FFF2-40B4-BE49-F238E27FC236}">
                  <a16:creationId xmlns:a16="http://schemas.microsoft.com/office/drawing/2014/main" id="{A8617FEB-B78B-C491-7CC9-94CBC65A3B73}"/>
                </a:ext>
              </a:extLst>
            </p:cNvPr>
            <p:cNvSpPr/>
            <p:nvPr/>
          </p:nvSpPr>
          <p:spPr>
            <a:xfrm>
              <a:off x="2228850" y="5495784"/>
              <a:ext cx="1386840" cy="297180"/>
            </a:xfrm>
            <a:prstGeom prst="roundRect">
              <a:avLst/>
            </a:prstGeom>
            <a:solidFill>
              <a:schemeClr val="bg2"/>
            </a:solid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a:solidFill>
                    <a:schemeClr val="bg1"/>
                  </a:solidFill>
                  <a:latin typeface="Montserrat" panose="00000500000000000000" pitchFamily="2" charset="0"/>
                </a:rPr>
                <a:t>ICH Q9 Aligned</a:t>
              </a:r>
            </a:p>
          </p:txBody>
        </p:sp>
        <p:sp>
          <p:nvSpPr>
            <p:cNvPr id="29" name="Rectangle: Rounded Corners 28">
              <a:extLst>
                <a:ext uri="{FF2B5EF4-FFF2-40B4-BE49-F238E27FC236}">
                  <a16:creationId xmlns:a16="http://schemas.microsoft.com/office/drawing/2014/main" id="{B509AB51-1874-942D-30F3-69D8E54C4FB4}"/>
                </a:ext>
              </a:extLst>
            </p:cNvPr>
            <p:cNvSpPr/>
            <p:nvPr/>
          </p:nvSpPr>
          <p:spPr>
            <a:xfrm>
              <a:off x="3721100" y="5495784"/>
              <a:ext cx="1386840" cy="297180"/>
            </a:xfrm>
            <a:prstGeom prst="roundRect">
              <a:avLst/>
            </a:prstGeom>
            <a:solidFill>
              <a:schemeClr val="bg2"/>
            </a:solid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err="1">
                  <a:solidFill>
                    <a:schemeClr val="bg1"/>
                  </a:solidFill>
                  <a:latin typeface="Montserrat" panose="00000500000000000000" pitchFamily="2" charset="0"/>
                </a:rPr>
                <a:t>GxP</a:t>
              </a:r>
              <a:r>
                <a:rPr lang="en-IN" sz="1200">
                  <a:solidFill>
                    <a:schemeClr val="bg1"/>
                  </a:solidFill>
                  <a:latin typeface="Montserrat" panose="00000500000000000000" pitchFamily="2" charset="0"/>
                </a:rPr>
                <a:t> Regulated</a:t>
              </a:r>
            </a:p>
          </p:txBody>
        </p:sp>
        <p:sp>
          <p:nvSpPr>
            <p:cNvPr id="31" name="Rectangle: Rounded Corners 30">
              <a:extLst>
                <a:ext uri="{FF2B5EF4-FFF2-40B4-BE49-F238E27FC236}">
                  <a16:creationId xmlns:a16="http://schemas.microsoft.com/office/drawing/2014/main" id="{274D546F-9776-C998-39F3-4519C51D9D08}"/>
                </a:ext>
              </a:extLst>
            </p:cNvPr>
            <p:cNvSpPr/>
            <p:nvPr/>
          </p:nvSpPr>
          <p:spPr>
            <a:xfrm>
              <a:off x="736600" y="5853597"/>
              <a:ext cx="1386840" cy="297180"/>
            </a:xfrm>
            <a:prstGeom prst="roundRect">
              <a:avLst/>
            </a:prstGeom>
            <a:solidFill>
              <a:schemeClr val="bg2"/>
            </a:solid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a:solidFill>
                    <a:schemeClr val="bg1"/>
                  </a:solidFill>
                  <a:latin typeface="Montserrat" panose="00000500000000000000" pitchFamily="2" charset="0"/>
                </a:rPr>
                <a:t>GenAI · Horizon 2</a:t>
              </a:r>
            </a:p>
          </p:txBody>
        </p:sp>
        <p:sp>
          <p:nvSpPr>
            <p:cNvPr id="33" name="Rectangle: Rounded Corners 32">
              <a:extLst>
                <a:ext uri="{FF2B5EF4-FFF2-40B4-BE49-F238E27FC236}">
                  <a16:creationId xmlns:a16="http://schemas.microsoft.com/office/drawing/2014/main" id="{B91773E1-8086-E408-3EDE-5CFC0FE461E1}"/>
                </a:ext>
              </a:extLst>
            </p:cNvPr>
            <p:cNvSpPr/>
            <p:nvPr/>
          </p:nvSpPr>
          <p:spPr>
            <a:xfrm>
              <a:off x="2228850" y="5853597"/>
              <a:ext cx="1386840" cy="297180"/>
            </a:xfrm>
            <a:prstGeom prst="roundRect">
              <a:avLst/>
            </a:prstGeom>
            <a:solidFill>
              <a:schemeClr val="bg2"/>
            </a:solid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a:solidFill>
                    <a:schemeClr val="bg1"/>
                  </a:solidFill>
                  <a:latin typeface="Montserrat" panose="00000500000000000000" pitchFamily="2" charset="0"/>
                </a:rPr>
                <a:t>POC Underway</a:t>
              </a:r>
            </a:p>
          </p:txBody>
        </p:sp>
      </p:grpSp>
      <p:sp>
        <p:nvSpPr>
          <p:cNvPr id="35" name="Rectangle: Rounded Corners 34">
            <a:extLst>
              <a:ext uri="{FF2B5EF4-FFF2-40B4-BE49-F238E27FC236}">
                <a16:creationId xmlns:a16="http://schemas.microsoft.com/office/drawing/2014/main" id="{EBA92BB7-09E0-6F0B-7E98-AD029A34C4A5}"/>
              </a:ext>
            </a:extLst>
          </p:cNvPr>
          <p:cNvSpPr>
            <a:spLocks/>
          </p:cNvSpPr>
          <p:nvPr/>
        </p:nvSpPr>
        <p:spPr>
          <a:xfrm>
            <a:off x="6221506" y="1333080"/>
            <a:ext cx="5522118" cy="2095920"/>
          </a:xfrm>
          <a:prstGeom prst="roundRect">
            <a:avLst>
              <a:gd name="adj" fmla="val 5330"/>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t"/>
          <a:lstStyle/>
          <a:p>
            <a:pPr>
              <a:spcAft>
                <a:spcPts val="600"/>
              </a:spcAft>
            </a:pPr>
            <a:r>
              <a:rPr lang="en-US" sz="1200" b="1">
                <a:solidFill>
                  <a:schemeClr val="tx1"/>
                </a:solidFill>
                <a:latin typeface="Montserrat" panose="00000500000000000000" pitchFamily="2" charset="0"/>
              </a:rPr>
              <a:t>Before Phase Future</a:t>
            </a:r>
          </a:p>
          <a:p>
            <a:pPr marL="274320" indent="-274320">
              <a:spcAft>
                <a:spcPts val="600"/>
              </a:spcAft>
              <a:buFont typeface="Wingdings" panose="05000000000000000000" pitchFamily="2" charset="2"/>
              <a:buChar char="v"/>
            </a:pPr>
            <a:r>
              <a:rPr lang="en-US" sz="1200">
                <a:solidFill>
                  <a:srgbClr val="1A1A1A"/>
                </a:solidFill>
                <a:latin typeface="Montserrat" panose="00000500000000000000" pitchFamily="2" charset="0"/>
              </a:rPr>
              <a:t>Risks live in siloed portals, emails, and Excel</a:t>
            </a:r>
          </a:p>
          <a:p>
            <a:pPr marL="274320" indent="-274320">
              <a:spcAft>
                <a:spcPts val="600"/>
              </a:spcAft>
              <a:buFont typeface="Wingdings" panose="05000000000000000000" pitchFamily="2" charset="2"/>
              <a:buChar char="v"/>
            </a:pPr>
            <a:r>
              <a:rPr lang="en-US" sz="1200">
                <a:solidFill>
                  <a:srgbClr val="1A1A1A"/>
                </a:solidFill>
                <a:latin typeface="Montserrat" panose="00000500000000000000" pitchFamily="2" charset="0"/>
              </a:rPr>
              <a:t>No shared risk language or scoring standard</a:t>
            </a:r>
          </a:p>
          <a:p>
            <a:pPr marL="274320" indent="-274320">
              <a:spcAft>
                <a:spcPts val="600"/>
              </a:spcAft>
              <a:buFont typeface="Wingdings" panose="05000000000000000000" pitchFamily="2" charset="2"/>
              <a:buChar char="v"/>
            </a:pPr>
            <a:r>
              <a:rPr lang="en-US" sz="1200">
                <a:solidFill>
                  <a:srgbClr val="1A1A1A"/>
                </a:solidFill>
                <a:latin typeface="Montserrat" panose="00000500000000000000" pitchFamily="2" charset="0"/>
              </a:rPr>
              <a:t>30–60 day lag from risk signal to governance action</a:t>
            </a:r>
          </a:p>
          <a:p>
            <a:pPr marL="274320" indent="-274320">
              <a:spcAft>
                <a:spcPts val="600"/>
              </a:spcAft>
              <a:buFont typeface="Wingdings" panose="05000000000000000000" pitchFamily="2" charset="2"/>
              <a:buChar char="v"/>
            </a:pPr>
            <a:r>
              <a:rPr lang="en-US" sz="1200">
                <a:solidFill>
                  <a:srgbClr val="1A1A1A"/>
                </a:solidFill>
                <a:latin typeface="Montserrat" panose="00000500000000000000" pitchFamily="2" charset="0"/>
              </a:rPr>
              <a:t>Manual aggregation for every leadership review</a:t>
            </a:r>
          </a:p>
          <a:p>
            <a:pPr marL="274320" indent="-274320">
              <a:spcAft>
                <a:spcPts val="600"/>
              </a:spcAft>
              <a:buFont typeface="Wingdings" panose="05000000000000000000" pitchFamily="2" charset="2"/>
              <a:buChar char="v"/>
            </a:pPr>
            <a:r>
              <a:rPr lang="en-US" sz="1200">
                <a:solidFill>
                  <a:srgbClr val="1A1A1A"/>
                </a:solidFill>
                <a:latin typeface="Montserrat" panose="00000500000000000000" pitchFamily="2" charset="0"/>
              </a:rPr>
              <a:t>Cross-functional risks are invisible until they escalate</a:t>
            </a:r>
          </a:p>
        </p:txBody>
      </p:sp>
      <p:sp>
        <p:nvSpPr>
          <p:cNvPr id="37" name="Rectangle: Rounded Corners 36">
            <a:extLst>
              <a:ext uri="{FF2B5EF4-FFF2-40B4-BE49-F238E27FC236}">
                <a16:creationId xmlns:a16="http://schemas.microsoft.com/office/drawing/2014/main" id="{9F853993-C0EA-71F1-2E3B-B0407D1D5AAD}"/>
              </a:ext>
            </a:extLst>
          </p:cNvPr>
          <p:cNvSpPr>
            <a:spLocks/>
          </p:cNvSpPr>
          <p:nvPr/>
        </p:nvSpPr>
        <p:spPr>
          <a:xfrm>
            <a:off x="6221506" y="3977608"/>
            <a:ext cx="5522118" cy="2349653"/>
          </a:xfrm>
          <a:prstGeom prst="roundRect">
            <a:avLst>
              <a:gd name="adj" fmla="val 5330"/>
            </a:avLst>
          </a:prstGeom>
          <a:solidFill>
            <a:schemeClr val="tx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t"/>
          <a:lstStyle/>
          <a:p>
            <a:pPr>
              <a:spcAft>
                <a:spcPts val="600"/>
              </a:spcAft>
            </a:pPr>
            <a:r>
              <a:rPr lang="en-US" sz="1200" b="1">
                <a:solidFill>
                  <a:schemeClr val="bg1"/>
                </a:solidFill>
                <a:latin typeface="Montserrat" panose="00000500000000000000" pitchFamily="2" charset="0"/>
              </a:rPr>
              <a:t>After Phase Future</a:t>
            </a:r>
          </a:p>
          <a:p>
            <a:pPr marL="274320" indent="-274320">
              <a:spcBef>
                <a:spcPts val="200"/>
              </a:spcBef>
              <a:spcAft>
                <a:spcPts val="600"/>
              </a:spcAft>
              <a:buFont typeface="Wingdings" panose="05000000000000000000" pitchFamily="2" charset="2"/>
              <a:buChar char="v"/>
            </a:pPr>
            <a:r>
              <a:rPr lang="en-US" sz="1200">
                <a:solidFill>
                  <a:schemeClr val="bg1"/>
                </a:solidFill>
                <a:latin typeface="Montserrat" panose="00000500000000000000" pitchFamily="2" charset="0"/>
              </a:rPr>
              <a:t>One governed risk register, fed by automated signal ingestion</a:t>
            </a:r>
          </a:p>
          <a:p>
            <a:pPr marL="274320" indent="-274320">
              <a:spcBef>
                <a:spcPts val="200"/>
              </a:spcBef>
              <a:spcAft>
                <a:spcPts val="600"/>
              </a:spcAft>
              <a:buFont typeface="Wingdings" panose="05000000000000000000" pitchFamily="2" charset="2"/>
              <a:buChar char="v"/>
            </a:pPr>
            <a:r>
              <a:rPr lang="en-US" sz="1200">
                <a:solidFill>
                  <a:schemeClr val="bg1"/>
                </a:solidFill>
                <a:latin typeface="Montserrat" panose="00000500000000000000" pitchFamily="2" charset="0"/>
              </a:rPr>
              <a:t>Unified CEI structure + S×L scoring across all functions</a:t>
            </a:r>
          </a:p>
          <a:p>
            <a:pPr marL="274320" indent="-274320">
              <a:spcBef>
                <a:spcPts val="200"/>
              </a:spcBef>
              <a:spcAft>
                <a:spcPts val="600"/>
              </a:spcAft>
              <a:buFont typeface="Wingdings" panose="05000000000000000000" pitchFamily="2" charset="2"/>
              <a:buChar char="v"/>
            </a:pPr>
            <a:r>
              <a:rPr lang="en-US" sz="1200">
                <a:solidFill>
                  <a:schemeClr val="bg1"/>
                </a:solidFill>
                <a:latin typeface="Montserrat" panose="00000500000000000000" pitchFamily="2" charset="0"/>
              </a:rPr>
              <a:t>Real-time risk posture — signals routed to the right governance tier</a:t>
            </a:r>
          </a:p>
          <a:p>
            <a:pPr marL="274320" indent="-274320">
              <a:spcBef>
                <a:spcPts val="200"/>
              </a:spcBef>
              <a:spcAft>
                <a:spcPts val="600"/>
              </a:spcAft>
              <a:buFont typeface="Wingdings" panose="05000000000000000000" pitchFamily="2" charset="2"/>
              <a:buChar char="v"/>
            </a:pPr>
            <a:r>
              <a:rPr lang="en-US" sz="1200">
                <a:solidFill>
                  <a:schemeClr val="bg1"/>
                </a:solidFill>
                <a:latin typeface="Montserrat"/>
              </a:rPr>
              <a:t>GenAI summarizes, prioritizes, and recommends mitigations by persona</a:t>
            </a:r>
          </a:p>
          <a:p>
            <a:pPr marL="274320" indent="-274320">
              <a:spcBef>
                <a:spcPts val="200"/>
              </a:spcBef>
              <a:spcAft>
                <a:spcPts val="600"/>
              </a:spcAft>
              <a:buFont typeface="Wingdings" panose="05000000000000000000" pitchFamily="2" charset="2"/>
              <a:buChar char="v"/>
            </a:pPr>
            <a:r>
              <a:rPr lang="en-US" sz="1200">
                <a:solidFill>
                  <a:schemeClr val="bg1"/>
                </a:solidFill>
                <a:latin typeface="Montserrat" panose="00000500000000000000" pitchFamily="2" charset="0"/>
              </a:rPr>
              <a:t>Leadership sees a single heatmap across all 13 workstreams</a:t>
            </a:r>
          </a:p>
        </p:txBody>
      </p:sp>
      <p:sp>
        <p:nvSpPr>
          <p:cNvPr id="41" name="Isosceles Triangle 40">
            <a:extLst>
              <a:ext uri="{FF2B5EF4-FFF2-40B4-BE49-F238E27FC236}">
                <a16:creationId xmlns:a16="http://schemas.microsoft.com/office/drawing/2014/main" id="{2C6AC5B3-F11E-CCA2-88FA-E124B3A0996B}"/>
              </a:ext>
            </a:extLst>
          </p:cNvPr>
          <p:cNvSpPr/>
          <p:nvPr/>
        </p:nvSpPr>
        <p:spPr>
          <a:xfrm rot="10800000">
            <a:off x="8668730" y="3541420"/>
            <a:ext cx="573241" cy="323768"/>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535727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DBB7BF1-CAA9-694F-213C-EFD1A41636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8681D6-64C0-BA03-9675-29B0FAAE32E7}"/>
              </a:ext>
            </a:extLst>
          </p:cNvPr>
          <p:cNvSpPr>
            <a:spLocks noGrp="1"/>
          </p:cNvSpPr>
          <p:nvPr>
            <p:ph type="title"/>
          </p:nvPr>
        </p:nvSpPr>
        <p:spPr>
          <a:xfrm>
            <a:off x="381000" y="342899"/>
            <a:ext cx="11468100" cy="553993"/>
          </a:xfrm>
        </p:spPr>
        <p:txBody>
          <a:bodyPr/>
          <a:lstStyle/>
          <a:p>
            <a:r>
              <a:rPr lang="en-US"/>
              <a:t>Quality risk was running on spreadsheets (Contd..)</a:t>
            </a:r>
            <a:endParaRPr lang="en-IN"/>
          </a:p>
        </p:txBody>
      </p:sp>
      <p:sp>
        <p:nvSpPr>
          <p:cNvPr id="3" name="Slide Number Placeholder 2">
            <a:extLst>
              <a:ext uri="{FF2B5EF4-FFF2-40B4-BE49-F238E27FC236}">
                <a16:creationId xmlns:a16="http://schemas.microsoft.com/office/drawing/2014/main" id="{AAAC1011-3ED2-48C8-370B-ADD05C21074E}"/>
              </a:ext>
            </a:extLst>
          </p:cNvPr>
          <p:cNvSpPr>
            <a:spLocks noGrp="1"/>
          </p:cNvSpPr>
          <p:nvPr>
            <p:ph type="sldNum" sz="quarter" idx="12"/>
          </p:nvPr>
        </p:nvSpPr>
        <p:spPr/>
        <p:txBody>
          <a:bodyPr/>
          <a:lstStyle/>
          <a:p>
            <a:fld id="{330EA680-D336-4FF7-8B7A-9848BB0A1C32}" type="slidenum">
              <a:rPr lang="en-US" smtClean="0"/>
              <a:t>62</a:t>
            </a:fld>
            <a:endParaRPr lang="en-US"/>
          </a:p>
        </p:txBody>
      </p:sp>
      <p:sp>
        <p:nvSpPr>
          <p:cNvPr id="4" name="Date Placeholder 3">
            <a:extLst>
              <a:ext uri="{FF2B5EF4-FFF2-40B4-BE49-F238E27FC236}">
                <a16:creationId xmlns:a16="http://schemas.microsoft.com/office/drawing/2014/main" id="{E95D17BB-8C51-0BDE-2509-17C36B7C5E5C}"/>
              </a:ext>
            </a:extLst>
          </p:cNvPr>
          <p:cNvSpPr>
            <a:spLocks noGrp="1"/>
          </p:cNvSpPr>
          <p:nvPr>
            <p:ph type="dt" sz="half" idx="2"/>
          </p:nvPr>
        </p:nvSpPr>
        <p:spPr/>
        <p:txBody>
          <a:bodyPr/>
          <a:lstStyle/>
          <a:p>
            <a:r>
              <a:rPr lang="en-US"/>
              <a:t>© SYREN CLOUD INC – 2026 – ALL RIGHTS RESERVED</a:t>
            </a:r>
            <a:endParaRPr lang="en-US" sz="600"/>
          </a:p>
        </p:txBody>
      </p:sp>
      <p:sp>
        <p:nvSpPr>
          <p:cNvPr id="13" name="TextBox 12">
            <a:extLst>
              <a:ext uri="{FF2B5EF4-FFF2-40B4-BE49-F238E27FC236}">
                <a16:creationId xmlns:a16="http://schemas.microsoft.com/office/drawing/2014/main" id="{6789B036-2EC3-F80D-51B5-C02017DFF239}"/>
              </a:ext>
            </a:extLst>
          </p:cNvPr>
          <p:cNvSpPr txBox="1"/>
          <p:nvPr/>
        </p:nvSpPr>
        <p:spPr>
          <a:xfrm>
            <a:off x="448376" y="1110040"/>
            <a:ext cx="4970032" cy="307777"/>
          </a:xfrm>
          <a:prstGeom prst="rect">
            <a:avLst/>
          </a:prstGeom>
          <a:noFill/>
        </p:spPr>
        <p:txBody>
          <a:bodyPr wrap="square">
            <a:spAutoFit/>
          </a:bodyPr>
          <a:lstStyle/>
          <a:p>
            <a:pPr algn="l">
              <a:spcBef>
                <a:spcPts val="600"/>
              </a:spcBef>
              <a:spcAft>
                <a:spcPts val="600"/>
              </a:spcAft>
              <a:buNone/>
            </a:pPr>
            <a:r>
              <a:rPr lang="en-US" sz="1400" b="1" i="0">
                <a:solidFill>
                  <a:schemeClr val="bg2"/>
                </a:solidFill>
                <a:effectLst/>
                <a:latin typeface="Montserrat" panose="00000500000000000000" pitchFamily="2" charset="0"/>
              </a:rPr>
              <a:t>How we're building it — 3 phases</a:t>
            </a:r>
          </a:p>
        </p:txBody>
      </p:sp>
      <p:sp>
        <p:nvSpPr>
          <p:cNvPr id="5" name="Rectangle: Rounded Corners 4">
            <a:extLst>
              <a:ext uri="{FF2B5EF4-FFF2-40B4-BE49-F238E27FC236}">
                <a16:creationId xmlns:a16="http://schemas.microsoft.com/office/drawing/2014/main" id="{9D7B668B-29CC-93EF-840B-6513605CEC87}"/>
              </a:ext>
            </a:extLst>
          </p:cNvPr>
          <p:cNvSpPr>
            <a:spLocks/>
          </p:cNvSpPr>
          <p:nvPr/>
        </p:nvSpPr>
        <p:spPr>
          <a:xfrm>
            <a:off x="520025" y="1478451"/>
            <a:ext cx="3556676" cy="2360760"/>
          </a:xfrm>
          <a:prstGeom prst="roundRect">
            <a:avLst>
              <a:gd name="adj" fmla="val 5330"/>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t"/>
          <a:lstStyle/>
          <a:p>
            <a:pPr>
              <a:spcAft>
                <a:spcPts val="600"/>
              </a:spcAft>
            </a:pPr>
            <a:r>
              <a:rPr lang="en-US" sz="1200">
                <a:solidFill>
                  <a:schemeClr val="tx1"/>
                </a:solidFill>
                <a:latin typeface="Montserrat" panose="00000500000000000000" pitchFamily="2" charset="0"/>
              </a:rPr>
              <a:t>Phase 1 · Now — POC</a:t>
            </a:r>
          </a:p>
          <a:p>
            <a:pPr>
              <a:spcAft>
                <a:spcPts val="600"/>
              </a:spcAft>
            </a:pPr>
            <a:r>
              <a:rPr lang="en-US" sz="1400" b="1">
                <a:solidFill>
                  <a:schemeClr val="tx1"/>
                </a:solidFill>
                <a:latin typeface="Montserrat" panose="00000500000000000000" pitchFamily="2" charset="0"/>
              </a:rPr>
              <a:t>Capture &amp; Ingest</a:t>
            </a:r>
          </a:p>
          <a:p>
            <a:pPr>
              <a:spcAft>
                <a:spcPts val="600"/>
              </a:spcAft>
            </a:pPr>
            <a:r>
              <a:rPr lang="en-US" sz="1200">
                <a:solidFill>
                  <a:schemeClr val="tx1"/>
                </a:solidFill>
                <a:latin typeface="Montserrat" panose="00000500000000000000" pitchFamily="2" charset="0"/>
              </a:rPr>
              <a:t>Users log risks in a structured format (CEI). Existing portal signals and human observations flow into a single governed record system. Scalable foundation for org-specific </a:t>
            </a:r>
            <a:r>
              <a:rPr lang="en-US" sz="1200" err="1">
                <a:solidFill>
                  <a:schemeClr val="tx1"/>
                </a:solidFill>
                <a:latin typeface="Montserrat" panose="00000500000000000000" pitchFamily="2" charset="0"/>
              </a:rPr>
              <a:t>customisation</a:t>
            </a:r>
            <a:r>
              <a:rPr lang="en-US" sz="1200">
                <a:solidFill>
                  <a:schemeClr val="tx1"/>
                </a:solidFill>
                <a:latin typeface="Montserrat" panose="00000500000000000000" pitchFamily="2" charset="0"/>
              </a:rPr>
              <a:t>.</a:t>
            </a:r>
            <a:endParaRPr lang="en-US" sz="1200">
              <a:solidFill>
                <a:srgbClr val="1A1A1A"/>
              </a:solidFill>
              <a:latin typeface="Montserrat" panose="00000500000000000000" pitchFamily="2" charset="0"/>
            </a:endParaRPr>
          </a:p>
        </p:txBody>
      </p:sp>
      <p:sp>
        <p:nvSpPr>
          <p:cNvPr id="7" name="Rectangle: Rounded Corners 6">
            <a:extLst>
              <a:ext uri="{FF2B5EF4-FFF2-40B4-BE49-F238E27FC236}">
                <a16:creationId xmlns:a16="http://schemas.microsoft.com/office/drawing/2014/main" id="{02B10BC9-D374-4548-85B2-871CBDCB23A3}"/>
              </a:ext>
            </a:extLst>
          </p:cNvPr>
          <p:cNvSpPr>
            <a:spLocks/>
          </p:cNvSpPr>
          <p:nvPr/>
        </p:nvSpPr>
        <p:spPr>
          <a:xfrm>
            <a:off x="4406225" y="1478451"/>
            <a:ext cx="3556676" cy="2360760"/>
          </a:xfrm>
          <a:prstGeom prst="roundRect">
            <a:avLst>
              <a:gd name="adj" fmla="val 5330"/>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t"/>
          <a:lstStyle/>
          <a:p>
            <a:pPr>
              <a:spcAft>
                <a:spcPts val="600"/>
              </a:spcAft>
            </a:pPr>
            <a:r>
              <a:rPr lang="en-US" sz="1200">
                <a:solidFill>
                  <a:schemeClr val="tx1"/>
                </a:solidFill>
                <a:latin typeface="Montserrat" panose="00000500000000000000" pitchFamily="2" charset="0"/>
              </a:rPr>
              <a:t>Phase 2 · Next</a:t>
            </a:r>
          </a:p>
          <a:p>
            <a:pPr>
              <a:spcAft>
                <a:spcPts val="600"/>
              </a:spcAft>
            </a:pPr>
            <a:r>
              <a:rPr lang="en-US" sz="1400" b="1">
                <a:solidFill>
                  <a:schemeClr val="tx1"/>
                </a:solidFill>
                <a:latin typeface="Montserrat" panose="00000500000000000000" pitchFamily="2" charset="0"/>
              </a:rPr>
              <a:t>Aggregate &amp; </a:t>
            </a:r>
            <a:r>
              <a:rPr lang="en-US" sz="1400" b="1" err="1">
                <a:solidFill>
                  <a:schemeClr val="tx1"/>
                </a:solidFill>
                <a:latin typeface="Montserrat" panose="00000500000000000000" pitchFamily="2" charset="0"/>
              </a:rPr>
              <a:t>Prioritise</a:t>
            </a:r>
            <a:endParaRPr lang="en-US" sz="1400" b="1">
              <a:solidFill>
                <a:schemeClr val="tx1"/>
              </a:solidFill>
              <a:latin typeface="Montserrat" panose="00000500000000000000" pitchFamily="2" charset="0"/>
            </a:endParaRPr>
          </a:p>
          <a:p>
            <a:pPr>
              <a:spcAft>
                <a:spcPts val="600"/>
              </a:spcAft>
            </a:pPr>
            <a:r>
              <a:rPr lang="en-US" sz="1200">
                <a:solidFill>
                  <a:schemeClr val="tx1"/>
                </a:solidFill>
                <a:latin typeface="Montserrat" panose="00000500000000000000" pitchFamily="2" charset="0"/>
              </a:rPr>
              <a:t>GenAI aggregates risks across workstreams, </a:t>
            </a:r>
            <a:r>
              <a:rPr lang="en-US" sz="1200" err="1">
                <a:solidFill>
                  <a:schemeClr val="tx1"/>
                </a:solidFill>
                <a:latin typeface="Montserrat" panose="00000500000000000000" pitchFamily="2" charset="0"/>
              </a:rPr>
              <a:t>summarises</a:t>
            </a:r>
            <a:r>
              <a:rPr lang="en-US" sz="1200">
                <a:solidFill>
                  <a:schemeClr val="tx1"/>
                </a:solidFill>
                <a:latin typeface="Montserrat" panose="00000500000000000000" pitchFamily="2" charset="0"/>
              </a:rPr>
              <a:t> by persona, and </a:t>
            </a:r>
            <a:r>
              <a:rPr lang="en-US" sz="1200" err="1">
                <a:solidFill>
                  <a:schemeClr val="tx1"/>
                </a:solidFill>
                <a:latin typeface="Montserrat" panose="00000500000000000000" pitchFamily="2" charset="0"/>
              </a:rPr>
              <a:t>visualises</a:t>
            </a:r>
            <a:r>
              <a:rPr lang="en-US" sz="1200">
                <a:solidFill>
                  <a:schemeClr val="tx1"/>
                </a:solidFill>
                <a:latin typeface="Montserrat" panose="00000500000000000000" pitchFamily="2" charset="0"/>
              </a:rPr>
              <a:t> posture via radar charts and heatmaps. Leadership sees what matters most — without manual prep.</a:t>
            </a:r>
            <a:endParaRPr lang="en-US" sz="1200">
              <a:solidFill>
                <a:srgbClr val="1A1A1A"/>
              </a:solidFill>
              <a:latin typeface="Montserrat" panose="00000500000000000000" pitchFamily="2" charset="0"/>
            </a:endParaRPr>
          </a:p>
        </p:txBody>
      </p:sp>
      <p:sp>
        <p:nvSpPr>
          <p:cNvPr id="8" name="Rectangle: Rounded Corners 7">
            <a:extLst>
              <a:ext uri="{FF2B5EF4-FFF2-40B4-BE49-F238E27FC236}">
                <a16:creationId xmlns:a16="http://schemas.microsoft.com/office/drawing/2014/main" id="{0E04D7F7-2D46-86D6-4CA7-92FF4D66AF2F}"/>
              </a:ext>
            </a:extLst>
          </p:cNvPr>
          <p:cNvSpPr>
            <a:spLocks/>
          </p:cNvSpPr>
          <p:nvPr/>
        </p:nvSpPr>
        <p:spPr>
          <a:xfrm>
            <a:off x="8292424" y="1505288"/>
            <a:ext cx="3556676" cy="2360760"/>
          </a:xfrm>
          <a:prstGeom prst="roundRect">
            <a:avLst>
              <a:gd name="adj" fmla="val 5330"/>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t"/>
          <a:lstStyle/>
          <a:p>
            <a:pPr>
              <a:spcAft>
                <a:spcPts val="600"/>
              </a:spcAft>
            </a:pPr>
            <a:r>
              <a:rPr lang="en-IN" sz="1200">
                <a:solidFill>
                  <a:schemeClr val="tx1"/>
                </a:solidFill>
                <a:latin typeface="Montserrat" panose="00000500000000000000" pitchFamily="2" charset="0"/>
              </a:rPr>
              <a:t>Phase 3+ · Future</a:t>
            </a:r>
          </a:p>
          <a:p>
            <a:pPr>
              <a:spcAft>
                <a:spcPts val="600"/>
              </a:spcAft>
            </a:pPr>
            <a:r>
              <a:rPr lang="en-IN" sz="1400" b="1">
                <a:solidFill>
                  <a:schemeClr val="tx1"/>
                </a:solidFill>
                <a:latin typeface="Montserrat" panose="00000500000000000000" pitchFamily="2" charset="0"/>
              </a:rPr>
              <a:t>Mitigate &amp; Learn</a:t>
            </a:r>
          </a:p>
          <a:p>
            <a:pPr>
              <a:spcAft>
                <a:spcPts val="600"/>
              </a:spcAft>
            </a:pPr>
            <a:r>
              <a:rPr lang="en-IN" sz="1200">
                <a:solidFill>
                  <a:schemeClr val="tx1"/>
                </a:solidFill>
                <a:latin typeface="Montserrat" panose="00000500000000000000" pitchFamily="2" charset="0"/>
              </a:rPr>
              <a:t>GenAI recommends mitigation actions, tracks effectiveness, and produces risk-reduction reports. A continuous feedback loop that focuses resources on the highest-impact risks.</a:t>
            </a:r>
          </a:p>
        </p:txBody>
      </p:sp>
      <p:sp>
        <p:nvSpPr>
          <p:cNvPr id="9" name="Rectangle: Rounded Corners 8">
            <a:extLst>
              <a:ext uri="{FF2B5EF4-FFF2-40B4-BE49-F238E27FC236}">
                <a16:creationId xmlns:a16="http://schemas.microsoft.com/office/drawing/2014/main" id="{A7868FAD-0876-6366-6BE0-404723573760}"/>
              </a:ext>
            </a:extLst>
          </p:cNvPr>
          <p:cNvSpPr/>
          <p:nvPr/>
        </p:nvSpPr>
        <p:spPr>
          <a:xfrm>
            <a:off x="650240" y="3274072"/>
            <a:ext cx="2415689" cy="297180"/>
          </a:xfrm>
          <a:prstGeom prst="roundRect">
            <a:avLst/>
          </a:prstGeom>
          <a:solidFill>
            <a:schemeClr val="bg2"/>
          </a:solid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latin typeface="Montserrat" panose="00000500000000000000" pitchFamily="2" charset="0"/>
              </a:rPr>
              <a:t>In POC with Patrick / EQ</a:t>
            </a:r>
          </a:p>
        </p:txBody>
      </p:sp>
      <p:sp>
        <p:nvSpPr>
          <p:cNvPr id="10" name="Rectangle: Rounded Corners 9">
            <a:extLst>
              <a:ext uri="{FF2B5EF4-FFF2-40B4-BE49-F238E27FC236}">
                <a16:creationId xmlns:a16="http://schemas.microsoft.com/office/drawing/2014/main" id="{0CDD7D23-B28C-4CB1-827D-0E763227457D}"/>
              </a:ext>
            </a:extLst>
          </p:cNvPr>
          <p:cNvSpPr/>
          <p:nvPr/>
        </p:nvSpPr>
        <p:spPr>
          <a:xfrm>
            <a:off x="4548803" y="3274072"/>
            <a:ext cx="2415689" cy="297180"/>
          </a:xfrm>
          <a:prstGeom prst="roundRect">
            <a:avLst/>
          </a:prstGeom>
          <a:solidFill>
            <a:schemeClr val="bg2"/>
          </a:solid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latin typeface="Montserrat" panose="00000500000000000000" pitchFamily="2" charset="0"/>
              </a:rPr>
              <a:t>Roadmap · Horizon 1</a:t>
            </a:r>
          </a:p>
        </p:txBody>
      </p:sp>
      <p:sp>
        <p:nvSpPr>
          <p:cNvPr id="11" name="Rectangle: Rounded Corners 10">
            <a:extLst>
              <a:ext uri="{FF2B5EF4-FFF2-40B4-BE49-F238E27FC236}">
                <a16:creationId xmlns:a16="http://schemas.microsoft.com/office/drawing/2014/main" id="{6A8DC635-761E-0495-E910-7B76307FBBA2}"/>
              </a:ext>
            </a:extLst>
          </p:cNvPr>
          <p:cNvSpPr/>
          <p:nvPr/>
        </p:nvSpPr>
        <p:spPr>
          <a:xfrm>
            <a:off x="8435002" y="3274072"/>
            <a:ext cx="2415689" cy="297180"/>
          </a:xfrm>
          <a:prstGeom prst="roundRect">
            <a:avLst/>
          </a:prstGeom>
          <a:solidFill>
            <a:schemeClr val="bg2"/>
          </a:solid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a:solidFill>
                  <a:schemeClr val="bg1"/>
                </a:solidFill>
                <a:latin typeface="Montserrat" panose="00000500000000000000" pitchFamily="2" charset="0"/>
              </a:rPr>
              <a:t>Horizon 2 · GenAI MCP</a:t>
            </a:r>
          </a:p>
        </p:txBody>
      </p:sp>
      <p:sp>
        <p:nvSpPr>
          <p:cNvPr id="12" name="Rectangle: Rounded Corners 11">
            <a:extLst>
              <a:ext uri="{FF2B5EF4-FFF2-40B4-BE49-F238E27FC236}">
                <a16:creationId xmlns:a16="http://schemas.microsoft.com/office/drawing/2014/main" id="{26A37F64-5B11-AA1D-86D1-09703195E302}"/>
              </a:ext>
            </a:extLst>
          </p:cNvPr>
          <p:cNvSpPr>
            <a:spLocks/>
          </p:cNvSpPr>
          <p:nvPr/>
        </p:nvSpPr>
        <p:spPr>
          <a:xfrm>
            <a:off x="520025" y="4519857"/>
            <a:ext cx="2545904" cy="1850332"/>
          </a:xfrm>
          <a:prstGeom prst="roundRect">
            <a:avLst>
              <a:gd name="adj" fmla="val 5330"/>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tIns="640080" bIns="91440" rtlCol="0" anchor="t"/>
          <a:lstStyle/>
          <a:p>
            <a:pPr>
              <a:spcAft>
                <a:spcPts val="600"/>
              </a:spcAft>
            </a:pPr>
            <a:r>
              <a:rPr lang="en-US" sz="1400" b="1">
                <a:solidFill>
                  <a:schemeClr val="tx1"/>
                </a:solidFill>
                <a:latin typeface="Montserrat" panose="00000500000000000000" pitchFamily="2" charset="0"/>
              </a:rPr>
              <a:t>Risk Owner</a:t>
            </a:r>
          </a:p>
          <a:p>
            <a:pPr>
              <a:spcAft>
                <a:spcPts val="600"/>
              </a:spcAft>
            </a:pPr>
            <a:r>
              <a:rPr lang="en-US" sz="1200">
                <a:solidFill>
                  <a:schemeClr val="tx1"/>
                </a:solidFill>
                <a:latin typeface="Montserrat" panose="00000500000000000000" pitchFamily="2" charset="0"/>
              </a:rPr>
              <a:t>Manages, mitigates &amp; escalates risks with clear accountability and due dates</a:t>
            </a:r>
          </a:p>
        </p:txBody>
      </p:sp>
      <p:sp>
        <p:nvSpPr>
          <p:cNvPr id="14" name="TextBox 13">
            <a:extLst>
              <a:ext uri="{FF2B5EF4-FFF2-40B4-BE49-F238E27FC236}">
                <a16:creationId xmlns:a16="http://schemas.microsoft.com/office/drawing/2014/main" id="{B27B45DC-47DB-1B7F-DA45-EDB4CA357554}"/>
              </a:ext>
            </a:extLst>
          </p:cNvPr>
          <p:cNvSpPr txBox="1"/>
          <p:nvPr/>
        </p:nvSpPr>
        <p:spPr>
          <a:xfrm>
            <a:off x="520025" y="4120272"/>
            <a:ext cx="1896604" cy="307777"/>
          </a:xfrm>
          <a:prstGeom prst="rect">
            <a:avLst/>
          </a:prstGeom>
          <a:noFill/>
        </p:spPr>
        <p:txBody>
          <a:bodyPr wrap="square">
            <a:spAutoFit/>
          </a:bodyPr>
          <a:lstStyle/>
          <a:p>
            <a:pPr algn="l">
              <a:spcBef>
                <a:spcPts val="600"/>
              </a:spcBef>
              <a:spcAft>
                <a:spcPts val="600"/>
              </a:spcAft>
              <a:buNone/>
            </a:pPr>
            <a:r>
              <a:rPr lang="en-US" sz="1400" b="1" i="0">
                <a:effectLst/>
                <a:latin typeface="Montserrat" panose="00000500000000000000" pitchFamily="2" charset="0"/>
              </a:rPr>
              <a:t>Who this serves</a:t>
            </a:r>
          </a:p>
        </p:txBody>
      </p:sp>
      <p:sp>
        <p:nvSpPr>
          <p:cNvPr id="15" name="Rectangle: Rounded Corners 14">
            <a:extLst>
              <a:ext uri="{FF2B5EF4-FFF2-40B4-BE49-F238E27FC236}">
                <a16:creationId xmlns:a16="http://schemas.microsoft.com/office/drawing/2014/main" id="{806D33A2-AAC5-58DA-143B-EDC6CBDAC0B9}"/>
              </a:ext>
            </a:extLst>
          </p:cNvPr>
          <p:cNvSpPr>
            <a:spLocks/>
          </p:cNvSpPr>
          <p:nvPr/>
        </p:nvSpPr>
        <p:spPr>
          <a:xfrm>
            <a:off x="3450189" y="4519857"/>
            <a:ext cx="2545904" cy="1850332"/>
          </a:xfrm>
          <a:prstGeom prst="roundRect">
            <a:avLst>
              <a:gd name="adj" fmla="val 5330"/>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tIns="640080" bIns="91440" rtlCol="0" anchor="t"/>
          <a:lstStyle/>
          <a:p>
            <a:pPr>
              <a:spcAft>
                <a:spcPts val="600"/>
              </a:spcAft>
            </a:pPr>
            <a:r>
              <a:rPr lang="en-US" sz="1400" b="1">
                <a:solidFill>
                  <a:schemeClr val="tx1"/>
                </a:solidFill>
                <a:latin typeface="Montserrat" panose="00000500000000000000" pitchFamily="2" charset="0"/>
              </a:rPr>
              <a:t>Quality Leadership</a:t>
            </a:r>
          </a:p>
          <a:p>
            <a:pPr>
              <a:spcAft>
                <a:spcPts val="600"/>
              </a:spcAft>
            </a:pPr>
            <a:r>
              <a:rPr lang="en-US" sz="1200">
                <a:solidFill>
                  <a:schemeClr val="tx1"/>
                </a:solidFill>
                <a:latin typeface="Montserrat" panose="00000500000000000000" pitchFamily="2" charset="0"/>
              </a:rPr>
              <a:t>Single heatmap view across all functions — no more pre-meeting aggregation</a:t>
            </a:r>
          </a:p>
        </p:txBody>
      </p:sp>
      <p:sp>
        <p:nvSpPr>
          <p:cNvPr id="16" name="Rectangle: Rounded Corners 15">
            <a:extLst>
              <a:ext uri="{FF2B5EF4-FFF2-40B4-BE49-F238E27FC236}">
                <a16:creationId xmlns:a16="http://schemas.microsoft.com/office/drawing/2014/main" id="{2BA8C38F-57B8-6FC5-9D7E-77C82E5A107D}"/>
              </a:ext>
            </a:extLst>
          </p:cNvPr>
          <p:cNvSpPr>
            <a:spLocks/>
          </p:cNvSpPr>
          <p:nvPr/>
        </p:nvSpPr>
        <p:spPr>
          <a:xfrm>
            <a:off x="6380352" y="4519857"/>
            <a:ext cx="2725543" cy="1850332"/>
          </a:xfrm>
          <a:prstGeom prst="roundRect">
            <a:avLst>
              <a:gd name="adj" fmla="val 5330"/>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tIns="640080" bIns="91440" rtlCol="0" anchor="t"/>
          <a:lstStyle/>
          <a:p>
            <a:pPr>
              <a:spcAft>
                <a:spcPts val="600"/>
              </a:spcAft>
            </a:pPr>
            <a:r>
              <a:rPr lang="en-US" sz="1400" b="1">
                <a:solidFill>
                  <a:schemeClr val="tx1"/>
                </a:solidFill>
                <a:latin typeface="Montserrat" panose="00000500000000000000" pitchFamily="2" charset="0"/>
              </a:rPr>
              <a:t>QRM / EE</a:t>
            </a:r>
          </a:p>
          <a:p>
            <a:pPr>
              <a:spcAft>
                <a:spcPts val="600"/>
              </a:spcAft>
            </a:pPr>
            <a:r>
              <a:rPr lang="en-US" sz="1200">
                <a:solidFill>
                  <a:schemeClr val="tx1"/>
                </a:solidFill>
                <a:latin typeface="Montserrat" panose="00000500000000000000" pitchFamily="2" charset="0"/>
              </a:rPr>
              <a:t>Sets standards &amp; surfaces systemic patterns — not buried in individual risk reviews</a:t>
            </a:r>
          </a:p>
        </p:txBody>
      </p:sp>
      <p:sp>
        <p:nvSpPr>
          <p:cNvPr id="17" name="Rectangle: Rounded Corners 16">
            <a:extLst>
              <a:ext uri="{FF2B5EF4-FFF2-40B4-BE49-F238E27FC236}">
                <a16:creationId xmlns:a16="http://schemas.microsoft.com/office/drawing/2014/main" id="{7057D962-0C89-E7A6-C1BB-C1A4A432A3A8}"/>
              </a:ext>
            </a:extLst>
          </p:cNvPr>
          <p:cNvSpPr>
            <a:spLocks/>
          </p:cNvSpPr>
          <p:nvPr/>
        </p:nvSpPr>
        <p:spPr>
          <a:xfrm>
            <a:off x="9310518" y="4519857"/>
            <a:ext cx="2538580" cy="1850332"/>
          </a:xfrm>
          <a:prstGeom prst="roundRect">
            <a:avLst>
              <a:gd name="adj" fmla="val 5330"/>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tIns="640080" bIns="91440" rtlCol="0" anchor="t"/>
          <a:lstStyle/>
          <a:p>
            <a:pPr>
              <a:spcAft>
                <a:spcPts val="600"/>
              </a:spcAft>
            </a:pPr>
            <a:r>
              <a:rPr lang="en-US" sz="1400" b="1">
                <a:solidFill>
                  <a:schemeClr val="tx1"/>
                </a:solidFill>
                <a:latin typeface="Montserrat" panose="00000500000000000000" pitchFamily="2" charset="0"/>
              </a:rPr>
              <a:t>External Partners</a:t>
            </a:r>
          </a:p>
          <a:p>
            <a:pPr>
              <a:spcAft>
                <a:spcPts val="600"/>
              </a:spcAft>
            </a:pPr>
            <a:r>
              <a:rPr lang="en-US" sz="1200">
                <a:solidFill>
                  <a:schemeClr val="tx1"/>
                </a:solidFill>
                <a:latin typeface="Montserrat" panose="00000500000000000000" pitchFamily="2" charset="0"/>
              </a:rPr>
              <a:t>Participates in evidence workflows with scoped, controlled access — no email chains</a:t>
            </a:r>
          </a:p>
        </p:txBody>
      </p:sp>
      <p:pic>
        <p:nvPicPr>
          <p:cNvPr id="19" name="Graphic 18" descr="Warning outline">
            <a:extLst>
              <a:ext uri="{FF2B5EF4-FFF2-40B4-BE49-F238E27FC236}">
                <a16:creationId xmlns:a16="http://schemas.microsoft.com/office/drawing/2014/main" id="{E70BEE86-20E2-67FD-E60D-247AB4A9E9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7794" y="4644017"/>
            <a:ext cx="398912" cy="398912"/>
          </a:xfrm>
          <a:prstGeom prst="rect">
            <a:avLst/>
          </a:prstGeom>
        </p:spPr>
      </p:pic>
      <p:pic>
        <p:nvPicPr>
          <p:cNvPr id="21" name="Graphic 20" descr="Signal outline">
            <a:extLst>
              <a:ext uri="{FF2B5EF4-FFF2-40B4-BE49-F238E27FC236}">
                <a16:creationId xmlns:a16="http://schemas.microsoft.com/office/drawing/2014/main" id="{8335FAC5-DCA3-4B1C-06B9-996FAC8FF2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00450" y="4581311"/>
            <a:ext cx="524324" cy="524324"/>
          </a:xfrm>
          <a:prstGeom prst="rect">
            <a:avLst/>
          </a:prstGeom>
        </p:spPr>
      </p:pic>
      <p:pic>
        <p:nvPicPr>
          <p:cNvPr id="23" name="Graphic 22" descr="Magnifying glass outline">
            <a:extLst>
              <a:ext uri="{FF2B5EF4-FFF2-40B4-BE49-F238E27FC236}">
                <a16:creationId xmlns:a16="http://schemas.microsoft.com/office/drawing/2014/main" id="{ADFBB8F0-093A-BA32-2167-2C343FFDB1B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30290" y="4581311"/>
            <a:ext cx="524324" cy="524324"/>
          </a:xfrm>
          <a:prstGeom prst="rect">
            <a:avLst/>
          </a:prstGeom>
        </p:spPr>
      </p:pic>
      <p:pic>
        <p:nvPicPr>
          <p:cNvPr id="28" name="Graphic 27" descr="Handshake outline">
            <a:extLst>
              <a:ext uri="{FF2B5EF4-FFF2-40B4-BE49-F238E27FC236}">
                <a16:creationId xmlns:a16="http://schemas.microsoft.com/office/drawing/2014/main" id="{5B3418BA-588B-2706-9C28-340CC40CD9D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431877" y="4581311"/>
            <a:ext cx="524324" cy="524324"/>
          </a:xfrm>
          <a:prstGeom prst="rect">
            <a:avLst/>
          </a:prstGeom>
        </p:spPr>
      </p:pic>
      <p:grpSp>
        <p:nvGrpSpPr>
          <p:cNvPr id="25" name="Group 24">
            <a:extLst>
              <a:ext uri="{FF2B5EF4-FFF2-40B4-BE49-F238E27FC236}">
                <a16:creationId xmlns:a16="http://schemas.microsoft.com/office/drawing/2014/main" id="{5CB71D87-6E3E-A64F-CD79-151053291440}"/>
              </a:ext>
            </a:extLst>
          </p:cNvPr>
          <p:cNvGrpSpPr/>
          <p:nvPr/>
        </p:nvGrpSpPr>
        <p:grpSpPr>
          <a:xfrm>
            <a:off x="3258059" y="4581311"/>
            <a:ext cx="5860328" cy="1547346"/>
            <a:chOff x="3258059" y="4778829"/>
            <a:chExt cx="5860328" cy="1273629"/>
          </a:xfrm>
        </p:grpSpPr>
        <p:cxnSp>
          <p:nvCxnSpPr>
            <p:cNvPr id="20" name="Straight Connector 19">
              <a:extLst>
                <a:ext uri="{FF2B5EF4-FFF2-40B4-BE49-F238E27FC236}">
                  <a16:creationId xmlns:a16="http://schemas.microsoft.com/office/drawing/2014/main" id="{01FC3AA3-8866-9B05-46E7-8793FB12AFBF}"/>
                </a:ext>
              </a:extLst>
            </p:cNvPr>
            <p:cNvCxnSpPr/>
            <p:nvPr/>
          </p:nvCxnSpPr>
          <p:spPr>
            <a:xfrm>
              <a:off x="3258059" y="4778829"/>
              <a:ext cx="0" cy="1273629"/>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C3656F15-2BA4-F989-CC60-0C8DCE7FC583}"/>
                </a:ext>
              </a:extLst>
            </p:cNvPr>
            <p:cNvCxnSpPr/>
            <p:nvPr/>
          </p:nvCxnSpPr>
          <p:spPr>
            <a:xfrm>
              <a:off x="6188223" y="4778829"/>
              <a:ext cx="0" cy="1273629"/>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7D5A3376-4A75-885B-9AB9-43F7FCF579A4}"/>
                </a:ext>
              </a:extLst>
            </p:cNvPr>
            <p:cNvCxnSpPr/>
            <p:nvPr/>
          </p:nvCxnSpPr>
          <p:spPr>
            <a:xfrm>
              <a:off x="9118387" y="4778829"/>
              <a:ext cx="0" cy="1273629"/>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30566823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F23DD-93DC-2285-17FC-7ED69BE3884F}"/>
              </a:ext>
            </a:extLst>
          </p:cNvPr>
          <p:cNvSpPr>
            <a:spLocks noGrp="1"/>
          </p:cNvSpPr>
          <p:nvPr>
            <p:ph type="title"/>
          </p:nvPr>
        </p:nvSpPr>
        <p:spPr/>
        <p:txBody>
          <a:bodyPr/>
          <a:lstStyle/>
          <a:p>
            <a:r>
              <a:rPr lang="en-US">
                <a:latin typeface="Montserrat Light"/>
              </a:rPr>
              <a:t>The Engine underneath the </a:t>
            </a:r>
            <a:r>
              <a:rPr lang="en-US" err="1">
                <a:latin typeface="Montserrat Light"/>
              </a:rPr>
              <a:t>programme</a:t>
            </a:r>
            <a:endParaRPr lang="en-IN">
              <a:latin typeface="Montserrat Light"/>
            </a:endParaRPr>
          </a:p>
        </p:txBody>
      </p:sp>
      <p:sp>
        <p:nvSpPr>
          <p:cNvPr id="3" name="Slide Number Placeholder 2">
            <a:extLst>
              <a:ext uri="{FF2B5EF4-FFF2-40B4-BE49-F238E27FC236}">
                <a16:creationId xmlns:a16="http://schemas.microsoft.com/office/drawing/2014/main" id="{F7496E2E-E19A-46A8-ED9F-182EFF2020CD}"/>
              </a:ext>
            </a:extLst>
          </p:cNvPr>
          <p:cNvSpPr>
            <a:spLocks noGrp="1"/>
          </p:cNvSpPr>
          <p:nvPr>
            <p:ph type="sldNum" sz="quarter" idx="12"/>
          </p:nvPr>
        </p:nvSpPr>
        <p:spPr/>
        <p:txBody>
          <a:bodyPr/>
          <a:lstStyle/>
          <a:p>
            <a:fld id="{330EA680-D336-4FF7-8B7A-9848BB0A1C32}" type="slidenum">
              <a:rPr lang="en-US" smtClean="0"/>
              <a:t>63</a:t>
            </a:fld>
            <a:endParaRPr lang="en-US"/>
          </a:p>
        </p:txBody>
      </p:sp>
      <p:sp>
        <p:nvSpPr>
          <p:cNvPr id="4" name="Date Placeholder 3">
            <a:extLst>
              <a:ext uri="{FF2B5EF4-FFF2-40B4-BE49-F238E27FC236}">
                <a16:creationId xmlns:a16="http://schemas.microsoft.com/office/drawing/2014/main" id="{7CD15FD8-088C-832E-E95E-33C8DB944F43}"/>
              </a:ext>
            </a:extLst>
          </p:cNvPr>
          <p:cNvSpPr>
            <a:spLocks noGrp="1"/>
          </p:cNvSpPr>
          <p:nvPr>
            <p:ph type="dt" sz="half" idx="2"/>
          </p:nvPr>
        </p:nvSpPr>
        <p:spPr/>
        <p:txBody>
          <a:bodyPr/>
          <a:lstStyle/>
          <a:p>
            <a:r>
              <a:rPr lang="en-US"/>
              <a:t>© SYREN CLOUD INC – 2026 – ALL RIGHTS RESERVED</a:t>
            </a:r>
            <a:endParaRPr lang="en-US" sz="600"/>
          </a:p>
        </p:txBody>
      </p:sp>
      <p:sp>
        <p:nvSpPr>
          <p:cNvPr id="9" name="TextBox 8">
            <a:extLst>
              <a:ext uri="{FF2B5EF4-FFF2-40B4-BE49-F238E27FC236}">
                <a16:creationId xmlns:a16="http://schemas.microsoft.com/office/drawing/2014/main" id="{1D96AEE3-F21E-B812-C28C-33D107420E4E}"/>
              </a:ext>
            </a:extLst>
          </p:cNvPr>
          <p:cNvSpPr txBox="1"/>
          <p:nvPr/>
        </p:nvSpPr>
        <p:spPr>
          <a:xfrm>
            <a:off x="495300" y="1146967"/>
            <a:ext cx="11353800" cy="461665"/>
          </a:xfrm>
          <a:prstGeom prst="rect">
            <a:avLst/>
          </a:prstGeom>
          <a:noFill/>
        </p:spPr>
        <p:txBody>
          <a:bodyPr wrap="square" lIns="91440" tIns="45720" rIns="91440" bIns="45720" anchor="t">
            <a:spAutoFit/>
          </a:bodyPr>
          <a:lstStyle/>
          <a:p>
            <a:pPr>
              <a:spcBef>
                <a:spcPts val="1000"/>
              </a:spcBef>
              <a:buClr>
                <a:schemeClr val="tx1"/>
              </a:buClr>
              <a:buSzPct val="80000"/>
            </a:pPr>
            <a:r>
              <a:rPr lang="en-IN" sz="1200">
                <a:latin typeface="Montserrat"/>
              </a:rPr>
              <a:t>The Quality Workbench is a regulated, auditable case &amp; workflow platform — purpose-built so that every risk signal is traceable, every governance action is enforced, and every GenAI output is grounded in governed data.</a:t>
            </a:r>
          </a:p>
        </p:txBody>
      </p:sp>
      <p:grpSp>
        <p:nvGrpSpPr>
          <p:cNvPr id="17" name="Group 16">
            <a:extLst>
              <a:ext uri="{FF2B5EF4-FFF2-40B4-BE49-F238E27FC236}">
                <a16:creationId xmlns:a16="http://schemas.microsoft.com/office/drawing/2014/main" id="{F3100EFF-3B63-4AB9-35AB-956065E176F5}"/>
              </a:ext>
            </a:extLst>
          </p:cNvPr>
          <p:cNvGrpSpPr/>
          <p:nvPr/>
        </p:nvGrpSpPr>
        <p:grpSpPr>
          <a:xfrm>
            <a:off x="520024" y="1685993"/>
            <a:ext cx="11329076" cy="4249308"/>
            <a:chOff x="520024" y="1478451"/>
            <a:chExt cx="15154241" cy="4832471"/>
          </a:xfrm>
        </p:grpSpPr>
        <p:sp>
          <p:nvSpPr>
            <p:cNvPr id="10" name="Rectangle: Rounded Corners 9">
              <a:extLst>
                <a:ext uri="{FF2B5EF4-FFF2-40B4-BE49-F238E27FC236}">
                  <a16:creationId xmlns:a16="http://schemas.microsoft.com/office/drawing/2014/main" id="{19144049-A704-B343-4DDA-0D5CF81403E2}"/>
                </a:ext>
              </a:extLst>
            </p:cNvPr>
            <p:cNvSpPr>
              <a:spLocks/>
            </p:cNvSpPr>
            <p:nvPr/>
          </p:nvSpPr>
          <p:spPr>
            <a:xfrm>
              <a:off x="520024" y="1478451"/>
              <a:ext cx="3678743" cy="2360760"/>
            </a:xfrm>
            <a:prstGeom prst="roundRect">
              <a:avLst>
                <a:gd name="adj" fmla="val 5330"/>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t"/>
            <a:lstStyle/>
            <a:p>
              <a:pPr>
                <a:spcAft>
                  <a:spcPts val="600"/>
                </a:spcAft>
              </a:pPr>
              <a:endParaRPr lang="en-US" sz="1200">
                <a:solidFill>
                  <a:schemeClr val="tx1"/>
                </a:solidFill>
                <a:latin typeface="Montserrat" panose="00000500000000000000" pitchFamily="2" charset="0"/>
              </a:endParaRPr>
            </a:p>
            <a:p>
              <a:pPr>
                <a:spcAft>
                  <a:spcPts val="600"/>
                </a:spcAft>
              </a:pPr>
              <a:r>
                <a:rPr lang="en-US" sz="1200" b="1">
                  <a:solidFill>
                    <a:schemeClr val="bg2"/>
                  </a:solidFill>
                  <a:latin typeface="Montserrat" panose="00000500000000000000" pitchFamily="2" charset="0"/>
                </a:rPr>
                <a:t>Foundation</a:t>
              </a:r>
            </a:p>
            <a:p>
              <a:pPr>
                <a:spcAft>
                  <a:spcPts val="600"/>
                </a:spcAft>
              </a:pPr>
              <a:r>
                <a:rPr lang="en-US" sz="1200" b="1">
                  <a:solidFill>
                    <a:schemeClr val="tx1"/>
                  </a:solidFill>
                  <a:latin typeface="Montserrat" panose="00000500000000000000" pitchFamily="2" charset="0"/>
                </a:rPr>
                <a:t>Unified Risk Record System</a:t>
              </a:r>
            </a:p>
            <a:p>
              <a:pPr>
                <a:spcAft>
                  <a:spcPts val="600"/>
                </a:spcAft>
              </a:pPr>
              <a:r>
                <a:rPr lang="en-US" sz="900">
                  <a:solidFill>
                    <a:schemeClr val="tx1"/>
                  </a:solidFill>
                  <a:latin typeface="Montserrat" panose="00000500000000000000" pitchFamily="2" charset="0"/>
                </a:rPr>
                <a:t>Risks, mitigations, controls, and supplier signals all live as first-class objects with traceable links — not flat rows in a spreadsheet. Every record carries full lineage back to the workstream signal that created it.</a:t>
              </a:r>
            </a:p>
          </p:txBody>
        </p:sp>
        <p:sp>
          <p:nvSpPr>
            <p:cNvPr id="11" name="Rectangle: Rounded Corners 10">
              <a:extLst>
                <a:ext uri="{FF2B5EF4-FFF2-40B4-BE49-F238E27FC236}">
                  <a16:creationId xmlns:a16="http://schemas.microsoft.com/office/drawing/2014/main" id="{6845D74F-BD1E-3D49-80E7-11A3A3A6BAE5}"/>
                </a:ext>
              </a:extLst>
            </p:cNvPr>
            <p:cNvSpPr>
              <a:spLocks/>
            </p:cNvSpPr>
            <p:nvPr/>
          </p:nvSpPr>
          <p:spPr>
            <a:xfrm>
              <a:off x="520024" y="3950162"/>
              <a:ext cx="3678743" cy="2360760"/>
            </a:xfrm>
            <a:prstGeom prst="roundRect">
              <a:avLst>
                <a:gd name="adj" fmla="val 5330"/>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t"/>
            <a:lstStyle/>
            <a:p>
              <a:pPr>
                <a:spcAft>
                  <a:spcPts val="600"/>
                </a:spcAft>
              </a:pPr>
              <a:endParaRPr lang="en-US" sz="1200">
                <a:solidFill>
                  <a:schemeClr val="tx1"/>
                </a:solidFill>
                <a:latin typeface="Montserrat" panose="00000500000000000000" pitchFamily="2" charset="0"/>
              </a:endParaRPr>
            </a:p>
            <a:p>
              <a:pPr>
                <a:spcAft>
                  <a:spcPts val="600"/>
                </a:spcAft>
              </a:pPr>
              <a:r>
                <a:rPr lang="en-US" sz="1200" b="1">
                  <a:solidFill>
                    <a:schemeClr val="bg2"/>
                  </a:solidFill>
                  <a:latin typeface="Montserrat" panose="00000500000000000000" pitchFamily="2" charset="0"/>
                </a:rPr>
                <a:t>Notifications</a:t>
              </a:r>
            </a:p>
            <a:p>
              <a:pPr>
                <a:spcAft>
                  <a:spcPts val="600"/>
                </a:spcAft>
              </a:pPr>
              <a:r>
                <a:rPr lang="en-US" sz="1200" b="1">
                  <a:solidFill>
                    <a:schemeClr val="tx1"/>
                  </a:solidFill>
                  <a:latin typeface="Montserrat" panose="00000500000000000000" pitchFamily="2" charset="0"/>
                </a:rPr>
                <a:t>Action-driven Alerts &amp; Escalation</a:t>
              </a:r>
            </a:p>
            <a:p>
              <a:pPr>
                <a:spcAft>
                  <a:spcPts val="600"/>
                </a:spcAft>
              </a:pPr>
              <a:r>
                <a:rPr lang="en-US" sz="900">
                  <a:solidFill>
                    <a:schemeClr val="tx1"/>
                  </a:solidFill>
                  <a:latin typeface="Montserrat" panose="00000500000000000000" pitchFamily="2" charset="0"/>
                </a:rPr>
                <a:t>Every participant — internal approver, external partner, risk owner — is notified when action is required. SLA timers trigger escalation automatically. Work queues show each actor exactly what's waiting for them, with no chasing required.</a:t>
              </a:r>
            </a:p>
          </p:txBody>
        </p:sp>
        <p:sp>
          <p:nvSpPr>
            <p:cNvPr id="12" name="Rectangle: Rounded Corners 11">
              <a:extLst>
                <a:ext uri="{FF2B5EF4-FFF2-40B4-BE49-F238E27FC236}">
                  <a16:creationId xmlns:a16="http://schemas.microsoft.com/office/drawing/2014/main" id="{3F45132F-CB5F-75B4-2CCC-ECFFC18E29C5}"/>
                </a:ext>
              </a:extLst>
            </p:cNvPr>
            <p:cNvSpPr>
              <a:spLocks/>
            </p:cNvSpPr>
            <p:nvPr/>
          </p:nvSpPr>
          <p:spPr>
            <a:xfrm>
              <a:off x="4345190" y="1478451"/>
              <a:ext cx="3678743" cy="2360760"/>
            </a:xfrm>
            <a:prstGeom prst="roundRect">
              <a:avLst>
                <a:gd name="adj" fmla="val 5330"/>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t"/>
            <a:lstStyle/>
            <a:p>
              <a:pPr>
                <a:spcAft>
                  <a:spcPts val="600"/>
                </a:spcAft>
              </a:pPr>
              <a:endParaRPr lang="en-US" sz="1200">
                <a:solidFill>
                  <a:schemeClr val="tx1"/>
                </a:solidFill>
                <a:latin typeface="Montserrat" panose="00000500000000000000" pitchFamily="2" charset="0"/>
              </a:endParaRPr>
            </a:p>
            <a:p>
              <a:pPr>
                <a:spcAft>
                  <a:spcPts val="600"/>
                </a:spcAft>
              </a:pPr>
              <a:r>
                <a:rPr lang="en-US" sz="1200" b="1">
                  <a:solidFill>
                    <a:schemeClr val="bg2"/>
                  </a:solidFill>
                  <a:latin typeface="Montserrat" panose="00000500000000000000" pitchFamily="2" charset="0"/>
                </a:rPr>
                <a:t>Workflow Engine</a:t>
              </a:r>
            </a:p>
            <a:p>
              <a:pPr>
                <a:spcAft>
                  <a:spcPts val="600"/>
                </a:spcAft>
              </a:pPr>
              <a:r>
                <a:rPr lang="en-US" sz="1200" b="1">
                  <a:solidFill>
                    <a:schemeClr val="tx1"/>
                  </a:solidFill>
                  <a:latin typeface="Montserrat" panose="00000500000000000000" pitchFamily="2" charset="0"/>
                </a:rPr>
                <a:t>Governed Process Orchestration</a:t>
              </a:r>
            </a:p>
            <a:p>
              <a:pPr>
                <a:spcAft>
                  <a:spcPts val="600"/>
                </a:spcAft>
              </a:pPr>
              <a:r>
                <a:rPr lang="en-US" sz="900">
                  <a:solidFill>
                    <a:schemeClr val="tx1"/>
                  </a:solidFill>
                  <a:latin typeface="Montserrat"/>
                </a:rPr>
                <a:t>Users log risks in a structured format (CEI). Existing portal signals and human observations flow into a single governed record system. Scalable foundation for org-specific customization.</a:t>
              </a:r>
            </a:p>
          </p:txBody>
        </p:sp>
        <p:sp>
          <p:nvSpPr>
            <p:cNvPr id="13" name="Rectangle: Rounded Corners 12">
              <a:extLst>
                <a:ext uri="{FF2B5EF4-FFF2-40B4-BE49-F238E27FC236}">
                  <a16:creationId xmlns:a16="http://schemas.microsoft.com/office/drawing/2014/main" id="{300F1CF4-6AFA-CCA3-F643-519CEFA6796C}"/>
                </a:ext>
              </a:extLst>
            </p:cNvPr>
            <p:cNvSpPr>
              <a:spLocks/>
            </p:cNvSpPr>
            <p:nvPr/>
          </p:nvSpPr>
          <p:spPr>
            <a:xfrm>
              <a:off x="4345190" y="3950162"/>
              <a:ext cx="3678743" cy="2360760"/>
            </a:xfrm>
            <a:prstGeom prst="roundRect">
              <a:avLst>
                <a:gd name="adj" fmla="val 5330"/>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t"/>
            <a:lstStyle/>
            <a:p>
              <a:pPr>
                <a:spcAft>
                  <a:spcPts val="600"/>
                </a:spcAft>
              </a:pPr>
              <a:endParaRPr lang="en-US" sz="1200">
                <a:solidFill>
                  <a:schemeClr val="tx1"/>
                </a:solidFill>
                <a:latin typeface="Montserrat" panose="00000500000000000000" pitchFamily="2" charset="0"/>
              </a:endParaRPr>
            </a:p>
            <a:p>
              <a:pPr>
                <a:spcAft>
                  <a:spcPts val="600"/>
                </a:spcAft>
              </a:pPr>
              <a:r>
                <a:rPr lang="en-US" sz="1200" b="1">
                  <a:solidFill>
                    <a:schemeClr val="bg2"/>
                  </a:solidFill>
                  <a:latin typeface="Montserrat"/>
                </a:rPr>
                <a:t>Audit &amp; </a:t>
              </a:r>
              <a:r>
                <a:rPr lang="en-US" sz="1200" b="1" err="1">
                  <a:solidFill>
                    <a:schemeClr val="bg2"/>
                  </a:solidFill>
                  <a:latin typeface="Montserrat"/>
                </a:rPr>
                <a:t>GxP</a:t>
              </a:r>
              <a:endParaRPr lang="en-US" sz="1200" b="1">
                <a:solidFill>
                  <a:schemeClr val="bg2"/>
                </a:solidFill>
                <a:latin typeface="Montserrat"/>
              </a:endParaRPr>
            </a:p>
            <a:p>
              <a:pPr>
                <a:spcAft>
                  <a:spcPts val="600"/>
                </a:spcAft>
              </a:pPr>
              <a:r>
                <a:rPr lang="en-US" sz="1200" b="1">
                  <a:solidFill>
                    <a:schemeClr val="tx1"/>
                  </a:solidFill>
                  <a:latin typeface="Montserrat" panose="00000500000000000000" pitchFamily="2" charset="0"/>
                </a:rPr>
                <a:t>Full Immutable Audit Trail</a:t>
              </a:r>
            </a:p>
            <a:p>
              <a:pPr>
                <a:spcAft>
                  <a:spcPts val="600"/>
                </a:spcAft>
              </a:pPr>
              <a:r>
                <a:rPr lang="en-US" sz="900">
                  <a:solidFill>
                    <a:schemeClr val="tx1"/>
                  </a:solidFill>
                  <a:latin typeface="Montserrat" panose="00000500000000000000" pitchFamily="2" charset="0"/>
                </a:rPr>
                <a:t>Every data change, workflow transition, submission, and approval is logged — who, what, when, and in which state. Auditors can reconstruct the exact state of any risk record at any point in time. Inspection-ready by design.</a:t>
              </a:r>
            </a:p>
          </p:txBody>
        </p:sp>
        <p:sp>
          <p:nvSpPr>
            <p:cNvPr id="14" name="Rectangle: Rounded Corners 13">
              <a:extLst>
                <a:ext uri="{FF2B5EF4-FFF2-40B4-BE49-F238E27FC236}">
                  <a16:creationId xmlns:a16="http://schemas.microsoft.com/office/drawing/2014/main" id="{1B1F87F8-2E84-FCF0-11DF-5BB79633F79D}"/>
                </a:ext>
              </a:extLst>
            </p:cNvPr>
            <p:cNvSpPr>
              <a:spLocks/>
            </p:cNvSpPr>
            <p:nvPr/>
          </p:nvSpPr>
          <p:spPr>
            <a:xfrm>
              <a:off x="8170356" y="1478451"/>
              <a:ext cx="3678743" cy="2360760"/>
            </a:xfrm>
            <a:prstGeom prst="roundRect">
              <a:avLst>
                <a:gd name="adj" fmla="val 5330"/>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t"/>
            <a:lstStyle/>
            <a:p>
              <a:pPr>
                <a:spcAft>
                  <a:spcPts val="600"/>
                </a:spcAft>
              </a:pPr>
              <a:endParaRPr lang="en-US" sz="1200">
                <a:solidFill>
                  <a:schemeClr val="tx1"/>
                </a:solidFill>
                <a:latin typeface="Montserrat" panose="00000500000000000000" pitchFamily="2" charset="0"/>
              </a:endParaRPr>
            </a:p>
            <a:p>
              <a:pPr>
                <a:spcAft>
                  <a:spcPts val="600"/>
                </a:spcAft>
              </a:pPr>
              <a:r>
                <a:rPr lang="en-US" sz="1200" b="1">
                  <a:solidFill>
                    <a:schemeClr val="bg2"/>
                  </a:solidFill>
                  <a:latin typeface="Montserrat" panose="00000500000000000000" pitchFamily="2" charset="0"/>
                </a:rPr>
                <a:t>Access Control</a:t>
              </a:r>
            </a:p>
            <a:p>
              <a:pPr>
                <a:spcAft>
                  <a:spcPts val="600"/>
                </a:spcAft>
              </a:pPr>
              <a:r>
                <a:rPr lang="en-US" sz="1200" b="1">
                  <a:solidFill>
                    <a:schemeClr val="tx1"/>
                  </a:solidFill>
                  <a:latin typeface="Montserrat" panose="00000500000000000000" pitchFamily="2" charset="0"/>
                </a:rPr>
                <a:t>Role &amp; State-scoped Permissions</a:t>
              </a:r>
            </a:p>
            <a:p>
              <a:pPr>
                <a:spcAft>
                  <a:spcPts val="600"/>
                </a:spcAft>
              </a:pPr>
              <a:r>
                <a:rPr lang="en-US" sz="900">
                  <a:solidFill>
                    <a:schemeClr val="tx1"/>
                  </a:solidFill>
                  <a:latin typeface="Montserrat" panose="00000500000000000000" pitchFamily="2" charset="0"/>
                </a:rPr>
                <a:t>Internal teams, external suppliers, and cross-functional reviewers each see exactly what they need at exactly the right workflow step. Internal-only content never leaks to partner-facing views. Server-enforced, not UI-enforced.</a:t>
              </a:r>
            </a:p>
          </p:txBody>
        </p:sp>
        <p:sp>
          <p:nvSpPr>
            <p:cNvPr id="15" name="Rectangle: Rounded Corners 14">
              <a:extLst>
                <a:ext uri="{FF2B5EF4-FFF2-40B4-BE49-F238E27FC236}">
                  <a16:creationId xmlns:a16="http://schemas.microsoft.com/office/drawing/2014/main" id="{73F407CA-005C-A810-F2A3-783D1461D257}"/>
                </a:ext>
              </a:extLst>
            </p:cNvPr>
            <p:cNvSpPr>
              <a:spLocks/>
            </p:cNvSpPr>
            <p:nvPr/>
          </p:nvSpPr>
          <p:spPr>
            <a:xfrm>
              <a:off x="8170356" y="3950162"/>
              <a:ext cx="3678743" cy="2360760"/>
            </a:xfrm>
            <a:prstGeom prst="roundRect">
              <a:avLst>
                <a:gd name="adj" fmla="val 5330"/>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t"/>
            <a:lstStyle/>
            <a:p>
              <a:pPr>
                <a:spcAft>
                  <a:spcPts val="600"/>
                </a:spcAft>
              </a:pPr>
              <a:endParaRPr lang="en-US" sz="1200">
                <a:solidFill>
                  <a:schemeClr val="tx1"/>
                </a:solidFill>
                <a:latin typeface="Montserrat"/>
              </a:endParaRPr>
            </a:p>
            <a:p>
              <a:pPr>
                <a:spcAft>
                  <a:spcPts val="600"/>
                </a:spcAft>
              </a:pPr>
              <a:r>
                <a:rPr lang="en-US" sz="1200" b="1">
                  <a:solidFill>
                    <a:schemeClr val="bg2"/>
                  </a:solidFill>
                  <a:latin typeface="Montserrat" panose="00000500000000000000" pitchFamily="2" charset="0"/>
                </a:rPr>
                <a:t>Visibility</a:t>
              </a:r>
            </a:p>
            <a:p>
              <a:pPr>
                <a:spcAft>
                  <a:spcPts val="600"/>
                </a:spcAft>
              </a:pPr>
              <a:r>
                <a:rPr lang="en-US" sz="1200" b="1">
                  <a:solidFill>
                    <a:schemeClr val="tx1"/>
                  </a:solidFill>
                  <a:latin typeface="Montserrat" panose="00000500000000000000" pitchFamily="2" charset="0"/>
                </a:rPr>
                <a:t>Risk Heatmaps &amp; Governance Views</a:t>
              </a:r>
            </a:p>
            <a:p>
              <a:pPr>
                <a:spcAft>
                  <a:spcPts val="600"/>
                </a:spcAft>
              </a:pPr>
              <a:r>
                <a:rPr lang="en-US" sz="900">
                  <a:solidFill>
                    <a:schemeClr val="tx1"/>
                  </a:solidFill>
                  <a:latin typeface="Montserrat" panose="00000500000000000000" pitchFamily="2" charset="0"/>
                </a:rPr>
                <a:t>Leadership sees a live, unified risk heatmap across all workstreams — no manual aggregation. Bottlenecks, overdue reviews, and stalled workflows surface automatically. Risk posture by function, product, or region in one view.</a:t>
              </a:r>
            </a:p>
          </p:txBody>
        </p:sp>
        <p:sp>
          <p:nvSpPr>
            <p:cNvPr id="18" name="Rectangle: Rounded Corners 17">
              <a:extLst>
                <a:ext uri="{FF2B5EF4-FFF2-40B4-BE49-F238E27FC236}">
                  <a16:creationId xmlns:a16="http://schemas.microsoft.com/office/drawing/2014/main" id="{C415A144-3B02-34D4-6D35-6872FFBAAEF5}"/>
                </a:ext>
              </a:extLst>
            </p:cNvPr>
            <p:cNvSpPr>
              <a:spLocks/>
            </p:cNvSpPr>
            <p:nvPr/>
          </p:nvSpPr>
          <p:spPr>
            <a:xfrm>
              <a:off x="11995522" y="1478451"/>
              <a:ext cx="3678743" cy="2360760"/>
            </a:xfrm>
            <a:prstGeom prst="roundRect">
              <a:avLst>
                <a:gd name="adj" fmla="val 5330"/>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t"/>
            <a:lstStyle/>
            <a:p>
              <a:pPr>
                <a:spcAft>
                  <a:spcPts val="600"/>
                </a:spcAft>
              </a:pPr>
              <a:endParaRPr lang="en-US" sz="1200">
                <a:solidFill>
                  <a:schemeClr val="tx1"/>
                </a:solidFill>
                <a:latin typeface="Montserrat" panose="00000500000000000000" pitchFamily="2" charset="0"/>
              </a:endParaRPr>
            </a:p>
            <a:p>
              <a:pPr>
                <a:spcAft>
                  <a:spcPts val="600"/>
                </a:spcAft>
              </a:pPr>
              <a:r>
                <a:rPr lang="en-US" sz="1200" b="1">
                  <a:solidFill>
                    <a:schemeClr val="bg2"/>
                  </a:solidFill>
                  <a:latin typeface="Montserrat" panose="00000500000000000000" pitchFamily="2" charset="0"/>
                </a:rPr>
                <a:t>Evidence Handling</a:t>
              </a:r>
            </a:p>
            <a:p>
              <a:pPr>
                <a:spcAft>
                  <a:spcPts val="600"/>
                </a:spcAft>
              </a:pPr>
              <a:r>
                <a:rPr lang="en-US" sz="1200" b="1">
                  <a:solidFill>
                    <a:schemeClr val="tx1"/>
                  </a:solidFill>
                  <a:latin typeface="Montserrat" panose="00000500000000000000" pitchFamily="2" charset="0"/>
                </a:rPr>
                <a:t>Structured Evidence Requests</a:t>
              </a:r>
            </a:p>
            <a:p>
              <a:pPr>
                <a:spcAft>
                  <a:spcPts val="600"/>
                </a:spcAft>
              </a:pPr>
              <a:r>
                <a:rPr lang="en-US" sz="900">
                  <a:solidFill>
                    <a:schemeClr val="tx1"/>
                  </a:solidFill>
                  <a:latin typeface="Montserrat" panose="00000500000000000000" pitchFamily="2" charset="0"/>
                </a:rPr>
                <a:t>The platform requests specific documents from internal or external actors as part of workflow execution. Submissions are reviewed, accepted, rejected, or returned. All versions preserved — superseded files remain traceable for audit and inspection.</a:t>
              </a:r>
            </a:p>
          </p:txBody>
        </p:sp>
        <p:sp>
          <p:nvSpPr>
            <p:cNvPr id="19" name="Rectangle: Rounded Corners 18">
              <a:extLst>
                <a:ext uri="{FF2B5EF4-FFF2-40B4-BE49-F238E27FC236}">
                  <a16:creationId xmlns:a16="http://schemas.microsoft.com/office/drawing/2014/main" id="{BCD9E66E-17CD-ADA6-34A9-10ACB2020FB0}"/>
                </a:ext>
              </a:extLst>
            </p:cNvPr>
            <p:cNvSpPr>
              <a:spLocks/>
            </p:cNvSpPr>
            <p:nvPr/>
          </p:nvSpPr>
          <p:spPr>
            <a:xfrm>
              <a:off x="11995522" y="3950162"/>
              <a:ext cx="3678743" cy="2360760"/>
            </a:xfrm>
            <a:prstGeom prst="roundRect">
              <a:avLst>
                <a:gd name="adj" fmla="val 5330"/>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91440" rIns="91440" bIns="91440" rtlCol="0" anchor="t"/>
            <a:lstStyle/>
            <a:p>
              <a:pPr>
                <a:spcAft>
                  <a:spcPts val="600"/>
                </a:spcAft>
              </a:pPr>
              <a:endParaRPr lang="en-US" sz="1200">
                <a:solidFill>
                  <a:schemeClr val="tx1"/>
                </a:solidFill>
                <a:latin typeface="Montserrat" panose="00000500000000000000" pitchFamily="2" charset="0"/>
              </a:endParaRPr>
            </a:p>
            <a:p>
              <a:pPr>
                <a:spcAft>
                  <a:spcPts val="600"/>
                </a:spcAft>
              </a:pPr>
              <a:r>
                <a:rPr lang="en-US" sz="1200" b="1">
                  <a:solidFill>
                    <a:schemeClr val="bg2"/>
                  </a:solidFill>
                  <a:latin typeface="Montserrat" panose="00000500000000000000" pitchFamily="2" charset="0"/>
                </a:rPr>
                <a:t>GenAI Layer</a:t>
              </a:r>
            </a:p>
            <a:p>
              <a:pPr>
                <a:spcAft>
                  <a:spcPts val="600"/>
                </a:spcAft>
              </a:pPr>
              <a:r>
                <a:rPr lang="en-US" sz="1200" b="1">
                  <a:solidFill>
                    <a:schemeClr val="tx1"/>
                  </a:solidFill>
                  <a:latin typeface="Montserrat"/>
                </a:rPr>
                <a:t>Summarize, Prioritize &amp; Recommend</a:t>
              </a:r>
            </a:p>
            <a:p>
              <a:pPr>
                <a:spcAft>
                  <a:spcPts val="600"/>
                </a:spcAft>
              </a:pPr>
              <a:r>
                <a:rPr lang="en-US" sz="900">
                  <a:solidFill>
                    <a:schemeClr val="tx1"/>
                  </a:solidFill>
                  <a:latin typeface="Montserrat"/>
                </a:rPr>
                <a:t>GenAI aggregates risk signals across all workstreams, summarizes by persona, generates mitigation recommendations, and routes signals via MCP protocol. Every output grounded in governed data — no hallucinations, full traceability.</a:t>
              </a:r>
            </a:p>
          </p:txBody>
        </p:sp>
      </p:grpSp>
      <p:pic>
        <p:nvPicPr>
          <p:cNvPr id="25" name="Graphic 24">
            <a:extLst>
              <a:ext uri="{FF2B5EF4-FFF2-40B4-BE49-F238E27FC236}">
                <a16:creationId xmlns:a16="http://schemas.microsoft.com/office/drawing/2014/main" id="{823A3784-C5F7-EBC2-851C-B7F8D6658A5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767865" y="1787881"/>
            <a:ext cx="371375" cy="371375"/>
          </a:xfrm>
          <a:prstGeom prst="rect">
            <a:avLst/>
          </a:prstGeom>
        </p:spPr>
      </p:pic>
      <p:pic>
        <p:nvPicPr>
          <p:cNvPr id="27" name="Graphic 26">
            <a:extLst>
              <a:ext uri="{FF2B5EF4-FFF2-40B4-BE49-F238E27FC236}">
                <a16:creationId xmlns:a16="http://schemas.microsoft.com/office/drawing/2014/main" id="{33F75728-5E18-F792-3D0B-22ACF204A7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04835" y="1813569"/>
            <a:ext cx="319998" cy="319998"/>
          </a:xfrm>
          <a:prstGeom prst="rect">
            <a:avLst/>
          </a:prstGeom>
        </p:spPr>
      </p:pic>
      <p:pic>
        <p:nvPicPr>
          <p:cNvPr id="29" name="Graphic 28">
            <a:extLst>
              <a:ext uri="{FF2B5EF4-FFF2-40B4-BE49-F238E27FC236}">
                <a16:creationId xmlns:a16="http://schemas.microsoft.com/office/drawing/2014/main" id="{6D28BE67-2FEE-503A-9E40-77EAEABCB1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91079" y="1799757"/>
            <a:ext cx="347623" cy="347623"/>
          </a:xfrm>
          <a:prstGeom prst="rect">
            <a:avLst/>
          </a:prstGeom>
        </p:spPr>
      </p:pic>
      <p:pic>
        <p:nvPicPr>
          <p:cNvPr id="31" name="Graphic 30">
            <a:extLst>
              <a:ext uri="{FF2B5EF4-FFF2-40B4-BE49-F238E27FC236}">
                <a16:creationId xmlns:a16="http://schemas.microsoft.com/office/drawing/2014/main" id="{3FCAC013-08B1-80F2-7C19-433C7EF8A3C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375570" y="1799757"/>
            <a:ext cx="347623" cy="347623"/>
          </a:xfrm>
          <a:prstGeom prst="rect">
            <a:avLst/>
          </a:prstGeom>
        </p:spPr>
      </p:pic>
      <p:pic>
        <p:nvPicPr>
          <p:cNvPr id="33" name="Graphic 32">
            <a:extLst>
              <a:ext uri="{FF2B5EF4-FFF2-40B4-BE49-F238E27FC236}">
                <a16:creationId xmlns:a16="http://schemas.microsoft.com/office/drawing/2014/main" id="{BC8EC285-047A-18E1-5A00-B265F48ADFB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76748" y="3973455"/>
            <a:ext cx="353608" cy="353608"/>
          </a:xfrm>
          <a:prstGeom prst="rect">
            <a:avLst/>
          </a:prstGeom>
        </p:spPr>
      </p:pic>
      <p:pic>
        <p:nvPicPr>
          <p:cNvPr id="35" name="Graphic 34">
            <a:extLst>
              <a:ext uri="{FF2B5EF4-FFF2-40B4-BE49-F238E27FC236}">
                <a16:creationId xmlns:a16="http://schemas.microsoft.com/office/drawing/2014/main" id="{671D57A8-F687-33A9-379D-F8041CEEB60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683606" y="3969031"/>
            <a:ext cx="362456" cy="362456"/>
          </a:xfrm>
          <a:prstGeom prst="rect">
            <a:avLst/>
          </a:prstGeom>
        </p:spPr>
      </p:pic>
      <p:pic>
        <p:nvPicPr>
          <p:cNvPr id="37" name="Graphic 36">
            <a:extLst>
              <a:ext uri="{FF2B5EF4-FFF2-40B4-BE49-F238E27FC236}">
                <a16:creationId xmlns:a16="http://schemas.microsoft.com/office/drawing/2014/main" id="{8552EF34-A1CD-A90D-0F0D-F0E9E838A25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455681" y="3941050"/>
            <a:ext cx="418418" cy="418418"/>
          </a:xfrm>
          <a:prstGeom prst="rect">
            <a:avLst/>
          </a:prstGeom>
        </p:spPr>
      </p:pic>
      <p:pic>
        <p:nvPicPr>
          <p:cNvPr id="39" name="Graphic 38">
            <a:extLst>
              <a:ext uri="{FF2B5EF4-FFF2-40B4-BE49-F238E27FC236}">
                <a16:creationId xmlns:a16="http://schemas.microsoft.com/office/drawing/2014/main" id="{FF0327D8-DD2D-291E-E861-052553A3EED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353369" y="3954247"/>
            <a:ext cx="392024" cy="392024"/>
          </a:xfrm>
          <a:prstGeom prst="rect">
            <a:avLst/>
          </a:prstGeom>
        </p:spPr>
      </p:pic>
    </p:spTree>
    <p:extLst>
      <p:ext uri="{BB962C8B-B14F-4D97-AF65-F5344CB8AC3E}">
        <p14:creationId xmlns:p14="http://schemas.microsoft.com/office/powerpoint/2010/main" val="101456636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8F32139-DC08-EF10-0661-9309CB2AE9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EF77AF-C6D1-0BB2-559D-9255918F1D46}"/>
              </a:ext>
            </a:extLst>
          </p:cNvPr>
          <p:cNvSpPr>
            <a:spLocks noGrp="1"/>
          </p:cNvSpPr>
          <p:nvPr>
            <p:ph type="title"/>
          </p:nvPr>
        </p:nvSpPr>
        <p:spPr>
          <a:xfrm>
            <a:off x="381000" y="342899"/>
            <a:ext cx="10515600" cy="553993"/>
          </a:xfrm>
        </p:spPr>
        <p:txBody>
          <a:bodyPr/>
          <a:lstStyle/>
          <a:p>
            <a:r>
              <a:rPr lang="en-US"/>
              <a:t>Data Engineering – Data Foundation </a:t>
            </a:r>
          </a:p>
        </p:txBody>
      </p:sp>
      <p:pic>
        <p:nvPicPr>
          <p:cNvPr id="4" name="Graphic 3">
            <a:extLst>
              <a:ext uri="{FF2B5EF4-FFF2-40B4-BE49-F238E27FC236}">
                <a16:creationId xmlns:a16="http://schemas.microsoft.com/office/drawing/2014/main" id="{342E5768-BF1A-B322-1DC6-CF2B08476FB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628966" y="339769"/>
            <a:ext cx="220134" cy="228600"/>
          </a:xfrm>
          <a:prstGeom prst="rect">
            <a:avLst/>
          </a:prstGeom>
        </p:spPr>
      </p:pic>
      <p:sp>
        <p:nvSpPr>
          <p:cNvPr id="33" name="Rectangle: Rounded Corners 52">
            <a:extLst>
              <a:ext uri="{FF2B5EF4-FFF2-40B4-BE49-F238E27FC236}">
                <a16:creationId xmlns:a16="http://schemas.microsoft.com/office/drawing/2014/main" id="{A75E46BA-777F-5FA9-F641-5654FC797718}"/>
              </a:ext>
            </a:extLst>
          </p:cNvPr>
          <p:cNvSpPr/>
          <p:nvPr/>
        </p:nvSpPr>
        <p:spPr>
          <a:xfrm>
            <a:off x="536712" y="1470366"/>
            <a:ext cx="2176586" cy="1271016"/>
          </a:xfrm>
          <a:prstGeom prst="roundRect">
            <a:avLst>
              <a:gd name="adj" fmla="val 6137"/>
            </a:avLst>
          </a:prstGeom>
          <a:solidFill>
            <a:srgbClr val="1A1A1A"/>
          </a:solidFill>
          <a:ln w="12700">
            <a:solidFill>
              <a:schemeClr val="tx1"/>
            </a:solidFill>
            <a:headEnd type="oval" w="lg" len="lg"/>
            <a:tailEnd type="none"/>
          </a:ln>
          <a:effectLst/>
        </p:spPr>
        <p:style>
          <a:lnRef idx="2">
            <a:schemeClr val="accent1"/>
          </a:lnRef>
          <a:fillRef idx="0">
            <a:schemeClr val="accent1"/>
          </a:fillRef>
          <a:effectRef idx="1">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panose="020B0004020202020204"/>
              <a:ea typeface="+mn-ea"/>
              <a:cs typeface="+mn-cs"/>
            </a:endParaRPr>
          </a:p>
        </p:txBody>
      </p:sp>
      <p:sp>
        <p:nvSpPr>
          <p:cNvPr id="83" name="TextBox 82">
            <a:extLst>
              <a:ext uri="{FF2B5EF4-FFF2-40B4-BE49-F238E27FC236}">
                <a16:creationId xmlns:a16="http://schemas.microsoft.com/office/drawing/2014/main" id="{9CF14613-C1B2-6002-18A9-FB0747929B36}"/>
              </a:ext>
            </a:extLst>
          </p:cNvPr>
          <p:cNvSpPr txBox="1"/>
          <p:nvPr/>
        </p:nvSpPr>
        <p:spPr>
          <a:xfrm>
            <a:off x="604668" y="1851959"/>
            <a:ext cx="2011365" cy="507831"/>
          </a:xfrm>
          <a:prstGeom prst="rect">
            <a:avLst/>
          </a:prstGeom>
          <a:noFill/>
        </p:spPr>
        <p:txBody>
          <a:bodyPr wrap="square" rtlCol="0">
            <a:spAutoFit/>
          </a:bodyPr>
          <a:lstStyle/>
          <a:p>
            <a:pPr marR="0" lvl="0" algn="ctr" defTabSz="914400" rtl="0" eaLnBrk="1" fontAlgn="auto" latinLnBrk="0" hangingPunct="1">
              <a:lnSpc>
                <a:spcPct val="100000"/>
              </a:lnSpc>
              <a:spcBef>
                <a:spcPts val="600"/>
              </a:spcBef>
              <a:spcAft>
                <a:spcPts val="0"/>
              </a:spcAft>
              <a:buClr>
                <a:srgbClr val="F54F17"/>
              </a:buClr>
              <a:buSzTx/>
              <a:tabLst/>
              <a:defRPr/>
            </a:pPr>
            <a:r>
              <a:rPr kumimoji="0" lang="en-US" sz="900" b="0" i="0" u="none" strike="noStrike" kern="1200" cap="none" spc="0" normalizeH="0" baseline="0" noProof="0">
                <a:ln>
                  <a:noFill/>
                </a:ln>
                <a:solidFill>
                  <a:schemeClr val="bg1"/>
                </a:solidFill>
                <a:effectLst/>
                <a:uLnTx/>
                <a:uFillTx/>
                <a:latin typeface="Montserrat"/>
                <a:ea typeface="+mn-ea"/>
                <a:cs typeface="+mn-cs"/>
              </a:rPr>
              <a:t>Reduced infrastructure cost by</a:t>
            </a:r>
            <a:r>
              <a:rPr kumimoji="0" lang="en-US" sz="900" b="1" i="0" u="none" strike="noStrike" kern="1200" cap="none" spc="0" normalizeH="0" baseline="0" noProof="0">
                <a:ln>
                  <a:noFill/>
                </a:ln>
                <a:solidFill>
                  <a:schemeClr val="bg1"/>
                </a:solidFill>
                <a:effectLst/>
                <a:uLnTx/>
                <a:uFillTx/>
                <a:latin typeface="Montserrat"/>
                <a:ea typeface="+mn-ea"/>
                <a:cs typeface="+mn-cs"/>
              </a:rPr>
              <a:t> &gt;60%</a:t>
            </a:r>
            <a:r>
              <a:rPr kumimoji="0" lang="en-US" sz="900" b="0" i="0" u="none" strike="noStrike" kern="1200" cap="none" spc="0" normalizeH="0" baseline="0" noProof="0">
                <a:ln>
                  <a:noFill/>
                </a:ln>
                <a:solidFill>
                  <a:schemeClr val="bg1"/>
                </a:solidFill>
                <a:effectLst/>
                <a:uLnTx/>
                <a:uFillTx/>
                <a:latin typeface="Montserrat"/>
                <a:ea typeface="+mn-ea"/>
                <a:cs typeface="+mn-cs"/>
              </a:rPr>
              <a:t> through architectural and workflow optimizations</a:t>
            </a:r>
          </a:p>
        </p:txBody>
      </p:sp>
      <p:sp>
        <p:nvSpPr>
          <p:cNvPr id="57" name="Rectangle: Rounded Corners 52">
            <a:extLst>
              <a:ext uri="{FF2B5EF4-FFF2-40B4-BE49-F238E27FC236}">
                <a16:creationId xmlns:a16="http://schemas.microsoft.com/office/drawing/2014/main" id="{911292DE-3DF3-9AEC-CF24-9278E6ABD978}"/>
              </a:ext>
            </a:extLst>
          </p:cNvPr>
          <p:cNvSpPr/>
          <p:nvPr/>
        </p:nvSpPr>
        <p:spPr>
          <a:xfrm>
            <a:off x="2955377" y="1470365"/>
            <a:ext cx="2314958" cy="1271016"/>
          </a:xfrm>
          <a:prstGeom prst="roundRect">
            <a:avLst>
              <a:gd name="adj" fmla="val 6137"/>
            </a:avLst>
          </a:prstGeom>
          <a:solidFill>
            <a:srgbClr val="1A1A1A"/>
          </a:solidFill>
          <a:ln w="12700">
            <a:solidFill>
              <a:schemeClr val="tx1"/>
            </a:solidFill>
            <a:headEnd type="oval" w="lg" len="lg"/>
            <a:tailEnd type="none"/>
          </a:ln>
          <a:effectLst/>
        </p:spPr>
        <p:style>
          <a:lnRef idx="2">
            <a:schemeClr val="accent1"/>
          </a:lnRef>
          <a:fillRef idx="0">
            <a:schemeClr val="accent1"/>
          </a:fillRef>
          <a:effectRef idx="1">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ptos" panose="020B0004020202020204"/>
              <a:ea typeface="+mn-ea"/>
              <a:cs typeface="+mn-cs"/>
            </a:endParaRPr>
          </a:p>
        </p:txBody>
      </p:sp>
      <p:sp>
        <p:nvSpPr>
          <p:cNvPr id="58" name="TextBox 57">
            <a:extLst>
              <a:ext uri="{FF2B5EF4-FFF2-40B4-BE49-F238E27FC236}">
                <a16:creationId xmlns:a16="http://schemas.microsoft.com/office/drawing/2014/main" id="{1248911D-3093-740C-6B52-55F08E393175}"/>
              </a:ext>
            </a:extLst>
          </p:cNvPr>
          <p:cNvSpPr txBox="1"/>
          <p:nvPr/>
        </p:nvSpPr>
        <p:spPr>
          <a:xfrm>
            <a:off x="3064342" y="1714572"/>
            <a:ext cx="2097028" cy="784830"/>
          </a:xfrm>
          <a:prstGeom prst="rect">
            <a:avLst/>
          </a:prstGeom>
          <a:noFill/>
        </p:spPr>
        <p:txBody>
          <a:bodyPr wrap="square" lIns="91440" tIns="45720" rIns="91440" bIns="45720" rtlCol="0" anchor="t">
            <a:spAutoFit/>
          </a:bodyPr>
          <a:lstStyle/>
          <a:p>
            <a:pPr algn="ctr">
              <a:spcBef>
                <a:spcPts val="600"/>
              </a:spcBef>
              <a:buClr>
                <a:srgbClr val="F54F17"/>
              </a:buClr>
              <a:defRPr/>
            </a:pPr>
            <a:r>
              <a:rPr kumimoji="0" lang="en-US" sz="900" b="0" i="0" u="none" strike="noStrike" kern="1200" cap="none" spc="0" normalizeH="0" baseline="0" noProof="0">
                <a:ln>
                  <a:noFill/>
                </a:ln>
                <a:solidFill>
                  <a:schemeClr val="bg1"/>
                </a:solidFill>
                <a:effectLst/>
                <a:uLnTx/>
                <a:uFillTx/>
                <a:latin typeface="Montserrat"/>
                <a:ea typeface="+mn-ea"/>
                <a:cs typeface="+mn-cs"/>
              </a:rPr>
              <a:t>Improved stability and maintainability by simplifying architecture and implementing reusable libraries for integrations,</a:t>
            </a:r>
            <a:r>
              <a:rPr lang="en-US" sz="900">
                <a:solidFill>
                  <a:schemeClr val="bg1"/>
                </a:solidFill>
                <a:latin typeface="Montserrat"/>
              </a:rPr>
              <a:t> </a:t>
            </a:r>
            <a:r>
              <a:rPr kumimoji="0" lang="en-US" sz="900" b="0" i="0" u="none" strike="noStrike" kern="1200" cap="none" spc="0" normalizeH="0" baseline="0" noProof="0">
                <a:ln>
                  <a:noFill/>
                </a:ln>
                <a:solidFill>
                  <a:schemeClr val="bg1"/>
                </a:solidFill>
                <a:effectLst/>
                <a:uLnTx/>
                <a:uFillTx/>
                <a:latin typeface="Montserrat"/>
                <a:ea typeface="+mn-ea"/>
                <a:cs typeface="+mn-cs"/>
              </a:rPr>
              <a:t>notifications </a:t>
            </a:r>
          </a:p>
        </p:txBody>
      </p:sp>
      <p:sp>
        <p:nvSpPr>
          <p:cNvPr id="17" name="Rounded Rectangle 106">
            <a:extLst>
              <a:ext uri="{FF2B5EF4-FFF2-40B4-BE49-F238E27FC236}">
                <a16:creationId xmlns:a16="http://schemas.microsoft.com/office/drawing/2014/main" id="{275D8770-4D0B-2047-C82E-D62F0767AF1A}"/>
              </a:ext>
            </a:extLst>
          </p:cNvPr>
          <p:cNvSpPr/>
          <p:nvPr/>
        </p:nvSpPr>
        <p:spPr>
          <a:xfrm>
            <a:off x="1404641" y="1255508"/>
            <a:ext cx="2859392" cy="400597"/>
          </a:xfrm>
          <a:prstGeom prst="roundRect">
            <a:avLst>
              <a:gd name="adj" fmla="val 50000"/>
            </a:avLst>
          </a:prstGeom>
          <a:solidFill>
            <a:schemeClr val="bg2"/>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525" lvl="0" algn="ctr">
              <a:spcBef>
                <a:spcPct val="0"/>
              </a:spcBef>
              <a:defRPr/>
            </a:pPr>
            <a:r>
              <a:rPr lang="en-US" sz="1200" b="1">
                <a:solidFill>
                  <a:schemeClr val="bg1"/>
                </a:solidFill>
                <a:latin typeface="Montserrat" pitchFamily="2" charset="77"/>
              </a:rPr>
              <a:t>CDL L1 Entity Modeling</a:t>
            </a:r>
          </a:p>
        </p:txBody>
      </p:sp>
      <p:sp>
        <p:nvSpPr>
          <p:cNvPr id="70" name="Rectangle: Rounded Corners 52">
            <a:extLst>
              <a:ext uri="{FF2B5EF4-FFF2-40B4-BE49-F238E27FC236}">
                <a16:creationId xmlns:a16="http://schemas.microsoft.com/office/drawing/2014/main" id="{8CF402D2-CB01-773A-A703-FC8DB65C471F}"/>
              </a:ext>
            </a:extLst>
          </p:cNvPr>
          <p:cNvSpPr/>
          <p:nvPr/>
        </p:nvSpPr>
        <p:spPr>
          <a:xfrm>
            <a:off x="6845851" y="1470366"/>
            <a:ext cx="2185741" cy="1271016"/>
          </a:xfrm>
          <a:prstGeom prst="roundRect">
            <a:avLst>
              <a:gd name="adj" fmla="val 6137"/>
            </a:avLst>
          </a:prstGeom>
          <a:solidFill>
            <a:srgbClr val="1A1A1A"/>
          </a:solidFill>
          <a:ln w="12700">
            <a:solidFill>
              <a:schemeClr val="tx1"/>
            </a:solidFill>
            <a:headEnd type="oval" w="lg" len="lg"/>
            <a:tailEnd type="none"/>
          </a:ln>
          <a:effectLst/>
        </p:spPr>
        <p:style>
          <a:lnRef idx="2">
            <a:schemeClr val="accent1"/>
          </a:lnRef>
          <a:fillRef idx="0">
            <a:schemeClr val="accent1"/>
          </a:fillRef>
          <a:effectRef idx="1">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solidFill>
                <a:srgbClr val="000000"/>
              </a:solidFill>
              <a:latin typeface="Aptos" panose="020B0004020202020204"/>
            </a:endParaRPr>
          </a:p>
        </p:txBody>
      </p:sp>
      <p:sp>
        <p:nvSpPr>
          <p:cNvPr id="72" name="TextBox 71">
            <a:extLst>
              <a:ext uri="{FF2B5EF4-FFF2-40B4-BE49-F238E27FC236}">
                <a16:creationId xmlns:a16="http://schemas.microsoft.com/office/drawing/2014/main" id="{631CA4D1-0D4F-EEDF-3A64-D517047937F8}"/>
              </a:ext>
            </a:extLst>
          </p:cNvPr>
          <p:cNvSpPr txBox="1"/>
          <p:nvPr/>
        </p:nvSpPr>
        <p:spPr>
          <a:xfrm>
            <a:off x="6929878" y="1851959"/>
            <a:ext cx="2017686" cy="507831"/>
          </a:xfrm>
          <a:prstGeom prst="rect">
            <a:avLst/>
          </a:prstGeom>
          <a:noFill/>
        </p:spPr>
        <p:txBody>
          <a:bodyPr wrap="square" lIns="91440" tIns="45720" rIns="91440" bIns="45720" rtlCol="0" anchor="t">
            <a:spAutoFit/>
          </a:bodyPr>
          <a:lstStyle/>
          <a:p>
            <a:pPr algn="ctr">
              <a:spcBef>
                <a:spcPts val="600"/>
              </a:spcBef>
              <a:buClr>
                <a:srgbClr val="F54F17"/>
              </a:buClr>
              <a:defRPr/>
            </a:pPr>
            <a:r>
              <a:rPr lang="en-US" sz="900">
                <a:solidFill>
                  <a:srgbClr val="FEFFFF"/>
                </a:solidFill>
                <a:latin typeface="Montserrat"/>
              </a:rPr>
              <a:t>Designed and developed </a:t>
            </a:r>
            <a:r>
              <a:rPr lang="en-US" sz="900" b="1">
                <a:solidFill>
                  <a:srgbClr val="FEFFFF"/>
                </a:solidFill>
                <a:latin typeface="Montserrat"/>
              </a:rPr>
              <a:t>CDL L2 </a:t>
            </a:r>
            <a:r>
              <a:rPr lang="en-US" sz="900">
                <a:solidFill>
                  <a:srgbClr val="FEFFFF"/>
                </a:solidFill>
                <a:latin typeface="Montserrat"/>
              </a:rPr>
              <a:t>Layer to support multiple initiatives across Organization</a:t>
            </a:r>
            <a:endParaRPr kumimoji="0" lang="en-US" sz="900" i="0" u="none" strike="noStrike" kern="1200" cap="none" spc="0" normalizeH="0" baseline="0" noProof="0">
              <a:ln>
                <a:noFill/>
              </a:ln>
              <a:solidFill>
                <a:srgbClr val="FEFFFF"/>
              </a:solidFill>
              <a:effectLst/>
              <a:uLnTx/>
              <a:uFillTx/>
              <a:latin typeface="Montserrat"/>
              <a:ea typeface="+mn-ea"/>
              <a:cs typeface="+mn-cs"/>
            </a:endParaRPr>
          </a:p>
        </p:txBody>
      </p:sp>
      <p:sp>
        <p:nvSpPr>
          <p:cNvPr id="73" name="Rectangle: Rounded Corners 52">
            <a:extLst>
              <a:ext uri="{FF2B5EF4-FFF2-40B4-BE49-F238E27FC236}">
                <a16:creationId xmlns:a16="http://schemas.microsoft.com/office/drawing/2014/main" id="{63E6473F-991C-2B25-8BE7-BF074180BCA9}"/>
              </a:ext>
            </a:extLst>
          </p:cNvPr>
          <p:cNvSpPr/>
          <p:nvPr/>
        </p:nvSpPr>
        <p:spPr>
          <a:xfrm>
            <a:off x="9267304" y="1470366"/>
            <a:ext cx="2293400" cy="1271016"/>
          </a:xfrm>
          <a:prstGeom prst="roundRect">
            <a:avLst>
              <a:gd name="adj" fmla="val 6137"/>
            </a:avLst>
          </a:prstGeom>
          <a:solidFill>
            <a:srgbClr val="1A1A1A"/>
          </a:solidFill>
          <a:ln w="12700">
            <a:solidFill>
              <a:schemeClr val="tx1"/>
            </a:solidFill>
            <a:headEnd type="oval" w="lg" len="lg"/>
            <a:tailEnd type="none"/>
          </a:ln>
          <a:effectLst/>
        </p:spPr>
        <p:style>
          <a:lnRef idx="2">
            <a:schemeClr val="accent1"/>
          </a:lnRef>
          <a:fillRef idx="0">
            <a:schemeClr val="accent1"/>
          </a:fillRef>
          <a:effectRef idx="1">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solidFill>
                <a:srgbClr val="000000"/>
              </a:solidFill>
              <a:latin typeface="Aptos" panose="020B0004020202020204"/>
            </a:endParaRPr>
          </a:p>
        </p:txBody>
      </p:sp>
      <p:sp>
        <p:nvSpPr>
          <p:cNvPr id="74" name="TextBox 73">
            <a:extLst>
              <a:ext uri="{FF2B5EF4-FFF2-40B4-BE49-F238E27FC236}">
                <a16:creationId xmlns:a16="http://schemas.microsoft.com/office/drawing/2014/main" id="{9F2B0343-E7E9-0A59-3E9E-BED5A734AAAA}"/>
              </a:ext>
            </a:extLst>
          </p:cNvPr>
          <p:cNvSpPr txBox="1"/>
          <p:nvPr/>
        </p:nvSpPr>
        <p:spPr>
          <a:xfrm>
            <a:off x="9411481" y="1714572"/>
            <a:ext cx="2005047" cy="784830"/>
          </a:xfrm>
          <a:prstGeom prst="rect">
            <a:avLst/>
          </a:prstGeom>
          <a:noFill/>
        </p:spPr>
        <p:txBody>
          <a:bodyPr wrap="square" rtlCol="0">
            <a:spAutoFit/>
          </a:bodyPr>
          <a:lstStyle/>
          <a:p>
            <a:pPr lvl="0" algn="ctr">
              <a:spcBef>
                <a:spcPts val="600"/>
              </a:spcBef>
              <a:buClr>
                <a:srgbClr val="F54F17"/>
              </a:buClr>
              <a:defRPr/>
            </a:pPr>
            <a:r>
              <a:rPr lang="en-US" sz="900">
                <a:solidFill>
                  <a:srgbClr val="FEFFFF"/>
                </a:solidFill>
                <a:latin typeface="Montserrat"/>
              </a:rPr>
              <a:t>Generating, deep actionable insights  on </a:t>
            </a:r>
            <a:r>
              <a:rPr lang="en-US" sz="900" b="1">
                <a:solidFill>
                  <a:srgbClr val="FEFFFF"/>
                </a:solidFill>
                <a:latin typeface="Montserrat"/>
              </a:rPr>
              <a:t>L2</a:t>
            </a:r>
            <a:r>
              <a:rPr lang="en-US" sz="900">
                <a:solidFill>
                  <a:srgbClr val="FEFFFF"/>
                </a:solidFill>
                <a:latin typeface="Montserrat"/>
              </a:rPr>
              <a:t> utilization through implementation of logging and monitoring capability</a:t>
            </a:r>
          </a:p>
        </p:txBody>
      </p:sp>
      <p:sp>
        <p:nvSpPr>
          <p:cNvPr id="68" name="Rounded Rectangle 106">
            <a:extLst>
              <a:ext uri="{FF2B5EF4-FFF2-40B4-BE49-F238E27FC236}">
                <a16:creationId xmlns:a16="http://schemas.microsoft.com/office/drawing/2014/main" id="{A44A3E76-0C2E-DB07-60CC-7ADFE1894B9F}"/>
              </a:ext>
            </a:extLst>
          </p:cNvPr>
          <p:cNvSpPr/>
          <p:nvPr/>
        </p:nvSpPr>
        <p:spPr>
          <a:xfrm>
            <a:off x="7714217" y="1255508"/>
            <a:ext cx="2870463" cy="400597"/>
          </a:xfrm>
          <a:prstGeom prst="roundRect">
            <a:avLst>
              <a:gd name="adj" fmla="val 50000"/>
            </a:avLst>
          </a:prstGeom>
          <a:solidFill>
            <a:schemeClr val="bg2"/>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525" lvl="0" algn="ctr">
              <a:spcBef>
                <a:spcPct val="0"/>
              </a:spcBef>
              <a:defRPr/>
            </a:pPr>
            <a:r>
              <a:rPr lang="en-US" sz="1200" b="1">
                <a:solidFill>
                  <a:schemeClr val="bg1"/>
                </a:solidFill>
                <a:latin typeface="Montserrat" pitchFamily="2" charset="77"/>
              </a:rPr>
              <a:t>CDL L2 Entity Modeling</a:t>
            </a:r>
          </a:p>
        </p:txBody>
      </p:sp>
      <p:sp>
        <p:nvSpPr>
          <p:cNvPr id="8" name="TextBox 7">
            <a:extLst>
              <a:ext uri="{FF2B5EF4-FFF2-40B4-BE49-F238E27FC236}">
                <a16:creationId xmlns:a16="http://schemas.microsoft.com/office/drawing/2014/main" id="{0D341E75-95AB-AAF3-B431-906EED1D739D}"/>
              </a:ext>
            </a:extLst>
          </p:cNvPr>
          <p:cNvSpPr txBox="1"/>
          <p:nvPr/>
        </p:nvSpPr>
        <p:spPr>
          <a:xfrm>
            <a:off x="520797" y="3035180"/>
            <a:ext cx="464057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spcBef>
                <a:spcPts val="600"/>
              </a:spcBef>
              <a:buClr>
                <a:schemeClr val="bg2"/>
              </a:buClr>
              <a:buFont typeface="Wingdings" panose="05000000000000000000" pitchFamily="2" charset="2"/>
              <a:buChar char="v"/>
            </a:pPr>
            <a:r>
              <a:rPr lang="en-US" sz="1000">
                <a:latin typeface="Montserrat" pitchFamily="2" charset="77"/>
                <a:cs typeface="Arial"/>
              </a:rPr>
              <a:t>Simplified the process by providing a shared data language for business and analytical applications​</a:t>
            </a:r>
          </a:p>
        </p:txBody>
      </p:sp>
      <p:sp>
        <p:nvSpPr>
          <p:cNvPr id="16" name="TextBox 15">
            <a:extLst>
              <a:ext uri="{FF2B5EF4-FFF2-40B4-BE49-F238E27FC236}">
                <a16:creationId xmlns:a16="http://schemas.microsoft.com/office/drawing/2014/main" id="{7DB71224-7ED6-0FD8-46E2-D4A8F155AA87}"/>
              </a:ext>
            </a:extLst>
          </p:cNvPr>
          <p:cNvSpPr txBox="1"/>
          <p:nvPr/>
        </p:nvSpPr>
        <p:spPr>
          <a:xfrm>
            <a:off x="511295" y="3557582"/>
            <a:ext cx="464057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spcBef>
                <a:spcPts val="600"/>
              </a:spcBef>
              <a:buClr>
                <a:schemeClr val="bg2"/>
              </a:buClr>
              <a:buFont typeface="Wingdings" panose="05000000000000000000" pitchFamily="2" charset="2"/>
              <a:buChar char="v"/>
            </a:pPr>
            <a:r>
              <a:rPr lang="en-US" sz="1000">
                <a:latin typeface="Montserrat" pitchFamily="2" charset="77"/>
                <a:cs typeface="Arial"/>
              </a:rPr>
              <a:t>Provided a set of standardized, extensible data schemas that is published across organization.​</a:t>
            </a:r>
          </a:p>
        </p:txBody>
      </p:sp>
      <p:sp>
        <p:nvSpPr>
          <p:cNvPr id="19" name="TextBox 18">
            <a:extLst>
              <a:ext uri="{FF2B5EF4-FFF2-40B4-BE49-F238E27FC236}">
                <a16:creationId xmlns:a16="http://schemas.microsoft.com/office/drawing/2014/main" id="{7527F1C5-F010-C743-C163-CF66E9281AA1}"/>
              </a:ext>
            </a:extLst>
          </p:cNvPr>
          <p:cNvSpPr txBox="1"/>
          <p:nvPr/>
        </p:nvSpPr>
        <p:spPr>
          <a:xfrm>
            <a:off x="511295" y="4079984"/>
            <a:ext cx="464057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spcBef>
                <a:spcPts val="600"/>
              </a:spcBef>
              <a:buClr>
                <a:schemeClr val="bg2"/>
              </a:buClr>
              <a:buFont typeface="Wingdings" panose="05000000000000000000" pitchFamily="2" charset="2"/>
              <a:buChar char="v"/>
            </a:pPr>
            <a:r>
              <a:rPr lang="en-US" sz="1000">
                <a:latin typeface="Montserrat" pitchFamily="2" charset="77"/>
                <a:cs typeface="Arial"/>
              </a:rPr>
              <a:t>Published predefined schemas includes entities, attributes, semantic metadata, and relationships. ​</a:t>
            </a:r>
          </a:p>
        </p:txBody>
      </p:sp>
      <p:sp>
        <p:nvSpPr>
          <p:cNvPr id="21" name="TextBox 20">
            <a:extLst>
              <a:ext uri="{FF2B5EF4-FFF2-40B4-BE49-F238E27FC236}">
                <a16:creationId xmlns:a16="http://schemas.microsoft.com/office/drawing/2014/main" id="{57F742FB-499A-18EE-0AB4-5AC7DE59F8A8}"/>
              </a:ext>
            </a:extLst>
          </p:cNvPr>
          <p:cNvSpPr txBox="1"/>
          <p:nvPr/>
        </p:nvSpPr>
        <p:spPr>
          <a:xfrm>
            <a:off x="520798" y="5785685"/>
            <a:ext cx="463106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spcBef>
                <a:spcPts val="600"/>
              </a:spcBef>
              <a:buClr>
                <a:schemeClr val="bg2"/>
              </a:buClr>
              <a:buFont typeface="Wingdings" panose="05000000000000000000" pitchFamily="2" charset="2"/>
              <a:buChar char="v"/>
            </a:pPr>
            <a:r>
              <a:rPr lang="en-US" sz="1000">
                <a:latin typeface="Montserrat" pitchFamily="2" charset="77"/>
                <a:cs typeface="Arial"/>
              </a:rPr>
              <a:t>Included data from all ERP so development efforts can concentrate on business logic rather than common sticky transformations.​</a:t>
            </a:r>
          </a:p>
        </p:txBody>
      </p:sp>
      <p:sp>
        <p:nvSpPr>
          <p:cNvPr id="22" name="TextBox 21">
            <a:extLst>
              <a:ext uri="{FF2B5EF4-FFF2-40B4-BE49-F238E27FC236}">
                <a16:creationId xmlns:a16="http://schemas.microsoft.com/office/drawing/2014/main" id="{844D88AE-6926-A638-1A75-F61DC8EE152C}"/>
              </a:ext>
            </a:extLst>
          </p:cNvPr>
          <p:cNvSpPr txBox="1"/>
          <p:nvPr/>
        </p:nvSpPr>
        <p:spPr>
          <a:xfrm>
            <a:off x="540227" y="5263287"/>
            <a:ext cx="461163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spcBef>
                <a:spcPts val="600"/>
              </a:spcBef>
              <a:buClr>
                <a:schemeClr val="bg2"/>
              </a:buClr>
              <a:buFont typeface="Wingdings" panose="05000000000000000000" pitchFamily="2" charset="2"/>
              <a:buChar char="v"/>
            </a:pPr>
            <a:r>
              <a:rPr lang="en-US" sz="1000">
                <a:latin typeface="Montserrat" pitchFamily="2" charset="77"/>
                <a:cs typeface="Arial"/>
              </a:rPr>
              <a:t>Marketplace for the static excel/flat files/ external systems for data management ​</a:t>
            </a:r>
          </a:p>
        </p:txBody>
      </p:sp>
      <p:sp>
        <p:nvSpPr>
          <p:cNvPr id="42" name="TextBox 41">
            <a:extLst>
              <a:ext uri="{FF2B5EF4-FFF2-40B4-BE49-F238E27FC236}">
                <a16:creationId xmlns:a16="http://schemas.microsoft.com/office/drawing/2014/main" id="{67AB741A-79E0-EEF7-640A-95752447174E}"/>
              </a:ext>
            </a:extLst>
          </p:cNvPr>
          <p:cNvSpPr txBox="1"/>
          <p:nvPr/>
        </p:nvSpPr>
        <p:spPr>
          <a:xfrm>
            <a:off x="540228" y="4602386"/>
            <a:ext cx="4611640"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spcBef>
                <a:spcPts val="600"/>
              </a:spcBef>
              <a:buClr>
                <a:schemeClr val="bg2"/>
              </a:buClr>
              <a:buFont typeface="Wingdings" panose="05000000000000000000" pitchFamily="2" charset="2"/>
              <a:buChar char="v"/>
            </a:pPr>
            <a:r>
              <a:rPr lang="en-US" sz="1000">
                <a:latin typeface="Montserrat" pitchFamily="2" charset="77"/>
                <a:cs typeface="Arial"/>
              </a:rPr>
              <a:t>The schemas represent commonly used concepts and activities, such as Sales orders or Delivery or Material master to simplify the creation, aggregation, and analysis of data​</a:t>
            </a:r>
          </a:p>
        </p:txBody>
      </p:sp>
      <p:cxnSp>
        <p:nvCxnSpPr>
          <p:cNvPr id="48" name="Straight Connector 47">
            <a:extLst>
              <a:ext uri="{FF2B5EF4-FFF2-40B4-BE49-F238E27FC236}">
                <a16:creationId xmlns:a16="http://schemas.microsoft.com/office/drawing/2014/main" id="{CE5CDE82-AB5E-7E30-3CD4-299C09D1FD31}"/>
              </a:ext>
            </a:extLst>
          </p:cNvPr>
          <p:cNvCxnSpPr>
            <a:cxnSpLocks/>
          </p:cNvCxnSpPr>
          <p:nvPr/>
        </p:nvCxnSpPr>
        <p:spPr>
          <a:xfrm flipH="1">
            <a:off x="565320" y="3481047"/>
            <a:ext cx="4640574" cy="0"/>
          </a:xfrm>
          <a:prstGeom prst="line">
            <a:avLst/>
          </a:prstGeom>
          <a:ln w="12700">
            <a:solidFill>
              <a:schemeClr val="bg2"/>
            </a:solidFill>
            <a:prstDash val="dash"/>
          </a:ln>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6403DFAC-FE3F-86D7-AF97-53F02AFFB605}"/>
              </a:ext>
            </a:extLst>
          </p:cNvPr>
          <p:cNvCxnSpPr>
            <a:cxnSpLocks/>
          </p:cNvCxnSpPr>
          <p:nvPr/>
        </p:nvCxnSpPr>
        <p:spPr>
          <a:xfrm flipH="1">
            <a:off x="565320" y="4003449"/>
            <a:ext cx="4640574" cy="0"/>
          </a:xfrm>
          <a:prstGeom prst="line">
            <a:avLst/>
          </a:prstGeom>
          <a:ln w="12700">
            <a:solidFill>
              <a:schemeClr val="bg2"/>
            </a:solidFill>
            <a:prstDash val="dash"/>
          </a:ln>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20077BF6-00F4-6293-1FA0-98BD991CA173}"/>
              </a:ext>
            </a:extLst>
          </p:cNvPr>
          <p:cNvCxnSpPr>
            <a:cxnSpLocks/>
          </p:cNvCxnSpPr>
          <p:nvPr/>
        </p:nvCxnSpPr>
        <p:spPr>
          <a:xfrm flipH="1">
            <a:off x="565320" y="4525851"/>
            <a:ext cx="4640574" cy="0"/>
          </a:xfrm>
          <a:prstGeom prst="line">
            <a:avLst/>
          </a:prstGeom>
          <a:ln w="12700">
            <a:solidFill>
              <a:schemeClr val="bg2"/>
            </a:solidFill>
            <a:prstDash val="dash"/>
          </a:ln>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808CC47E-6925-0CBD-4BC9-A4B651E8E98B}"/>
              </a:ext>
            </a:extLst>
          </p:cNvPr>
          <p:cNvCxnSpPr>
            <a:cxnSpLocks/>
          </p:cNvCxnSpPr>
          <p:nvPr/>
        </p:nvCxnSpPr>
        <p:spPr>
          <a:xfrm flipH="1">
            <a:off x="565320" y="5186752"/>
            <a:ext cx="4640574" cy="0"/>
          </a:xfrm>
          <a:prstGeom prst="line">
            <a:avLst/>
          </a:prstGeom>
          <a:ln w="12700">
            <a:solidFill>
              <a:schemeClr val="bg2"/>
            </a:solidFill>
            <a:prstDash val="dash"/>
          </a:ln>
        </p:spPr>
        <p:style>
          <a:lnRef idx="2">
            <a:schemeClr val="accent1"/>
          </a:lnRef>
          <a:fillRef idx="0">
            <a:schemeClr val="accent1"/>
          </a:fillRef>
          <a:effectRef idx="1">
            <a:schemeClr val="accent1"/>
          </a:effectRef>
          <a:fontRef idx="minor">
            <a:schemeClr val="tx1"/>
          </a:fontRef>
        </p:style>
      </p:cxnSp>
      <p:cxnSp>
        <p:nvCxnSpPr>
          <p:cNvPr id="91" name="Straight Connector 90">
            <a:extLst>
              <a:ext uri="{FF2B5EF4-FFF2-40B4-BE49-F238E27FC236}">
                <a16:creationId xmlns:a16="http://schemas.microsoft.com/office/drawing/2014/main" id="{D02B24E5-5A8C-0F32-8124-85345F9736CD}"/>
              </a:ext>
            </a:extLst>
          </p:cNvPr>
          <p:cNvCxnSpPr>
            <a:cxnSpLocks/>
          </p:cNvCxnSpPr>
          <p:nvPr/>
        </p:nvCxnSpPr>
        <p:spPr>
          <a:xfrm flipH="1">
            <a:off x="565320" y="5709154"/>
            <a:ext cx="4640574" cy="0"/>
          </a:xfrm>
          <a:prstGeom prst="line">
            <a:avLst/>
          </a:prstGeom>
          <a:ln w="12700">
            <a:solidFill>
              <a:schemeClr val="bg2"/>
            </a:solidFill>
            <a:prstDash val="dash"/>
          </a:ln>
        </p:spPr>
        <p:style>
          <a:lnRef idx="2">
            <a:schemeClr val="accent1"/>
          </a:lnRef>
          <a:fillRef idx="0">
            <a:schemeClr val="accent1"/>
          </a:fillRef>
          <a:effectRef idx="1">
            <a:schemeClr val="accent1"/>
          </a:effectRef>
          <a:fontRef idx="minor">
            <a:schemeClr val="tx1"/>
          </a:fontRef>
        </p:style>
      </p:cxnSp>
      <p:sp>
        <p:nvSpPr>
          <p:cNvPr id="92" name="TextBox 91">
            <a:extLst>
              <a:ext uri="{FF2B5EF4-FFF2-40B4-BE49-F238E27FC236}">
                <a16:creationId xmlns:a16="http://schemas.microsoft.com/office/drawing/2014/main" id="{9B8BE7A0-567A-CC5E-0D7C-5DC01C4586FD}"/>
              </a:ext>
            </a:extLst>
          </p:cNvPr>
          <p:cNvSpPr txBox="1"/>
          <p:nvPr/>
        </p:nvSpPr>
        <p:spPr>
          <a:xfrm>
            <a:off x="6173793" y="3035180"/>
            <a:ext cx="539641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lnSpc>
                <a:spcPct val="100000"/>
              </a:lnSpc>
              <a:spcBef>
                <a:spcPts val="600"/>
              </a:spcBef>
              <a:spcAft>
                <a:spcPts val="600"/>
              </a:spcAft>
              <a:buClr>
                <a:schemeClr val="bg2"/>
              </a:buClr>
              <a:buSzPct val="100000"/>
              <a:buFont typeface="Wingdings" panose="05000000000000000000" pitchFamily="2" charset="2"/>
              <a:buChar char="v"/>
              <a:defRPr/>
            </a:pPr>
            <a:r>
              <a:rPr lang="en-US" sz="1000">
                <a:latin typeface="Montserrat" pitchFamily="2" charset="77"/>
                <a:cs typeface="Arial"/>
              </a:rPr>
              <a:t>Simplified the process by providing and implementing standard definition for a KPI that can be leveraged for business and analytical applications</a:t>
            </a:r>
          </a:p>
        </p:txBody>
      </p:sp>
      <p:sp>
        <p:nvSpPr>
          <p:cNvPr id="93" name="TextBox 92">
            <a:extLst>
              <a:ext uri="{FF2B5EF4-FFF2-40B4-BE49-F238E27FC236}">
                <a16:creationId xmlns:a16="http://schemas.microsoft.com/office/drawing/2014/main" id="{8DB81758-0D3E-C661-1537-F0195C11F5B1}"/>
              </a:ext>
            </a:extLst>
          </p:cNvPr>
          <p:cNvSpPr txBox="1"/>
          <p:nvPr/>
        </p:nvSpPr>
        <p:spPr>
          <a:xfrm>
            <a:off x="6164291" y="3557582"/>
            <a:ext cx="539641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lnSpc>
                <a:spcPct val="100000"/>
              </a:lnSpc>
              <a:spcBef>
                <a:spcPts val="600"/>
              </a:spcBef>
              <a:spcAft>
                <a:spcPts val="600"/>
              </a:spcAft>
              <a:buClr>
                <a:schemeClr val="bg2"/>
              </a:buClr>
              <a:buSzPct val="100000"/>
              <a:buFont typeface="Wingdings" panose="05000000000000000000" pitchFamily="2" charset="2"/>
              <a:buChar char="v"/>
              <a:defRPr/>
            </a:pPr>
            <a:r>
              <a:rPr lang="en-US" sz="1000">
                <a:latin typeface="Montserrat" pitchFamily="2" charset="77"/>
                <a:cs typeface="Arial"/>
              </a:rPr>
              <a:t>Published predefined KPI's that includes entities and relationships across different L1's used to build the KPI.</a:t>
            </a:r>
          </a:p>
        </p:txBody>
      </p:sp>
      <p:sp>
        <p:nvSpPr>
          <p:cNvPr id="94" name="TextBox 93">
            <a:extLst>
              <a:ext uri="{FF2B5EF4-FFF2-40B4-BE49-F238E27FC236}">
                <a16:creationId xmlns:a16="http://schemas.microsoft.com/office/drawing/2014/main" id="{983A67D7-38DB-0920-5854-E89DFA979C9B}"/>
              </a:ext>
            </a:extLst>
          </p:cNvPr>
          <p:cNvSpPr txBox="1"/>
          <p:nvPr/>
        </p:nvSpPr>
        <p:spPr>
          <a:xfrm>
            <a:off x="6151253" y="4079984"/>
            <a:ext cx="563501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indent="-171450">
              <a:lnSpc>
                <a:spcPct val="100000"/>
              </a:lnSpc>
              <a:spcBef>
                <a:spcPts val="600"/>
              </a:spcBef>
              <a:spcAft>
                <a:spcPts val="600"/>
              </a:spcAft>
              <a:buClr>
                <a:schemeClr val="bg2"/>
              </a:buClr>
              <a:buSzPct val="100000"/>
              <a:buFont typeface="Wingdings" panose="05000000000000000000" pitchFamily="2" charset="2"/>
              <a:buChar char="v"/>
              <a:defRPr/>
            </a:pPr>
            <a:r>
              <a:rPr lang="en-US" sz="1000">
                <a:latin typeface="Montserrat" pitchFamily="2" charset="77"/>
                <a:cs typeface="Arial"/>
              </a:rPr>
              <a:t>The schemas represent commonly used KPI's which includes Inventory, Consensus Demand, Collaborative Demand, DOS, Shipments and many more.</a:t>
            </a:r>
          </a:p>
        </p:txBody>
      </p:sp>
      <p:grpSp>
        <p:nvGrpSpPr>
          <p:cNvPr id="12" name="Group 11">
            <a:extLst>
              <a:ext uri="{FF2B5EF4-FFF2-40B4-BE49-F238E27FC236}">
                <a16:creationId xmlns:a16="http://schemas.microsoft.com/office/drawing/2014/main" id="{DACD75F9-0860-E6AF-0F05-94DA8D5FA68A}"/>
              </a:ext>
            </a:extLst>
          </p:cNvPr>
          <p:cNvGrpSpPr/>
          <p:nvPr/>
        </p:nvGrpSpPr>
        <p:grpSpPr>
          <a:xfrm>
            <a:off x="6208367" y="3481047"/>
            <a:ext cx="5578488" cy="1044804"/>
            <a:chOff x="6447237" y="3481047"/>
            <a:chExt cx="4640574" cy="1044804"/>
          </a:xfrm>
        </p:grpSpPr>
        <p:cxnSp>
          <p:nvCxnSpPr>
            <p:cNvPr id="95" name="Straight Connector 94">
              <a:extLst>
                <a:ext uri="{FF2B5EF4-FFF2-40B4-BE49-F238E27FC236}">
                  <a16:creationId xmlns:a16="http://schemas.microsoft.com/office/drawing/2014/main" id="{87A567E4-25C5-ED8E-6746-3A87B8FC2C07}"/>
                </a:ext>
              </a:extLst>
            </p:cNvPr>
            <p:cNvCxnSpPr>
              <a:cxnSpLocks/>
            </p:cNvCxnSpPr>
            <p:nvPr/>
          </p:nvCxnSpPr>
          <p:spPr>
            <a:xfrm flipH="1">
              <a:off x="6447237" y="3481047"/>
              <a:ext cx="4640574" cy="0"/>
            </a:xfrm>
            <a:prstGeom prst="line">
              <a:avLst/>
            </a:prstGeom>
            <a:ln w="12700">
              <a:solidFill>
                <a:schemeClr val="bg2"/>
              </a:solidFill>
              <a:prstDash val="dash"/>
            </a:ln>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C438AA84-41AE-ABD8-C831-4DC3B9B4B85C}"/>
                </a:ext>
              </a:extLst>
            </p:cNvPr>
            <p:cNvCxnSpPr>
              <a:cxnSpLocks/>
            </p:cNvCxnSpPr>
            <p:nvPr/>
          </p:nvCxnSpPr>
          <p:spPr>
            <a:xfrm flipH="1">
              <a:off x="6447237" y="4003449"/>
              <a:ext cx="4640574" cy="0"/>
            </a:xfrm>
            <a:prstGeom prst="line">
              <a:avLst/>
            </a:prstGeom>
            <a:ln w="12700">
              <a:solidFill>
                <a:schemeClr val="bg2"/>
              </a:solidFill>
              <a:prstDash val="dash"/>
            </a:ln>
          </p:spPr>
          <p:style>
            <a:lnRef idx="2">
              <a:schemeClr val="accent1"/>
            </a:lnRef>
            <a:fillRef idx="0">
              <a:schemeClr val="accent1"/>
            </a:fillRef>
            <a:effectRef idx="1">
              <a:schemeClr val="accent1"/>
            </a:effectRef>
            <a:fontRef idx="minor">
              <a:schemeClr val="tx1"/>
            </a:fontRef>
          </p:style>
        </p:cxnSp>
        <p:cxnSp>
          <p:nvCxnSpPr>
            <p:cNvPr id="97" name="Straight Connector 96">
              <a:extLst>
                <a:ext uri="{FF2B5EF4-FFF2-40B4-BE49-F238E27FC236}">
                  <a16:creationId xmlns:a16="http://schemas.microsoft.com/office/drawing/2014/main" id="{4F928D9E-AAFE-055A-D013-3BB1C5746404}"/>
                </a:ext>
              </a:extLst>
            </p:cNvPr>
            <p:cNvCxnSpPr>
              <a:cxnSpLocks/>
            </p:cNvCxnSpPr>
            <p:nvPr/>
          </p:nvCxnSpPr>
          <p:spPr>
            <a:xfrm flipH="1">
              <a:off x="6447237" y="4525851"/>
              <a:ext cx="4640574" cy="0"/>
            </a:xfrm>
            <a:prstGeom prst="line">
              <a:avLst/>
            </a:prstGeom>
            <a:ln w="12700">
              <a:solidFill>
                <a:schemeClr val="bg2"/>
              </a:solidFill>
              <a:prstDash val="dash"/>
            </a:ln>
          </p:spPr>
          <p:style>
            <a:lnRef idx="2">
              <a:schemeClr val="accent1"/>
            </a:lnRef>
            <a:fillRef idx="0">
              <a:schemeClr val="accent1"/>
            </a:fillRef>
            <a:effectRef idx="1">
              <a:schemeClr val="accent1"/>
            </a:effectRef>
            <a:fontRef idx="minor">
              <a:schemeClr val="tx1"/>
            </a:fontRef>
          </p:style>
        </p:cxnSp>
      </p:grpSp>
      <p:sp>
        <p:nvSpPr>
          <p:cNvPr id="103" name="Rectangle 102">
            <a:extLst>
              <a:ext uri="{FF2B5EF4-FFF2-40B4-BE49-F238E27FC236}">
                <a16:creationId xmlns:a16="http://schemas.microsoft.com/office/drawing/2014/main" id="{01ECA5AD-4420-E7BD-0D25-607443951C8E}"/>
              </a:ext>
            </a:extLst>
          </p:cNvPr>
          <p:cNvSpPr/>
          <p:nvPr/>
        </p:nvSpPr>
        <p:spPr>
          <a:xfrm>
            <a:off x="6164291" y="4716195"/>
            <a:ext cx="1837944" cy="1798905"/>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TextBox 103">
            <a:extLst>
              <a:ext uri="{FF2B5EF4-FFF2-40B4-BE49-F238E27FC236}">
                <a16:creationId xmlns:a16="http://schemas.microsoft.com/office/drawing/2014/main" id="{8AE4DC90-4EF6-26B4-C6C9-FEB47733EED2}"/>
              </a:ext>
            </a:extLst>
          </p:cNvPr>
          <p:cNvSpPr txBox="1"/>
          <p:nvPr/>
        </p:nvSpPr>
        <p:spPr>
          <a:xfrm>
            <a:off x="6131273" y="5414952"/>
            <a:ext cx="1803401" cy="1015663"/>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lvl="1"/>
            <a:r>
              <a:rPr lang="en-US" sz="1000">
                <a:latin typeface="Montserrat" panose="00000500000000000000" pitchFamily="2" charset="0"/>
                <a:cs typeface="Arial"/>
              </a:rPr>
              <a:t>Delivered </a:t>
            </a:r>
            <a:r>
              <a:rPr lang="en-US" sz="1000" b="1">
                <a:latin typeface="Montserrat" panose="00000500000000000000" pitchFamily="2" charset="0"/>
                <a:cs typeface="Arial"/>
              </a:rPr>
              <a:t>optimized ETL/ELT pipelines</a:t>
            </a:r>
            <a:r>
              <a:rPr lang="en-US" sz="1000">
                <a:latin typeface="Montserrat" panose="00000500000000000000" pitchFamily="2" charset="0"/>
                <a:cs typeface="Arial"/>
              </a:rPr>
              <a:t> with Databricks Asset Bundles for efficient data ingestion and transformation.​</a:t>
            </a:r>
          </a:p>
        </p:txBody>
      </p:sp>
      <p:sp>
        <p:nvSpPr>
          <p:cNvPr id="105" name="Rectangle 104">
            <a:extLst>
              <a:ext uri="{FF2B5EF4-FFF2-40B4-BE49-F238E27FC236}">
                <a16:creationId xmlns:a16="http://schemas.microsoft.com/office/drawing/2014/main" id="{021A676F-BD5C-06C5-3746-E6905821CB12}"/>
              </a:ext>
            </a:extLst>
          </p:cNvPr>
          <p:cNvSpPr/>
          <p:nvPr/>
        </p:nvSpPr>
        <p:spPr>
          <a:xfrm>
            <a:off x="8095686" y="4716195"/>
            <a:ext cx="1837944" cy="1798905"/>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TextBox 105">
            <a:extLst>
              <a:ext uri="{FF2B5EF4-FFF2-40B4-BE49-F238E27FC236}">
                <a16:creationId xmlns:a16="http://schemas.microsoft.com/office/drawing/2014/main" id="{97D61D39-8180-B102-13B8-2A00487210AA}"/>
              </a:ext>
            </a:extLst>
          </p:cNvPr>
          <p:cNvSpPr txBox="1"/>
          <p:nvPr/>
        </p:nvSpPr>
        <p:spPr>
          <a:xfrm>
            <a:off x="8142919" y="5414952"/>
            <a:ext cx="1692471" cy="1015663"/>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lvl="1"/>
            <a:r>
              <a:rPr lang="en-US" sz="1000">
                <a:latin typeface="Montserrat" panose="00000500000000000000" pitchFamily="2" charset="0"/>
                <a:cs typeface="Arial"/>
              </a:rPr>
              <a:t>Enhanced </a:t>
            </a:r>
            <a:r>
              <a:rPr lang="en-US" sz="1000" b="1">
                <a:latin typeface="Montserrat" panose="00000500000000000000" pitchFamily="2" charset="0"/>
                <a:cs typeface="Arial"/>
              </a:rPr>
              <a:t>data lineage tracking &amp; audit compliance </a:t>
            </a:r>
            <a:r>
              <a:rPr lang="en-US" sz="1000">
                <a:latin typeface="Montserrat" panose="00000500000000000000" pitchFamily="2" charset="0"/>
                <a:cs typeface="Arial"/>
              </a:rPr>
              <a:t>using </a:t>
            </a:r>
            <a:r>
              <a:rPr lang="en-US" sz="1000" b="1">
                <a:latin typeface="Montserrat" panose="00000500000000000000" pitchFamily="2" charset="0"/>
                <a:cs typeface="Arial"/>
              </a:rPr>
              <a:t>Unity Catalog &amp; metadata-driven frameworks</a:t>
            </a:r>
            <a:r>
              <a:rPr lang="en-US" sz="1000">
                <a:latin typeface="Montserrat" panose="00000500000000000000" pitchFamily="2" charset="0"/>
                <a:cs typeface="Arial"/>
              </a:rPr>
              <a:t>.​</a:t>
            </a:r>
          </a:p>
        </p:txBody>
      </p:sp>
      <p:sp>
        <p:nvSpPr>
          <p:cNvPr id="107" name="Rectangle 106">
            <a:extLst>
              <a:ext uri="{FF2B5EF4-FFF2-40B4-BE49-F238E27FC236}">
                <a16:creationId xmlns:a16="http://schemas.microsoft.com/office/drawing/2014/main" id="{41FEDCC1-BA26-D364-3769-3299760DAE9C}"/>
              </a:ext>
            </a:extLst>
          </p:cNvPr>
          <p:cNvSpPr/>
          <p:nvPr/>
        </p:nvSpPr>
        <p:spPr>
          <a:xfrm>
            <a:off x="10021519" y="4716195"/>
            <a:ext cx="1837944" cy="1798905"/>
          </a:xfrm>
          <a:prstGeom prst="rect">
            <a:avLst/>
          </a:prstGeom>
          <a:solidFill>
            <a:schemeClr val="bg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TextBox 107">
            <a:extLst>
              <a:ext uri="{FF2B5EF4-FFF2-40B4-BE49-F238E27FC236}">
                <a16:creationId xmlns:a16="http://schemas.microsoft.com/office/drawing/2014/main" id="{821244AD-9133-35CE-4B24-9ED9C34D64BE}"/>
              </a:ext>
            </a:extLst>
          </p:cNvPr>
          <p:cNvSpPr txBox="1"/>
          <p:nvPr/>
        </p:nvSpPr>
        <p:spPr>
          <a:xfrm>
            <a:off x="10068751" y="5414952"/>
            <a:ext cx="1665843" cy="707886"/>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lvl="1"/>
            <a:r>
              <a:rPr lang="en-US" sz="1000">
                <a:latin typeface="Montserrat" panose="00000500000000000000" pitchFamily="2" charset="0"/>
                <a:cs typeface="Arial"/>
              </a:rPr>
              <a:t>Built </a:t>
            </a:r>
            <a:r>
              <a:rPr lang="en-US" sz="1000" b="1">
                <a:latin typeface="Montserrat" panose="00000500000000000000" pitchFamily="2" charset="0"/>
                <a:cs typeface="Arial"/>
              </a:rPr>
              <a:t>self-healing pipelines</a:t>
            </a:r>
            <a:r>
              <a:rPr lang="en-US" sz="1000">
                <a:latin typeface="Montserrat" panose="00000500000000000000" pitchFamily="2" charset="0"/>
                <a:cs typeface="Arial"/>
              </a:rPr>
              <a:t> leveraging failure and automated rollback mechanisms.​</a:t>
            </a:r>
          </a:p>
        </p:txBody>
      </p:sp>
      <p:pic>
        <p:nvPicPr>
          <p:cNvPr id="112" name="Graphic 111">
            <a:extLst>
              <a:ext uri="{FF2B5EF4-FFF2-40B4-BE49-F238E27FC236}">
                <a16:creationId xmlns:a16="http://schemas.microsoft.com/office/drawing/2014/main" id="{BC3EC7D9-9453-E049-6686-06A1682B87D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6208" y="4878168"/>
            <a:ext cx="354843" cy="354843"/>
          </a:xfrm>
          <a:prstGeom prst="rect">
            <a:avLst/>
          </a:prstGeom>
        </p:spPr>
      </p:pic>
      <p:pic>
        <p:nvPicPr>
          <p:cNvPr id="114" name="Graphic 113">
            <a:extLst>
              <a:ext uri="{FF2B5EF4-FFF2-40B4-BE49-F238E27FC236}">
                <a16:creationId xmlns:a16="http://schemas.microsoft.com/office/drawing/2014/main" id="{FAA58A3A-45A8-E09C-7408-C45CC8AEB5A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96880" y="4859896"/>
            <a:ext cx="391387" cy="391387"/>
          </a:xfrm>
          <a:prstGeom prst="rect">
            <a:avLst/>
          </a:prstGeom>
        </p:spPr>
      </p:pic>
      <p:pic>
        <p:nvPicPr>
          <p:cNvPr id="116" name="Graphic 115">
            <a:extLst>
              <a:ext uri="{FF2B5EF4-FFF2-40B4-BE49-F238E27FC236}">
                <a16:creationId xmlns:a16="http://schemas.microsoft.com/office/drawing/2014/main" id="{4752E7E4-46A1-F601-F449-B0FDF4E96CF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07953" y="4817577"/>
            <a:ext cx="476025" cy="476025"/>
          </a:xfrm>
          <a:prstGeom prst="rect">
            <a:avLst/>
          </a:prstGeom>
        </p:spPr>
      </p:pic>
      <p:cxnSp>
        <p:nvCxnSpPr>
          <p:cNvPr id="7" name="Straight Arrow Connector 6">
            <a:extLst>
              <a:ext uri="{FF2B5EF4-FFF2-40B4-BE49-F238E27FC236}">
                <a16:creationId xmlns:a16="http://schemas.microsoft.com/office/drawing/2014/main" id="{E0C8F51D-96AC-DE70-2545-44DB7AD157A2}"/>
              </a:ext>
            </a:extLst>
          </p:cNvPr>
          <p:cNvCxnSpPr>
            <a:cxnSpLocks/>
          </p:cNvCxnSpPr>
          <p:nvPr/>
        </p:nvCxnSpPr>
        <p:spPr>
          <a:xfrm flipV="1">
            <a:off x="5578717" y="2105874"/>
            <a:ext cx="1034567" cy="111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84103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40E67AF-28A5-80D0-AC06-10A6828CBD6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403C67E-FF2A-8CB9-77F1-F861978F04CD}"/>
              </a:ext>
            </a:extLst>
          </p:cNvPr>
          <p:cNvSpPr/>
          <p:nvPr/>
        </p:nvSpPr>
        <p:spPr>
          <a:xfrm>
            <a:off x="10469880" y="-502892"/>
            <a:ext cx="475488" cy="219456"/>
          </a:xfrm>
          <a:prstGeom prst="rect">
            <a:avLst/>
          </a:prstGeom>
          <a:noFill/>
          <a:ln/>
        </p:spPr>
        <p:txBody>
          <a:bodyPr wrap="square" lIns="0" tIns="0" rIns="0" bIns="0" rtlCol="0" anchor="ctr"/>
          <a:lstStyle/>
          <a:p>
            <a:pPr marL="0" indent="0" algn="r">
              <a:buNone/>
            </a:pPr>
            <a:r>
              <a:rPr lang="en-US" sz="1750" b="1">
                <a:solidFill>
                  <a:srgbClr val="E2231A"/>
                </a:solidFill>
                <a:latin typeface="Aptos Display" pitchFamily="34" charset="0"/>
                <a:ea typeface="Aptos Display" pitchFamily="34" charset="-122"/>
                <a:cs typeface="Aptos Display" pitchFamily="34" charset="-120"/>
              </a:rPr>
              <a:t>J&amp;J</a:t>
            </a:r>
            <a:endParaRPr lang="en-US" sz="1750"/>
          </a:p>
        </p:txBody>
      </p:sp>
      <p:sp>
        <p:nvSpPr>
          <p:cNvPr id="3" name="Text 1">
            <a:extLst>
              <a:ext uri="{FF2B5EF4-FFF2-40B4-BE49-F238E27FC236}">
                <a16:creationId xmlns:a16="http://schemas.microsoft.com/office/drawing/2014/main" id="{A793853B-CEE3-7DE7-D0B2-63AB600682D2}"/>
              </a:ext>
            </a:extLst>
          </p:cNvPr>
          <p:cNvSpPr/>
          <p:nvPr/>
        </p:nvSpPr>
        <p:spPr>
          <a:xfrm>
            <a:off x="11045952" y="-493748"/>
            <a:ext cx="73152" cy="219456"/>
          </a:xfrm>
          <a:prstGeom prst="rect">
            <a:avLst/>
          </a:prstGeom>
          <a:noFill/>
          <a:ln/>
        </p:spPr>
        <p:txBody>
          <a:bodyPr wrap="square" lIns="0" tIns="0" rIns="0" bIns="0" rtlCol="0" anchor="ctr"/>
          <a:lstStyle/>
          <a:p>
            <a:pPr marL="0" indent="0" algn="ctr">
              <a:buNone/>
            </a:pPr>
            <a:r>
              <a:rPr lang="en-US" sz="1500">
                <a:solidFill>
                  <a:srgbClr val="111111"/>
                </a:solidFill>
                <a:latin typeface="Aptos" pitchFamily="34" charset="0"/>
                <a:ea typeface="Aptos" pitchFamily="34" charset="-122"/>
                <a:cs typeface="Aptos" pitchFamily="34" charset="-120"/>
              </a:rPr>
              <a:t>|</a:t>
            </a:r>
            <a:endParaRPr lang="en-US" sz="1500"/>
          </a:p>
        </p:txBody>
      </p:sp>
      <p:pic>
        <p:nvPicPr>
          <p:cNvPr id="4" name="Image 0" descr="/mnt/data/syren_icon_orange_crop.png">
            <a:extLst>
              <a:ext uri="{FF2B5EF4-FFF2-40B4-BE49-F238E27FC236}">
                <a16:creationId xmlns:a16="http://schemas.microsoft.com/office/drawing/2014/main" id="{EC1640DA-5C74-1C28-F3E7-4732BDF89EC2}"/>
              </a:ext>
            </a:extLst>
          </p:cNvPr>
          <p:cNvPicPr>
            <a:picLocks noChangeAspect="1"/>
          </p:cNvPicPr>
          <p:nvPr/>
        </p:nvPicPr>
        <p:blipFill>
          <a:blip r:embed="rId3"/>
          <a:stretch>
            <a:fillRect/>
          </a:stretch>
        </p:blipFill>
        <p:spPr>
          <a:xfrm>
            <a:off x="11228832" y="-489176"/>
            <a:ext cx="155448" cy="155448"/>
          </a:xfrm>
          <a:prstGeom prst="rect">
            <a:avLst/>
          </a:prstGeom>
        </p:spPr>
      </p:pic>
      <p:sp>
        <p:nvSpPr>
          <p:cNvPr id="5" name="Text 2">
            <a:extLst>
              <a:ext uri="{FF2B5EF4-FFF2-40B4-BE49-F238E27FC236}">
                <a16:creationId xmlns:a16="http://schemas.microsoft.com/office/drawing/2014/main" id="{2982CF86-0C26-358F-12DF-8CD844DD327C}"/>
              </a:ext>
            </a:extLst>
          </p:cNvPr>
          <p:cNvSpPr/>
          <p:nvPr/>
        </p:nvSpPr>
        <p:spPr>
          <a:xfrm>
            <a:off x="11420856" y="-480032"/>
            <a:ext cx="438912" cy="155448"/>
          </a:xfrm>
          <a:prstGeom prst="rect">
            <a:avLst/>
          </a:prstGeom>
          <a:noFill/>
          <a:ln/>
        </p:spPr>
        <p:txBody>
          <a:bodyPr wrap="square" lIns="0" tIns="0" rIns="0" bIns="0" rtlCol="0" anchor="ctr"/>
          <a:lstStyle/>
          <a:p>
            <a:pPr marL="0" indent="0" algn="l">
              <a:buNone/>
            </a:pPr>
            <a:r>
              <a:rPr lang="en-US" sz="920" b="1">
                <a:solidFill>
                  <a:srgbClr val="111111"/>
                </a:solidFill>
                <a:latin typeface="Aptos" pitchFamily="34" charset="0"/>
                <a:ea typeface="Aptos" pitchFamily="34" charset="-122"/>
                <a:cs typeface="Aptos" pitchFamily="34" charset="-120"/>
              </a:rPr>
              <a:t>Syren</a:t>
            </a:r>
            <a:endParaRPr lang="en-US" sz="920"/>
          </a:p>
        </p:txBody>
      </p:sp>
      <p:sp>
        <p:nvSpPr>
          <p:cNvPr id="6" name="Text 3">
            <a:extLst>
              <a:ext uri="{FF2B5EF4-FFF2-40B4-BE49-F238E27FC236}">
                <a16:creationId xmlns:a16="http://schemas.microsoft.com/office/drawing/2014/main" id="{58B7B9E8-F099-D185-3EC2-DEDC86290FBC}"/>
              </a:ext>
            </a:extLst>
          </p:cNvPr>
          <p:cNvSpPr/>
          <p:nvPr/>
        </p:nvSpPr>
        <p:spPr>
          <a:xfrm>
            <a:off x="9528048" y="-253831"/>
            <a:ext cx="2240280" cy="169277"/>
          </a:xfrm>
          <a:prstGeom prst="rect">
            <a:avLst/>
          </a:prstGeom>
          <a:noFill/>
          <a:ln/>
        </p:spPr>
        <p:txBody>
          <a:bodyPr wrap="square" lIns="0" tIns="0" rIns="0" bIns="0" rtlCol="0" anchor="ctr">
            <a:spAutoFit/>
          </a:bodyPr>
          <a:lstStyle/>
          <a:p>
            <a:pPr algn="r"/>
            <a:r>
              <a:rPr lang="en-US" sz="1100">
                <a:latin typeface="Montserrat" panose="00000500000000000000" pitchFamily="2" charset="0"/>
              </a:rPr>
              <a:t>Project proposal</a:t>
            </a:r>
          </a:p>
        </p:txBody>
      </p:sp>
      <p:pic>
        <p:nvPicPr>
          <p:cNvPr id="7" name="Image 1" descr="/mnt/data/syren_icon_orange_crop.png">
            <a:extLst>
              <a:ext uri="{FF2B5EF4-FFF2-40B4-BE49-F238E27FC236}">
                <a16:creationId xmlns:a16="http://schemas.microsoft.com/office/drawing/2014/main" id="{6D674A73-1A93-8070-DEB5-ACE89211012D}"/>
              </a:ext>
            </a:extLst>
          </p:cNvPr>
          <p:cNvPicPr>
            <a:picLocks noChangeAspect="1"/>
          </p:cNvPicPr>
          <p:nvPr/>
        </p:nvPicPr>
        <p:blipFill>
          <a:blip r:embed="rId3"/>
          <a:stretch>
            <a:fillRect/>
          </a:stretch>
        </p:blipFill>
        <p:spPr>
          <a:xfrm>
            <a:off x="384048" y="6419088"/>
            <a:ext cx="128016" cy="128016"/>
          </a:xfrm>
          <a:prstGeom prst="rect">
            <a:avLst/>
          </a:prstGeom>
        </p:spPr>
      </p:pic>
      <p:sp>
        <p:nvSpPr>
          <p:cNvPr id="8" name="Text 4">
            <a:extLst>
              <a:ext uri="{FF2B5EF4-FFF2-40B4-BE49-F238E27FC236}">
                <a16:creationId xmlns:a16="http://schemas.microsoft.com/office/drawing/2014/main" id="{7E8BC136-A2E0-E7CB-8E34-933B5D850434}"/>
              </a:ext>
            </a:extLst>
          </p:cNvPr>
          <p:cNvSpPr/>
          <p:nvPr/>
        </p:nvSpPr>
        <p:spPr>
          <a:xfrm>
            <a:off x="539496" y="6419088"/>
            <a:ext cx="384048" cy="137160"/>
          </a:xfrm>
          <a:prstGeom prst="rect">
            <a:avLst/>
          </a:prstGeom>
          <a:noFill/>
          <a:ln/>
        </p:spPr>
        <p:txBody>
          <a:bodyPr wrap="square" lIns="0" tIns="0" rIns="0" bIns="0" rtlCol="0" anchor="ctr"/>
          <a:lstStyle/>
          <a:p>
            <a:pPr marL="0" indent="0">
              <a:buNone/>
            </a:pPr>
            <a:r>
              <a:rPr lang="en-US" sz="740">
                <a:solidFill>
                  <a:srgbClr val="111111"/>
                </a:solidFill>
                <a:latin typeface="Aptos" pitchFamily="34" charset="0"/>
                <a:ea typeface="Aptos" pitchFamily="34" charset="-122"/>
                <a:cs typeface="Aptos" pitchFamily="34" charset="-120"/>
              </a:rPr>
              <a:t>Syren</a:t>
            </a:r>
            <a:endParaRPr lang="en-US" sz="740"/>
          </a:p>
        </p:txBody>
      </p:sp>
      <p:sp>
        <p:nvSpPr>
          <p:cNvPr id="9" name="Text 5">
            <a:extLst>
              <a:ext uri="{FF2B5EF4-FFF2-40B4-BE49-F238E27FC236}">
                <a16:creationId xmlns:a16="http://schemas.microsoft.com/office/drawing/2014/main" id="{DF4C04E6-C0F6-2906-891D-488923AAB8FF}"/>
              </a:ext>
            </a:extLst>
          </p:cNvPr>
          <p:cNvSpPr/>
          <p:nvPr/>
        </p:nvSpPr>
        <p:spPr>
          <a:xfrm>
            <a:off x="1060704" y="6446520"/>
            <a:ext cx="2926080" cy="118872"/>
          </a:xfrm>
          <a:prstGeom prst="rect">
            <a:avLst/>
          </a:prstGeom>
          <a:noFill/>
          <a:ln/>
        </p:spPr>
        <p:txBody>
          <a:bodyPr wrap="square" lIns="0" tIns="0" rIns="0" bIns="0" rtlCol="0" anchor="ctr"/>
          <a:lstStyle/>
          <a:p>
            <a:pPr marL="0" indent="0">
              <a:buNone/>
            </a:pPr>
            <a:r>
              <a:rPr lang="en-US" sz="570">
                <a:solidFill>
                  <a:srgbClr val="4D4D4D"/>
                </a:solidFill>
                <a:latin typeface="Aptos" pitchFamily="34" charset="0"/>
                <a:ea typeface="Aptos" pitchFamily="34" charset="-122"/>
                <a:cs typeface="Aptos" pitchFamily="34" charset="-120"/>
              </a:rPr>
              <a:t>© SYREN CLOUD INC – 2026 – ALL RIGHTS RESERVED</a:t>
            </a:r>
            <a:endParaRPr lang="en-US" sz="570"/>
          </a:p>
        </p:txBody>
      </p:sp>
      <p:sp>
        <p:nvSpPr>
          <p:cNvPr id="10" name="Text 6">
            <a:extLst>
              <a:ext uri="{FF2B5EF4-FFF2-40B4-BE49-F238E27FC236}">
                <a16:creationId xmlns:a16="http://schemas.microsoft.com/office/drawing/2014/main" id="{41D216BC-1454-8221-14BF-F4FBD7CB7CCA}"/>
              </a:ext>
            </a:extLst>
          </p:cNvPr>
          <p:cNvSpPr/>
          <p:nvPr/>
        </p:nvSpPr>
        <p:spPr>
          <a:xfrm>
            <a:off x="11686032" y="6428232"/>
            <a:ext cx="164592" cy="128016"/>
          </a:xfrm>
          <a:prstGeom prst="rect">
            <a:avLst/>
          </a:prstGeom>
          <a:noFill/>
          <a:ln/>
        </p:spPr>
        <p:txBody>
          <a:bodyPr wrap="square" lIns="0" tIns="0" rIns="0" bIns="0" rtlCol="0" anchor="ctr"/>
          <a:lstStyle/>
          <a:p>
            <a:pPr marL="0" indent="0" algn="r">
              <a:buNone/>
            </a:pPr>
            <a:r>
              <a:rPr lang="en-US" sz="650">
                <a:solidFill>
                  <a:srgbClr val="111111"/>
                </a:solidFill>
                <a:latin typeface="Aptos" pitchFamily="34" charset="0"/>
                <a:ea typeface="Aptos" pitchFamily="34" charset="-122"/>
                <a:cs typeface="Aptos" pitchFamily="34" charset="-120"/>
              </a:rPr>
              <a:t>1</a:t>
            </a:r>
            <a:endParaRPr lang="en-US" sz="650"/>
          </a:p>
        </p:txBody>
      </p:sp>
      <p:sp>
        <p:nvSpPr>
          <p:cNvPr id="12" name="Text 8">
            <a:extLst>
              <a:ext uri="{FF2B5EF4-FFF2-40B4-BE49-F238E27FC236}">
                <a16:creationId xmlns:a16="http://schemas.microsoft.com/office/drawing/2014/main" id="{0A8FA7C6-9161-CAEF-2933-80E185F408EF}"/>
              </a:ext>
            </a:extLst>
          </p:cNvPr>
          <p:cNvSpPr/>
          <p:nvPr/>
        </p:nvSpPr>
        <p:spPr>
          <a:xfrm>
            <a:off x="493776" y="964635"/>
            <a:ext cx="9976104" cy="169277"/>
          </a:xfrm>
          <a:prstGeom prst="rect">
            <a:avLst/>
          </a:prstGeom>
          <a:noFill/>
          <a:ln/>
        </p:spPr>
        <p:txBody>
          <a:bodyPr wrap="square" lIns="0" tIns="0" rIns="0" bIns="0" rtlCol="0" anchor="ctr">
            <a:spAutoFit/>
          </a:bodyPr>
          <a:lstStyle/>
          <a:p>
            <a:pPr marL="0" indent="0">
              <a:buNone/>
            </a:pPr>
            <a:r>
              <a:rPr lang="en-US" sz="1100">
                <a:latin typeface="Montserrat" panose="00000500000000000000" pitchFamily="2" charset="0"/>
                <a:ea typeface="Aptos" pitchFamily="34" charset="-122"/>
                <a:cs typeface="Aptos" pitchFamily="34" charset="-120"/>
              </a:rPr>
              <a:t>New project proposal | governed Silver/Gold supply-chain data products for MedTech reporting, planning and digital consumers</a:t>
            </a:r>
          </a:p>
        </p:txBody>
      </p:sp>
      <p:sp>
        <p:nvSpPr>
          <p:cNvPr id="14" name="Shape 10">
            <a:extLst>
              <a:ext uri="{FF2B5EF4-FFF2-40B4-BE49-F238E27FC236}">
                <a16:creationId xmlns:a16="http://schemas.microsoft.com/office/drawing/2014/main" id="{8987E539-8903-96FE-928F-CB9A0D9E3DF5}"/>
              </a:ext>
            </a:extLst>
          </p:cNvPr>
          <p:cNvSpPr/>
          <p:nvPr/>
        </p:nvSpPr>
        <p:spPr>
          <a:xfrm>
            <a:off x="512064" y="1298448"/>
            <a:ext cx="2148840" cy="4498848"/>
          </a:xfrm>
          <a:prstGeom prst="roundRect">
            <a:avLst>
              <a:gd name="adj" fmla="val 6324"/>
            </a:avLst>
          </a:prstGeom>
          <a:solidFill>
            <a:schemeClr val="accent1"/>
          </a:solidFill>
          <a:ln w="12700">
            <a:solidFill>
              <a:schemeClr val="bg2"/>
            </a:solidFill>
            <a:prstDash val="solid"/>
          </a:ln>
        </p:spPr>
        <p:txBody>
          <a:bodyPr/>
          <a:lstStyle/>
          <a:p>
            <a:endParaRPr lang="en-US"/>
          </a:p>
        </p:txBody>
      </p:sp>
      <p:sp>
        <p:nvSpPr>
          <p:cNvPr id="16" name="Text 12">
            <a:extLst>
              <a:ext uri="{FF2B5EF4-FFF2-40B4-BE49-F238E27FC236}">
                <a16:creationId xmlns:a16="http://schemas.microsoft.com/office/drawing/2014/main" id="{3AB41076-DA6C-3A20-D39D-803225AB1331}"/>
              </a:ext>
            </a:extLst>
          </p:cNvPr>
          <p:cNvSpPr/>
          <p:nvPr/>
        </p:nvSpPr>
        <p:spPr>
          <a:xfrm>
            <a:off x="731520" y="1371600"/>
            <a:ext cx="1709928" cy="493776"/>
          </a:xfrm>
          <a:prstGeom prst="rect">
            <a:avLst/>
          </a:prstGeom>
          <a:noFill/>
          <a:ln/>
        </p:spPr>
        <p:txBody>
          <a:bodyPr wrap="square" lIns="0" tIns="0" rIns="0" bIns="0" rtlCol="0" anchor="ctr">
            <a:normAutofit/>
          </a:bodyPr>
          <a:lstStyle/>
          <a:p>
            <a:pPr marL="0" indent="0">
              <a:buNone/>
            </a:pPr>
            <a:r>
              <a:rPr lang="en-US" sz="1400" b="1">
                <a:solidFill>
                  <a:srgbClr val="111111"/>
                </a:solidFill>
                <a:latin typeface="Montserrat" panose="00000500000000000000" pitchFamily="2" charset="0"/>
                <a:ea typeface="Aptos Display" pitchFamily="34" charset="-122"/>
                <a:cs typeface="Aptos Display" pitchFamily="34" charset="-120"/>
              </a:rPr>
              <a:t>What J&amp;J gains</a:t>
            </a:r>
            <a:endParaRPr lang="en-US" sz="1400">
              <a:latin typeface="Montserrat" panose="00000500000000000000" pitchFamily="2" charset="0"/>
            </a:endParaRPr>
          </a:p>
        </p:txBody>
      </p:sp>
      <p:sp>
        <p:nvSpPr>
          <p:cNvPr id="17" name="Text 13">
            <a:extLst>
              <a:ext uri="{FF2B5EF4-FFF2-40B4-BE49-F238E27FC236}">
                <a16:creationId xmlns:a16="http://schemas.microsoft.com/office/drawing/2014/main" id="{DFFEEB33-306E-ED7D-8CF9-5E1B3AC555B1}"/>
              </a:ext>
            </a:extLst>
          </p:cNvPr>
          <p:cNvSpPr/>
          <p:nvPr/>
        </p:nvSpPr>
        <p:spPr>
          <a:xfrm>
            <a:off x="731520" y="1874548"/>
            <a:ext cx="1709928" cy="3273552"/>
          </a:xfrm>
          <a:prstGeom prst="rect">
            <a:avLst/>
          </a:prstGeom>
          <a:noFill/>
          <a:ln/>
        </p:spPr>
        <p:txBody>
          <a:bodyPr wrap="square" lIns="0" tIns="0" rIns="0" bIns="0" rtlCol="0" anchor="t">
            <a:normAutofit/>
          </a:bodyPr>
          <a:lstStyle/>
          <a:p>
            <a:pPr marL="171450" indent="-171450">
              <a:spcAft>
                <a:spcPts val="600"/>
              </a:spcAft>
              <a:buFont typeface="Wingdings" panose="05000000000000000000" pitchFamily="2" charset="2"/>
              <a:buChar char="v"/>
            </a:pPr>
            <a:r>
              <a:rPr lang="en-US" sz="1000">
                <a:latin typeface="Montserrat" panose="00000500000000000000" pitchFamily="2" charset="0"/>
                <a:ea typeface="Aptos" pitchFamily="34" charset="-122"/>
                <a:cs typeface="Aptos" pitchFamily="34" charset="-120"/>
              </a:rPr>
              <a:t>Curated MedTech L1 data products that simplify complex ERP structures</a:t>
            </a:r>
          </a:p>
          <a:p>
            <a:pPr marL="171450" indent="-171450">
              <a:spcAft>
                <a:spcPts val="600"/>
              </a:spcAft>
              <a:buFont typeface="Wingdings" panose="05000000000000000000" pitchFamily="2" charset="2"/>
              <a:buChar char="v"/>
            </a:pPr>
            <a:r>
              <a:rPr lang="en-US" sz="1000">
                <a:latin typeface="Montserrat" panose="00000500000000000000" pitchFamily="2" charset="0"/>
                <a:ea typeface="Aptos" pitchFamily="34" charset="-122"/>
                <a:cs typeface="Aptos" pitchFamily="34" charset="-120"/>
              </a:rPr>
              <a:t>Common vocabulary for strategic enterprise metrics and downstream consumers</a:t>
            </a:r>
          </a:p>
          <a:p>
            <a:pPr marL="171450" indent="-171450">
              <a:spcAft>
                <a:spcPts val="600"/>
              </a:spcAft>
              <a:buFont typeface="Wingdings" panose="05000000000000000000" pitchFamily="2" charset="2"/>
              <a:buChar char="v"/>
            </a:pPr>
            <a:r>
              <a:rPr lang="en-US" sz="1000">
                <a:latin typeface="Montserrat" panose="00000500000000000000" pitchFamily="2" charset="0"/>
                <a:ea typeface="Aptos" pitchFamily="34" charset="-122"/>
                <a:cs typeface="Aptos" pitchFamily="34" charset="-120"/>
              </a:rPr>
              <a:t>High-quality Silver and Gold datasets for analytics, planning and data science</a:t>
            </a:r>
          </a:p>
          <a:p>
            <a:pPr marL="171450" indent="-171450">
              <a:spcAft>
                <a:spcPts val="600"/>
              </a:spcAft>
              <a:buFont typeface="Wingdings" panose="05000000000000000000" pitchFamily="2" charset="2"/>
              <a:buChar char="v"/>
            </a:pPr>
            <a:r>
              <a:rPr lang="en-US" sz="1000">
                <a:latin typeface="Montserrat" panose="00000500000000000000" pitchFamily="2" charset="0"/>
                <a:ea typeface="Aptos" pitchFamily="34" charset="-122"/>
                <a:cs typeface="Aptos" pitchFamily="34" charset="-120"/>
              </a:rPr>
              <a:t>Release-ready governance for source conversions, mappings and ongoing enhancements</a:t>
            </a:r>
          </a:p>
        </p:txBody>
      </p:sp>
      <p:sp>
        <p:nvSpPr>
          <p:cNvPr id="18" name="Shape 14">
            <a:extLst>
              <a:ext uri="{FF2B5EF4-FFF2-40B4-BE49-F238E27FC236}">
                <a16:creationId xmlns:a16="http://schemas.microsoft.com/office/drawing/2014/main" id="{ED0EC1D7-A939-88CB-8A63-BC57AC1D5CAB}"/>
              </a:ext>
            </a:extLst>
          </p:cNvPr>
          <p:cNvSpPr/>
          <p:nvPr/>
        </p:nvSpPr>
        <p:spPr>
          <a:xfrm>
            <a:off x="2816352" y="1316764"/>
            <a:ext cx="2788920" cy="2148840"/>
          </a:xfrm>
          <a:prstGeom prst="roundRect">
            <a:avLst>
              <a:gd name="adj" fmla="val 6324"/>
            </a:avLst>
          </a:prstGeom>
          <a:noFill/>
          <a:ln w="10160">
            <a:solidFill>
              <a:schemeClr val="bg2"/>
            </a:solidFill>
            <a:prstDash val="solid"/>
          </a:ln>
        </p:spPr>
        <p:txBody>
          <a:bodyPr/>
          <a:lstStyle/>
          <a:p>
            <a:endParaRPr lang="en-US"/>
          </a:p>
        </p:txBody>
      </p:sp>
      <p:sp>
        <p:nvSpPr>
          <p:cNvPr id="20" name="Text 16">
            <a:extLst>
              <a:ext uri="{FF2B5EF4-FFF2-40B4-BE49-F238E27FC236}">
                <a16:creationId xmlns:a16="http://schemas.microsoft.com/office/drawing/2014/main" id="{03133741-AC5C-2397-43D1-E93CE1BFCF5A}"/>
              </a:ext>
            </a:extLst>
          </p:cNvPr>
          <p:cNvSpPr/>
          <p:nvPr/>
        </p:nvSpPr>
        <p:spPr>
          <a:xfrm>
            <a:off x="2999231" y="1298447"/>
            <a:ext cx="377613" cy="424519"/>
          </a:xfrm>
          <a:prstGeom prst="flowChartOffpageConnector">
            <a:avLst/>
          </a:prstGeom>
          <a:solidFill>
            <a:schemeClr val="bg2"/>
          </a:solidFill>
          <a:ln/>
        </p:spPr>
        <p:txBody>
          <a:bodyPr wrap="square" lIns="0" tIns="0" rIns="0" bIns="0" rtlCol="0" anchor="ctr"/>
          <a:lstStyle/>
          <a:p>
            <a:pPr marL="0" indent="0" algn="ctr">
              <a:buNone/>
            </a:pPr>
            <a:r>
              <a:rPr lang="en-US" sz="1200" b="1">
                <a:solidFill>
                  <a:schemeClr val="bg1"/>
                </a:solidFill>
                <a:latin typeface="Montserrat" panose="00000500000000000000" pitchFamily="2" charset="0"/>
                <a:ea typeface="Aptos" pitchFamily="34" charset="-122"/>
                <a:cs typeface="Aptos" pitchFamily="34" charset="-120"/>
              </a:rPr>
              <a:t>1</a:t>
            </a:r>
            <a:endParaRPr lang="en-US" sz="1200">
              <a:solidFill>
                <a:schemeClr val="bg1"/>
              </a:solidFill>
              <a:latin typeface="Montserrat" panose="00000500000000000000" pitchFamily="2" charset="0"/>
            </a:endParaRPr>
          </a:p>
        </p:txBody>
      </p:sp>
      <p:sp>
        <p:nvSpPr>
          <p:cNvPr id="21" name="Text 17">
            <a:extLst>
              <a:ext uri="{FF2B5EF4-FFF2-40B4-BE49-F238E27FC236}">
                <a16:creationId xmlns:a16="http://schemas.microsoft.com/office/drawing/2014/main" id="{5F986D7E-86AA-B1D7-5DCA-6011D1234204}"/>
              </a:ext>
            </a:extLst>
          </p:cNvPr>
          <p:cNvSpPr/>
          <p:nvPr/>
        </p:nvSpPr>
        <p:spPr>
          <a:xfrm>
            <a:off x="3456432" y="1463040"/>
            <a:ext cx="2002536" cy="310896"/>
          </a:xfrm>
          <a:prstGeom prst="rect">
            <a:avLst/>
          </a:prstGeom>
          <a:noFill/>
          <a:ln/>
        </p:spPr>
        <p:txBody>
          <a:bodyPr wrap="square" lIns="0" tIns="0" rIns="0" bIns="0" rtlCol="0" anchor="ctr">
            <a:normAutofit/>
          </a:bodyPr>
          <a:lstStyle/>
          <a:p>
            <a:pPr marL="0" indent="0">
              <a:buNone/>
            </a:pPr>
            <a:r>
              <a:rPr lang="en-US" sz="1200" b="1">
                <a:solidFill>
                  <a:srgbClr val="111111"/>
                </a:solidFill>
                <a:latin typeface="Montserrat" panose="00000500000000000000" pitchFamily="2" charset="0"/>
                <a:ea typeface="Aptos" pitchFamily="34" charset="-122"/>
                <a:cs typeface="Aptos" pitchFamily="34" charset="-120"/>
              </a:rPr>
              <a:t>Curation Scope</a:t>
            </a:r>
          </a:p>
        </p:txBody>
      </p:sp>
      <p:sp>
        <p:nvSpPr>
          <p:cNvPr id="22" name="Text 18">
            <a:extLst>
              <a:ext uri="{FF2B5EF4-FFF2-40B4-BE49-F238E27FC236}">
                <a16:creationId xmlns:a16="http://schemas.microsoft.com/office/drawing/2014/main" id="{868DA8E1-90DB-5022-2AF5-12A5760F3089}"/>
              </a:ext>
            </a:extLst>
          </p:cNvPr>
          <p:cNvSpPr/>
          <p:nvPr/>
        </p:nvSpPr>
        <p:spPr>
          <a:xfrm>
            <a:off x="3035808" y="2011680"/>
            <a:ext cx="2350008" cy="1234440"/>
          </a:xfrm>
          <a:prstGeom prst="rect">
            <a:avLst/>
          </a:prstGeom>
          <a:noFill/>
          <a:ln/>
        </p:spPr>
        <p:txBody>
          <a:bodyPr wrap="square" lIns="254" tIns="254" rIns="254" bIns="254" rtlCol="0" anchor="t">
            <a:noAutofit/>
          </a:bodyPr>
          <a:lstStyle/>
          <a:p>
            <a:pPr>
              <a:spcAft>
                <a:spcPts val="600"/>
              </a:spcAft>
            </a:pPr>
            <a:r>
              <a:rPr lang="en-US" sz="800" b="1">
                <a:latin typeface="Montserrat" panose="00000500000000000000" pitchFamily="2" charset="0"/>
                <a:ea typeface="Aptos" pitchFamily="34" charset="-122"/>
                <a:cs typeface="Aptos" pitchFamily="34" charset="-120"/>
              </a:rPr>
              <a:t>Core domains: </a:t>
            </a:r>
            <a:r>
              <a:rPr lang="en-US" sz="800">
                <a:latin typeface="Montserrat" panose="00000500000000000000" pitchFamily="2" charset="0"/>
                <a:ea typeface="Aptos" pitchFamily="34" charset="-122"/>
                <a:cs typeface="Aptos" pitchFamily="34" charset="-120"/>
              </a:rPr>
              <a:t>Material, Inventory, Delivery, BOM, Order Management and related supply-chain objects.
</a:t>
            </a:r>
            <a:r>
              <a:rPr lang="en-US" sz="800" b="1">
                <a:latin typeface="Montserrat" panose="00000500000000000000" pitchFamily="2" charset="0"/>
                <a:ea typeface="Aptos" pitchFamily="34" charset="-122"/>
                <a:cs typeface="Aptos" pitchFamily="34" charset="-120"/>
              </a:rPr>
              <a:t>Multi-source: </a:t>
            </a:r>
            <a:r>
              <a:rPr lang="en-US" sz="800">
                <a:latin typeface="Montserrat" panose="00000500000000000000" pitchFamily="2" charset="0"/>
                <a:ea typeface="Aptos" pitchFamily="34" charset="-122"/>
                <a:cs typeface="Aptos" pitchFamily="34" charset="-120"/>
              </a:rPr>
              <a:t>standardized patterns for SAP/JDE source-system variants and sector-specific logic.
</a:t>
            </a:r>
            <a:r>
              <a:rPr lang="en-US" sz="800" b="1">
                <a:latin typeface="Montserrat" panose="00000500000000000000" pitchFamily="2" charset="0"/>
                <a:ea typeface="Aptos" pitchFamily="34" charset="-122"/>
                <a:cs typeface="Aptos" pitchFamily="34" charset="-120"/>
              </a:rPr>
              <a:t>Consumption: </a:t>
            </a:r>
            <a:r>
              <a:rPr lang="en-US" sz="800">
                <a:latin typeface="Montserrat" panose="00000500000000000000" pitchFamily="2" charset="0"/>
                <a:ea typeface="Aptos" pitchFamily="34" charset="-122"/>
                <a:cs typeface="Aptos" pitchFamily="34" charset="-120"/>
              </a:rPr>
              <a:t>analytics-ready tables/views for Power BI, SQL analytics, data science and downstream apps.</a:t>
            </a:r>
            <a:endParaRPr lang="en-US" sz="800">
              <a:latin typeface="Montserrat" panose="00000500000000000000" pitchFamily="2" charset="0"/>
            </a:endParaRPr>
          </a:p>
        </p:txBody>
      </p:sp>
      <p:sp>
        <p:nvSpPr>
          <p:cNvPr id="23" name="Shape 19">
            <a:extLst>
              <a:ext uri="{FF2B5EF4-FFF2-40B4-BE49-F238E27FC236}">
                <a16:creationId xmlns:a16="http://schemas.microsoft.com/office/drawing/2014/main" id="{341F593D-8AC4-A0C2-99AE-31B733E94E3F}"/>
              </a:ext>
            </a:extLst>
          </p:cNvPr>
          <p:cNvSpPr/>
          <p:nvPr/>
        </p:nvSpPr>
        <p:spPr>
          <a:xfrm>
            <a:off x="5806440" y="1298448"/>
            <a:ext cx="2788920" cy="2148840"/>
          </a:xfrm>
          <a:prstGeom prst="roundRect">
            <a:avLst>
              <a:gd name="adj" fmla="val 6915"/>
            </a:avLst>
          </a:prstGeom>
          <a:noFill/>
          <a:ln w="10160">
            <a:solidFill>
              <a:schemeClr val="bg2"/>
            </a:solidFill>
            <a:prstDash val="solid"/>
          </a:ln>
        </p:spPr>
        <p:txBody>
          <a:bodyPr/>
          <a:lstStyle/>
          <a:p>
            <a:endParaRPr lang="en-US"/>
          </a:p>
        </p:txBody>
      </p:sp>
      <p:sp>
        <p:nvSpPr>
          <p:cNvPr id="25" name="Text 21">
            <a:extLst>
              <a:ext uri="{FF2B5EF4-FFF2-40B4-BE49-F238E27FC236}">
                <a16:creationId xmlns:a16="http://schemas.microsoft.com/office/drawing/2014/main" id="{9C7DB83B-D42F-E692-E614-A5972A2D582E}"/>
              </a:ext>
            </a:extLst>
          </p:cNvPr>
          <p:cNvSpPr/>
          <p:nvPr/>
        </p:nvSpPr>
        <p:spPr>
          <a:xfrm>
            <a:off x="5989319" y="1298447"/>
            <a:ext cx="377613" cy="424519"/>
          </a:xfrm>
          <a:prstGeom prst="flowChartOffpageConnector">
            <a:avLst/>
          </a:prstGeom>
          <a:solidFill>
            <a:schemeClr val="bg2"/>
          </a:solidFill>
          <a:ln/>
        </p:spPr>
        <p:txBody>
          <a:bodyPr wrap="square" lIns="0" tIns="0" rIns="0" bIns="0" rtlCol="0" anchor="ctr"/>
          <a:lstStyle/>
          <a:p>
            <a:pPr marL="0" indent="0" algn="ctr">
              <a:buNone/>
            </a:pPr>
            <a:r>
              <a:rPr lang="en-US" sz="1200" b="1">
                <a:solidFill>
                  <a:srgbClr val="FFFFFF"/>
                </a:solidFill>
                <a:latin typeface="Montserrat" panose="00000500000000000000" pitchFamily="2" charset="0"/>
                <a:ea typeface="Aptos" pitchFamily="34" charset="-122"/>
                <a:cs typeface="Aptos" pitchFamily="34" charset="-120"/>
              </a:rPr>
              <a:t>2</a:t>
            </a:r>
            <a:endParaRPr lang="en-US" sz="1200">
              <a:latin typeface="Montserrat" panose="00000500000000000000" pitchFamily="2" charset="0"/>
            </a:endParaRPr>
          </a:p>
        </p:txBody>
      </p:sp>
      <p:sp>
        <p:nvSpPr>
          <p:cNvPr id="26" name="Text 22">
            <a:extLst>
              <a:ext uri="{FF2B5EF4-FFF2-40B4-BE49-F238E27FC236}">
                <a16:creationId xmlns:a16="http://schemas.microsoft.com/office/drawing/2014/main" id="{9053AF66-C3B1-988E-7DFB-5C3D8A11881F}"/>
              </a:ext>
            </a:extLst>
          </p:cNvPr>
          <p:cNvSpPr/>
          <p:nvPr/>
        </p:nvSpPr>
        <p:spPr>
          <a:xfrm>
            <a:off x="6446519" y="1463040"/>
            <a:ext cx="2066713" cy="310896"/>
          </a:xfrm>
          <a:prstGeom prst="rect">
            <a:avLst/>
          </a:prstGeom>
          <a:noFill/>
          <a:ln/>
        </p:spPr>
        <p:txBody>
          <a:bodyPr wrap="square" lIns="0" tIns="0" rIns="0" bIns="0" rtlCol="0" anchor="ctr">
            <a:normAutofit fontScale="92500"/>
          </a:bodyPr>
          <a:lstStyle/>
          <a:p>
            <a:pPr marL="0" indent="0">
              <a:buNone/>
            </a:pPr>
            <a:r>
              <a:rPr lang="en-US" sz="1200" b="1">
                <a:solidFill>
                  <a:srgbClr val="111111"/>
                </a:solidFill>
                <a:latin typeface="Montserrat" panose="00000500000000000000" pitchFamily="2" charset="0"/>
                <a:ea typeface="Aptos" pitchFamily="34" charset="-122"/>
                <a:cs typeface="Aptos" pitchFamily="34" charset="-120"/>
              </a:rPr>
              <a:t>Modern Lakehouse Delivery</a:t>
            </a:r>
          </a:p>
        </p:txBody>
      </p:sp>
      <p:sp>
        <p:nvSpPr>
          <p:cNvPr id="27" name="Text 23">
            <a:extLst>
              <a:ext uri="{FF2B5EF4-FFF2-40B4-BE49-F238E27FC236}">
                <a16:creationId xmlns:a16="http://schemas.microsoft.com/office/drawing/2014/main" id="{FBE42A01-5224-1CAA-8DB9-286CAB076D81}"/>
              </a:ext>
            </a:extLst>
          </p:cNvPr>
          <p:cNvSpPr/>
          <p:nvPr/>
        </p:nvSpPr>
        <p:spPr>
          <a:xfrm>
            <a:off x="6025896" y="2011680"/>
            <a:ext cx="2350008" cy="1234440"/>
          </a:xfrm>
          <a:prstGeom prst="rect">
            <a:avLst/>
          </a:prstGeom>
          <a:noFill/>
          <a:ln/>
        </p:spPr>
        <p:txBody>
          <a:bodyPr wrap="square" lIns="254" tIns="254" rIns="254" bIns="254" rtlCol="0" anchor="t">
            <a:noAutofit/>
          </a:bodyPr>
          <a:lstStyle/>
          <a:p>
            <a:pPr>
              <a:spcAft>
                <a:spcPts val="600"/>
              </a:spcAft>
            </a:pPr>
            <a:r>
              <a:rPr lang="en-US" sz="800" b="1">
                <a:latin typeface="Montserrat" panose="00000500000000000000" pitchFamily="2" charset="0"/>
                <a:ea typeface="Aptos" pitchFamily="34" charset="-122"/>
                <a:cs typeface="Aptos" pitchFamily="34" charset="-120"/>
              </a:rPr>
              <a:t>Delta + Databricks: </a:t>
            </a:r>
            <a:r>
              <a:rPr lang="en-US" sz="800">
                <a:latin typeface="Montserrat" panose="00000500000000000000" pitchFamily="2" charset="0"/>
                <a:ea typeface="Aptos" pitchFamily="34" charset="-122"/>
                <a:cs typeface="Aptos" pitchFamily="34" charset="-120"/>
              </a:rPr>
              <a:t>curated Silver/Gold data products with scalable batch processing.
</a:t>
            </a:r>
            <a:r>
              <a:rPr lang="en-US" sz="800" b="1">
                <a:latin typeface="Montserrat" panose="00000500000000000000" pitchFamily="2" charset="0"/>
                <a:ea typeface="Aptos" pitchFamily="34" charset="-122"/>
                <a:cs typeface="Aptos" pitchFamily="34" charset="-120"/>
              </a:rPr>
              <a:t>Unity Catalog: </a:t>
            </a:r>
            <a:r>
              <a:rPr lang="en-US" sz="800">
                <a:latin typeface="Montserrat" panose="00000500000000000000" pitchFamily="2" charset="0"/>
                <a:ea typeface="Aptos" pitchFamily="34" charset="-122"/>
                <a:cs typeface="Aptos" pitchFamily="34" charset="-120"/>
              </a:rPr>
              <a:t>schema/table/view lifecycle, permissions and governance aligned with enterprise standards.
</a:t>
            </a:r>
            <a:r>
              <a:rPr lang="en-US" sz="800" b="1">
                <a:latin typeface="Montserrat" panose="00000500000000000000" pitchFamily="2" charset="0"/>
                <a:ea typeface="Aptos" pitchFamily="34" charset="-122"/>
                <a:cs typeface="Aptos" pitchFamily="34" charset="-120"/>
              </a:rPr>
              <a:t>Databricks Workflows: </a:t>
            </a:r>
            <a:r>
              <a:rPr lang="en-US" sz="800">
                <a:latin typeface="Montserrat" panose="00000500000000000000" pitchFamily="2" charset="0"/>
                <a:ea typeface="Aptos" pitchFamily="34" charset="-122"/>
                <a:cs typeface="Aptos" pitchFamily="34" charset="-120"/>
              </a:rPr>
              <a:t>orchestrated jobs with reusable configurations and environment consistency.</a:t>
            </a:r>
            <a:endParaRPr lang="en-US" sz="800">
              <a:latin typeface="Montserrat" panose="00000500000000000000" pitchFamily="2" charset="0"/>
            </a:endParaRPr>
          </a:p>
        </p:txBody>
      </p:sp>
      <p:sp>
        <p:nvSpPr>
          <p:cNvPr id="28" name="Shape 24">
            <a:extLst>
              <a:ext uri="{FF2B5EF4-FFF2-40B4-BE49-F238E27FC236}">
                <a16:creationId xmlns:a16="http://schemas.microsoft.com/office/drawing/2014/main" id="{C4D091F1-D39B-6B0C-8E4D-5189353E866A}"/>
              </a:ext>
            </a:extLst>
          </p:cNvPr>
          <p:cNvSpPr/>
          <p:nvPr/>
        </p:nvSpPr>
        <p:spPr>
          <a:xfrm>
            <a:off x="8796528" y="1298448"/>
            <a:ext cx="2788920" cy="2148840"/>
          </a:xfrm>
          <a:prstGeom prst="roundRect">
            <a:avLst>
              <a:gd name="adj" fmla="val 8097"/>
            </a:avLst>
          </a:prstGeom>
          <a:noFill/>
          <a:ln w="10160">
            <a:solidFill>
              <a:schemeClr val="bg2"/>
            </a:solidFill>
            <a:prstDash val="solid"/>
          </a:ln>
        </p:spPr>
        <p:txBody>
          <a:bodyPr/>
          <a:lstStyle/>
          <a:p>
            <a:endParaRPr lang="en-US"/>
          </a:p>
        </p:txBody>
      </p:sp>
      <p:sp>
        <p:nvSpPr>
          <p:cNvPr id="30" name="Text 26">
            <a:extLst>
              <a:ext uri="{FF2B5EF4-FFF2-40B4-BE49-F238E27FC236}">
                <a16:creationId xmlns:a16="http://schemas.microsoft.com/office/drawing/2014/main" id="{A7D8EBAC-03FA-0CBB-4DA9-33E144933F05}"/>
              </a:ext>
            </a:extLst>
          </p:cNvPr>
          <p:cNvSpPr/>
          <p:nvPr/>
        </p:nvSpPr>
        <p:spPr>
          <a:xfrm>
            <a:off x="8979407" y="1298447"/>
            <a:ext cx="377613" cy="424519"/>
          </a:xfrm>
          <a:prstGeom prst="flowChartOffpageConnector">
            <a:avLst/>
          </a:prstGeom>
          <a:solidFill>
            <a:schemeClr val="bg2"/>
          </a:solidFill>
          <a:ln/>
        </p:spPr>
        <p:txBody>
          <a:bodyPr wrap="square" lIns="0" tIns="0" rIns="0" bIns="0" rtlCol="0" anchor="ctr"/>
          <a:lstStyle/>
          <a:p>
            <a:pPr marL="0" indent="0" algn="ctr">
              <a:buNone/>
            </a:pPr>
            <a:r>
              <a:rPr lang="en-US" sz="1200" b="1">
                <a:solidFill>
                  <a:srgbClr val="FFFFFF"/>
                </a:solidFill>
                <a:latin typeface="Montserrat" panose="00000500000000000000" pitchFamily="2" charset="0"/>
                <a:ea typeface="Aptos" pitchFamily="34" charset="-122"/>
                <a:cs typeface="Aptos" pitchFamily="34" charset="-120"/>
              </a:rPr>
              <a:t>3</a:t>
            </a:r>
            <a:endParaRPr lang="en-US" sz="1200">
              <a:latin typeface="Montserrat" panose="00000500000000000000" pitchFamily="2" charset="0"/>
            </a:endParaRPr>
          </a:p>
        </p:txBody>
      </p:sp>
      <p:sp>
        <p:nvSpPr>
          <p:cNvPr id="31" name="Text 27">
            <a:extLst>
              <a:ext uri="{FF2B5EF4-FFF2-40B4-BE49-F238E27FC236}">
                <a16:creationId xmlns:a16="http://schemas.microsoft.com/office/drawing/2014/main" id="{6FA42A6B-72FC-54E4-A776-D78D02680002}"/>
              </a:ext>
            </a:extLst>
          </p:cNvPr>
          <p:cNvSpPr/>
          <p:nvPr/>
        </p:nvSpPr>
        <p:spPr>
          <a:xfrm>
            <a:off x="9436608" y="1463040"/>
            <a:ext cx="2002536" cy="310896"/>
          </a:xfrm>
          <a:prstGeom prst="rect">
            <a:avLst/>
          </a:prstGeom>
          <a:noFill/>
          <a:ln/>
        </p:spPr>
        <p:txBody>
          <a:bodyPr wrap="square" lIns="0" tIns="0" rIns="0" bIns="0" rtlCol="0" anchor="ctr">
            <a:normAutofit fontScale="92500"/>
          </a:bodyPr>
          <a:lstStyle/>
          <a:p>
            <a:pPr marL="0" indent="0">
              <a:buNone/>
            </a:pPr>
            <a:r>
              <a:rPr lang="en-US" sz="1200" b="1">
                <a:solidFill>
                  <a:srgbClr val="111111"/>
                </a:solidFill>
                <a:latin typeface="Montserrat" panose="00000500000000000000" pitchFamily="2" charset="0"/>
                <a:ea typeface="Aptos" pitchFamily="34" charset="-122"/>
                <a:cs typeface="Aptos" pitchFamily="34" charset="-120"/>
              </a:rPr>
              <a:t>DAB-Based Deployments</a:t>
            </a:r>
          </a:p>
        </p:txBody>
      </p:sp>
      <p:sp>
        <p:nvSpPr>
          <p:cNvPr id="32" name="Text 28">
            <a:extLst>
              <a:ext uri="{FF2B5EF4-FFF2-40B4-BE49-F238E27FC236}">
                <a16:creationId xmlns:a16="http://schemas.microsoft.com/office/drawing/2014/main" id="{8C3B9478-94E9-0869-F3BC-E617A1C4C99C}"/>
              </a:ext>
            </a:extLst>
          </p:cNvPr>
          <p:cNvSpPr/>
          <p:nvPr/>
        </p:nvSpPr>
        <p:spPr>
          <a:xfrm>
            <a:off x="9015984" y="2011680"/>
            <a:ext cx="2350008" cy="1234440"/>
          </a:xfrm>
          <a:prstGeom prst="rect">
            <a:avLst/>
          </a:prstGeom>
          <a:noFill/>
          <a:ln/>
        </p:spPr>
        <p:txBody>
          <a:bodyPr wrap="square" lIns="254" tIns="254" rIns="254" bIns="254" rtlCol="0" anchor="t">
            <a:noAutofit/>
          </a:bodyPr>
          <a:lstStyle/>
          <a:p>
            <a:pPr>
              <a:spcAft>
                <a:spcPts val="600"/>
              </a:spcAft>
            </a:pPr>
            <a:r>
              <a:rPr lang="en-US" sz="800" b="1">
                <a:latin typeface="Montserrat" panose="00000500000000000000" pitchFamily="2" charset="0"/>
                <a:ea typeface="Aptos" pitchFamily="34" charset="-122"/>
                <a:cs typeface="Aptos" pitchFamily="34" charset="-120"/>
              </a:rPr>
              <a:t>Asset Bundles: </a:t>
            </a:r>
            <a:r>
              <a:rPr lang="en-US" sz="800">
                <a:latin typeface="Montserrat" panose="00000500000000000000" pitchFamily="2" charset="0"/>
                <a:ea typeface="Aptos" pitchFamily="34" charset="-122"/>
                <a:cs typeface="Aptos" pitchFamily="34" charset="-120"/>
              </a:rPr>
              <a:t>jobs, schemas, volumes and permissions managed as code across feature/dev/</a:t>
            </a:r>
            <a:r>
              <a:rPr lang="en-US" sz="800" err="1">
                <a:latin typeface="Montserrat" panose="00000500000000000000" pitchFamily="2" charset="0"/>
                <a:ea typeface="Aptos" pitchFamily="34" charset="-122"/>
                <a:cs typeface="Aptos" pitchFamily="34" charset="-120"/>
              </a:rPr>
              <a:t>pqa</a:t>
            </a:r>
            <a:r>
              <a:rPr lang="en-US" sz="800">
                <a:latin typeface="Montserrat" panose="00000500000000000000" pitchFamily="2" charset="0"/>
                <a:ea typeface="Aptos" pitchFamily="34" charset="-122"/>
                <a:cs typeface="Aptos" pitchFamily="34" charset="-120"/>
              </a:rPr>
              <a:t>/</a:t>
            </a:r>
            <a:r>
              <a:rPr lang="en-US" sz="800" err="1">
                <a:latin typeface="Montserrat" panose="00000500000000000000" pitchFamily="2" charset="0"/>
                <a:ea typeface="Aptos" pitchFamily="34" charset="-122"/>
                <a:cs typeface="Aptos" pitchFamily="34" charset="-120"/>
              </a:rPr>
              <a:t>qa</a:t>
            </a:r>
            <a:r>
              <a:rPr lang="en-US" sz="800">
                <a:latin typeface="Montserrat" panose="00000500000000000000" pitchFamily="2" charset="0"/>
                <a:ea typeface="Aptos" pitchFamily="34" charset="-122"/>
                <a:cs typeface="Aptos" pitchFamily="34" charset="-120"/>
              </a:rPr>
              <a:t>/prod.
</a:t>
            </a:r>
            <a:r>
              <a:rPr lang="en-US" sz="800" b="1">
                <a:latin typeface="Montserrat" panose="00000500000000000000" pitchFamily="2" charset="0"/>
                <a:ea typeface="Aptos" pitchFamily="34" charset="-122"/>
                <a:cs typeface="Aptos" pitchFamily="34" charset="-120"/>
              </a:rPr>
              <a:t>Environment parity: </a:t>
            </a:r>
            <a:r>
              <a:rPr lang="en-US" sz="800">
                <a:latin typeface="Montserrat" panose="00000500000000000000" pitchFamily="2" charset="0"/>
                <a:ea typeface="Aptos" pitchFamily="34" charset="-122"/>
                <a:cs typeface="Aptos" pitchFamily="34" charset="-120"/>
              </a:rPr>
              <a:t>target-specific variables reduce manual deployment drift.
</a:t>
            </a:r>
            <a:r>
              <a:rPr lang="en-US" sz="800" b="1">
                <a:latin typeface="Montserrat" panose="00000500000000000000" pitchFamily="2" charset="0"/>
                <a:ea typeface="Aptos" pitchFamily="34" charset="-122"/>
                <a:cs typeface="Aptos" pitchFamily="34" charset="-120"/>
              </a:rPr>
              <a:t>Wheel + source sync: </a:t>
            </a:r>
            <a:r>
              <a:rPr lang="en-US" sz="800">
                <a:latin typeface="Montserrat" panose="00000500000000000000" pitchFamily="2" charset="0"/>
                <a:ea typeface="Aptos" pitchFamily="34" charset="-122"/>
                <a:cs typeface="Aptos" pitchFamily="34" charset="-120"/>
              </a:rPr>
              <a:t>packaged Python and reusable source modules deployed through automation.</a:t>
            </a:r>
            <a:endParaRPr lang="en-US" sz="800">
              <a:latin typeface="Montserrat" panose="00000500000000000000" pitchFamily="2" charset="0"/>
            </a:endParaRPr>
          </a:p>
        </p:txBody>
      </p:sp>
      <p:sp>
        <p:nvSpPr>
          <p:cNvPr id="33" name="Shape 29">
            <a:extLst>
              <a:ext uri="{FF2B5EF4-FFF2-40B4-BE49-F238E27FC236}">
                <a16:creationId xmlns:a16="http://schemas.microsoft.com/office/drawing/2014/main" id="{E221C24E-0F50-510F-8BF4-4D4911841745}"/>
              </a:ext>
            </a:extLst>
          </p:cNvPr>
          <p:cNvSpPr/>
          <p:nvPr/>
        </p:nvSpPr>
        <p:spPr>
          <a:xfrm>
            <a:off x="2816352" y="3648456"/>
            <a:ext cx="2788920" cy="2148840"/>
          </a:xfrm>
          <a:prstGeom prst="roundRect">
            <a:avLst>
              <a:gd name="adj" fmla="val 6324"/>
            </a:avLst>
          </a:prstGeom>
          <a:noFill/>
          <a:ln w="10160">
            <a:solidFill>
              <a:schemeClr val="bg2"/>
            </a:solidFill>
            <a:prstDash val="solid"/>
          </a:ln>
        </p:spPr>
        <p:txBody>
          <a:bodyPr/>
          <a:lstStyle/>
          <a:p>
            <a:endParaRPr lang="en-US">
              <a:latin typeface="Montserrat" panose="00000500000000000000" pitchFamily="2" charset="0"/>
            </a:endParaRPr>
          </a:p>
        </p:txBody>
      </p:sp>
      <p:sp>
        <p:nvSpPr>
          <p:cNvPr id="35" name="Text 31">
            <a:extLst>
              <a:ext uri="{FF2B5EF4-FFF2-40B4-BE49-F238E27FC236}">
                <a16:creationId xmlns:a16="http://schemas.microsoft.com/office/drawing/2014/main" id="{494D8168-357D-B2D8-6755-6172C5200963}"/>
              </a:ext>
            </a:extLst>
          </p:cNvPr>
          <p:cNvSpPr/>
          <p:nvPr/>
        </p:nvSpPr>
        <p:spPr>
          <a:xfrm>
            <a:off x="2999231" y="3648455"/>
            <a:ext cx="377613" cy="424519"/>
          </a:xfrm>
          <a:prstGeom prst="flowChartOffpageConnector">
            <a:avLst/>
          </a:prstGeom>
          <a:solidFill>
            <a:schemeClr val="bg2"/>
          </a:solidFill>
          <a:ln/>
        </p:spPr>
        <p:txBody>
          <a:bodyPr wrap="square" lIns="0" tIns="0" rIns="0" bIns="0" rtlCol="0" anchor="ctr"/>
          <a:lstStyle/>
          <a:p>
            <a:pPr marL="0" indent="0" algn="ctr">
              <a:buNone/>
            </a:pPr>
            <a:r>
              <a:rPr lang="en-US" sz="1200" b="1">
                <a:solidFill>
                  <a:srgbClr val="FFFFFF"/>
                </a:solidFill>
                <a:latin typeface="Montserrat" panose="00000500000000000000" pitchFamily="2" charset="0"/>
                <a:ea typeface="Aptos" pitchFamily="34" charset="-122"/>
                <a:cs typeface="Aptos" pitchFamily="34" charset="-120"/>
              </a:rPr>
              <a:t>4</a:t>
            </a:r>
            <a:endParaRPr lang="en-US" sz="1200">
              <a:latin typeface="Montserrat" panose="00000500000000000000" pitchFamily="2" charset="0"/>
            </a:endParaRPr>
          </a:p>
        </p:txBody>
      </p:sp>
      <p:sp>
        <p:nvSpPr>
          <p:cNvPr id="36" name="Text 32">
            <a:extLst>
              <a:ext uri="{FF2B5EF4-FFF2-40B4-BE49-F238E27FC236}">
                <a16:creationId xmlns:a16="http://schemas.microsoft.com/office/drawing/2014/main" id="{26744783-583C-6FE6-379D-50DEFDC2D5D4}"/>
              </a:ext>
            </a:extLst>
          </p:cNvPr>
          <p:cNvSpPr/>
          <p:nvPr/>
        </p:nvSpPr>
        <p:spPr>
          <a:xfrm>
            <a:off x="3456432" y="3813048"/>
            <a:ext cx="2002536" cy="310896"/>
          </a:xfrm>
          <a:prstGeom prst="rect">
            <a:avLst/>
          </a:prstGeom>
          <a:noFill/>
          <a:ln/>
        </p:spPr>
        <p:txBody>
          <a:bodyPr wrap="square" lIns="0" tIns="0" rIns="0" bIns="0" rtlCol="0" anchor="ctr">
            <a:normAutofit/>
          </a:bodyPr>
          <a:lstStyle/>
          <a:p>
            <a:pPr marL="0" indent="0">
              <a:buNone/>
            </a:pPr>
            <a:r>
              <a:rPr lang="en-US" sz="1200" b="1">
                <a:solidFill>
                  <a:srgbClr val="111111"/>
                </a:solidFill>
                <a:latin typeface="Montserrat" panose="00000500000000000000" pitchFamily="2" charset="0"/>
                <a:ea typeface="Aptos" pitchFamily="34" charset="-122"/>
                <a:cs typeface="Aptos" pitchFamily="34" charset="-120"/>
              </a:rPr>
              <a:t>Quality &amp; Regression</a:t>
            </a:r>
          </a:p>
        </p:txBody>
      </p:sp>
      <p:sp>
        <p:nvSpPr>
          <p:cNvPr id="37" name="Text 33">
            <a:extLst>
              <a:ext uri="{FF2B5EF4-FFF2-40B4-BE49-F238E27FC236}">
                <a16:creationId xmlns:a16="http://schemas.microsoft.com/office/drawing/2014/main" id="{F94D00BD-3773-BF34-1929-F9B0FD22500F}"/>
              </a:ext>
            </a:extLst>
          </p:cNvPr>
          <p:cNvSpPr/>
          <p:nvPr/>
        </p:nvSpPr>
        <p:spPr>
          <a:xfrm>
            <a:off x="3035808" y="4361688"/>
            <a:ext cx="2350008" cy="1234440"/>
          </a:xfrm>
          <a:prstGeom prst="rect">
            <a:avLst/>
          </a:prstGeom>
          <a:noFill/>
          <a:ln/>
        </p:spPr>
        <p:txBody>
          <a:bodyPr wrap="square" lIns="254" tIns="254" rIns="254" bIns="254" rtlCol="0" anchor="t">
            <a:normAutofit/>
          </a:bodyPr>
          <a:lstStyle/>
          <a:p>
            <a:pPr>
              <a:spcAft>
                <a:spcPts val="600"/>
              </a:spcAft>
            </a:pPr>
            <a:r>
              <a:rPr lang="en-US" sz="800" b="1">
                <a:latin typeface="Montserrat" panose="00000500000000000000" pitchFamily="2" charset="0"/>
                <a:ea typeface="Aptos" pitchFamily="34" charset="-122"/>
                <a:cs typeface="Aptos" pitchFamily="34" charset="-120"/>
              </a:rPr>
              <a:t>Regression automation: </a:t>
            </a:r>
            <a:r>
              <a:rPr lang="en-US" sz="800">
                <a:latin typeface="Montserrat" panose="00000500000000000000" pitchFamily="2" charset="0"/>
                <a:ea typeface="Aptos" pitchFamily="34" charset="-122"/>
                <a:cs typeface="Aptos" pitchFamily="34" charset="-120"/>
              </a:rPr>
              <a:t>in-scope and out-of-scope validation to protect converted and non-converted sources.
</a:t>
            </a:r>
            <a:r>
              <a:rPr lang="en-US" sz="800" b="1">
                <a:latin typeface="Montserrat" panose="00000500000000000000" pitchFamily="2" charset="0"/>
                <a:ea typeface="Aptos" pitchFamily="34" charset="-122"/>
                <a:cs typeface="Aptos" pitchFamily="34" charset="-120"/>
              </a:rPr>
              <a:t>DOMD driven: </a:t>
            </a:r>
            <a:r>
              <a:rPr lang="en-US" sz="800">
                <a:latin typeface="Montserrat" panose="00000500000000000000" pitchFamily="2" charset="0"/>
                <a:ea typeface="Aptos" pitchFamily="34" charset="-122"/>
                <a:cs typeface="Aptos" pitchFamily="34" charset="-120"/>
              </a:rPr>
              <a:t>schema, location and business-rule checks tied to Jira/mapping inputs.
</a:t>
            </a:r>
            <a:r>
              <a:rPr lang="en-US" sz="800" b="1">
                <a:latin typeface="Montserrat" panose="00000500000000000000" pitchFamily="2" charset="0"/>
                <a:ea typeface="Aptos" pitchFamily="34" charset="-122"/>
                <a:cs typeface="Aptos" pitchFamily="34" charset="-120"/>
              </a:rPr>
              <a:t>Evidence ready: </a:t>
            </a:r>
            <a:r>
              <a:rPr lang="en-US" sz="800">
                <a:latin typeface="Montserrat" panose="00000500000000000000" pitchFamily="2" charset="0"/>
                <a:ea typeface="Aptos" pitchFamily="34" charset="-122"/>
                <a:cs typeface="Aptos" pitchFamily="34" charset="-120"/>
              </a:rPr>
              <a:t>text/CSV/ZIP outputs to support QA review and release sign-off.</a:t>
            </a:r>
            <a:endParaRPr lang="en-US" sz="800">
              <a:latin typeface="Montserrat" panose="00000500000000000000" pitchFamily="2" charset="0"/>
            </a:endParaRPr>
          </a:p>
        </p:txBody>
      </p:sp>
      <p:sp>
        <p:nvSpPr>
          <p:cNvPr id="38" name="Shape 34">
            <a:extLst>
              <a:ext uri="{FF2B5EF4-FFF2-40B4-BE49-F238E27FC236}">
                <a16:creationId xmlns:a16="http://schemas.microsoft.com/office/drawing/2014/main" id="{17EF5534-B8A1-FB1B-193D-A96616431290}"/>
              </a:ext>
            </a:extLst>
          </p:cNvPr>
          <p:cNvSpPr/>
          <p:nvPr/>
        </p:nvSpPr>
        <p:spPr>
          <a:xfrm>
            <a:off x="5806440" y="3648456"/>
            <a:ext cx="2788920" cy="2148840"/>
          </a:xfrm>
          <a:prstGeom prst="roundRect">
            <a:avLst>
              <a:gd name="adj" fmla="val 7507"/>
            </a:avLst>
          </a:prstGeom>
          <a:noFill/>
          <a:ln w="10160">
            <a:solidFill>
              <a:schemeClr val="bg2"/>
            </a:solidFill>
            <a:prstDash val="solid"/>
          </a:ln>
        </p:spPr>
        <p:txBody>
          <a:bodyPr/>
          <a:lstStyle/>
          <a:p>
            <a:endParaRPr lang="en-US">
              <a:latin typeface="Montserrat" panose="00000500000000000000" pitchFamily="2" charset="0"/>
            </a:endParaRPr>
          </a:p>
        </p:txBody>
      </p:sp>
      <p:sp>
        <p:nvSpPr>
          <p:cNvPr id="40" name="Text 36">
            <a:extLst>
              <a:ext uri="{FF2B5EF4-FFF2-40B4-BE49-F238E27FC236}">
                <a16:creationId xmlns:a16="http://schemas.microsoft.com/office/drawing/2014/main" id="{BEDB3A39-8CBA-6CEE-44B7-03C37D71815A}"/>
              </a:ext>
            </a:extLst>
          </p:cNvPr>
          <p:cNvSpPr/>
          <p:nvPr/>
        </p:nvSpPr>
        <p:spPr>
          <a:xfrm>
            <a:off x="5989319" y="3648455"/>
            <a:ext cx="377613" cy="424519"/>
          </a:xfrm>
          <a:prstGeom prst="flowChartOffpageConnector">
            <a:avLst/>
          </a:prstGeom>
          <a:solidFill>
            <a:schemeClr val="bg2"/>
          </a:solidFill>
          <a:ln/>
        </p:spPr>
        <p:txBody>
          <a:bodyPr wrap="square" lIns="0" tIns="0" rIns="0" bIns="0" rtlCol="0" anchor="ctr"/>
          <a:lstStyle/>
          <a:p>
            <a:pPr marL="0" indent="0" algn="ctr">
              <a:buNone/>
            </a:pPr>
            <a:r>
              <a:rPr lang="en-US" sz="1200" b="1">
                <a:solidFill>
                  <a:srgbClr val="FFFFFF"/>
                </a:solidFill>
                <a:latin typeface="Montserrat" panose="00000500000000000000" pitchFamily="2" charset="0"/>
                <a:ea typeface="Aptos" pitchFamily="34" charset="-122"/>
                <a:cs typeface="Aptos" pitchFamily="34" charset="-120"/>
              </a:rPr>
              <a:t>5</a:t>
            </a:r>
            <a:endParaRPr lang="en-US" sz="1200">
              <a:latin typeface="Montserrat" panose="00000500000000000000" pitchFamily="2" charset="0"/>
            </a:endParaRPr>
          </a:p>
        </p:txBody>
      </p:sp>
      <p:sp>
        <p:nvSpPr>
          <p:cNvPr id="41" name="Text 37">
            <a:extLst>
              <a:ext uri="{FF2B5EF4-FFF2-40B4-BE49-F238E27FC236}">
                <a16:creationId xmlns:a16="http://schemas.microsoft.com/office/drawing/2014/main" id="{09AE2828-2778-5117-4AED-40D2A1A0FBBF}"/>
              </a:ext>
            </a:extLst>
          </p:cNvPr>
          <p:cNvSpPr/>
          <p:nvPr/>
        </p:nvSpPr>
        <p:spPr>
          <a:xfrm>
            <a:off x="6446520" y="3813048"/>
            <a:ext cx="2002536" cy="310896"/>
          </a:xfrm>
          <a:prstGeom prst="rect">
            <a:avLst/>
          </a:prstGeom>
          <a:noFill/>
          <a:ln/>
        </p:spPr>
        <p:txBody>
          <a:bodyPr wrap="square" lIns="0" tIns="0" rIns="0" bIns="0" rtlCol="0" anchor="ctr">
            <a:normAutofit/>
          </a:bodyPr>
          <a:lstStyle/>
          <a:p>
            <a:pPr marL="0" indent="0">
              <a:buNone/>
            </a:pPr>
            <a:r>
              <a:rPr lang="en-US" sz="1200" b="1">
                <a:solidFill>
                  <a:srgbClr val="111111"/>
                </a:solidFill>
                <a:latin typeface="Montserrat" panose="00000500000000000000" pitchFamily="2" charset="0"/>
                <a:ea typeface="Aptos" pitchFamily="34" charset="-122"/>
                <a:cs typeface="Aptos" pitchFamily="34" charset="-120"/>
              </a:rPr>
              <a:t>Observability &amp; FinOps</a:t>
            </a:r>
          </a:p>
        </p:txBody>
      </p:sp>
      <p:sp>
        <p:nvSpPr>
          <p:cNvPr id="42" name="Text 38">
            <a:extLst>
              <a:ext uri="{FF2B5EF4-FFF2-40B4-BE49-F238E27FC236}">
                <a16:creationId xmlns:a16="http://schemas.microsoft.com/office/drawing/2014/main" id="{8849069D-6B34-10D2-9F9B-ACB468659172}"/>
              </a:ext>
            </a:extLst>
          </p:cNvPr>
          <p:cNvSpPr/>
          <p:nvPr/>
        </p:nvSpPr>
        <p:spPr>
          <a:xfrm>
            <a:off x="6025896" y="4361688"/>
            <a:ext cx="2350008" cy="1234440"/>
          </a:xfrm>
          <a:prstGeom prst="rect">
            <a:avLst/>
          </a:prstGeom>
          <a:noFill/>
          <a:ln/>
        </p:spPr>
        <p:txBody>
          <a:bodyPr wrap="square" lIns="254" tIns="254" rIns="254" bIns="254" rtlCol="0" anchor="t">
            <a:normAutofit lnSpcReduction="10000"/>
          </a:bodyPr>
          <a:lstStyle/>
          <a:p>
            <a:pPr>
              <a:spcAft>
                <a:spcPts val="600"/>
              </a:spcAft>
            </a:pPr>
            <a:r>
              <a:rPr lang="en-US" sz="800" b="1">
                <a:latin typeface="Montserrat" panose="00000500000000000000" pitchFamily="2" charset="0"/>
                <a:ea typeface="Aptos" pitchFamily="34" charset="-122"/>
                <a:cs typeface="Aptos" pitchFamily="34" charset="-120"/>
              </a:rPr>
              <a:t>Operations Hub: </a:t>
            </a:r>
            <a:r>
              <a:rPr lang="en-US" sz="800">
                <a:latin typeface="Montserrat" panose="00000500000000000000" pitchFamily="2" charset="0"/>
                <a:ea typeface="Aptos" pitchFamily="34" charset="-122"/>
                <a:cs typeface="Aptos" pitchFamily="34" charset="-120"/>
              </a:rPr>
              <a:t>job timelines, table lineage, cloud costs and node utilization captured for support teams.
</a:t>
            </a:r>
            <a:r>
              <a:rPr lang="en-US" sz="800" b="1">
                <a:latin typeface="Montserrat" panose="00000500000000000000" pitchFamily="2" charset="0"/>
                <a:ea typeface="Aptos" pitchFamily="34" charset="-122"/>
                <a:cs typeface="Aptos" pitchFamily="34" charset="-120"/>
              </a:rPr>
              <a:t>Monitoring jobs: </a:t>
            </a:r>
            <a:r>
              <a:rPr lang="en-US" sz="800">
                <a:latin typeface="Montserrat" panose="00000500000000000000" pitchFamily="2" charset="0"/>
                <a:ea typeface="Aptos" pitchFamily="34" charset="-122"/>
                <a:cs typeface="Aptos" pitchFamily="34" charset="-120"/>
              </a:rPr>
              <a:t>failure alerting, history tracking, task timing and operational dashboards.
</a:t>
            </a:r>
            <a:r>
              <a:rPr lang="en-US" sz="800" b="1">
                <a:latin typeface="Montserrat" panose="00000500000000000000" pitchFamily="2" charset="0"/>
                <a:ea typeface="Aptos" pitchFamily="34" charset="-122"/>
                <a:cs typeface="Aptos" pitchFamily="34" charset="-120"/>
              </a:rPr>
              <a:t>Cost levers: </a:t>
            </a:r>
            <a:r>
              <a:rPr lang="en-US" sz="800">
                <a:latin typeface="Montserrat" panose="00000500000000000000" pitchFamily="2" charset="0"/>
                <a:ea typeface="Aptos" pitchFamily="34" charset="-122"/>
                <a:cs typeface="Aptos" pitchFamily="34" charset="-120"/>
              </a:rPr>
              <a:t>SQL standardization, incremental patterns, workload batching and compute review.</a:t>
            </a:r>
            <a:endParaRPr lang="en-US" sz="800">
              <a:latin typeface="Montserrat" panose="00000500000000000000" pitchFamily="2" charset="0"/>
            </a:endParaRPr>
          </a:p>
        </p:txBody>
      </p:sp>
      <p:sp>
        <p:nvSpPr>
          <p:cNvPr id="43" name="Shape 39">
            <a:extLst>
              <a:ext uri="{FF2B5EF4-FFF2-40B4-BE49-F238E27FC236}">
                <a16:creationId xmlns:a16="http://schemas.microsoft.com/office/drawing/2014/main" id="{45A3D8D3-D365-D6DB-CDFB-6D4B483AD4A6}"/>
              </a:ext>
            </a:extLst>
          </p:cNvPr>
          <p:cNvSpPr/>
          <p:nvPr/>
        </p:nvSpPr>
        <p:spPr>
          <a:xfrm>
            <a:off x="8796528" y="3648456"/>
            <a:ext cx="2788920" cy="2148840"/>
          </a:xfrm>
          <a:prstGeom prst="roundRect">
            <a:avLst>
              <a:gd name="adj" fmla="val 9575"/>
            </a:avLst>
          </a:prstGeom>
          <a:noFill/>
          <a:ln w="10160">
            <a:solidFill>
              <a:schemeClr val="bg2"/>
            </a:solidFill>
            <a:prstDash val="solid"/>
          </a:ln>
        </p:spPr>
        <p:txBody>
          <a:bodyPr/>
          <a:lstStyle/>
          <a:p>
            <a:endParaRPr lang="en-US">
              <a:latin typeface="Montserrat" panose="00000500000000000000" pitchFamily="2" charset="0"/>
            </a:endParaRPr>
          </a:p>
        </p:txBody>
      </p:sp>
      <p:sp>
        <p:nvSpPr>
          <p:cNvPr id="45" name="Text 41">
            <a:extLst>
              <a:ext uri="{FF2B5EF4-FFF2-40B4-BE49-F238E27FC236}">
                <a16:creationId xmlns:a16="http://schemas.microsoft.com/office/drawing/2014/main" id="{07E7AE42-FB73-DB13-F14F-0F44EF2C67B4}"/>
              </a:ext>
            </a:extLst>
          </p:cNvPr>
          <p:cNvSpPr/>
          <p:nvPr/>
        </p:nvSpPr>
        <p:spPr>
          <a:xfrm>
            <a:off x="8979407" y="3648455"/>
            <a:ext cx="377613" cy="424519"/>
          </a:xfrm>
          <a:prstGeom prst="flowChartOffpageConnector">
            <a:avLst/>
          </a:prstGeom>
          <a:solidFill>
            <a:schemeClr val="bg2"/>
          </a:solidFill>
          <a:ln/>
        </p:spPr>
        <p:txBody>
          <a:bodyPr wrap="square" lIns="0" tIns="0" rIns="0" bIns="0" rtlCol="0" anchor="ctr"/>
          <a:lstStyle/>
          <a:p>
            <a:pPr marL="0" indent="0" algn="ctr">
              <a:buNone/>
            </a:pPr>
            <a:r>
              <a:rPr lang="en-US" sz="1200" b="1">
                <a:solidFill>
                  <a:srgbClr val="FFFFFF"/>
                </a:solidFill>
                <a:latin typeface="Montserrat" panose="00000500000000000000" pitchFamily="2" charset="0"/>
                <a:ea typeface="Aptos" pitchFamily="34" charset="-122"/>
                <a:cs typeface="Aptos" pitchFamily="34" charset="-120"/>
              </a:rPr>
              <a:t>6</a:t>
            </a:r>
            <a:endParaRPr lang="en-US" sz="1200">
              <a:latin typeface="Montserrat" panose="00000500000000000000" pitchFamily="2" charset="0"/>
            </a:endParaRPr>
          </a:p>
        </p:txBody>
      </p:sp>
      <p:sp>
        <p:nvSpPr>
          <p:cNvPr id="46" name="Text 42">
            <a:extLst>
              <a:ext uri="{FF2B5EF4-FFF2-40B4-BE49-F238E27FC236}">
                <a16:creationId xmlns:a16="http://schemas.microsoft.com/office/drawing/2014/main" id="{54CEE72F-C171-FE4C-3CC0-2E5D437C3E4A}"/>
              </a:ext>
            </a:extLst>
          </p:cNvPr>
          <p:cNvSpPr/>
          <p:nvPr/>
        </p:nvSpPr>
        <p:spPr>
          <a:xfrm>
            <a:off x="9436608" y="3813048"/>
            <a:ext cx="2002536" cy="310896"/>
          </a:xfrm>
          <a:prstGeom prst="rect">
            <a:avLst/>
          </a:prstGeom>
          <a:noFill/>
          <a:ln/>
        </p:spPr>
        <p:txBody>
          <a:bodyPr wrap="square" lIns="0" tIns="0" rIns="0" bIns="0" rtlCol="0" anchor="ctr">
            <a:normAutofit/>
          </a:bodyPr>
          <a:lstStyle/>
          <a:p>
            <a:pPr marL="0" indent="0">
              <a:buNone/>
            </a:pPr>
            <a:r>
              <a:rPr lang="en-US" sz="1200" b="1">
                <a:solidFill>
                  <a:srgbClr val="111111"/>
                </a:solidFill>
                <a:latin typeface="Montserrat" panose="00000500000000000000" pitchFamily="2" charset="0"/>
                <a:ea typeface="Aptos" pitchFamily="34" charset="-122"/>
                <a:cs typeface="Aptos" pitchFamily="34" charset="-120"/>
              </a:rPr>
              <a:t>Proposal Value</a:t>
            </a:r>
          </a:p>
        </p:txBody>
      </p:sp>
      <p:sp>
        <p:nvSpPr>
          <p:cNvPr id="47" name="Text 43">
            <a:extLst>
              <a:ext uri="{FF2B5EF4-FFF2-40B4-BE49-F238E27FC236}">
                <a16:creationId xmlns:a16="http://schemas.microsoft.com/office/drawing/2014/main" id="{54E8845F-57AB-2B65-B888-2BEEB62EDA3C}"/>
              </a:ext>
            </a:extLst>
          </p:cNvPr>
          <p:cNvSpPr/>
          <p:nvPr/>
        </p:nvSpPr>
        <p:spPr>
          <a:xfrm>
            <a:off x="9015984" y="4361688"/>
            <a:ext cx="2350008" cy="1234440"/>
          </a:xfrm>
          <a:prstGeom prst="rect">
            <a:avLst/>
          </a:prstGeom>
          <a:noFill/>
          <a:ln/>
        </p:spPr>
        <p:txBody>
          <a:bodyPr wrap="square" lIns="254" tIns="254" rIns="254" bIns="254" rtlCol="0" anchor="t">
            <a:noAutofit/>
          </a:bodyPr>
          <a:lstStyle/>
          <a:p>
            <a:pPr>
              <a:spcAft>
                <a:spcPts val="600"/>
              </a:spcAft>
            </a:pPr>
            <a:r>
              <a:rPr lang="en-US" sz="800" b="1">
                <a:latin typeface="Montserrat" panose="00000500000000000000" pitchFamily="2" charset="0"/>
                <a:ea typeface="Aptos" pitchFamily="34" charset="-122"/>
                <a:cs typeface="Aptos" pitchFamily="34" charset="-120"/>
              </a:rPr>
              <a:t>Faster delivery: </a:t>
            </a:r>
            <a:r>
              <a:rPr lang="en-US" sz="800">
                <a:latin typeface="Montserrat" panose="00000500000000000000" pitchFamily="2" charset="0"/>
                <a:ea typeface="Aptos" pitchFamily="34" charset="-122"/>
                <a:cs typeface="Aptos" pitchFamily="34" charset="-120"/>
              </a:rPr>
              <a:t>established patterns speed onboarding for new objects and enhancements.
</a:t>
            </a:r>
            <a:r>
              <a:rPr lang="en-US" sz="800" b="1">
                <a:latin typeface="Montserrat" panose="00000500000000000000" pitchFamily="2" charset="0"/>
                <a:ea typeface="Aptos" pitchFamily="34" charset="-122"/>
                <a:cs typeface="Aptos" pitchFamily="34" charset="-120"/>
              </a:rPr>
              <a:t>Lower risk: </a:t>
            </a:r>
            <a:r>
              <a:rPr lang="en-US" sz="800">
                <a:latin typeface="Montserrat" panose="00000500000000000000" pitchFamily="2" charset="0"/>
                <a:ea typeface="Aptos" pitchFamily="34" charset="-122"/>
                <a:cs typeface="Aptos" pitchFamily="34" charset="-120"/>
              </a:rPr>
              <a:t>automated regression and deployment controls reduce release uncertainty.
</a:t>
            </a:r>
            <a:r>
              <a:rPr lang="en-US" sz="800" b="1">
                <a:latin typeface="Montserrat" panose="00000500000000000000" pitchFamily="2" charset="0"/>
                <a:ea typeface="Aptos" pitchFamily="34" charset="-122"/>
                <a:cs typeface="Aptos" pitchFamily="34" charset="-120"/>
              </a:rPr>
              <a:t>Sustainable ops: </a:t>
            </a:r>
            <a:r>
              <a:rPr lang="en-US" sz="800">
                <a:latin typeface="Montserrat" panose="00000500000000000000" pitchFamily="2" charset="0"/>
                <a:ea typeface="Aptos" pitchFamily="34" charset="-122"/>
                <a:cs typeface="Aptos" pitchFamily="34" charset="-120"/>
              </a:rPr>
              <a:t>supportability, governance and cost controls are included from the start.</a:t>
            </a:r>
            <a:endParaRPr lang="en-US" sz="800">
              <a:latin typeface="Montserrat" panose="00000500000000000000" pitchFamily="2" charset="0"/>
            </a:endParaRPr>
          </a:p>
        </p:txBody>
      </p:sp>
      <p:sp>
        <p:nvSpPr>
          <p:cNvPr id="48" name="Shape 44">
            <a:extLst>
              <a:ext uri="{FF2B5EF4-FFF2-40B4-BE49-F238E27FC236}">
                <a16:creationId xmlns:a16="http://schemas.microsoft.com/office/drawing/2014/main" id="{97FF240E-EE77-BF2D-3FDB-476261120A25}"/>
              </a:ext>
            </a:extLst>
          </p:cNvPr>
          <p:cNvSpPr/>
          <p:nvPr/>
        </p:nvSpPr>
        <p:spPr>
          <a:xfrm>
            <a:off x="512064" y="5888736"/>
            <a:ext cx="11109960" cy="310896"/>
          </a:xfrm>
          <a:prstGeom prst="roundRect">
            <a:avLst/>
          </a:prstGeom>
          <a:solidFill>
            <a:srgbClr val="1A1A1A"/>
          </a:solidFill>
          <a:ln w="12700">
            <a:solidFill>
              <a:srgbClr val="FCE7E0"/>
            </a:solidFill>
            <a:prstDash val="solid"/>
          </a:ln>
        </p:spPr>
        <p:txBody>
          <a:bodyPr/>
          <a:lstStyle/>
          <a:p>
            <a:endParaRPr lang="en-US"/>
          </a:p>
        </p:txBody>
      </p:sp>
      <p:sp>
        <p:nvSpPr>
          <p:cNvPr id="49" name="Text 45">
            <a:extLst>
              <a:ext uri="{FF2B5EF4-FFF2-40B4-BE49-F238E27FC236}">
                <a16:creationId xmlns:a16="http://schemas.microsoft.com/office/drawing/2014/main" id="{B25CBC3D-9F9C-FD6D-474A-2B3D0DAD89CF}"/>
              </a:ext>
            </a:extLst>
          </p:cNvPr>
          <p:cNvSpPr/>
          <p:nvPr/>
        </p:nvSpPr>
        <p:spPr>
          <a:xfrm>
            <a:off x="694944" y="5971032"/>
            <a:ext cx="10789920" cy="155448"/>
          </a:xfrm>
          <a:prstGeom prst="rect">
            <a:avLst/>
          </a:prstGeom>
          <a:noFill/>
          <a:ln/>
        </p:spPr>
        <p:txBody>
          <a:bodyPr wrap="square" lIns="0" tIns="0" rIns="0" bIns="0" rtlCol="0" anchor="ctr">
            <a:normAutofit/>
          </a:bodyPr>
          <a:lstStyle/>
          <a:p>
            <a:pPr marL="0" indent="0" algn="ctr">
              <a:buNone/>
            </a:pPr>
            <a:r>
              <a:rPr lang="en-US" sz="1000" b="1">
                <a:solidFill>
                  <a:schemeClr val="bg2"/>
                </a:solidFill>
                <a:latin typeface="Montserrat" panose="00000500000000000000" pitchFamily="2" charset="0"/>
                <a:ea typeface="Aptos" pitchFamily="34" charset="-122"/>
                <a:cs typeface="Aptos" pitchFamily="34" charset="-120"/>
              </a:rPr>
              <a:t>Proposal differentiator: </a:t>
            </a:r>
            <a:r>
              <a:rPr lang="en-US" sz="1000">
                <a:solidFill>
                  <a:schemeClr val="bg1"/>
                </a:solidFill>
                <a:latin typeface="Montserrat" panose="00000500000000000000" pitchFamily="2" charset="0"/>
                <a:ea typeface="Aptos" pitchFamily="34" charset="-122"/>
                <a:cs typeface="Aptos" pitchFamily="34" charset="-120"/>
              </a:rPr>
              <a:t>Syren can reuse proven CDL MedTech patterns: DAB, Jenkins CI/CD, regression automation, Operations Hub, FinOps and SQL modernization.</a:t>
            </a:r>
            <a:endParaRPr lang="en-US" sz="1000">
              <a:solidFill>
                <a:schemeClr val="bg1"/>
              </a:solidFill>
              <a:latin typeface="Montserrat" panose="00000500000000000000" pitchFamily="2" charset="0"/>
            </a:endParaRPr>
          </a:p>
        </p:txBody>
      </p:sp>
      <p:sp>
        <p:nvSpPr>
          <p:cNvPr id="51" name="Title 50">
            <a:extLst>
              <a:ext uri="{FF2B5EF4-FFF2-40B4-BE49-F238E27FC236}">
                <a16:creationId xmlns:a16="http://schemas.microsoft.com/office/drawing/2014/main" id="{AEEFDBB1-B82C-F42D-D2A1-4B13B751FA45}"/>
              </a:ext>
            </a:extLst>
          </p:cNvPr>
          <p:cNvSpPr>
            <a:spLocks noGrp="1"/>
          </p:cNvSpPr>
          <p:nvPr>
            <p:ph type="title"/>
          </p:nvPr>
        </p:nvSpPr>
        <p:spPr>
          <a:xfrm>
            <a:off x="381000" y="342899"/>
            <a:ext cx="10515600" cy="553993"/>
          </a:xfrm>
        </p:spPr>
        <p:txBody>
          <a:bodyPr/>
          <a:lstStyle/>
          <a:p>
            <a:r>
              <a:rPr lang="en-US"/>
              <a:t>CDL MedTech Curation L1</a:t>
            </a:r>
          </a:p>
        </p:txBody>
      </p:sp>
    </p:spTree>
    <p:extLst>
      <p:ext uri="{BB962C8B-B14F-4D97-AF65-F5344CB8AC3E}">
        <p14:creationId xmlns:p14="http://schemas.microsoft.com/office/powerpoint/2010/main" val="31531370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C67DBEB-1174-CF14-20E6-2866CE91AB43}"/>
            </a:ext>
          </a:extLst>
        </p:cNvPr>
        <p:cNvGrpSpPr/>
        <p:nvPr/>
      </p:nvGrpSpPr>
      <p:grpSpPr>
        <a:xfrm>
          <a:off x="0" y="0"/>
          <a:ext cx="0" cy="0"/>
          <a:chOff x="0" y="0"/>
          <a:chExt cx="0" cy="0"/>
        </a:xfrm>
      </p:grpSpPr>
      <p:sp>
        <p:nvSpPr>
          <p:cNvPr id="6" name="Text 3">
            <a:extLst>
              <a:ext uri="{FF2B5EF4-FFF2-40B4-BE49-F238E27FC236}">
                <a16:creationId xmlns:a16="http://schemas.microsoft.com/office/drawing/2014/main" id="{11BDE36E-B17B-D5BB-E8CE-FDBF330B4AC6}"/>
              </a:ext>
            </a:extLst>
          </p:cNvPr>
          <p:cNvSpPr/>
          <p:nvPr/>
        </p:nvSpPr>
        <p:spPr>
          <a:xfrm>
            <a:off x="9372600" y="-513815"/>
            <a:ext cx="2240280" cy="164592"/>
          </a:xfrm>
          <a:prstGeom prst="rect">
            <a:avLst/>
          </a:prstGeom>
          <a:noFill/>
          <a:ln/>
        </p:spPr>
        <p:txBody>
          <a:bodyPr wrap="square" lIns="0" tIns="0" rIns="0" bIns="0" rtlCol="0" anchor="ctr"/>
          <a:lstStyle/>
          <a:p>
            <a:pPr marL="0" indent="0" algn="r">
              <a:buNone/>
            </a:pPr>
            <a:r>
              <a:rPr lang="en-US" sz="740">
                <a:solidFill>
                  <a:srgbClr val="767676"/>
                </a:solidFill>
                <a:latin typeface="Aptos" pitchFamily="34" charset="0"/>
                <a:ea typeface="Aptos" pitchFamily="34" charset="-122"/>
                <a:cs typeface="Aptos" pitchFamily="34" charset="-120"/>
              </a:rPr>
              <a:t>Project proposal</a:t>
            </a:r>
            <a:endParaRPr lang="en-US" sz="740"/>
          </a:p>
        </p:txBody>
      </p:sp>
      <p:pic>
        <p:nvPicPr>
          <p:cNvPr id="7" name="Image 1" descr="/mnt/data/syren_icon_orange_crop.png">
            <a:extLst>
              <a:ext uri="{FF2B5EF4-FFF2-40B4-BE49-F238E27FC236}">
                <a16:creationId xmlns:a16="http://schemas.microsoft.com/office/drawing/2014/main" id="{C2689C72-DF10-208E-0AE0-D4BE49917139}"/>
              </a:ext>
            </a:extLst>
          </p:cNvPr>
          <p:cNvPicPr>
            <a:picLocks noChangeAspect="1"/>
          </p:cNvPicPr>
          <p:nvPr/>
        </p:nvPicPr>
        <p:blipFill>
          <a:blip r:embed="rId3"/>
          <a:stretch>
            <a:fillRect/>
          </a:stretch>
        </p:blipFill>
        <p:spPr>
          <a:xfrm>
            <a:off x="384048" y="6298768"/>
            <a:ext cx="128016" cy="128016"/>
          </a:xfrm>
          <a:prstGeom prst="rect">
            <a:avLst/>
          </a:prstGeom>
        </p:spPr>
      </p:pic>
      <p:sp>
        <p:nvSpPr>
          <p:cNvPr id="14" name="Shape 10">
            <a:extLst>
              <a:ext uri="{FF2B5EF4-FFF2-40B4-BE49-F238E27FC236}">
                <a16:creationId xmlns:a16="http://schemas.microsoft.com/office/drawing/2014/main" id="{79F5A63F-66BC-3450-7D2A-1D4C32F5BFC7}"/>
              </a:ext>
            </a:extLst>
          </p:cNvPr>
          <p:cNvSpPr/>
          <p:nvPr/>
        </p:nvSpPr>
        <p:spPr>
          <a:xfrm>
            <a:off x="566928" y="1389888"/>
            <a:ext cx="2743200" cy="4251960"/>
          </a:xfrm>
          <a:prstGeom prst="roundRect">
            <a:avLst>
              <a:gd name="adj" fmla="val 5309"/>
            </a:avLst>
          </a:prstGeom>
          <a:noFill/>
          <a:ln w="10160">
            <a:solidFill>
              <a:schemeClr val="bg2"/>
            </a:solidFill>
            <a:prstDash val="solid"/>
          </a:ln>
        </p:spPr>
        <p:txBody>
          <a:bodyPr/>
          <a:lstStyle/>
          <a:p>
            <a:endParaRPr lang="en-US"/>
          </a:p>
        </p:txBody>
      </p:sp>
      <p:sp>
        <p:nvSpPr>
          <p:cNvPr id="17" name="Text 13">
            <a:extLst>
              <a:ext uri="{FF2B5EF4-FFF2-40B4-BE49-F238E27FC236}">
                <a16:creationId xmlns:a16="http://schemas.microsoft.com/office/drawing/2014/main" id="{F3CBDAAC-D0E5-E93C-D9F8-554980EE5541}"/>
              </a:ext>
            </a:extLst>
          </p:cNvPr>
          <p:cNvSpPr/>
          <p:nvPr/>
        </p:nvSpPr>
        <p:spPr>
          <a:xfrm>
            <a:off x="749808" y="1645920"/>
            <a:ext cx="438912" cy="128016"/>
          </a:xfrm>
          <a:prstGeom prst="rect">
            <a:avLst/>
          </a:prstGeom>
          <a:noFill/>
          <a:ln/>
        </p:spPr>
        <p:txBody>
          <a:bodyPr wrap="square" lIns="0" tIns="0" rIns="0" bIns="0" rtlCol="0" anchor="ctr"/>
          <a:lstStyle/>
          <a:p>
            <a:pPr marL="0" indent="0" algn="ctr">
              <a:buNone/>
            </a:pPr>
            <a:r>
              <a:rPr lang="en-US" sz="1000" b="1">
                <a:solidFill>
                  <a:srgbClr val="111111"/>
                </a:solidFill>
                <a:latin typeface="Aptos" pitchFamily="34" charset="0"/>
                <a:ea typeface="Aptos" pitchFamily="34" charset="-122"/>
                <a:cs typeface="Aptos" pitchFamily="34" charset="-120"/>
              </a:rPr>
              <a:t>1</a:t>
            </a:r>
            <a:endParaRPr lang="en-US" sz="1000"/>
          </a:p>
        </p:txBody>
      </p:sp>
      <p:sp>
        <p:nvSpPr>
          <p:cNvPr id="19" name="Text 15">
            <a:extLst>
              <a:ext uri="{FF2B5EF4-FFF2-40B4-BE49-F238E27FC236}">
                <a16:creationId xmlns:a16="http://schemas.microsoft.com/office/drawing/2014/main" id="{F4F8ECDD-0FD2-5973-3272-261384723D2B}"/>
              </a:ext>
            </a:extLst>
          </p:cNvPr>
          <p:cNvSpPr/>
          <p:nvPr/>
        </p:nvSpPr>
        <p:spPr>
          <a:xfrm>
            <a:off x="786384" y="2100679"/>
            <a:ext cx="2304288" cy="3246120"/>
          </a:xfrm>
          <a:prstGeom prst="rect">
            <a:avLst/>
          </a:prstGeom>
          <a:noFill/>
          <a:ln/>
        </p:spPr>
        <p:txBody>
          <a:bodyPr wrap="square" lIns="254" tIns="254" rIns="254" bIns="254" rtlCol="0" anchor="t">
            <a:normAutofit/>
          </a:bodyPr>
          <a:lstStyle/>
          <a:p>
            <a:pPr>
              <a:spcAft>
                <a:spcPts val="600"/>
              </a:spcAft>
            </a:pPr>
            <a:r>
              <a:rPr lang="en-US" sz="1100" b="1">
                <a:latin typeface="Montserrat" panose="00000500000000000000" pitchFamily="2" charset="0"/>
                <a:ea typeface="Aptos" pitchFamily="34" charset="-122"/>
                <a:cs typeface="Aptos" pitchFamily="34" charset="-120"/>
              </a:rPr>
              <a:t>Bundle as code: </a:t>
            </a:r>
            <a:r>
              <a:rPr lang="en-US" sz="1100">
                <a:latin typeface="Montserrat" panose="00000500000000000000" pitchFamily="2" charset="0"/>
                <a:ea typeface="Aptos" pitchFamily="34" charset="-122"/>
                <a:cs typeface="Aptos" pitchFamily="34" charset="-120"/>
              </a:rPr>
              <a:t>Databricks jobs, schemas, volumes and permissions defined in YAML with target variables.
</a:t>
            </a:r>
            <a:r>
              <a:rPr lang="en-US" sz="1100" b="1">
                <a:latin typeface="Montserrat" panose="00000500000000000000" pitchFamily="2" charset="0"/>
                <a:ea typeface="Aptos" pitchFamily="34" charset="-122"/>
                <a:cs typeface="Aptos" pitchFamily="34" charset="-120"/>
              </a:rPr>
              <a:t>Multi-env setup: </a:t>
            </a:r>
            <a:r>
              <a:rPr lang="en-US" sz="1100">
                <a:latin typeface="Montserrat" panose="00000500000000000000" pitchFamily="2" charset="0"/>
                <a:ea typeface="Aptos" pitchFamily="34" charset="-122"/>
                <a:cs typeface="Aptos" pitchFamily="34" charset="-120"/>
              </a:rPr>
              <a:t>feature, dev, </a:t>
            </a:r>
            <a:r>
              <a:rPr lang="en-US" sz="1100" err="1">
                <a:latin typeface="Montserrat" panose="00000500000000000000" pitchFamily="2" charset="0"/>
                <a:ea typeface="Aptos" pitchFamily="34" charset="-122"/>
                <a:cs typeface="Aptos" pitchFamily="34" charset="-120"/>
              </a:rPr>
              <a:t>pqa</a:t>
            </a:r>
            <a:r>
              <a:rPr lang="en-US" sz="1100">
                <a:latin typeface="Montserrat" panose="00000500000000000000" pitchFamily="2" charset="0"/>
                <a:ea typeface="Aptos" pitchFamily="34" charset="-122"/>
                <a:cs typeface="Aptos" pitchFamily="34" charset="-120"/>
              </a:rPr>
              <a:t>, </a:t>
            </a:r>
            <a:r>
              <a:rPr lang="en-US" sz="1100" err="1">
                <a:latin typeface="Montserrat" panose="00000500000000000000" pitchFamily="2" charset="0"/>
                <a:ea typeface="Aptos" pitchFamily="34" charset="-122"/>
                <a:cs typeface="Aptos" pitchFamily="34" charset="-120"/>
              </a:rPr>
              <a:t>qa</a:t>
            </a:r>
            <a:r>
              <a:rPr lang="en-US" sz="1100">
                <a:latin typeface="Montserrat" panose="00000500000000000000" pitchFamily="2" charset="0"/>
                <a:ea typeface="Aptos" pitchFamily="34" charset="-122"/>
                <a:cs typeface="Aptos" pitchFamily="34" charset="-120"/>
              </a:rPr>
              <a:t> and prod targets promote consistent deployment and rollback discipline.
</a:t>
            </a:r>
            <a:r>
              <a:rPr lang="en-US" sz="1100" b="1">
                <a:latin typeface="Montserrat" panose="00000500000000000000" pitchFamily="2" charset="0"/>
                <a:ea typeface="Aptos" pitchFamily="34" charset="-122"/>
                <a:cs typeface="Aptos" pitchFamily="34" charset="-120"/>
              </a:rPr>
              <a:t>Large job estate: </a:t>
            </a:r>
            <a:r>
              <a:rPr lang="en-US" sz="1100">
                <a:latin typeface="Montserrat" panose="00000500000000000000" pitchFamily="2" charset="0"/>
                <a:ea typeface="Aptos" pitchFamily="34" charset="-122"/>
                <a:cs typeface="Aptos" pitchFamily="34" charset="-120"/>
              </a:rPr>
              <a:t>40+ Silver source-system job definitions plus Gold, Operations and Operations Hub workloads.
</a:t>
            </a:r>
            <a:r>
              <a:rPr lang="en-US" sz="1100" b="1">
                <a:latin typeface="Montserrat" panose="00000500000000000000" pitchFamily="2" charset="0"/>
                <a:ea typeface="Aptos" pitchFamily="34" charset="-122"/>
                <a:cs typeface="Aptos" pitchFamily="34" charset="-120"/>
              </a:rPr>
              <a:t>Schema lifecycle: </a:t>
            </a:r>
            <a:r>
              <a:rPr lang="en-US" sz="1100">
                <a:latin typeface="Montserrat" panose="00000500000000000000" pitchFamily="2" charset="0"/>
                <a:ea typeface="Aptos" pitchFamily="34" charset="-122"/>
                <a:cs typeface="Aptos" pitchFamily="34" charset="-120"/>
              </a:rPr>
              <a:t>Unity Catalog schemas for Silver, Gold, config, operations and operations hub managed centrally.</a:t>
            </a:r>
            <a:endParaRPr lang="en-US" sz="1100">
              <a:latin typeface="Montserrat" panose="00000500000000000000" pitchFamily="2" charset="0"/>
            </a:endParaRPr>
          </a:p>
        </p:txBody>
      </p:sp>
      <p:sp>
        <p:nvSpPr>
          <p:cNvPr id="20" name="Shape 16">
            <a:extLst>
              <a:ext uri="{FF2B5EF4-FFF2-40B4-BE49-F238E27FC236}">
                <a16:creationId xmlns:a16="http://schemas.microsoft.com/office/drawing/2014/main" id="{B5903AAD-392E-3F1C-F1FE-A9AC3CABE6A2}"/>
              </a:ext>
            </a:extLst>
          </p:cNvPr>
          <p:cNvSpPr/>
          <p:nvPr/>
        </p:nvSpPr>
        <p:spPr>
          <a:xfrm>
            <a:off x="3456432" y="1389888"/>
            <a:ext cx="2743200" cy="4251960"/>
          </a:xfrm>
          <a:prstGeom prst="roundRect">
            <a:avLst>
              <a:gd name="adj" fmla="val 6790"/>
            </a:avLst>
          </a:prstGeom>
          <a:noFill/>
          <a:ln w="10160">
            <a:solidFill>
              <a:schemeClr val="bg2"/>
            </a:solidFill>
            <a:prstDash val="solid"/>
          </a:ln>
        </p:spPr>
        <p:txBody>
          <a:bodyPr/>
          <a:lstStyle/>
          <a:p>
            <a:endParaRPr lang="en-US"/>
          </a:p>
        </p:txBody>
      </p:sp>
      <p:sp>
        <p:nvSpPr>
          <p:cNvPr id="23" name="Text 19">
            <a:extLst>
              <a:ext uri="{FF2B5EF4-FFF2-40B4-BE49-F238E27FC236}">
                <a16:creationId xmlns:a16="http://schemas.microsoft.com/office/drawing/2014/main" id="{472B78DD-B3E6-9733-6180-2C2620FB47E2}"/>
              </a:ext>
            </a:extLst>
          </p:cNvPr>
          <p:cNvSpPr/>
          <p:nvPr/>
        </p:nvSpPr>
        <p:spPr>
          <a:xfrm>
            <a:off x="3639312" y="1645920"/>
            <a:ext cx="438912" cy="128016"/>
          </a:xfrm>
          <a:prstGeom prst="rect">
            <a:avLst/>
          </a:prstGeom>
          <a:noFill/>
          <a:ln/>
        </p:spPr>
        <p:txBody>
          <a:bodyPr wrap="square" lIns="0" tIns="0" rIns="0" bIns="0" rtlCol="0" anchor="ctr"/>
          <a:lstStyle/>
          <a:p>
            <a:pPr marL="0" indent="0" algn="ctr">
              <a:buNone/>
            </a:pPr>
            <a:r>
              <a:rPr lang="en-US" sz="1000" b="1">
                <a:solidFill>
                  <a:srgbClr val="FFFFFF"/>
                </a:solidFill>
                <a:latin typeface="Aptos" pitchFamily="34" charset="0"/>
                <a:ea typeface="Aptos" pitchFamily="34" charset="-122"/>
                <a:cs typeface="Aptos" pitchFamily="34" charset="-120"/>
              </a:rPr>
              <a:t>2</a:t>
            </a:r>
            <a:endParaRPr lang="en-US" sz="1000"/>
          </a:p>
        </p:txBody>
      </p:sp>
      <p:sp>
        <p:nvSpPr>
          <p:cNvPr id="25" name="Text 21">
            <a:extLst>
              <a:ext uri="{FF2B5EF4-FFF2-40B4-BE49-F238E27FC236}">
                <a16:creationId xmlns:a16="http://schemas.microsoft.com/office/drawing/2014/main" id="{55950C68-D82A-D69C-4D54-FE59604418E6}"/>
              </a:ext>
            </a:extLst>
          </p:cNvPr>
          <p:cNvSpPr/>
          <p:nvPr/>
        </p:nvSpPr>
        <p:spPr>
          <a:xfrm>
            <a:off x="3675888" y="2100679"/>
            <a:ext cx="2304288" cy="3246120"/>
          </a:xfrm>
          <a:prstGeom prst="rect">
            <a:avLst/>
          </a:prstGeom>
          <a:noFill/>
          <a:ln/>
        </p:spPr>
        <p:txBody>
          <a:bodyPr wrap="square" lIns="254" tIns="254" rIns="254" bIns="254" rtlCol="0" anchor="t">
            <a:normAutofit/>
          </a:bodyPr>
          <a:lstStyle/>
          <a:p>
            <a:pPr>
              <a:spcAft>
                <a:spcPts val="600"/>
              </a:spcAft>
            </a:pPr>
            <a:r>
              <a:rPr lang="en-US" sz="1100" b="1">
                <a:latin typeface="Montserrat" panose="00000500000000000000" pitchFamily="2" charset="0"/>
                <a:ea typeface="Aptos" pitchFamily="34" charset="-122"/>
                <a:cs typeface="Aptos" pitchFamily="34" charset="-120"/>
              </a:rPr>
              <a:t>Jenkins automation: </a:t>
            </a:r>
            <a:r>
              <a:rPr lang="en-US" sz="1100">
                <a:latin typeface="Montserrat" panose="00000500000000000000" pitchFamily="2" charset="0"/>
                <a:ea typeface="Aptos" pitchFamily="34" charset="-122"/>
                <a:cs typeface="Aptos" pitchFamily="34" charset="-120"/>
              </a:rPr>
              <a:t>deploy, lint and unit-test pipelines support controlled promotion and repeatable releases.
</a:t>
            </a:r>
            <a:r>
              <a:rPr lang="en-US" sz="1100" b="1">
                <a:latin typeface="Montserrat" panose="00000500000000000000" pitchFamily="2" charset="0"/>
                <a:ea typeface="Aptos" pitchFamily="34" charset="-122"/>
                <a:cs typeface="Aptos" pitchFamily="34" charset="-120"/>
              </a:rPr>
              <a:t>Wheel packaging: </a:t>
            </a:r>
            <a:r>
              <a:rPr lang="en-US" sz="1100">
                <a:latin typeface="Montserrat" panose="00000500000000000000" pitchFamily="2" charset="0"/>
                <a:ea typeface="Aptos" pitchFamily="34" charset="-122"/>
                <a:cs typeface="Aptos" pitchFamily="34" charset="-120"/>
              </a:rPr>
              <a:t>Python modules built and synced to Databricks as release artifacts.
</a:t>
            </a:r>
            <a:r>
              <a:rPr lang="en-US" sz="1100" b="1">
                <a:latin typeface="Montserrat" panose="00000500000000000000" pitchFamily="2" charset="0"/>
                <a:ea typeface="Aptos" pitchFamily="34" charset="-122"/>
                <a:cs typeface="Aptos" pitchFamily="34" charset="-120"/>
              </a:rPr>
              <a:t>Quality gates: </a:t>
            </a:r>
            <a:r>
              <a:rPr lang="en-US" sz="1100">
                <a:latin typeface="Montserrat" panose="00000500000000000000" pitchFamily="2" charset="0"/>
                <a:ea typeface="Aptos" pitchFamily="34" charset="-122"/>
                <a:cs typeface="Aptos" pitchFamily="34" charset="-120"/>
              </a:rPr>
              <a:t>Black, </a:t>
            </a:r>
            <a:r>
              <a:rPr lang="en-US" sz="1100" err="1">
                <a:latin typeface="Montserrat" panose="00000500000000000000" pitchFamily="2" charset="0"/>
                <a:ea typeface="Aptos" pitchFamily="34" charset="-122"/>
                <a:cs typeface="Aptos" pitchFamily="34" charset="-120"/>
              </a:rPr>
              <a:t>SQLFluff</a:t>
            </a:r>
            <a:r>
              <a:rPr lang="en-US" sz="1100">
                <a:latin typeface="Montserrat" panose="00000500000000000000" pitchFamily="2" charset="0"/>
                <a:ea typeface="Aptos" pitchFamily="34" charset="-122"/>
                <a:cs typeface="Aptos" pitchFamily="34" charset="-120"/>
              </a:rPr>
              <a:t>, YAML formatting, </a:t>
            </a:r>
            <a:r>
              <a:rPr lang="en-US" sz="1100" err="1">
                <a:latin typeface="Montserrat" panose="00000500000000000000" pitchFamily="2" charset="0"/>
                <a:ea typeface="Aptos" pitchFamily="34" charset="-122"/>
                <a:cs typeface="Aptos" pitchFamily="34" charset="-120"/>
              </a:rPr>
              <a:t>pytest</a:t>
            </a:r>
            <a:r>
              <a:rPr lang="en-US" sz="1100">
                <a:latin typeface="Montserrat" panose="00000500000000000000" pitchFamily="2" charset="0"/>
                <a:ea typeface="Aptos" pitchFamily="34" charset="-122"/>
                <a:cs typeface="Aptos" pitchFamily="34" charset="-120"/>
              </a:rPr>
              <a:t> config, pre-commit and Sonar-style static analysis.
</a:t>
            </a:r>
            <a:r>
              <a:rPr lang="en-US" sz="1100" b="1">
                <a:latin typeface="Montserrat" panose="00000500000000000000" pitchFamily="2" charset="0"/>
                <a:ea typeface="Aptos" pitchFamily="34" charset="-122"/>
                <a:cs typeface="Aptos" pitchFamily="34" charset="-120"/>
              </a:rPr>
              <a:t>Branch governance: </a:t>
            </a:r>
            <a:r>
              <a:rPr lang="en-US" sz="1100">
                <a:latin typeface="Montserrat" panose="00000500000000000000" pitchFamily="2" charset="0"/>
                <a:ea typeface="Aptos" pitchFamily="34" charset="-122"/>
                <a:cs typeface="Aptos" pitchFamily="34" charset="-120"/>
              </a:rPr>
              <a:t>PR/branch triggers and environment mapping align delivery with release governance.</a:t>
            </a:r>
            <a:endParaRPr lang="en-US" sz="1100">
              <a:latin typeface="Montserrat" panose="00000500000000000000" pitchFamily="2" charset="0"/>
            </a:endParaRPr>
          </a:p>
        </p:txBody>
      </p:sp>
      <p:sp>
        <p:nvSpPr>
          <p:cNvPr id="26" name="Shape 22">
            <a:extLst>
              <a:ext uri="{FF2B5EF4-FFF2-40B4-BE49-F238E27FC236}">
                <a16:creationId xmlns:a16="http://schemas.microsoft.com/office/drawing/2014/main" id="{B57A338A-EF90-AFBB-51D6-69BD0A427093}"/>
              </a:ext>
            </a:extLst>
          </p:cNvPr>
          <p:cNvSpPr/>
          <p:nvPr/>
        </p:nvSpPr>
        <p:spPr>
          <a:xfrm>
            <a:off x="6345936" y="1389888"/>
            <a:ext cx="2743200" cy="4251960"/>
          </a:xfrm>
          <a:prstGeom prst="roundRect">
            <a:avLst>
              <a:gd name="adj" fmla="val 5865"/>
            </a:avLst>
          </a:prstGeom>
          <a:noFill/>
          <a:ln w="10160">
            <a:solidFill>
              <a:schemeClr val="bg2"/>
            </a:solidFill>
            <a:prstDash val="solid"/>
          </a:ln>
        </p:spPr>
        <p:txBody>
          <a:bodyPr/>
          <a:lstStyle/>
          <a:p>
            <a:endParaRPr lang="en-US"/>
          </a:p>
        </p:txBody>
      </p:sp>
      <p:sp>
        <p:nvSpPr>
          <p:cNvPr id="29" name="Text 25">
            <a:extLst>
              <a:ext uri="{FF2B5EF4-FFF2-40B4-BE49-F238E27FC236}">
                <a16:creationId xmlns:a16="http://schemas.microsoft.com/office/drawing/2014/main" id="{3AE73663-FBDF-D74B-24DD-984D888F1C41}"/>
              </a:ext>
            </a:extLst>
          </p:cNvPr>
          <p:cNvSpPr/>
          <p:nvPr/>
        </p:nvSpPr>
        <p:spPr>
          <a:xfrm>
            <a:off x="6528816" y="1645920"/>
            <a:ext cx="438912" cy="128016"/>
          </a:xfrm>
          <a:prstGeom prst="rect">
            <a:avLst/>
          </a:prstGeom>
          <a:noFill/>
          <a:ln/>
        </p:spPr>
        <p:txBody>
          <a:bodyPr wrap="square" lIns="0" tIns="0" rIns="0" bIns="0" rtlCol="0" anchor="ctr"/>
          <a:lstStyle/>
          <a:p>
            <a:pPr marL="0" indent="0" algn="ctr">
              <a:buNone/>
            </a:pPr>
            <a:r>
              <a:rPr lang="en-US" sz="1000" b="1">
                <a:solidFill>
                  <a:srgbClr val="FFFFFF"/>
                </a:solidFill>
                <a:latin typeface="Aptos" pitchFamily="34" charset="0"/>
                <a:ea typeface="Aptos" pitchFamily="34" charset="-122"/>
                <a:cs typeface="Aptos" pitchFamily="34" charset="-120"/>
              </a:rPr>
              <a:t>3</a:t>
            </a:r>
            <a:endParaRPr lang="en-US" sz="1000"/>
          </a:p>
        </p:txBody>
      </p:sp>
      <p:sp>
        <p:nvSpPr>
          <p:cNvPr id="31" name="Text 27">
            <a:extLst>
              <a:ext uri="{FF2B5EF4-FFF2-40B4-BE49-F238E27FC236}">
                <a16:creationId xmlns:a16="http://schemas.microsoft.com/office/drawing/2014/main" id="{D72E3C59-3A11-6CDD-0257-096F6BF4FA9C}"/>
              </a:ext>
            </a:extLst>
          </p:cNvPr>
          <p:cNvSpPr/>
          <p:nvPr/>
        </p:nvSpPr>
        <p:spPr>
          <a:xfrm>
            <a:off x="6559465" y="2100679"/>
            <a:ext cx="2304288" cy="3246120"/>
          </a:xfrm>
          <a:prstGeom prst="rect">
            <a:avLst/>
          </a:prstGeom>
          <a:noFill/>
          <a:ln/>
        </p:spPr>
        <p:txBody>
          <a:bodyPr wrap="square" lIns="254" tIns="254" rIns="254" bIns="254" rtlCol="0" anchor="t">
            <a:normAutofit/>
          </a:bodyPr>
          <a:lstStyle/>
          <a:p>
            <a:pPr>
              <a:spcAft>
                <a:spcPts val="600"/>
              </a:spcAft>
            </a:pPr>
            <a:r>
              <a:rPr lang="en-US" sz="1100" b="1">
                <a:latin typeface="Montserrat" panose="00000500000000000000" pitchFamily="2" charset="0"/>
                <a:ea typeface="Aptos" pitchFamily="34" charset="-122"/>
                <a:cs typeface="Aptos" pitchFamily="34" charset="-120"/>
              </a:rPr>
              <a:t>Jira-driven validation: </a:t>
            </a:r>
            <a:r>
              <a:rPr lang="en-US" sz="1100">
                <a:latin typeface="Montserrat" panose="00000500000000000000" pitchFamily="2" charset="0"/>
                <a:ea typeface="Aptos" pitchFamily="34" charset="-122"/>
                <a:cs typeface="Aptos" pitchFamily="34" charset="-120"/>
              </a:rPr>
              <a:t>framework extracts target table, environment, fix version and source scope from story context.
</a:t>
            </a:r>
            <a:r>
              <a:rPr lang="en-US" sz="1100" b="1">
                <a:latin typeface="Montserrat" panose="00000500000000000000" pitchFamily="2" charset="0"/>
                <a:ea typeface="Aptos" pitchFamily="34" charset="-122"/>
                <a:cs typeface="Aptos" pitchFamily="34" charset="-120"/>
              </a:rPr>
              <a:t>DOMD alignment: </a:t>
            </a:r>
            <a:r>
              <a:rPr lang="en-US" sz="1100">
                <a:latin typeface="Montserrat" panose="00000500000000000000" pitchFamily="2" charset="0"/>
                <a:ea typeface="Aptos" pitchFamily="34" charset="-122"/>
                <a:cs typeface="Aptos" pitchFamily="34" charset="-120"/>
              </a:rPr>
              <a:t>expected schema and business rules are compared against actual tables and registry tests.
</a:t>
            </a:r>
            <a:r>
              <a:rPr lang="en-US" sz="1100" b="1">
                <a:latin typeface="Montserrat" panose="00000500000000000000" pitchFamily="2" charset="0"/>
                <a:ea typeface="Aptos" pitchFamily="34" charset="-122"/>
                <a:cs typeface="Aptos" pitchFamily="34" charset="-120"/>
              </a:rPr>
              <a:t>Dual-scope testing: </a:t>
            </a:r>
            <a:r>
              <a:rPr lang="en-US" sz="1100">
                <a:latin typeface="Montserrat" panose="00000500000000000000" pitchFamily="2" charset="0"/>
                <a:ea typeface="Aptos" pitchFamily="34" charset="-122"/>
                <a:cs typeface="Aptos" pitchFamily="34" charset="-120"/>
              </a:rPr>
              <a:t>validates sources being converted and protects sources that should remain unchanged.
</a:t>
            </a:r>
            <a:r>
              <a:rPr lang="en-US" sz="1100" b="1">
                <a:latin typeface="Montserrat" panose="00000500000000000000" pitchFamily="2" charset="0"/>
                <a:ea typeface="Aptos" pitchFamily="34" charset="-122"/>
                <a:cs typeface="Aptos" pitchFamily="34" charset="-120"/>
              </a:rPr>
              <a:t>Evidence automation: </a:t>
            </a:r>
            <a:r>
              <a:rPr lang="en-US" sz="1100">
                <a:latin typeface="Montserrat" panose="00000500000000000000" pitchFamily="2" charset="0"/>
                <a:ea typeface="Aptos" pitchFamily="34" charset="-122"/>
                <a:cs typeface="Aptos" pitchFamily="34" charset="-120"/>
              </a:rPr>
              <a:t>standardized TXT/CSV/ZIP evidence reduces manual QA effort and improves audit readiness.</a:t>
            </a:r>
            <a:endParaRPr lang="en-US" sz="1100">
              <a:latin typeface="Montserrat" panose="00000500000000000000" pitchFamily="2" charset="0"/>
            </a:endParaRPr>
          </a:p>
        </p:txBody>
      </p:sp>
      <p:sp>
        <p:nvSpPr>
          <p:cNvPr id="32" name="Shape 28">
            <a:extLst>
              <a:ext uri="{FF2B5EF4-FFF2-40B4-BE49-F238E27FC236}">
                <a16:creationId xmlns:a16="http://schemas.microsoft.com/office/drawing/2014/main" id="{825BE3BB-0F93-932D-E2E1-33B8E6D1CB8E}"/>
              </a:ext>
            </a:extLst>
          </p:cNvPr>
          <p:cNvSpPr/>
          <p:nvPr/>
        </p:nvSpPr>
        <p:spPr>
          <a:xfrm>
            <a:off x="9235440" y="1389888"/>
            <a:ext cx="2743200" cy="4251960"/>
          </a:xfrm>
          <a:prstGeom prst="roundRect">
            <a:avLst>
              <a:gd name="adj" fmla="val 5556"/>
            </a:avLst>
          </a:prstGeom>
          <a:noFill/>
          <a:ln w="10160">
            <a:solidFill>
              <a:schemeClr val="bg2"/>
            </a:solidFill>
            <a:prstDash val="solid"/>
          </a:ln>
        </p:spPr>
        <p:txBody>
          <a:bodyPr/>
          <a:lstStyle/>
          <a:p>
            <a:endParaRPr lang="en-US"/>
          </a:p>
        </p:txBody>
      </p:sp>
      <p:sp>
        <p:nvSpPr>
          <p:cNvPr id="35" name="Text 31">
            <a:extLst>
              <a:ext uri="{FF2B5EF4-FFF2-40B4-BE49-F238E27FC236}">
                <a16:creationId xmlns:a16="http://schemas.microsoft.com/office/drawing/2014/main" id="{71A33591-3110-D1B2-9368-ACE71D7E0ECE}"/>
              </a:ext>
            </a:extLst>
          </p:cNvPr>
          <p:cNvSpPr/>
          <p:nvPr/>
        </p:nvSpPr>
        <p:spPr>
          <a:xfrm>
            <a:off x="9418320" y="1645920"/>
            <a:ext cx="438912" cy="128016"/>
          </a:xfrm>
          <a:prstGeom prst="rect">
            <a:avLst/>
          </a:prstGeom>
          <a:noFill/>
          <a:ln/>
        </p:spPr>
        <p:txBody>
          <a:bodyPr wrap="square" lIns="0" tIns="0" rIns="0" bIns="0" rtlCol="0" anchor="ctr"/>
          <a:lstStyle/>
          <a:p>
            <a:pPr marL="0" indent="0" algn="ctr">
              <a:buNone/>
            </a:pPr>
            <a:r>
              <a:rPr lang="en-US" sz="1000" b="1">
                <a:solidFill>
                  <a:srgbClr val="FFFFFF"/>
                </a:solidFill>
                <a:latin typeface="Aptos" pitchFamily="34" charset="0"/>
                <a:ea typeface="Aptos" pitchFamily="34" charset="-122"/>
                <a:cs typeface="Aptos" pitchFamily="34" charset="-120"/>
              </a:rPr>
              <a:t>4</a:t>
            </a:r>
            <a:endParaRPr lang="en-US" sz="1000"/>
          </a:p>
        </p:txBody>
      </p:sp>
      <p:sp>
        <p:nvSpPr>
          <p:cNvPr id="37" name="Text 33">
            <a:extLst>
              <a:ext uri="{FF2B5EF4-FFF2-40B4-BE49-F238E27FC236}">
                <a16:creationId xmlns:a16="http://schemas.microsoft.com/office/drawing/2014/main" id="{A64C95B0-3933-343F-1FC9-0448ED677049}"/>
              </a:ext>
            </a:extLst>
          </p:cNvPr>
          <p:cNvSpPr/>
          <p:nvPr/>
        </p:nvSpPr>
        <p:spPr>
          <a:xfrm>
            <a:off x="9454896" y="2100679"/>
            <a:ext cx="2304288" cy="3246120"/>
          </a:xfrm>
          <a:prstGeom prst="rect">
            <a:avLst/>
          </a:prstGeom>
          <a:noFill/>
          <a:ln/>
        </p:spPr>
        <p:txBody>
          <a:bodyPr wrap="square" lIns="254" tIns="254" rIns="254" bIns="254" rtlCol="0" anchor="t">
            <a:normAutofit lnSpcReduction="10000"/>
          </a:bodyPr>
          <a:lstStyle/>
          <a:p>
            <a:pPr>
              <a:spcAft>
                <a:spcPts val="600"/>
              </a:spcAft>
            </a:pPr>
            <a:r>
              <a:rPr lang="en-US" sz="1100" b="1">
                <a:latin typeface="Montserrat" panose="00000500000000000000" pitchFamily="2" charset="0"/>
                <a:ea typeface="Aptos" pitchFamily="34" charset="-122"/>
                <a:cs typeface="Aptos" pitchFamily="34" charset="-120"/>
              </a:rPr>
              <a:t>Operations Hub: </a:t>
            </a:r>
            <a:r>
              <a:rPr lang="en-US" sz="1100">
                <a:latin typeface="Montserrat" panose="00000500000000000000" pitchFamily="2" charset="0"/>
                <a:ea typeface="Aptos" pitchFamily="34" charset="-122"/>
                <a:cs typeface="Aptos" pitchFamily="34" charset="-120"/>
              </a:rPr>
              <a:t>lineage, run timelines, cloud costs, node utilization and deployed objects captured as reusable data.
</a:t>
            </a:r>
            <a:r>
              <a:rPr lang="en-US" sz="1100" b="1">
                <a:latin typeface="Montserrat" panose="00000500000000000000" pitchFamily="2" charset="0"/>
                <a:ea typeface="Aptos" pitchFamily="34" charset="-122"/>
                <a:cs typeface="Aptos" pitchFamily="34" charset="-120"/>
              </a:rPr>
              <a:t>FinOps discipline: </a:t>
            </a:r>
            <a:r>
              <a:rPr lang="en-US" sz="1100">
                <a:latin typeface="Montserrat" panose="00000500000000000000" pitchFamily="2" charset="0"/>
                <a:ea typeface="Aptos" pitchFamily="34" charset="-122"/>
                <a:cs typeface="Aptos" pitchFamily="34" charset="-120"/>
              </a:rPr>
              <a:t>cloud-cost ingestion, compute utilization review and workload optimization built into operations.
</a:t>
            </a:r>
            <a:r>
              <a:rPr lang="en-US" sz="1100" b="1">
                <a:latin typeface="Montserrat" panose="00000500000000000000" pitchFamily="2" charset="0"/>
                <a:ea typeface="Aptos" pitchFamily="34" charset="-122"/>
                <a:cs typeface="Aptos" pitchFamily="34" charset="-120"/>
              </a:rPr>
              <a:t>Performance levers: </a:t>
            </a:r>
            <a:r>
              <a:rPr lang="en-US" sz="1100">
                <a:latin typeface="Montserrat" panose="00000500000000000000" pitchFamily="2" charset="0"/>
                <a:ea typeface="Aptos" pitchFamily="34" charset="-122"/>
                <a:cs typeface="Aptos" pitchFamily="34" charset="-120"/>
              </a:rPr>
              <a:t>SQL migration, batching, incremental loads and table maintenance reduce runtime and instability.
</a:t>
            </a:r>
            <a:r>
              <a:rPr lang="en-US" sz="1100" b="1">
                <a:latin typeface="Montserrat" panose="00000500000000000000" pitchFamily="2" charset="0"/>
                <a:ea typeface="Aptos" pitchFamily="34" charset="-122"/>
                <a:cs typeface="Aptos" pitchFamily="34" charset="-120"/>
              </a:rPr>
              <a:t>Reusable platform: </a:t>
            </a:r>
            <a:r>
              <a:rPr lang="en-US" sz="1100">
                <a:latin typeface="Montserrat" panose="00000500000000000000" pitchFamily="2" charset="0"/>
                <a:ea typeface="Aptos" pitchFamily="34" charset="-122"/>
                <a:cs typeface="Aptos" pitchFamily="34" charset="-120"/>
              </a:rPr>
              <a:t>connectors for Jira, SharePoint, FinOps, logging and DDL operations reduce future delivery effort.</a:t>
            </a:r>
            <a:endParaRPr lang="en-US" sz="1100">
              <a:latin typeface="Montserrat" panose="00000500000000000000" pitchFamily="2" charset="0"/>
            </a:endParaRPr>
          </a:p>
        </p:txBody>
      </p:sp>
      <p:sp>
        <p:nvSpPr>
          <p:cNvPr id="38" name="Shape 34">
            <a:extLst>
              <a:ext uri="{FF2B5EF4-FFF2-40B4-BE49-F238E27FC236}">
                <a16:creationId xmlns:a16="http://schemas.microsoft.com/office/drawing/2014/main" id="{BC9B2B2C-29DD-378C-8764-83BD9018697D}"/>
              </a:ext>
            </a:extLst>
          </p:cNvPr>
          <p:cNvSpPr/>
          <p:nvPr/>
        </p:nvSpPr>
        <p:spPr>
          <a:xfrm>
            <a:off x="512064" y="7173468"/>
            <a:ext cx="11109960" cy="310896"/>
          </a:xfrm>
          <a:prstGeom prst="rect">
            <a:avLst/>
          </a:prstGeom>
          <a:solidFill>
            <a:srgbClr val="FCE7E0"/>
          </a:solidFill>
          <a:ln w="12700">
            <a:solidFill>
              <a:srgbClr val="FCE7E0"/>
            </a:solidFill>
            <a:prstDash val="solid"/>
          </a:ln>
        </p:spPr>
        <p:txBody>
          <a:bodyPr/>
          <a:lstStyle/>
          <a:p>
            <a:endParaRPr lang="en-US"/>
          </a:p>
        </p:txBody>
      </p:sp>
      <p:sp>
        <p:nvSpPr>
          <p:cNvPr id="43" name="Title 42">
            <a:extLst>
              <a:ext uri="{FF2B5EF4-FFF2-40B4-BE49-F238E27FC236}">
                <a16:creationId xmlns:a16="http://schemas.microsoft.com/office/drawing/2014/main" id="{D99CCC37-A7CC-483A-EB27-5555FCBE3AEE}"/>
              </a:ext>
            </a:extLst>
          </p:cNvPr>
          <p:cNvSpPr>
            <a:spLocks noGrp="1"/>
          </p:cNvSpPr>
          <p:nvPr>
            <p:ph type="title"/>
          </p:nvPr>
        </p:nvSpPr>
        <p:spPr>
          <a:xfrm>
            <a:off x="381000" y="342900"/>
            <a:ext cx="10515600" cy="554038"/>
          </a:xfrm>
        </p:spPr>
        <p:txBody>
          <a:bodyPr/>
          <a:lstStyle/>
          <a:p>
            <a:r>
              <a:rPr lang="en-US"/>
              <a:t>CDL MedTech L1 – Coding standards</a:t>
            </a:r>
          </a:p>
        </p:txBody>
      </p:sp>
      <p:sp>
        <p:nvSpPr>
          <p:cNvPr id="46" name="Text 8">
            <a:extLst>
              <a:ext uri="{FF2B5EF4-FFF2-40B4-BE49-F238E27FC236}">
                <a16:creationId xmlns:a16="http://schemas.microsoft.com/office/drawing/2014/main" id="{A2A686F3-18C1-B17F-3B72-5F2780A38692}"/>
              </a:ext>
            </a:extLst>
          </p:cNvPr>
          <p:cNvSpPr/>
          <p:nvPr/>
        </p:nvSpPr>
        <p:spPr>
          <a:xfrm>
            <a:off x="493776" y="964635"/>
            <a:ext cx="9976104" cy="169277"/>
          </a:xfrm>
          <a:prstGeom prst="rect">
            <a:avLst/>
          </a:prstGeom>
          <a:noFill/>
          <a:ln/>
        </p:spPr>
        <p:txBody>
          <a:bodyPr wrap="square" lIns="0" tIns="0" rIns="0" bIns="0" rtlCol="0" anchor="ctr">
            <a:spAutoFit/>
          </a:bodyPr>
          <a:lstStyle/>
          <a:p>
            <a:pPr marL="0" indent="0">
              <a:buNone/>
            </a:pPr>
            <a:r>
              <a:rPr lang="en-US" sz="1100">
                <a:latin typeface="Montserrat" panose="00000500000000000000" pitchFamily="2" charset="0"/>
                <a:ea typeface="Aptos" pitchFamily="34" charset="-122"/>
                <a:cs typeface="Aptos" pitchFamily="34" charset="-120"/>
              </a:rPr>
              <a:t>Existing engineering accelerators that strengthen the proposal beyond standard development delivery</a:t>
            </a:r>
          </a:p>
        </p:txBody>
      </p:sp>
      <p:sp>
        <p:nvSpPr>
          <p:cNvPr id="47" name="Text 16">
            <a:extLst>
              <a:ext uri="{FF2B5EF4-FFF2-40B4-BE49-F238E27FC236}">
                <a16:creationId xmlns:a16="http://schemas.microsoft.com/office/drawing/2014/main" id="{01471CB4-874D-423B-24E2-ABEF95EF1630}"/>
              </a:ext>
            </a:extLst>
          </p:cNvPr>
          <p:cNvSpPr/>
          <p:nvPr/>
        </p:nvSpPr>
        <p:spPr>
          <a:xfrm>
            <a:off x="783929" y="1393190"/>
            <a:ext cx="377613" cy="424519"/>
          </a:xfrm>
          <a:prstGeom prst="flowChartOffpageConnector">
            <a:avLst/>
          </a:prstGeom>
          <a:solidFill>
            <a:schemeClr val="bg2"/>
          </a:solidFill>
          <a:ln/>
        </p:spPr>
        <p:txBody>
          <a:bodyPr wrap="square" lIns="0" tIns="0" rIns="0" bIns="0" rtlCol="0" anchor="ctr"/>
          <a:lstStyle/>
          <a:p>
            <a:pPr marL="0" indent="0" algn="ctr">
              <a:buNone/>
            </a:pPr>
            <a:r>
              <a:rPr lang="en-US" sz="1200" b="1">
                <a:solidFill>
                  <a:schemeClr val="bg1"/>
                </a:solidFill>
                <a:latin typeface="Montserrat" panose="00000500000000000000" pitchFamily="2" charset="0"/>
                <a:ea typeface="Aptos" pitchFamily="34" charset="-122"/>
                <a:cs typeface="Aptos" pitchFamily="34" charset="-120"/>
              </a:rPr>
              <a:t>1</a:t>
            </a:r>
            <a:endParaRPr lang="en-US" sz="1200">
              <a:solidFill>
                <a:schemeClr val="bg1"/>
              </a:solidFill>
              <a:latin typeface="Montserrat" panose="00000500000000000000" pitchFamily="2" charset="0"/>
            </a:endParaRPr>
          </a:p>
        </p:txBody>
      </p:sp>
      <p:sp>
        <p:nvSpPr>
          <p:cNvPr id="48" name="Text 16">
            <a:extLst>
              <a:ext uri="{FF2B5EF4-FFF2-40B4-BE49-F238E27FC236}">
                <a16:creationId xmlns:a16="http://schemas.microsoft.com/office/drawing/2014/main" id="{89D6BAB7-7F3D-7135-DBED-AD0C69B925CC}"/>
              </a:ext>
            </a:extLst>
          </p:cNvPr>
          <p:cNvSpPr/>
          <p:nvPr/>
        </p:nvSpPr>
        <p:spPr>
          <a:xfrm>
            <a:off x="3675888" y="1393190"/>
            <a:ext cx="377613" cy="424519"/>
          </a:xfrm>
          <a:prstGeom prst="flowChartOffpageConnector">
            <a:avLst/>
          </a:prstGeom>
          <a:solidFill>
            <a:schemeClr val="bg2"/>
          </a:solidFill>
          <a:ln/>
        </p:spPr>
        <p:txBody>
          <a:bodyPr wrap="square" lIns="0" tIns="0" rIns="0" bIns="0" rtlCol="0" anchor="ctr"/>
          <a:lstStyle/>
          <a:p>
            <a:pPr marL="0" indent="0" algn="ctr">
              <a:buNone/>
            </a:pPr>
            <a:r>
              <a:rPr lang="en-US" sz="1200" b="1">
                <a:solidFill>
                  <a:schemeClr val="bg1"/>
                </a:solidFill>
                <a:latin typeface="Montserrat" panose="00000500000000000000" pitchFamily="2" charset="0"/>
                <a:ea typeface="Aptos" pitchFamily="34" charset="-122"/>
                <a:cs typeface="Aptos" pitchFamily="34" charset="-120"/>
              </a:rPr>
              <a:t>2</a:t>
            </a:r>
            <a:endParaRPr lang="en-US" sz="1200">
              <a:solidFill>
                <a:schemeClr val="bg1"/>
              </a:solidFill>
              <a:latin typeface="Montserrat" panose="00000500000000000000" pitchFamily="2" charset="0"/>
            </a:endParaRPr>
          </a:p>
        </p:txBody>
      </p:sp>
      <p:sp>
        <p:nvSpPr>
          <p:cNvPr id="50" name="Text 16">
            <a:extLst>
              <a:ext uri="{FF2B5EF4-FFF2-40B4-BE49-F238E27FC236}">
                <a16:creationId xmlns:a16="http://schemas.microsoft.com/office/drawing/2014/main" id="{BB9DB852-036B-2BDE-4F52-AFC1CD280C5C}"/>
              </a:ext>
            </a:extLst>
          </p:cNvPr>
          <p:cNvSpPr/>
          <p:nvPr/>
        </p:nvSpPr>
        <p:spPr>
          <a:xfrm>
            <a:off x="6559465" y="1393190"/>
            <a:ext cx="377613" cy="424519"/>
          </a:xfrm>
          <a:prstGeom prst="flowChartOffpageConnector">
            <a:avLst/>
          </a:prstGeom>
          <a:solidFill>
            <a:schemeClr val="bg2"/>
          </a:solidFill>
          <a:ln/>
        </p:spPr>
        <p:txBody>
          <a:bodyPr wrap="square" lIns="0" tIns="0" rIns="0" bIns="0" rtlCol="0" anchor="ctr"/>
          <a:lstStyle/>
          <a:p>
            <a:pPr marL="0" indent="0" algn="ctr">
              <a:buNone/>
            </a:pPr>
            <a:r>
              <a:rPr lang="en-US" sz="1200" b="1">
                <a:solidFill>
                  <a:schemeClr val="bg1"/>
                </a:solidFill>
                <a:latin typeface="Montserrat" panose="00000500000000000000" pitchFamily="2" charset="0"/>
                <a:ea typeface="Aptos" pitchFamily="34" charset="-122"/>
                <a:cs typeface="Aptos" pitchFamily="34" charset="-120"/>
              </a:rPr>
              <a:t>3</a:t>
            </a:r>
            <a:endParaRPr lang="en-US" sz="1200">
              <a:solidFill>
                <a:schemeClr val="bg1"/>
              </a:solidFill>
              <a:latin typeface="Montserrat" panose="00000500000000000000" pitchFamily="2" charset="0"/>
            </a:endParaRPr>
          </a:p>
        </p:txBody>
      </p:sp>
      <p:sp>
        <p:nvSpPr>
          <p:cNvPr id="51" name="Text 16">
            <a:extLst>
              <a:ext uri="{FF2B5EF4-FFF2-40B4-BE49-F238E27FC236}">
                <a16:creationId xmlns:a16="http://schemas.microsoft.com/office/drawing/2014/main" id="{0DD4BD18-7136-82A8-3ED0-D692B6429B43}"/>
              </a:ext>
            </a:extLst>
          </p:cNvPr>
          <p:cNvSpPr/>
          <p:nvPr/>
        </p:nvSpPr>
        <p:spPr>
          <a:xfrm>
            <a:off x="9454896" y="1393190"/>
            <a:ext cx="377613" cy="424519"/>
          </a:xfrm>
          <a:prstGeom prst="flowChartOffpageConnector">
            <a:avLst/>
          </a:prstGeom>
          <a:solidFill>
            <a:schemeClr val="bg2"/>
          </a:solidFill>
          <a:ln/>
        </p:spPr>
        <p:txBody>
          <a:bodyPr wrap="square" lIns="0" tIns="0" rIns="0" bIns="0" rtlCol="0" anchor="ctr"/>
          <a:lstStyle/>
          <a:p>
            <a:pPr marL="0" indent="0" algn="ctr">
              <a:buNone/>
            </a:pPr>
            <a:r>
              <a:rPr lang="en-US" sz="1200" b="1">
                <a:solidFill>
                  <a:schemeClr val="bg1"/>
                </a:solidFill>
                <a:latin typeface="Montserrat" panose="00000500000000000000" pitchFamily="2" charset="0"/>
                <a:ea typeface="Aptos" pitchFamily="34" charset="-122"/>
                <a:cs typeface="Aptos" pitchFamily="34" charset="-120"/>
              </a:rPr>
              <a:t>4</a:t>
            </a:r>
            <a:endParaRPr lang="en-US" sz="1200">
              <a:solidFill>
                <a:schemeClr val="bg1"/>
              </a:solidFill>
              <a:latin typeface="Montserrat" panose="00000500000000000000" pitchFamily="2" charset="0"/>
            </a:endParaRPr>
          </a:p>
        </p:txBody>
      </p:sp>
      <p:sp>
        <p:nvSpPr>
          <p:cNvPr id="52" name="Shape 44">
            <a:extLst>
              <a:ext uri="{FF2B5EF4-FFF2-40B4-BE49-F238E27FC236}">
                <a16:creationId xmlns:a16="http://schemas.microsoft.com/office/drawing/2014/main" id="{BB38DD89-2C45-C856-E833-40E8F04AFBF1}"/>
              </a:ext>
            </a:extLst>
          </p:cNvPr>
          <p:cNvSpPr/>
          <p:nvPr/>
        </p:nvSpPr>
        <p:spPr>
          <a:xfrm>
            <a:off x="512064" y="5768416"/>
            <a:ext cx="11466576" cy="530352"/>
          </a:xfrm>
          <a:prstGeom prst="roundRect">
            <a:avLst/>
          </a:prstGeom>
          <a:solidFill>
            <a:srgbClr val="1A1A1A"/>
          </a:solidFill>
          <a:ln w="12700">
            <a:solidFill>
              <a:srgbClr val="FCE7E0"/>
            </a:solidFill>
            <a:prstDash val="solid"/>
          </a:ln>
        </p:spPr>
        <p:txBody>
          <a:bodyPr/>
          <a:lstStyle/>
          <a:p>
            <a:endParaRPr lang="en-US"/>
          </a:p>
        </p:txBody>
      </p:sp>
      <p:sp>
        <p:nvSpPr>
          <p:cNvPr id="53" name="Text 45">
            <a:extLst>
              <a:ext uri="{FF2B5EF4-FFF2-40B4-BE49-F238E27FC236}">
                <a16:creationId xmlns:a16="http://schemas.microsoft.com/office/drawing/2014/main" id="{58D941ED-315E-6FAB-EE05-85C8CEA07FB7}"/>
              </a:ext>
            </a:extLst>
          </p:cNvPr>
          <p:cNvSpPr/>
          <p:nvPr/>
        </p:nvSpPr>
        <p:spPr>
          <a:xfrm>
            <a:off x="936782" y="5850712"/>
            <a:ext cx="10789920" cy="448056"/>
          </a:xfrm>
          <a:prstGeom prst="rect">
            <a:avLst/>
          </a:prstGeom>
          <a:noFill/>
          <a:ln/>
        </p:spPr>
        <p:txBody>
          <a:bodyPr wrap="square" lIns="0" tIns="0" rIns="0" bIns="0" rtlCol="0" anchor="ctr">
            <a:normAutofit/>
          </a:bodyPr>
          <a:lstStyle/>
          <a:p>
            <a:pPr marL="0" indent="0" algn="ctr">
              <a:buNone/>
            </a:pPr>
            <a:r>
              <a:rPr lang="en-US" sz="1200" b="1">
                <a:solidFill>
                  <a:schemeClr val="bg2"/>
                </a:solidFill>
                <a:latin typeface="Montserrat" panose="00000500000000000000" pitchFamily="2" charset="0"/>
                <a:ea typeface="Aptos" pitchFamily="34" charset="-122"/>
                <a:cs typeface="Aptos" pitchFamily="34" charset="-120"/>
              </a:rPr>
              <a:t>Proposal differentiator: </a:t>
            </a:r>
            <a:r>
              <a:rPr lang="en-US" sz="1200">
                <a:solidFill>
                  <a:schemeClr val="bg1"/>
                </a:solidFill>
                <a:latin typeface="Montserrat" panose="00000500000000000000" pitchFamily="2" charset="0"/>
                <a:ea typeface="Aptos" pitchFamily="34" charset="-122"/>
                <a:cs typeface="Aptos" pitchFamily="34" charset="-120"/>
              </a:rPr>
              <a:t>This is the strongest selling point: Syren is proposing a production-grade engineering platform with governance, automation and cost control—not just pipelines.</a:t>
            </a:r>
          </a:p>
        </p:txBody>
      </p:sp>
      <p:sp>
        <p:nvSpPr>
          <p:cNvPr id="2" name="Text 14">
            <a:extLst>
              <a:ext uri="{FF2B5EF4-FFF2-40B4-BE49-F238E27FC236}">
                <a16:creationId xmlns:a16="http://schemas.microsoft.com/office/drawing/2014/main" id="{C6B3A29F-C6AF-50E1-7305-AB9FE0E6C2B2}"/>
              </a:ext>
            </a:extLst>
          </p:cNvPr>
          <p:cNvSpPr/>
          <p:nvPr/>
        </p:nvSpPr>
        <p:spPr>
          <a:xfrm>
            <a:off x="1291082" y="1618083"/>
            <a:ext cx="2019046" cy="369332"/>
          </a:xfrm>
          <a:prstGeom prst="rect">
            <a:avLst/>
          </a:prstGeom>
          <a:noFill/>
          <a:ln/>
        </p:spPr>
        <p:txBody>
          <a:bodyPr wrap="square" lIns="0" tIns="0" rIns="0" bIns="0" rtlCol="0" anchor="ctr">
            <a:spAutoFit/>
          </a:bodyPr>
          <a:lstStyle/>
          <a:p>
            <a:pPr marL="0" indent="0">
              <a:buNone/>
            </a:pPr>
            <a:r>
              <a:rPr lang="en-US" sz="1200" b="1">
                <a:solidFill>
                  <a:schemeClr val="bg2"/>
                </a:solidFill>
                <a:latin typeface="Montserrat" panose="00000500000000000000" pitchFamily="2" charset="0"/>
                <a:ea typeface="Aptos" pitchFamily="34" charset="-122"/>
                <a:cs typeface="Aptos" pitchFamily="34" charset="-120"/>
              </a:rPr>
              <a:t>DAB &amp; Environment Automation</a:t>
            </a:r>
          </a:p>
        </p:txBody>
      </p:sp>
      <p:sp>
        <p:nvSpPr>
          <p:cNvPr id="3" name="Text 20">
            <a:extLst>
              <a:ext uri="{FF2B5EF4-FFF2-40B4-BE49-F238E27FC236}">
                <a16:creationId xmlns:a16="http://schemas.microsoft.com/office/drawing/2014/main" id="{74228FE1-043E-E935-0EFB-B182BE827DBD}"/>
              </a:ext>
            </a:extLst>
          </p:cNvPr>
          <p:cNvSpPr/>
          <p:nvPr/>
        </p:nvSpPr>
        <p:spPr>
          <a:xfrm>
            <a:off x="4180586" y="1710416"/>
            <a:ext cx="2019046" cy="184666"/>
          </a:xfrm>
          <a:prstGeom prst="rect">
            <a:avLst/>
          </a:prstGeom>
          <a:noFill/>
          <a:ln/>
        </p:spPr>
        <p:txBody>
          <a:bodyPr wrap="square" lIns="0" tIns="0" rIns="0" bIns="0" rtlCol="0" anchor="ctr">
            <a:spAutoFit/>
          </a:bodyPr>
          <a:lstStyle/>
          <a:p>
            <a:pPr marL="0" indent="0">
              <a:buNone/>
            </a:pPr>
            <a:r>
              <a:rPr lang="en-US" sz="1200" b="1">
                <a:solidFill>
                  <a:schemeClr val="bg2"/>
                </a:solidFill>
                <a:latin typeface="Montserrat" panose="00000500000000000000" pitchFamily="2" charset="0"/>
                <a:ea typeface="Aptos" pitchFamily="34" charset="-122"/>
                <a:cs typeface="Aptos" pitchFamily="34" charset="-120"/>
              </a:rPr>
              <a:t>CI/CD &amp; Code Quality</a:t>
            </a:r>
          </a:p>
        </p:txBody>
      </p:sp>
      <p:sp>
        <p:nvSpPr>
          <p:cNvPr id="4" name="Text 26">
            <a:extLst>
              <a:ext uri="{FF2B5EF4-FFF2-40B4-BE49-F238E27FC236}">
                <a16:creationId xmlns:a16="http://schemas.microsoft.com/office/drawing/2014/main" id="{ECA7227D-3C92-0B39-CB8B-8C412FE699BA}"/>
              </a:ext>
            </a:extLst>
          </p:cNvPr>
          <p:cNvSpPr/>
          <p:nvPr/>
        </p:nvSpPr>
        <p:spPr>
          <a:xfrm>
            <a:off x="7070090" y="1618083"/>
            <a:ext cx="2019046" cy="369332"/>
          </a:xfrm>
          <a:prstGeom prst="rect">
            <a:avLst/>
          </a:prstGeom>
          <a:noFill/>
          <a:ln/>
        </p:spPr>
        <p:txBody>
          <a:bodyPr wrap="square" lIns="0" tIns="0" rIns="0" bIns="0" rtlCol="0" anchor="ctr">
            <a:spAutoFit/>
          </a:bodyPr>
          <a:lstStyle/>
          <a:p>
            <a:pPr marL="0" indent="0">
              <a:buNone/>
            </a:pPr>
            <a:r>
              <a:rPr lang="en-US" sz="1200" b="1">
                <a:solidFill>
                  <a:schemeClr val="bg2"/>
                </a:solidFill>
                <a:latin typeface="Montserrat" panose="00000500000000000000" pitchFamily="2" charset="0"/>
                <a:ea typeface="Aptos" pitchFamily="34" charset="-122"/>
                <a:cs typeface="Aptos" pitchFamily="34" charset="-120"/>
              </a:rPr>
              <a:t>Regression &amp; Release Assurance</a:t>
            </a:r>
          </a:p>
        </p:txBody>
      </p:sp>
      <p:sp>
        <p:nvSpPr>
          <p:cNvPr id="5" name="Text 32">
            <a:extLst>
              <a:ext uri="{FF2B5EF4-FFF2-40B4-BE49-F238E27FC236}">
                <a16:creationId xmlns:a16="http://schemas.microsoft.com/office/drawing/2014/main" id="{4B143E26-0BF1-21B2-695A-0B31A1F47C6C}"/>
              </a:ext>
            </a:extLst>
          </p:cNvPr>
          <p:cNvSpPr/>
          <p:nvPr/>
        </p:nvSpPr>
        <p:spPr>
          <a:xfrm>
            <a:off x="9959594" y="1710416"/>
            <a:ext cx="2019046" cy="184666"/>
          </a:xfrm>
          <a:prstGeom prst="rect">
            <a:avLst/>
          </a:prstGeom>
          <a:noFill/>
          <a:ln/>
        </p:spPr>
        <p:txBody>
          <a:bodyPr wrap="square" lIns="0" tIns="0" rIns="0" bIns="0" rtlCol="0" anchor="ctr">
            <a:spAutoFit/>
          </a:bodyPr>
          <a:lstStyle/>
          <a:p>
            <a:pPr marL="0" indent="0">
              <a:buNone/>
            </a:pPr>
            <a:r>
              <a:rPr lang="en-US" sz="1200" b="1">
                <a:solidFill>
                  <a:schemeClr val="bg2"/>
                </a:solidFill>
                <a:latin typeface="Montserrat" panose="00000500000000000000" pitchFamily="2" charset="0"/>
                <a:ea typeface="Aptos" pitchFamily="34" charset="-122"/>
                <a:cs typeface="Aptos" pitchFamily="34" charset="-120"/>
              </a:rPr>
              <a:t>Ops, Cost &amp; Reuse</a:t>
            </a:r>
          </a:p>
        </p:txBody>
      </p:sp>
    </p:spTree>
    <p:extLst>
      <p:ext uri="{BB962C8B-B14F-4D97-AF65-F5344CB8AC3E}">
        <p14:creationId xmlns:p14="http://schemas.microsoft.com/office/powerpoint/2010/main" val="7571675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FB258CA-C9E4-021D-B9B3-455F4EDB99BC}"/>
            </a:ext>
          </a:extLst>
        </p:cNvPr>
        <p:cNvGrpSpPr/>
        <p:nvPr/>
      </p:nvGrpSpPr>
      <p:grpSpPr>
        <a:xfrm>
          <a:off x="0" y="0"/>
          <a:ext cx="0" cy="0"/>
          <a:chOff x="0" y="0"/>
          <a:chExt cx="0" cy="0"/>
        </a:xfrm>
      </p:grpSpPr>
      <p:pic>
        <p:nvPicPr>
          <p:cNvPr id="4" name="Image 0" descr="/mnt/data/syren_icon_orange_crop.png">
            <a:extLst>
              <a:ext uri="{FF2B5EF4-FFF2-40B4-BE49-F238E27FC236}">
                <a16:creationId xmlns:a16="http://schemas.microsoft.com/office/drawing/2014/main" id="{6F522A86-9DE0-8247-0AD6-2E6FE6FD6FDF}"/>
              </a:ext>
            </a:extLst>
          </p:cNvPr>
          <p:cNvPicPr>
            <a:picLocks noChangeAspect="1"/>
          </p:cNvPicPr>
          <p:nvPr/>
        </p:nvPicPr>
        <p:blipFill>
          <a:blip r:embed="rId3"/>
          <a:stretch>
            <a:fillRect/>
          </a:stretch>
        </p:blipFill>
        <p:spPr>
          <a:xfrm>
            <a:off x="11228832" y="361188"/>
            <a:ext cx="155448" cy="155448"/>
          </a:xfrm>
          <a:prstGeom prst="rect">
            <a:avLst/>
          </a:prstGeom>
        </p:spPr>
      </p:pic>
      <p:sp>
        <p:nvSpPr>
          <p:cNvPr id="11" name="Text 7">
            <a:extLst>
              <a:ext uri="{FF2B5EF4-FFF2-40B4-BE49-F238E27FC236}">
                <a16:creationId xmlns:a16="http://schemas.microsoft.com/office/drawing/2014/main" id="{171E32AF-29DF-EB34-61B7-31B55CD9CBE7}"/>
              </a:ext>
            </a:extLst>
          </p:cNvPr>
          <p:cNvSpPr/>
          <p:nvPr/>
        </p:nvSpPr>
        <p:spPr>
          <a:xfrm>
            <a:off x="475488" y="310896"/>
            <a:ext cx="8503920" cy="402336"/>
          </a:xfrm>
          <a:prstGeom prst="rect">
            <a:avLst/>
          </a:prstGeom>
          <a:noFill/>
          <a:ln/>
        </p:spPr>
        <p:txBody>
          <a:bodyPr wrap="square" lIns="0" tIns="0" rIns="0" bIns="0" rtlCol="0" anchor="ctr">
            <a:normAutofit fontScale="92500" lnSpcReduction="10000"/>
          </a:bodyPr>
          <a:lstStyle/>
          <a:p>
            <a:r>
              <a:rPr lang="en-US" sz="3000">
                <a:solidFill>
                  <a:srgbClr val="000000"/>
                </a:solidFill>
                <a:latin typeface="Montserrat Light"/>
              </a:rPr>
              <a:t>Typical Platform Building Strategy- CDL L1</a:t>
            </a:r>
            <a:endParaRPr lang="en-US"/>
          </a:p>
        </p:txBody>
      </p:sp>
      <p:pic>
        <p:nvPicPr>
          <p:cNvPr id="40" name="Picture 39" descr="A diagram of a data flow&#10;&#10;AI-generated content may be incorrect.">
            <a:extLst>
              <a:ext uri="{FF2B5EF4-FFF2-40B4-BE49-F238E27FC236}">
                <a16:creationId xmlns:a16="http://schemas.microsoft.com/office/drawing/2014/main" id="{1FA65AAC-9D31-56B1-43FB-B63E86402424}"/>
              </a:ext>
            </a:extLst>
          </p:cNvPr>
          <p:cNvPicPr>
            <a:picLocks noChangeAspect="1"/>
          </p:cNvPicPr>
          <p:nvPr/>
        </p:nvPicPr>
        <p:blipFill>
          <a:blip r:embed="rId4"/>
          <a:stretch>
            <a:fillRect/>
          </a:stretch>
        </p:blipFill>
        <p:spPr>
          <a:xfrm>
            <a:off x="333828" y="1133856"/>
            <a:ext cx="11524343" cy="4739784"/>
          </a:xfrm>
          <a:prstGeom prst="rect">
            <a:avLst/>
          </a:prstGeom>
          <a:ln>
            <a:solidFill>
              <a:schemeClr val="bg2"/>
            </a:solidFill>
          </a:ln>
        </p:spPr>
      </p:pic>
    </p:spTree>
    <p:extLst>
      <p:ext uri="{BB962C8B-B14F-4D97-AF65-F5344CB8AC3E}">
        <p14:creationId xmlns:p14="http://schemas.microsoft.com/office/powerpoint/2010/main" val="128757718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0"/>
          <p:cNvSpPr/>
          <p:nvPr/>
        </p:nvSpPr>
        <p:spPr>
          <a:xfrm>
            <a:off x="10469880" y="-502892"/>
            <a:ext cx="475488" cy="219456"/>
          </a:xfrm>
          <a:prstGeom prst="rect">
            <a:avLst/>
          </a:prstGeom>
          <a:noFill/>
          <a:ln/>
        </p:spPr>
        <p:txBody>
          <a:bodyPr wrap="square" lIns="0" tIns="0" rIns="0" bIns="0" rtlCol="0" anchor="ctr"/>
          <a:lstStyle/>
          <a:p>
            <a:pPr marL="0" indent="0" algn="r">
              <a:buNone/>
            </a:pPr>
            <a:r>
              <a:rPr lang="en-US" sz="1750" b="1">
                <a:solidFill>
                  <a:srgbClr val="E2231A"/>
                </a:solidFill>
                <a:latin typeface="Aptos Display" pitchFamily="34" charset="0"/>
                <a:ea typeface="Aptos Display" pitchFamily="34" charset="-122"/>
                <a:cs typeface="Aptos Display" pitchFamily="34" charset="-120"/>
              </a:rPr>
              <a:t>J&amp;J</a:t>
            </a:r>
            <a:endParaRPr lang="en-US" sz="1750"/>
          </a:p>
        </p:txBody>
      </p:sp>
      <p:sp>
        <p:nvSpPr>
          <p:cNvPr id="3" name="Text 1"/>
          <p:cNvSpPr/>
          <p:nvPr/>
        </p:nvSpPr>
        <p:spPr>
          <a:xfrm>
            <a:off x="11045952" y="-493748"/>
            <a:ext cx="73152" cy="219456"/>
          </a:xfrm>
          <a:prstGeom prst="rect">
            <a:avLst/>
          </a:prstGeom>
          <a:noFill/>
          <a:ln/>
        </p:spPr>
        <p:txBody>
          <a:bodyPr wrap="square" lIns="0" tIns="0" rIns="0" bIns="0" rtlCol="0" anchor="ctr"/>
          <a:lstStyle/>
          <a:p>
            <a:pPr marL="0" indent="0" algn="ctr">
              <a:buNone/>
            </a:pPr>
            <a:r>
              <a:rPr lang="en-US" sz="1500">
                <a:solidFill>
                  <a:srgbClr val="111111"/>
                </a:solidFill>
                <a:latin typeface="Aptos" pitchFamily="34" charset="0"/>
                <a:ea typeface="Aptos" pitchFamily="34" charset="-122"/>
                <a:cs typeface="Aptos" pitchFamily="34" charset="-120"/>
              </a:rPr>
              <a:t>|</a:t>
            </a:r>
            <a:endParaRPr lang="en-US" sz="1500"/>
          </a:p>
        </p:txBody>
      </p:sp>
      <p:pic>
        <p:nvPicPr>
          <p:cNvPr id="4" name="Image 0" descr="/mnt/data/syren_icon_orange_crop.png"/>
          <p:cNvPicPr>
            <a:picLocks noChangeAspect="1"/>
          </p:cNvPicPr>
          <p:nvPr/>
        </p:nvPicPr>
        <p:blipFill>
          <a:blip r:embed="rId3"/>
          <a:stretch>
            <a:fillRect/>
          </a:stretch>
        </p:blipFill>
        <p:spPr>
          <a:xfrm>
            <a:off x="11228832" y="-489176"/>
            <a:ext cx="155448" cy="155448"/>
          </a:xfrm>
          <a:prstGeom prst="rect">
            <a:avLst/>
          </a:prstGeom>
        </p:spPr>
      </p:pic>
      <p:sp>
        <p:nvSpPr>
          <p:cNvPr id="5" name="Text 2"/>
          <p:cNvSpPr/>
          <p:nvPr/>
        </p:nvSpPr>
        <p:spPr>
          <a:xfrm>
            <a:off x="11420856" y="-480032"/>
            <a:ext cx="438912" cy="155448"/>
          </a:xfrm>
          <a:prstGeom prst="rect">
            <a:avLst/>
          </a:prstGeom>
          <a:noFill/>
          <a:ln/>
        </p:spPr>
        <p:txBody>
          <a:bodyPr wrap="square" lIns="0" tIns="0" rIns="0" bIns="0" rtlCol="0" anchor="ctr"/>
          <a:lstStyle/>
          <a:p>
            <a:pPr marL="0" indent="0" algn="l">
              <a:buNone/>
            </a:pPr>
            <a:r>
              <a:rPr lang="en-US" sz="920" b="1">
                <a:solidFill>
                  <a:srgbClr val="111111"/>
                </a:solidFill>
                <a:latin typeface="Aptos" pitchFamily="34" charset="0"/>
                <a:ea typeface="Aptos" pitchFamily="34" charset="-122"/>
                <a:cs typeface="Aptos" pitchFamily="34" charset="-120"/>
              </a:rPr>
              <a:t>Syren</a:t>
            </a:r>
            <a:endParaRPr lang="en-US" sz="920"/>
          </a:p>
        </p:txBody>
      </p:sp>
      <p:sp>
        <p:nvSpPr>
          <p:cNvPr id="6" name="Text 3"/>
          <p:cNvSpPr/>
          <p:nvPr/>
        </p:nvSpPr>
        <p:spPr>
          <a:xfrm>
            <a:off x="9528048" y="-253831"/>
            <a:ext cx="2240280" cy="169277"/>
          </a:xfrm>
          <a:prstGeom prst="rect">
            <a:avLst/>
          </a:prstGeom>
          <a:noFill/>
          <a:ln/>
        </p:spPr>
        <p:txBody>
          <a:bodyPr wrap="square" lIns="0" tIns="0" rIns="0" bIns="0" rtlCol="0" anchor="ctr">
            <a:spAutoFit/>
          </a:bodyPr>
          <a:lstStyle/>
          <a:p>
            <a:pPr algn="r"/>
            <a:r>
              <a:rPr lang="en-US" sz="1100">
                <a:latin typeface="Montserrat" panose="00000500000000000000" pitchFamily="2" charset="0"/>
              </a:rPr>
              <a:t>Project proposal</a:t>
            </a:r>
          </a:p>
        </p:txBody>
      </p:sp>
      <p:pic>
        <p:nvPicPr>
          <p:cNvPr id="7" name="Image 1" descr="/mnt/data/syren_icon_orange_crop.png"/>
          <p:cNvPicPr>
            <a:picLocks noChangeAspect="1"/>
          </p:cNvPicPr>
          <p:nvPr/>
        </p:nvPicPr>
        <p:blipFill>
          <a:blip r:embed="rId3"/>
          <a:stretch>
            <a:fillRect/>
          </a:stretch>
        </p:blipFill>
        <p:spPr>
          <a:xfrm>
            <a:off x="384048" y="6419088"/>
            <a:ext cx="128016" cy="128016"/>
          </a:xfrm>
          <a:prstGeom prst="rect">
            <a:avLst/>
          </a:prstGeom>
        </p:spPr>
      </p:pic>
      <p:sp>
        <p:nvSpPr>
          <p:cNvPr id="8" name="Text 4"/>
          <p:cNvSpPr/>
          <p:nvPr/>
        </p:nvSpPr>
        <p:spPr>
          <a:xfrm>
            <a:off x="539496" y="6419088"/>
            <a:ext cx="384048" cy="137160"/>
          </a:xfrm>
          <a:prstGeom prst="rect">
            <a:avLst/>
          </a:prstGeom>
          <a:noFill/>
          <a:ln/>
        </p:spPr>
        <p:txBody>
          <a:bodyPr wrap="square" lIns="0" tIns="0" rIns="0" bIns="0" rtlCol="0" anchor="ctr"/>
          <a:lstStyle/>
          <a:p>
            <a:pPr marL="0" indent="0">
              <a:buNone/>
            </a:pPr>
            <a:r>
              <a:rPr lang="en-US" sz="740">
                <a:solidFill>
                  <a:srgbClr val="111111"/>
                </a:solidFill>
                <a:latin typeface="Aptos" pitchFamily="34" charset="0"/>
                <a:ea typeface="Aptos" pitchFamily="34" charset="-122"/>
                <a:cs typeface="Aptos" pitchFamily="34" charset="-120"/>
              </a:rPr>
              <a:t>Syren</a:t>
            </a:r>
            <a:endParaRPr lang="en-US" sz="740"/>
          </a:p>
        </p:txBody>
      </p:sp>
      <p:sp>
        <p:nvSpPr>
          <p:cNvPr id="9" name="Text 5"/>
          <p:cNvSpPr/>
          <p:nvPr/>
        </p:nvSpPr>
        <p:spPr>
          <a:xfrm>
            <a:off x="1060704" y="6446520"/>
            <a:ext cx="2926080" cy="118872"/>
          </a:xfrm>
          <a:prstGeom prst="rect">
            <a:avLst/>
          </a:prstGeom>
          <a:noFill/>
          <a:ln/>
        </p:spPr>
        <p:txBody>
          <a:bodyPr wrap="square" lIns="0" tIns="0" rIns="0" bIns="0" rtlCol="0" anchor="ctr"/>
          <a:lstStyle/>
          <a:p>
            <a:pPr marL="0" indent="0">
              <a:buNone/>
            </a:pPr>
            <a:r>
              <a:rPr lang="en-US" sz="570">
                <a:solidFill>
                  <a:srgbClr val="4D4D4D"/>
                </a:solidFill>
                <a:latin typeface="Aptos" pitchFamily="34" charset="0"/>
                <a:ea typeface="Aptos" pitchFamily="34" charset="-122"/>
                <a:cs typeface="Aptos" pitchFamily="34" charset="-120"/>
              </a:rPr>
              <a:t>© SYREN CLOUD INC – 2026 – ALL RIGHTS RESERVED</a:t>
            </a:r>
            <a:endParaRPr lang="en-US" sz="570"/>
          </a:p>
        </p:txBody>
      </p:sp>
      <p:sp>
        <p:nvSpPr>
          <p:cNvPr id="10" name="Text 6"/>
          <p:cNvSpPr/>
          <p:nvPr/>
        </p:nvSpPr>
        <p:spPr>
          <a:xfrm>
            <a:off x="11686032" y="6428232"/>
            <a:ext cx="164592" cy="128016"/>
          </a:xfrm>
          <a:prstGeom prst="rect">
            <a:avLst/>
          </a:prstGeom>
          <a:noFill/>
          <a:ln/>
        </p:spPr>
        <p:txBody>
          <a:bodyPr wrap="square" lIns="0" tIns="0" rIns="0" bIns="0" rtlCol="0" anchor="ctr"/>
          <a:lstStyle/>
          <a:p>
            <a:pPr marL="0" indent="0" algn="r">
              <a:buNone/>
            </a:pPr>
            <a:r>
              <a:rPr lang="en-US" sz="650">
                <a:solidFill>
                  <a:srgbClr val="111111"/>
                </a:solidFill>
                <a:latin typeface="Aptos" pitchFamily="34" charset="0"/>
                <a:ea typeface="Aptos" pitchFamily="34" charset="-122"/>
                <a:cs typeface="Aptos" pitchFamily="34" charset="-120"/>
              </a:rPr>
              <a:t>1</a:t>
            </a:r>
            <a:endParaRPr lang="en-US" sz="650"/>
          </a:p>
        </p:txBody>
      </p:sp>
      <p:sp>
        <p:nvSpPr>
          <p:cNvPr id="12" name="Text 8"/>
          <p:cNvSpPr/>
          <p:nvPr/>
        </p:nvSpPr>
        <p:spPr>
          <a:xfrm>
            <a:off x="493776" y="964635"/>
            <a:ext cx="9976104" cy="169277"/>
          </a:xfrm>
          <a:prstGeom prst="rect">
            <a:avLst/>
          </a:prstGeom>
          <a:noFill/>
          <a:ln/>
        </p:spPr>
        <p:txBody>
          <a:bodyPr wrap="square" lIns="0" tIns="0" rIns="0" bIns="0" rtlCol="0" anchor="ctr">
            <a:spAutoFit/>
          </a:bodyPr>
          <a:lstStyle/>
          <a:p>
            <a:pPr marL="0" indent="0">
              <a:buNone/>
            </a:pPr>
            <a:r>
              <a:rPr lang="en-US" sz="1100">
                <a:latin typeface="Montserrat" panose="00000500000000000000" pitchFamily="2" charset="0"/>
                <a:ea typeface="Aptos" pitchFamily="34" charset="-122"/>
                <a:cs typeface="Aptos" pitchFamily="34" charset="-120"/>
              </a:rPr>
              <a:t>New project proposal | business-friendly, reusable L2 data products across Pharma, MedTech, Vision Care and Enterprise</a:t>
            </a:r>
            <a:endParaRPr lang="en-US" sz="1100">
              <a:latin typeface="Montserrat" panose="00000500000000000000" pitchFamily="2" charset="0"/>
            </a:endParaRPr>
          </a:p>
        </p:txBody>
      </p:sp>
      <p:sp>
        <p:nvSpPr>
          <p:cNvPr id="14" name="Shape 10"/>
          <p:cNvSpPr/>
          <p:nvPr/>
        </p:nvSpPr>
        <p:spPr>
          <a:xfrm>
            <a:off x="512064" y="1298448"/>
            <a:ext cx="2148840" cy="4498848"/>
          </a:xfrm>
          <a:prstGeom prst="roundRect">
            <a:avLst>
              <a:gd name="adj" fmla="val 6324"/>
            </a:avLst>
          </a:prstGeom>
          <a:solidFill>
            <a:schemeClr val="accent1"/>
          </a:solidFill>
          <a:ln w="12700">
            <a:solidFill>
              <a:schemeClr val="bg2"/>
            </a:solidFill>
            <a:prstDash val="solid"/>
          </a:ln>
        </p:spPr>
        <p:txBody>
          <a:bodyPr/>
          <a:lstStyle/>
          <a:p>
            <a:endParaRPr lang="en-US"/>
          </a:p>
        </p:txBody>
      </p:sp>
      <p:sp>
        <p:nvSpPr>
          <p:cNvPr id="16" name="Text 12"/>
          <p:cNvSpPr/>
          <p:nvPr/>
        </p:nvSpPr>
        <p:spPr>
          <a:xfrm>
            <a:off x="731520" y="1371600"/>
            <a:ext cx="1709928" cy="493776"/>
          </a:xfrm>
          <a:prstGeom prst="rect">
            <a:avLst/>
          </a:prstGeom>
          <a:noFill/>
          <a:ln/>
        </p:spPr>
        <p:txBody>
          <a:bodyPr wrap="square" lIns="0" tIns="0" rIns="0" bIns="0" rtlCol="0" anchor="ctr">
            <a:normAutofit/>
          </a:bodyPr>
          <a:lstStyle/>
          <a:p>
            <a:pPr marL="0" indent="0">
              <a:buNone/>
            </a:pPr>
            <a:r>
              <a:rPr lang="en-US" sz="1400" b="1">
                <a:solidFill>
                  <a:srgbClr val="111111"/>
                </a:solidFill>
                <a:latin typeface="Montserrat" panose="00000500000000000000" pitchFamily="2" charset="0"/>
                <a:ea typeface="Aptos Display" pitchFamily="34" charset="-122"/>
                <a:cs typeface="Aptos Display" pitchFamily="34" charset="-120"/>
              </a:rPr>
              <a:t>What J&amp;J gains</a:t>
            </a:r>
            <a:endParaRPr lang="en-US" sz="1400">
              <a:latin typeface="Montserrat" panose="00000500000000000000" pitchFamily="2" charset="0"/>
            </a:endParaRPr>
          </a:p>
        </p:txBody>
      </p:sp>
      <p:sp>
        <p:nvSpPr>
          <p:cNvPr id="17" name="Text 13"/>
          <p:cNvSpPr/>
          <p:nvPr/>
        </p:nvSpPr>
        <p:spPr>
          <a:xfrm>
            <a:off x="731520" y="1874548"/>
            <a:ext cx="1709928" cy="3273552"/>
          </a:xfrm>
          <a:prstGeom prst="rect">
            <a:avLst/>
          </a:prstGeom>
          <a:noFill/>
          <a:ln/>
        </p:spPr>
        <p:txBody>
          <a:bodyPr wrap="square" lIns="0" tIns="0" rIns="0" bIns="0" rtlCol="0" anchor="t">
            <a:normAutofit/>
          </a:bodyPr>
          <a:lstStyle/>
          <a:p>
            <a:pPr marL="171450" indent="-171450">
              <a:spcAft>
                <a:spcPts val="600"/>
              </a:spcAft>
              <a:buFont typeface="Wingdings" panose="05000000000000000000" pitchFamily="2" charset="2"/>
              <a:buChar char="v"/>
            </a:pPr>
            <a:r>
              <a:rPr lang="en-US" sz="1000">
                <a:latin typeface="Montserrat" panose="00000500000000000000" pitchFamily="2" charset="0"/>
                <a:ea typeface="Aptos" pitchFamily="34" charset="-122"/>
                <a:cs typeface="Aptos" pitchFamily="34" charset="-120"/>
              </a:rPr>
              <a:t>Reusable L2 objects instead of repeated CDL L0 joins in every project</a:t>
            </a:r>
            <a:endParaRPr lang="en-US" sz="1000">
              <a:latin typeface="Montserrat" panose="00000500000000000000" pitchFamily="2" charset="0"/>
            </a:endParaRPr>
          </a:p>
          <a:p>
            <a:pPr marL="171450" indent="-171450">
              <a:spcAft>
                <a:spcPts val="600"/>
              </a:spcAft>
              <a:buFont typeface="Wingdings" panose="05000000000000000000" pitchFamily="2" charset="2"/>
              <a:buChar char="v"/>
            </a:pPr>
            <a:r>
              <a:rPr lang="en-US" sz="1000">
                <a:latin typeface="Montserrat" panose="00000500000000000000" pitchFamily="2" charset="0"/>
                <a:ea typeface="Aptos" pitchFamily="34" charset="-122"/>
                <a:cs typeface="Aptos" pitchFamily="34" charset="-120"/>
              </a:rPr>
              <a:t>Business-readable data models over complex SAP/JDE/OMP source structures</a:t>
            </a:r>
            <a:endParaRPr lang="en-US" sz="1000">
              <a:latin typeface="Montserrat" panose="00000500000000000000" pitchFamily="2" charset="0"/>
            </a:endParaRPr>
          </a:p>
          <a:p>
            <a:pPr marL="171450" indent="-171450">
              <a:spcAft>
                <a:spcPts val="600"/>
              </a:spcAft>
              <a:buFont typeface="Wingdings" panose="05000000000000000000" pitchFamily="2" charset="2"/>
              <a:buChar char="v"/>
            </a:pPr>
            <a:r>
              <a:rPr lang="en-US" sz="1000">
                <a:latin typeface="Montserrat" panose="00000500000000000000" pitchFamily="2" charset="0"/>
                <a:ea typeface="Aptos" pitchFamily="34" charset="-122"/>
                <a:cs typeface="Aptos" pitchFamily="34" charset="-120"/>
              </a:rPr>
              <a:t>Standardized object granularity for faster L3/L4 analytics and applications</a:t>
            </a:r>
            <a:endParaRPr lang="en-US" sz="1000">
              <a:latin typeface="Montserrat" panose="00000500000000000000" pitchFamily="2" charset="0"/>
            </a:endParaRPr>
          </a:p>
          <a:p>
            <a:pPr marL="171450" indent="-171450">
              <a:spcAft>
                <a:spcPts val="600"/>
              </a:spcAft>
              <a:buFont typeface="Wingdings" panose="05000000000000000000" pitchFamily="2" charset="2"/>
              <a:buChar char="v"/>
            </a:pPr>
            <a:r>
              <a:rPr lang="en-US" sz="1000">
                <a:latin typeface="Montserrat" panose="00000500000000000000" pitchFamily="2" charset="0"/>
                <a:ea typeface="Aptos" pitchFamily="34" charset="-122"/>
                <a:cs typeface="Aptos" pitchFamily="34" charset="-120"/>
              </a:rPr>
              <a:t>Governed foundation for Sales Order, Delivery, Material, UOM, Schedule Line, Plant, Receipts and Billing</a:t>
            </a:r>
            <a:endParaRPr lang="en-US" sz="1000">
              <a:latin typeface="Montserrat" panose="00000500000000000000" pitchFamily="2" charset="0"/>
            </a:endParaRPr>
          </a:p>
        </p:txBody>
      </p:sp>
      <p:sp>
        <p:nvSpPr>
          <p:cNvPr id="18" name="Shape 14"/>
          <p:cNvSpPr/>
          <p:nvPr/>
        </p:nvSpPr>
        <p:spPr>
          <a:xfrm>
            <a:off x="2816352" y="1316764"/>
            <a:ext cx="2788920" cy="2148840"/>
          </a:xfrm>
          <a:prstGeom prst="roundRect">
            <a:avLst>
              <a:gd name="adj" fmla="val 6324"/>
            </a:avLst>
          </a:prstGeom>
          <a:noFill/>
          <a:ln w="10160">
            <a:solidFill>
              <a:schemeClr val="bg2"/>
            </a:solidFill>
            <a:prstDash val="solid"/>
          </a:ln>
        </p:spPr>
        <p:txBody>
          <a:bodyPr/>
          <a:lstStyle/>
          <a:p>
            <a:endParaRPr lang="en-US"/>
          </a:p>
        </p:txBody>
      </p:sp>
      <p:sp>
        <p:nvSpPr>
          <p:cNvPr id="20" name="Text 16"/>
          <p:cNvSpPr/>
          <p:nvPr/>
        </p:nvSpPr>
        <p:spPr>
          <a:xfrm>
            <a:off x="2999231" y="1298447"/>
            <a:ext cx="377613" cy="424519"/>
          </a:xfrm>
          <a:prstGeom prst="flowChartOffpageConnector">
            <a:avLst/>
          </a:prstGeom>
          <a:solidFill>
            <a:schemeClr val="bg2"/>
          </a:solidFill>
          <a:ln/>
        </p:spPr>
        <p:txBody>
          <a:bodyPr wrap="square" lIns="0" tIns="0" rIns="0" bIns="0" rtlCol="0" anchor="ctr"/>
          <a:lstStyle/>
          <a:p>
            <a:pPr marL="0" indent="0" algn="ctr">
              <a:buNone/>
            </a:pPr>
            <a:r>
              <a:rPr lang="en-US" sz="1200" b="1">
                <a:solidFill>
                  <a:schemeClr val="bg1"/>
                </a:solidFill>
                <a:latin typeface="Montserrat" panose="00000500000000000000" pitchFamily="2" charset="0"/>
                <a:ea typeface="Aptos" pitchFamily="34" charset="-122"/>
                <a:cs typeface="Aptos" pitchFamily="34" charset="-120"/>
              </a:rPr>
              <a:t>1</a:t>
            </a:r>
            <a:endParaRPr lang="en-US" sz="1200">
              <a:solidFill>
                <a:schemeClr val="bg1"/>
              </a:solidFill>
              <a:latin typeface="Montserrat" panose="00000500000000000000" pitchFamily="2" charset="0"/>
            </a:endParaRPr>
          </a:p>
        </p:txBody>
      </p:sp>
      <p:sp>
        <p:nvSpPr>
          <p:cNvPr id="21" name="Text 17"/>
          <p:cNvSpPr/>
          <p:nvPr/>
        </p:nvSpPr>
        <p:spPr>
          <a:xfrm>
            <a:off x="3456432" y="1463040"/>
            <a:ext cx="2002536" cy="310896"/>
          </a:xfrm>
          <a:prstGeom prst="rect">
            <a:avLst/>
          </a:prstGeom>
          <a:noFill/>
          <a:ln/>
        </p:spPr>
        <p:txBody>
          <a:bodyPr wrap="square" lIns="0" tIns="0" rIns="0" bIns="0" rtlCol="0" anchor="ctr">
            <a:normAutofit/>
          </a:bodyPr>
          <a:lstStyle/>
          <a:p>
            <a:pPr marL="0" indent="0">
              <a:buNone/>
            </a:pPr>
            <a:r>
              <a:rPr lang="en-US" sz="1200" b="1">
                <a:solidFill>
                  <a:srgbClr val="111111"/>
                </a:solidFill>
                <a:latin typeface="Montserrat" panose="00000500000000000000" pitchFamily="2" charset="0"/>
                <a:ea typeface="Aptos" pitchFamily="34" charset="-122"/>
                <a:cs typeface="Aptos" pitchFamily="34" charset="-120"/>
              </a:rPr>
              <a:t>Reusable Object Factory</a:t>
            </a:r>
            <a:endParaRPr lang="en-US" sz="1200">
              <a:latin typeface="Montserrat" panose="00000500000000000000" pitchFamily="2" charset="0"/>
            </a:endParaRPr>
          </a:p>
        </p:txBody>
      </p:sp>
      <p:sp>
        <p:nvSpPr>
          <p:cNvPr id="22" name="Text 18"/>
          <p:cNvSpPr/>
          <p:nvPr/>
        </p:nvSpPr>
        <p:spPr>
          <a:xfrm>
            <a:off x="3035808" y="2011680"/>
            <a:ext cx="2350008" cy="1234440"/>
          </a:xfrm>
          <a:prstGeom prst="rect">
            <a:avLst/>
          </a:prstGeom>
          <a:noFill/>
          <a:ln/>
        </p:spPr>
        <p:txBody>
          <a:bodyPr wrap="square" lIns="254" tIns="254" rIns="254" bIns="254" rtlCol="0" anchor="t">
            <a:noAutofit/>
          </a:bodyPr>
          <a:lstStyle/>
          <a:p>
            <a:pPr marL="0" indent="0">
              <a:spcAft>
                <a:spcPts val="600"/>
              </a:spcAft>
              <a:buNone/>
            </a:pPr>
            <a:r>
              <a:rPr lang="en-US" sz="800" b="1">
                <a:latin typeface="Montserrat" panose="00000500000000000000" pitchFamily="2" charset="0"/>
                <a:ea typeface="Aptos" pitchFamily="34" charset="-122"/>
                <a:cs typeface="Aptos" pitchFamily="34" charset="-120"/>
              </a:rPr>
              <a:t>Object catalog: </a:t>
            </a:r>
            <a:r>
              <a:rPr lang="en-US" sz="800">
                <a:latin typeface="Montserrat" panose="00000500000000000000" pitchFamily="2" charset="0"/>
                <a:ea typeface="Aptos" pitchFamily="34" charset="-122"/>
                <a:cs typeface="Aptos" pitchFamily="34" charset="-120"/>
              </a:rPr>
              <a:t>prioritized backlog of high-value L2 objects mapped to business use cases.
</a:t>
            </a:r>
            <a:r>
              <a:rPr lang="en-US" sz="800" b="1">
                <a:latin typeface="Montserrat" panose="00000500000000000000" pitchFamily="2" charset="0"/>
                <a:ea typeface="Aptos" pitchFamily="34" charset="-122"/>
                <a:cs typeface="Aptos" pitchFamily="34" charset="-120"/>
              </a:rPr>
              <a:t>Granularity standard: </a:t>
            </a:r>
            <a:r>
              <a:rPr lang="en-US" sz="800">
                <a:latin typeface="Montserrat" panose="00000500000000000000" pitchFamily="2" charset="0"/>
                <a:ea typeface="Aptos" pitchFamily="34" charset="-122"/>
                <a:cs typeface="Aptos" pitchFamily="34" charset="-120"/>
              </a:rPr>
              <a:t>clear object-level contract, keys, relationships and reusable joins.
</a:t>
            </a:r>
            <a:r>
              <a:rPr lang="en-US" sz="800" b="1">
                <a:latin typeface="Montserrat" panose="00000500000000000000" pitchFamily="2" charset="0"/>
                <a:ea typeface="Aptos" pitchFamily="34" charset="-122"/>
                <a:cs typeface="Aptos" pitchFamily="34" charset="-120"/>
              </a:rPr>
              <a:t>Sector fit: </a:t>
            </a:r>
            <a:r>
              <a:rPr lang="en-US" sz="800">
                <a:latin typeface="Montserrat" panose="00000500000000000000" pitchFamily="2" charset="0"/>
                <a:ea typeface="Aptos" pitchFamily="34" charset="-122"/>
                <a:cs typeface="Aptos" pitchFamily="34" charset="-120"/>
              </a:rPr>
              <a:t>common model with extension points for Pharma, MedTech and Vision Care.</a:t>
            </a:r>
            <a:endParaRPr lang="en-US" sz="800">
              <a:latin typeface="Montserrat" panose="00000500000000000000" pitchFamily="2" charset="0"/>
            </a:endParaRPr>
          </a:p>
        </p:txBody>
      </p:sp>
      <p:sp>
        <p:nvSpPr>
          <p:cNvPr id="23" name="Shape 19"/>
          <p:cNvSpPr/>
          <p:nvPr/>
        </p:nvSpPr>
        <p:spPr>
          <a:xfrm>
            <a:off x="5806440" y="1298448"/>
            <a:ext cx="2788920" cy="2148840"/>
          </a:xfrm>
          <a:prstGeom prst="roundRect">
            <a:avLst>
              <a:gd name="adj" fmla="val 6915"/>
            </a:avLst>
          </a:prstGeom>
          <a:noFill/>
          <a:ln w="10160">
            <a:solidFill>
              <a:schemeClr val="bg2"/>
            </a:solidFill>
            <a:prstDash val="solid"/>
          </a:ln>
        </p:spPr>
        <p:txBody>
          <a:bodyPr/>
          <a:lstStyle/>
          <a:p>
            <a:endParaRPr lang="en-US"/>
          </a:p>
        </p:txBody>
      </p:sp>
      <p:sp>
        <p:nvSpPr>
          <p:cNvPr id="25" name="Text 21"/>
          <p:cNvSpPr/>
          <p:nvPr/>
        </p:nvSpPr>
        <p:spPr>
          <a:xfrm>
            <a:off x="5989319" y="1298447"/>
            <a:ext cx="377613" cy="424519"/>
          </a:xfrm>
          <a:prstGeom prst="flowChartOffpageConnector">
            <a:avLst/>
          </a:prstGeom>
          <a:solidFill>
            <a:schemeClr val="bg2"/>
          </a:solidFill>
          <a:ln/>
        </p:spPr>
        <p:txBody>
          <a:bodyPr wrap="square" lIns="0" tIns="0" rIns="0" bIns="0" rtlCol="0" anchor="ctr"/>
          <a:lstStyle/>
          <a:p>
            <a:pPr marL="0" indent="0" algn="ctr">
              <a:buNone/>
            </a:pPr>
            <a:r>
              <a:rPr lang="en-US" sz="1200" b="1">
                <a:solidFill>
                  <a:srgbClr val="FFFFFF"/>
                </a:solidFill>
                <a:latin typeface="Montserrat" panose="00000500000000000000" pitchFamily="2" charset="0"/>
                <a:ea typeface="Aptos" pitchFamily="34" charset="-122"/>
                <a:cs typeface="Aptos" pitchFamily="34" charset="-120"/>
              </a:rPr>
              <a:t>2</a:t>
            </a:r>
            <a:endParaRPr lang="en-US" sz="1200">
              <a:latin typeface="Montserrat" panose="00000500000000000000" pitchFamily="2" charset="0"/>
            </a:endParaRPr>
          </a:p>
        </p:txBody>
      </p:sp>
      <p:sp>
        <p:nvSpPr>
          <p:cNvPr id="26" name="Text 22"/>
          <p:cNvSpPr/>
          <p:nvPr/>
        </p:nvSpPr>
        <p:spPr>
          <a:xfrm>
            <a:off x="6446520" y="1463040"/>
            <a:ext cx="2002536" cy="310896"/>
          </a:xfrm>
          <a:prstGeom prst="rect">
            <a:avLst/>
          </a:prstGeom>
          <a:noFill/>
          <a:ln/>
        </p:spPr>
        <p:txBody>
          <a:bodyPr wrap="square" lIns="0" tIns="0" rIns="0" bIns="0" rtlCol="0" anchor="ctr">
            <a:normAutofit/>
          </a:bodyPr>
          <a:lstStyle/>
          <a:p>
            <a:pPr marL="0" indent="0">
              <a:buNone/>
            </a:pPr>
            <a:r>
              <a:rPr lang="en-US" sz="1200" b="1">
                <a:solidFill>
                  <a:srgbClr val="111111"/>
                </a:solidFill>
                <a:latin typeface="Montserrat" panose="00000500000000000000" pitchFamily="2" charset="0"/>
                <a:ea typeface="Aptos" pitchFamily="34" charset="-122"/>
                <a:cs typeface="Aptos" pitchFamily="34" charset="-120"/>
              </a:rPr>
              <a:t>Data Contract &amp; Naming</a:t>
            </a:r>
            <a:endParaRPr lang="en-US" sz="1200">
              <a:latin typeface="Montserrat" panose="00000500000000000000" pitchFamily="2" charset="0"/>
            </a:endParaRPr>
          </a:p>
        </p:txBody>
      </p:sp>
      <p:sp>
        <p:nvSpPr>
          <p:cNvPr id="27" name="Text 23"/>
          <p:cNvSpPr/>
          <p:nvPr/>
        </p:nvSpPr>
        <p:spPr>
          <a:xfrm>
            <a:off x="6025896" y="2011680"/>
            <a:ext cx="2350008" cy="1234440"/>
          </a:xfrm>
          <a:prstGeom prst="rect">
            <a:avLst/>
          </a:prstGeom>
          <a:noFill/>
          <a:ln/>
        </p:spPr>
        <p:txBody>
          <a:bodyPr wrap="square" lIns="254" tIns="254" rIns="254" bIns="254" rtlCol="0" anchor="t">
            <a:noAutofit/>
          </a:bodyPr>
          <a:lstStyle/>
          <a:p>
            <a:pPr marL="0" indent="0">
              <a:spcAft>
                <a:spcPts val="600"/>
              </a:spcAft>
              <a:buNone/>
            </a:pPr>
            <a:r>
              <a:rPr lang="en-US" sz="800" b="1">
                <a:latin typeface="Montserrat" panose="00000500000000000000" pitchFamily="2" charset="0"/>
                <a:ea typeface="Aptos" pitchFamily="34" charset="-122"/>
                <a:cs typeface="Aptos" pitchFamily="34" charset="-120"/>
              </a:rPr>
              <a:t>Business names: </a:t>
            </a:r>
            <a:r>
              <a:rPr lang="en-US" sz="800">
                <a:latin typeface="Montserrat" panose="00000500000000000000" pitchFamily="2" charset="0"/>
                <a:ea typeface="Aptos" pitchFamily="34" charset="-122"/>
                <a:cs typeface="Aptos" pitchFamily="34" charset="-120"/>
              </a:rPr>
              <a:t>replace German/SAP technical naming with intuitive English definitions.
</a:t>
            </a:r>
            <a:r>
              <a:rPr lang="en-US" sz="800" b="1">
                <a:latin typeface="Montserrat" panose="00000500000000000000" pitchFamily="2" charset="0"/>
                <a:ea typeface="Aptos" pitchFamily="34" charset="-122"/>
                <a:cs typeface="Aptos" pitchFamily="34" charset="-120"/>
              </a:rPr>
              <a:t>Mapping traceability: </a:t>
            </a:r>
            <a:r>
              <a:rPr lang="en-US" sz="800">
                <a:latin typeface="Montserrat" panose="00000500000000000000" pitchFamily="2" charset="0"/>
                <a:ea typeface="Aptos" pitchFamily="34" charset="-122"/>
                <a:cs typeface="Aptos" pitchFamily="34" charset="-120"/>
              </a:rPr>
              <a:t>source-to-target rules, lineage and field-level meaning documented from day one.
</a:t>
            </a:r>
            <a:r>
              <a:rPr lang="en-US" sz="800" b="1">
                <a:latin typeface="Montserrat" panose="00000500000000000000" pitchFamily="2" charset="0"/>
                <a:ea typeface="Aptos" pitchFamily="34" charset="-122"/>
                <a:cs typeface="Aptos" pitchFamily="34" charset="-120"/>
              </a:rPr>
              <a:t>Consumer readiness: </a:t>
            </a:r>
            <a:r>
              <a:rPr lang="en-US" sz="800">
                <a:latin typeface="Montserrat" panose="00000500000000000000" pitchFamily="2" charset="0"/>
                <a:ea typeface="Aptos" pitchFamily="34" charset="-122"/>
                <a:cs typeface="Aptos" pitchFamily="34" charset="-120"/>
              </a:rPr>
              <a:t>stable tables/views designed for BI, data science and downstream product teams.</a:t>
            </a:r>
            <a:endParaRPr lang="en-US" sz="800">
              <a:latin typeface="Montserrat" panose="00000500000000000000" pitchFamily="2" charset="0"/>
            </a:endParaRPr>
          </a:p>
        </p:txBody>
      </p:sp>
      <p:sp>
        <p:nvSpPr>
          <p:cNvPr id="28" name="Shape 24"/>
          <p:cNvSpPr/>
          <p:nvPr/>
        </p:nvSpPr>
        <p:spPr>
          <a:xfrm>
            <a:off x="8796528" y="1298448"/>
            <a:ext cx="2788920" cy="2148840"/>
          </a:xfrm>
          <a:prstGeom prst="roundRect">
            <a:avLst>
              <a:gd name="adj" fmla="val 8097"/>
            </a:avLst>
          </a:prstGeom>
          <a:noFill/>
          <a:ln w="10160">
            <a:solidFill>
              <a:schemeClr val="bg2"/>
            </a:solidFill>
            <a:prstDash val="solid"/>
          </a:ln>
        </p:spPr>
        <p:txBody>
          <a:bodyPr/>
          <a:lstStyle/>
          <a:p>
            <a:endParaRPr lang="en-US"/>
          </a:p>
        </p:txBody>
      </p:sp>
      <p:sp>
        <p:nvSpPr>
          <p:cNvPr id="30" name="Text 26"/>
          <p:cNvSpPr/>
          <p:nvPr/>
        </p:nvSpPr>
        <p:spPr>
          <a:xfrm>
            <a:off x="8979407" y="1298447"/>
            <a:ext cx="377613" cy="424519"/>
          </a:xfrm>
          <a:prstGeom prst="flowChartOffpageConnector">
            <a:avLst/>
          </a:prstGeom>
          <a:solidFill>
            <a:schemeClr val="bg2"/>
          </a:solidFill>
          <a:ln/>
        </p:spPr>
        <p:txBody>
          <a:bodyPr wrap="square" lIns="0" tIns="0" rIns="0" bIns="0" rtlCol="0" anchor="ctr"/>
          <a:lstStyle/>
          <a:p>
            <a:pPr marL="0" indent="0" algn="ctr">
              <a:buNone/>
            </a:pPr>
            <a:r>
              <a:rPr lang="en-US" sz="1200" b="1">
                <a:solidFill>
                  <a:srgbClr val="FFFFFF"/>
                </a:solidFill>
                <a:latin typeface="Montserrat" panose="00000500000000000000" pitchFamily="2" charset="0"/>
                <a:ea typeface="Aptos" pitchFamily="34" charset="-122"/>
                <a:cs typeface="Aptos" pitchFamily="34" charset="-120"/>
              </a:rPr>
              <a:t>3</a:t>
            </a:r>
            <a:endParaRPr lang="en-US" sz="1200">
              <a:latin typeface="Montserrat" panose="00000500000000000000" pitchFamily="2" charset="0"/>
            </a:endParaRPr>
          </a:p>
        </p:txBody>
      </p:sp>
      <p:sp>
        <p:nvSpPr>
          <p:cNvPr id="31" name="Text 27"/>
          <p:cNvSpPr/>
          <p:nvPr/>
        </p:nvSpPr>
        <p:spPr>
          <a:xfrm>
            <a:off x="9436608" y="1463040"/>
            <a:ext cx="2002536" cy="310896"/>
          </a:xfrm>
          <a:prstGeom prst="rect">
            <a:avLst/>
          </a:prstGeom>
          <a:noFill/>
          <a:ln/>
        </p:spPr>
        <p:txBody>
          <a:bodyPr wrap="square" lIns="0" tIns="0" rIns="0" bIns="0" rtlCol="0" anchor="ctr">
            <a:normAutofit/>
          </a:bodyPr>
          <a:lstStyle/>
          <a:p>
            <a:pPr marL="0" indent="0">
              <a:buNone/>
            </a:pPr>
            <a:r>
              <a:rPr lang="en-US" sz="1200" b="1">
                <a:solidFill>
                  <a:srgbClr val="111111"/>
                </a:solidFill>
                <a:latin typeface="Montserrat" panose="00000500000000000000" pitchFamily="2" charset="0"/>
                <a:ea typeface="Aptos" pitchFamily="34" charset="-122"/>
                <a:cs typeface="Aptos" pitchFamily="34" charset="-120"/>
              </a:rPr>
              <a:t>Quality &amp; Validation</a:t>
            </a:r>
            <a:endParaRPr lang="en-US" sz="1200">
              <a:latin typeface="Montserrat" panose="00000500000000000000" pitchFamily="2" charset="0"/>
            </a:endParaRPr>
          </a:p>
        </p:txBody>
      </p:sp>
      <p:sp>
        <p:nvSpPr>
          <p:cNvPr id="32" name="Text 28"/>
          <p:cNvSpPr/>
          <p:nvPr/>
        </p:nvSpPr>
        <p:spPr>
          <a:xfrm>
            <a:off x="9015984" y="2011680"/>
            <a:ext cx="2350008" cy="1234440"/>
          </a:xfrm>
          <a:prstGeom prst="rect">
            <a:avLst/>
          </a:prstGeom>
          <a:noFill/>
          <a:ln/>
        </p:spPr>
        <p:txBody>
          <a:bodyPr wrap="square" lIns="254" tIns="254" rIns="254" bIns="254" rtlCol="0" anchor="t">
            <a:noAutofit/>
          </a:bodyPr>
          <a:lstStyle/>
          <a:p>
            <a:pPr marL="0" indent="0">
              <a:spcAft>
                <a:spcPts val="600"/>
              </a:spcAft>
              <a:buNone/>
            </a:pPr>
            <a:r>
              <a:rPr lang="en-US" sz="800" b="1">
                <a:latin typeface="Montserrat" panose="00000500000000000000" pitchFamily="2" charset="0"/>
                <a:ea typeface="Aptos" pitchFamily="34" charset="-122"/>
                <a:cs typeface="Aptos" pitchFamily="34" charset="-120"/>
              </a:rPr>
              <a:t>Built-in controls: </a:t>
            </a:r>
            <a:r>
              <a:rPr lang="en-US" sz="800">
                <a:latin typeface="Montserrat" panose="00000500000000000000" pitchFamily="2" charset="0"/>
                <a:ea typeface="Aptos" pitchFamily="34" charset="-122"/>
                <a:cs typeface="Aptos" pitchFamily="34" charset="-120"/>
              </a:rPr>
              <a:t>row counts, schema checks, uniqueness, null handling and reconciliation gates.
</a:t>
            </a:r>
            <a:r>
              <a:rPr lang="en-US" sz="800" b="1">
                <a:latin typeface="Montserrat" panose="00000500000000000000" pitchFamily="2" charset="0"/>
                <a:ea typeface="Aptos" pitchFamily="34" charset="-122"/>
                <a:cs typeface="Aptos" pitchFamily="34" charset="-120"/>
              </a:rPr>
              <a:t>Release validation: </a:t>
            </a:r>
            <a:r>
              <a:rPr lang="en-US" sz="800">
                <a:latin typeface="Montserrat" panose="00000500000000000000" pitchFamily="2" charset="0"/>
                <a:ea typeface="Aptos" pitchFamily="34" charset="-122"/>
                <a:cs typeface="Aptos" pitchFamily="34" charset="-120"/>
              </a:rPr>
              <a:t>repeatable evidence pack for data readiness and promotion decisions.
</a:t>
            </a:r>
            <a:r>
              <a:rPr lang="en-US" sz="800" b="1">
                <a:latin typeface="Montserrat" panose="00000500000000000000" pitchFamily="2" charset="0"/>
                <a:ea typeface="Aptos" pitchFamily="34" charset="-122"/>
                <a:cs typeface="Aptos" pitchFamily="34" charset="-120"/>
              </a:rPr>
              <a:t>Defect governance: </a:t>
            </a:r>
            <a:r>
              <a:rPr lang="en-US" sz="800">
                <a:latin typeface="Montserrat" panose="00000500000000000000" pitchFamily="2" charset="0"/>
                <a:ea typeface="Aptos" pitchFamily="34" charset="-122"/>
                <a:cs typeface="Aptos" pitchFamily="34" charset="-120"/>
              </a:rPr>
              <a:t>structured triage across source data, mapping logic and consumption issues.</a:t>
            </a:r>
            <a:endParaRPr lang="en-US" sz="800">
              <a:latin typeface="Montserrat" panose="00000500000000000000" pitchFamily="2" charset="0"/>
            </a:endParaRPr>
          </a:p>
        </p:txBody>
      </p:sp>
      <p:sp>
        <p:nvSpPr>
          <p:cNvPr id="33" name="Shape 29"/>
          <p:cNvSpPr/>
          <p:nvPr/>
        </p:nvSpPr>
        <p:spPr>
          <a:xfrm>
            <a:off x="2816352" y="3648456"/>
            <a:ext cx="2788920" cy="2148840"/>
          </a:xfrm>
          <a:prstGeom prst="roundRect">
            <a:avLst>
              <a:gd name="adj" fmla="val 6324"/>
            </a:avLst>
          </a:prstGeom>
          <a:noFill/>
          <a:ln w="10160">
            <a:solidFill>
              <a:schemeClr val="bg2"/>
            </a:solidFill>
            <a:prstDash val="solid"/>
          </a:ln>
        </p:spPr>
        <p:txBody>
          <a:bodyPr/>
          <a:lstStyle/>
          <a:p>
            <a:endParaRPr lang="en-US">
              <a:latin typeface="Montserrat" panose="00000500000000000000" pitchFamily="2" charset="0"/>
            </a:endParaRPr>
          </a:p>
        </p:txBody>
      </p:sp>
      <p:sp>
        <p:nvSpPr>
          <p:cNvPr id="35" name="Text 31"/>
          <p:cNvSpPr/>
          <p:nvPr/>
        </p:nvSpPr>
        <p:spPr>
          <a:xfrm>
            <a:off x="2999231" y="3648455"/>
            <a:ext cx="377613" cy="424519"/>
          </a:xfrm>
          <a:prstGeom prst="flowChartOffpageConnector">
            <a:avLst/>
          </a:prstGeom>
          <a:solidFill>
            <a:schemeClr val="bg2"/>
          </a:solidFill>
          <a:ln/>
        </p:spPr>
        <p:txBody>
          <a:bodyPr wrap="square" lIns="0" tIns="0" rIns="0" bIns="0" rtlCol="0" anchor="ctr"/>
          <a:lstStyle/>
          <a:p>
            <a:pPr marL="0" indent="0" algn="ctr">
              <a:buNone/>
            </a:pPr>
            <a:r>
              <a:rPr lang="en-US" sz="1200" b="1">
                <a:solidFill>
                  <a:srgbClr val="FFFFFF"/>
                </a:solidFill>
                <a:latin typeface="Montserrat" panose="00000500000000000000" pitchFamily="2" charset="0"/>
                <a:ea typeface="Aptos" pitchFamily="34" charset="-122"/>
                <a:cs typeface="Aptos" pitchFamily="34" charset="-120"/>
              </a:rPr>
              <a:t>4</a:t>
            </a:r>
            <a:endParaRPr lang="en-US" sz="1200">
              <a:latin typeface="Montserrat" panose="00000500000000000000" pitchFamily="2" charset="0"/>
            </a:endParaRPr>
          </a:p>
        </p:txBody>
      </p:sp>
      <p:sp>
        <p:nvSpPr>
          <p:cNvPr id="36" name="Text 32"/>
          <p:cNvSpPr/>
          <p:nvPr/>
        </p:nvSpPr>
        <p:spPr>
          <a:xfrm>
            <a:off x="3456432" y="3813048"/>
            <a:ext cx="2002536" cy="310896"/>
          </a:xfrm>
          <a:prstGeom prst="rect">
            <a:avLst/>
          </a:prstGeom>
          <a:noFill/>
          <a:ln/>
        </p:spPr>
        <p:txBody>
          <a:bodyPr wrap="square" lIns="0" tIns="0" rIns="0" bIns="0" rtlCol="0" anchor="ctr">
            <a:normAutofit/>
          </a:bodyPr>
          <a:lstStyle/>
          <a:p>
            <a:pPr marL="0" indent="0">
              <a:buNone/>
            </a:pPr>
            <a:r>
              <a:rPr lang="en-US" sz="1200" b="1">
                <a:solidFill>
                  <a:srgbClr val="111111"/>
                </a:solidFill>
                <a:latin typeface="Montserrat" panose="00000500000000000000" pitchFamily="2" charset="0"/>
                <a:ea typeface="Aptos" pitchFamily="34" charset="-122"/>
                <a:cs typeface="Aptos" pitchFamily="34" charset="-120"/>
              </a:rPr>
              <a:t>Engineering Standards</a:t>
            </a:r>
            <a:endParaRPr lang="en-US" sz="1200">
              <a:latin typeface="Montserrat" panose="00000500000000000000" pitchFamily="2" charset="0"/>
            </a:endParaRPr>
          </a:p>
        </p:txBody>
      </p:sp>
      <p:sp>
        <p:nvSpPr>
          <p:cNvPr id="37" name="Text 33"/>
          <p:cNvSpPr/>
          <p:nvPr/>
        </p:nvSpPr>
        <p:spPr>
          <a:xfrm>
            <a:off x="3035808" y="4361688"/>
            <a:ext cx="2350008" cy="1234440"/>
          </a:xfrm>
          <a:prstGeom prst="rect">
            <a:avLst/>
          </a:prstGeom>
          <a:noFill/>
          <a:ln/>
        </p:spPr>
        <p:txBody>
          <a:bodyPr wrap="square" lIns="254" tIns="254" rIns="254" bIns="254" rtlCol="0" anchor="t">
            <a:normAutofit lnSpcReduction="10000"/>
          </a:bodyPr>
          <a:lstStyle/>
          <a:p>
            <a:pPr marL="0" indent="0">
              <a:spcAft>
                <a:spcPts val="600"/>
              </a:spcAft>
              <a:buNone/>
            </a:pPr>
            <a:r>
              <a:rPr lang="en-US" sz="800" b="1">
                <a:latin typeface="Montserrat" panose="00000500000000000000" pitchFamily="2" charset="0"/>
                <a:ea typeface="Aptos" pitchFamily="34" charset="-122"/>
                <a:cs typeface="Aptos" pitchFamily="34" charset="-120"/>
              </a:rPr>
              <a:t>Lakehouse design: </a:t>
            </a:r>
            <a:r>
              <a:rPr lang="en-US" sz="800">
                <a:latin typeface="Montserrat" panose="00000500000000000000" pitchFamily="2" charset="0"/>
                <a:ea typeface="Aptos" pitchFamily="34" charset="-122"/>
                <a:cs typeface="Aptos" pitchFamily="34" charset="-120"/>
              </a:rPr>
              <a:t>Databricks/Delta patterns optimized for maintainability and scalable consumption.
</a:t>
            </a:r>
            <a:r>
              <a:rPr lang="en-US" sz="800" b="1">
                <a:latin typeface="Montserrat" panose="00000500000000000000" pitchFamily="2" charset="0"/>
                <a:ea typeface="Aptos" pitchFamily="34" charset="-122"/>
                <a:cs typeface="Aptos" pitchFamily="34" charset="-120"/>
              </a:rPr>
              <a:t>CI/CD ready: </a:t>
            </a:r>
            <a:r>
              <a:rPr lang="en-US" sz="800">
                <a:latin typeface="Montserrat" panose="00000500000000000000" pitchFamily="2" charset="0"/>
                <a:ea typeface="Aptos" pitchFamily="34" charset="-122"/>
                <a:cs typeface="Aptos" pitchFamily="34" charset="-120"/>
              </a:rPr>
              <a:t>promotion gates, branch discipline, code review and controlled release workflows.
</a:t>
            </a:r>
            <a:r>
              <a:rPr lang="en-US" sz="800" b="1">
                <a:latin typeface="Montserrat" panose="00000500000000000000" pitchFamily="2" charset="0"/>
                <a:ea typeface="Aptos" pitchFamily="34" charset="-122"/>
                <a:cs typeface="Aptos" pitchFamily="34" charset="-120"/>
              </a:rPr>
              <a:t>Documentation: </a:t>
            </a:r>
            <a:r>
              <a:rPr lang="en-US" sz="800">
                <a:latin typeface="Montserrat" panose="00000500000000000000" pitchFamily="2" charset="0"/>
                <a:ea typeface="Aptos" pitchFamily="34" charset="-122"/>
                <a:cs typeface="Aptos" pitchFamily="34" charset="-120"/>
              </a:rPr>
              <a:t>object-level design, runbooks and handover artifacts for long-term ownership.</a:t>
            </a:r>
            <a:endParaRPr lang="en-US" sz="800">
              <a:latin typeface="Montserrat" panose="00000500000000000000" pitchFamily="2" charset="0"/>
            </a:endParaRPr>
          </a:p>
        </p:txBody>
      </p:sp>
      <p:sp>
        <p:nvSpPr>
          <p:cNvPr id="38" name="Shape 34"/>
          <p:cNvSpPr/>
          <p:nvPr/>
        </p:nvSpPr>
        <p:spPr>
          <a:xfrm>
            <a:off x="5806440" y="3648456"/>
            <a:ext cx="2788920" cy="2148840"/>
          </a:xfrm>
          <a:prstGeom prst="roundRect">
            <a:avLst>
              <a:gd name="adj" fmla="val 7507"/>
            </a:avLst>
          </a:prstGeom>
          <a:noFill/>
          <a:ln w="10160">
            <a:solidFill>
              <a:schemeClr val="bg2"/>
            </a:solidFill>
            <a:prstDash val="solid"/>
          </a:ln>
        </p:spPr>
        <p:txBody>
          <a:bodyPr/>
          <a:lstStyle/>
          <a:p>
            <a:endParaRPr lang="en-US">
              <a:latin typeface="Montserrat" panose="00000500000000000000" pitchFamily="2" charset="0"/>
            </a:endParaRPr>
          </a:p>
        </p:txBody>
      </p:sp>
      <p:sp>
        <p:nvSpPr>
          <p:cNvPr id="40" name="Text 36"/>
          <p:cNvSpPr/>
          <p:nvPr/>
        </p:nvSpPr>
        <p:spPr>
          <a:xfrm>
            <a:off x="5989319" y="3648455"/>
            <a:ext cx="377613" cy="424519"/>
          </a:xfrm>
          <a:prstGeom prst="flowChartOffpageConnector">
            <a:avLst/>
          </a:prstGeom>
          <a:solidFill>
            <a:schemeClr val="bg2"/>
          </a:solidFill>
          <a:ln/>
        </p:spPr>
        <p:txBody>
          <a:bodyPr wrap="square" lIns="0" tIns="0" rIns="0" bIns="0" rtlCol="0" anchor="ctr"/>
          <a:lstStyle/>
          <a:p>
            <a:pPr marL="0" indent="0" algn="ctr">
              <a:buNone/>
            </a:pPr>
            <a:r>
              <a:rPr lang="en-US" sz="1200" b="1">
                <a:solidFill>
                  <a:srgbClr val="FFFFFF"/>
                </a:solidFill>
                <a:latin typeface="Montserrat" panose="00000500000000000000" pitchFamily="2" charset="0"/>
                <a:ea typeface="Aptos" pitchFamily="34" charset="-122"/>
                <a:cs typeface="Aptos" pitchFamily="34" charset="-120"/>
              </a:rPr>
              <a:t>5</a:t>
            </a:r>
            <a:endParaRPr lang="en-US" sz="1200">
              <a:latin typeface="Montserrat" panose="00000500000000000000" pitchFamily="2" charset="0"/>
            </a:endParaRPr>
          </a:p>
        </p:txBody>
      </p:sp>
      <p:sp>
        <p:nvSpPr>
          <p:cNvPr id="41" name="Text 37"/>
          <p:cNvSpPr/>
          <p:nvPr/>
        </p:nvSpPr>
        <p:spPr>
          <a:xfrm>
            <a:off x="6446520" y="3813048"/>
            <a:ext cx="2002536" cy="310896"/>
          </a:xfrm>
          <a:prstGeom prst="rect">
            <a:avLst/>
          </a:prstGeom>
          <a:noFill/>
          <a:ln/>
        </p:spPr>
        <p:txBody>
          <a:bodyPr wrap="square" lIns="0" tIns="0" rIns="0" bIns="0" rtlCol="0" anchor="ctr">
            <a:normAutofit/>
          </a:bodyPr>
          <a:lstStyle/>
          <a:p>
            <a:pPr marL="0" indent="0">
              <a:buNone/>
            </a:pPr>
            <a:r>
              <a:rPr lang="en-US" sz="1200" b="1">
                <a:solidFill>
                  <a:srgbClr val="111111"/>
                </a:solidFill>
                <a:latin typeface="Montserrat" panose="00000500000000000000" pitchFamily="2" charset="0"/>
                <a:ea typeface="Aptos" pitchFamily="34" charset="-122"/>
                <a:cs typeface="Aptos" pitchFamily="34" charset="-120"/>
              </a:rPr>
              <a:t>Cost &amp; Performance</a:t>
            </a:r>
            <a:endParaRPr lang="en-US" sz="1200">
              <a:latin typeface="Montserrat" panose="00000500000000000000" pitchFamily="2" charset="0"/>
            </a:endParaRPr>
          </a:p>
        </p:txBody>
      </p:sp>
      <p:sp>
        <p:nvSpPr>
          <p:cNvPr id="42" name="Text 38"/>
          <p:cNvSpPr/>
          <p:nvPr/>
        </p:nvSpPr>
        <p:spPr>
          <a:xfrm>
            <a:off x="6025896" y="4361688"/>
            <a:ext cx="2350008" cy="1234440"/>
          </a:xfrm>
          <a:prstGeom prst="rect">
            <a:avLst/>
          </a:prstGeom>
          <a:noFill/>
          <a:ln/>
        </p:spPr>
        <p:txBody>
          <a:bodyPr wrap="square" lIns="254" tIns="254" rIns="254" bIns="254" rtlCol="0" anchor="t">
            <a:normAutofit/>
          </a:bodyPr>
          <a:lstStyle/>
          <a:p>
            <a:pPr marL="0" indent="0">
              <a:spcAft>
                <a:spcPts val="600"/>
              </a:spcAft>
              <a:buNone/>
            </a:pPr>
            <a:r>
              <a:rPr lang="en-US" sz="800" b="1">
                <a:latin typeface="Montserrat" panose="00000500000000000000" pitchFamily="2" charset="0"/>
                <a:ea typeface="Aptos" pitchFamily="34" charset="-122"/>
                <a:cs typeface="Aptos" pitchFamily="34" charset="-120"/>
              </a:rPr>
              <a:t>Less duplication: </a:t>
            </a:r>
            <a:r>
              <a:rPr lang="en-US" sz="800">
                <a:latin typeface="Montserrat" panose="00000500000000000000" pitchFamily="2" charset="0"/>
                <a:ea typeface="Aptos" pitchFamily="34" charset="-122"/>
                <a:cs typeface="Aptos" pitchFamily="34" charset="-120"/>
              </a:rPr>
              <a:t>reduce redundant pipelines, repeated transformations and manual data preparation.
</a:t>
            </a:r>
            <a:r>
              <a:rPr lang="en-US" sz="800" b="1">
                <a:latin typeface="Montserrat" panose="00000500000000000000" pitchFamily="2" charset="0"/>
                <a:ea typeface="Aptos" pitchFamily="34" charset="-122"/>
                <a:cs typeface="Aptos" pitchFamily="34" charset="-120"/>
              </a:rPr>
              <a:t>Optimized jobs: </a:t>
            </a:r>
            <a:r>
              <a:rPr lang="en-US" sz="800">
                <a:latin typeface="Montserrat" panose="00000500000000000000" pitchFamily="2" charset="0"/>
                <a:ea typeface="Aptos" pitchFamily="34" charset="-122"/>
                <a:cs typeface="Aptos" pitchFamily="34" charset="-120"/>
              </a:rPr>
              <a:t>partitioning, workload design and compute sizing reviewed as part of delivery.
</a:t>
            </a:r>
            <a:r>
              <a:rPr lang="en-US" sz="800" b="1">
                <a:latin typeface="Montserrat" panose="00000500000000000000" pitchFamily="2" charset="0"/>
                <a:ea typeface="Aptos" pitchFamily="34" charset="-122"/>
                <a:cs typeface="Aptos" pitchFamily="34" charset="-120"/>
              </a:rPr>
              <a:t>FinOps lens: </a:t>
            </a:r>
            <a:r>
              <a:rPr lang="en-US" sz="800">
                <a:latin typeface="Montserrat" panose="00000500000000000000" pitchFamily="2" charset="0"/>
                <a:ea typeface="Aptos" pitchFamily="34" charset="-122"/>
                <a:cs typeface="Aptos" pitchFamily="34" charset="-120"/>
              </a:rPr>
              <a:t>cost-conscious design from ingestion through consumption.</a:t>
            </a:r>
            <a:endParaRPr lang="en-US" sz="800">
              <a:latin typeface="Montserrat" panose="00000500000000000000" pitchFamily="2" charset="0"/>
            </a:endParaRPr>
          </a:p>
        </p:txBody>
      </p:sp>
      <p:sp>
        <p:nvSpPr>
          <p:cNvPr id="43" name="Shape 39"/>
          <p:cNvSpPr/>
          <p:nvPr/>
        </p:nvSpPr>
        <p:spPr>
          <a:xfrm>
            <a:off x="8796528" y="3648456"/>
            <a:ext cx="2788920" cy="2148840"/>
          </a:xfrm>
          <a:prstGeom prst="roundRect">
            <a:avLst>
              <a:gd name="adj" fmla="val 9575"/>
            </a:avLst>
          </a:prstGeom>
          <a:noFill/>
          <a:ln w="10160">
            <a:solidFill>
              <a:schemeClr val="bg2"/>
            </a:solidFill>
            <a:prstDash val="solid"/>
          </a:ln>
        </p:spPr>
        <p:txBody>
          <a:bodyPr/>
          <a:lstStyle/>
          <a:p>
            <a:endParaRPr lang="en-US">
              <a:latin typeface="Montserrat" panose="00000500000000000000" pitchFamily="2" charset="0"/>
            </a:endParaRPr>
          </a:p>
        </p:txBody>
      </p:sp>
      <p:sp>
        <p:nvSpPr>
          <p:cNvPr id="45" name="Text 41"/>
          <p:cNvSpPr/>
          <p:nvPr/>
        </p:nvSpPr>
        <p:spPr>
          <a:xfrm>
            <a:off x="8979407" y="3648455"/>
            <a:ext cx="377613" cy="424519"/>
          </a:xfrm>
          <a:prstGeom prst="flowChartOffpageConnector">
            <a:avLst/>
          </a:prstGeom>
          <a:solidFill>
            <a:schemeClr val="bg2"/>
          </a:solidFill>
          <a:ln/>
        </p:spPr>
        <p:txBody>
          <a:bodyPr wrap="square" lIns="0" tIns="0" rIns="0" bIns="0" rtlCol="0" anchor="ctr"/>
          <a:lstStyle/>
          <a:p>
            <a:pPr marL="0" indent="0" algn="ctr">
              <a:buNone/>
            </a:pPr>
            <a:r>
              <a:rPr lang="en-US" sz="1200" b="1">
                <a:solidFill>
                  <a:srgbClr val="FFFFFF"/>
                </a:solidFill>
                <a:latin typeface="Montserrat" panose="00000500000000000000" pitchFamily="2" charset="0"/>
                <a:ea typeface="Aptos" pitchFamily="34" charset="-122"/>
                <a:cs typeface="Aptos" pitchFamily="34" charset="-120"/>
              </a:rPr>
              <a:t>6</a:t>
            </a:r>
            <a:endParaRPr lang="en-US" sz="1200">
              <a:latin typeface="Montserrat" panose="00000500000000000000" pitchFamily="2" charset="0"/>
            </a:endParaRPr>
          </a:p>
        </p:txBody>
      </p:sp>
      <p:sp>
        <p:nvSpPr>
          <p:cNvPr id="46" name="Text 42"/>
          <p:cNvSpPr/>
          <p:nvPr/>
        </p:nvSpPr>
        <p:spPr>
          <a:xfrm>
            <a:off x="9436608" y="3813048"/>
            <a:ext cx="2002536" cy="310896"/>
          </a:xfrm>
          <a:prstGeom prst="rect">
            <a:avLst/>
          </a:prstGeom>
          <a:noFill/>
          <a:ln/>
        </p:spPr>
        <p:txBody>
          <a:bodyPr wrap="square" lIns="0" tIns="0" rIns="0" bIns="0" rtlCol="0" anchor="ctr">
            <a:normAutofit/>
          </a:bodyPr>
          <a:lstStyle/>
          <a:p>
            <a:pPr marL="0" indent="0">
              <a:buNone/>
            </a:pPr>
            <a:r>
              <a:rPr lang="en-US" sz="1200" b="1">
                <a:solidFill>
                  <a:srgbClr val="111111"/>
                </a:solidFill>
                <a:latin typeface="Montserrat" panose="00000500000000000000" pitchFamily="2" charset="0"/>
                <a:ea typeface="Aptos" pitchFamily="34" charset="-122"/>
                <a:cs typeface="Aptos" pitchFamily="34" charset="-120"/>
              </a:rPr>
              <a:t>Proposal Value</a:t>
            </a:r>
            <a:endParaRPr lang="en-US" sz="1200">
              <a:latin typeface="Montserrat" panose="00000500000000000000" pitchFamily="2" charset="0"/>
            </a:endParaRPr>
          </a:p>
        </p:txBody>
      </p:sp>
      <p:sp>
        <p:nvSpPr>
          <p:cNvPr id="47" name="Text 43"/>
          <p:cNvSpPr/>
          <p:nvPr/>
        </p:nvSpPr>
        <p:spPr>
          <a:xfrm>
            <a:off x="9015984" y="4361688"/>
            <a:ext cx="2350008" cy="1234440"/>
          </a:xfrm>
          <a:prstGeom prst="rect">
            <a:avLst/>
          </a:prstGeom>
          <a:noFill/>
          <a:ln/>
        </p:spPr>
        <p:txBody>
          <a:bodyPr wrap="square" lIns="254" tIns="254" rIns="254" bIns="254" rtlCol="0" anchor="t">
            <a:noAutofit/>
          </a:bodyPr>
          <a:lstStyle/>
          <a:p>
            <a:pPr marL="0" indent="0">
              <a:spcAft>
                <a:spcPts val="600"/>
              </a:spcAft>
              <a:buNone/>
            </a:pPr>
            <a:r>
              <a:rPr lang="en-US" sz="800" b="1">
                <a:latin typeface="Montserrat" panose="00000500000000000000" pitchFamily="2" charset="0"/>
                <a:ea typeface="Aptos" pitchFamily="34" charset="-122"/>
                <a:cs typeface="Aptos" pitchFamily="34" charset="-120"/>
              </a:rPr>
              <a:t>Speed: </a:t>
            </a:r>
            <a:r>
              <a:rPr lang="en-US" sz="800">
                <a:latin typeface="Montserrat" panose="00000500000000000000" pitchFamily="2" charset="0"/>
                <a:ea typeface="Aptos" pitchFamily="34" charset="-122"/>
                <a:cs typeface="Aptos" pitchFamily="34" charset="-120"/>
              </a:rPr>
              <a:t>new downstream projects can start from trusted objects rather than raw source joins.
</a:t>
            </a:r>
            <a:r>
              <a:rPr lang="en-US" sz="800" b="1">
                <a:latin typeface="Montserrat" panose="00000500000000000000" pitchFamily="2" charset="0"/>
                <a:ea typeface="Aptos" pitchFamily="34" charset="-122"/>
                <a:cs typeface="Aptos" pitchFamily="34" charset="-120"/>
              </a:rPr>
              <a:t>Consistency: </a:t>
            </a:r>
            <a:r>
              <a:rPr lang="en-US" sz="800">
                <a:latin typeface="Montserrat" panose="00000500000000000000" pitchFamily="2" charset="0"/>
                <a:ea typeface="Aptos" pitchFamily="34" charset="-122"/>
                <a:cs typeface="Aptos" pitchFamily="34" charset="-120"/>
              </a:rPr>
              <a:t>common definitions reduce KPI and analysis mismatch across teams.
</a:t>
            </a:r>
            <a:r>
              <a:rPr lang="en-US" sz="800" b="1">
                <a:latin typeface="Montserrat" panose="00000500000000000000" pitchFamily="2" charset="0"/>
                <a:ea typeface="Aptos" pitchFamily="34" charset="-122"/>
                <a:cs typeface="Aptos" pitchFamily="34" charset="-120"/>
              </a:rPr>
              <a:t>Scale: </a:t>
            </a:r>
            <a:r>
              <a:rPr lang="en-US" sz="800">
                <a:latin typeface="Montserrat" panose="00000500000000000000" pitchFamily="2" charset="0"/>
                <a:ea typeface="Aptos" pitchFamily="34" charset="-122"/>
                <a:cs typeface="Aptos" pitchFamily="34" charset="-120"/>
              </a:rPr>
              <a:t>repeatable framework to add more L2 objects without restarting design each time.</a:t>
            </a:r>
            <a:endParaRPr lang="en-US" sz="800">
              <a:latin typeface="Montserrat" panose="00000500000000000000" pitchFamily="2" charset="0"/>
            </a:endParaRPr>
          </a:p>
        </p:txBody>
      </p:sp>
      <p:sp>
        <p:nvSpPr>
          <p:cNvPr id="48" name="Shape 44"/>
          <p:cNvSpPr/>
          <p:nvPr/>
        </p:nvSpPr>
        <p:spPr>
          <a:xfrm>
            <a:off x="512064" y="5888736"/>
            <a:ext cx="11109960" cy="310896"/>
          </a:xfrm>
          <a:prstGeom prst="roundRect">
            <a:avLst/>
          </a:prstGeom>
          <a:solidFill>
            <a:srgbClr val="1A1A1A"/>
          </a:solidFill>
          <a:ln w="12700">
            <a:solidFill>
              <a:srgbClr val="FCE7E0"/>
            </a:solidFill>
            <a:prstDash val="solid"/>
          </a:ln>
        </p:spPr>
        <p:txBody>
          <a:bodyPr/>
          <a:lstStyle/>
          <a:p>
            <a:endParaRPr lang="en-US"/>
          </a:p>
        </p:txBody>
      </p:sp>
      <p:sp>
        <p:nvSpPr>
          <p:cNvPr id="49" name="Text 45"/>
          <p:cNvSpPr/>
          <p:nvPr/>
        </p:nvSpPr>
        <p:spPr>
          <a:xfrm>
            <a:off x="694944" y="5971032"/>
            <a:ext cx="10789920" cy="155448"/>
          </a:xfrm>
          <a:prstGeom prst="rect">
            <a:avLst/>
          </a:prstGeom>
          <a:noFill/>
          <a:ln/>
        </p:spPr>
        <p:txBody>
          <a:bodyPr wrap="square" lIns="0" tIns="0" rIns="0" bIns="0" rtlCol="0" anchor="ctr">
            <a:normAutofit/>
          </a:bodyPr>
          <a:lstStyle/>
          <a:p>
            <a:pPr marL="0" indent="0" algn="ctr">
              <a:buNone/>
            </a:pPr>
            <a:r>
              <a:rPr lang="en-US" sz="1000" b="1">
                <a:solidFill>
                  <a:schemeClr val="bg2"/>
                </a:solidFill>
                <a:latin typeface="Montserrat" panose="00000500000000000000" pitchFamily="2" charset="0"/>
                <a:ea typeface="Aptos" pitchFamily="34" charset="-122"/>
                <a:cs typeface="Aptos" pitchFamily="34" charset="-120"/>
              </a:rPr>
              <a:t>Proposal differentiator: </a:t>
            </a:r>
            <a:r>
              <a:rPr lang="en-US" sz="1000">
                <a:solidFill>
                  <a:schemeClr val="bg1"/>
                </a:solidFill>
                <a:latin typeface="Montserrat" panose="00000500000000000000" pitchFamily="2" charset="0"/>
                <a:ea typeface="Aptos" pitchFamily="34" charset="-122"/>
                <a:cs typeface="Aptos" pitchFamily="34" charset="-120"/>
              </a:rPr>
              <a:t>Syren brings proven J&amp;J supply-chain data modeling patterns, reusable L1/L2 object delivery, CI/CD rigor and data-quality governance.</a:t>
            </a:r>
            <a:endParaRPr lang="en-US" sz="1000">
              <a:solidFill>
                <a:schemeClr val="bg1"/>
              </a:solidFill>
              <a:latin typeface="Montserrat" panose="00000500000000000000" pitchFamily="2" charset="0"/>
            </a:endParaRPr>
          </a:p>
        </p:txBody>
      </p:sp>
      <p:sp>
        <p:nvSpPr>
          <p:cNvPr id="51" name="Title 50">
            <a:extLst>
              <a:ext uri="{FF2B5EF4-FFF2-40B4-BE49-F238E27FC236}">
                <a16:creationId xmlns:a16="http://schemas.microsoft.com/office/drawing/2014/main" id="{BB52F828-B507-C7BE-1756-94508A69CDBE}"/>
              </a:ext>
            </a:extLst>
          </p:cNvPr>
          <p:cNvSpPr>
            <a:spLocks noGrp="1"/>
          </p:cNvSpPr>
          <p:nvPr>
            <p:ph type="title"/>
          </p:nvPr>
        </p:nvSpPr>
        <p:spPr>
          <a:xfrm>
            <a:off x="381000" y="342899"/>
            <a:ext cx="10515600" cy="553993"/>
          </a:xfrm>
        </p:spPr>
        <p:txBody>
          <a:bodyPr/>
          <a:lstStyle/>
          <a:p>
            <a:r>
              <a:rPr lang="en-US"/>
              <a:t>CDM L2 – Common Data Management Layer</a:t>
            </a:r>
            <a:endParaRPr lang="en-IN"/>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 3"/>
          <p:cNvSpPr/>
          <p:nvPr/>
        </p:nvSpPr>
        <p:spPr>
          <a:xfrm>
            <a:off x="9372600" y="-513815"/>
            <a:ext cx="2240280" cy="164592"/>
          </a:xfrm>
          <a:prstGeom prst="rect">
            <a:avLst/>
          </a:prstGeom>
          <a:noFill/>
          <a:ln/>
        </p:spPr>
        <p:txBody>
          <a:bodyPr wrap="square" lIns="0" tIns="0" rIns="0" bIns="0" rtlCol="0" anchor="ctr"/>
          <a:lstStyle/>
          <a:p>
            <a:pPr marL="0" indent="0" algn="r">
              <a:buNone/>
            </a:pPr>
            <a:r>
              <a:rPr lang="en-US" sz="740">
                <a:solidFill>
                  <a:srgbClr val="767676"/>
                </a:solidFill>
                <a:latin typeface="Aptos" pitchFamily="34" charset="0"/>
                <a:ea typeface="Aptos" pitchFamily="34" charset="-122"/>
                <a:cs typeface="Aptos" pitchFamily="34" charset="-120"/>
              </a:rPr>
              <a:t>Project proposal</a:t>
            </a:r>
            <a:endParaRPr lang="en-US" sz="740"/>
          </a:p>
        </p:txBody>
      </p:sp>
      <p:pic>
        <p:nvPicPr>
          <p:cNvPr id="7" name="Image 1" descr="/mnt/data/syren_icon_orange_crop.png"/>
          <p:cNvPicPr>
            <a:picLocks noChangeAspect="1"/>
          </p:cNvPicPr>
          <p:nvPr/>
        </p:nvPicPr>
        <p:blipFill>
          <a:blip r:embed="rId3"/>
          <a:stretch>
            <a:fillRect/>
          </a:stretch>
        </p:blipFill>
        <p:spPr>
          <a:xfrm>
            <a:off x="384048" y="6419088"/>
            <a:ext cx="128016" cy="128016"/>
          </a:xfrm>
          <a:prstGeom prst="rect">
            <a:avLst/>
          </a:prstGeom>
        </p:spPr>
      </p:pic>
      <p:sp>
        <p:nvSpPr>
          <p:cNvPr id="8" name="Text 4"/>
          <p:cNvSpPr/>
          <p:nvPr/>
        </p:nvSpPr>
        <p:spPr>
          <a:xfrm>
            <a:off x="539496" y="6419088"/>
            <a:ext cx="384048" cy="137160"/>
          </a:xfrm>
          <a:prstGeom prst="rect">
            <a:avLst/>
          </a:prstGeom>
          <a:noFill/>
          <a:ln/>
        </p:spPr>
        <p:txBody>
          <a:bodyPr wrap="square" lIns="0" tIns="0" rIns="0" bIns="0" rtlCol="0" anchor="ctr"/>
          <a:lstStyle/>
          <a:p>
            <a:pPr marL="0" indent="0">
              <a:buNone/>
            </a:pPr>
            <a:r>
              <a:rPr lang="en-US" sz="740">
                <a:solidFill>
                  <a:srgbClr val="111111"/>
                </a:solidFill>
                <a:latin typeface="Aptos" pitchFamily="34" charset="0"/>
                <a:ea typeface="Aptos" pitchFamily="34" charset="-122"/>
                <a:cs typeface="Aptos" pitchFamily="34" charset="-120"/>
              </a:rPr>
              <a:t>Syren</a:t>
            </a:r>
            <a:endParaRPr lang="en-US" sz="740"/>
          </a:p>
        </p:txBody>
      </p:sp>
      <p:sp>
        <p:nvSpPr>
          <p:cNvPr id="9" name="Text 5"/>
          <p:cNvSpPr/>
          <p:nvPr/>
        </p:nvSpPr>
        <p:spPr>
          <a:xfrm>
            <a:off x="1060704" y="6446520"/>
            <a:ext cx="2926080" cy="118872"/>
          </a:xfrm>
          <a:prstGeom prst="rect">
            <a:avLst/>
          </a:prstGeom>
          <a:noFill/>
          <a:ln/>
        </p:spPr>
        <p:txBody>
          <a:bodyPr wrap="square" lIns="0" tIns="0" rIns="0" bIns="0" rtlCol="0" anchor="ctr"/>
          <a:lstStyle/>
          <a:p>
            <a:pPr marL="0" indent="0">
              <a:buNone/>
            </a:pPr>
            <a:r>
              <a:rPr lang="en-US" sz="570">
                <a:solidFill>
                  <a:srgbClr val="4D4D4D"/>
                </a:solidFill>
                <a:latin typeface="Aptos" pitchFamily="34" charset="0"/>
                <a:ea typeface="Aptos" pitchFamily="34" charset="-122"/>
                <a:cs typeface="Aptos" pitchFamily="34" charset="-120"/>
              </a:rPr>
              <a:t>© SYREN CLOUD INC – 2026 – ALL RIGHTS RESERVED</a:t>
            </a:r>
            <a:endParaRPr lang="en-US" sz="570"/>
          </a:p>
        </p:txBody>
      </p:sp>
      <p:sp>
        <p:nvSpPr>
          <p:cNvPr id="10" name="Text 6"/>
          <p:cNvSpPr/>
          <p:nvPr/>
        </p:nvSpPr>
        <p:spPr>
          <a:xfrm>
            <a:off x="11686032" y="6428232"/>
            <a:ext cx="164592" cy="128016"/>
          </a:xfrm>
          <a:prstGeom prst="rect">
            <a:avLst/>
          </a:prstGeom>
          <a:noFill/>
          <a:ln/>
        </p:spPr>
        <p:txBody>
          <a:bodyPr wrap="square" lIns="0" tIns="0" rIns="0" bIns="0" rtlCol="0" anchor="ctr"/>
          <a:lstStyle/>
          <a:p>
            <a:pPr marL="0" indent="0" algn="r">
              <a:buNone/>
            </a:pPr>
            <a:r>
              <a:rPr lang="en-US" sz="650">
                <a:solidFill>
                  <a:srgbClr val="111111"/>
                </a:solidFill>
                <a:latin typeface="Aptos" pitchFamily="34" charset="0"/>
                <a:ea typeface="Aptos" pitchFamily="34" charset="-122"/>
                <a:cs typeface="Aptos" pitchFamily="34" charset="-120"/>
              </a:rPr>
              <a:t>2</a:t>
            </a:r>
            <a:endParaRPr lang="en-US" sz="650"/>
          </a:p>
        </p:txBody>
      </p:sp>
      <p:sp>
        <p:nvSpPr>
          <p:cNvPr id="14" name="Shape 10"/>
          <p:cNvSpPr/>
          <p:nvPr/>
        </p:nvSpPr>
        <p:spPr>
          <a:xfrm>
            <a:off x="566928" y="1389888"/>
            <a:ext cx="2743200" cy="4251960"/>
          </a:xfrm>
          <a:prstGeom prst="roundRect">
            <a:avLst>
              <a:gd name="adj" fmla="val 5309"/>
            </a:avLst>
          </a:prstGeom>
          <a:noFill/>
          <a:ln w="10160">
            <a:solidFill>
              <a:schemeClr val="bg2"/>
            </a:solidFill>
            <a:prstDash val="solid"/>
          </a:ln>
        </p:spPr>
        <p:txBody>
          <a:bodyPr/>
          <a:lstStyle/>
          <a:p>
            <a:endParaRPr lang="en-US"/>
          </a:p>
        </p:txBody>
      </p:sp>
      <p:sp>
        <p:nvSpPr>
          <p:cNvPr id="17" name="Text 13"/>
          <p:cNvSpPr/>
          <p:nvPr/>
        </p:nvSpPr>
        <p:spPr>
          <a:xfrm>
            <a:off x="749808" y="1645920"/>
            <a:ext cx="438912" cy="128016"/>
          </a:xfrm>
          <a:prstGeom prst="rect">
            <a:avLst/>
          </a:prstGeom>
          <a:noFill/>
          <a:ln/>
        </p:spPr>
        <p:txBody>
          <a:bodyPr wrap="square" lIns="0" tIns="0" rIns="0" bIns="0" rtlCol="0" anchor="ctr"/>
          <a:lstStyle/>
          <a:p>
            <a:pPr marL="0" indent="0" algn="ctr">
              <a:buNone/>
            </a:pPr>
            <a:r>
              <a:rPr lang="en-US" sz="1000" b="1">
                <a:solidFill>
                  <a:srgbClr val="111111"/>
                </a:solidFill>
                <a:latin typeface="Aptos" pitchFamily="34" charset="0"/>
                <a:ea typeface="Aptos" pitchFamily="34" charset="-122"/>
                <a:cs typeface="Aptos" pitchFamily="34" charset="-120"/>
              </a:rPr>
              <a:t>1</a:t>
            </a:r>
            <a:endParaRPr lang="en-US" sz="1000"/>
          </a:p>
        </p:txBody>
      </p:sp>
      <p:sp>
        <p:nvSpPr>
          <p:cNvPr id="18" name="Text 14"/>
          <p:cNvSpPr/>
          <p:nvPr/>
        </p:nvSpPr>
        <p:spPr>
          <a:xfrm>
            <a:off x="1291082" y="1710416"/>
            <a:ext cx="2019046" cy="184666"/>
          </a:xfrm>
          <a:prstGeom prst="rect">
            <a:avLst/>
          </a:prstGeom>
          <a:noFill/>
          <a:ln/>
        </p:spPr>
        <p:txBody>
          <a:bodyPr wrap="square" lIns="0" tIns="0" rIns="0" bIns="0" rtlCol="0" anchor="ctr">
            <a:spAutoFit/>
          </a:bodyPr>
          <a:lstStyle/>
          <a:p>
            <a:pPr marL="0" indent="0">
              <a:buNone/>
            </a:pPr>
            <a:r>
              <a:rPr lang="en-US" sz="1200" b="1">
                <a:solidFill>
                  <a:schemeClr val="bg2"/>
                </a:solidFill>
                <a:latin typeface="Montserrat" panose="00000500000000000000" pitchFamily="2" charset="0"/>
                <a:ea typeface="Aptos" pitchFamily="34" charset="-122"/>
                <a:cs typeface="Aptos" pitchFamily="34" charset="-120"/>
              </a:rPr>
              <a:t>Discover &amp; Prioritize</a:t>
            </a:r>
            <a:endParaRPr lang="en-US" sz="1200">
              <a:solidFill>
                <a:schemeClr val="bg2"/>
              </a:solidFill>
              <a:latin typeface="Montserrat" panose="00000500000000000000" pitchFamily="2" charset="0"/>
            </a:endParaRPr>
          </a:p>
        </p:txBody>
      </p:sp>
      <p:sp>
        <p:nvSpPr>
          <p:cNvPr id="19" name="Text 15"/>
          <p:cNvSpPr/>
          <p:nvPr/>
        </p:nvSpPr>
        <p:spPr>
          <a:xfrm>
            <a:off x="786384" y="2097255"/>
            <a:ext cx="2304288" cy="3246120"/>
          </a:xfrm>
          <a:prstGeom prst="rect">
            <a:avLst/>
          </a:prstGeom>
          <a:noFill/>
          <a:ln/>
        </p:spPr>
        <p:txBody>
          <a:bodyPr wrap="square" lIns="254" tIns="254" rIns="254" bIns="254" rtlCol="0" anchor="t">
            <a:normAutofit/>
          </a:bodyPr>
          <a:lstStyle/>
          <a:p>
            <a:pPr marL="0" indent="0">
              <a:spcAft>
                <a:spcPts val="600"/>
              </a:spcAft>
              <a:buNone/>
            </a:pPr>
            <a:r>
              <a:rPr lang="en-US" sz="1200" b="1">
                <a:latin typeface="Montserrat" panose="00000500000000000000" pitchFamily="2" charset="0"/>
                <a:ea typeface="Aptos" pitchFamily="34" charset="-122"/>
                <a:cs typeface="Aptos" pitchFamily="34" charset="-120"/>
              </a:rPr>
              <a:t>Use-case led scope: </a:t>
            </a:r>
            <a:r>
              <a:rPr lang="en-US" sz="1200">
                <a:latin typeface="Montserrat" panose="00000500000000000000" pitchFamily="2" charset="0"/>
                <a:ea typeface="Aptos" pitchFamily="34" charset="-122"/>
                <a:cs typeface="Aptos" pitchFamily="34" charset="-120"/>
              </a:rPr>
              <a:t>select objects based on immediate downstream demand and reuse potential.
</a:t>
            </a:r>
            <a:r>
              <a:rPr lang="en-US" sz="1200" b="1">
                <a:latin typeface="Montserrat" panose="00000500000000000000" pitchFamily="2" charset="0"/>
                <a:ea typeface="Aptos" pitchFamily="34" charset="-122"/>
                <a:cs typeface="Aptos" pitchFamily="34" charset="-120"/>
              </a:rPr>
              <a:t>Source assessment: </a:t>
            </a:r>
            <a:r>
              <a:rPr lang="en-US" sz="1200">
                <a:latin typeface="Montserrat" panose="00000500000000000000" pitchFamily="2" charset="0"/>
                <a:ea typeface="Aptos" pitchFamily="34" charset="-122"/>
                <a:cs typeface="Aptos" pitchFamily="34" charset="-120"/>
              </a:rPr>
              <a:t>confirm SAP/JDE/OMP availability, keys, cadence, quality and business ownership.
</a:t>
            </a:r>
            <a:r>
              <a:rPr lang="en-US" sz="1200" b="1">
                <a:latin typeface="Montserrat" panose="00000500000000000000" pitchFamily="2" charset="0"/>
                <a:ea typeface="Aptos" pitchFamily="34" charset="-122"/>
                <a:cs typeface="Aptos" pitchFamily="34" charset="-120"/>
              </a:rPr>
              <a:t>Backlog model: </a:t>
            </a:r>
            <a:r>
              <a:rPr lang="en-US" sz="1200">
                <a:latin typeface="Montserrat" panose="00000500000000000000" pitchFamily="2" charset="0"/>
                <a:ea typeface="Aptos" pitchFamily="34" charset="-122"/>
                <a:cs typeface="Aptos" pitchFamily="34" charset="-120"/>
              </a:rPr>
              <a:t>group objects into delivery waves with clear readiness criteria.
</a:t>
            </a:r>
            <a:r>
              <a:rPr lang="en-US" sz="1200" b="1">
                <a:latin typeface="Montserrat" panose="00000500000000000000" pitchFamily="2" charset="0"/>
                <a:ea typeface="Aptos" pitchFamily="34" charset="-122"/>
                <a:cs typeface="Aptos" pitchFamily="34" charset="-120"/>
              </a:rPr>
              <a:t>Stakeholder alignment: </a:t>
            </a:r>
            <a:r>
              <a:rPr lang="en-US" sz="1200">
                <a:latin typeface="Montserrat" panose="00000500000000000000" pitchFamily="2" charset="0"/>
                <a:ea typeface="Aptos" pitchFamily="34" charset="-122"/>
                <a:cs typeface="Aptos" pitchFamily="34" charset="-120"/>
              </a:rPr>
              <a:t>bring business, data engineering, governance and platform teams into design decisions.</a:t>
            </a:r>
            <a:endParaRPr lang="en-US" sz="1200">
              <a:latin typeface="Montserrat" panose="00000500000000000000" pitchFamily="2" charset="0"/>
            </a:endParaRPr>
          </a:p>
        </p:txBody>
      </p:sp>
      <p:sp>
        <p:nvSpPr>
          <p:cNvPr id="20" name="Shape 16"/>
          <p:cNvSpPr/>
          <p:nvPr/>
        </p:nvSpPr>
        <p:spPr>
          <a:xfrm>
            <a:off x="3456432" y="1389888"/>
            <a:ext cx="2743200" cy="4251960"/>
          </a:xfrm>
          <a:prstGeom prst="roundRect">
            <a:avLst>
              <a:gd name="adj" fmla="val 6790"/>
            </a:avLst>
          </a:prstGeom>
          <a:noFill/>
          <a:ln w="10160">
            <a:solidFill>
              <a:schemeClr val="bg2"/>
            </a:solidFill>
            <a:prstDash val="solid"/>
          </a:ln>
        </p:spPr>
        <p:txBody>
          <a:bodyPr/>
          <a:lstStyle/>
          <a:p>
            <a:endParaRPr lang="en-US"/>
          </a:p>
        </p:txBody>
      </p:sp>
      <p:sp>
        <p:nvSpPr>
          <p:cNvPr id="23" name="Text 19"/>
          <p:cNvSpPr/>
          <p:nvPr/>
        </p:nvSpPr>
        <p:spPr>
          <a:xfrm>
            <a:off x="3639312" y="1645920"/>
            <a:ext cx="438912" cy="128016"/>
          </a:xfrm>
          <a:prstGeom prst="rect">
            <a:avLst/>
          </a:prstGeom>
          <a:noFill/>
          <a:ln/>
        </p:spPr>
        <p:txBody>
          <a:bodyPr wrap="square" lIns="0" tIns="0" rIns="0" bIns="0" rtlCol="0" anchor="ctr"/>
          <a:lstStyle/>
          <a:p>
            <a:pPr marL="0" indent="0" algn="ctr">
              <a:buNone/>
            </a:pPr>
            <a:r>
              <a:rPr lang="en-US" sz="1000" b="1">
                <a:solidFill>
                  <a:srgbClr val="FFFFFF"/>
                </a:solidFill>
                <a:latin typeface="Aptos" pitchFamily="34" charset="0"/>
                <a:ea typeface="Aptos" pitchFamily="34" charset="-122"/>
                <a:cs typeface="Aptos" pitchFamily="34" charset="-120"/>
              </a:rPr>
              <a:t>2</a:t>
            </a:r>
            <a:endParaRPr lang="en-US" sz="1000"/>
          </a:p>
        </p:txBody>
      </p:sp>
      <p:sp>
        <p:nvSpPr>
          <p:cNvPr id="24" name="Text 20"/>
          <p:cNvSpPr/>
          <p:nvPr/>
        </p:nvSpPr>
        <p:spPr>
          <a:xfrm>
            <a:off x="4180586" y="1710416"/>
            <a:ext cx="2019046" cy="184666"/>
          </a:xfrm>
          <a:prstGeom prst="rect">
            <a:avLst/>
          </a:prstGeom>
          <a:noFill/>
          <a:ln/>
        </p:spPr>
        <p:txBody>
          <a:bodyPr wrap="square" lIns="0" tIns="0" rIns="0" bIns="0" rtlCol="0" anchor="ctr">
            <a:spAutoFit/>
          </a:bodyPr>
          <a:lstStyle/>
          <a:p>
            <a:pPr marL="0" indent="0">
              <a:buNone/>
            </a:pPr>
            <a:r>
              <a:rPr lang="en-US" sz="1200" b="1">
                <a:solidFill>
                  <a:schemeClr val="bg2"/>
                </a:solidFill>
                <a:latin typeface="Montserrat" panose="00000500000000000000" pitchFamily="2" charset="0"/>
                <a:ea typeface="Aptos" pitchFamily="34" charset="-122"/>
                <a:cs typeface="Aptos" pitchFamily="34" charset="-120"/>
              </a:rPr>
              <a:t>Design for Reuse</a:t>
            </a:r>
            <a:endParaRPr lang="en-US" sz="1200">
              <a:solidFill>
                <a:schemeClr val="bg2"/>
              </a:solidFill>
              <a:latin typeface="Montserrat" panose="00000500000000000000" pitchFamily="2" charset="0"/>
            </a:endParaRPr>
          </a:p>
        </p:txBody>
      </p:sp>
      <p:sp>
        <p:nvSpPr>
          <p:cNvPr id="25" name="Text 21"/>
          <p:cNvSpPr/>
          <p:nvPr/>
        </p:nvSpPr>
        <p:spPr>
          <a:xfrm>
            <a:off x="3675888" y="2097255"/>
            <a:ext cx="2304288" cy="3246120"/>
          </a:xfrm>
          <a:prstGeom prst="rect">
            <a:avLst/>
          </a:prstGeom>
          <a:noFill/>
          <a:ln/>
        </p:spPr>
        <p:txBody>
          <a:bodyPr wrap="square" lIns="254" tIns="254" rIns="254" bIns="254" rtlCol="0" anchor="t">
            <a:noAutofit/>
          </a:bodyPr>
          <a:lstStyle/>
          <a:p>
            <a:pPr marL="0" indent="0">
              <a:spcAft>
                <a:spcPts val="600"/>
              </a:spcAft>
              <a:buNone/>
            </a:pPr>
            <a:r>
              <a:rPr lang="en-US" sz="1200" b="1">
                <a:latin typeface="Montserrat" panose="00000500000000000000" pitchFamily="2" charset="0"/>
                <a:ea typeface="Aptos" pitchFamily="34" charset="-122"/>
                <a:cs typeface="Aptos" pitchFamily="34" charset="-120"/>
              </a:rPr>
              <a:t>Canonical L2 patterns: </a:t>
            </a:r>
            <a:r>
              <a:rPr lang="en-US" sz="1200">
                <a:latin typeface="Montserrat" panose="00000500000000000000" pitchFamily="2" charset="0"/>
                <a:ea typeface="Aptos" pitchFamily="34" charset="-122"/>
                <a:cs typeface="Aptos" pitchFamily="34" charset="-120"/>
              </a:rPr>
              <a:t>documented structures for facts, dimensions, bridge objects and lookup/reference data.
</a:t>
            </a:r>
            <a:r>
              <a:rPr lang="en-US" sz="1200" b="1">
                <a:latin typeface="Montserrat" panose="00000500000000000000" pitchFamily="2" charset="0"/>
                <a:ea typeface="Aptos" pitchFamily="34" charset="-122"/>
                <a:cs typeface="Aptos" pitchFamily="34" charset="-120"/>
              </a:rPr>
              <a:t>Business semantics: </a:t>
            </a:r>
            <a:r>
              <a:rPr lang="en-US" sz="1200">
                <a:latin typeface="Montserrat" panose="00000500000000000000" pitchFamily="2" charset="0"/>
                <a:ea typeface="Aptos" pitchFamily="34" charset="-122"/>
                <a:cs typeface="Aptos" pitchFamily="34" charset="-120"/>
              </a:rPr>
              <a:t>data dictionary, owner, SLA, primary keys and traceability per object.
</a:t>
            </a:r>
            <a:r>
              <a:rPr lang="en-US" sz="1200" b="1">
                <a:latin typeface="Montserrat" panose="00000500000000000000" pitchFamily="2" charset="0"/>
                <a:ea typeface="Aptos" pitchFamily="34" charset="-122"/>
                <a:cs typeface="Aptos" pitchFamily="34" charset="-120"/>
              </a:rPr>
              <a:t>View strategy: </a:t>
            </a:r>
            <a:r>
              <a:rPr lang="en-US" sz="1200">
                <a:latin typeface="Montserrat" panose="00000500000000000000" pitchFamily="2" charset="0"/>
                <a:ea typeface="Aptos" pitchFamily="34" charset="-122"/>
                <a:cs typeface="Aptos" pitchFamily="34" charset="-120"/>
              </a:rPr>
              <a:t>core tables plus virtual views for consumer-specific lenses without duplication.
</a:t>
            </a:r>
            <a:r>
              <a:rPr lang="en-US" sz="1200" b="1">
                <a:latin typeface="Montserrat" panose="00000500000000000000" pitchFamily="2" charset="0"/>
                <a:ea typeface="Aptos" pitchFamily="34" charset="-122"/>
                <a:cs typeface="Aptos" pitchFamily="34" charset="-120"/>
              </a:rPr>
              <a:t>Change control: </a:t>
            </a:r>
            <a:r>
              <a:rPr lang="en-US" sz="1200">
                <a:latin typeface="Montserrat" panose="00000500000000000000" pitchFamily="2" charset="0"/>
                <a:ea typeface="Aptos" pitchFamily="34" charset="-122"/>
                <a:cs typeface="Aptos" pitchFamily="34" charset="-120"/>
              </a:rPr>
              <a:t>managed mapping versioning when source fields or business rules change.</a:t>
            </a:r>
            <a:endParaRPr lang="en-US" sz="1200">
              <a:latin typeface="Montserrat" panose="00000500000000000000" pitchFamily="2" charset="0"/>
            </a:endParaRPr>
          </a:p>
        </p:txBody>
      </p:sp>
      <p:sp>
        <p:nvSpPr>
          <p:cNvPr id="26" name="Shape 22"/>
          <p:cNvSpPr/>
          <p:nvPr/>
        </p:nvSpPr>
        <p:spPr>
          <a:xfrm>
            <a:off x="6345936" y="1389888"/>
            <a:ext cx="2743200" cy="4251960"/>
          </a:xfrm>
          <a:prstGeom prst="roundRect">
            <a:avLst>
              <a:gd name="adj" fmla="val 5865"/>
            </a:avLst>
          </a:prstGeom>
          <a:noFill/>
          <a:ln w="10160">
            <a:solidFill>
              <a:schemeClr val="bg2"/>
            </a:solidFill>
            <a:prstDash val="solid"/>
          </a:ln>
        </p:spPr>
        <p:txBody>
          <a:bodyPr/>
          <a:lstStyle/>
          <a:p>
            <a:endParaRPr lang="en-US"/>
          </a:p>
        </p:txBody>
      </p:sp>
      <p:sp>
        <p:nvSpPr>
          <p:cNvPr id="29" name="Text 25"/>
          <p:cNvSpPr/>
          <p:nvPr/>
        </p:nvSpPr>
        <p:spPr>
          <a:xfrm>
            <a:off x="6528816" y="1645920"/>
            <a:ext cx="438912" cy="128016"/>
          </a:xfrm>
          <a:prstGeom prst="rect">
            <a:avLst/>
          </a:prstGeom>
          <a:noFill/>
          <a:ln/>
        </p:spPr>
        <p:txBody>
          <a:bodyPr wrap="square" lIns="0" tIns="0" rIns="0" bIns="0" rtlCol="0" anchor="ctr"/>
          <a:lstStyle/>
          <a:p>
            <a:pPr marL="0" indent="0" algn="ctr">
              <a:buNone/>
            </a:pPr>
            <a:r>
              <a:rPr lang="en-US" sz="1000" b="1">
                <a:solidFill>
                  <a:srgbClr val="FFFFFF"/>
                </a:solidFill>
                <a:latin typeface="Aptos" pitchFamily="34" charset="0"/>
                <a:ea typeface="Aptos" pitchFamily="34" charset="-122"/>
                <a:cs typeface="Aptos" pitchFamily="34" charset="-120"/>
              </a:rPr>
              <a:t>3</a:t>
            </a:r>
            <a:endParaRPr lang="en-US" sz="1000"/>
          </a:p>
        </p:txBody>
      </p:sp>
      <p:sp>
        <p:nvSpPr>
          <p:cNvPr id="30" name="Text 26"/>
          <p:cNvSpPr/>
          <p:nvPr/>
        </p:nvSpPr>
        <p:spPr>
          <a:xfrm>
            <a:off x="7070090" y="1710416"/>
            <a:ext cx="2019046" cy="184666"/>
          </a:xfrm>
          <a:prstGeom prst="rect">
            <a:avLst/>
          </a:prstGeom>
          <a:noFill/>
          <a:ln/>
        </p:spPr>
        <p:txBody>
          <a:bodyPr wrap="square" lIns="0" tIns="0" rIns="0" bIns="0" rtlCol="0" anchor="ctr">
            <a:spAutoFit/>
          </a:bodyPr>
          <a:lstStyle/>
          <a:p>
            <a:pPr marL="0" indent="0">
              <a:buNone/>
            </a:pPr>
            <a:r>
              <a:rPr lang="en-US" sz="1200" b="1">
                <a:solidFill>
                  <a:schemeClr val="bg2"/>
                </a:solidFill>
                <a:latin typeface="Montserrat" panose="00000500000000000000" pitchFamily="2" charset="0"/>
                <a:ea typeface="Aptos" pitchFamily="34" charset="-122"/>
                <a:cs typeface="Aptos" pitchFamily="34" charset="-120"/>
              </a:rPr>
              <a:t>Engineer with Controls</a:t>
            </a:r>
            <a:endParaRPr lang="en-US" sz="1200">
              <a:solidFill>
                <a:schemeClr val="bg2"/>
              </a:solidFill>
              <a:latin typeface="Montserrat" panose="00000500000000000000" pitchFamily="2" charset="0"/>
            </a:endParaRPr>
          </a:p>
        </p:txBody>
      </p:sp>
      <p:sp>
        <p:nvSpPr>
          <p:cNvPr id="31" name="Text 27"/>
          <p:cNvSpPr/>
          <p:nvPr/>
        </p:nvSpPr>
        <p:spPr>
          <a:xfrm>
            <a:off x="6559465" y="2097255"/>
            <a:ext cx="2304288" cy="3246120"/>
          </a:xfrm>
          <a:prstGeom prst="rect">
            <a:avLst/>
          </a:prstGeom>
          <a:noFill/>
          <a:ln/>
        </p:spPr>
        <p:txBody>
          <a:bodyPr wrap="square" lIns="254" tIns="254" rIns="254" bIns="254" rtlCol="0" anchor="t">
            <a:normAutofit/>
          </a:bodyPr>
          <a:lstStyle/>
          <a:p>
            <a:pPr marL="0" indent="0">
              <a:spcAft>
                <a:spcPts val="600"/>
              </a:spcAft>
              <a:buNone/>
            </a:pPr>
            <a:r>
              <a:rPr lang="en-US" sz="1200" b="1">
                <a:latin typeface="Montserrat" panose="00000500000000000000" pitchFamily="2" charset="0"/>
                <a:ea typeface="Aptos" pitchFamily="34" charset="-122"/>
                <a:cs typeface="Aptos" pitchFamily="34" charset="-120"/>
              </a:rPr>
              <a:t>Automated gates: </a:t>
            </a:r>
            <a:r>
              <a:rPr lang="en-US" sz="1200">
                <a:latin typeface="Montserrat" panose="00000500000000000000" pitchFamily="2" charset="0"/>
                <a:ea typeface="Aptos" pitchFamily="34" charset="-122"/>
                <a:cs typeface="Aptos" pitchFamily="34" charset="-120"/>
              </a:rPr>
              <a:t>linting, unit checks, validation notebooks and release evidence.
</a:t>
            </a:r>
            <a:r>
              <a:rPr lang="en-US" sz="1200" b="1">
                <a:latin typeface="Montserrat" panose="00000500000000000000" pitchFamily="2" charset="0"/>
                <a:ea typeface="Aptos" pitchFamily="34" charset="-122"/>
                <a:cs typeface="Aptos" pitchFamily="34" charset="-120"/>
              </a:rPr>
              <a:t>Peer review: </a:t>
            </a:r>
            <a:r>
              <a:rPr lang="en-US" sz="1200">
                <a:latin typeface="Montserrat" panose="00000500000000000000" pitchFamily="2" charset="0"/>
                <a:ea typeface="Aptos" pitchFamily="34" charset="-122"/>
                <a:cs typeface="Aptos" pitchFamily="34" charset="-120"/>
              </a:rPr>
              <a:t>code, mapping and data quality review before environment promotion.
</a:t>
            </a:r>
            <a:r>
              <a:rPr lang="en-US" sz="1200" b="1">
                <a:latin typeface="Montserrat" panose="00000500000000000000" pitchFamily="2" charset="0"/>
                <a:ea typeface="Aptos" pitchFamily="34" charset="-122"/>
                <a:cs typeface="Aptos" pitchFamily="34" charset="-120"/>
              </a:rPr>
              <a:t>Reusable templates: </a:t>
            </a:r>
            <a:r>
              <a:rPr lang="en-US" sz="1200">
                <a:latin typeface="Montserrat" panose="00000500000000000000" pitchFamily="2" charset="0"/>
                <a:ea typeface="Aptos" pitchFamily="34" charset="-122"/>
                <a:cs typeface="Aptos" pitchFamily="34" charset="-120"/>
              </a:rPr>
              <a:t>accelerators for ingestion, transformation, reconciliation and publishing.
</a:t>
            </a:r>
            <a:r>
              <a:rPr lang="en-US" sz="1200" b="1">
                <a:latin typeface="Montserrat" panose="00000500000000000000" pitchFamily="2" charset="0"/>
                <a:ea typeface="Aptos" pitchFamily="34" charset="-122"/>
                <a:cs typeface="Aptos" pitchFamily="34" charset="-120"/>
              </a:rPr>
              <a:t>Deployment discipline: </a:t>
            </a:r>
            <a:r>
              <a:rPr lang="en-US" sz="1200">
                <a:latin typeface="Montserrat" panose="00000500000000000000" pitchFamily="2" charset="0"/>
                <a:ea typeface="Aptos" pitchFamily="34" charset="-122"/>
                <a:cs typeface="Aptos" pitchFamily="34" charset="-120"/>
              </a:rPr>
              <a:t>bundle-aware release packaging to keep environments aligned.</a:t>
            </a:r>
            <a:endParaRPr lang="en-US" sz="1200">
              <a:latin typeface="Montserrat" panose="00000500000000000000" pitchFamily="2" charset="0"/>
            </a:endParaRPr>
          </a:p>
        </p:txBody>
      </p:sp>
      <p:sp>
        <p:nvSpPr>
          <p:cNvPr id="32" name="Shape 28"/>
          <p:cNvSpPr/>
          <p:nvPr/>
        </p:nvSpPr>
        <p:spPr>
          <a:xfrm>
            <a:off x="9235440" y="1389888"/>
            <a:ext cx="2743200" cy="4251960"/>
          </a:xfrm>
          <a:prstGeom prst="roundRect">
            <a:avLst>
              <a:gd name="adj" fmla="val 5556"/>
            </a:avLst>
          </a:prstGeom>
          <a:noFill/>
          <a:ln w="10160">
            <a:solidFill>
              <a:schemeClr val="bg2"/>
            </a:solidFill>
            <a:prstDash val="solid"/>
          </a:ln>
        </p:spPr>
        <p:txBody>
          <a:bodyPr/>
          <a:lstStyle/>
          <a:p>
            <a:endParaRPr lang="en-US"/>
          </a:p>
        </p:txBody>
      </p:sp>
      <p:sp>
        <p:nvSpPr>
          <p:cNvPr id="35" name="Text 31"/>
          <p:cNvSpPr/>
          <p:nvPr/>
        </p:nvSpPr>
        <p:spPr>
          <a:xfrm>
            <a:off x="9418320" y="1645920"/>
            <a:ext cx="438912" cy="128016"/>
          </a:xfrm>
          <a:prstGeom prst="rect">
            <a:avLst/>
          </a:prstGeom>
          <a:noFill/>
          <a:ln/>
        </p:spPr>
        <p:txBody>
          <a:bodyPr wrap="square" lIns="0" tIns="0" rIns="0" bIns="0" rtlCol="0" anchor="ctr"/>
          <a:lstStyle/>
          <a:p>
            <a:pPr marL="0" indent="0" algn="ctr">
              <a:buNone/>
            </a:pPr>
            <a:r>
              <a:rPr lang="en-US" sz="1000" b="1">
                <a:solidFill>
                  <a:srgbClr val="FFFFFF"/>
                </a:solidFill>
                <a:latin typeface="Aptos" pitchFamily="34" charset="0"/>
                <a:ea typeface="Aptos" pitchFamily="34" charset="-122"/>
                <a:cs typeface="Aptos" pitchFamily="34" charset="-120"/>
              </a:rPr>
              <a:t>4</a:t>
            </a:r>
            <a:endParaRPr lang="en-US" sz="1000"/>
          </a:p>
        </p:txBody>
      </p:sp>
      <p:sp>
        <p:nvSpPr>
          <p:cNvPr id="36" name="Text 32"/>
          <p:cNvSpPr/>
          <p:nvPr/>
        </p:nvSpPr>
        <p:spPr>
          <a:xfrm>
            <a:off x="9959594" y="1710416"/>
            <a:ext cx="2019046" cy="184666"/>
          </a:xfrm>
          <a:prstGeom prst="rect">
            <a:avLst/>
          </a:prstGeom>
          <a:noFill/>
          <a:ln/>
        </p:spPr>
        <p:txBody>
          <a:bodyPr wrap="square" lIns="0" tIns="0" rIns="0" bIns="0" rtlCol="0" anchor="ctr">
            <a:spAutoFit/>
          </a:bodyPr>
          <a:lstStyle/>
          <a:p>
            <a:pPr marL="0" indent="0">
              <a:buNone/>
            </a:pPr>
            <a:r>
              <a:rPr lang="en-US" sz="1200" b="1">
                <a:solidFill>
                  <a:schemeClr val="bg2"/>
                </a:solidFill>
                <a:latin typeface="Montserrat" panose="00000500000000000000" pitchFamily="2" charset="0"/>
                <a:ea typeface="Aptos" pitchFamily="34" charset="-122"/>
                <a:cs typeface="Aptos" pitchFamily="34" charset="-120"/>
              </a:rPr>
              <a:t>Operate &amp; Optimize</a:t>
            </a:r>
            <a:endParaRPr lang="en-US" sz="1200">
              <a:solidFill>
                <a:schemeClr val="bg2"/>
              </a:solidFill>
              <a:latin typeface="Montserrat" panose="00000500000000000000" pitchFamily="2" charset="0"/>
            </a:endParaRPr>
          </a:p>
        </p:txBody>
      </p:sp>
      <p:sp>
        <p:nvSpPr>
          <p:cNvPr id="37" name="Text 33"/>
          <p:cNvSpPr/>
          <p:nvPr/>
        </p:nvSpPr>
        <p:spPr>
          <a:xfrm>
            <a:off x="9454896" y="2097255"/>
            <a:ext cx="2304288" cy="3246120"/>
          </a:xfrm>
          <a:prstGeom prst="rect">
            <a:avLst/>
          </a:prstGeom>
          <a:noFill/>
          <a:ln/>
        </p:spPr>
        <p:txBody>
          <a:bodyPr wrap="square" lIns="254" tIns="254" rIns="254" bIns="254" rtlCol="0" anchor="t">
            <a:normAutofit/>
          </a:bodyPr>
          <a:lstStyle/>
          <a:p>
            <a:pPr marL="0" indent="0">
              <a:spcAft>
                <a:spcPts val="600"/>
              </a:spcAft>
              <a:buNone/>
            </a:pPr>
            <a:r>
              <a:rPr lang="en-US" sz="1200" b="1">
                <a:latin typeface="Montserrat" panose="00000500000000000000" pitchFamily="2" charset="0"/>
                <a:ea typeface="Aptos" pitchFamily="34" charset="-122"/>
                <a:cs typeface="Aptos" pitchFamily="34" charset="-120"/>
              </a:rPr>
              <a:t>Operational monitoring: </a:t>
            </a:r>
            <a:r>
              <a:rPr lang="en-US" sz="1200">
                <a:latin typeface="Montserrat" panose="00000500000000000000" pitchFamily="2" charset="0"/>
                <a:ea typeface="Aptos" pitchFamily="34" charset="-122"/>
                <a:cs typeface="Aptos" pitchFamily="34" charset="-120"/>
              </a:rPr>
              <a:t>run status, failure alerts, freshness checks and consumer-impact visibility.
</a:t>
            </a:r>
            <a:r>
              <a:rPr lang="en-US" sz="1200" b="1">
                <a:latin typeface="Montserrat" panose="00000500000000000000" pitchFamily="2" charset="0"/>
                <a:ea typeface="Aptos" pitchFamily="34" charset="-122"/>
                <a:cs typeface="Aptos" pitchFamily="34" charset="-120"/>
              </a:rPr>
              <a:t>Cost optimization: </a:t>
            </a:r>
            <a:r>
              <a:rPr lang="en-US" sz="1200">
                <a:latin typeface="Montserrat" panose="00000500000000000000" pitchFamily="2" charset="0"/>
                <a:ea typeface="Aptos" pitchFamily="34" charset="-122"/>
                <a:cs typeface="Aptos" pitchFamily="34" charset="-120"/>
              </a:rPr>
              <a:t>workload sizing, SQL migration opportunities, incremental processing where applicable.
</a:t>
            </a:r>
            <a:r>
              <a:rPr lang="en-US" sz="1200" b="1">
                <a:latin typeface="Montserrat" panose="00000500000000000000" pitchFamily="2" charset="0"/>
                <a:ea typeface="Aptos" pitchFamily="34" charset="-122"/>
                <a:cs typeface="Aptos" pitchFamily="34" charset="-120"/>
              </a:rPr>
              <a:t>Lineage &amp; audit: </a:t>
            </a:r>
            <a:r>
              <a:rPr lang="en-US" sz="1200">
                <a:latin typeface="Montserrat" panose="00000500000000000000" pitchFamily="2" charset="0"/>
                <a:ea typeface="Aptos" pitchFamily="34" charset="-122"/>
                <a:cs typeface="Aptos" pitchFamily="34" charset="-120"/>
              </a:rPr>
              <a:t>documented source-to-consumer flow for trust and supportability.
</a:t>
            </a:r>
            <a:r>
              <a:rPr lang="en-US" sz="1200" b="1">
                <a:latin typeface="Montserrat" panose="00000500000000000000" pitchFamily="2" charset="0"/>
                <a:ea typeface="Aptos" pitchFamily="34" charset="-122"/>
                <a:cs typeface="Aptos" pitchFamily="34" charset="-120"/>
              </a:rPr>
              <a:t>Continuous improvement: </a:t>
            </a:r>
            <a:r>
              <a:rPr lang="en-US" sz="1200">
                <a:latin typeface="Montserrat" panose="00000500000000000000" pitchFamily="2" charset="0"/>
                <a:ea typeface="Aptos" pitchFamily="34" charset="-122"/>
                <a:cs typeface="Aptos" pitchFamily="34" charset="-120"/>
              </a:rPr>
              <a:t>standardized retrospectives to capture reusable fixes and new accelerators.</a:t>
            </a:r>
            <a:endParaRPr lang="en-US" sz="1200">
              <a:latin typeface="Montserrat" panose="00000500000000000000" pitchFamily="2" charset="0"/>
            </a:endParaRPr>
          </a:p>
        </p:txBody>
      </p:sp>
      <p:sp>
        <p:nvSpPr>
          <p:cNvPr id="38" name="Shape 34"/>
          <p:cNvSpPr/>
          <p:nvPr/>
        </p:nvSpPr>
        <p:spPr>
          <a:xfrm>
            <a:off x="512064" y="7173468"/>
            <a:ext cx="11109960" cy="310896"/>
          </a:xfrm>
          <a:prstGeom prst="rect">
            <a:avLst/>
          </a:prstGeom>
          <a:solidFill>
            <a:srgbClr val="FCE7E0"/>
          </a:solidFill>
          <a:ln w="12700">
            <a:solidFill>
              <a:srgbClr val="FCE7E0"/>
            </a:solidFill>
            <a:prstDash val="solid"/>
          </a:ln>
        </p:spPr>
        <p:txBody>
          <a:bodyPr/>
          <a:lstStyle/>
          <a:p>
            <a:endParaRPr lang="en-US"/>
          </a:p>
        </p:txBody>
      </p:sp>
      <p:sp>
        <p:nvSpPr>
          <p:cNvPr id="39" name="Text 35"/>
          <p:cNvSpPr/>
          <p:nvPr/>
        </p:nvSpPr>
        <p:spPr>
          <a:xfrm>
            <a:off x="694944" y="7255764"/>
            <a:ext cx="10789920" cy="155448"/>
          </a:xfrm>
          <a:prstGeom prst="rect">
            <a:avLst/>
          </a:prstGeom>
          <a:noFill/>
          <a:ln/>
        </p:spPr>
        <p:txBody>
          <a:bodyPr wrap="square" lIns="0" tIns="0" rIns="0" bIns="0" rtlCol="0" anchor="ctr">
            <a:normAutofit/>
          </a:bodyPr>
          <a:lstStyle/>
          <a:p>
            <a:pPr marL="0" indent="0">
              <a:buNone/>
            </a:pPr>
            <a:r>
              <a:rPr lang="en-US" sz="870" b="1">
                <a:solidFill>
                  <a:srgbClr val="FF4B1F"/>
                </a:solidFill>
                <a:latin typeface="Aptos" pitchFamily="34" charset="0"/>
                <a:ea typeface="Aptos" pitchFamily="34" charset="-122"/>
                <a:cs typeface="Aptos" pitchFamily="34" charset="-120"/>
              </a:rPr>
              <a:t>Proposal differentiator: </a:t>
            </a:r>
            <a:r>
              <a:rPr lang="en-US" sz="870">
                <a:solidFill>
                  <a:srgbClr val="111111"/>
                </a:solidFill>
                <a:latin typeface="Aptos" pitchFamily="34" charset="0"/>
                <a:ea typeface="Aptos" pitchFamily="34" charset="-122"/>
                <a:cs typeface="Aptos" pitchFamily="34" charset="-120"/>
              </a:rPr>
              <a:t>The proposed L2 program is positioned as a reusable data product factory, not another isolated data pipeline.</a:t>
            </a:r>
            <a:endParaRPr lang="en-US" sz="870"/>
          </a:p>
        </p:txBody>
      </p:sp>
      <p:sp>
        <p:nvSpPr>
          <p:cNvPr id="43" name="Title 42">
            <a:extLst>
              <a:ext uri="{FF2B5EF4-FFF2-40B4-BE49-F238E27FC236}">
                <a16:creationId xmlns:a16="http://schemas.microsoft.com/office/drawing/2014/main" id="{9B69436B-D725-52D7-3A20-7FE0B48B7E12}"/>
              </a:ext>
            </a:extLst>
          </p:cNvPr>
          <p:cNvSpPr>
            <a:spLocks noGrp="1"/>
          </p:cNvSpPr>
          <p:nvPr>
            <p:ph type="title"/>
          </p:nvPr>
        </p:nvSpPr>
        <p:spPr>
          <a:xfrm>
            <a:off x="381000" y="342900"/>
            <a:ext cx="10515600" cy="554038"/>
          </a:xfrm>
        </p:spPr>
        <p:txBody>
          <a:bodyPr/>
          <a:lstStyle/>
          <a:p>
            <a:r>
              <a:rPr lang="en-US"/>
              <a:t>CDM L2 – Delivery Standards</a:t>
            </a:r>
            <a:endParaRPr lang="en-IN"/>
          </a:p>
        </p:txBody>
      </p:sp>
      <p:sp>
        <p:nvSpPr>
          <p:cNvPr id="46" name="Text 8">
            <a:extLst>
              <a:ext uri="{FF2B5EF4-FFF2-40B4-BE49-F238E27FC236}">
                <a16:creationId xmlns:a16="http://schemas.microsoft.com/office/drawing/2014/main" id="{DCC7F036-AB88-9F29-A324-5CC25A1B05C7}"/>
              </a:ext>
            </a:extLst>
          </p:cNvPr>
          <p:cNvSpPr/>
          <p:nvPr/>
        </p:nvSpPr>
        <p:spPr>
          <a:xfrm>
            <a:off x="493776" y="964635"/>
            <a:ext cx="9976104" cy="169277"/>
          </a:xfrm>
          <a:prstGeom prst="rect">
            <a:avLst/>
          </a:prstGeom>
          <a:noFill/>
          <a:ln/>
        </p:spPr>
        <p:txBody>
          <a:bodyPr wrap="square" lIns="0" tIns="0" rIns="0" bIns="0" rtlCol="0" anchor="ctr">
            <a:spAutoFit/>
          </a:bodyPr>
          <a:lstStyle/>
          <a:p>
            <a:pPr marL="0" indent="0">
              <a:buNone/>
            </a:pPr>
            <a:r>
              <a:rPr lang="en-US" sz="1100">
                <a:latin typeface="Montserrat" panose="00000500000000000000" pitchFamily="2" charset="0"/>
                <a:ea typeface="Aptos" pitchFamily="34" charset="-122"/>
                <a:cs typeface="Aptos" pitchFamily="34" charset="-120"/>
              </a:rPr>
              <a:t>How Syren will make the L2 layer reusable, governed and extensible instead of a one-off data build</a:t>
            </a:r>
          </a:p>
        </p:txBody>
      </p:sp>
      <p:sp>
        <p:nvSpPr>
          <p:cNvPr id="47" name="Text 16">
            <a:extLst>
              <a:ext uri="{FF2B5EF4-FFF2-40B4-BE49-F238E27FC236}">
                <a16:creationId xmlns:a16="http://schemas.microsoft.com/office/drawing/2014/main" id="{30A2A3B2-F178-B531-841F-56301C37AA65}"/>
              </a:ext>
            </a:extLst>
          </p:cNvPr>
          <p:cNvSpPr/>
          <p:nvPr/>
        </p:nvSpPr>
        <p:spPr>
          <a:xfrm>
            <a:off x="783929" y="1393190"/>
            <a:ext cx="377613" cy="424519"/>
          </a:xfrm>
          <a:prstGeom prst="flowChartOffpageConnector">
            <a:avLst/>
          </a:prstGeom>
          <a:solidFill>
            <a:schemeClr val="bg2"/>
          </a:solidFill>
          <a:ln/>
        </p:spPr>
        <p:txBody>
          <a:bodyPr wrap="square" lIns="0" tIns="0" rIns="0" bIns="0" rtlCol="0" anchor="ctr"/>
          <a:lstStyle/>
          <a:p>
            <a:pPr marL="0" indent="0" algn="ctr">
              <a:buNone/>
            </a:pPr>
            <a:r>
              <a:rPr lang="en-US" sz="1200" b="1">
                <a:solidFill>
                  <a:schemeClr val="bg1"/>
                </a:solidFill>
                <a:latin typeface="Montserrat" panose="00000500000000000000" pitchFamily="2" charset="0"/>
                <a:ea typeface="Aptos" pitchFamily="34" charset="-122"/>
                <a:cs typeface="Aptos" pitchFamily="34" charset="-120"/>
              </a:rPr>
              <a:t>1</a:t>
            </a:r>
            <a:endParaRPr lang="en-US" sz="1200">
              <a:solidFill>
                <a:schemeClr val="bg1"/>
              </a:solidFill>
              <a:latin typeface="Montserrat" panose="00000500000000000000" pitchFamily="2" charset="0"/>
            </a:endParaRPr>
          </a:p>
        </p:txBody>
      </p:sp>
      <p:sp>
        <p:nvSpPr>
          <p:cNvPr id="48" name="Text 16">
            <a:extLst>
              <a:ext uri="{FF2B5EF4-FFF2-40B4-BE49-F238E27FC236}">
                <a16:creationId xmlns:a16="http://schemas.microsoft.com/office/drawing/2014/main" id="{1E36AD2D-A251-42E2-6A62-47C532BBE855}"/>
              </a:ext>
            </a:extLst>
          </p:cNvPr>
          <p:cNvSpPr/>
          <p:nvPr/>
        </p:nvSpPr>
        <p:spPr>
          <a:xfrm>
            <a:off x="3675888" y="1393190"/>
            <a:ext cx="377613" cy="424519"/>
          </a:xfrm>
          <a:prstGeom prst="flowChartOffpageConnector">
            <a:avLst/>
          </a:prstGeom>
          <a:solidFill>
            <a:schemeClr val="bg2"/>
          </a:solidFill>
          <a:ln/>
        </p:spPr>
        <p:txBody>
          <a:bodyPr wrap="square" lIns="0" tIns="0" rIns="0" bIns="0" rtlCol="0" anchor="ctr"/>
          <a:lstStyle/>
          <a:p>
            <a:pPr marL="0" indent="0" algn="ctr">
              <a:buNone/>
            </a:pPr>
            <a:r>
              <a:rPr lang="en-US" sz="1200" b="1">
                <a:solidFill>
                  <a:schemeClr val="bg1"/>
                </a:solidFill>
                <a:latin typeface="Montserrat" panose="00000500000000000000" pitchFamily="2" charset="0"/>
                <a:ea typeface="Aptos" pitchFamily="34" charset="-122"/>
                <a:cs typeface="Aptos" pitchFamily="34" charset="-120"/>
              </a:rPr>
              <a:t>2</a:t>
            </a:r>
            <a:endParaRPr lang="en-US" sz="1200">
              <a:solidFill>
                <a:schemeClr val="bg1"/>
              </a:solidFill>
              <a:latin typeface="Montserrat" panose="00000500000000000000" pitchFamily="2" charset="0"/>
            </a:endParaRPr>
          </a:p>
        </p:txBody>
      </p:sp>
      <p:sp>
        <p:nvSpPr>
          <p:cNvPr id="50" name="Text 16">
            <a:extLst>
              <a:ext uri="{FF2B5EF4-FFF2-40B4-BE49-F238E27FC236}">
                <a16:creationId xmlns:a16="http://schemas.microsoft.com/office/drawing/2014/main" id="{4D990D13-717B-53E9-F3D7-D7C003F113A1}"/>
              </a:ext>
            </a:extLst>
          </p:cNvPr>
          <p:cNvSpPr/>
          <p:nvPr/>
        </p:nvSpPr>
        <p:spPr>
          <a:xfrm>
            <a:off x="6559465" y="1393190"/>
            <a:ext cx="377613" cy="424519"/>
          </a:xfrm>
          <a:prstGeom prst="flowChartOffpageConnector">
            <a:avLst/>
          </a:prstGeom>
          <a:solidFill>
            <a:schemeClr val="bg2"/>
          </a:solidFill>
          <a:ln/>
        </p:spPr>
        <p:txBody>
          <a:bodyPr wrap="square" lIns="0" tIns="0" rIns="0" bIns="0" rtlCol="0" anchor="ctr"/>
          <a:lstStyle/>
          <a:p>
            <a:pPr marL="0" indent="0" algn="ctr">
              <a:buNone/>
            </a:pPr>
            <a:r>
              <a:rPr lang="en-US" sz="1200" b="1">
                <a:solidFill>
                  <a:schemeClr val="bg1"/>
                </a:solidFill>
                <a:latin typeface="Montserrat" panose="00000500000000000000" pitchFamily="2" charset="0"/>
                <a:ea typeface="Aptos" pitchFamily="34" charset="-122"/>
                <a:cs typeface="Aptos" pitchFamily="34" charset="-120"/>
              </a:rPr>
              <a:t>3</a:t>
            </a:r>
            <a:endParaRPr lang="en-US" sz="1200">
              <a:solidFill>
                <a:schemeClr val="bg1"/>
              </a:solidFill>
              <a:latin typeface="Montserrat" panose="00000500000000000000" pitchFamily="2" charset="0"/>
            </a:endParaRPr>
          </a:p>
        </p:txBody>
      </p:sp>
      <p:sp>
        <p:nvSpPr>
          <p:cNvPr id="51" name="Text 16">
            <a:extLst>
              <a:ext uri="{FF2B5EF4-FFF2-40B4-BE49-F238E27FC236}">
                <a16:creationId xmlns:a16="http://schemas.microsoft.com/office/drawing/2014/main" id="{1CD60CB0-EE30-2413-BC6D-A25B7C69BE1D}"/>
              </a:ext>
            </a:extLst>
          </p:cNvPr>
          <p:cNvSpPr/>
          <p:nvPr/>
        </p:nvSpPr>
        <p:spPr>
          <a:xfrm>
            <a:off x="9454896" y="1393190"/>
            <a:ext cx="377613" cy="424519"/>
          </a:xfrm>
          <a:prstGeom prst="flowChartOffpageConnector">
            <a:avLst/>
          </a:prstGeom>
          <a:solidFill>
            <a:schemeClr val="bg2"/>
          </a:solidFill>
          <a:ln/>
        </p:spPr>
        <p:txBody>
          <a:bodyPr wrap="square" lIns="0" tIns="0" rIns="0" bIns="0" rtlCol="0" anchor="ctr"/>
          <a:lstStyle/>
          <a:p>
            <a:pPr marL="0" indent="0" algn="ctr">
              <a:buNone/>
            </a:pPr>
            <a:r>
              <a:rPr lang="en-US" sz="1200" b="1">
                <a:solidFill>
                  <a:schemeClr val="bg1"/>
                </a:solidFill>
                <a:latin typeface="Montserrat" panose="00000500000000000000" pitchFamily="2" charset="0"/>
                <a:ea typeface="Aptos" pitchFamily="34" charset="-122"/>
                <a:cs typeface="Aptos" pitchFamily="34" charset="-120"/>
              </a:rPr>
              <a:t>4</a:t>
            </a:r>
            <a:endParaRPr lang="en-US" sz="1200">
              <a:solidFill>
                <a:schemeClr val="bg1"/>
              </a:solidFill>
              <a:latin typeface="Montserrat" panose="00000500000000000000" pitchFamily="2" charset="0"/>
            </a:endParaRPr>
          </a:p>
        </p:txBody>
      </p:sp>
      <p:sp>
        <p:nvSpPr>
          <p:cNvPr id="52" name="Shape 44">
            <a:extLst>
              <a:ext uri="{FF2B5EF4-FFF2-40B4-BE49-F238E27FC236}">
                <a16:creationId xmlns:a16="http://schemas.microsoft.com/office/drawing/2014/main" id="{228329C6-48F4-A697-6A67-3685A67D1562}"/>
              </a:ext>
            </a:extLst>
          </p:cNvPr>
          <p:cNvSpPr/>
          <p:nvPr/>
        </p:nvSpPr>
        <p:spPr>
          <a:xfrm>
            <a:off x="512064" y="5888736"/>
            <a:ext cx="11466576" cy="310896"/>
          </a:xfrm>
          <a:prstGeom prst="roundRect">
            <a:avLst/>
          </a:prstGeom>
          <a:solidFill>
            <a:srgbClr val="1A1A1A"/>
          </a:solidFill>
          <a:ln w="12700">
            <a:solidFill>
              <a:srgbClr val="FCE7E0"/>
            </a:solidFill>
            <a:prstDash val="solid"/>
          </a:ln>
        </p:spPr>
        <p:txBody>
          <a:bodyPr/>
          <a:lstStyle/>
          <a:p>
            <a:endParaRPr lang="en-US"/>
          </a:p>
        </p:txBody>
      </p:sp>
      <p:sp>
        <p:nvSpPr>
          <p:cNvPr id="53" name="Text 45">
            <a:extLst>
              <a:ext uri="{FF2B5EF4-FFF2-40B4-BE49-F238E27FC236}">
                <a16:creationId xmlns:a16="http://schemas.microsoft.com/office/drawing/2014/main" id="{6621FA15-E53A-5FAC-788A-0156A0C9DD01}"/>
              </a:ext>
            </a:extLst>
          </p:cNvPr>
          <p:cNvSpPr/>
          <p:nvPr/>
        </p:nvSpPr>
        <p:spPr>
          <a:xfrm>
            <a:off x="672084" y="5971032"/>
            <a:ext cx="10789920" cy="155448"/>
          </a:xfrm>
          <a:prstGeom prst="rect">
            <a:avLst/>
          </a:prstGeom>
          <a:noFill/>
          <a:ln/>
        </p:spPr>
        <p:txBody>
          <a:bodyPr wrap="square" lIns="0" tIns="0" rIns="0" bIns="0" rtlCol="0" anchor="ctr">
            <a:normAutofit/>
          </a:bodyPr>
          <a:lstStyle/>
          <a:p>
            <a:pPr marL="0" indent="0" algn="ctr">
              <a:buNone/>
            </a:pPr>
            <a:r>
              <a:rPr lang="en-US" sz="1000" b="1">
                <a:solidFill>
                  <a:schemeClr val="bg2"/>
                </a:solidFill>
                <a:latin typeface="Montserrat" panose="00000500000000000000" pitchFamily="2" charset="0"/>
                <a:ea typeface="Aptos" pitchFamily="34" charset="-122"/>
                <a:cs typeface="Aptos" pitchFamily="34" charset="-120"/>
              </a:rPr>
              <a:t>Proposal differentiator: </a:t>
            </a:r>
            <a:r>
              <a:rPr lang="en-US" sz="1000">
                <a:solidFill>
                  <a:schemeClr val="bg1"/>
                </a:solidFill>
                <a:latin typeface="Montserrat" panose="00000500000000000000" pitchFamily="2" charset="0"/>
                <a:ea typeface="Aptos" pitchFamily="34" charset="-122"/>
                <a:cs typeface="Aptos" pitchFamily="34" charset="-120"/>
              </a:rPr>
              <a:t>The proposed L2 program is positioned as a reusable data product factory, not another isolated data pipeline.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A9D3B8E-0275-407A-03DD-21597BA0024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63D722-0DC0-E108-3C41-A9EE3CF77C1E}"/>
              </a:ext>
            </a:extLst>
          </p:cNvPr>
          <p:cNvSpPr>
            <a:spLocks noGrp="1"/>
          </p:cNvSpPr>
          <p:nvPr>
            <p:ph type="title"/>
          </p:nvPr>
        </p:nvSpPr>
        <p:spPr/>
        <p:txBody>
          <a:bodyPr/>
          <a:lstStyle/>
          <a:p>
            <a:r>
              <a:rPr lang="en-US">
                <a:latin typeface="Montserrat Light"/>
              </a:rPr>
              <a:t>Typical Platform Building Strategy  </a:t>
            </a:r>
            <a:endParaRPr lang="en-US"/>
          </a:p>
        </p:txBody>
      </p:sp>
      <p:sp>
        <p:nvSpPr>
          <p:cNvPr id="5" name="TextBox 4">
            <a:extLst>
              <a:ext uri="{FF2B5EF4-FFF2-40B4-BE49-F238E27FC236}">
                <a16:creationId xmlns:a16="http://schemas.microsoft.com/office/drawing/2014/main" id="{0FD0FF74-6A02-5A7D-DFC9-8703F5274C8C}"/>
              </a:ext>
            </a:extLst>
          </p:cNvPr>
          <p:cNvSpPr txBox="1"/>
          <p:nvPr/>
        </p:nvSpPr>
        <p:spPr>
          <a:xfrm rot="16200000">
            <a:off x="-377037" y="3061812"/>
            <a:ext cx="1922321" cy="184666"/>
          </a:xfrm>
          <a:prstGeom prst="rect">
            <a:avLst/>
          </a:prstGeom>
          <a:noFill/>
        </p:spPr>
        <p:txBody>
          <a:bodyPr wrap="none" rtlCol="0">
            <a:spAutoFit/>
          </a:bodyPr>
          <a:lstStyle/>
          <a:p>
            <a:r>
              <a:rPr lang="en-US" sz="600" b="1">
                <a:latin typeface="Montserrat Light" panose="00000400000000000000" pitchFamily="2" charset="0"/>
              </a:rPr>
              <a:t>Structured, Sem-structured and Unstructured</a:t>
            </a:r>
          </a:p>
        </p:txBody>
      </p:sp>
      <p:grpSp>
        <p:nvGrpSpPr>
          <p:cNvPr id="14" name="Group 13">
            <a:extLst>
              <a:ext uri="{FF2B5EF4-FFF2-40B4-BE49-F238E27FC236}">
                <a16:creationId xmlns:a16="http://schemas.microsoft.com/office/drawing/2014/main" id="{CE76EA34-43BF-6874-DFEB-E6C2C9A7FC8C}"/>
              </a:ext>
            </a:extLst>
          </p:cNvPr>
          <p:cNvGrpSpPr/>
          <p:nvPr/>
        </p:nvGrpSpPr>
        <p:grpSpPr>
          <a:xfrm>
            <a:off x="698468" y="2230383"/>
            <a:ext cx="1653271" cy="1949484"/>
            <a:chOff x="599372" y="2399324"/>
            <a:chExt cx="1482891" cy="1605321"/>
          </a:xfrm>
        </p:grpSpPr>
        <p:sp>
          <p:nvSpPr>
            <p:cNvPr id="11" name="Rectangle: Rounded Corners 10">
              <a:extLst>
                <a:ext uri="{FF2B5EF4-FFF2-40B4-BE49-F238E27FC236}">
                  <a16:creationId xmlns:a16="http://schemas.microsoft.com/office/drawing/2014/main" id="{513F6030-2B12-9260-09D9-D23E62FBF24C}"/>
                </a:ext>
              </a:extLst>
            </p:cNvPr>
            <p:cNvSpPr/>
            <p:nvPr/>
          </p:nvSpPr>
          <p:spPr>
            <a:xfrm>
              <a:off x="599372" y="2399324"/>
              <a:ext cx="1482891" cy="1605321"/>
            </a:xfrm>
            <a:prstGeom prst="roundRect">
              <a:avLst>
                <a:gd name="adj" fmla="val 6778"/>
              </a:avLst>
            </a:prstGeom>
            <a:solidFill>
              <a:schemeClr val="tx2"/>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Light" panose="00000400000000000000" pitchFamily="2" charset="0"/>
              </a:endParaRPr>
            </a:p>
          </p:txBody>
        </p:sp>
        <p:sp>
          <p:nvSpPr>
            <p:cNvPr id="3" name="TextBox 2">
              <a:extLst>
                <a:ext uri="{FF2B5EF4-FFF2-40B4-BE49-F238E27FC236}">
                  <a16:creationId xmlns:a16="http://schemas.microsoft.com/office/drawing/2014/main" id="{9D6D8FA3-0C88-2F41-D1BD-4BC4247CB17C}"/>
                </a:ext>
              </a:extLst>
            </p:cNvPr>
            <p:cNvSpPr txBox="1"/>
            <p:nvPr/>
          </p:nvSpPr>
          <p:spPr>
            <a:xfrm>
              <a:off x="664887" y="2461159"/>
              <a:ext cx="1195102" cy="164737"/>
            </a:xfrm>
            <a:prstGeom prst="rect">
              <a:avLst/>
            </a:prstGeom>
            <a:noFill/>
          </p:spPr>
          <p:txBody>
            <a:bodyPr wrap="none" rtlCol="0">
              <a:spAutoFit/>
            </a:bodyPr>
            <a:lstStyle/>
            <a:p>
              <a:r>
                <a:rPr lang="en-US" sz="700" b="1">
                  <a:latin typeface="Montserrat Light" panose="00000400000000000000" pitchFamily="2" charset="0"/>
                </a:rPr>
                <a:t>MedTech Datasets in CDL </a:t>
              </a:r>
            </a:p>
          </p:txBody>
        </p:sp>
        <p:sp>
          <p:nvSpPr>
            <p:cNvPr id="6" name="Rectangle: Rounded Corners 5">
              <a:extLst>
                <a:ext uri="{FF2B5EF4-FFF2-40B4-BE49-F238E27FC236}">
                  <a16:creationId xmlns:a16="http://schemas.microsoft.com/office/drawing/2014/main" id="{752DAC58-CBD3-82BB-7FCE-55CFFAC28BB5}"/>
                </a:ext>
              </a:extLst>
            </p:cNvPr>
            <p:cNvSpPr/>
            <p:nvPr/>
          </p:nvSpPr>
          <p:spPr>
            <a:xfrm>
              <a:off x="664887" y="2661214"/>
              <a:ext cx="1371600" cy="200055"/>
            </a:xfrm>
            <a:prstGeom prst="roundRect">
              <a:avLst/>
            </a:prstGeom>
            <a:ln w="6350"/>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700">
                  <a:solidFill>
                    <a:schemeClr val="tx1"/>
                  </a:solidFill>
                  <a:latin typeface="Montserrat Light" panose="00000400000000000000" pitchFamily="2" charset="0"/>
                </a:rPr>
                <a:t>ERP  Translations</a:t>
              </a:r>
            </a:p>
          </p:txBody>
        </p:sp>
        <p:sp>
          <p:nvSpPr>
            <p:cNvPr id="7" name="Rectangle: Rounded Corners 6">
              <a:extLst>
                <a:ext uri="{FF2B5EF4-FFF2-40B4-BE49-F238E27FC236}">
                  <a16:creationId xmlns:a16="http://schemas.microsoft.com/office/drawing/2014/main" id="{4E85D1E4-BFE8-E5AF-FF70-58FBCB9D022F}"/>
                </a:ext>
              </a:extLst>
            </p:cNvPr>
            <p:cNvSpPr/>
            <p:nvPr/>
          </p:nvSpPr>
          <p:spPr>
            <a:xfrm>
              <a:off x="664887" y="2917904"/>
              <a:ext cx="1371600" cy="200055"/>
            </a:xfrm>
            <a:prstGeom prst="roundRect">
              <a:avLst/>
            </a:prstGeom>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solidFill>
                    <a:schemeClr val="tx1"/>
                  </a:solidFill>
                  <a:latin typeface="Montserrat Light" panose="00000400000000000000" pitchFamily="2" charset="0"/>
                </a:rPr>
                <a:t>Supply Chain Plans</a:t>
              </a:r>
            </a:p>
          </p:txBody>
        </p:sp>
        <p:sp>
          <p:nvSpPr>
            <p:cNvPr id="8" name="Rectangle: Rounded Corners 7">
              <a:extLst>
                <a:ext uri="{FF2B5EF4-FFF2-40B4-BE49-F238E27FC236}">
                  <a16:creationId xmlns:a16="http://schemas.microsoft.com/office/drawing/2014/main" id="{72615E34-331B-E68F-A921-C56268CAC1A6}"/>
                </a:ext>
              </a:extLst>
            </p:cNvPr>
            <p:cNvSpPr/>
            <p:nvPr/>
          </p:nvSpPr>
          <p:spPr>
            <a:xfrm>
              <a:off x="664887" y="3174594"/>
              <a:ext cx="1371600" cy="200055"/>
            </a:xfrm>
            <a:prstGeom prst="roundRect">
              <a:avLst/>
            </a:prstGeom>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solidFill>
                    <a:schemeClr val="tx1"/>
                  </a:solidFill>
                  <a:latin typeface="Montserrat Light" panose="00000400000000000000" pitchFamily="2" charset="0"/>
                </a:rPr>
                <a:t>CRM/SRM/PLM Data</a:t>
              </a:r>
            </a:p>
          </p:txBody>
        </p:sp>
        <p:sp>
          <p:nvSpPr>
            <p:cNvPr id="9" name="Rectangle: Rounded Corners 8">
              <a:extLst>
                <a:ext uri="{FF2B5EF4-FFF2-40B4-BE49-F238E27FC236}">
                  <a16:creationId xmlns:a16="http://schemas.microsoft.com/office/drawing/2014/main" id="{13A879C3-9AE4-21AC-526C-D1BEF6EF3527}"/>
                </a:ext>
              </a:extLst>
            </p:cNvPr>
            <p:cNvSpPr/>
            <p:nvPr/>
          </p:nvSpPr>
          <p:spPr>
            <a:xfrm>
              <a:off x="664887" y="3431284"/>
              <a:ext cx="1371600" cy="200055"/>
            </a:xfrm>
            <a:prstGeom prst="roundRect">
              <a:avLst/>
            </a:prstGeom>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solidFill>
                    <a:schemeClr val="tx1"/>
                  </a:solidFill>
                  <a:latin typeface="Montserrat Light" panose="00000400000000000000" pitchFamily="2" charset="0"/>
                </a:rPr>
                <a:t>OMS/WMS/TMS/QMS Data</a:t>
              </a:r>
            </a:p>
          </p:txBody>
        </p:sp>
        <p:sp>
          <p:nvSpPr>
            <p:cNvPr id="10" name="Rectangle: Rounded Corners 9">
              <a:extLst>
                <a:ext uri="{FF2B5EF4-FFF2-40B4-BE49-F238E27FC236}">
                  <a16:creationId xmlns:a16="http://schemas.microsoft.com/office/drawing/2014/main" id="{FDD9EB99-3057-1C40-692A-A4EB0A7D2B53}"/>
                </a:ext>
              </a:extLst>
            </p:cNvPr>
            <p:cNvSpPr/>
            <p:nvPr/>
          </p:nvSpPr>
          <p:spPr>
            <a:xfrm>
              <a:off x="655018" y="3687972"/>
              <a:ext cx="1371600" cy="200055"/>
            </a:xfrm>
            <a:prstGeom prst="roundRect">
              <a:avLst/>
            </a:prstGeom>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solidFill>
                    <a:schemeClr val="tx1"/>
                  </a:solidFill>
                  <a:latin typeface="Montserrat Light" panose="00000400000000000000" pitchFamily="2" charset="0"/>
                </a:rPr>
                <a:t>Master Data / External Data</a:t>
              </a:r>
            </a:p>
          </p:txBody>
        </p:sp>
      </p:grpSp>
      <p:sp>
        <p:nvSpPr>
          <p:cNvPr id="12" name="Rectangle: Rounded Corners 11">
            <a:extLst>
              <a:ext uri="{FF2B5EF4-FFF2-40B4-BE49-F238E27FC236}">
                <a16:creationId xmlns:a16="http://schemas.microsoft.com/office/drawing/2014/main" id="{1BE5A076-D3A1-94EE-9280-B7B0E5A43450}"/>
              </a:ext>
            </a:extLst>
          </p:cNvPr>
          <p:cNvSpPr/>
          <p:nvPr/>
        </p:nvSpPr>
        <p:spPr>
          <a:xfrm>
            <a:off x="469778" y="1905553"/>
            <a:ext cx="1997529" cy="2394014"/>
          </a:xfrm>
          <a:prstGeom prst="roundRect">
            <a:avLst>
              <a:gd name="adj" fmla="val 6778"/>
            </a:avLst>
          </a:prstGeom>
          <a:noFill/>
          <a:ln w="63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Light" panose="00000400000000000000" pitchFamily="2" charset="0"/>
            </a:endParaRPr>
          </a:p>
        </p:txBody>
      </p:sp>
      <p:sp>
        <p:nvSpPr>
          <p:cNvPr id="2" name="TextBox 1">
            <a:extLst>
              <a:ext uri="{FF2B5EF4-FFF2-40B4-BE49-F238E27FC236}">
                <a16:creationId xmlns:a16="http://schemas.microsoft.com/office/drawing/2014/main" id="{51B1E08C-1869-88EF-EC38-FF16D742A783}"/>
              </a:ext>
            </a:extLst>
          </p:cNvPr>
          <p:cNvSpPr txBox="1"/>
          <p:nvPr/>
        </p:nvSpPr>
        <p:spPr>
          <a:xfrm>
            <a:off x="673617" y="1722392"/>
            <a:ext cx="1309796" cy="302955"/>
          </a:xfrm>
          <a:prstGeom prst="roundRect">
            <a:avLst>
              <a:gd name="adj" fmla="val 50000"/>
            </a:avLst>
          </a:prstGeom>
          <a:solidFill>
            <a:schemeClr val="tx1"/>
          </a:solidFill>
          <a:ln>
            <a:solidFill>
              <a:schemeClr val="tx1"/>
            </a:solidFill>
          </a:ln>
        </p:spPr>
        <p:txBody>
          <a:bodyPr wrap="square" rtlCol="0" anchor="ctr">
            <a:spAutoFit/>
          </a:bodyPr>
          <a:lstStyle/>
          <a:p>
            <a:r>
              <a:rPr lang="en-US" sz="800" b="1">
                <a:solidFill>
                  <a:schemeClr val="bg1"/>
                </a:solidFill>
                <a:latin typeface="Montserrat Light" panose="00000400000000000000" pitchFamily="2" charset="0"/>
              </a:rPr>
              <a:t>        Data Sources</a:t>
            </a:r>
          </a:p>
        </p:txBody>
      </p:sp>
      <p:sp>
        <p:nvSpPr>
          <p:cNvPr id="15" name="Rectangle: Rounded Corners 14">
            <a:extLst>
              <a:ext uri="{FF2B5EF4-FFF2-40B4-BE49-F238E27FC236}">
                <a16:creationId xmlns:a16="http://schemas.microsoft.com/office/drawing/2014/main" id="{275CABA7-61B3-CD7B-8587-17F7AF5D9F36}"/>
              </a:ext>
            </a:extLst>
          </p:cNvPr>
          <p:cNvSpPr/>
          <p:nvPr/>
        </p:nvSpPr>
        <p:spPr>
          <a:xfrm>
            <a:off x="2780906" y="3838606"/>
            <a:ext cx="3130150" cy="580169"/>
          </a:xfrm>
          <a:prstGeom prst="roundRect">
            <a:avLst>
              <a:gd name="adj" fmla="val 5050"/>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br>
              <a:rPr lang="en-US" sz="900">
                <a:solidFill>
                  <a:schemeClr val="bg1"/>
                </a:solidFill>
                <a:latin typeface="Montserrat Light" panose="00000400000000000000" pitchFamily="2" charset="0"/>
              </a:rPr>
            </a:br>
            <a:r>
              <a:rPr lang="en-US" sz="900">
                <a:solidFill>
                  <a:schemeClr val="bg1"/>
                </a:solidFill>
                <a:latin typeface="Montserrat Light" panose="00000400000000000000" pitchFamily="2" charset="0"/>
              </a:rPr>
              <a:t>Data Transformation Pipelines</a:t>
            </a:r>
          </a:p>
          <a:p>
            <a:pPr algn="ctr"/>
            <a:r>
              <a:rPr lang="en-US" sz="900" b="1">
                <a:solidFill>
                  <a:schemeClr val="bg1"/>
                </a:solidFill>
                <a:latin typeface="Montserrat Light" panose="00000400000000000000" pitchFamily="2" charset="0"/>
              </a:rPr>
              <a:t>Azure Databricks</a:t>
            </a:r>
          </a:p>
        </p:txBody>
      </p:sp>
      <p:sp>
        <p:nvSpPr>
          <p:cNvPr id="16" name="Rectangle: Rounded Corners 15">
            <a:extLst>
              <a:ext uri="{FF2B5EF4-FFF2-40B4-BE49-F238E27FC236}">
                <a16:creationId xmlns:a16="http://schemas.microsoft.com/office/drawing/2014/main" id="{3EDA77AB-FC2D-AB1B-7566-76FAE83003E6}"/>
              </a:ext>
            </a:extLst>
          </p:cNvPr>
          <p:cNvSpPr/>
          <p:nvPr/>
        </p:nvSpPr>
        <p:spPr>
          <a:xfrm>
            <a:off x="2780906" y="1981630"/>
            <a:ext cx="3130150" cy="580169"/>
          </a:xfrm>
          <a:prstGeom prst="roundRect">
            <a:avLst>
              <a:gd name="adj" fmla="val 5050"/>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900">
                <a:solidFill>
                  <a:schemeClr val="bg1"/>
                </a:solidFill>
                <a:latin typeface="Montserrat Light" panose="00000400000000000000" pitchFamily="2" charset="0"/>
              </a:rPr>
              <a:t>Databricks Unity Catalog</a:t>
            </a:r>
          </a:p>
        </p:txBody>
      </p:sp>
      <p:sp>
        <p:nvSpPr>
          <p:cNvPr id="17" name="Rectangle: Rounded Corners 16">
            <a:extLst>
              <a:ext uri="{FF2B5EF4-FFF2-40B4-BE49-F238E27FC236}">
                <a16:creationId xmlns:a16="http://schemas.microsoft.com/office/drawing/2014/main" id="{D1FB57B6-75DA-4AC4-CCC1-3508A8711E69}"/>
              </a:ext>
            </a:extLst>
          </p:cNvPr>
          <p:cNvSpPr/>
          <p:nvPr/>
        </p:nvSpPr>
        <p:spPr>
          <a:xfrm>
            <a:off x="4359579" y="2319072"/>
            <a:ext cx="1488302" cy="1609310"/>
          </a:xfrm>
          <a:prstGeom prst="roundRect">
            <a:avLst>
              <a:gd name="adj" fmla="val 5050"/>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Light" panose="00000400000000000000" pitchFamily="2" charset="0"/>
            </a:endParaRPr>
          </a:p>
        </p:txBody>
      </p:sp>
      <p:sp>
        <p:nvSpPr>
          <p:cNvPr id="18" name="Rectangle: Rounded Corners 17">
            <a:extLst>
              <a:ext uri="{FF2B5EF4-FFF2-40B4-BE49-F238E27FC236}">
                <a16:creationId xmlns:a16="http://schemas.microsoft.com/office/drawing/2014/main" id="{CD5CC1F2-9236-F9AF-4654-8B5DEE6C720D}"/>
              </a:ext>
            </a:extLst>
          </p:cNvPr>
          <p:cNvSpPr/>
          <p:nvPr/>
        </p:nvSpPr>
        <p:spPr>
          <a:xfrm>
            <a:off x="2812138" y="2319072"/>
            <a:ext cx="1488302" cy="1609310"/>
          </a:xfrm>
          <a:prstGeom prst="roundRect">
            <a:avLst>
              <a:gd name="adj" fmla="val 5050"/>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Light" panose="00000400000000000000" pitchFamily="2" charset="0"/>
            </a:endParaRPr>
          </a:p>
        </p:txBody>
      </p:sp>
      <p:sp>
        <p:nvSpPr>
          <p:cNvPr id="19" name="Rectangle: Rounded Corners 18">
            <a:extLst>
              <a:ext uri="{FF2B5EF4-FFF2-40B4-BE49-F238E27FC236}">
                <a16:creationId xmlns:a16="http://schemas.microsoft.com/office/drawing/2014/main" id="{438004D5-BBE9-6BA5-EE58-65E86D315ECA}"/>
              </a:ext>
            </a:extLst>
          </p:cNvPr>
          <p:cNvSpPr/>
          <p:nvPr/>
        </p:nvSpPr>
        <p:spPr>
          <a:xfrm>
            <a:off x="2901914" y="2611673"/>
            <a:ext cx="1303408" cy="359102"/>
          </a:xfrm>
          <a:prstGeom prst="roundRect">
            <a:avLst>
              <a:gd name="adj" fmla="val 2042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b="1">
                <a:solidFill>
                  <a:schemeClr val="tx1"/>
                </a:solidFill>
                <a:latin typeface="Montserrat Light" panose="00000400000000000000" pitchFamily="2" charset="0"/>
              </a:rPr>
              <a:t>ERP Systems</a:t>
            </a:r>
          </a:p>
          <a:p>
            <a:pPr algn="ctr"/>
            <a:r>
              <a:rPr lang="en-US" sz="500">
                <a:solidFill>
                  <a:schemeClr val="tx1"/>
                </a:solidFill>
                <a:latin typeface="Montserrat Light" panose="00000400000000000000" pitchFamily="2" charset="0"/>
              </a:rPr>
              <a:t>(Product, Vendors, Customers, Orders, Inventory)</a:t>
            </a:r>
          </a:p>
        </p:txBody>
      </p:sp>
      <p:sp>
        <p:nvSpPr>
          <p:cNvPr id="20" name="Rectangle: Rounded Corners 19">
            <a:extLst>
              <a:ext uri="{FF2B5EF4-FFF2-40B4-BE49-F238E27FC236}">
                <a16:creationId xmlns:a16="http://schemas.microsoft.com/office/drawing/2014/main" id="{4C715DE4-B946-604F-DA7B-920E244911DD}"/>
              </a:ext>
            </a:extLst>
          </p:cNvPr>
          <p:cNvSpPr/>
          <p:nvPr/>
        </p:nvSpPr>
        <p:spPr>
          <a:xfrm>
            <a:off x="2901914" y="3020651"/>
            <a:ext cx="1303408" cy="359102"/>
          </a:xfrm>
          <a:prstGeom prst="roundRect">
            <a:avLst>
              <a:gd name="adj" fmla="val 2042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b="1">
                <a:solidFill>
                  <a:schemeClr val="tx1"/>
                </a:solidFill>
                <a:latin typeface="Montserrat Light" panose="00000400000000000000" pitchFamily="2" charset="0"/>
              </a:rPr>
              <a:t>SCP Systems</a:t>
            </a:r>
          </a:p>
          <a:p>
            <a:pPr algn="ctr"/>
            <a:r>
              <a:rPr lang="en-US" sz="500">
                <a:solidFill>
                  <a:schemeClr val="tx1"/>
                </a:solidFill>
                <a:latin typeface="Montserrat Light" panose="00000400000000000000" pitchFamily="2" charset="0"/>
              </a:rPr>
              <a:t>(Demand, Supply, Productions, Transport, Inventory)</a:t>
            </a:r>
          </a:p>
        </p:txBody>
      </p:sp>
      <p:sp>
        <p:nvSpPr>
          <p:cNvPr id="21" name="Rectangle: Rounded Corners 20">
            <a:extLst>
              <a:ext uri="{FF2B5EF4-FFF2-40B4-BE49-F238E27FC236}">
                <a16:creationId xmlns:a16="http://schemas.microsoft.com/office/drawing/2014/main" id="{E16E48DD-24D6-5FE2-1DA8-E77C132F1B40}"/>
              </a:ext>
            </a:extLst>
          </p:cNvPr>
          <p:cNvSpPr/>
          <p:nvPr/>
        </p:nvSpPr>
        <p:spPr>
          <a:xfrm>
            <a:off x="2901914" y="3429628"/>
            <a:ext cx="1303408" cy="359102"/>
          </a:xfrm>
          <a:prstGeom prst="roundRect">
            <a:avLst>
              <a:gd name="adj" fmla="val 2042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b="1">
                <a:solidFill>
                  <a:schemeClr val="tx1"/>
                </a:solidFill>
                <a:latin typeface="Montserrat Light" panose="00000400000000000000" pitchFamily="2" charset="0"/>
              </a:rPr>
              <a:t>PLM, SRM, CRM, QMS, Finance Systems</a:t>
            </a:r>
            <a:endParaRPr lang="en-US" sz="400">
              <a:solidFill>
                <a:schemeClr val="tx1"/>
              </a:solidFill>
              <a:latin typeface="Montserrat Light" panose="00000400000000000000" pitchFamily="2" charset="0"/>
            </a:endParaRPr>
          </a:p>
        </p:txBody>
      </p:sp>
      <p:sp>
        <p:nvSpPr>
          <p:cNvPr id="22" name="Rectangle: Rounded Corners 21">
            <a:extLst>
              <a:ext uri="{FF2B5EF4-FFF2-40B4-BE49-F238E27FC236}">
                <a16:creationId xmlns:a16="http://schemas.microsoft.com/office/drawing/2014/main" id="{B51C4904-BC85-9292-9565-FE78DA7103A2}"/>
              </a:ext>
            </a:extLst>
          </p:cNvPr>
          <p:cNvSpPr/>
          <p:nvPr/>
        </p:nvSpPr>
        <p:spPr>
          <a:xfrm>
            <a:off x="4449846" y="2611673"/>
            <a:ext cx="1303408" cy="359102"/>
          </a:xfrm>
          <a:prstGeom prst="roundRect">
            <a:avLst>
              <a:gd name="adj" fmla="val 2042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b="1">
                <a:solidFill>
                  <a:schemeClr val="tx1"/>
                </a:solidFill>
                <a:latin typeface="Montserrat Light" panose="00000400000000000000" pitchFamily="2" charset="0"/>
              </a:rPr>
              <a:t>ERP Systems</a:t>
            </a:r>
          </a:p>
          <a:p>
            <a:pPr algn="ctr"/>
            <a:r>
              <a:rPr lang="en-US" sz="500">
                <a:solidFill>
                  <a:schemeClr val="tx1"/>
                </a:solidFill>
                <a:latin typeface="Montserrat Light" panose="00000400000000000000" pitchFamily="2" charset="0"/>
              </a:rPr>
              <a:t>(Product, Vendors, Customers, Orders, Inventory)</a:t>
            </a:r>
          </a:p>
        </p:txBody>
      </p:sp>
      <p:sp>
        <p:nvSpPr>
          <p:cNvPr id="23" name="Rectangle: Rounded Corners 22">
            <a:extLst>
              <a:ext uri="{FF2B5EF4-FFF2-40B4-BE49-F238E27FC236}">
                <a16:creationId xmlns:a16="http://schemas.microsoft.com/office/drawing/2014/main" id="{36894937-026E-64C8-0C1E-168FAEDD15D2}"/>
              </a:ext>
            </a:extLst>
          </p:cNvPr>
          <p:cNvSpPr/>
          <p:nvPr/>
        </p:nvSpPr>
        <p:spPr>
          <a:xfrm>
            <a:off x="4449846" y="3020651"/>
            <a:ext cx="1303408" cy="359102"/>
          </a:xfrm>
          <a:prstGeom prst="roundRect">
            <a:avLst>
              <a:gd name="adj" fmla="val 2042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b="1">
                <a:solidFill>
                  <a:schemeClr val="tx1"/>
                </a:solidFill>
                <a:latin typeface="Montserrat Light" panose="00000400000000000000" pitchFamily="2" charset="0"/>
              </a:rPr>
              <a:t>SCP Systems</a:t>
            </a:r>
          </a:p>
          <a:p>
            <a:pPr algn="ctr"/>
            <a:r>
              <a:rPr lang="en-US" sz="500">
                <a:solidFill>
                  <a:schemeClr val="tx1"/>
                </a:solidFill>
                <a:latin typeface="Montserrat Light" panose="00000400000000000000" pitchFamily="2" charset="0"/>
              </a:rPr>
              <a:t>(Demand, Supply, Productions, Transport, Inventory)</a:t>
            </a:r>
          </a:p>
        </p:txBody>
      </p:sp>
      <p:sp>
        <p:nvSpPr>
          <p:cNvPr id="24" name="Rectangle: Rounded Corners 23">
            <a:extLst>
              <a:ext uri="{FF2B5EF4-FFF2-40B4-BE49-F238E27FC236}">
                <a16:creationId xmlns:a16="http://schemas.microsoft.com/office/drawing/2014/main" id="{5B0EF6BD-C893-0728-B5E5-483C728BB305}"/>
              </a:ext>
            </a:extLst>
          </p:cNvPr>
          <p:cNvSpPr/>
          <p:nvPr/>
        </p:nvSpPr>
        <p:spPr>
          <a:xfrm>
            <a:off x="4449846" y="3429628"/>
            <a:ext cx="1303408" cy="359102"/>
          </a:xfrm>
          <a:prstGeom prst="roundRect">
            <a:avLst>
              <a:gd name="adj" fmla="val 2042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 b="1">
                <a:solidFill>
                  <a:schemeClr val="tx1"/>
                </a:solidFill>
                <a:latin typeface="Montserrat Light" panose="00000400000000000000" pitchFamily="2" charset="0"/>
              </a:rPr>
              <a:t>PLM, SRM, CRM, QMS, Systems</a:t>
            </a:r>
          </a:p>
          <a:p>
            <a:pPr algn="ctr"/>
            <a:r>
              <a:rPr lang="en-US" sz="400">
                <a:solidFill>
                  <a:schemeClr val="tx1"/>
                </a:solidFill>
                <a:latin typeface="Montserrat Light" panose="00000400000000000000" pitchFamily="2" charset="0"/>
              </a:rPr>
              <a:t>(</a:t>
            </a:r>
            <a:r>
              <a:rPr lang="en-US" sz="400" err="1">
                <a:solidFill>
                  <a:schemeClr val="tx1"/>
                </a:solidFill>
                <a:latin typeface="Montserrat Light" panose="00000400000000000000" pitchFamily="2" charset="0"/>
              </a:rPr>
              <a:t>Engg</a:t>
            </a:r>
            <a:r>
              <a:rPr lang="en-US" sz="400">
                <a:solidFill>
                  <a:schemeClr val="tx1"/>
                </a:solidFill>
                <a:latin typeface="Montserrat Light" panose="00000400000000000000" pitchFamily="2" charset="0"/>
              </a:rPr>
              <a:t>, Contracts, Promos, Defectives)</a:t>
            </a:r>
          </a:p>
        </p:txBody>
      </p:sp>
      <p:sp>
        <p:nvSpPr>
          <p:cNvPr id="25" name="TextBox 24">
            <a:extLst>
              <a:ext uri="{FF2B5EF4-FFF2-40B4-BE49-F238E27FC236}">
                <a16:creationId xmlns:a16="http://schemas.microsoft.com/office/drawing/2014/main" id="{17BA8CC0-B862-8F7F-E0E7-EFB7F7E077ED}"/>
              </a:ext>
            </a:extLst>
          </p:cNvPr>
          <p:cNvSpPr txBox="1"/>
          <p:nvPr/>
        </p:nvSpPr>
        <p:spPr>
          <a:xfrm>
            <a:off x="3014473" y="2336174"/>
            <a:ext cx="1078289" cy="215444"/>
          </a:xfrm>
          <a:prstGeom prst="rect">
            <a:avLst/>
          </a:prstGeom>
          <a:noFill/>
        </p:spPr>
        <p:txBody>
          <a:bodyPr wrap="square">
            <a:spAutoFit/>
          </a:bodyPr>
          <a:lstStyle/>
          <a:p>
            <a:pPr algn="ctr"/>
            <a:r>
              <a:rPr lang="en-US" sz="800" b="1">
                <a:solidFill>
                  <a:schemeClr val="bg2"/>
                </a:solidFill>
                <a:latin typeface="Montserrat Light" panose="00000400000000000000" pitchFamily="2" charset="0"/>
              </a:rPr>
              <a:t>Transformation</a:t>
            </a:r>
            <a:endParaRPr lang="en-US" sz="800">
              <a:solidFill>
                <a:schemeClr val="bg2"/>
              </a:solidFill>
              <a:latin typeface="Montserrat Light" panose="00000400000000000000" pitchFamily="2" charset="0"/>
            </a:endParaRPr>
          </a:p>
        </p:txBody>
      </p:sp>
      <p:sp>
        <p:nvSpPr>
          <p:cNvPr id="26" name="TextBox 25">
            <a:extLst>
              <a:ext uri="{FF2B5EF4-FFF2-40B4-BE49-F238E27FC236}">
                <a16:creationId xmlns:a16="http://schemas.microsoft.com/office/drawing/2014/main" id="{302FA4B5-40DD-EB30-0D35-58C3D5FE2017}"/>
              </a:ext>
            </a:extLst>
          </p:cNvPr>
          <p:cNvSpPr txBox="1"/>
          <p:nvPr/>
        </p:nvSpPr>
        <p:spPr>
          <a:xfrm>
            <a:off x="4591515" y="2362774"/>
            <a:ext cx="1078289" cy="215444"/>
          </a:xfrm>
          <a:prstGeom prst="rect">
            <a:avLst/>
          </a:prstGeom>
          <a:noFill/>
        </p:spPr>
        <p:txBody>
          <a:bodyPr wrap="square">
            <a:spAutoFit/>
          </a:bodyPr>
          <a:lstStyle/>
          <a:p>
            <a:pPr algn="ctr"/>
            <a:r>
              <a:rPr lang="en-US" sz="800" b="1">
                <a:solidFill>
                  <a:schemeClr val="bg2"/>
                </a:solidFill>
                <a:latin typeface="Montserrat Light" panose="00000400000000000000" pitchFamily="2" charset="0"/>
              </a:rPr>
              <a:t>L2+Data Sets</a:t>
            </a:r>
            <a:endParaRPr lang="en-US" sz="800">
              <a:solidFill>
                <a:schemeClr val="bg2"/>
              </a:solidFill>
              <a:latin typeface="Montserrat Light" panose="00000400000000000000" pitchFamily="2" charset="0"/>
            </a:endParaRPr>
          </a:p>
        </p:txBody>
      </p:sp>
      <p:sp>
        <p:nvSpPr>
          <p:cNvPr id="27" name="Rectangle: Rounded Corners 26">
            <a:extLst>
              <a:ext uri="{FF2B5EF4-FFF2-40B4-BE49-F238E27FC236}">
                <a16:creationId xmlns:a16="http://schemas.microsoft.com/office/drawing/2014/main" id="{5DE5AA97-71FF-7101-0225-5FBA9107236A}"/>
              </a:ext>
            </a:extLst>
          </p:cNvPr>
          <p:cNvSpPr/>
          <p:nvPr/>
        </p:nvSpPr>
        <p:spPr>
          <a:xfrm>
            <a:off x="2665337" y="1659009"/>
            <a:ext cx="3358769" cy="2879467"/>
          </a:xfrm>
          <a:prstGeom prst="roundRect">
            <a:avLst>
              <a:gd name="adj" fmla="val 2495"/>
            </a:avLst>
          </a:prstGeom>
          <a:noFill/>
          <a:ln w="63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Light" panose="00000400000000000000" pitchFamily="2" charset="0"/>
            </a:endParaRPr>
          </a:p>
        </p:txBody>
      </p:sp>
      <p:sp>
        <p:nvSpPr>
          <p:cNvPr id="28" name="TextBox 27">
            <a:extLst>
              <a:ext uri="{FF2B5EF4-FFF2-40B4-BE49-F238E27FC236}">
                <a16:creationId xmlns:a16="http://schemas.microsoft.com/office/drawing/2014/main" id="{90A3B209-B3D8-3344-FB12-11B94486911F}"/>
              </a:ext>
            </a:extLst>
          </p:cNvPr>
          <p:cNvSpPr txBox="1"/>
          <p:nvPr/>
        </p:nvSpPr>
        <p:spPr>
          <a:xfrm>
            <a:off x="2780905" y="1504950"/>
            <a:ext cx="1424416" cy="259854"/>
          </a:xfrm>
          <a:prstGeom prst="roundRect">
            <a:avLst>
              <a:gd name="adj" fmla="val 19907"/>
            </a:avLst>
          </a:prstGeom>
          <a:solidFill>
            <a:schemeClr val="tx2"/>
          </a:solidFill>
        </p:spPr>
        <p:txBody>
          <a:bodyPr wrap="square" rtlCol="0" anchor="ctr">
            <a:spAutoFit/>
          </a:bodyPr>
          <a:lstStyle/>
          <a:p>
            <a:endParaRPr lang="en-US" sz="900">
              <a:solidFill>
                <a:schemeClr val="bg1"/>
              </a:solidFill>
              <a:highlight>
                <a:srgbClr val="C0C0C0"/>
              </a:highlight>
              <a:latin typeface="Montserrat Light" panose="00000400000000000000" pitchFamily="2" charset="0"/>
            </a:endParaRPr>
          </a:p>
        </p:txBody>
      </p:sp>
      <p:sp>
        <p:nvSpPr>
          <p:cNvPr id="83" name="Rectangle 82">
            <a:extLst>
              <a:ext uri="{FF2B5EF4-FFF2-40B4-BE49-F238E27FC236}">
                <a16:creationId xmlns:a16="http://schemas.microsoft.com/office/drawing/2014/main" id="{02D39C06-1484-99D8-F334-47CD594AD1F6}"/>
              </a:ext>
            </a:extLst>
          </p:cNvPr>
          <p:cNvSpPr/>
          <p:nvPr/>
        </p:nvSpPr>
        <p:spPr>
          <a:xfrm>
            <a:off x="6694824" y="1531648"/>
            <a:ext cx="1323938" cy="503250"/>
          </a:xfrm>
          <a:prstGeom prst="rect">
            <a:avLst/>
          </a:prstGeom>
          <a:solidFill>
            <a:schemeClr val="tx2"/>
          </a:solidFill>
          <a:ln w="952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Montserrat Light" panose="00000400000000000000" pitchFamily="2" charset="0"/>
            </a:endParaRPr>
          </a:p>
        </p:txBody>
      </p:sp>
      <p:sp>
        <p:nvSpPr>
          <p:cNvPr id="84" name="Rectangle: Rounded Corners 83">
            <a:extLst>
              <a:ext uri="{FF2B5EF4-FFF2-40B4-BE49-F238E27FC236}">
                <a16:creationId xmlns:a16="http://schemas.microsoft.com/office/drawing/2014/main" id="{C1FA4334-0653-8FD7-1BCE-B3C6B18E5DC1}"/>
              </a:ext>
            </a:extLst>
          </p:cNvPr>
          <p:cNvSpPr/>
          <p:nvPr/>
        </p:nvSpPr>
        <p:spPr>
          <a:xfrm>
            <a:off x="6823865" y="1745122"/>
            <a:ext cx="1060537" cy="209758"/>
          </a:xfrm>
          <a:prstGeom prst="roundRect">
            <a:avLst>
              <a:gd name="adj" fmla="val 50000"/>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solidFill>
                  <a:schemeClr val="tx1"/>
                </a:solidFill>
                <a:latin typeface="Montserrat Light" panose="00000400000000000000" pitchFamily="2" charset="0"/>
              </a:rPr>
              <a:t>Scenario Planning</a:t>
            </a:r>
          </a:p>
        </p:txBody>
      </p:sp>
      <p:sp>
        <p:nvSpPr>
          <p:cNvPr id="85" name="Rectangle: Rounded Corners 84">
            <a:extLst>
              <a:ext uri="{FF2B5EF4-FFF2-40B4-BE49-F238E27FC236}">
                <a16:creationId xmlns:a16="http://schemas.microsoft.com/office/drawing/2014/main" id="{6F74E4F8-2B03-1E71-4F6C-0374E697B22E}"/>
              </a:ext>
            </a:extLst>
          </p:cNvPr>
          <p:cNvSpPr/>
          <p:nvPr/>
        </p:nvSpPr>
        <p:spPr>
          <a:xfrm>
            <a:off x="6752185" y="1406670"/>
            <a:ext cx="1132217" cy="242736"/>
          </a:xfrm>
          <a:prstGeom prst="roundRect">
            <a:avLst>
              <a:gd name="adj" fmla="val 50000"/>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a:solidFill>
                  <a:schemeClr val="bg1"/>
                </a:solidFill>
                <a:latin typeface="Montserrat Light" panose="00000400000000000000" pitchFamily="2" charset="0"/>
              </a:rPr>
              <a:t>Analytics</a:t>
            </a:r>
            <a:endParaRPr lang="en-US" sz="700">
              <a:solidFill>
                <a:schemeClr val="bg1"/>
              </a:solidFill>
              <a:latin typeface="Montserrat Light" panose="00000400000000000000" pitchFamily="2" charset="0"/>
            </a:endParaRPr>
          </a:p>
        </p:txBody>
      </p:sp>
      <p:sp>
        <p:nvSpPr>
          <p:cNvPr id="86" name="Rectangle 85">
            <a:extLst>
              <a:ext uri="{FF2B5EF4-FFF2-40B4-BE49-F238E27FC236}">
                <a16:creationId xmlns:a16="http://schemas.microsoft.com/office/drawing/2014/main" id="{852A17FE-4A95-6058-532B-3D2F085FFB6D}"/>
              </a:ext>
            </a:extLst>
          </p:cNvPr>
          <p:cNvSpPr/>
          <p:nvPr/>
        </p:nvSpPr>
        <p:spPr>
          <a:xfrm>
            <a:off x="8611314" y="2147630"/>
            <a:ext cx="1543794" cy="724854"/>
          </a:xfrm>
          <a:prstGeom prst="rect">
            <a:avLst/>
          </a:prstGeom>
          <a:solidFill>
            <a:schemeClr val="bg1"/>
          </a:solidFill>
          <a:ln w="952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Montserrat Light" panose="00000400000000000000" pitchFamily="2" charset="0"/>
            </a:endParaRPr>
          </a:p>
        </p:txBody>
      </p:sp>
      <p:sp>
        <p:nvSpPr>
          <p:cNvPr id="87" name="Rectangle: Rounded Corners 86">
            <a:extLst>
              <a:ext uri="{FF2B5EF4-FFF2-40B4-BE49-F238E27FC236}">
                <a16:creationId xmlns:a16="http://schemas.microsoft.com/office/drawing/2014/main" id="{A9D6AE0B-EFD9-AA77-7656-D9D3B82E90DD}"/>
              </a:ext>
            </a:extLst>
          </p:cNvPr>
          <p:cNvSpPr/>
          <p:nvPr/>
        </p:nvSpPr>
        <p:spPr>
          <a:xfrm>
            <a:off x="8743015" y="2448926"/>
            <a:ext cx="1060537" cy="332204"/>
          </a:xfrm>
          <a:prstGeom prst="roundRect">
            <a:avLst>
              <a:gd name="adj" fmla="val 17685"/>
            </a:avLst>
          </a:prstGeom>
          <a:solidFill>
            <a:schemeClr val="bg1"/>
          </a:solidFill>
          <a:ln w="952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a:solidFill>
                  <a:schemeClr val="tx1"/>
                </a:solidFill>
                <a:latin typeface="Montserrat Light" panose="00000400000000000000" pitchFamily="2" charset="0"/>
              </a:rPr>
              <a:t>        Power BI</a:t>
            </a:r>
          </a:p>
        </p:txBody>
      </p:sp>
      <p:sp>
        <p:nvSpPr>
          <p:cNvPr id="88" name="Rectangle: Rounded Corners 87">
            <a:extLst>
              <a:ext uri="{FF2B5EF4-FFF2-40B4-BE49-F238E27FC236}">
                <a16:creationId xmlns:a16="http://schemas.microsoft.com/office/drawing/2014/main" id="{085F63FE-2D4F-1C44-CF02-98ECB3E754AF}"/>
              </a:ext>
            </a:extLst>
          </p:cNvPr>
          <p:cNvSpPr/>
          <p:nvPr/>
        </p:nvSpPr>
        <p:spPr>
          <a:xfrm>
            <a:off x="8668676" y="1981991"/>
            <a:ext cx="1323938" cy="308223"/>
          </a:xfrm>
          <a:prstGeom prst="roundRect">
            <a:avLst>
              <a:gd name="adj" fmla="val 50000"/>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b="1">
                <a:solidFill>
                  <a:schemeClr val="bg1"/>
                </a:solidFill>
                <a:latin typeface="Montserrat Light" panose="00000400000000000000" pitchFamily="2" charset="0"/>
              </a:rPr>
              <a:t>    </a:t>
            </a:r>
            <a:r>
              <a:rPr lang="en-US" sz="800" b="1">
                <a:solidFill>
                  <a:schemeClr val="bg1"/>
                </a:solidFill>
                <a:latin typeface="Montserrat Light" panose="00000400000000000000" pitchFamily="2" charset="0"/>
              </a:rPr>
              <a:t>Interactive </a:t>
            </a:r>
            <a:br>
              <a:rPr lang="en-US" sz="800" b="1">
                <a:solidFill>
                  <a:schemeClr val="bg1"/>
                </a:solidFill>
                <a:latin typeface="Montserrat Light" panose="00000400000000000000" pitchFamily="2" charset="0"/>
              </a:rPr>
            </a:br>
            <a:r>
              <a:rPr lang="en-US" sz="800" b="1">
                <a:solidFill>
                  <a:schemeClr val="bg1"/>
                </a:solidFill>
                <a:latin typeface="Montserrat Light" panose="00000400000000000000" pitchFamily="2" charset="0"/>
              </a:rPr>
              <a:t>        Visualizations</a:t>
            </a:r>
            <a:endParaRPr lang="en-US" sz="700">
              <a:solidFill>
                <a:schemeClr val="bg1"/>
              </a:solidFill>
              <a:latin typeface="Montserrat Light" panose="00000400000000000000" pitchFamily="2" charset="0"/>
            </a:endParaRPr>
          </a:p>
        </p:txBody>
      </p:sp>
      <p:sp>
        <p:nvSpPr>
          <p:cNvPr id="90" name="Rectangle 89">
            <a:extLst>
              <a:ext uri="{FF2B5EF4-FFF2-40B4-BE49-F238E27FC236}">
                <a16:creationId xmlns:a16="http://schemas.microsoft.com/office/drawing/2014/main" id="{277CA844-3D2F-1786-55AB-16E52A27B5DC}"/>
              </a:ext>
            </a:extLst>
          </p:cNvPr>
          <p:cNvSpPr/>
          <p:nvPr/>
        </p:nvSpPr>
        <p:spPr>
          <a:xfrm>
            <a:off x="8605218" y="3375709"/>
            <a:ext cx="1554205" cy="996532"/>
          </a:xfrm>
          <a:prstGeom prst="rect">
            <a:avLst/>
          </a:prstGeom>
          <a:solidFill>
            <a:schemeClr val="tx2"/>
          </a:solidFill>
          <a:ln w="952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Montserrat Light" panose="00000400000000000000" pitchFamily="2" charset="0"/>
            </a:endParaRPr>
          </a:p>
        </p:txBody>
      </p:sp>
      <p:sp>
        <p:nvSpPr>
          <p:cNvPr id="91" name="Rectangle: Rounded Corners 90">
            <a:extLst>
              <a:ext uri="{FF2B5EF4-FFF2-40B4-BE49-F238E27FC236}">
                <a16:creationId xmlns:a16="http://schemas.microsoft.com/office/drawing/2014/main" id="{3DEB18AE-BE80-8CEC-B20F-5703B79998B6}"/>
              </a:ext>
            </a:extLst>
          </p:cNvPr>
          <p:cNvSpPr/>
          <p:nvPr/>
        </p:nvSpPr>
        <p:spPr>
          <a:xfrm>
            <a:off x="8736920" y="3649176"/>
            <a:ext cx="1310163" cy="256186"/>
          </a:xfrm>
          <a:prstGeom prst="roundRect">
            <a:avLst>
              <a:gd name="adj" fmla="val 17685"/>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a:solidFill>
                  <a:schemeClr val="tx1"/>
                </a:solidFill>
                <a:latin typeface="Montserrat Light" panose="00000400000000000000" pitchFamily="2" charset="0"/>
              </a:rPr>
              <a:t>       Backend Services</a:t>
            </a:r>
          </a:p>
        </p:txBody>
      </p:sp>
      <p:sp>
        <p:nvSpPr>
          <p:cNvPr id="92" name="Rectangle: Rounded Corners 91">
            <a:extLst>
              <a:ext uri="{FF2B5EF4-FFF2-40B4-BE49-F238E27FC236}">
                <a16:creationId xmlns:a16="http://schemas.microsoft.com/office/drawing/2014/main" id="{1CC6D5F1-12CB-419E-A71C-DB3B5481A77E}"/>
              </a:ext>
            </a:extLst>
          </p:cNvPr>
          <p:cNvSpPr/>
          <p:nvPr/>
        </p:nvSpPr>
        <p:spPr>
          <a:xfrm>
            <a:off x="8736920" y="3232642"/>
            <a:ext cx="1335892" cy="286132"/>
          </a:xfrm>
          <a:prstGeom prst="roundRect">
            <a:avLst>
              <a:gd name="adj" fmla="val 50000"/>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a:solidFill>
                  <a:schemeClr val="bg1"/>
                </a:solidFill>
                <a:latin typeface="Montserrat Light" panose="00000400000000000000" pitchFamily="2" charset="0"/>
              </a:rPr>
              <a:t>    Business Applications</a:t>
            </a:r>
            <a:endParaRPr lang="en-US" sz="800">
              <a:solidFill>
                <a:schemeClr val="bg1"/>
              </a:solidFill>
              <a:latin typeface="Montserrat Light" panose="00000400000000000000" pitchFamily="2" charset="0"/>
            </a:endParaRPr>
          </a:p>
        </p:txBody>
      </p:sp>
      <p:sp>
        <p:nvSpPr>
          <p:cNvPr id="93" name="Rectangle: Rounded Corners 92">
            <a:extLst>
              <a:ext uri="{FF2B5EF4-FFF2-40B4-BE49-F238E27FC236}">
                <a16:creationId xmlns:a16="http://schemas.microsoft.com/office/drawing/2014/main" id="{E1C16F96-E3E5-57B0-4E27-F6BA158A0BD9}"/>
              </a:ext>
            </a:extLst>
          </p:cNvPr>
          <p:cNvSpPr/>
          <p:nvPr/>
        </p:nvSpPr>
        <p:spPr>
          <a:xfrm>
            <a:off x="8741013" y="3979903"/>
            <a:ext cx="1306070" cy="259940"/>
          </a:xfrm>
          <a:prstGeom prst="roundRect">
            <a:avLst>
              <a:gd name="adj" fmla="val 17685"/>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a:solidFill>
                  <a:schemeClr val="tx1"/>
                </a:solidFill>
                <a:latin typeface="Montserrat Light" panose="00000400000000000000" pitchFamily="2" charset="0"/>
              </a:rPr>
              <a:t>     Web Application</a:t>
            </a:r>
          </a:p>
        </p:txBody>
      </p:sp>
      <p:sp>
        <p:nvSpPr>
          <p:cNvPr id="98" name="Rectangle 97">
            <a:extLst>
              <a:ext uri="{FF2B5EF4-FFF2-40B4-BE49-F238E27FC236}">
                <a16:creationId xmlns:a16="http://schemas.microsoft.com/office/drawing/2014/main" id="{A47AF8E9-BC19-4944-D1E8-AD7B220B179B}"/>
              </a:ext>
            </a:extLst>
          </p:cNvPr>
          <p:cNvSpPr/>
          <p:nvPr/>
        </p:nvSpPr>
        <p:spPr>
          <a:xfrm>
            <a:off x="8643792" y="5168319"/>
            <a:ext cx="1436499" cy="780080"/>
          </a:xfrm>
          <a:prstGeom prst="rect">
            <a:avLst/>
          </a:prstGeom>
          <a:solidFill>
            <a:schemeClr val="bg1"/>
          </a:solidFill>
          <a:ln w="952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Montserrat Light" panose="00000400000000000000" pitchFamily="2" charset="0"/>
            </a:endParaRPr>
          </a:p>
        </p:txBody>
      </p:sp>
      <p:sp>
        <p:nvSpPr>
          <p:cNvPr id="99" name="Rectangle: Rounded Corners 98">
            <a:extLst>
              <a:ext uri="{FF2B5EF4-FFF2-40B4-BE49-F238E27FC236}">
                <a16:creationId xmlns:a16="http://schemas.microsoft.com/office/drawing/2014/main" id="{C670953F-FDFD-8D12-1B4C-A28A31549E1E}"/>
              </a:ext>
            </a:extLst>
          </p:cNvPr>
          <p:cNvSpPr/>
          <p:nvPr/>
        </p:nvSpPr>
        <p:spPr>
          <a:xfrm>
            <a:off x="8730260" y="5682999"/>
            <a:ext cx="549292" cy="248585"/>
          </a:xfrm>
          <a:prstGeom prst="roundRect">
            <a:avLst>
              <a:gd name="adj" fmla="val 17685"/>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a:solidFill>
                  <a:schemeClr val="tx1"/>
                </a:solidFill>
                <a:latin typeface="Montserrat Light" panose="00000400000000000000" pitchFamily="2" charset="0"/>
              </a:rPr>
              <a:t>Teams</a:t>
            </a:r>
          </a:p>
        </p:txBody>
      </p:sp>
      <p:sp>
        <p:nvSpPr>
          <p:cNvPr id="100" name="Rectangle: Rounded Corners 99">
            <a:extLst>
              <a:ext uri="{FF2B5EF4-FFF2-40B4-BE49-F238E27FC236}">
                <a16:creationId xmlns:a16="http://schemas.microsoft.com/office/drawing/2014/main" id="{FFBB4017-FE0A-5CEA-6312-F4C6CE51143E}"/>
              </a:ext>
            </a:extLst>
          </p:cNvPr>
          <p:cNvSpPr/>
          <p:nvPr/>
        </p:nvSpPr>
        <p:spPr>
          <a:xfrm>
            <a:off x="8775493" y="5025253"/>
            <a:ext cx="1209300" cy="275005"/>
          </a:xfrm>
          <a:prstGeom prst="roundRect">
            <a:avLst>
              <a:gd name="adj" fmla="val 50000"/>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a:solidFill>
                  <a:schemeClr val="bg1"/>
                </a:solidFill>
                <a:latin typeface="Montserrat Light" panose="00000400000000000000" pitchFamily="2" charset="0"/>
              </a:rPr>
              <a:t>      Notifications</a:t>
            </a:r>
            <a:endParaRPr lang="en-US" sz="800">
              <a:solidFill>
                <a:schemeClr val="bg1"/>
              </a:solidFill>
              <a:latin typeface="Montserrat Light" panose="00000400000000000000" pitchFamily="2" charset="0"/>
            </a:endParaRPr>
          </a:p>
        </p:txBody>
      </p:sp>
      <p:sp>
        <p:nvSpPr>
          <p:cNvPr id="101" name="Rectangle: Rounded Corners 100">
            <a:extLst>
              <a:ext uri="{FF2B5EF4-FFF2-40B4-BE49-F238E27FC236}">
                <a16:creationId xmlns:a16="http://schemas.microsoft.com/office/drawing/2014/main" id="{17E8F69E-7ADC-055B-BBEF-303353C7B2EF}"/>
              </a:ext>
            </a:extLst>
          </p:cNvPr>
          <p:cNvSpPr/>
          <p:nvPr/>
        </p:nvSpPr>
        <p:spPr>
          <a:xfrm>
            <a:off x="9303676" y="5682999"/>
            <a:ext cx="728990" cy="232408"/>
          </a:xfrm>
          <a:prstGeom prst="roundRect">
            <a:avLst>
              <a:gd name="adj" fmla="val 17685"/>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a:solidFill>
                  <a:schemeClr val="tx1"/>
                </a:solidFill>
                <a:latin typeface="Montserrat Light" panose="00000400000000000000" pitchFamily="2" charset="0"/>
              </a:rPr>
              <a:t>Outlook</a:t>
            </a:r>
          </a:p>
        </p:txBody>
      </p:sp>
      <p:sp>
        <p:nvSpPr>
          <p:cNvPr id="102" name="Rectangle 101">
            <a:extLst>
              <a:ext uri="{FF2B5EF4-FFF2-40B4-BE49-F238E27FC236}">
                <a16:creationId xmlns:a16="http://schemas.microsoft.com/office/drawing/2014/main" id="{8B5417BC-6AC8-6D4D-1971-DC881BDFD6AC}"/>
              </a:ext>
            </a:extLst>
          </p:cNvPr>
          <p:cNvSpPr/>
          <p:nvPr/>
        </p:nvSpPr>
        <p:spPr>
          <a:xfrm>
            <a:off x="6481724" y="4236478"/>
            <a:ext cx="1722909" cy="947064"/>
          </a:xfrm>
          <a:prstGeom prst="rect">
            <a:avLst/>
          </a:prstGeom>
          <a:solidFill>
            <a:schemeClr val="bg1"/>
          </a:solidFill>
          <a:ln w="952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Montserrat Light" panose="00000400000000000000" pitchFamily="2" charset="0"/>
            </a:endParaRPr>
          </a:p>
        </p:txBody>
      </p:sp>
      <p:sp>
        <p:nvSpPr>
          <p:cNvPr id="103" name="Rectangle: Rounded Corners 102">
            <a:extLst>
              <a:ext uri="{FF2B5EF4-FFF2-40B4-BE49-F238E27FC236}">
                <a16:creationId xmlns:a16="http://schemas.microsoft.com/office/drawing/2014/main" id="{B6F85818-96A5-5766-8324-E632FF493661}"/>
              </a:ext>
            </a:extLst>
          </p:cNvPr>
          <p:cNvSpPr/>
          <p:nvPr/>
        </p:nvSpPr>
        <p:spPr>
          <a:xfrm>
            <a:off x="6532055" y="4788545"/>
            <a:ext cx="724443" cy="394995"/>
          </a:xfrm>
          <a:prstGeom prst="roundRect">
            <a:avLst>
              <a:gd name="adj" fmla="val 17685"/>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solidFill>
                  <a:schemeClr val="tx1"/>
                </a:solidFill>
                <a:latin typeface="Montserrat Light" panose="00000400000000000000" pitchFamily="2" charset="0"/>
              </a:rPr>
              <a:t>Custom</a:t>
            </a:r>
            <a:br>
              <a:rPr lang="en-US" sz="700">
                <a:solidFill>
                  <a:schemeClr val="tx1"/>
                </a:solidFill>
                <a:latin typeface="Montserrat Light" panose="00000400000000000000" pitchFamily="2" charset="0"/>
              </a:rPr>
            </a:br>
            <a:r>
              <a:rPr lang="en-US" sz="700">
                <a:solidFill>
                  <a:schemeClr val="tx1"/>
                </a:solidFill>
                <a:latin typeface="Montserrat Light" panose="00000400000000000000" pitchFamily="2" charset="0"/>
              </a:rPr>
              <a:t>Workflows</a:t>
            </a:r>
          </a:p>
        </p:txBody>
      </p:sp>
      <p:sp>
        <p:nvSpPr>
          <p:cNvPr id="104" name="Rectangle: Rounded Corners 103">
            <a:extLst>
              <a:ext uri="{FF2B5EF4-FFF2-40B4-BE49-F238E27FC236}">
                <a16:creationId xmlns:a16="http://schemas.microsoft.com/office/drawing/2014/main" id="{A56C223C-C823-5D39-61DC-215085B04006}"/>
              </a:ext>
            </a:extLst>
          </p:cNvPr>
          <p:cNvSpPr/>
          <p:nvPr/>
        </p:nvSpPr>
        <p:spPr>
          <a:xfrm>
            <a:off x="6613425" y="4093412"/>
            <a:ext cx="1134877" cy="275005"/>
          </a:xfrm>
          <a:prstGeom prst="roundRect">
            <a:avLst>
              <a:gd name="adj" fmla="val 50000"/>
            </a:avLst>
          </a:prstGeom>
          <a:solidFill>
            <a:schemeClr val="tx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b="1">
                <a:solidFill>
                  <a:schemeClr val="bg1"/>
                </a:solidFill>
                <a:latin typeface="Montserrat Light" panose="00000400000000000000" pitchFamily="2" charset="0"/>
              </a:rPr>
              <a:t>        </a:t>
            </a:r>
            <a:r>
              <a:rPr lang="en-US" sz="800" b="1">
                <a:solidFill>
                  <a:schemeClr val="bg1"/>
                </a:solidFill>
                <a:latin typeface="Montserrat Light" panose="00000400000000000000" pitchFamily="2" charset="0"/>
              </a:rPr>
              <a:t>Workflows</a:t>
            </a:r>
            <a:endParaRPr lang="en-US" sz="700">
              <a:solidFill>
                <a:schemeClr val="bg1"/>
              </a:solidFill>
              <a:latin typeface="Montserrat Light" panose="00000400000000000000" pitchFamily="2" charset="0"/>
            </a:endParaRPr>
          </a:p>
        </p:txBody>
      </p:sp>
      <p:sp>
        <p:nvSpPr>
          <p:cNvPr id="105" name="Rectangle: Rounded Corners 104">
            <a:extLst>
              <a:ext uri="{FF2B5EF4-FFF2-40B4-BE49-F238E27FC236}">
                <a16:creationId xmlns:a16="http://schemas.microsoft.com/office/drawing/2014/main" id="{823F4F61-148B-4731-66CB-01F6D42DAADE}"/>
              </a:ext>
            </a:extLst>
          </p:cNvPr>
          <p:cNvSpPr/>
          <p:nvPr/>
        </p:nvSpPr>
        <p:spPr>
          <a:xfrm>
            <a:off x="7241160" y="4788546"/>
            <a:ext cx="793069" cy="394996"/>
          </a:xfrm>
          <a:prstGeom prst="roundRect">
            <a:avLst>
              <a:gd name="adj" fmla="val 17685"/>
            </a:avLst>
          </a:prstGeom>
          <a:no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solidFill>
                  <a:schemeClr val="tx1"/>
                </a:solidFill>
                <a:latin typeface="Montserrat Light" panose="00000400000000000000" pitchFamily="2" charset="0"/>
              </a:rPr>
              <a:t>ERP</a:t>
            </a:r>
            <a:br>
              <a:rPr lang="en-US" sz="700">
                <a:solidFill>
                  <a:schemeClr val="tx1"/>
                </a:solidFill>
                <a:latin typeface="Montserrat Light" panose="00000400000000000000" pitchFamily="2" charset="0"/>
              </a:rPr>
            </a:br>
            <a:r>
              <a:rPr lang="en-US" sz="700">
                <a:solidFill>
                  <a:schemeClr val="tx1"/>
                </a:solidFill>
                <a:latin typeface="Montserrat Light" panose="00000400000000000000" pitchFamily="2" charset="0"/>
              </a:rPr>
              <a:t>Writeback</a:t>
            </a:r>
          </a:p>
        </p:txBody>
      </p:sp>
      <p:pic>
        <p:nvPicPr>
          <p:cNvPr id="116" name="Picture 115" descr="A black background with white text&#10;&#10;AI-generated content may be incorrect.">
            <a:extLst>
              <a:ext uri="{FF2B5EF4-FFF2-40B4-BE49-F238E27FC236}">
                <a16:creationId xmlns:a16="http://schemas.microsoft.com/office/drawing/2014/main" id="{158CDD1E-40B7-25FE-2760-FAB78B73A1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1914" y="1546980"/>
            <a:ext cx="1159004" cy="182000"/>
          </a:xfrm>
          <a:prstGeom prst="rect">
            <a:avLst/>
          </a:prstGeom>
        </p:spPr>
      </p:pic>
      <p:pic>
        <p:nvPicPr>
          <p:cNvPr id="134" name="Graphic 133">
            <a:extLst>
              <a:ext uri="{FF2B5EF4-FFF2-40B4-BE49-F238E27FC236}">
                <a16:creationId xmlns:a16="http://schemas.microsoft.com/office/drawing/2014/main" id="{F327A41B-3DBE-C575-8872-4C701ACACA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01371" y="4141995"/>
            <a:ext cx="188965" cy="188965"/>
          </a:xfrm>
          <a:prstGeom prst="rect">
            <a:avLst/>
          </a:prstGeom>
        </p:spPr>
      </p:pic>
      <p:pic>
        <p:nvPicPr>
          <p:cNvPr id="136" name="Graphic 135">
            <a:extLst>
              <a:ext uri="{FF2B5EF4-FFF2-40B4-BE49-F238E27FC236}">
                <a16:creationId xmlns:a16="http://schemas.microsoft.com/office/drawing/2014/main" id="{A554D891-E4F1-5743-14F2-E08EC5A2C39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60091" y="5080413"/>
            <a:ext cx="158526" cy="158526"/>
          </a:xfrm>
          <a:prstGeom prst="rect">
            <a:avLst/>
          </a:prstGeom>
        </p:spPr>
      </p:pic>
      <p:pic>
        <p:nvPicPr>
          <p:cNvPr id="142" name="Graphic 141">
            <a:extLst>
              <a:ext uri="{FF2B5EF4-FFF2-40B4-BE49-F238E27FC236}">
                <a16:creationId xmlns:a16="http://schemas.microsoft.com/office/drawing/2014/main" id="{3B8B33F7-853A-2542-5F85-ACB00806F5C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35878" y="2056946"/>
            <a:ext cx="190981" cy="190981"/>
          </a:xfrm>
          <a:prstGeom prst="rect">
            <a:avLst/>
          </a:prstGeom>
        </p:spPr>
      </p:pic>
      <p:pic>
        <p:nvPicPr>
          <p:cNvPr id="144" name="Graphic 143">
            <a:extLst>
              <a:ext uri="{FF2B5EF4-FFF2-40B4-BE49-F238E27FC236}">
                <a16:creationId xmlns:a16="http://schemas.microsoft.com/office/drawing/2014/main" id="{7B054AE1-74BD-F777-97A8-D00EBD2577E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827021" y="1446679"/>
            <a:ext cx="147398" cy="147398"/>
          </a:xfrm>
          <a:prstGeom prst="rect">
            <a:avLst/>
          </a:prstGeom>
        </p:spPr>
      </p:pic>
      <p:pic>
        <p:nvPicPr>
          <p:cNvPr id="148" name="Graphic 147">
            <a:extLst>
              <a:ext uri="{FF2B5EF4-FFF2-40B4-BE49-F238E27FC236}">
                <a16:creationId xmlns:a16="http://schemas.microsoft.com/office/drawing/2014/main" id="{8D014167-97AD-5255-5842-6B658ABCD2F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800250" y="3276159"/>
            <a:ext cx="199097" cy="199097"/>
          </a:xfrm>
          <a:prstGeom prst="rect">
            <a:avLst/>
          </a:prstGeom>
        </p:spPr>
      </p:pic>
      <p:pic>
        <p:nvPicPr>
          <p:cNvPr id="150" name="Graphic 149">
            <a:extLst>
              <a:ext uri="{FF2B5EF4-FFF2-40B4-BE49-F238E27FC236}">
                <a16:creationId xmlns:a16="http://schemas.microsoft.com/office/drawing/2014/main" id="{1047DB0A-A3AB-0D94-7A99-E6A4B44BF77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825826" y="5413580"/>
            <a:ext cx="281858" cy="281858"/>
          </a:xfrm>
          <a:prstGeom prst="rect">
            <a:avLst/>
          </a:prstGeom>
        </p:spPr>
      </p:pic>
      <p:pic>
        <p:nvPicPr>
          <p:cNvPr id="1026" name="Picture 2">
            <a:extLst>
              <a:ext uri="{FF2B5EF4-FFF2-40B4-BE49-F238E27FC236}">
                <a16:creationId xmlns:a16="http://schemas.microsoft.com/office/drawing/2014/main" id="{581EE821-37E4-8E9F-788F-24A48152BD0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475667" y="5450591"/>
            <a:ext cx="249461" cy="232408"/>
          </a:xfrm>
          <a:prstGeom prst="rect">
            <a:avLst/>
          </a:prstGeom>
          <a:noFill/>
          <a:extLst>
            <a:ext uri="{909E8E84-426E-40DD-AFC4-6F175D3DCCD1}">
              <a14:hiddenFill xmlns:a14="http://schemas.microsoft.com/office/drawing/2010/main">
                <a:solidFill>
                  <a:srgbClr val="FFFFFF"/>
                </a:solidFill>
              </a14:hiddenFill>
            </a:ext>
          </a:extLst>
        </p:spPr>
      </p:pic>
      <p:pic>
        <p:nvPicPr>
          <p:cNvPr id="151" name="Picture 150" descr="A blue diamond shaped logo&#10;&#10;AI-generated content may be incorrect.">
            <a:extLst>
              <a:ext uri="{FF2B5EF4-FFF2-40B4-BE49-F238E27FC236}">
                <a16:creationId xmlns:a16="http://schemas.microsoft.com/office/drawing/2014/main" id="{7DD5FE93-E5BC-F251-4ABA-84E140D896A3}"/>
              </a:ext>
            </a:extLst>
          </p:cNvPr>
          <p:cNvPicPr>
            <a:picLocks noChangeAspect="1"/>
          </p:cNvPicPr>
          <p:nvPr/>
        </p:nvPicPr>
        <p:blipFill>
          <a:blip r:embed="rId11">
            <a:extLst>
              <a:ext uri="{28A0092B-C50C-407E-A947-70E740481C1C}">
                <a14:useLocalDpi xmlns:a14="http://schemas.microsoft.com/office/drawing/2010/main" val="0"/>
              </a:ext>
            </a:extLst>
          </a:blip>
          <a:srcRect l="14007" t="21881" r="9906" b="20068"/>
          <a:stretch/>
        </p:blipFill>
        <p:spPr>
          <a:xfrm>
            <a:off x="6717948" y="4495166"/>
            <a:ext cx="366440" cy="279575"/>
          </a:xfrm>
          <a:prstGeom prst="rect">
            <a:avLst/>
          </a:prstGeom>
        </p:spPr>
      </p:pic>
      <p:pic>
        <p:nvPicPr>
          <p:cNvPr id="2050" name="Picture 2" descr="Logic Apps | Microsoft Azure Color">
            <a:extLst>
              <a:ext uri="{FF2B5EF4-FFF2-40B4-BE49-F238E27FC236}">
                <a16:creationId xmlns:a16="http://schemas.microsoft.com/office/drawing/2014/main" id="{E507B63F-C0A3-E6AA-DF3A-497F7E7D3D1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76149" y="4518750"/>
            <a:ext cx="338696" cy="25599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ower BI icon SVG Vector &amp; PNG Free Download | UXWing">
            <a:extLst>
              <a:ext uri="{FF2B5EF4-FFF2-40B4-BE49-F238E27FC236}">
                <a16:creationId xmlns:a16="http://schemas.microsoft.com/office/drawing/2014/main" id="{C07AF4E0-6ED9-BBC0-931E-E14ABBF7BFB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773935" y="2523462"/>
            <a:ext cx="186238" cy="186238"/>
          </a:xfrm>
          <a:prstGeom prst="rect">
            <a:avLst/>
          </a:prstGeom>
          <a:noFill/>
          <a:extLst>
            <a:ext uri="{909E8E84-426E-40DD-AFC4-6F175D3DCCD1}">
              <a14:hiddenFill xmlns:a14="http://schemas.microsoft.com/office/drawing/2010/main">
                <a:solidFill>
                  <a:srgbClr val="FFFFFF"/>
                </a:solidFill>
              </a14:hiddenFill>
            </a:ext>
          </a:extLst>
        </p:spPr>
      </p:pic>
      <p:grpSp>
        <p:nvGrpSpPr>
          <p:cNvPr id="190" name="Group 189">
            <a:extLst>
              <a:ext uri="{FF2B5EF4-FFF2-40B4-BE49-F238E27FC236}">
                <a16:creationId xmlns:a16="http://schemas.microsoft.com/office/drawing/2014/main" id="{1AF70193-951C-39B1-5308-ED05A38F20D3}"/>
              </a:ext>
            </a:extLst>
          </p:cNvPr>
          <p:cNvGrpSpPr/>
          <p:nvPr/>
        </p:nvGrpSpPr>
        <p:grpSpPr>
          <a:xfrm>
            <a:off x="10878869" y="1598072"/>
            <a:ext cx="994543" cy="3117124"/>
            <a:chOff x="13283162" y="1444166"/>
            <a:chExt cx="994543" cy="3117124"/>
          </a:xfrm>
        </p:grpSpPr>
        <p:grpSp>
          <p:nvGrpSpPr>
            <p:cNvPr id="117" name="Group 116">
              <a:extLst>
                <a:ext uri="{FF2B5EF4-FFF2-40B4-BE49-F238E27FC236}">
                  <a16:creationId xmlns:a16="http://schemas.microsoft.com/office/drawing/2014/main" id="{AC422783-28D0-F792-4B1B-0E58F065318C}"/>
                </a:ext>
              </a:extLst>
            </p:cNvPr>
            <p:cNvGrpSpPr/>
            <p:nvPr/>
          </p:nvGrpSpPr>
          <p:grpSpPr>
            <a:xfrm>
              <a:off x="13283162" y="1444166"/>
              <a:ext cx="994543" cy="3117124"/>
              <a:chOff x="12239102" y="1888362"/>
              <a:chExt cx="949671" cy="2976484"/>
            </a:xfrm>
          </p:grpSpPr>
          <p:sp>
            <p:nvSpPr>
              <p:cNvPr id="56" name="Rectangle: Rounded Corners 55">
                <a:extLst>
                  <a:ext uri="{FF2B5EF4-FFF2-40B4-BE49-F238E27FC236}">
                    <a16:creationId xmlns:a16="http://schemas.microsoft.com/office/drawing/2014/main" id="{2114230D-4044-442B-C82F-BB4EE1D95A71}"/>
                  </a:ext>
                </a:extLst>
              </p:cNvPr>
              <p:cNvSpPr/>
              <p:nvPr/>
            </p:nvSpPr>
            <p:spPr>
              <a:xfrm>
                <a:off x="12254511" y="2025132"/>
                <a:ext cx="934262" cy="2839714"/>
              </a:xfrm>
              <a:prstGeom prst="roundRect">
                <a:avLst>
                  <a:gd name="adj" fmla="val 7227"/>
                </a:avLst>
              </a:prstGeom>
              <a:solidFill>
                <a:srgbClr val="FFFFFF">
                  <a:lumMod val="95000"/>
                </a:srgbClr>
              </a:solidFill>
              <a:ln w="3175" cap="flat" cmpd="sng" algn="ctr">
                <a:solidFill>
                  <a:srgbClr val="000000"/>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Montserrat Light" panose="00000400000000000000" pitchFamily="2" charset="0"/>
                </a:endParaRPr>
              </a:p>
            </p:txBody>
          </p:sp>
          <p:sp>
            <p:nvSpPr>
              <p:cNvPr id="57" name="Rectangle: Rounded Corners 56">
                <a:extLst>
                  <a:ext uri="{FF2B5EF4-FFF2-40B4-BE49-F238E27FC236}">
                    <a16:creationId xmlns:a16="http://schemas.microsoft.com/office/drawing/2014/main" id="{F68D97F3-20C2-EDB5-5589-B6BFEA98B86B}"/>
                  </a:ext>
                </a:extLst>
              </p:cNvPr>
              <p:cNvSpPr/>
              <p:nvPr/>
            </p:nvSpPr>
            <p:spPr>
              <a:xfrm>
                <a:off x="12292956" y="1888362"/>
                <a:ext cx="851826" cy="273539"/>
              </a:xfrm>
              <a:prstGeom prst="roundRect">
                <a:avLst>
                  <a:gd name="adj" fmla="val 30542"/>
                </a:avLst>
              </a:prstGeom>
              <a:solidFill>
                <a:srgbClr val="000000"/>
              </a:solidFill>
              <a:ln w="3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a:ln>
                      <a:noFill/>
                    </a:ln>
                    <a:solidFill>
                      <a:srgbClr val="FFFFFF"/>
                    </a:solidFill>
                    <a:effectLst/>
                    <a:uLnTx/>
                    <a:uFillTx/>
                    <a:latin typeface="Montserrat Light" panose="00000400000000000000" pitchFamily="2" charset="0"/>
                  </a:rPr>
                  <a:t>User </a:t>
                </a:r>
                <a:br>
                  <a:rPr kumimoji="0" lang="en-US" sz="800" b="1" i="0" u="none" strike="noStrike" kern="0" cap="none" spc="0" normalizeH="0" baseline="0" noProof="0">
                    <a:ln>
                      <a:noFill/>
                    </a:ln>
                    <a:solidFill>
                      <a:srgbClr val="FFFFFF"/>
                    </a:solidFill>
                    <a:effectLst/>
                    <a:uLnTx/>
                    <a:uFillTx/>
                    <a:latin typeface="Montserrat Light" panose="00000400000000000000" pitchFamily="2" charset="0"/>
                  </a:rPr>
                </a:br>
                <a:r>
                  <a:rPr kumimoji="0" lang="en-US" sz="800" b="1" i="0" u="none" strike="noStrike" kern="0" cap="none" spc="0" normalizeH="0" baseline="0" noProof="0">
                    <a:ln>
                      <a:noFill/>
                    </a:ln>
                    <a:solidFill>
                      <a:srgbClr val="FFFFFF"/>
                    </a:solidFill>
                    <a:effectLst/>
                    <a:uLnTx/>
                    <a:uFillTx/>
                    <a:latin typeface="Montserrat Light" panose="00000400000000000000" pitchFamily="2" charset="0"/>
                  </a:rPr>
                  <a:t>        Persona</a:t>
                </a:r>
              </a:p>
            </p:txBody>
          </p:sp>
          <p:pic>
            <p:nvPicPr>
              <p:cNvPr id="58" name="Graphic 57">
                <a:extLst>
                  <a:ext uri="{FF2B5EF4-FFF2-40B4-BE49-F238E27FC236}">
                    <a16:creationId xmlns:a16="http://schemas.microsoft.com/office/drawing/2014/main" id="{71F24DD1-12B4-A16E-03C8-986B061DF95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2683690" y="3670755"/>
                <a:ext cx="145722" cy="151355"/>
              </a:xfrm>
              <a:prstGeom prst="rect">
                <a:avLst/>
              </a:prstGeom>
            </p:spPr>
          </p:pic>
          <p:sp>
            <p:nvSpPr>
              <p:cNvPr id="59" name="TextBox 58">
                <a:extLst>
                  <a:ext uri="{FF2B5EF4-FFF2-40B4-BE49-F238E27FC236}">
                    <a16:creationId xmlns:a16="http://schemas.microsoft.com/office/drawing/2014/main" id="{7D833055-1408-D0EE-CAFA-CB0A699CB3B0}"/>
                  </a:ext>
                </a:extLst>
              </p:cNvPr>
              <p:cNvSpPr txBox="1"/>
              <p:nvPr/>
            </p:nvSpPr>
            <p:spPr>
              <a:xfrm>
                <a:off x="12409600" y="4108833"/>
                <a:ext cx="585668" cy="161639"/>
              </a:xfrm>
              <a:prstGeom prst="rect">
                <a:avLst/>
              </a:prstGeom>
              <a:noFill/>
            </p:spPr>
            <p:txBody>
              <a:bodyPr wrap="square" rtlCol="0">
                <a:spAutoFit/>
              </a:bodyPr>
              <a:lstStyle/>
              <a:p>
                <a:pPr>
                  <a:defRPr/>
                </a:pPr>
                <a:r>
                  <a:rPr lang="en-US" sz="500" b="1">
                    <a:solidFill>
                      <a:srgbClr val="000000"/>
                    </a:solidFill>
                    <a:latin typeface="Montserrat Light" panose="00000400000000000000" pitchFamily="2" charset="0"/>
                  </a:rPr>
                  <a:t>Managers</a:t>
                </a:r>
              </a:p>
            </p:txBody>
          </p:sp>
          <p:sp>
            <p:nvSpPr>
              <p:cNvPr id="60" name="TextBox 59">
                <a:extLst>
                  <a:ext uri="{FF2B5EF4-FFF2-40B4-BE49-F238E27FC236}">
                    <a16:creationId xmlns:a16="http://schemas.microsoft.com/office/drawing/2014/main" id="{45346571-0B4B-D53C-207A-AC70CB5E3CDF}"/>
                  </a:ext>
                </a:extLst>
              </p:cNvPr>
              <p:cNvSpPr txBox="1"/>
              <p:nvPr/>
            </p:nvSpPr>
            <p:spPr>
              <a:xfrm>
                <a:off x="12402916" y="3125039"/>
                <a:ext cx="583073" cy="161639"/>
              </a:xfrm>
              <a:prstGeom prst="rect">
                <a:avLst/>
              </a:prstGeom>
              <a:noFill/>
            </p:spPr>
            <p:txBody>
              <a:bodyPr wrap="square" rtlCol="0">
                <a:spAutoFit/>
              </a:bodyPr>
              <a:lstStyle/>
              <a:p>
                <a:pPr algn="ctr">
                  <a:defRPr/>
                </a:pPr>
                <a:r>
                  <a:rPr lang="en-US" sz="500" b="1">
                    <a:solidFill>
                      <a:srgbClr val="000000"/>
                    </a:solidFill>
                    <a:latin typeface="Montserrat Light" panose="00000400000000000000" pitchFamily="2" charset="0"/>
                  </a:rPr>
                  <a:t>Planners</a:t>
                </a:r>
              </a:p>
            </p:txBody>
          </p:sp>
          <p:sp>
            <p:nvSpPr>
              <p:cNvPr id="61" name="TextBox 60">
                <a:extLst>
                  <a:ext uri="{FF2B5EF4-FFF2-40B4-BE49-F238E27FC236}">
                    <a16:creationId xmlns:a16="http://schemas.microsoft.com/office/drawing/2014/main" id="{43441011-BEC1-F600-E6CA-1F07FFA59168}"/>
                  </a:ext>
                </a:extLst>
              </p:cNvPr>
              <p:cNvSpPr txBox="1"/>
              <p:nvPr/>
            </p:nvSpPr>
            <p:spPr>
              <a:xfrm>
                <a:off x="12239102" y="4585929"/>
                <a:ext cx="934262" cy="161639"/>
              </a:xfrm>
              <a:prstGeom prst="rect">
                <a:avLst/>
              </a:prstGeom>
              <a:noFill/>
            </p:spPr>
            <p:txBody>
              <a:bodyPr wrap="square" rtlCol="0">
                <a:spAutoFit/>
              </a:bodyPr>
              <a:lstStyle/>
              <a:p>
                <a:pPr algn="ctr">
                  <a:defRPr/>
                </a:pPr>
                <a:r>
                  <a:rPr lang="en-US" sz="500" b="1">
                    <a:solidFill>
                      <a:srgbClr val="000000"/>
                    </a:solidFill>
                    <a:latin typeface="Montserrat Light" panose="00000400000000000000" pitchFamily="2" charset="0"/>
                  </a:rPr>
                  <a:t>Executive Leadership</a:t>
                </a:r>
              </a:p>
            </p:txBody>
          </p:sp>
          <p:sp>
            <p:nvSpPr>
              <p:cNvPr id="62" name="TextBox 61">
                <a:extLst>
                  <a:ext uri="{FF2B5EF4-FFF2-40B4-BE49-F238E27FC236}">
                    <a16:creationId xmlns:a16="http://schemas.microsoft.com/office/drawing/2014/main" id="{EF8CDCCB-FD2F-5FBF-05D0-4BECBD815FE6}"/>
                  </a:ext>
                </a:extLst>
              </p:cNvPr>
              <p:cNvSpPr txBox="1"/>
              <p:nvPr/>
            </p:nvSpPr>
            <p:spPr>
              <a:xfrm>
                <a:off x="12329343" y="2543448"/>
                <a:ext cx="754899" cy="161639"/>
              </a:xfrm>
              <a:prstGeom prst="rect">
                <a:avLst/>
              </a:prstGeom>
              <a:noFill/>
            </p:spPr>
            <p:txBody>
              <a:bodyPr wrap="square" rtlCol="0">
                <a:spAutoFit/>
              </a:bodyPr>
              <a:lstStyle/>
              <a:p>
                <a:pPr algn="ctr">
                  <a:defRPr/>
                </a:pPr>
                <a:r>
                  <a:rPr lang="en-US" sz="500" b="1">
                    <a:solidFill>
                      <a:srgbClr val="000000"/>
                    </a:solidFill>
                    <a:latin typeface="Montserrat Light" panose="00000400000000000000" pitchFamily="2" charset="0"/>
                  </a:rPr>
                  <a:t>CSR / Field Team</a:t>
                </a:r>
              </a:p>
            </p:txBody>
          </p:sp>
          <p:sp>
            <p:nvSpPr>
              <p:cNvPr id="63" name="TextBox 62">
                <a:extLst>
                  <a:ext uri="{FF2B5EF4-FFF2-40B4-BE49-F238E27FC236}">
                    <a16:creationId xmlns:a16="http://schemas.microsoft.com/office/drawing/2014/main" id="{67D9B5F5-19D5-904D-D030-A5C33032B249}"/>
                  </a:ext>
                </a:extLst>
              </p:cNvPr>
              <p:cNvSpPr txBox="1"/>
              <p:nvPr/>
            </p:nvSpPr>
            <p:spPr>
              <a:xfrm>
                <a:off x="12400866" y="3642033"/>
                <a:ext cx="584488" cy="161639"/>
              </a:xfrm>
              <a:prstGeom prst="rect">
                <a:avLst/>
              </a:prstGeom>
              <a:noFill/>
            </p:spPr>
            <p:txBody>
              <a:bodyPr wrap="square" rtlCol="0">
                <a:spAutoFit/>
              </a:bodyPr>
              <a:lstStyle/>
              <a:p>
                <a:pPr>
                  <a:defRPr/>
                </a:pPr>
                <a:r>
                  <a:rPr lang="en-US" sz="500" b="1">
                    <a:solidFill>
                      <a:srgbClr val="000000"/>
                    </a:solidFill>
                    <a:latin typeface="Montserrat Light" panose="00000400000000000000" pitchFamily="2" charset="0"/>
                  </a:rPr>
                  <a:t>Operators</a:t>
                </a:r>
              </a:p>
            </p:txBody>
          </p:sp>
          <p:pic>
            <p:nvPicPr>
              <p:cNvPr id="64" name="Graphic 63" descr="Office worker male with solid fill">
                <a:extLst>
                  <a:ext uri="{FF2B5EF4-FFF2-40B4-BE49-F238E27FC236}">
                    <a16:creationId xmlns:a16="http://schemas.microsoft.com/office/drawing/2014/main" id="{2A567C31-BB80-CEBC-D01B-0285B45B768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2579384" y="3916844"/>
                <a:ext cx="214348" cy="222633"/>
              </a:xfrm>
              <a:prstGeom prst="rect">
                <a:avLst/>
              </a:prstGeom>
            </p:spPr>
          </p:pic>
          <p:grpSp>
            <p:nvGrpSpPr>
              <p:cNvPr id="65" name="Group 64">
                <a:extLst>
                  <a:ext uri="{FF2B5EF4-FFF2-40B4-BE49-F238E27FC236}">
                    <a16:creationId xmlns:a16="http://schemas.microsoft.com/office/drawing/2014/main" id="{8D6819AD-9610-1970-A3D9-DE6CE1B437E0}"/>
                  </a:ext>
                </a:extLst>
              </p:cNvPr>
              <p:cNvGrpSpPr/>
              <p:nvPr/>
            </p:nvGrpSpPr>
            <p:grpSpPr>
              <a:xfrm>
                <a:off x="12566366" y="3467099"/>
                <a:ext cx="253480" cy="171130"/>
                <a:chOff x="3594604" y="3646749"/>
                <a:chExt cx="876300" cy="523817"/>
              </a:xfrm>
            </p:grpSpPr>
            <p:grpSp>
              <p:nvGrpSpPr>
                <p:cNvPr id="66" name="Graphic 347" descr="Laptop outline">
                  <a:extLst>
                    <a:ext uri="{FF2B5EF4-FFF2-40B4-BE49-F238E27FC236}">
                      <a16:creationId xmlns:a16="http://schemas.microsoft.com/office/drawing/2014/main" id="{155EAA79-1213-B549-129C-E927FA35DAA8}"/>
                    </a:ext>
                  </a:extLst>
                </p:cNvPr>
                <p:cNvGrpSpPr/>
                <p:nvPr/>
              </p:nvGrpSpPr>
              <p:grpSpPr>
                <a:xfrm>
                  <a:off x="3594604" y="3646749"/>
                  <a:ext cx="876300" cy="523817"/>
                  <a:chOff x="3594604" y="3646749"/>
                  <a:chExt cx="876300" cy="523817"/>
                </a:xfrm>
                <a:solidFill>
                  <a:srgbClr val="F64F18"/>
                </a:solidFill>
              </p:grpSpPr>
              <p:sp>
                <p:nvSpPr>
                  <p:cNvPr id="68" name="Freeform: Shape 67">
                    <a:extLst>
                      <a:ext uri="{FF2B5EF4-FFF2-40B4-BE49-F238E27FC236}">
                        <a16:creationId xmlns:a16="http://schemas.microsoft.com/office/drawing/2014/main" id="{DA701EC3-68F3-45CC-CF5B-2974A6A8CDD6}"/>
                      </a:ext>
                    </a:extLst>
                  </p:cNvPr>
                  <p:cNvSpPr/>
                  <p:nvPr/>
                </p:nvSpPr>
                <p:spPr>
                  <a:xfrm>
                    <a:off x="3756529" y="3694374"/>
                    <a:ext cx="552450" cy="342995"/>
                  </a:xfrm>
                  <a:custGeom>
                    <a:avLst/>
                    <a:gdLst>
                      <a:gd name="connsiteX0" fmla="*/ 552450 w 552450"/>
                      <a:gd name="connsiteY0" fmla="*/ 342843 h 342995"/>
                      <a:gd name="connsiteX1" fmla="*/ 552450 w 552450"/>
                      <a:gd name="connsiteY1" fmla="*/ 0 h 342995"/>
                      <a:gd name="connsiteX2" fmla="*/ 0 w 552450"/>
                      <a:gd name="connsiteY2" fmla="*/ 0 h 342995"/>
                      <a:gd name="connsiteX3" fmla="*/ 0 w 552450"/>
                      <a:gd name="connsiteY3" fmla="*/ 342995 h 342995"/>
                      <a:gd name="connsiteX4" fmla="*/ 19050 w 552450"/>
                      <a:gd name="connsiteY4" fmla="*/ 19050 h 342995"/>
                      <a:gd name="connsiteX5" fmla="*/ 533400 w 552450"/>
                      <a:gd name="connsiteY5" fmla="*/ 19050 h 342995"/>
                      <a:gd name="connsiteX6" fmla="*/ 533400 w 552450"/>
                      <a:gd name="connsiteY6" fmla="*/ 323783 h 342995"/>
                      <a:gd name="connsiteX7" fmla="*/ 19050 w 552450"/>
                      <a:gd name="connsiteY7" fmla="*/ 323945 h 342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2450" h="342995">
                        <a:moveTo>
                          <a:pt x="552450" y="342843"/>
                        </a:moveTo>
                        <a:lnTo>
                          <a:pt x="552450" y="0"/>
                        </a:lnTo>
                        <a:lnTo>
                          <a:pt x="0" y="0"/>
                        </a:lnTo>
                        <a:lnTo>
                          <a:pt x="0" y="342995"/>
                        </a:lnTo>
                        <a:close/>
                        <a:moveTo>
                          <a:pt x="19050" y="19050"/>
                        </a:moveTo>
                        <a:lnTo>
                          <a:pt x="533400" y="19050"/>
                        </a:lnTo>
                        <a:lnTo>
                          <a:pt x="533400" y="323783"/>
                        </a:lnTo>
                        <a:lnTo>
                          <a:pt x="19050" y="323945"/>
                        </a:ln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Montserrat Light" panose="00000400000000000000" pitchFamily="2" charset="0"/>
                    </a:endParaRPr>
                  </a:p>
                </p:txBody>
              </p:sp>
              <p:sp>
                <p:nvSpPr>
                  <p:cNvPr id="69" name="Freeform: Shape 68">
                    <a:extLst>
                      <a:ext uri="{FF2B5EF4-FFF2-40B4-BE49-F238E27FC236}">
                        <a16:creationId xmlns:a16="http://schemas.microsoft.com/office/drawing/2014/main" id="{7D802983-793C-9627-4536-28D929854217}"/>
                      </a:ext>
                    </a:extLst>
                  </p:cNvPr>
                  <p:cNvSpPr/>
                  <p:nvPr/>
                </p:nvSpPr>
                <p:spPr>
                  <a:xfrm>
                    <a:off x="3708904" y="3646749"/>
                    <a:ext cx="647700" cy="428748"/>
                  </a:xfrm>
                  <a:custGeom>
                    <a:avLst/>
                    <a:gdLst>
                      <a:gd name="connsiteX0" fmla="*/ 19050 w 647700"/>
                      <a:gd name="connsiteY0" fmla="*/ 38100 h 428748"/>
                      <a:gd name="connsiteX1" fmla="*/ 38100 w 647700"/>
                      <a:gd name="connsiteY1" fmla="*/ 19050 h 428748"/>
                      <a:gd name="connsiteX2" fmla="*/ 609600 w 647700"/>
                      <a:gd name="connsiteY2" fmla="*/ 19050 h 428748"/>
                      <a:gd name="connsiteX3" fmla="*/ 628650 w 647700"/>
                      <a:gd name="connsiteY3" fmla="*/ 38100 h 428748"/>
                      <a:gd name="connsiteX4" fmla="*/ 628650 w 647700"/>
                      <a:gd name="connsiteY4" fmla="*/ 428749 h 428748"/>
                      <a:gd name="connsiteX5" fmla="*/ 647700 w 647700"/>
                      <a:gd name="connsiteY5" fmla="*/ 428749 h 428748"/>
                      <a:gd name="connsiteX6" fmla="*/ 647700 w 647700"/>
                      <a:gd name="connsiteY6" fmla="*/ 38100 h 428748"/>
                      <a:gd name="connsiteX7" fmla="*/ 609600 w 647700"/>
                      <a:gd name="connsiteY7" fmla="*/ 0 h 428748"/>
                      <a:gd name="connsiteX8" fmla="*/ 38100 w 647700"/>
                      <a:gd name="connsiteY8" fmla="*/ 0 h 428748"/>
                      <a:gd name="connsiteX9" fmla="*/ 0 w 647700"/>
                      <a:gd name="connsiteY9" fmla="*/ 38100 h 428748"/>
                      <a:gd name="connsiteX10" fmla="*/ 0 w 647700"/>
                      <a:gd name="connsiteY10" fmla="*/ 428749 h 428748"/>
                      <a:gd name="connsiteX11" fmla="*/ 19050 w 647700"/>
                      <a:gd name="connsiteY11" fmla="*/ 428749 h 428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7700" h="428748">
                        <a:moveTo>
                          <a:pt x="19050" y="38100"/>
                        </a:moveTo>
                        <a:cubicBezTo>
                          <a:pt x="19050" y="27579"/>
                          <a:pt x="27579" y="19050"/>
                          <a:pt x="38100" y="19050"/>
                        </a:cubicBezTo>
                        <a:lnTo>
                          <a:pt x="609600" y="19050"/>
                        </a:lnTo>
                        <a:cubicBezTo>
                          <a:pt x="620121" y="19050"/>
                          <a:pt x="628650" y="27579"/>
                          <a:pt x="628650" y="38100"/>
                        </a:cubicBezTo>
                        <a:lnTo>
                          <a:pt x="628650" y="428749"/>
                        </a:lnTo>
                        <a:lnTo>
                          <a:pt x="647700" y="428749"/>
                        </a:lnTo>
                        <a:lnTo>
                          <a:pt x="647700" y="38100"/>
                        </a:lnTo>
                        <a:cubicBezTo>
                          <a:pt x="647700" y="17058"/>
                          <a:pt x="630642" y="0"/>
                          <a:pt x="609600" y="0"/>
                        </a:cubicBezTo>
                        <a:lnTo>
                          <a:pt x="38100" y="0"/>
                        </a:lnTo>
                        <a:cubicBezTo>
                          <a:pt x="17058" y="0"/>
                          <a:pt x="0" y="17058"/>
                          <a:pt x="0" y="38100"/>
                        </a:cubicBezTo>
                        <a:lnTo>
                          <a:pt x="0" y="428749"/>
                        </a:lnTo>
                        <a:lnTo>
                          <a:pt x="19050" y="428749"/>
                        </a:ln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Montserrat Light" panose="00000400000000000000" pitchFamily="2" charset="0"/>
                    </a:endParaRPr>
                  </a:p>
                </p:txBody>
              </p:sp>
              <p:sp>
                <p:nvSpPr>
                  <p:cNvPr id="70" name="Freeform: Shape 69">
                    <a:extLst>
                      <a:ext uri="{FF2B5EF4-FFF2-40B4-BE49-F238E27FC236}">
                        <a16:creationId xmlns:a16="http://schemas.microsoft.com/office/drawing/2014/main" id="{325D2219-ACCC-6B3D-5258-9DB2BD42757B}"/>
                      </a:ext>
                    </a:extLst>
                  </p:cNvPr>
                  <p:cNvSpPr/>
                  <p:nvPr/>
                </p:nvSpPr>
                <p:spPr>
                  <a:xfrm>
                    <a:off x="3594604" y="4103891"/>
                    <a:ext cx="876300" cy="66675"/>
                  </a:xfrm>
                  <a:custGeom>
                    <a:avLst/>
                    <a:gdLst>
                      <a:gd name="connsiteX0" fmla="*/ 485775 w 876300"/>
                      <a:gd name="connsiteY0" fmla="*/ 0 h 66675"/>
                      <a:gd name="connsiteX1" fmla="*/ 485775 w 876300"/>
                      <a:gd name="connsiteY1" fmla="*/ 19050 h 66675"/>
                      <a:gd name="connsiteX2" fmla="*/ 390525 w 876300"/>
                      <a:gd name="connsiteY2" fmla="*/ 19050 h 66675"/>
                      <a:gd name="connsiteX3" fmla="*/ 390525 w 876300"/>
                      <a:gd name="connsiteY3" fmla="*/ 0 h 66675"/>
                      <a:gd name="connsiteX4" fmla="*/ 0 w 876300"/>
                      <a:gd name="connsiteY4" fmla="*/ 0 h 66675"/>
                      <a:gd name="connsiteX5" fmla="*/ 0 w 876300"/>
                      <a:gd name="connsiteY5" fmla="*/ 19050 h 66675"/>
                      <a:gd name="connsiteX6" fmla="*/ 47625 w 876300"/>
                      <a:gd name="connsiteY6" fmla="*/ 66675 h 66675"/>
                      <a:gd name="connsiteX7" fmla="*/ 828675 w 876300"/>
                      <a:gd name="connsiteY7" fmla="*/ 66675 h 66675"/>
                      <a:gd name="connsiteX8" fmla="*/ 876300 w 876300"/>
                      <a:gd name="connsiteY8" fmla="*/ 19050 h 66675"/>
                      <a:gd name="connsiteX9" fmla="*/ 876300 w 876300"/>
                      <a:gd name="connsiteY9" fmla="*/ 0 h 66675"/>
                      <a:gd name="connsiteX10" fmla="*/ 828675 w 876300"/>
                      <a:gd name="connsiteY10" fmla="*/ 47625 h 66675"/>
                      <a:gd name="connsiteX11" fmla="*/ 47625 w 876300"/>
                      <a:gd name="connsiteY11" fmla="*/ 47625 h 66675"/>
                      <a:gd name="connsiteX12" fmla="*/ 19050 w 876300"/>
                      <a:gd name="connsiteY12" fmla="*/ 19050 h 66675"/>
                      <a:gd name="connsiteX13" fmla="*/ 371475 w 876300"/>
                      <a:gd name="connsiteY13" fmla="*/ 19050 h 66675"/>
                      <a:gd name="connsiteX14" fmla="*/ 389265 w 876300"/>
                      <a:gd name="connsiteY14" fmla="*/ 38100 h 66675"/>
                      <a:gd name="connsiteX15" fmla="*/ 390525 w 876300"/>
                      <a:gd name="connsiteY15" fmla="*/ 38100 h 66675"/>
                      <a:gd name="connsiteX16" fmla="*/ 485775 w 876300"/>
                      <a:gd name="connsiteY16" fmla="*/ 38100 h 66675"/>
                      <a:gd name="connsiteX17" fmla="*/ 504825 w 876300"/>
                      <a:gd name="connsiteY17" fmla="*/ 20310 h 66675"/>
                      <a:gd name="connsiteX18" fmla="*/ 504825 w 876300"/>
                      <a:gd name="connsiteY18" fmla="*/ 19050 h 66675"/>
                      <a:gd name="connsiteX19" fmla="*/ 857250 w 876300"/>
                      <a:gd name="connsiteY19" fmla="*/ 19050 h 66675"/>
                      <a:gd name="connsiteX20" fmla="*/ 828675 w 876300"/>
                      <a:gd name="connsiteY20" fmla="*/ 47625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76300" h="66675">
                        <a:moveTo>
                          <a:pt x="485775" y="0"/>
                        </a:moveTo>
                        <a:lnTo>
                          <a:pt x="485775" y="19050"/>
                        </a:lnTo>
                        <a:lnTo>
                          <a:pt x="390525" y="19050"/>
                        </a:lnTo>
                        <a:lnTo>
                          <a:pt x="390525" y="0"/>
                        </a:lnTo>
                        <a:lnTo>
                          <a:pt x="0" y="0"/>
                        </a:lnTo>
                        <a:lnTo>
                          <a:pt x="0" y="19050"/>
                        </a:lnTo>
                        <a:cubicBezTo>
                          <a:pt x="32" y="45340"/>
                          <a:pt x="21336" y="66644"/>
                          <a:pt x="47625" y="66675"/>
                        </a:cubicBezTo>
                        <a:lnTo>
                          <a:pt x="828675" y="66675"/>
                        </a:lnTo>
                        <a:cubicBezTo>
                          <a:pt x="854965" y="66644"/>
                          <a:pt x="876269" y="45340"/>
                          <a:pt x="876300" y="19050"/>
                        </a:cubicBezTo>
                        <a:lnTo>
                          <a:pt x="876300" y="0"/>
                        </a:lnTo>
                        <a:close/>
                        <a:moveTo>
                          <a:pt x="828675" y="47625"/>
                        </a:moveTo>
                        <a:lnTo>
                          <a:pt x="47625" y="47625"/>
                        </a:lnTo>
                        <a:cubicBezTo>
                          <a:pt x="31844" y="47625"/>
                          <a:pt x="19050" y="34832"/>
                          <a:pt x="19050" y="19050"/>
                        </a:cubicBezTo>
                        <a:lnTo>
                          <a:pt x="371475" y="19050"/>
                        </a:lnTo>
                        <a:cubicBezTo>
                          <a:pt x="371127" y="29223"/>
                          <a:pt x="379092" y="37752"/>
                          <a:pt x="389265" y="38100"/>
                        </a:cubicBezTo>
                        <a:cubicBezTo>
                          <a:pt x="389685" y="38114"/>
                          <a:pt x="390105" y="38114"/>
                          <a:pt x="390525" y="38100"/>
                        </a:cubicBezTo>
                        <a:lnTo>
                          <a:pt x="485775" y="38100"/>
                        </a:lnTo>
                        <a:cubicBezTo>
                          <a:pt x="495948" y="38448"/>
                          <a:pt x="504477" y="30483"/>
                          <a:pt x="504825" y="20310"/>
                        </a:cubicBezTo>
                        <a:cubicBezTo>
                          <a:pt x="504839" y="19890"/>
                          <a:pt x="504839" y="19470"/>
                          <a:pt x="504825" y="19050"/>
                        </a:cubicBezTo>
                        <a:lnTo>
                          <a:pt x="857250" y="19050"/>
                        </a:lnTo>
                        <a:cubicBezTo>
                          <a:pt x="857250" y="34832"/>
                          <a:pt x="844457" y="47625"/>
                          <a:pt x="828675" y="47625"/>
                        </a:cubicBez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Montserrat Light" panose="00000400000000000000" pitchFamily="2" charset="0"/>
                    </a:endParaRPr>
                  </a:p>
                </p:txBody>
              </p:sp>
            </p:grpSp>
            <p:sp>
              <p:nvSpPr>
                <p:cNvPr id="67" name="Rectangle 66">
                  <a:extLst>
                    <a:ext uri="{FF2B5EF4-FFF2-40B4-BE49-F238E27FC236}">
                      <a16:creationId xmlns:a16="http://schemas.microsoft.com/office/drawing/2014/main" id="{538EFE17-D4CE-D4DD-2E06-3DF1A66D4448}"/>
                    </a:ext>
                  </a:extLst>
                </p:cNvPr>
                <p:cNvSpPr/>
                <p:nvPr/>
              </p:nvSpPr>
              <p:spPr>
                <a:xfrm>
                  <a:off x="3763329" y="3713586"/>
                  <a:ext cx="535877" cy="312314"/>
                </a:xfrm>
                <a:prstGeom prst="rect">
                  <a:avLst/>
                </a:prstGeom>
                <a:solidFill>
                  <a:srgbClr val="F64F18"/>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Montserrat Light" panose="00000400000000000000" pitchFamily="2" charset="0"/>
                  </a:endParaRPr>
                </a:p>
              </p:txBody>
            </p:sp>
          </p:grpSp>
          <p:grpSp>
            <p:nvGrpSpPr>
              <p:cNvPr id="71" name="Group 70">
                <a:extLst>
                  <a:ext uri="{FF2B5EF4-FFF2-40B4-BE49-F238E27FC236}">
                    <a16:creationId xmlns:a16="http://schemas.microsoft.com/office/drawing/2014/main" id="{7FFF44B1-CCEE-D485-1440-F6998BA82EC0}"/>
                  </a:ext>
                </a:extLst>
              </p:cNvPr>
              <p:cNvGrpSpPr/>
              <p:nvPr/>
            </p:nvGrpSpPr>
            <p:grpSpPr>
              <a:xfrm>
                <a:off x="12557655" y="2853043"/>
                <a:ext cx="236077" cy="257305"/>
                <a:chOff x="1264855" y="4936370"/>
                <a:chExt cx="180080" cy="188973"/>
              </a:xfrm>
            </p:grpSpPr>
            <p:sp>
              <p:nvSpPr>
                <p:cNvPr id="72" name="Freeform: Shape 71">
                  <a:extLst>
                    <a:ext uri="{FF2B5EF4-FFF2-40B4-BE49-F238E27FC236}">
                      <a16:creationId xmlns:a16="http://schemas.microsoft.com/office/drawing/2014/main" id="{C49DC4F5-051A-FE8C-0F7F-48F0236D8D77}"/>
                    </a:ext>
                  </a:extLst>
                </p:cNvPr>
                <p:cNvSpPr/>
                <p:nvPr/>
              </p:nvSpPr>
              <p:spPr>
                <a:xfrm>
                  <a:off x="1368180" y="4962002"/>
                  <a:ext cx="19649" cy="19649"/>
                </a:xfrm>
                <a:custGeom>
                  <a:avLst/>
                  <a:gdLst>
                    <a:gd name="connsiteX0" fmla="*/ 10433 w 19649"/>
                    <a:gd name="connsiteY0" fmla="*/ 19630 h 19649"/>
                    <a:gd name="connsiteX1" fmla="*/ 19630 w 19649"/>
                    <a:gd name="connsiteY1" fmla="*/ 9217 h 19649"/>
                    <a:gd name="connsiteX2" fmla="*/ 9217 w 19649"/>
                    <a:gd name="connsiteY2" fmla="*/ 19 h 19649"/>
                    <a:gd name="connsiteX3" fmla="*/ 19 w 19649"/>
                    <a:gd name="connsiteY3" fmla="*/ 10433 h 19649"/>
                    <a:gd name="connsiteX4" fmla="*/ 19 w 19649"/>
                    <a:gd name="connsiteY4" fmla="*/ 10433 h 19649"/>
                    <a:gd name="connsiteX5" fmla="*/ 10433 w 19649"/>
                    <a:gd name="connsiteY5" fmla="*/ 19630 h 19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649" h="19649">
                      <a:moveTo>
                        <a:pt x="10433" y="19630"/>
                      </a:moveTo>
                      <a:cubicBezTo>
                        <a:pt x="15848" y="19295"/>
                        <a:pt x="19966" y="14632"/>
                        <a:pt x="19630" y="9217"/>
                      </a:cubicBezTo>
                      <a:cubicBezTo>
                        <a:pt x="19294" y="3801"/>
                        <a:pt x="14632" y="-317"/>
                        <a:pt x="9217" y="19"/>
                      </a:cubicBezTo>
                      <a:cubicBezTo>
                        <a:pt x="3801" y="355"/>
                        <a:pt x="-317" y="5017"/>
                        <a:pt x="19" y="10433"/>
                      </a:cubicBezTo>
                      <a:cubicBezTo>
                        <a:pt x="19" y="10433"/>
                        <a:pt x="19" y="10433"/>
                        <a:pt x="19" y="10433"/>
                      </a:cubicBezTo>
                      <a:cubicBezTo>
                        <a:pt x="355" y="15848"/>
                        <a:pt x="5017" y="19966"/>
                        <a:pt x="10433" y="19630"/>
                      </a:cubicBezTo>
                      <a:close/>
                    </a:path>
                  </a:pathLst>
                </a:custGeom>
                <a:solidFill>
                  <a:srgbClr val="F64F18"/>
                </a:solidFill>
                <a:ln w="2183"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ontserrat Light" panose="00000400000000000000" pitchFamily="2" charset="0"/>
                  </a:endParaRPr>
                </a:p>
              </p:txBody>
            </p:sp>
            <p:sp>
              <p:nvSpPr>
                <p:cNvPr id="73" name="Freeform: Shape 72">
                  <a:extLst>
                    <a:ext uri="{FF2B5EF4-FFF2-40B4-BE49-F238E27FC236}">
                      <a16:creationId xmlns:a16="http://schemas.microsoft.com/office/drawing/2014/main" id="{98F42D5E-2A23-B8A8-D1C3-B229EE1DB448}"/>
                    </a:ext>
                  </a:extLst>
                </p:cNvPr>
                <p:cNvSpPr/>
                <p:nvPr/>
              </p:nvSpPr>
              <p:spPr>
                <a:xfrm>
                  <a:off x="1264855" y="4936370"/>
                  <a:ext cx="180080" cy="188973"/>
                </a:xfrm>
                <a:custGeom>
                  <a:avLst/>
                  <a:gdLst>
                    <a:gd name="connsiteX0" fmla="*/ 171188 w 180080"/>
                    <a:gd name="connsiteY0" fmla="*/ 3735 h 188973"/>
                    <a:gd name="connsiteX1" fmla="*/ 148956 w 180080"/>
                    <a:gd name="connsiteY1" fmla="*/ 28902 h 188973"/>
                    <a:gd name="connsiteX2" fmla="*/ 147844 w 180080"/>
                    <a:gd name="connsiteY2" fmla="*/ 51990 h 188973"/>
                    <a:gd name="connsiteX3" fmla="*/ 133780 w 180080"/>
                    <a:gd name="connsiteY3" fmla="*/ 70863 h 188973"/>
                    <a:gd name="connsiteX4" fmla="*/ 132582 w 180080"/>
                    <a:gd name="connsiteY4" fmla="*/ 69945 h 188973"/>
                    <a:gd name="connsiteX5" fmla="*/ 121217 w 180080"/>
                    <a:gd name="connsiteY5" fmla="*/ 64473 h 188973"/>
                    <a:gd name="connsiteX6" fmla="*/ 115034 w 180080"/>
                    <a:gd name="connsiteY6" fmla="*/ 57833 h 188973"/>
                    <a:gd name="connsiteX7" fmla="*/ 136486 w 180080"/>
                    <a:gd name="connsiteY7" fmla="*/ 56499 h 188973"/>
                    <a:gd name="connsiteX8" fmla="*/ 140426 w 180080"/>
                    <a:gd name="connsiteY8" fmla="*/ 52038 h 188973"/>
                    <a:gd name="connsiteX9" fmla="*/ 135965 w 180080"/>
                    <a:gd name="connsiteY9" fmla="*/ 48097 h 188973"/>
                    <a:gd name="connsiteX10" fmla="*/ 110843 w 180080"/>
                    <a:gd name="connsiteY10" fmla="*/ 49653 h 188973"/>
                    <a:gd name="connsiteX11" fmla="*/ 107675 w 180080"/>
                    <a:gd name="connsiteY11" fmla="*/ 47094 h 188973"/>
                    <a:gd name="connsiteX12" fmla="*/ 107310 w 180080"/>
                    <a:gd name="connsiteY12" fmla="*/ 46774 h 188973"/>
                    <a:gd name="connsiteX13" fmla="*/ 107028 w 180080"/>
                    <a:gd name="connsiteY13" fmla="*/ 46572 h 188973"/>
                    <a:gd name="connsiteX14" fmla="*/ 106795 w 180080"/>
                    <a:gd name="connsiteY14" fmla="*/ 46383 h 188973"/>
                    <a:gd name="connsiteX15" fmla="*/ 106795 w 180080"/>
                    <a:gd name="connsiteY15" fmla="*/ 46401 h 188973"/>
                    <a:gd name="connsiteX16" fmla="*/ 93515 w 180080"/>
                    <a:gd name="connsiteY16" fmla="*/ 48359 h 188973"/>
                    <a:gd name="connsiteX17" fmla="*/ 79814 w 180080"/>
                    <a:gd name="connsiteY17" fmla="*/ 65621 h 188973"/>
                    <a:gd name="connsiteX18" fmla="*/ 78762 w 180080"/>
                    <a:gd name="connsiteY18" fmla="*/ 67261 h 188973"/>
                    <a:gd name="connsiteX19" fmla="*/ 77473 w 180080"/>
                    <a:gd name="connsiteY19" fmla="*/ 69773 h 188973"/>
                    <a:gd name="connsiteX20" fmla="*/ 77050 w 180080"/>
                    <a:gd name="connsiteY20" fmla="*/ 71232 h 188973"/>
                    <a:gd name="connsiteX21" fmla="*/ 73833 w 180080"/>
                    <a:gd name="connsiteY21" fmla="*/ 93549 h 188973"/>
                    <a:gd name="connsiteX22" fmla="*/ 61321 w 180080"/>
                    <a:gd name="connsiteY22" fmla="*/ 108638 h 188973"/>
                    <a:gd name="connsiteX23" fmla="*/ 62058 w 180080"/>
                    <a:gd name="connsiteY23" fmla="*/ 116542 h 188973"/>
                    <a:gd name="connsiteX24" fmla="*/ 69962 w 180080"/>
                    <a:gd name="connsiteY24" fmla="*/ 115805 h 188973"/>
                    <a:gd name="connsiteX25" fmla="*/ 83484 w 180080"/>
                    <a:gd name="connsiteY25" fmla="*/ 99500 h 188973"/>
                    <a:gd name="connsiteX26" fmla="*/ 84720 w 180080"/>
                    <a:gd name="connsiteY26" fmla="*/ 96717 h 188973"/>
                    <a:gd name="connsiteX27" fmla="*/ 86879 w 180080"/>
                    <a:gd name="connsiteY27" fmla="*/ 81734 h 188973"/>
                    <a:gd name="connsiteX28" fmla="*/ 100781 w 180080"/>
                    <a:gd name="connsiteY28" fmla="*/ 91199 h 188973"/>
                    <a:gd name="connsiteX29" fmla="*/ 99567 w 180080"/>
                    <a:gd name="connsiteY29" fmla="*/ 110594 h 188973"/>
                    <a:gd name="connsiteX30" fmla="*/ 100663 w 180080"/>
                    <a:gd name="connsiteY30" fmla="*/ 114249 h 188973"/>
                    <a:gd name="connsiteX31" fmla="*/ 91152 w 180080"/>
                    <a:gd name="connsiteY31" fmla="*/ 115607 h 188973"/>
                    <a:gd name="connsiteX32" fmla="*/ 62250 w 180080"/>
                    <a:gd name="connsiteY32" fmla="*/ 140063 h 188973"/>
                    <a:gd name="connsiteX33" fmla="*/ 57804 w 180080"/>
                    <a:gd name="connsiteY33" fmla="*/ 157849 h 188973"/>
                    <a:gd name="connsiteX34" fmla="*/ 31125 w 180080"/>
                    <a:gd name="connsiteY34" fmla="*/ 162295 h 188973"/>
                    <a:gd name="connsiteX35" fmla="*/ 22232 w 180080"/>
                    <a:gd name="connsiteY35" fmla="*/ 173411 h 188973"/>
                    <a:gd name="connsiteX36" fmla="*/ 4446 w 180080"/>
                    <a:gd name="connsiteY36" fmla="*/ 177858 h 188973"/>
                    <a:gd name="connsiteX37" fmla="*/ 0 w 180080"/>
                    <a:gd name="connsiteY37" fmla="*/ 188974 h 188973"/>
                    <a:gd name="connsiteX38" fmla="*/ 180081 w 180080"/>
                    <a:gd name="connsiteY38" fmla="*/ 188974 h 188973"/>
                    <a:gd name="connsiteX39" fmla="*/ 180081 w 180080"/>
                    <a:gd name="connsiteY39" fmla="*/ 0 h 188973"/>
                    <a:gd name="connsiteX40" fmla="*/ 111888 w 180080"/>
                    <a:gd name="connsiteY40" fmla="*/ 93466 h 188973"/>
                    <a:gd name="connsiteX41" fmla="*/ 112186 w 180080"/>
                    <a:gd name="connsiteY41" fmla="*/ 88709 h 188973"/>
                    <a:gd name="connsiteX42" fmla="*/ 109740 w 180080"/>
                    <a:gd name="connsiteY42" fmla="*/ 83718 h 188973"/>
                    <a:gd name="connsiteX43" fmla="*/ 97272 w 180080"/>
                    <a:gd name="connsiteY43" fmla="*/ 75229 h 188973"/>
                    <a:gd name="connsiteX44" fmla="*/ 107604 w 180080"/>
                    <a:gd name="connsiteY44" fmla="*/ 62217 h 188973"/>
                    <a:gd name="connsiteX45" fmla="*/ 115607 w 180080"/>
                    <a:gd name="connsiteY45" fmla="*/ 70796 h 188973"/>
                    <a:gd name="connsiteX46" fmla="*/ 116861 w 180080"/>
                    <a:gd name="connsiteY46" fmla="*/ 71717 h 188973"/>
                    <a:gd name="connsiteX47" fmla="*/ 124980 w 180080"/>
                    <a:gd name="connsiteY47" fmla="*/ 75627 h 188973"/>
                    <a:gd name="connsiteX48" fmla="*/ 115607 w 180080"/>
                    <a:gd name="connsiteY48" fmla="*/ 79147 h 188973"/>
                    <a:gd name="connsiteX49" fmla="*/ 171188 w 180080"/>
                    <a:gd name="connsiteY49" fmla="*/ 122277 h 188973"/>
                    <a:gd name="connsiteX50" fmla="*/ 160072 w 180080"/>
                    <a:gd name="connsiteY50" fmla="*/ 126723 h 188973"/>
                    <a:gd name="connsiteX51" fmla="*/ 148956 w 180080"/>
                    <a:gd name="connsiteY51" fmla="*/ 117831 h 188973"/>
                    <a:gd name="connsiteX52" fmla="*/ 131170 w 180080"/>
                    <a:gd name="connsiteY52" fmla="*/ 120054 h 188973"/>
                    <a:gd name="connsiteX53" fmla="*/ 117831 w 180080"/>
                    <a:gd name="connsiteY53" fmla="*/ 106715 h 188973"/>
                    <a:gd name="connsiteX54" fmla="*/ 123055 w 180080"/>
                    <a:gd name="connsiteY54" fmla="*/ 85850 h 188973"/>
                    <a:gd name="connsiteX55" fmla="*/ 137855 w 180080"/>
                    <a:gd name="connsiteY55" fmla="*/ 80280 h 188973"/>
                    <a:gd name="connsiteX56" fmla="*/ 156557 w 180080"/>
                    <a:gd name="connsiteY56" fmla="*/ 55183 h 188973"/>
                    <a:gd name="connsiteX57" fmla="*/ 157591 w 180080"/>
                    <a:gd name="connsiteY57" fmla="*/ 33348 h 188973"/>
                    <a:gd name="connsiteX58" fmla="*/ 171188 w 180080"/>
                    <a:gd name="connsiteY58" fmla="*/ 17837 h 18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80080" h="188973">
                      <a:moveTo>
                        <a:pt x="171188" y="3735"/>
                      </a:moveTo>
                      <a:lnTo>
                        <a:pt x="148956" y="28902"/>
                      </a:lnTo>
                      <a:lnTo>
                        <a:pt x="147844" y="51990"/>
                      </a:lnTo>
                      <a:lnTo>
                        <a:pt x="133780" y="70863"/>
                      </a:lnTo>
                      <a:cubicBezTo>
                        <a:pt x="133441" y="70485"/>
                        <a:pt x="133035" y="70173"/>
                        <a:pt x="132582" y="69945"/>
                      </a:cubicBezTo>
                      <a:lnTo>
                        <a:pt x="121217" y="64473"/>
                      </a:lnTo>
                      <a:lnTo>
                        <a:pt x="115034" y="57833"/>
                      </a:lnTo>
                      <a:lnTo>
                        <a:pt x="136486" y="56499"/>
                      </a:lnTo>
                      <a:cubicBezTo>
                        <a:pt x="138806" y="56355"/>
                        <a:pt x="140570" y="54358"/>
                        <a:pt x="140426" y="52038"/>
                      </a:cubicBezTo>
                      <a:cubicBezTo>
                        <a:pt x="140283" y="49718"/>
                        <a:pt x="138285" y="47953"/>
                        <a:pt x="135965" y="48097"/>
                      </a:cubicBezTo>
                      <a:lnTo>
                        <a:pt x="110843" y="49653"/>
                      </a:lnTo>
                      <a:lnTo>
                        <a:pt x="107675" y="47094"/>
                      </a:lnTo>
                      <a:cubicBezTo>
                        <a:pt x="107553" y="46988"/>
                        <a:pt x="107437" y="46872"/>
                        <a:pt x="107310" y="46774"/>
                      </a:cubicBezTo>
                      <a:cubicBezTo>
                        <a:pt x="107184" y="46676"/>
                        <a:pt x="107121" y="46641"/>
                        <a:pt x="107028" y="46572"/>
                      </a:cubicBezTo>
                      <a:lnTo>
                        <a:pt x="106795" y="46383"/>
                      </a:lnTo>
                      <a:lnTo>
                        <a:pt x="106795" y="46401"/>
                      </a:lnTo>
                      <a:cubicBezTo>
                        <a:pt x="102544" y="43452"/>
                        <a:pt x="96734" y="44309"/>
                        <a:pt x="93515" y="48359"/>
                      </a:cubicBezTo>
                      <a:lnTo>
                        <a:pt x="79814" y="65621"/>
                      </a:lnTo>
                      <a:cubicBezTo>
                        <a:pt x="79409" y="66131"/>
                        <a:pt x="79057" y="66681"/>
                        <a:pt x="78762" y="67261"/>
                      </a:cubicBezTo>
                      <a:lnTo>
                        <a:pt x="77473" y="69773"/>
                      </a:lnTo>
                      <a:cubicBezTo>
                        <a:pt x="77266" y="70238"/>
                        <a:pt x="77124" y="70729"/>
                        <a:pt x="77050" y="71232"/>
                      </a:cubicBezTo>
                      <a:lnTo>
                        <a:pt x="73833" y="93549"/>
                      </a:lnTo>
                      <a:lnTo>
                        <a:pt x="61321" y="108638"/>
                      </a:lnTo>
                      <a:cubicBezTo>
                        <a:pt x="59341" y="111024"/>
                        <a:pt x="59671" y="114563"/>
                        <a:pt x="62058" y="116542"/>
                      </a:cubicBezTo>
                      <a:cubicBezTo>
                        <a:pt x="64444" y="118522"/>
                        <a:pt x="67983" y="118192"/>
                        <a:pt x="69962" y="115805"/>
                      </a:cubicBezTo>
                      <a:lnTo>
                        <a:pt x="83484" y="99500"/>
                      </a:lnTo>
                      <a:cubicBezTo>
                        <a:pt x="84145" y="98704"/>
                        <a:pt x="84573" y="97741"/>
                        <a:pt x="84720" y="96717"/>
                      </a:cubicBezTo>
                      <a:lnTo>
                        <a:pt x="86879" y="81734"/>
                      </a:lnTo>
                      <a:lnTo>
                        <a:pt x="100781" y="91199"/>
                      </a:lnTo>
                      <a:lnTo>
                        <a:pt x="99567" y="110594"/>
                      </a:lnTo>
                      <a:cubicBezTo>
                        <a:pt x="99489" y="111903"/>
                        <a:pt x="99878" y="113198"/>
                        <a:pt x="100663" y="114249"/>
                      </a:cubicBezTo>
                      <a:lnTo>
                        <a:pt x="91152" y="115607"/>
                      </a:lnTo>
                      <a:lnTo>
                        <a:pt x="62250" y="140063"/>
                      </a:lnTo>
                      <a:lnTo>
                        <a:pt x="57804" y="157849"/>
                      </a:lnTo>
                      <a:lnTo>
                        <a:pt x="31125" y="162295"/>
                      </a:lnTo>
                      <a:lnTo>
                        <a:pt x="22232" y="173411"/>
                      </a:lnTo>
                      <a:lnTo>
                        <a:pt x="4446" y="177858"/>
                      </a:lnTo>
                      <a:lnTo>
                        <a:pt x="0" y="188974"/>
                      </a:lnTo>
                      <a:lnTo>
                        <a:pt x="180081" y="188974"/>
                      </a:lnTo>
                      <a:lnTo>
                        <a:pt x="180081" y="0"/>
                      </a:lnTo>
                      <a:close/>
                      <a:moveTo>
                        <a:pt x="111888" y="93466"/>
                      </a:moveTo>
                      <a:lnTo>
                        <a:pt x="112186" y="88709"/>
                      </a:lnTo>
                      <a:cubicBezTo>
                        <a:pt x="112314" y="86729"/>
                        <a:pt x="111383" y="84830"/>
                        <a:pt x="109740" y="83718"/>
                      </a:cubicBezTo>
                      <a:lnTo>
                        <a:pt x="97272" y="75229"/>
                      </a:lnTo>
                      <a:lnTo>
                        <a:pt x="107604" y="62217"/>
                      </a:lnTo>
                      <a:lnTo>
                        <a:pt x="115607" y="70796"/>
                      </a:lnTo>
                      <a:cubicBezTo>
                        <a:pt x="115964" y="71179"/>
                        <a:pt x="116389" y="71491"/>
                        <a:pt x="116861" y="71717"/>
                      </a:cubicBezTo>
                      <a:lnTo>
                        <a:pt x="124980" y="75627"/>
                      </a:lnTo>
                      <a:lnTo>
                        <a:pt x="115607" y="79147"/>
                      </a:lnTo>
                      <a:close/>
                      <a:moveTo>
                        <a:pt x="171188" y="122277"/>
                      </a:moveTo>
                      <a:lnTo>
                        <a:pt x="160072" y="126723"/>
                      </a:lnTo>
                      <a:lnTo>
                        <a:pt x="148956" y="117831"/>
                      </a:lnTo>
                      <a:lnTo>
                        <a:pt x="131170" y="120054"/>
                      </a:lnTo>
                      <a:lnTo>
                        <a:pt x="117831" y="106715"/>
                      </a:lnTo>
                      <a:lnTo>
                        <a:pt x="123055" y="85850"/>
                      </a:lnTo>
                      <a:lnTo>
                        <a:pt x="137855" y="80280"/>
                      </a:lnTo>
                      <a:lnTo>
                        <a:pt x="156557" y="55183"/>
                      </a:lnTo>
                      <a:lnTo>
                        <a:pt x="157591" y="33348"/>
                      </a:lnTo>
                      <a:lnTo>
                        <a:pt x="171188" y="17837"/>
                      </a:lnTo>
                      <a:close/>
                    </a:path>
                  </a:pathLst>
                </a:custGeom>
                <a:solidFill>
                  <a:srgbClr val="F64F18"/>
                </a:solidFill>
                <a:ln w="2183"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ontserrat Light" panose="00000400000000000000" pitchFamily="2" charset="0"/>
                  </a:endParaRPr>
                </a:p>
              </p:txBody>
            </p:sp>
          </p:grpSp>
          <p:pic>
            <p:nvPicPr>
              <p:cNvPr id="74" name="Graphic 73" descr="Meeting with solid fill">
                <a:extLst>
                  <a:ext uri="{FF2B5EF4-FFF2-40B4-BE49-F238E27FC236}">
                    <a16:creationId xmlns:a16="http://schemas.microsoft.com/office/drawing/2014/main" id="{09842D48-3F23-9B3B-8994-C2656C8C0BC5}"/>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2589268" y="2304123"/>
                <a:ext cx="234931" cy="244012"/>
              </a:xfrm>
              <a:prstGeom prst="rect">
                <a:avLst/>
              </a:prstGeom>
            </p:spPr>
          </p:pic>
          <p:grpSp>
            <p:nvGrpSpPr>
              <p:cNvPr id="75" name="Group 74">
                <a:extLst>
                  <a:ext uri="{FF2B5EF4-FFF2-40B4-BE49-F238E27FC236}">
                    <a16:creationId xmlns:a16="http://schemas.microsoft.com/office/drawing/2014/main" id="{AC989245-EABA-CA4D-4124-223FEED9ED06}"/>
                  </a:ext>
                </a:extLst>
              </p:cNvPr>
              <p:cNvGrpSpPr/>
              <p:nvPr/>
            </p:nvGrpSpPr>
            <p:grpSpPr>
              <a:xfrm>
                <a:off x="12566374" y="4405155"/>
                <a:ext cx="281652" cy="190149"/>
                <a:chOff x="1169032" y="4793178"/>
                <a:chExt cx="167928" cy="109152"/>
              </a:xfrm>
            </p:grpSpPr>
            <p:grpSp>
              <p:nvGrpSpPr>
                <p:cNvPr id="76" name="Group 75">
                  <a:extLst>
                    <a:ext uri="{FF2B5EF4-FFF2-40B4-BE49-F238E27FC236}">
                      <a16:creationId xmlns:a16="http://schemas.microsoft.com/office/drawing/2014/main" id="{3DDAB531-A854-73BE-FC5D-FACFB43F71D7}"/>
                    </a:ext>
                  </a:extLst>
                </p:cNvPr>
                <p:cNvGrpSpPr/>
                <p:nvPr/>
              </p:nvGrpSpPr>
              <p:grpSpPr>
                <a:xfrm>
                  <a:off x="1169032" y="4793178"/>
                  <a:ext cx="167928" cy="109152"/>
                  <a:chOff x="3594604" y="3646749"/>
                  <a:chExt cx="876300" cy="523817"/>
                </a:xfrm>
              </p:grpSpPr>
              <p:grpSp>
                <p:nvGrpSpPr>
                  <p:cNvPr id="78" name="Graphic 347" descr="Laptop outline">
                    <a:extLst>
                      <a:ext uri="{FF2B5EF4-FFF2-40B4-BE49-F238E27FC236}">
                        <a16:creationId xmlns:a16="http://schemas.microsoft.com/office/drawing/2014/main" id="{684356AB-A278-3FA8-2567-782917E85A30}"/>
                      </a:ext>
                    </a:extLst>
                  </p:cNvPr>
                  <p:cNvGrpSpPr/>
                  <p:nvPr/>
                </p:nvGrpSpPr>
                <p:grpSpPr>
                  <a:xfrm>
                    <a:off x="3594604" y="3646749"/>
                    <a:ext cx="876300" cy="523817"/>
                    <a:chOff x="3594604" y="3646749"/>
                    <a:chExt cx="876300" cy="523817"/>
                  </a:xfrm>
                  <a:solidFill>
                    <a:srgbClr val="F64F18"/>
                  </a:solidFill>
                </p:grpSpPr>
                <p:sp>
                  <p:nvSpPr>
                    <p:cNvPr id="80" name="Freeform: Shape 79">
                      <a:extLst>
                        <a:ext uri="{FF2B5EF4-FFF2-40B4-BE49-F238E27FC236}">
                          <a16:creationId xmlns:a16="http://schemas.microsoft.com/office/drawing/2014/main" id="{AD260559-0FB0-B094-0AD0-2C89BDED1002}"/>
                        </a:ext>
                      </a:extLst>
                    </p:cNvPr>
                    <p:cNvSpPr/>
                    <p:nvPr/>
                  </p:nvSpPr>
                  <p:spPr>
                    <a:xfrm>
                      <a:off x="3756529" y="3694374"/>
                      <a:ext cx="552450" cy="342995"/>
                    </a:xfrm>
                    <a:custGeom>
                      <a:avLst/>
                      <a:gdLst>
                        <a:gd name="connsiteX0" fmla="*/ 552450 w 552450"/>
                        <a:gd name="connsiteY0" fmla="*/ 342843 h 342995"/>
                        <a:gd name="connsiteX1" fmla="*/ 552450 w 552450"/>
                        <a:gd name="connsiteY1" fmla="*/ 0 h 342995"/>
                        <a:gd name="connsiteX2" fmla="*/ 0 w 552450"/>
                        <a:gd name="connsiteY2" fmla="*/ 0 h 342995"/>
                        <a:gd name="connsiteX3" fmla="*/ 0 w 552450"/>
                        <a:gd name="connsiteY3" fmla="*/ 342995 h 342995"/>
                        <a:gd name="connsiteX4" fmla="*/ 19050 w 552450"/>
                        <a:gd name="connsiteY4" fmla="*/ 19050 h 342995"/>
                        <a:gd name="connsiteX5" fmla="*/ 533400 w 552450"/>
                        <a:gd name="connsiteY5" fmla="*/ 19050 h 342995"/>
                        <a:gd name="connsiteX6" fmla="*/ 533400 w 552450"/>
                        <a:gd name="connsiteY6" fmla="*/ 323783 h 342995"/>
                        <a:gd name="connsiteX7" fmla="*/ 19050 w 552450"/>
                        <a:gd name="connsiteY7" fmla="*/ 323945 h 342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2450" h="342995">
                          <a:moveTo>
                            <a:pt x="552450" y="342843"/>
                          </a:moveTo>
                          <a:lnTo>
                            <a:pt x="552450" y="0"/>
                          </a:lnTo>
                          <a:lnTo>
                            <a:pt x="0" y="0"/>
                          </a:lnTo>
                          <a:lnTo>
                            <a:pt x="0" y="342995"/>
                          </a:lnTo>
                          <a:close/>
                          <a:moveTo>
                            <a:pt x="19050" y="19050"/>
                          </a:moveTo>
                          <a:lnTo>
                            <a:pt x="533400" y="19050"/>
                          </a:lnTo>
                          <a:lnTo>
                            <a:pt x="533400" y="323783"/>
                          </a:lnTo>
                          <a:lnTo>
                            <a:pt x="19050" y="323945"/>
                          </a:ln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ontserrat Light" panose="00000400000000000000" pitchFamily="2" charset="0"/>
                      </a:endParaRPr>
                    </a:p>
                  </p:txBody>
                </p:sp>
                <p:sp>
                  <p:nvSpPr>
                    <p:cNvPr id="81" name="Freeform: Shape 80">
                      <a:extLst>
                        <a:ext uri="{FF2B5EF4-FFF2-40B4-BE49-F238E27FC236}">
                          <a16:creationId xmlns:a16="http://schemas.microsoft.com/office/drawing/2014/main" id="{C3A58B48-0481-0AFF-1A97-E46834D30EBF}"/>
                        </a:ext>
                      </a:extLst>
                    </p:cNvPr>
                    <p:cNvSpPr/>
                    <p:nvPr/>
                  </p:nvSpPr>
                  <p:spPr>
                    <a:xfrm>
                      <a:off x="3708904" y="3646749"/>
                      <a:ext cx="647700" cy="428748"/>
                    </a:xfrm>
                    <a:custGeom>
                      <a:avLst/>
                      <a:gdLst>
                        <a:gd name="connsiteX0" fmla="*/ 19050 w 647700"/>
                        <a:gd name="connsiteY0" fmla="*/ 38100 h 428748"/>
                        <a:gd name="connsiteX1" fmla="*/ 38100 w 647700"/>
                        <a:gd name="connsiteY1" fmla="*/ 19050 h 428748"/>
                        <a:gd name="connsiteX2" fmla="*/ 609600 w 647700"/>
                        <a:gd name="connsiteY2" fmla="*/ 19050 h 428748"/>
                        <a:gd name="connsiteX3" fmla="*/ 628650 w 647700"/>
                        <a:gd name="connsiteY3" fmla="*/ 38100 h 428748"/>
                        <a:gd name="connsiteX4" fmla="*/ 628650 w 647700"/>
                        <a:gd name="connsiteY4" fmla="*/ 428749 h 428748"/>
                        <a:gd name="connsiteX5" fmla="*/ 647700 w 647700"/>
                        <a:gd name="connsiteY5" fmla="*/ 428749 h 428748"/>
                        <a:gd name="connsiteX6" fmla="*/ 647700 w 647700"/>
                        <a:gd name="connsiteY6" fmla="*/ 38100 h 428748"/>
                        <a:gd name="connsiteX7" fmla="*/ 609600 w 647700"/>
                        <a:gd name="connsiteY7" fmla="*/ 0 h 428748"/>
                        <a:gd name="connsiteX8" fmla="*/ 38100 w 647700"/>
                        <a:gd name="connsiteY8" fmla="*/ 0 h 428748"/>
                        <a:gd name="connsiteX9" fmla="*/ 0 w 647700"/>
                        <a:gd name="connsiteY9" fmla="*/ 38100 h 428748"/>
                        <a:gd name="connsiteX10" fmla="*/ 0 w 647700"/>
                        <a:gd name="connsiteY10" fmla="*/ 428749 h 428748"/>
                        <a:gd name="connsiteX11" fmla="*/ 19050 w 647700"/>
                        <a:gd name="connsiteY11" fmla="*/ 428749 h 428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7700" h="428748">
                          <a:moveTo>
                            <a:pt x="19050" y="38100"/>
                          </a:moveTo>
                          <a:cubicBezTo>
                            <a:pt x="19050" y="27579"/>
                            <a:pt x="27579" y="19050"/>
                            <a:pt x="38100" y="19050"/>
                          </a:cubicBezTo>
                          <a:lnTo>
                            <a:pt x="609600" y="19050"/>
                          </a:lnTo>
                          <a:cubicBezTo>
                            <a:pt x="620121" y="19050"/>
                            <a:pt x="628650" y="27579"/>
                            <a:pt x="628650" y="38100"/>
                          </a:cubicBezTo>
                          <a:lnTo>
                            <a:pt x="628650" y="428749"/>
                          </a:lnTo>
                          <a:lnTo>
                            <a:pt x="647700" y="428749"/>
                          </a:lnTo>
                          <a:lnTo>
                            <a:pt x="647700" y="38100"/>
                          </a:lnTo>
                          <a:cubicBezTo>
                            <a:pt x="647700" y="17058"/>
                            <a:pt x="630642" y="0"/>
                            <a:pt x="609600" y="0"/>
                          </a:cubicBezTo>
                          <a:lnTo>
                            <a:pt x="38100" y="0"/>
                          </a:lnTo>
                          <a:cubicBezTo>
                            <a:pt x="17058" y="0"/>
                            <a:pt x="0" y="17058"/>
                            <a:pt x="0" y="38100"/>
                          </a:cubicBezTo>
                          <a:lnTo>
                            <a:pt x="0" y="428749"/>
                          </a:lnTo>
                          <a:lnTo>
                            <a:pt x="19050" y="428749"/>
                          </a:ln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ontserrat Light" panose="00000400000000000000" pitchFamily="2" charset="0"/>
                      </a:endParaRPr>
                    </a:p>
                  </p:txBody>
                </p:sp>
                <p:sp>
                  <p:nvSpPr>
                    <p:cNvPr id="82" name="Freeform: Shape 81">
                      <a:extLst>
                        <a:ext uri="{FF2B5EF4-FFF2-40B4-BE49-F238E27FC236}">
                          <a16:creationId xmlns:a16="http://schemas.microsoft.com/office/drawing/2014/main" id="{B387C05F-771B-2B7A-79D1-BD82872DA92A}"/>
                        </a:ext>
                      </a:extLst>
                    </p:cNvPr>
                    <p:cNvSpPr/>
                    <p:nvPr/>
                  </p:nvSpPr>
                  <p:spPr>
                    <a:xfrm>
                      <a:off x="3594604" y="4103891"/>
                      <a:ext cx="876300" cy="66675"/>
                    </a:xfrm>
                    <a:custGeom>
                      <a:avLst/>
                      <a:gdLst>
                        <a:gd name="connsiteX0" fmla="*/ 485775 w 876300"/>
                        <a:gd name="connsiteY0" fmla="*/ 0 h 66675"/>
                        <a:gd name="connsiteX1" fmla="*/ 485775 w 876300"/>
                        <a:gd name="connsiteY1" fmla="*/ 19050 h 66675"/>
                        <a:gd name="connsiteX2" fmla="*/ 390525 w 876300"/>
                        <a:gd name="connsiteY2" fmla="*/ 19050 h 66675"/>
                        <a:gd name="connsiteX3" fmla="*/ 390525 w 876300"/>
                        <a:gd name="connsiteY3" fmla="*/ 0 h 66675"/>
                        <a:gd name="connsiteX4" fmla="*/ 0 w 876300"/>
                        <a:gd name="connsiteY4" fmla="*/ 0 h 66675"/>
                        <a:gd name="connsiteX5" fmla="*/ 0 w 876300"/>
                        <a:gd name="connsiteY5" fmla="*/ 19050 h 66675"/>
                        <a:gd name="connsiteX6" fmla="*/ 47625 w 876300"/>
                        <a:gd name="connsiteY6" fmla="*/ 66675 h 66675"/>
                        <a:gd name="connsiteX7" fmla="*/ 828675 w 876300"/>
                        <a:gd name="connsiteY7" fmla="*/ 66675 h 66675"/>
                        <a:gd name="connsiteX8" fmla="*/ 876300 w 876300"/>
                        <a:gd name="connsiteY8" fmla="*/ 19050 h 66675"/>
                        <a:gd name="connsiteX9" fmla="*/ 876300 w 876300"/>
                        <a:gd name="connsiteY9" fmla="*/ 0 h 66675"/>
                        <a:gd name="connsiteX10" fmla="*/ 828675 w 876300"/>
                        <a:gd name="connsiteY10" fmla="*/ 47625 h 66675"/>
                        <a:gd name="connsiteX11" fmla="*/ 47625 w 876300"/>
                        <a:gd name="connsiteY11" fmla="*/ 47625 h 66675"/>
                        <a:gd name="connsiteX12" fmla="*/ 19050 w 876300"/>
                        <a:gd name="connsiteY12" fmla="*/ 19050 h 66675"/>
                        <a:gd name="connsiteX13" fmla="*/ 371475 w 876300"/>
                        <a:gd name="connsiteY13" fmla="*/ 19050 h 66675"/>
                        <a:gd name="connsiteX14" fmla="*/ 389265 w 876300"/>
                        <a:gd name="connsiteY14" fmla="*/ 38100 h 66675"/>
                        <a:gd name="connsiteX15" fmla="*/ 390525 w 876300"/>
                        <a:gd name="connsiteY15" fmla="*/ 38100 h 66675"/>
                        <a:gd name="connsiteX16" fmla="*/ 485775 w 876300"/>
                        <a:gd name="connsiteY16" fmla="*/ 38100 h 66675"/>
                        <a:gd name="connsiteX17" fmla="*/ 504825 w 876300"/>
                        <a:gd name="connsiteY17" fmla="*/ 20310 h 66675"/>
                        <a:gd name="connsiteX18" fmla="*/ 504825 w 876300"/>
                        <a:gd name="connsiteY18" fmla="*/ 19050 h 66675"/>
                        <a:gd name="connsiteX19" fmla="*/ 857250 w 876300"/>
                        <a:gd name="connsiteY19" fmla="*/ 19050 h 66675"/>
                        <a:gd name="connsiteX20" fmla="*/ 828675 w 876300"/>
                        <a:gd name="connsiteY20" fmla="*/ 47625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76300" h="66675">
                          <a:moveTo>
                            <a:pt x="485775" y="0"/>
                          </a:moveTo>
                          <a:lnTo>
                            <a:pt x="485775" y="19050"/>
                          </a:lnTo>
                          <a:lnTo>
                            <a:pt x="390525" y="19050"/>
                          </a:lnTo>
                          <a:lnTo>
                            <a:pt x="390525" y="0"/>
                          </a:lnTo>
                          <a:lnTo>
                            <a:pt x="0" y="0"/>
                          </a:lnTo>
                          <a:lnTo>
                            <a:pt x="0" y="19050"/>
                          </a:lnTo>
                          <a:cubicBezTo>
                            <a:pt x="32" y="45340"/>
                            <a:pt x="21336" y="66644"/>
                            <a:pt x="47625" y="66675"/>
                          </a:cubicBezTo>
                          <a:lnTo>
                            <a:pt x="828675" y="66675"/>
                          </a:lnTo>
                          <a:cubicBezTo>
                            <a:pt x="854965" y="66644"/>
                            <a:pt x="876269" y="45340"/>
                            <a:pt x="876300" y="19050"/>
                          </a:cubicBezTo>
                          <a:lnTo>
                            <a:pt x="876300" y="0"/>
                          </a:lnTo>
                          <a:close/>
                          <a:moveTo>
                            <a:pt x="828675" y="47625"/>
                          </a:moveTo>
                          <a:lnTo>
                            <a:pt x="47625" y="47625"/>
                          </a:lnTo>
                          <a:cubicBezTo>
                            <a:pt x="31844" y="47625"/>
                            <a:pt x="19050" y="34832"/>
                            <a:pt x="19050" y="19050"/>
                          </a:cubicBezTo>
                          <a:lnTo>
                            <a:pt x="371475" y="19050"/>
                          </a:lnTo>
                          <a:cubicBezTo>
                            <a:pt x="371127" y="29223"/>
                            <a:pt x="379092" y="37752"/>
                            <a:pt x="389265" y="38100"/>
                          </a:cubicBezTo>
                          <a:cubicBezTo>
                            <a:pt x="389685" y="38114"/>
                            <a:pt x="390105" y="38114"/>
                            <a:pt x="390525" y="38100"/>
                          </a:cubicBezTo>
                          <a:lnTo>
                            <a:pt x="485775" y="38100"/>
                          </a:lnTo>
                          <a:cubicBezTo>
                            <a:pt x="495948" y="38448"/>
                            <a:pt x="504477" y="30483"/>
                            <a:pt x="504825" y="20310"/>
                          </a:cubicBezTo>
                          <a:cubicBezTo>
                            <a:pt x="504839" y="19890"/>
                            <a:pt x="504839" y="19470"/>
                            <a:pt x="504825" y="19050"/>
                          </a:cubicBezTo>
                          <a:lnTo>
                            <a:pt x="857250" y="19050"/>
                          </a:lnTo>
                          <a:cubicBezTo>
                            <a:pt x="857250" y="34832"/>
                            <a:pt x="844457" y="47625"/>
                            <a:pt x="828675" y="47625"/>
                          </a:cubicBez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ontserrat Light" panose="00000400000000000000" pitchFamily="2" charset="0"/>
                      </a:endParaRPr>
                    </a:p>
                  </p:txBody>
                </p:sp>
              </p:grpSp>
              <p:sp>
                <p:nvSpPr>
                  <p:cNvPr id="79" name="Rectangle 78">
                    <a:extLst>
                      <a:ext uri="{FF2B5EF4-FFF2-40B4-BE49-F238E27FC236}">
                        <a16:creationId xmlns:a16="http://schemas.microsoft.com/office/drawing/2014/main" id="{54C89A12-D1BB-0C2A-FE89-500653A1CCDB}"/>
                      </a:ext>
                    </a:extLst>
                  </p:cNvPr>
                  <p:cNvSpPr/>
                  <p:nvPr/>
                </p:nvSpPr>
                <p:spPr>
                  <a:xfrm>
                    <a:off x="3763329" y="3713586"/>
                    <a:ext cx="535877" cy="312314"/>
                  </a:xfrm>
                  <a:prstGeom prst="rect">
                    <a:avLst/>
                  </a:prstGeom>
                  <a:solidFill>
                    <a:srgbClr val="F64F18"/>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ontserrat Light" panose="00000400000000000000" pitchFamily="2" charset="0"/>
                    </a:endParaRPr>
                  </a:p>
                </p:txBody>
              </p:sp>
            </p:grpSp>
            <p:pic>
              <p:nvPicPr>
                <p:cNvPr id="77" name="Graphic 76" descr="Office worker male with solid fill">
                  <a:extLst>
                    <a:ext uri="{FF2B5EF4-FFF2-40B4-BE49-F238E27FC236}">
                      <a16:creationId xmlns:a16="http://schemas.microsoft.com/office/drawing/2014/main" id="{66002A33-70F3-328F-500F-13B603BE7C08}"/>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218677" y="4802933"/>
                  <a:ext cx="72771" cy="72771"/>
                </a:xfrm>
                <a:prstGeom prst="rect">
                  <a:avLst/>
                </a:prstGeom>
              </p:spPr>
            </p:pic>
          </p:grpSp>
        </p:grpSp>
        <p:pic>
          <p:nvPicPr>
            <p:cNvPr id="162" name="Graphic 161">
              <a:extLst>
                <a:ext uri="{FF2B5EF4-FFF2-40B4-BE49-F238E27FC236}">
                  <a16:creationId xmlns:a16="http://schemas.microsoft.com/office/drawing/2014/main" id="{1BBDDC24-D4EC-CF97-2660-1B337A6ED338}"/>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3403085" y="1488759"/>
              <a:ext cx="202911" cy="210755"/>
            </a:xfrm>
            <a:prstGeom prst="rect">
              <a:avLst/>
            </a:prstGeom>
          </p:spPr>
        </p:pic>
      </p:grpSp>
      <p:pic>
        <p:nvPicPr>
          <p:cNvPr id="163" name="Graphic 162" descr="Server outline">
            <a:extLst>
              <a:ext uri="{FF2B5EF4-FFF2-40B4-BE49-F238E27FC236}">
                <a16:creationId xmlns:a16="http://schemas.microsoft.com/office/drawing/2014/main" id="{5EA0F1B5-4D5A-94B3-5DEA-42E94A4DB9A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738852" y="1757517"/>
            <a:ext cx="224044" cy="232704"/>
          </a:xfrm>
          <a:prstGeom prst="rect">
            <a:avLst/>
          </a:prstGeom>
        </p:spPr>
      </p:pic>
      <p:cxnSp>
        <p:nvCxnSpPr>
          <p:cNvPr id="168" name="Straight Arrow Connector 167">
            <a:extLst>
              <a:ext uri="{FF2B5EF4-FFF2-40B4-BE49-F238E27FC236}">
                <a16:creationId xmlns:a16="http://schemas.microsoft.com/office/drawing/2014/main" id="{A519CDFF-3F06-65F0-539B-11A22C8E15B0}"/>
              </a:ext>
            </a:extLst>
          </p:cNvPr>
          <p:cNvCxnSpPr>
            <a:cxnSpLocks/>
            <a:stCxn id="12" idx="3"/>
            <a:endCxn id="27" idx="1"/>
          </p:cNvCxnSpPr>
          <p:nvPr/>
        </p:nvCxnSpPr>
        <p:spPr>
          <a:xfrm flipV="1">
            <a:off x="2467307" y="3098743"/>
            <a:ext cx="198030" cy="381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1" name="Straight Arrow Connector 170">
            <a:extLst>
              <a:ext uri="{FF2B5EF4-FFF2-40B4-BE49-F238E27FC236}">
                <a16:creationId xmlns:a16="http://schemas.microsoft.com/office/drawing/2014/main" id="{4BEB2127-6283-BCD6-E12F-210C8F844EE7}"/>
              </a:ext>
            </a:extLst>
          </p:cNvPr>
          <p:cNvCxnSpPr>
            <a:cxnSpLocks/>
            <a:stCxn id="27" idx="3"/>
          </p:cNvCxnSpPr>
          <p:nvPr/>
        </p:nvCxnSpPr>
        <p:spPr>
          <a:xfrm>
            <a:off x="6024106" y="3098743"/>
            <a:ext cx="546875" cy="3817"/>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F2394F8E-926D-1851-FEAB-4B73F9578891}"/>
              </a:ext>
            </a:extLst>
          </p:cNvPr>
          <p:cNvSpPr txBox="1"/>
          <p:nvPr/>
        </p:nvSpPr>
        <p:spPr>
          <a:xfrm>
            <a:off x="6032723" y="2773963"/>
            <a:ext cx="550104" cy="369332"/>
          </a:xfrm>
          <a:prstGeom prst="rect">
            <a:avLst/>
          </a:prstGeom>
          <a:noFill/>
        </p:spPr>
        <p:txBody>
          <a:bodyPr wrap="square">
            <a:spAutoFit/>
          </a:bodyPr>
          <a:lstStyle/>
          <a:p>
            <a:pPr algn="ctr"/>
            <a:r>
              <a:rPr lang="en-US" sz="600" b="1">
                <a:solidFill>
                  <a:schemeClr val="tx1"/>
                </a:solidFill>
                <a:latin typeface="Montserrat Light" panose="00000400000000000000" pitchFamily="2" charset="0"/>
              </a:rPr>
              <a:t>Business </a:t>
            </a:r>
            <a:br>
              <a:rPr lang="en-US" sz="600" b="1">
                <a:solidFill>
                  <a:schemeClr val="tx1"/>
                </a:solidFill>
                <a:latin typeface="Montserrat Light" panose="00000400000000000000" pitchFamily="2" charset="0"/>
              </a:rPr>
            </a:br>
            <a:r>
              <a:rPr lang="en-US" sz="600" b="1">
                <a:solidFill>
                  <a:schemeClr val="tx1"/>
                </a:solidFill>
                <a:latin typeface="Montserrat Light" panose="00000400000000000000" pitchFamily="2" charset="0"/>
              </a:rPr>
              <a:t>Data </a:t>
            </a:r>
            <a:br>
              <a:rPr lang="en-US" sz="600" b="1">
                <a:solidFill>
                  <a:schemeClr val="tx1"/>
                </a:solidFill>
                <a:latin typeface="Montserrat Light" panose="00000400000000000000" pitchFamily="2" charset="0"/>
              </a:rPr>
            </a:br>
            <a:r>
              <a:rPr lang="en-US" sz="600" b="1">
                <a:solidFill>
                  <a:schemeClr val="tx1"/>
                </a:solidFill>
                <a:latin typeface="Montserrat Light" panose="00000400000000000000" pitchFamily="2" charset="0"/>
              </a:rPr>
              <a:t>Model</a:t>
            </a:r>
            <a:endParaRPr lang="en-US" sz="600">
              <a:solidFill>
                <a:schemeClr val="tx1"/>
              </a:solidFill>
              <a:latin typeface="Montserrat Light" panose="00000400000000000000" pitchFamily="2" charset="0"/>
            </a:endParaRPr>
          </a:p>
        </p:txBody>
      </p:sp>
      <p:cxnSp>
        <p:nvCxnSpPr>
          <p:cNvPr id="175" name="Straight Arrow Connector 174">
            <a:extLst>
              <a:ext uri="{FF2B5EF4-FFF2-40B4-BE49-F238E27FC236}">
                <a16:creationId xmlns:a16="http://schemas.microsoft.com/office/drawing/2014/main" id="{87DA4D52-EABB-ECD4-DF25-879CBE9B330B}"/>
              </a:ext>
            </a:extLst>
          </p:cNvPr>
          <p:cNvCxnSpPr>
            <a:cxnSpLocks/>
            <a:stCxn id="83" idx="2"/>
          </p:cNvCxnSpPr>
          <p:nvPr/>
        </p:nvCxnSpPr>
        <p:spPr>
          <a:xfrm flipH="1">
            <a:off x="7355355" y="2034898"/>
            <a:ext cx="1438" cy="255712"/>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0" name="Connector: Elbow 179">
            <a:extLst>
              <a:ext uri="{FF2B5EF4-FFF2-40B4-BE49-F238E27FC236}">
                <a16:creationId xmlns:a16="http://schemas.microsoft.com/office/drawing/2014/main" id="{A42424B4-1B55-2598-4818-B8EC03495B8D}"/>
              </a:ext>
            </a:extLst>
          </p:cNvPr>
          <p:cNvCxnSpPr>
            <a:cxnSpLocks/>
            <a:stCxn id="13" idx="3"/>
            <a:endCxn id="86" idx="1"/>
          </p:cNvCxnSpPr>
          <p:nvPr/>
        </p:nvCxnSpPr>
        <p:spPr>
          <a:xfrm flipV="1">
            <a:off x="8258827" y="2510057"/>
            <a:ext cx="352487" cy="596602"/>
          </a:xfrm>
          <a:prstGeom prst="bentConnector3">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2" name="Connector: Elbow 181">
            <a:extLst>
              <a:ext uri="{FF2B5EF4-FFF2-40B4-BE49-F238E27FC236}">
                <a16:creationId xmlns:a16="http://schemas.microsoft.com/office/drawing/2014/main" id="{300DCFB4-8FB4-1A62-22DC-95F87A0ED059}"/>
              </a:ext>
            </a:extLst>
          </p:cNvPr>
          <p:cNvCxnSpPr>
            <a:cxnSpLocks/>
            <a:stCxn id="13" idx="3"/>
            <a:endCxn id="90" idx="1"/>
          </p:cNvCxnSpPr>
          <p:nvPr/>
        </p:nvCxnSpPr>
        <p:spPr>
          <a:xfrm>
            <a:off x="8258827" y="3106659"/>
            <a:ext cx="346391" cy="767316"/>
          </a:xfrm>
          <a:prstGeom prst="bentConnector3">
            <a:avLst>
              <a:gd name="adj1" fmla="val 50000"/>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6" name="Connector: Elbow 185">
            <a:extLst>
              <a:ext uri="{FF2B5EF4-FFF2-40B4-BE49-F238E27FC236}">
                <a16:creationId xmlns:a16="http://schemas.microsoft.com/office/drawing/2014/main" id="{8B5D84B1-5D2F-B4EC-164C-1339DC1D840A}"/>
              </a:ext>
            </a:extLst>
          </p:cNvPr>
          <p:cNvCxnSpPr>
            <a:cxnSpLocks/>
            <a:stCxn id="86" idx="3"/>
          </p:cNvCxnSpPr>
          <p:nvPr/>
        </p:nvCxnSpPr>
        <p:spPr>
          <a:xfrm>
            <a:off x="10155108" y="2510057"/>
            <a:ext cx="739898" cy="718193"/>
          </a:xfrm>
          <a:prstGeom prst="bentConnector3">
            <a:avLst>
              <a:gd name="adj1" fmla="val 50000"/>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9" name="Connector: Elbow 188">
            <a:extLst>
              <a:ext uri="{FF2B5EF4-FFF2-40B4-BE49-F238E27FC236}">
                <a16:creationId xmlns:a16="http://schemas.microsoft.com/office/drawing/2014/main" id="{F605B505-8E66-E8BE-872E-1158DF7EE98A}"/>
              </a:ext>
            </a:extLst>
          </p:cNvPr>
          <p:cNvCxnSpPr>
            <a:cxnSpLocks/>
            <a:stCxn id="90" idx="3"/>
          </p:cNvCxnSpPr>
          <p:nvPr/>
        </p:nvCxnSpPr>
        <p:spPr>
          <a:xfrm flipV="1">
            <a:off x="10159423" y="3228250"/>
            <a:ext cx="735583" cy="645725"/>
          </a:xfrm>
          <a:prstGeom prst="bentConnector3">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27" name="Straight Arrow Connector 1026">
            <a:extLst>
              <a:ext uri="{FF2B5EF4-FFF2-40B4-BE49-F238E27FC236}">
                <a16:creationId xmlns:a16="http://schemas.microsoft.com/office/drawing/2014/main" id="{41FC9EBB-EA14-8F23-327F-A12A04659818}"/>
              </a:ext>
            </a:extLst>
          </p:cNvPr>
          <p:cNvCxnSpPr>
            <a:cxnSpLocks/>
            <a:stCxn id="90" idx="2"/>
            <a:endCxn id="100" idx="0"/>
          </p:cNvCxnSpPr>
          <p:nvPr/>
        </p:nvCxnSpPr>
        <p:spPr>
          <a:xfrm rot="5400000">
            <a:off x="9054726" y="4697658"/>
            <a:ext cx="653012" cy="2178"/>
          </a:xfrm>
          <a:prstGeom prst="bentConnector3">
            <a:avLst>
              <a:gd name="adj1" fmla="val 50000"/>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30" name="Straight Arrow Connector 1029">
            <a:extLst>
              <a:ext uri="{FF2B5EF4-FFF2-40B4-BE49-F238E27FC236}">
                <a16:creationId xmlns:a16="http://schemas.microsoft.com/office/drawing/2014/main" id="{501268AC-0D84-738C-943D-40C09BB663ED}"/>
              </a:ext>
            </a:extLst>
          </p:cNvPr>
          <p:cNvCxnSpPr>
            <a:cxnSpLocks/>
            <a:stCxn id="90" idx="2"/>
            <a:endCxn id="102" idx="3"/>
          </p:cNvCxnSpPr>
          <p:nvPr/>
        </p:nvCxnSpPr>
        <p:spPr>
          <a:xfrm rot="5400000">
            <a:off x="8624593" y="3952281"/>
            <a:ext cx="337769" cy="1177688"/>
          </a:xfrm>
          <a:prstGeom prst="bentConnector2">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 name="Rectangle: Rounded Corners 11">
            <a:extLst>
              <a:ext uri="{FF2B5EF4-FFF2-40B4-BE49-F238E27FC236}">
                <a16:creationId xmlns:a16="http://schemas.microsoft.com/office/drawing/2014/main" id="{705335AC-42C5-81FD-3577-1856B25CB269}"/>
              </a:ext>
            </a:extLst>
          </p:cNvPr>
          <p:cNvSpPr/>
          <p:nvPr/>
        </p:nvSpPr>
        <p:spPr>
          <a:xfrm>
            <a:off x="6581522" y="2482103"/>
            <a:ext cx="1677305" cy="1249112"/>
          </a:xfrm>
          <a:prstGeom prst="roundRect">
            <a:avLst>
              <a:gd name="adj" fmla="val 6778"/>
            </a:avLst>
          </a:prstGeom>
          <a:noFill/>
          <a:ln w="6350">
            <a:solidFill>
              <a:schemeClr val="bg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Light" panose="00000400000000000000" pitchFamily="2" charset="0"/>
            </a:endParaRPr>
          </a:p>
        </p:txBody>
      </p:sp>
      <p:sp>
        <p:nvSpPr>
          <p:cNvPr id="29" name="TextBox 28">
            <a:extLst>
              <a:ext uri="{FF2B5EF4-FFF2-40B4-BE49-F238E27FC236}">
                <a16:creationId xmlns:a16="http://schemas.microsoft.com/office/drawing/2014/main" id="{DB1900A8-41DD-319C-7D4D-842AC0099ABB}"/>
              </a:ext>
            </a:extLst>
          </p:cNvPr>
          <p:cNvSpPr txBox="1"/>
          <p:nvPr/>
        </p:nvSpPr>
        <p:spPr>
          <a:xfrm>
            <a:off x="6687622" y="2289976"/>
            <a:ext cx="1436499" cy="302955"/>
          </a:xfrm>
          <a:prstGeom prst="roundRect">
            <a:avLst>
              <a:gd name="adj" fmla="val 50000"/>
            </a:avLst>
          </a:prstGeom>
          <a:solidFill>
            <a:schemeClr val="tx1"/>
          </a:solidFill>
          <a:ln>
            <a:solidFill>
              <a:schemeClr val="tx1"/>
            </a:solidFill>
          </a:ln>
        </p:spPr>
        <p:txBody>
          <a:bodyPr wrap="square" rtlCol="0" anchor="ctr">
            <a:spAutoFit/>
          </a:bodyPr>
          <a:lstStyle/>
          <a:p>
            <a:r>
              <a:rPr lang="en-US" sz="800" b="1">
                <a:solidFill>
                  <a:schemeClr val="bg1"/>
                </a:solidFill>
                <a:latin typeface="Montserrat Light" panose="00000400000000000000" pitchFamily="2" charset="0"/>
              </a:rPr>
              <a:t>        Data Warehouse</a:t>
            </a:r>
          </a:p>
        </p:txBody>
      </p:sp>
      <p:pic>
        <p:nvPicPr>
          <p:cNvPr id="31" name="Graphic 30">
            <a:extLst>
              <a:ext uri="{FF2B5EF4-FFF2-40B4-BE49-F238E27FC236}">
                <a16:creationId xmlns:a16="http://schemas.microsoft.com/office/drawing/2014/main" id="{BC98CEC0-A580-3CA7-0854-ED3FD41D37D0}"/>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6763195" y="2337014"/>
            <a:ext cx="194814" cy="194814"/>
          </a:xfrm>
          <a:prstGeom prst="rect">
            <a:avLst/>
          </a:prstGeom>
        </p:spPr>
      </p:pic>
      <p:sp>
        <p:nvSpPr>
          <p:cNvPr id="34" name="Rectangle: Rounded Corners 106">
            <a:extLst>
              <a:ext uri="{FF2B5EF4-FFF2-40B4-BE49-F238E27FC236}">
                <a16:creationId xmlns:a16="http://schemas.microsoft.com/office/drawing/2014/main" id="{67649A27-F92C-15BA-68C8-E7835443C173}"/>
              </a:ext>
            </a:extLst>
          </p:cNvPr>
          <p:cNvSpPr/>
          <p:nvPr/>
        </p:nvSpPr>
        <p:spPr>
          <a:xfrm>
            <a:off x="6735635" y="2703578"/>
            <a:ext cx="1397451" cy="418430"/>
          </a:xfrm>
          <a:prstGeom prst="roundRect">
            <a:avLst>
              <a:gd name="adj" fmla="val 17685"/>
            </a:avLst>
          </a:prstGeom>
          <a:solidFill>
            <a:schemeClr val="bg1"/>
          </a:solidFill>
          <a:ln w="952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700">
                <a:solidFill>
                  <a:schemeClr val="tx1"/>
                </a:solidFill>
                <a:latin typeface="Montserrat Light" panose="00000400000000000000" pitchFamily="2" charset="0"/>
              </a:rPr>
              <a:t>        SQL Data Warehouse </a:t>
            </a:r>
            <a:endParaRPr lang="en-US" sz="600">
              <a:solidFill>
                <a:schemeClr val="tx1"/>
              </a:solidFill>
              <a:latin typeface="Montserrat Light" panose="00000400000000000000" pitchFamily="2" charset="0"/>
            </a:endParaRPr>
          </a:p>
        </p:txBody>
      </p:sp>
      <p:sp>
        <p:nvSpPr>
          <p:cNvPr id="35" name="Rectangle: Rounded Corners 109">
            <a:extLst>
              <a:ext uri="{FF2B5EF4-FFF2-40B4-BE49-F238E27FC236}">
                <a16:creationId xmlns:a16="http://schemas.microsoft.com/office/drawing/2014/main" id="{28E12D16-7DEB-2230-063E-2C94D7D52514}"/>
              </a:ext>
            </a:extLst>
          </p:cNvPr>
          <p:cNvSpPr/>
          <p:nvPr/>
        </p:nvSpPr>
        <p:spPr>
          <a:xfrm>
            <a:off x="6758919" y="3176792"/>
            <a:ext cx="1374167" cy="418430"/>
          </a:xfrm>
          <a:prstGeom prst="roundRect">
            <a:avLst>
              <a:gd name="adj" fmla="val 17685"/>
            </a:avLst>
          </a:prstGeom>
          <a:solidFill>
            <a:schemeClr val="bg1"/>
          </a:solidFill>
          <a:ln w="952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00">
                <a:solidFill>
                  <a:schemeClr val="tx1"/>
                </a:solidFill>
                <a:latin typeface="Montserrat Light" panose="00000400000000000000" pitchFamily="2" charset="0"/>
              </a:rPr>
              <a:t>             </a:t>
            </a:r>
            <a:r>
              <a:rPr lang="en-US" sz="700">
                <a:solidFill>
                  <a:schemeClr val="tx1"/>
                </a:solidFill>
                <a:latin typeface="Montserrat Light" panose="00000400000000000000" pitchFamily="2" charset="0"/>
              </a:rPr>
              <a:t>Data Lakehouse</a:t>
            </a:r>
            <a:endParaRPr lang="en-US" sz="600">
              <a:solidFill>
                <a:schemeClr val="tx1"/>
              </a:solidFill>
              <a:latin typeface="Montserrat Light" panose="00000400000000000000" pitchFamily="2" charset="0"/>
            </a:endParaRPr>
          </a:p>
        </p:txBody>
      </p:sp>
      <p:pic>
        <p:nvPicPr>
          <p:cNvPr id="36" name="Graphic 35">
            <a:extLst>
              <a:ext uri="{FF2B5EF4-FFF2-40B4-BE49-F238E27FC236}">
                <a16:creationId xmlns:a16="http://schemas.microsoft.com/office/drawing/2014/main" id="{ACFA14FD-FA3D-B9B5-A359-0D14FE4E8981}"/>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786813" y="2785057"/>
            <a:ext cx="203766" cy="203766"/>
          </a:xfrm>
          <a:prstGeom prst="rect">
            <a:avLst/>
          </a:prstGeom>
        </p:spPr>
      </p:pic>
      <p:pic>
        <p:nvPicPr>
          <p:cNvPr id="37" name="Graphic 36">
            <a:extLst>
              <a:ext uri="{FF2B5EF4-FFF2-40B4-BE49-F238E27FC236}">
                <a16:creationId xmlns:a16="http://schemas.microsoft.com/office/drawing/2014/main" id="{57D456D4-F049-D11D-5194-A43B14CE10EF}"/>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6814814" y="3258716"/>
            <a:ext cx="216300" cy="216300"/>
          </a:xfrm>
          <a:prstGeom prst="rect">
            <a:avLst/>
          </a:prstGeom>
        </p:spPr>
      </p:pic>
      <p:cxnSp>
        <p:nvCxnSpPr>
          <p:cNvPr id="156" name="Connector: Elbow 188">
            <a:extLst>
              <a:ext uri="{FF2B5EF4-FFF2-40B4-BE49-F238E27FC236}">
                <a16:creationId xmlns:a16="http://schemas.microsoft.com/office/drawing/2014/main" id="{F0478437-B2CA-972F-AC2E-CBDFACE953DD}"/>
              </a:ext>
            </a:extLst>
          </p:cNvPr>
          <p:cNvCxnSpPr>
            <a:cxnSpLocks/>
            <a:stCxn id="98" idx="3"/>
          </p:cNvCxnSpPr>
          <p:nvPr/>
        </p:nvCxnSpPr>
        <p:spPr>
          <a:xfrm flipV="1">
            <a:off x="10080291" y="3228250"/>
            <a:ext cx="814715" cy="2330109"/>
          </a:xfrm>
          <a:prstGeom prst="bentConnector3">
            <a:avLst>
              <a:gd name="adj1" fmla="val 5543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0" name="Graphic 29">
            <a:extLst>
              <a:ext uri="{FF2B5EF4-FFF2-40B4-BE49-F238E27FC236}">
                <a16:creationId xmlns:a16="http://schemas.microsoft.com/office/drawing/2014/main" id="{A7857335-17DA-BD71-3476-20699116D9A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1628966" y="339769"/>
            <a:ext cx="220134" cy="228600"/>
          </a:xfrm>
          <a:prstGeom prst="rect">
            <a:avLst/>
          </a:prstGeom>
        </p:spPr>
      </p:pic>
    </p:spTree>
    <p:extLst>
      <p:ext uri="{BB962C8B-B14F-4D97-AF65-F5344CB8AC3E}">
        <p14:creationId xmlns:p14="http://schemas.microsoft.com/office/powerpoint/2010/main" val="137875399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2A961-9A23-5E9B-1B65-B29FFEC0CBA1}"/>
              </a:ext>
            </a:extLst>
          </p:cNvPr>
          <p:cNvSpPr>
            <a:spLocks noGrp="1"/>
          </p:cNvSpPr>
          <p:nvPr>
            <p:ph type="title"/>
          </p:nvPr>
        </p:nvSpPr>
        <p:spPr/>
        <p:txBody>
          <a:bodyPr/>
          <a:lstStyle/>
          <a:p>
            <a:r>
              <a:rPr lang="en-US"/>
              <a:t>Not another vendor. Your intelligence partner.</a:t>
            </a:r>
            <a:endParaRPr lang="en-IN"/>
          </a:p>
        </p:txBody>
      </p:sp>
      <p:sp>
        <p:nvSpPr>
          <p:cNvPr id="3" name="Slide Number Placeholder 2">
            <a:extLst>
              <a:ext uri="{FF2B5EF4-FFF2-40B4-BE49-F238E27FC236}">
                <a16:creationId xmlns:a16="http://schemas.microsoft.com/office/drawing/2014/main" id="{621602F3-34C8-48EA-713A-B10BF5E4BE9D}"/>
              </a:ext>
            </a:extLst>
          </p:cNvPr>
          <p:cNvSpPr>
            <a:spLocks noGrp="1"/>
          </p:cNvSpPr>
          <p:nvPr>
            <p:ph type="sldNum" sz="quarter" idx="12"/>
          </p:nvPr>
        </p:nvSpPr>
        <p:spPr/>
        <p:txBody>
          <a:bodyPr/>
          <a:lstStyle/>
          <a:p>
            <a:fld id="{330EA680-D336-4FF7-8B7A-9848BB0A1C32}" type="slidenum">
              <a:rPr lang="en-US" smtClean="0"/>
              <a:t>71</a:t>
            </a:fld>
            <a:endParaRPr lang="en-US"/>
          </a:p>
        </p:txBody>
      </p:sp>
      <p:sp>
        <p:nvSpPr>
          <p:cNvPr id="4" name="Date Placeholder 3">
            <a:extLst>
              <a:ext uri="{FF2B5EF4-FFF2-40B4-BE49-F238E27FC236}">
                <a16:creationId xmlns:a16="http://schemas.microsoft.com/office/drawing/2014/main" id="{B20BFE8F-7923-9318-9851-26807EEDB980}"/>
              </a:ext>
            </a:extLst>
          </p:cNvPr>
          <p:cNvSpPr>
            <a:spLocks noGrp="1"/>
          </p:cNvSpPr>
          <p:nvPr>
            <p:ph type="dt" sz="half" idx="2"/>
          </p:nvPr>
        </p:nvSpPr>
        <p:spPr/>
        <p:txBody>
          <a:bodyPr/>
          <a:lstStyle/>
          <a:p>
            <a:r>
              <a:rPr lang="en-US"/>
              <a:t>© SYREN CLOUD INC – 2026 – ALL RIGHTS RESERVED</a:t>
            </a:r>
            <a:endParaRPr lang="en-US" sz="600"/>
          </a:p>
        </p:txBody>
      </p:sp>
      <p:sp>
        <p:nvSpPr>
          <p:cNvPr id="5" name="TextBox 4">
            <a:extLst>
              <a:ext uri="{FF2B5EF4-FFF2-40B4-BE49-F238E27FC236}">
                <a16:creationId xmlns:a16="http://schemas.microsoft.com/office/drawing/2014/main" id="{9E332B9D-844C-FD7C-D44C-0BF0FBF0CB4E}"/>
              </a:ext>
            </a:extLst>
          </p:cNvPr>
          <p:cNvSpPr txBox="1"/>
          <p:nvPr/>
        </p:nvSpPr>
        <p:spPr>
          <a:xfrm>
            <a:off x="381000" y="112068"/>
            <a:ext cx="3454400" cy="230832"/>
          </a:xfrm>
          <a:prstGeom prst="rect">
            <a:avLst/>
          </a:prstGeom>
          <a:noFill/>
        </p:spPr>
        <p:txBody>
          <a:bodyPr wrap="square">
            <a:spAutoFit/>
          </a:bodyPr>
          <a:lstStyle/>
          <a:p>
            <a:pPr algn="l">
              <a:buNone/>
            </a:pPr>
            <a:r>
              <a:rPr lang="en-US" sz="900" i="0">
                <a:solidFill>
                  <a:schemeClr val="bg2"/>
                </a:solidFill>
                <a:effectLst/>
                <a:latin typeface="Montserrat" panose="00000500000000000000" pitchFamily="2" charset="0"/>
              </a:rPr>
              <a:t>WHY SYREN</a:t>
            </a:r>
          </a:p>
        </p:txBody>
      </p:sp>
      <p:sp>
        <p:nvSpPr>
          <p:cNvPr id="6" name="TextBox 5">
            <a:extLst>
              <a:ext uri="{FF2B5EF4-FFF2-40B4-BE49-F238E27FC236}">
                <a16:creationId xmlns:a16="http://schemas.microsoft.com/office/drawing/2014/main" id="{985A8C32-4648-B746-3E3E-6738AC08E2D0}"/>
              </a:ext>
            </a:extLst>
          </p:cNvPr>
          <p:cNvSpPr txBox="1"/>
          <p:nvPr/>
        </p:nvSpPr>
        <p:spPr>
          <a:xfrm>
            <a:off x="542925" y="1095261"/>
            <a:ext cx="2101850" cy="908466"/>
          </a:xfrm>
          <a:prstGeom prst="roundRect">
            <a:avLst/>
          </a:prstGeom>
          <a:solidFill>
            <a:srgbClr val="1A1A1A"/>
          </a:solidFill>
          <a:ln>
            <a:solidFill>
              <a:schemeClr val="bg2"/>
            </a:solidFill>
          </a:ln>
        </p:spPr>
        <p:txBody>
          <a:bodyPr wrap="square" anchor="ctr">
            <a:noAutofit/>
          </a:bodyPr>
          <a:lstStyle/>
          <a:p>
            <a:pPr algn="ctr">
              <a:spcAft>
                <a:spcPts val="200"/>
              </a:spcAft>
              <a:buNone/>
            </a:pPr>
            <a:r>
              <a:rPr lang="en-IN" sz="2400" b="1" i="0">
                <a:solidFill>
                  <a:schemeClr val="bg2"/>
                </a:solidFill>
                <a:effectLst/>
                <a:latin typeface="Montserrat" panose="00000500000000000000" pitchFamily="2" charset="0"/>
              </a:rPr>
              <a:t>50+</a:t>
            </a:r>
          </a:p>
          <a:p>
            <a:pPr algn="ctr">
              <a:spcAft>
                <a:spcPts val="200"/>
              </a:spcAft>
              <a:buNone/>
            </a:pPr>
            <a:r>
              <a:rPr lang="en-IN" sz="1000">
                <a:solidFill>
                  <a:schemeClr val="bg1"/>
                </a:solidFill>
                <a:latin typeface="Montserrat" panose="00000500000000000000" pitchFamily="2" charset="0"/>
              </a:rPr>
              <a:t>Use cases in production</a:t>
            </a:r>
          </a:p>
        </p:txBody>
      </p:sp>
      <p:sp>
        <p:nvSpPr>
          <p:cNvPr id="7" name="TextBox 6">
            <a:extLst>
              <a:ext uri="{FF2B5EF4-FFF2-40B4-BE49-F238E27FC236}">
                <a16:creationId xmlns:a16="http://schemas.microsoft.com/office/drawing/2014/main" id="{8793C4EC-732C-E54A-30BF-CEA5FCAF9555}"/>
              </a:ext>
            </a:extLst>
          </p:cNvPr>
          <p:cNvSpPr txBox="1"/>
          <p:nvPr/>
        </p:nvSpPr>
        <p:spPr>
          <a:xfrm>
            <a:off x="2842736" y="1095261"/>
            <a:ext cx="2103120" cy="908466"/>
          </a:xfrm>
          <a:prstGeom prst="roundRect">
            <a:avLst/>
          </a:prstGeom>
          <a:solidFill>
            <a:srgbClr val="1A1A1A"/>
          </a:solidFill>
          <a:ln>
            <a:solidFill>
              <a:schemeClr val="bg2"/>
            </a:solidFill>
          </a:ln>
        </p:spPr>
        <p:txBody>
          <a:bodyPr wrap="square" anchor="ctr">
            <a:noAutofit/>
          </a:bodyPr>
          <a:lstStyle/>
          <a:p>
            <a:pPr algn="ctr">
              <a:spcAft>
                <a:spcPts val="200"/>
              </a:spcAft>
              <a:buNone/>
            </a:pPr>
            <a:r>
              <a:rPr lang="en-IN" sz="2400" b="1" i="0">
                <a:solidFill>
                  <a:schemeClr val="bg2"/>
                </a:solidFill>
                <a:effectLst/>
                <a:latin typeface="Montserrat" panose="00000500000000000000" pitchFamily="2" charset="0"/>
              </a:rPr>
              <a:t>4</a:t>
            </a:r>
          </a:p>
          <a:p>
            <a:pPr algn="ctr">
              <a:spcAft>
                <a:spcPts val="200"/>
              </a:spcAft>
            </a:pPr>
            <a:r>
              <a:rPr lang="en-IN" sz="1000">
                <a:solidFill>
                  <a:schemeClr val="bg1"/>
                </a:solidFill>
                <a:latin typeface="Montserrat" panose="00000500000000000000" pitchFamily="2" charset="0"/>
              </a:rPr>
              <a:t>Pillars. One partner.</a:t>
            </a:r>
          </a:p>
        </p:txBody>
      </p:sp>
      <p:sp>
        <p:nvSpPr>
          <p:cNvPr id="8" name="TextBox 7">
            <a:extLst>
              <a:ext uri="{FF2B5EF4-FFF2-40B4-BE49-F238E27FC236}">
                <a16:creationId xmlns:a16="http://schemas.microsoft.com/office/drawing/2014/main" id="{B77D1FFA-78DB-AE20-D467-04949666D9AF}"/>
              </a:ext>
            </a:extLst>
          </p:cNvPr>
          <p:cNvSpPr txBox="1"/>
          <p:nvPr/>
        </p:nvSpPr>
        <p:spPr>
          <a:xfrm>
            <a:off x="5143817" y="1095261"/>
            <a:ext cx="2103120" cy="908466"/>
          </a:xfrm>
          <a:prstGeom prst="roundRect">
            <a:avLst/>
          </a:prstGeom>
          <a:solidFill>
            <a:srgbClr val="1A1A1A"/>
          </a:solidFill>
          <a:ln>
            <a:solidFill>
              <a:schemeClr val="bg2"/>
            </a:solidFill>
          </a:ln>
        </p:spPr>
        <p:txBody>
          <a:bodyPr wrap="square" anchor="ctr">
            <a:noAutofit/>
          </a:bodyPr>
          <a:lstStyle/>
          <a:p>
            <a:pPr algn="ctr">
              <a:spcAft>
                <a:spcPts val="200"/>
              </a:spcAft>
              <a:buNone/>
            </a:pPr>
            <a:r>
              <a:rPr lang="en-IN" sz="2400" b="1" i="0">
                <a:solidFill>
                  <a:schemeClr val="bg2"/>
                </a:solidFill>
                <a:effectLst/>
                <a:latin typeface="Montserrat" panose="00000500000000000000" pitchFamily="2" charset="0"/>
              </a:rPr>
              <a:t>NPS 80</a:t>
            </a:r>
          </a:p>
          <a:p>
            <a:pPr algn="ctr">
              <a:spcAft>
                <a:spcPts val="200"/>
              </a:spcAft>
            </a:pPr>
            <a:r>
              <a:rPr lang="en-IN" sz="1000">
                <a:solidFill>
                  <a:schemeClr val="bg1"/>
                </a:solidFill>
                <a:latin typeface="Montserrat" panose="00000500000000000000" pitchFamily="2" charset="0"/>
              </a:rPr>
              <a:t>Client satisfaction</a:t>
            </a:r>
          </a:p>
        </p:txBody>
      </p:sp>
      <p:sp>
        <p:nvSpPr>
          <p:cNvPr id="9" name="TextBox 8">
            <a:extLst>
              <a:ext uri="{FF2B5EF4-FFF2-40B4-BE49-F238E27FC236}">
                <a16:creationId xmlns:a16="http://schemas.microsoft.com/office/drawing/2014/main" id="{83058E3D-FA23-2517-3FF3-0CE66F531FD0}"/>
              </a:ext>
            </a:extLst>
          </p:cNvPr>
          <p:cNvSpPr txBox="1"/>
          <p:nvPr/>
        </p:nvSpPr>
        <p:spPr>
          <a:xfrm>
            <a:off x="7444898" y="1095261"/>
            <a:ext cx="2103120" cy="908466"/>
          </a:xfrm>
          <a:prstGeom prst="roundRect">
            <a:avLst/>
          </a:prstGeom>
          <a:solidFill>
            <a:srgbClr val="1A1A1A"/>
          </a:solidFill>
          <a:ln>
            <a:solidFill>
              <a:schemeClr val="bg2"/>
            </a:solidFill>
          </a:ln>
        </p:spPr>
        <p:txBody>
          <a:bodyPr wrap="square" anchor="ctr">
            <a:noAutofit/>
          </a:bodyPr>
          <a:lstStyle/>
          <a:p>
            <a:pPr algn="ctr">
              <a:spcAft>
                <a:spcPts val="200"/>
              </a:spcAft>
              <a:buNone/>
            </a:pPr>
            <a:r>
              <a:rPr lang="en-IN" sz="2400" b="1" i="0">
                <a:solidFill>
                  <a:schemeClr val="bg2"/>
                </a:solidFill>
                <a:effectLst/>
                <a:latin typeface="Montserrat" panose="00000500000000000000" pitchFamily="2" charset="0"/>
              </a:rPr>
              <a:t>99.9%</a:t>
            </a:r>
          </a:p>
          <a:p>
            <a:pPr algn="ctr">
              <a:spcAft>
                <a:spcPts val="200"/>
              </a:spcAft>
            </a:pPr>
            <a:r>
              <a:rPr lang="en-IN" sz="1000">
                <a:solidFill>
                  <a:schemeClr val="bg1"/>
                </a:solidFill>
                <a:latin typeface="Montserrat" panose="00000500000000000000" pitchFamily="2" charset="0"/>
              </a:rPr>
              <a:t>Platform reliability</a:t>
            </a:r>
          </a:p>
        </p:txBody>
      </p:sp>
      <p:sp>
        <p:nvSpPr>
          <p:cNvPr id="10" name="TextBox 9">
            <a:extLst>
              <a:ext uri="{FF2B5EF4-FFF2-40B4-BE49-F238E27FC236}">
                <a16:creationId xmlns:a16="http://schemas.microsoft.com/office/drawing/2014/main" id="{6D68E2B5-FF0A-36C1-5C83-5B7CB456E87D}"/>
              </a:ext>
            </a:extLst>
          </p:cNvPr>
          <p:cNvSpPr txBox="1"/>
          <p:nvPr/>
        </p:nvSpPr>
        <p:spPr>
          <a:xfrm>
            <a:off x="9745980" y="1095261"/>
            <a:ext cx="2103120" cy="908466"/>
          </a:xfrm>
          <a:prstGeom prst="roundRect">
            <a:avLst/>
          </a:prstGeom>
          <a:solidFill>
            <a:srgbClr val="1A1A1A"/>
          </a:solidFill>
          <a:ln>
            <a:solidFill>
              <a:schemeClr val="bg2"/>
            </a:solidFill>
          </a:ln>
        </p:spPr>
        <p:txBody>
          <a:bodyPr wrap="square" anchor="ctr">
            <a:noAutofit/>
          </a:bodyPr>
          <a:lstStyle/>
          <a:p>
            <a:pPr algn="ctr">
              <a:spcAft>
                <a:spcPts val="200"/>
              </a:spcAft>
              <a:buNone/>
            </a:pPr>
            <a:r>
              <a:rPr lang="en-IN" sz="2400" b="1" i="0">
                <a:solidFill>
                  <a:schemeClr val="bg2"/>
                </a:solidFill>
                <a:effectLst/>
                <a:latin typeface="Montserrat" panose="00000500000000000000" pitchFamily="2" charset="0"/>
              </a:rPr>
              <a:t>5+</a:t>
            </a:r>
          </a:p>
          <a:p>
            <a:pPr algn="ctr">
              <a:spcAft>
                <a:spcPts val="200"/>
              </a:spcAft>
            </a:pPr>
            <a:r>
              <a:rPr lang="en-IN" sz="1000">
                <a:solidFill>
                  <a:schemeClr val="bg1"/>
                </a:solidFill>
                <a:latin typeface="Montserrat" panose="00000500000000000000" pitchFamily="2" charset="0"/>
              </a:rPr>
              <a:t>Regulated verticals</a:t>
            </a:r>
          </a:p>
        </p:txBody>
      </p:sp>
      <p:sp>
        <p:nvSpPr>
          <p:cNvPr id="11" name="Rectangle: Rounded Corners 10">
            <a:extLst>
              <a:ext uri="{FF2B5EF4-FFF2-40B4-BE49-F238E27FC236}">
                <a16:creationId xmlns:a16="http://schemas.microsoft.com/office/drawing/2014/main" id="{C7470DCA-4056-491B-5EA1-40353AD432D8}"/>
              </a:ext>
            </a:extLst>
          </p:cNvPr>
          <p:cNvSpPr/>
          <p:nvPr/>
        </p:nvSpPr>
        <p:spPr>
          <a:xfrm>
            <a:off x="558957" y="2334606"/>
            <a:ext cx="3584477" cy="1680696"/>
          </a:xfrm>
          <a:prstGeom prst="roundRect">
            <a:avLst>
              <a:gd name="adj" fmla="val 12271"/>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548640" rtlCol="0" anchor="t"/>
          <a:lstStyle/>
          <a:p>
            <a:pPr>
              <a:spcAft>
                <a:spcPts val="600"/>
              </a:spcAft>
            </a:pPr>
            <a:r>
              <a:rPr lang="en-IN" sz="1400" b="1">
                <a:solidFill>
                  <a:schemeClr val="tx1"/>
                </a:solidFill>
                <a:latin typeface="Montserrat" panose="00000500000000000000" pitchFamily="2" charset="0"/>
              </a:rPr>
              <a:t>End-to-end ownership</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Outcome owned, not just the deliverable</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All four pillars under one agreement</a:t>
            </a:r>
            <a:endParaRPr lang="en-IN" sz="1200" b="1">
              <a:solidFill>
                <a:schemeClr val="tx1"/>
              </a:solidFill>
              <a:latin typeface="Montserrat" panose="00000500000000000000" pitchFamily="2" charset="0"/>
            </a:endParaRPr>
          </a:p>
        </p:txBody>
      </p:sp>
      <p:sp>
        <p:nvSpPr>
          <p:cNvPr id="12" name="Rectangle: Rounded Corners 11">
            <a:extLst>
              <a:ext uri="{FF2B5EF4-FFF2-40B4-BE49-F238E27FC236}">
                <a16:creationId xmlns:a16="http://schemas.microsoft.com/office/drawing/2014/main" id="{EAE1E09A-45D5-E445-F470-DB24A8B3A8D8}"/>
              </a:ext>
            </a:extLst>
          </p:cNvPr>
          <p:cNvSpPr/>
          <p:nvPr/>
        </p:nvSpPr>
        <p:spPr>
          <a:xfrm>
            <a:off x="4411790" y="2334606"/>
            <a:ext cx="3584477" cy="1680696"/>
          </a:xfrm>
          <a:prstGeom prst="roundRect">
            <a:avLst>
              <a:gd name="adj" fmla="val 12271"/>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548640" rtlCol="0" anchor="t"/>
          <a:lstStyle/>
          <a:p>
            <a:pPr>
              <a:spcAft>
                <a:spcPts val="600"/>
              </a:spcAft>
            </a:pPr>
            <a:r>
              <a:rPr lang="en-IN" sz="1400" b="1">
                <a:solidFill>
                  <a:schemeClr val="tx1"/>
                </a:solidFill>
                <a:latin typeface="Montserrat" panose="00000500000000000000" pitchFamily="2" charset="0"/>
              </a:rPr>
              <a:t>Platforms, not projects</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Reusable architecture · multi-cloud</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Designed for the next use case, not just this one</a:t>
            </a:r>
            <a:endParaRPr lang="en-IN" sz="1200">
              <a:solidFill>
                <a:schemeClr val="tx1"/>
              </a:solidFill>
              <a:latin typeface="Montserrat" panose="00000500000000000000" pitchFamily="2" charset="0"/>
            </a:endParaRPr>
          </a:p>
        </p:txBody>
      </p:sp>
      <p:sp>
        <p:nvSpPr>
          <p:cNvPr id="13" name="Rectangle: Rounded Corners 12">
            <a:extLst>
              <a:ext uri="{FF2B5EF4-FFF2-40B4-BE49-F238E27FC236}">
                <a16:creationId xmlns:a16="http://schemas.microsoft.com/office/drawing/2014/main" id="{3E330EEA-C0F6-6CF5-5CDF-974B77739806}"/>
              </a:ext>
            </a:extLst>
          </p:cNvPr>
          <p:cNvSpPr/>
          <p:nvPr/>
        </p:nvSpPr>
        <p:spPr>
          <a:xfrm>
            <a:off x="8264623" y="2334606"/>
            <a:ext cx="3584477" cy="1680696"/>
          </a:xfrm>
          <a:prstGeom prst="roundRect">
            <a:avLst>
              <a:gd name="adj" fmla="val 12271"/>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548640" rtlCol="0" anchor="t"/>
          <a:lstStyle/>
          <a:p>
            <a:pPr>
              <a:spcAft>
                <a:spcPts val="600"/>
              </a:spcAft>
            </a:pPr>
            <a:r>
              <a:rPr lang="en-IN" sz="1400" b="1">
                <a:solidFill>
                  <a:schemeClr val="tx1"/>
                </a:solidFill>
                <a:latin typeface="Montserrat" panose="00000500000000000000" pitchFamily="2" charset="0"/>
              </a:rPr>
              <a:t>Proved at enterprise scale</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50+ in production, not pilots or POCs</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Regulated enterprise deployments with metrics</a:t>
            </a:r>
            <a:endParaRPr lang="en-IN" sz="1200">
              <a:solidFill>
                <a:schemeClr val="tx1"/>
              </a:solidFill>
              <a:latin typeface="Montserrat" panose="00000500000000000000" pitchFamily="2" charset="0"/>
            </a:endParaRPr>
          </a:p>
        </p:txBody>
      </p:sp>
      <p:sp>
        <p:nvSpPr>
          <p:cNvPr id="14" name="Rectangle: Rounded Corners 13">
            <a:extLst>
              <a:ext uri="{FF2B5EF4-FFF2-40B4-BE49-F238E27FC236}">
                <a16:creationId xmlns:a16="http://schemas.microsoft.com/office/drawing/2014/main" id="{5AFA5231-F61C-8836-0F61-67E4D64044DB}"/>
              </a:ext>
            </a:extLst>
          </p:cNvPr>
          <p:cNvSpPr/>
          <p:nvPr/>
        </p:nvSpPr>
        <p:spPr>
          <a:xfrm>
            <a:off x="533400" y="4353581"/>
            <a:ext cx="3584477" cy="2020235"/>
          </a:xfrm>
          <a:prstGeom prst="roundRect">
            <a:avLst>
              <a:gd name="adj" fmla="val 12271"/>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640080" rtlCol="0" anchor="t"/>
          <a:lstStyle/>
          <a:p>
            <a:pPr>
              <a:spcAft>
                <a:spcPts val="600"/>
              </a:spcAft>
            </a:pPr>
            <a:r>
              <a:rPr lang="en-US" sz="1400" b="1">
                <a:solidFill>
                  <a:schemeClr val="tx1"/>
                </a:solidFill>
                <a:latin typeface="Montserrat" panose="00000500000000000000" pitchFamily="2" charset="0"/>
              </a:rPr>
              <a:t>Compliance is not an add-on</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21 CFR, HIPAA, GDPR, SOX, EU AI Act built in</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Compliance work already done across all verticals</a:t>
            </a:r>
            <a:endParaRPr lang="en-IN" sz="1200">
              <a:solidFill>
                <a:schemeClr val="tx1"/>
              </a:solidFill>
              <a:latin typeface="Montserrat" panose="00000500000000000000" pitchFamily="2" charset="0"/>
            </a:endParaRPr>
          </a:p>
        </p:txBody>
      </p:sp>
      <p:sp>
        <p:nvSpPr>
          <p:cNvPr id="15" name="Rectangle: Rounded Corners 14">
            <a:extLst>
              <a:ext uri="{FF2B5EF4-FFF2-40B4-BE49-F238E27FC236}">
                <a16:creationId xmlns:a16="http://schemas.microsoft.com/office/drawing/2014/main" id="{E1D6247A-9E94-AFD1-9C6E-07F50CFBCB38}"/>
              </a:ext>
            </a:extLst>
          </p:cNvPr>
          <p:cNvSpPr/>
          <p:nvPr/>
        </p:nvSpPr>
        <p:spPr>
          <a:xfrm>
            <a:off x="4399011" y="4353581"/>
            <a:ext cx="3584477" cy="2020235"/>
          </a:xfrm>
          <a:prstGeom prst="roundRect">
            <a:avLst>
              <a:gd name="adj" fmla="val 12271"/>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548640" rtlCol="0" anchor="t"/>
          <a:lstStyle/>
          <a:p>
            <a:pPr>
              <a:spcAft>
                <a:spcPts val="600"/>
              </a:spcAft>
            </a:pPr>
            <a:r>
              <a:rPr lang="en-US" sz="1400" b="1">
                <a:solidFill>
                  <a:schemeClr val="tx1"/>
                </a:solidFill>
                <a:latin typeface="Montserrat" panose="00000500000000000000" pitchFamily="2" charset="0"/>
              </a:rPr>
              <a:t>One team, no translation layer</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Data, DS, ML &amp; software engineers — one practice</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No finger-pointing · no deployment gaps</a:t>
            </a:r>
            <a:endParaRPr lang="en-IN" sz="1200">
              <a:solidFill>
                <a:schemeClr val="tx1"/>
              </a:solidFill>
              <a:latin typeface="Montserrat" panose="00000500000000000000" pitchFamily="2" charset="0"/>
            </a:endParaRPr>
          </a:p>
        </p:txBody>
      </p:sp>
      <p:sp>
        <p:nvSpPr>
          <p:cNvPr id="16" name="Rectangle: Rounded Corners 15">
            <a:extLst>
              <a:ext uri="{FF2B5EF4-FFF2-40B4-BE49-F238E27FC236}">
                <a16:creationId xmlns:a16="http://schemas.microsoft.com/office/drawing/2014/main" id="{8A77C5F6-FCA6-EAAB-DABC-996257D60E65}"/>
              </a:ext>
            </a:extLst>
          </p:cNvPr>
          <p:cNvSpPr/>
          <p:nvPr/>
        </p:nvSpPr>
        <p:spPr>
          <a:xfrm>
            <a:off x="8264623" y="4353581"/>
            <a:ext cx="3584477" cy="2020235"/>
          </a:xfrm>
          <a:prstGeom prst="roundRect">
            <a:avLst>
              <a:gd name="adj" fmla="val 12271"/>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548640" rtlCol="0" anchor="t"/>
          <a:lstStyle/>
          <a:p>
            <a:pPr>
              <a:spcAft>
                <a:spcPts val="600"/>
              </a:spcAft>
            </a:pPr>
            <a:r>
              <a:rPr lang="en-IN" sz="1400" b="1">
                <a:solidFill>
                  <a:schemeClr val="tx1"/>
                </a:solidFill>
                <a:latin typeface="Montserrat" panose="00000500000000000000" pitchFamily="2" charset="0"/>
              </a:rPr>
              <a:t>Operated, not just delivered</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Models drift — we monitor, retrain &amp; govern</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Intelligence that stays intelligent</a:t>
            </a:r>
            <a:endParaRPr lang="en-IN" sz="1200">
              <a:solidFill>
                <a:schemeClr val="tx1"/>
              </a:solidFill>
              <a:latin typeface="Montserrat" panose="00000500000000000000" pitchFamily="2" charset="0"/>
            </a:endParaRPr>
          </a:p>
        </p:txBody>
      </p:sp>
      <p:grpSp>
        <p:nvGrpSpPr>
          <p:cNvPr id="29" name="Group 28">
            <a:extLst>
              <a:ext uri="{FF2B5EF4-FFF2-40B4-BE49-F238E27FC236}">
                <a16:creationId xmlns:a16="http://schemas.microsoft.com/office/drawing/2014/main" id="{F0098266-6552-9CB7-73BA-D7A88CDE3626}"/>
              </a:ext>
            </a:extLst>
          </p:cNvPr>
          <p:cNvGrpSpPr/>
          <p:nvPr/>
        </p:nvGrpSpPr>
        <p:grpSpPr>
          <a:xfrm>
            <a:off x="777240" y="2148840"/>
            <a:ext cx="708660" cy="600380"/>
            <a:chOff x="777240" y="2148840"/>
            <a:chExt cx="708660" cy="600380"/>
          </a:xfrm>
        </p:grpSpPr>
        <p:sp>
          <p:nvSpPr>
            <p:cNvPr id="27" name="Isosceles Triangle 26">
              <a:extLst>
                <a:ext uri="{FF2B5EF4-FFF2-40B4-BE49-F238E27FC236}">
                  <a16:creationId xmlns:a16="http://schemas.microsoft.com/office/drawing/2014/main" id="{ADA88813-D13F-BBC8-5CF7-B6C694096D9F}"/>
                </a:ext>
              </a:extLst>
            </p:cNvPr>
            <p:cNvSpPr/>
            <p:nvPr/>
          </p:nvSpPr>
          <p:spPr>
            <a:xfrm>
              <a:off x="1269340" y="2148840"/>
              <a:ext cx="216560" cy="186690"/>
            </a:xfrm>
            <a:prstGeom prst="triangle">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extLst>
                <a:ext uri="{FF2B5EF4-FFF2-40B4-BE49-F238E27FC236}">
                  <a16:creationId xmlns:a16="http://schemas.microsoft.com/office/drawing/2014/main" id="{60D853FC-FB63-0BB5-34FD-B4CEFC9A50DD}"/>
                </a:ext>
              </a:extLst>
            </p:cNvPr>
            <p:cNvSpPr/>
            <p:nvPr/>
          </p:nvSpPr>
          <p:spPr>
            <a:xfrm>
              <a:off x="777240" y="2148840"/>
              <a:ext cx="600380" cy="60038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5" name="Graphic 24">
              <a:extLst>
                <a:ext uri="{FF2B5EF4-FFF2-40B4-BE49-F238E27FC236}">
                  <a16:creationId xmlns:a16="http://schemas.microsoft.com/office/drawing/2014/main" id="{EE253F5D-8E19-BF32-FF8F-10D78F3D04F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94550" y="2266150"/>
              <a:ext cx="365760" cy="365760"/>
            </a:xfrm>
            <a:prstGeom prst="rect">
              <a:avLst/>
            </a:prstGeom>
          </p:spPr>
        </p:pic>
      </p:grpSp>
      <p:sp>
        <p:nvSpPr>
          <p:cNvPr id="35" name="Isosceles Triangle 34">
            <a:extLst>
              <a:ext uri="{FF2B5EF4-FFF2-40B4-BE49-F238E27FC236}">
                <a16:creationId xmlns:a16="http://schemas.microsoft.com/office/drawing/2014/main" id="{46F2FB94-83C2-E9FD-7783-F3DAC83E4E49}"/>
              </a:ext>
            </a:extLst>
          </p:cNvPr>
          <p:cNvSpPr/>
          <p:nvPr/>
        </p:nvSpPr>
        <p:spPr>
          <a:xfrm>
            <a:off x="5124903" y="2148840"/>
            <a:ext cx="216560" cy="186690"/>
          </a:xfrm>
          <a:prstGeom prst="triangle">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35">
            <a:extLst>
              <a:ext uri="{FF2B5EF4-FFF2-40B4-BE49-F238E27FC236}">
                <a16:creationId xmlns:a16="http://schemas.microsoft.com/office/drawing/2014/main" id="{18CE23D1-FB30-1A13-F041-524C221A83AE}"/>
              </a:ext>
            </a:extLst>
          </p:cNvPr>
          <p:cNvSpPr/>
          <p:nvPr/>
        </p:nvSpPr>
        <p:spPr>
          <a:xfrm>
            <a:off x="4632803" y="2148840"/>
            <a:ext cx="600380" cy="60038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Isosceles Triangle 38">
            <a:extLst>
              <a:ext uri="{FF2B5EF4-FFF2-40B4-BE49-F238E27FC236}">
                <a16:creationId xmlns:a16="http://schemas.microsoft.com/office/drawing/2014/main" id="{ED17CE4E-971D-3406-DF86-4C3CB169A955}"/>
              </a:ext>
            </a:extLst>
          </p:cNvPr>
          <p:cNvSpPr/>
          <p:nvPr/>
        </p:nvSpPr>
        <p:spPr>
          <a:xfrm>
            <a:off x="8980467" y="2148840"/>
            <a:ext cx="216560" cy="186690"/>
          </a:xfrm>
          <a:prstGeom prst="triangle">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39">
            <a:extLst>
              <a:ext uri="{FF2B5EF4-FFF2-40B4-BE49-F238E27FC236}">
                <a16:creationId xmlns:a16="http://schemas.microsoft.com/office/drawing/2014/main" id="{5B87D483-3037-3107-FCDE-A70C2D7ED615}"/>
              </a:ext>
            </a:extLst>
          </p:cNvPr>
          <p:cNvSpPr/>
          <p:nvPr/>
        </p:nvSpPr>
        <p:spPr>
          <a:xfrm>
            <a:off x="8488367" y="2148840"/>
            <a:ext cx="600380" cy="60038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Isosceles Triangle 41">
            <a:extLst>
              <a:ext uri="{FF2B5EF4-FFF2-40B4-BE49-F238E27FC236}">
                <a16:creationId xmlns:a16="http://schemas.microsoft.com/office/drawing/2014/main" id="{D422386D-F5C3-FB2D-E1F2-25E126ABDDF7}"/>
              </a:ext>
            </a:extLst>
          </p:cNvPr>
          <p:cNvSpPr/>
          <p:nvPr/>
        </p:nvSpPr>
        <p:spPr>
          <a:xfrm>
            <a:off x="1269340" y="4179590"/>
            <a:ext cx="216560" cy="186690"/>
          </a:xfrm>
          <a:prstGeom prst="triangle">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Rectangle 42">
            <a:extLst>
              <a:ext uri="{FF2B5EF4-FFF2-40B4-BE49-F238E27FC236}">
                <a16:creationId xmlns:a16="http://schemas.microsoft.com/office/drawing/2014/main" id="{D89EFF70-F76C-D4C8-5091-FA6DBD27B76D}"/>
              </a:ext>
            </a:extLst>
          </p:cNvPr>
          <p:cNvSpPr/>
          <p:nvPr/>
        </p:nvSpPr>
        <p:spPr>
          <a:xfrm>
            <a:off x="777240" y="4179590"/>
            <a:ext cx="600380" cy="60038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Isosceles Triangle 45">
            <a:extLst>
              <a:ext uri="{FF2B5EF4-FFF2-40B4-BE49-F238E27FC236}">
                <a16:creationId xmlns:a16="http://schemas.microsoft.com/office/drawing/2014/main" id="{E311A347-98F9-D397-3836-5C8C7F55B3F0}"/>
              </a:ext>
            </a:extLst>
          </p:cNvPr>
          <p:cNvSpPr/>
          <p:nvPr/>
        </p:nvSpPr>
        <p:spPr>
          <a:xfrm>
            <a:off x="5124903" y="4179590"/>
            <a:ext cx="216560" cy="186690"/>
          </a:xfrm>
          <a:prstGeom prst="triangle">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Rectangle 46">
            <a:extLst>
              <a:ext uri="{FF2B5EF4-FFF2-40B4-BE49-F238E27FC236}">
                <a16:creationId xmlns:a16="http://schemas.microsoft.com/office/drawing/2014/main" id="{CD553C33-CDD4-DCE4-CB1D-A85E262E37D6}"/>
              </a:ext>
            </a:extLst>
          </p:cNvPr>
          <p:cNvSpPr/>
          <p:nvPr/>
        </p:nvSpPr>
        <p:spPr>
          <a:xfrm>
            <a:off x="4632803" y="4179590"/>
            <a:ext cx="600380" cy="60038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Isosceles Triangle 48">
            <a:extLst>
              <a:ext uri="{FF2B5EF4-FFF2-40B4-BE49-F238E27FC236}">
                <a16:creationId xmlns:a16="http://schemas.microsoft.com/office/drawing/2014/main" id="{8FB71C5A-8E30-4223-6B27-06D6CE6446B1}"/>
              </a:ext>
            </a:extLst>
          </p:cNvPr>
          <p:cNvSpPr/>
          <p:nvPr/>
        </p:nvSpPr>
        <p:spPr>
          <a:xfrm>
            <a:off x="8980467" y="4179590"/>
            <a:ext cx="216560" cy="186690"/>
          </a:xfrm>
          <a:prstGeom prst="triangle">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Rectangle 49">
            <a:extLst>
              <a:ext uri="{FF2B5EF4-FFF2-40B4-BE49-F238E27FC236}">
                <a16:creationId xmlns:a16="http://schemas.microsoft.com/office/drawing/2014/main" id="{7C8BC77E-8AA2-FA9F-868E-745E455243F2}"/>
              </a:ext>
            </a:extLst>
          </p:cNvPr>
          <p:cNvSpPr/>
          <p:nvPr/>
        </p:nvSpPr>
        <p:spPr>
          <a:xfrm>
            <a:off x="8488367" y="4179590"/>
            <a:ext cx="600380" cy="60038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1" name="Graphic 50">
            <a:extLst>
              <a:ext uri="{FF2B5EF4-FFF2-40B4-BE49-F238E27FC236}">
                <a16:creationId xmlns:a16="http://schemas.microsoft.com/office/drawing/2014/main" id="{8AB00C69-EB93-E742-9B0F-52FC2790CB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50113" y="2266150"/>
            <a:ext cx="365760" cy="365760"/>
          </a:xfrm>
          <a:prstGeom prst="rect">
            <a:avLst/>
          </a:prstGeom>
        </p:spPr>
      </p:pic>
      <p:pic>
        <p:nvPicPr>
          <p:cNvPr id="52" name="Graphic 51">
            <a:extLst>
              <a:ext uri="{FF2B5EF4-FFF2-40B4-BE49-F238E27FC236}">
                <a16:creationId xmlns:a16="http://schemas.microsoft.com/office/drawing/2014/main" id="{C465C5ED-EDBA-C47E-8B7B-572909B413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05677" y="2266150"/>
            <a:ext cx="365760" cy="365760"/>
          </a:xfrm>
          <a:prstGeom prst="rect">
            <a:avLst/>
          </a:prstGeom>
        </p:spPr>
      </p:pic>
      <p:pic>
        <p:nvPicPr>
          <p:cNvPr id="55" name="Graphic 54">
            <a:extLst>
              <a:ext uri="{FF2B5EF4-FFF2-40B4-BE49-F238E27FC236}">
                <a16:creationId xmlns:a16="http://schemas.microsoft.com/office/drawing/2014/main" id="{ACF501F6-DD4C-1FD0-37C0-1A93990E385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4550" y="4296900"/>
            <a:ext cx="365760" cy="365760"/>
          </a:xfrm>
          <a:prstGeom prst="rect">
            <a:avLst/>
          </a:prstGeom>
        </p:spPr>
      </p:pic>
      <p:pic>
        <p:nvPicPr>
          <p:cNvPr id="56" name="Graphic 55">
            <a:extLst>
              <a:ext uri="{FF2B5EF4-FFF2-40B4-BE49-F238E27FC236}">
                <a16:creationId xmlns:a16="http://schemas.microsoft.com/office/drawing/2014/main" id="{6AD903EC-C006-9656-84B5-2B8ED9AFC53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50113" y="4300300"/>
            <a:ext cx="365760" cy="358960"/>
          </a:xfrm>
          <a:prstGeom prst="rect">
            <a:avLst/>
          </a:prstGeom>
        </p:spPr>
      </p:pic>
      <p:pic>
        <p:nvPicPr>
          <p:cNvPr id="57" name="Graphic 56">
            <a:extLst>
              <a:ext uri="{FF2B5EF4-FFF2-40B4-BE49-F238E27FC236}">
                <a16:creationId xmlns:a16="http://schemas.microsoft.com/office/drawing/2014/main" id="{C7B23780-A28B-B0D2-A889-A9E69DAFB74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605677" y="4296900"/>
            <a:ext cx="365760" cy="365760"/>
          </a:xfrm>
          <a:prstGeom prst="rect">
            <a:avLst/>
          </a:prstGeom>
        </p:spPr>
      </p:pic>
    </p:spTree>
    <p:extLst>
      <p:ext uri="{BB962C8B-B14F-4D97-AF65-F5344CB8AC3E}">
        <p14:creationId xmlns:p14="http://schemas.microsoft.com/office/powerpoint/2010/main" val="246756209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B0CB2-C63C-1BA8-5264-9DBBE70EC73E}"/>
              </a:ext>
            </a:extLst>
          </p:cNvPr>
          <p:cNvSpPr>
            <a:spLocks noGrp="1"/>
          </p:cNvSpPr>
          <p:nvPr>
            <p:ph type="title"/>
          </p:nvPr>
        </p:nvSpPr>
        <p:spPr/>
        <p:txBody>
          <a:bodyPr/>
          <a:lstStyle/>
          <a:p>
            <a:r>
              <a:rPr lang="en-US"/>
              <a:t>Trusted by regulated enterprise leaders</a:t>
            </a:r>
            <a:endParaRPr lang="en-IN"/>
          </a:p>
        </p:txBody>
      </p:sp>
      <p:sp>
        <p:nvSpPr>
          <p:cNvPr id="3" name="Slide Number Placeholder 2">
            <a:extLst>
              <a:ext uri="{FF2B5EF4-FFF2-40B4-BE49-F238E27FC236}">
                <a16:creationId xmlns:a16="http://schemas.microsoft.com/office/drawing/2014/main" id="{D51ED836-60BC-1D2A-B61E-938718C32A9C}"/>
              </a:ext>
            </a:extLst>
          </p:cNvPr>
          <p:cNvSpPr>
            <a:spLocks noGrp="1"/>
          </p:cNvSpPr>
          <p:nvPr>
            <p:ph type="sldNum" sz="quarter" idx="12"/>
          </p:nvPr>
        </p:nvSpPr>
        <p:spPr>
          <a:xfrm>
            <a:off x="9105900" y="6540407"/>
            <a:ext cx="2743200" cy="206375"/>
          </a:xfrm>
        </p:spPr>
        <p:txBody>
          <a:bodyPr/>
          <a:lstStyle/>
          <a:p>
            <a:fld id="{330EA680-D336-4FF7-8B7A-9848BB0A1C32}" type="slidenum">
              <a:rPr lang="en-US" smtClean="0"/>
              <a:t>72</a:t>
            </a:fld>
            <a:endParaRPr lang="en-US"/>
          </a:p>
        </p:txBody>
      </p:sp>
      <p:sp>
        <p:nvSpPr>
          <p:cNvPr id="4" name="Date Placeholder 3">
            <a:extLst>
              <a:ext uri="{FF2B5EF4-FFF2-40B4-BE49-F238E27FC236}">
                <a16:creationId xmlns:a16="http://schemas.microsoft.com/office/drawing/2014/main" id="{FD59D0B1-69FA-3BBE-8FFF-8D3805FE7B96}"/>
              </a:ext>
            </a:extLst>
          </p:cNvPr>
          <p:cNvSpPr>
            <a:spLocks noGrp="1"/>
          </p:cNvSpPr>
          <p:nvPr>
            <p:ph type="dt" sz="half" idx="2"/>
          </p:nvPr>
        </p:nvSpPr>
        <p:spPr/>
        <p:txBody>
          <a:bodyPr/>
          <a:lstStyle/>
          <a:p>
            <a:r>
              <a:rPr lang="en-US"/>
              <a:t>© SYREN CLOUD INC – 2026 – ALL RIGHTS RESERVED</a:t>
            </a:r>
            <a:endParaRPr lang="en-US" sz="600"/>
          </a:p>
        </p:txBody>
      </p:sp>
      <p:sp>
        <p:nvSpPr>
          <p:cNvPr id="5" name="TextBox 4">
            <a:extLst>
              <a:ext uri="{FF2B5EF4-FFF2-40B4-BE49-F238E27FC236}">
                <a16:creationId xmlns:a16="http://schemas.microsoft.com/office/drawing/2014/main" id="{6C6D51A4-FBD2-A863-E258-882D400872AF}"/>
              </a:ext>
            </a:extLst>
          </p:cNvPr>
          <p:cNvSpPr txBox="1"/>
          <p:nvPr/>
        </p:nvSpPr>
        <p:spPr>
          <a:xfrm>
            <a:off x="381000" y="112068"/>
            <a:ext cx="3454400" cy="230832"/>
          </a:xfrm>
          <a:prstGeom prst="rect">
            <a:avLst/>
          </a:prstGeom>
          <a:noFill/>
        </p:spPr>
        <p:txBody>
          <a:bodyPr wrap="square">
            <a:spAutoFit/>
          </a:bodyPr>
          <a:lstStyle/>
          <a:p>
            <a:r>
              <a:rPr lang="en-US" sz="900" i="0">
                <a:solidFill>
                  <a:schemeClr val="bg2"/>
                </a:solidFill>
                <a:effectLst/>
                <a:latin typeface="Montserrat" panose="00000500000000000000" pitchFamily="2" charset="0"/>
              </a:rPr>
              <a:t>OUR CLIENTELE</a:t>
            </a:r>
          </a:p>
        </p:txBody>
      </p:sp>
      <p:sp>
        <p:nvSpPr>
          <p:cNvPr id="6" name="Subtitle 6">
            <a:extLst>
              <a:ext uri="{FF2B5EF4-FFF2-40B4-BE49-F238E27FC236}">
                <a16:creationId xmlns:a16="http://schemas.microsoft.com/office/drawing/2014/main" id="{E42D5698-5494-E604-2FB4-86C1D835522F}"/>
              </a:ext>
            </a:extLst>
          </p:cNvPr>
          <p:cNvSpPr txBox="1">
            <a:spLocks/>
          </p:cNvSpPr>
          <p:nvPr/>
        </p:nvSpPr>
        <p:spPr>
          <a:xfrm>
            <a:off x="499224" y="1105433"/>
            <a:ext cx="11057467" cy="608372"/>
          </a:xfrm>
          <a:prstGeom prst="rect">
            <a:avLst/>
          </a:prstGeom>
        </p:spPr>
        <p:txBody>
          <a:bodyPr wrap="square">
            <a:spAutoFit/>
          </a:bodyPr>
          <a:lstStyle>
            <a:defPPr>
              <a:defRPr lang="en-US"/>
            </a:defPPr>
            <a:lvl1pPr marL="228600" indent="-228600">
              <a:lnSpc>
                <a:spcPct val="90000"/>
              </a:lnSpc>
              <a:spcBef>
                <a:spcPts val="600"/>
              </a:spcBef>
              <a:buClr>
                <a:schemeClr val="tx1"/>
              </a:buClr>
              <a:buSzPct val="80000"/>
              <a:buFont typeface="Wingdings" panose="05000000000000000000" pitchFamily="2" charset="2"/>
              <a:buChar char="v"/>
              <a:defRPr sz="1400" b="0" i="0">
                <a:latin typeface="Montserrat" panose="00000500000000000000" pitchFamily="2" charset="0"/>
              </a:defRPr>
            </a:lvl1pPr>
            <a:lvl2pPr marL="685800" indent="-228600">
              <a:lnSpc>
                <a:spcPct val="90000"/>
              </a:lnSpc>
              <a:spcBef>
                <a:spcPts val="500"/>
              </a:spcBef>
              <a:buClr>
                <a:schemeClr val="bg2"/>
              </a:buClr>
              <a:buSzPct val="80000"/>
              <a:buFontTx/>
              <a:buBlip>
                <a:blip r:embed="rId2"/>
              </a:buBlip>
              <a:defRPr sz="1200" b="0" i="0">
                <a:latin typeface="Montserrat Light" pitchFamily="2" charset="77"/>
              </a:defRPr>
            </a:lvl2pPr>
            <a:lvl3pPr marL="1143000" indent="-228600">
              <a:lnSpc>
                <a:spcPct val="90000"/>
              </a:lnSpc>
              <a:spcBef>
                <a:spcPts val="500"/>
              </a:spcBef>
              <a:buClr>
                <a:schemeClr val="bg2"/>
              </a:buClr>
              <a:buSzPct val="80000"/>
              <a:buFontTx/>
              <a:buBlip>
                <a:blip r:embed="rId2"/>
              </a:buBlip>
              <a:defRPr sz="1000" b="0" i="0">
                <a:latin typeface="Montserrat Light" pitchFamily="2" charset="77"/>
              </a:defRPr>
            </a:lvl3pPr>
            <a:lvl4pPr marL="1600200" indent="-228600">
              <a:lnSpc>
                <a:spcPct val="90000"/>
              </a:lnSpc>
              <a:spcBef>
                <a:spcPts val="500"/>
              </a:spcBef>
              <a:buClr>
                <a:schemeClr val="bg2"/>
              </a:buClr>
              <a:buSzPct val="80000"/>
              <a:buFontTx/>
              <a:buBlip>
                <a:blip r:embed="rId2"/>
              </a:buBlip>
              <a:defRPr sz="800" b="0" i="0">
                <a:latin typeface="Montserrat Light" pitchFamily="2" charset="77"/>
              </a:defRPr>
            </a:lvl4pPr>
            <a:lvl5pPr marL="2057400" indent="-228600">
              <a:lnSpc>
                <a:spcPct val="90000"/>
              </a:lnSpc>
              <a:spcBef>
                <a:spcPts val="500"/>
              </a:spcBef>
              <a:buClr>
                <a:schemeClr val="bg2"/>
              </a:buClr>
              <a:buSzPct val="80000"/>
              <a:buFontTx/>
              <a:buBlip>
                <a:blip r:embed="rId2"/>
              </a:buBlip>
              <a:defRPr sz="600" b="0" i="0">
                <a:latin typeface="Montserrat Light" pitchFamily="2"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t>Partners in compliance-intensive, high-stakes industries</a:t>
            </a:r>
          </a:p>
          <a:p>
            <a:r>
              <a:rPr lang="en-US"/>
              <a:t>Where bad data means audit findings, recalls &amp; market failures</a:t>
            </a:r>
          </a:p>
        </p:txBody>
      </p:sp>
      <p:sp>
        <p:nvSpPr>
          <p:cNvPr id="8" name="Rectangle: Rounded Corners 7">
            <a:extLst>
              <a:ext uri="{FF2B5EF4-FFF2-40B4-BE49-F238E27FC236}">
                <a16:creationId xmlns:a16="http://schemas.microsoft.com/office/drawing/2014/main" id="{FE72FB30-9972-308D-454B-9A76256B2D62}"/>
              </a:ext>
            </a:extLst>
          </p:cNvPr>
          <p:cNvSpPr/>
          <p:nvPr/>
        </p:nvSpPr>
        <p:spPr>
          <a:xfrm>
            <a:off x="546179" y="1996218"/>
            <a:ext cx="3584477" cy="2027587"/>
          </a:xfrm>
          <a:prstGeom prst="roundRect">
            <a:avLst>
              <a:gd name="adj" fmla="val 12271"/>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548640" rtlCol="0" anchor="t"/>
          <a:lstStyle/>
          <a:p>
            <a:pPr>
              <a:spcAft>
                <a:spcPts val="600"/>
              </a:spcAft>
            </a:pPr>
            <a:r>
              <a:rPr lang="en-IN" sz="1400" b="1">
                <a:solidFill>
                  <a:schemeClr val="tx1"/>
                </a:solidFill>
                <a:latin typeface="Montserrat" panose="00000500000000000000" pitchFamily="2" charset="0"/>
              </a:rPr>
              <a:t>Global Pharma &amp; Life Sciences</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Compliant, AI-ready platforms: clinical to commercial</a:t>
            </a:r>
          </a:p>
          <a:p>
            <a:pPr marL="171450" indent="-171450">
              <a:spcAft>
                <a:spcPts val="600"/>
              </a:spcAft>
              <a:buFont typeface="Wingdings" panose="05000000000000000000" pitchFamily="2" charset="2"/>
              <a:buChar char="v"/>
            </a:pPr>
            <a:r>
              <a:rPr lang="en-US" sz="1200" err="1">
                <a:solidFill>
                  <a:schemeClr val="tx1"/>
                </a:solidFill>
                <a:latin typeface="Montserrat" panose="00000500000000000000" pitchFamily="2" charset="0"/>
              </a:rPr>
              <a:t>GxP</a:t>
            </a:r>
            <a:r>
              <a:rPr lang="en-US" sz="1200">
                <a:solidFill>
                  <a:schemeClr val="tx1"/>
                </a:solidFill>
                <a:latin typeface="Montserrat" panose="00000500000000000000" pitchFamily="2" charset="0"/>
              </a:rPr>
              <a:t>-governed pipelines from R&amp;D to market</a:t>
            </a:r>
            <a:endParaRPr lang="en-IN" sz="1200" b="1">
              <a:solidFill>
                <a:schemeClr val="tx1"/>
              </a:solidFill>
              <a:latin typeface="Montserrat" panose="00000500000000000000" pitchFamily="2" charset="0"/>
            </a:endParaRPr>
          </a:p>
        </p:txBody>
      </p:sp>
      <p:sp>
        <p:nvSpPr>
          <p:cNvPr id="9" name="Rectangle: Rounded Corners 8">
            <a:extLst>
              <a:ext uri="{FF2B5EF4-FFF2-40B4-BE49-F238E27FC236}">
                <a16:creationId xmlns:a16="http://schemas.microsoft.com/office/drawing/2014/main" id="{F3834F32-FF4D-9774-BA34-EC02B12BC670}"/>
              </a:ext>
            </a:extLst>
          </p:cNvPr>
          <p:cNvSpPr/>
          <p:nvPr/>
        </p:nvSpPr>
        <p:spPr>
          <a:xfrm>
            <a:off x="4411790" y="1996218"/>
            <a:ext cx="3584477" cy="2027587"/>
          </a:xfrm>
          <a:prstGeom prst="roundRect">
            <a:avLst>
              <a:gd name="adj" fmla="val 12271"/>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548640" rtlCol="0" anchor="t"/>
          <a:lstStyle/>
          <a:p>
            <a:pPr>
              <a:spcAft>
                <a:spcPts val="600"/>
              </a:spcAft>
            </a:pPr>
            <a:r>
              <a:rPr lang="en-IN" sz="1400" b="1">
                <a:solidFill>
                  <a:schemeClr val="tx1"/>
                </a:solidFill>
                <a:latin typeface="Montserrat" panose="00000500000000000000" pitchFamily="2" charset="0"/>
              </a:rPr>
              <a:t>Healthcare Systems &amp; Payers</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FHIR-native care coordination at scale</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Pharmacovigilance signal detection</a:t>
            </a:r>
            <a:endParaRPr lang="en-IN" sz="1200">
              <a:solidFill>
                <a:schemeClr val="tx1"/>
              </a:solidFill>
              <a:latin typeface="Montserrat" panose="00000500000000000000" pitchFamily="2" charset="0"/>
            </a:endParaRPr>
          </a:p>
        </p:txBody>
      </p:sp>
      <p:sp>
        <p:nvSpPr>
          <p:cNvPr id="10" name="Rectangle: Rounded Corners 9">
            <a:extLst>
              <a:ext uri="{FF2B5EF4-FFF2-40B4-BE49-F238E27FC236}">
                <a16:creationId xmlns:a16="http://schemas.microsoft.com/office/drawing/2014/main" id="{1E1F942A-2802-4523-E086-E34028688A14}"/>
              </a:ext>
            </a:extLst>
          </p:cNvPr>
          <p:cNvSpPr/>
          <p:nvPr/>
        </p:nvSpPr>
        <p:spPr>
          <a:xfrm>
            <a:off x="8264623" y="1996218"/>
            <a:ext cx="3584477" cy="2027587"/>
          </a:xfrm>
          <a:prstGeom prst="roundRect">
            <a:avLst>
              <a:gd name="adj" fmla="val 12271"/>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548640" rtlCol="0" anchor="t"/>
          <a:lstStyle/>
          <a:p>
            <a:pPr>
              <a:spcAft>
                <a:spcPts val="600"/>
              </a:spcAft>
            </a:pPr>
            <a:r>
              <a:rPr lang="en-IN" sz="1400" b="1">
                <a:solidFill>
                  <a:schemeClr val="tx1"/>
                </a:solidFill>
                <a:latin typeface="Montserrat" panose="00000500000000000000" pitchFamily="2" charset="0"/>
              </a:rPr>
              <a:t>Manufacturing &amp; Industrial Leaders</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Predictive maintenance, QC &amp; supply chain AI</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OPC-UA, MES &amp; SCADA connected &amp; governed</a:t>
            </a:r>
            <a:endParaRPr lang="en-IN" sz="1200">
              <a:solidFill>
                <a:schemeClr val="tx1"/>
              </a:solidFill>
              <a:latin typeface="Montserrat" panose="00000500000000000000" pitchFamily="2" charset="0"/>
            </a:endParaRPr>
          </a:p>
        </p:txBody>
      </p:sp>
      <p:sp>
        <p:nvSpPr>
          <p:cNvPr id="11" name="Rectangle: Rounded Corners 10">
            <a:extLst>
              <a:ext uri="{FF2B5EF4-FFF2-40B4-BE49-F238E27FC236}">
                <a16:creationId xmlns:a16="http://schemas.microsoft.com/office/drawing/2014/main" id="{414E40E4-0859-4434-9C06-9D3717F3FDA3}"/>
              </a:ext>
            </a:extLst>
          </p:cNvPr>
          <p:cNvSpPr/>
          <p:nvPr/>
        </p:nvSpPr>
        <p:spPr>
          <a:xfrm>
            <a:off x="533400" y="4405501"/>
            <a:ext cx="3584477" cy="2027587"/>
          </a:xfrm>
          <a:prstGeom prst="roundRect">
            <a:avLst>
              <a:gd name="adj" fmla="val 12271"/>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548640" rtlCol="0" anchor="t"/>
          <a:lstStyle/>
          <a:p>
            <a:pPr>
              <a:spcAft>
                <a:spcPts val="600"/>
              </a:spcAft>
            </a:pPr>
            <a:r>
              <a:rPr lang="en-US" sz="1400" b="1">
                <a:solidFill>
                  <a:schemeClr val="tx1"/>
                </a:solidFill>
                <a:latin typeface="Montserrat" panose="00000500000000000000" pitchFamily="2" charset="0"/>
              </a:rPr>
              <a:t>CPG &amp; Retail Market Leaders</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Shelf performance, demand sensing &amp; trade ROI</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Syndicated data → agentic commercial planning</a:t>
            </a:r>
          </a:p>
        </p:txBody>
      </p:sp>
      <p:sp>
        <p:nvSpPr>
          <p:cNvPr id="12" name="Rectangle: Rounded Corners 11">
            <a:extLst>
              <a:ext uri="{FF2B5EF4-FFF2-40B4-BE49-F238E27FC236}">
                <a16:creationId xmlns:a16="http://schemas.microsoft.com/office/drawing/2014/main" id="{495C2726-CD78-D906-6127-3E0FB7A76BC3}"/>
              </a:ext>
            </a:extLst>
          </p:cNvPr>
          <p:cNvSpPr/>
          <p:nvPr/>
        </p:nvSpPr>
        <p:spPr>
          <a:xfrm>
            <a:off x="4399011" y="4405501"/>
            <a:ext cx="3584477" cy="2027587"/>
          </a:xfrm>
          <a:prstGeom prst="roundRect">
            <a:avLst>
              <a:gd name="adj" fmla="val 12271"/>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548640" rtlCol="0" anchor="t"/>
          <a:lstStyle/>
          <a:p>
            <a:pPr>
              <a:spcAft>
                <a:spcPts val="600"/>
              </a:spcAft>
            </a:pPr>
            <a:r>
              <a:rPr lang="en-US" sz="1400" b="1">
                <a:solidFill>
                  <a:schemeClr val="tx1"/>
                </a:solidFill>
                <a:latin typeface="Montserrat" panose="00000500000000000000" pitchFamily="2" charset="0"/>
              </a:rPr>
              <a:t>Financial Services Enterprises</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Governed data &amp; AI for risk &amp; commercial intel</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SR 11-7 &amp; SOX from architecture to audit trail</a:t>
            </a:r>
            <a:endParaRPr lang="en-IN" sz="1200">
              <a:solidFill>
                <a:schemeClr val="tx1"/>
              </a:solidFill>
              <a:latin typeface="Montserrat" panose="00000500000000000000" pitchFamily="2" charset="0"/>
            </a:endParaRPr>
          </a:p>
        </p:txBody>
      </p:sp>
      <p:sp>
        <p:nvSpPr>
          <p:cNvPr id="13" name="Rectangle: Rounded Corners 12">
            <a:extLst>
              <a:ext uri="{FF2B5EF4-FFF2-40B4-BE49-F238E27FC236}">
                <a16:creationId xmlns:a16="http://schemas.microsoft.com/office/drawing/2014/main" id="{3CD49103-F254-F406-106E-DA28239A8349}"/>
              </a:ext>
            </a:extLst>
          </p:cNvPr>
          <p:cNvSpPr/>
          <p:nvPr/>
        </p:nvSpPr>
        <p:spPr>
          <a:xfrm>
            <a:off x="8264623" y="4405501"/>
            <a:ext cx="3584477" cy="2027587"/>
          </a:xfrm>
          <a:prstGeom prst="roundRect">
            <a:avLst>
              <a:gd name="adj" fmla="val 12271"/>
            </a:avLst>
          </a:prstGeom>
          <a:noFill/>
          <a:ln w="127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tIns="548640" rtlCol="0" anchor="t"/>
          <a:lstStyle/>
          <a:p>
            <a:pPr>
              <a:spcAft>
                <a:spcPts val="600"/>
              </a:spcAft>
            </a:pPr>
            <a:r>
              <a:rPr lang="en-IN" sz="1400" b="1">
                <a:solidFill>
                  <a:schemeClr val="tx1"/>
                </a:solidFill>
                <a:latin typeface="Montserrat" panose="00000500000000000000" pitchFamily="2" charset="0"/>
              </a:rPr>
              <a:t>Global Supply Chain &amp; Logistics</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Planning, track &amp; trace, carrier optimization</a:t>
            </a:r>
          </a:p>
          <a:p>
            <a:pPr marL="171450" indent="-171450">
              <a:spcAft>
                <a:spcPts val="600"/>
              </a:spcAft>
              <a:buFont typeface="Wingdings" panose="05000000000000000000" pitchFamily="2" charset="2"/>
              <a:buChar char="v"/>
            </a:pPr>
            <a:r>
              <a:rPr lang="en-US" sz="1200">
                <a:solidFill>
                  <a:schemeClr val="tx1"/>
                </a:solidFill>
                <a:latin typeface="Montserrat" panose="00000500000000000000" pitchFamily="2" charset="0"/>
              </a:rPr>
              <a:t>EDI-integrated · TMS-connected · </a:t>
            </a:r>
            <a:br>
              <a:rPr lang="en-US" sz="1200">
                <a:solidFill>
                  <a:schemeClr val="tx1"/>
                </a:solidFill>
                <a:latin typeface="Montserrat" panose="00000500000000000000" pitchFamily="2" charset="0"/>
              </a:rPr>
            </a:br>
            <a:r>
              <a:rPr lang="en-US" sz="1200">
                <a:solidFill>
                  <a:schemeClr val="tx1"/>
                </a:solidFill>
                <a:latin typeface="Montserrat" panose="00000500000000000000" pitchFamily="2" charset="0"/>
              </a:rPr>
              <a:t>real-time visible</a:t>
            </a:r>
            <a:endParaRPr lang="en-IN" sz="1200">
              <a:solidFill>
                <a:schemeClr val="tx1"/>
              </a:solidFill>
              <a:latin typeface="Montserrat" panose="00000500000000000000" pitchFamily="2" charset="0"/>
            </a:endParaRPr>
          </a:p>
        </p:txBody>
      </p:sp>
      <p:sp>
        <p:nvSpPr>
          <p:cNvPr id="27" name="Isosceles Triangle 26">
            <a:extLst>
              <a:ext uri="{FF2B5EF4-FFF2-40B4-BE49-F238E27FC236}">
                <a16:creationId xmlns:a16="http://schemas.microsoft.com/office/drawing/2014/main" id="{7A33A733-F886-6C15-3818-EEFA0041AB0A}"/>
              </a:ext>
            </a:extLst>
          </p:cNvPr>
          <p:cNvSpPr/>
          <p:nvPr/>
        </p:nvSpPr>
        <p:spPr>
          <a:xfrm>
            <a:off x="1269340" y="1814906"/>
            <a:ext cx="216560" cy="186690"/>
          </a:xfrm>
          <a:prstGeom prst="triangle">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27">
            <a:extLst>
              <a:ext uri="{FF2B5EF4-FFF2-40B4-BE49-F238E27FC236}">
                <a16:creationId xmlns:a16="http://schemas.microsoft.com/office/drawing/2014/main" id="{E90AA28D-5A55-D078-FC40-11A5FA9032DB}"/>
              </a:ext>
            </a:extLst>
          </p:cNvPr>
          <p:cNvSpPr/>
          <p:nvPr/>
        </p:nvSpPr>
        <p:spPr>
          <a:xfrm>
            <a:off x="776571" y="1814906"/>
            <a:ext cx="600380" cy="60038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Isosceles Triangle 30">
            <a:extLst>
              <a:ext uri="{FF2B5EF4-FFF2-40B4-BE49-F238E27FC236}">
                <a16:creationId xmlns:a16="http://schemas.microsoft.com/office/drawing/2014/main" id="{B8AA23A0-CFF4-94C2-4D15-EE0F40C4FEF6}"/>
              </a:ext>
            </a:extLst>
          </p:cNvPr>
          <p:cNvSpPr/>
          <p:nvPr/>
        </p:nvSpPr>
        <p:spPr>
          <a:xfrm>
            <a:off x="5109750" y="1814906"/>
            <a:ext cx="216560" cy="186690"/>
          </a:xfrm>
          <a:prstGeom prst="triangle">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Rectangle 31">
            <a:extLst>
              <a:ext uri="{FF2B5EF4-FFF2-40B4-BE49-F238E27FC236}">
                <a16:creationId xmlns:a16="http://schemas.microsoft.com/office/drawing/2014/main" id="{5AA32F08-BD30-A65D-1397-6888F3876716}"/>
              </a:ext>
            </a:extLst>
          </p:cNvPr>
          <p:cNvSpPr/>
          <p:nvPr/>
        </p:nvSpPr>
        <p:spPr>
          <a:xfrm>
            <a:off x="4616981" y="1814906"/>
            <a:ext cx="600380" cy="60038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Isosceles Triangle 34">
            <a:extLst>
              <a:ext uri="{FF2B5EF4-FFF2-40B4-BE49-F238E27FC236}">
                <a16:creationId xmlns:a16="http://schemas.microsoft.com/office/drawing/2014/main" id="{38A1D0D5-E155-898C-34C7-42B822AEF51A}"/>
              </a:ext>
            </a:extLst>
          </p:cNvPr>
          <p:cNvSpPr/>
          <p:nvPr/>
        </p:nvSpPr>
        <p:spPr>
          <a:xfrm>
            <a:off x="8949491" y="1814906"/>
            <a:ext cx="216560" cy="186690"/>
          </a:xfrm>
          <a:prstGeom prst="triangle">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35">
            <a:extLst>
              <a:ext uri="{FF2B5EF4-FFF2-40B4-BE49-F238E27FC236}">
                <a16:creationId xmlns:a16="http://schemas.microsoft.com/office/drawing/2014/main" id="{4CA9AA25-FDDD-B9B9-739D-9A5A2877E05D}"/>
              </a:ext>
            </a:extLst>
          </p:cNvPr>
          <p:cNvSpPr/>
          <p:nvPr/>
        </p:nvSpPr>
        <p:spPr>
          <a:xfrm>
            <a:off x="8457391" y="1814906"/>
            <a:ext cx="600380" cy="60038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Isosceles Triangle 38">
            <a:extLst>
              <a:ext uri="{FF2B5EF4-FFF2-40B4-BE49-F238E27FC236}">
                <a16:creationId xmlns:a16="http://schemas.microsoft.com/office/drawing/2014/main" id="{030B4442-D683-0828-58C9-0175747B925D}"/>
              </a:ext>
            </a:extLst>
          </p:cNvPr>
          <p:cNvSpPr/>
          <p:nvPr/>
        </p:nvSpPr>
        <p:spPr>
          <a:xfrm>
            <a:off x="1269340" y="4214401"/>
            <a:ext cx="216560" cy="186690"/>
          </a:xfrm>
          <a:prstGeom prst="triangle">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Rectangle 39">
            <a:extLst>
              <a:ext uri="{FF2B5EF4-FFF2-40B4-BE49-F238E27FC236}">
                <a16:creationId xmlns:a16="http://schemas.microsoft.com/office/drawing/2014/main" id="{AE7D071C-1248-30D3-7D50-93BEF7EAD9EC}"/>
              </a:ext>
            </a:extLst>
          </p:cNvPr>
          <p:cNvSpPr/>
          <p:nvPr/>
        </p:nvSpPr>
        <p:spPr>
          <a:xfrm>
            <a:off x="776571" y="4214401"/>
            <a:ext cx="600380" cy="60038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Isosceles Triangle 42">
            <a:extLst>
              <a:ext uri="{FF2B5EF4-FFF2-40B4-BE49-F238E27FC236}">
                <a16:creationId xmlns:a16="http://schemas.microsoft.com/office/drawing/2014/main" id="{3CB04588-A3CD-87EC-C975-A21069D66FFA}"/>
              </a:ext>
            </a:extLst>
          </p:cNvPr>
          <p:cNvSpPr/>
          <p:nvPr/>
        </p:nvSpPr>
        <p:spPr>
          <a:xfrm>
            <a:off x="5109750" y="4214401"/>
            <a:ext cx="216560" cy="186690"/>
          </a:xfrm>
          <a:prstGeom prst="triangle">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Rectangle 43">
            <a:extLst>
              <a:ext uri="{FF2B5EF4-FFF2-40B4-BE49-F238E27FC236}">
                <a16:creationId xmlns:a16="http://schemas.microsoft.com/office/drawing/2014/main" id="{7362F829-FE3B-C21D-9755-FB5969E0AD31}"/>
              </a:ext>
            </a:extLst>
          </p:cNvPr>
          <p:cNvSpPr/>
          <p:nvPr/>
        </p:nvSpPr>
        <p:spPr>
          <a:xfrm>
            <a:off x="4616981" y="4214401"/>
            <a:ext cx="600380" cy="60038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Isosceles Triangle 46">
            <a:extLst>
              <a:ext uri="{FF2B5EF4-FFF2-40B4-BE49-F238E27FC236}">
                <a16:creationId xmlns:a16="http://schemas.microsoft.com/office/drawing/2014/main" id="{5B6343EF-FDE7-095E-EA83-02A64BF7BC06}"/>
              </a:ext>
            </a:extLst>
          </p:cNvPr>
          <p:cNvSpPr/>
          <p:nvPr/>
        </p:nvSpPr>
        <p:spPr>
          <a:xfrm>
            <a:off x="8949491" y="4214401"/>
            <a:ext cx="216560" cy="186690"/>
          </a:xfrm>
          <a:prstGeom prst="triangle">
            <a:avLst/>
          </a:prstGeom>
          <a:solidFill>
            <a:schemeClr val="bg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Rectangle 47">
            <a:extLst>
              <a:ext uri="{FF2B5EF4-FFF2-40B4-BE49-F238E27FC236}">
                <a16:creationId xmlns:a16="http://schemas.microsoft.com/office/drawing/2014/main" id="{675B6C45-0F7A-9CE4-3F65-C5A2E828352E}"/>
              </a:ext>
            </a:extLst>
          </p:cNvPr>
          <p:cNvSpPr/>
          <p:nvPr/>
        </p:nvSpPr>
        <p:spPr>
          <a:xfrm>
            <a:off x="8457391" y="4214401"/>
            <a:ext cx="600380" cy="60038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0" name="Graphic 49" descr="Medicine outline">
            <a:extLst>
              <a:ext uri="{FF2B5EF4-FFF2-40B4-BE49-F238E27FC236}">
                <a16:creationId xmlns:a16="http://schemas.microsoft.com/office/drawing/2014/main" id="{395DD9C7-0F20-DFE7-434A-E96D71A542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3881" y="1932216"/>
            <a:ext cx="365760" cy="365760"/>
          </a:xfrm>
          <a:prstGeom prst="rect">
            <a:avLst/>
          </a:prstGeom>
        </p:spPr>
      </p:pic>
      <p:pic>
        <p:nvPicPr>
          <p:cNvPr id="51" name="Graphic 50">
            <a:extLst>
              <a:ext uri="{FF2B5EF4-FFF2-40B4-BE49-F238E27FC236}">
                <a16:creationId xmlns:a16="http://schemas.microsoft.com/office/drawing/2014/main" id="{BB915F3E-4AEB-FCB1-705F-EB0E5E53D0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34291" y="1932216"/>
            <a:ext cx="365760" cy="365760"/>
          </a:xfrm>
          <a:prstGeom prst="rect">
            <a:avLst/>
          </a:prstGeom>
        </p:spPr>
      </p:pic>
      <p:pic>
        <p:nvPicPr>
          <p:cNvPr id="52" name="Graphic 51">
            <a:extLst>
              <a:ext uri="{FF2B5EF4-FFF2-40B4-BE49-F238E27FC236}">
                <a16:creationId xmlns:a16="http://schemas.microsoft.com/office/drawing/2014/main" id="{0A4DBD0A-0B48-F614-904E-F526C34526F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574701" y="1932216"/>
            <a:ext cx="365760" cy="365760"/>
          </a:xfrm>
          <a:prstGeom prst="rect">
            <a:avLst/>
          </a:prstGeom>
        </p:spPr>
      </p:pic>
      <p:pic>
        <p:nvPicPr>
          <p:cNvPr id="53" name="Graphic 52">
            <a:extLst>
              <a:ext uri="{FF2B5EF4-FFF2-40B4-BE49-F238E27FC236}">
                <a16:creationId xmlns:a16="http://schemas.microsoft.com/office/drawing/2014/main" id="{F0B8FC68-BA9D-060B-A854-7C3C07F69C1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3881" y="4331711"/>
            <a:ext cx="365760" cy="365760"/>
          </a:xfrm>
          <a:prstGeom prst="rect">
            <a:avLst/>
          </a:prstGeom>
        </p:spPr>
      </p:pic>
      <p:pic>
        <p:nvPicPr>
          <p:cNvPr id="54" name="Graphic 53">
            <a:extLst>
              <a:ext uri="{FF2B5EF4-FFF2-40B4-BE49-F238E27FC236}">
                <a16:creationId xmlns:a16="http://schemas.microsoft.com/office/drawing/2014/main" id="{39EFDFE8-A64E-67C8-4C5C-E27035241FA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574701" y="4331711"/>
            <a:ext cx="365760" cy="365760"/>
          </a:xfrm>
          <a:prstGeom prst="rect">
            <a:avLst/>
          </a:prstGeom>
        </p:spPr>
      </p:pic>
      <p:pic>
        <p:nvPicPr>
          <p:cNvPr id="55" name="Graphic 54">
            <a:extLst>
              <a:ext uri="{FF2B5EF4-FFF2-40B4-BE49-F238E27FC236}">
                <a16:creationId xmlns:a16="http://schemas.microsoft.com/office/drawing/2014/main" id="{6CE59F2E-4EA8-B84A-263E-B5ED53FF189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21488" y="4331711"/>
            <a:ext cx="365760" cy="365760"/>
          </a:xfrm>
          <a:prstGeom prst="rect">
            <a:avLst/>
          </a:prstGeom>
        </p:spPr>
      </p:pic>
    </p:spTree>
    <p:extLst>
      <p:ext uri="{BB962C8B-B14F-4D97-AF65-F5344CB8AC3E}">
        <p14:creationId xmlns:p14="http://schemas.microsoft.com/office/powerpoint/2010/main" val="27097165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 name="Rectangle: Single Corner Rounded 30">
            <a:extLst>
              <a:ext uri="{FF2B5EF4-FFF2-40B4-BE49-F238E27FC236}">
                <a16:creationId xmlns:a16="http://schemas.microsoft.com/office/drawing/2014/main" id="{A45F0AA4-D80F-6737-B80D-7FAE13FAAC22}"/>
              </a:ext>
            </a:extLst>
          </p:cNvPr>
          <p:cNvSpPr/>
          <p:nvPr/>
        </p:nvSpPr>
        <p:spPr>
          <a:xfrm>
            <a:off x="9743049" y="2141529"/>
            <a:ext cx="1645920" cy="392276"/>
          </a:xfrm>
          <a:prstGeom prst="round1Rect">
            <a:avLst>
              <a:gd name="adj" fmla="val 50000"/>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Single Corner Rounded 28">
            <a:extLst>
              <a:ext uri="{FF2B5EF4-FFF2-40B4-BE49-F238E27FC236}">
                <a16:creationId xmlns:a16="http://schemas.microsoft.com/office/drawing/2014/main" id="{1A7E9BE7-C84E-3BAD-BE2C-D1D053B191E8}"/>
              </a:ext>
            </a:extLst>
          </p:cNvPr>
          <p:cNvSpPr/>
          <p:nvPr/>
        </p:nvSpPr>
        <p:spPr>
          <a:xfrm>
            <a:off x="7459980" y="2141529"/>
            <a:ext cx="1645920" cy="392276"/>
          </a:xfrm>
          <a:prstGeom prst="round1Rect">
            <a:avLst>
              <a:gd name="adj" fmla="val 50000"/>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Single Corner Rounded 25">
            <a:extLst>
              <a:ext uri="{FF2B5EF4-FFF2-40B4-BE49-F238E27FC236}">
                <a16:creationId xmlns:a16="http://schemas.microsoft.com/office/drawing/2014/main" id="{097877A9-49E3-FBE3-A7E5-16478CF9FA9E}"/>
              </a:ext>
            </a:extLst>
          </p:cNvPr>
          <p:cNvSpPr/>
          <p:nvPr/>
        </p:nvSpPr>
        <p:spPr>
          <a:xfrm>
            <a:off x="5127943" y="2141529"/>
            <a:ext cx="1645920" cy="392276"/>
          </a:xfrm>
          <a:prstGeom prst="round1Rect">
            <a:avLst>
              <a:gd name="adj" fmla="val 50000"/>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Single Corner Rounded 24">
            <a:extLst>
              <a:ext uri="{FF2B5EF4-FFF2-40B4-BE49-F238E27FC236}">
                <a16:creationId xmlns:a16="http://schemas.microsoft.com/office/drawing/2014/main" id="{CAC86FDA-7FF3-1A99-AA64-A4B7ADD20DF8}"/>
              </a:ext>
            </a:extLst>
          </p:cNvPr>
          <p:cNvSpPr/>
          <p:nvPr/>
        </p:nvSpPr>
        <p:spPr>
          <a:xfrm>
            <a:off x="2822776" y="2141529"/>
            <a:ext cx="1501019" cy="392276"/>
          </a:xfrm>
          <a:prstGeom prst="round1Rect">
            <a:avLst>
              <a:gd name="adj" fmla="val 50000"/>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Single Corner Rounded 12">
            <a:extLst>
              <a:ext uri="{FF2B5EF4-FFF2-40B4-BE49-F238E27FC236}">
                <a16:creationId xmlns:a16="http://schemas.microsoft.com/office/drawing/2014/main" id="{CB689C55-1F16-D522-85C1-B68530B831A1}"/>
              </a:ext>
            </a:extLst>
          </p:cNvPr>
          <p:cNvSpPr/>
          <p:nvPr/>
        </p:nvSpPr>
        <p:spPr>
          <a:xfrm>
            <a:off x="505203" y="2141529"/>
            <a:ext cx="1501019" cy="392276"/>
          </a:xfrm>
          <a:prstGeom prst="round1Rect">
            <a:avLst>
              <a:gd name="adj" fmla="val 50000"/>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EE0C13-7CC1-BB10-0428-785145EC1CDE}"/>
              </a:ext>
            </a:extLst>
          </p:cNvPr>
          <p:cNvSpPr>
            <a:spLocks noGrp="1"/>
          </p:cNvSpPr>
          <p:nvPr>
            <p:ph type="title"/>
          </p:nvPr>
        </p:nvSpPr>
        <p:spPr>
          <a:xfrm>
            <a:off x="381000" y="342899"/>
            <a:ext cx="11468100" cy="553993"/>
          </a:xfrm>
        </p:spPr>
        <p:txBody>
          <a:bodyPr/>
          <a:lstStyle/>
          <a:p>
            <a:r>
              <a:rPr lang="en-US"/>
              <a:t>Certified for regulated enterprises. Audit-ready on day one.</a:t>
            </a:r>
            <a:endParaRPr lang="en-IN"/>
          </a:p>
        </p:txBody>
      </p:sp>
      <p:sp>
        <p:nvSpPr>
          <p:cNvPr id="3" name="Slide Number Placeholder 2">
            <a:extLst>
              <a:ext uri="{FF2B5EF4-FFF2-40B4-BE49-F238E27FC236}">
                <a16:creationId xmlns:a16="http://schemas.microsoft.com/office/drawing/2014/main" id="{078CBED4-8C6F-4C46-B3AF-F49B9EB15468}"/>
              </a:ext>
            </a:extLst>
          </p:cNvPr>
          <p:cNvSpPr>
            <a:spLocks noGrp="1"/>
          </p:cNvSpPr>
          <p:nvPr>
            <p:ph type="sldNum" sz="quarter" idx="12"/>
          </p:nvPr>
        </p:nvSpPr>
        <p:spPr/>
        <p:txBody>
          <a:bodyPr/>
          <a:lstStyle/>
          <a:p>
            <a:fld id="{330EA680-D336-4FF7-8B7A-9848BB0A1C32}" type="slidenum">
              <a:rPr lang="en-US" smtClean="0"/>
              <a:t>73</a:t>
            </a:fld>
            <a:endParaRPr lang="en-US"/>
          </a:p>
        </p:txBody>
      </p:sp>
      <p:sp>
        <p:nvSpPr>
          <p:cNvPr id="4" name="Date Placeholder 3">
            <a:extLst>
              <a:ext uri="{FF2B5EF4-FFF2-40B4-BE49-F238E27FC236}">
                <a16:creationId xmlns:a16="http://schemas.microsoft.com/office/drawing/2014/main" id="{DEC4164C-9B31-0B1E-9F6F-81BA5BF94F04}"/>
              </a:ext>
            </a:extLst>
          </p:cNvPr>
          <p:cNvSpPr>
            <a:spLocks noGrp="1"/>
          </p:cNvSpPr>
          <p:nvPr>
            <p:ph type="dt" sz="half" idx="2"/>
          </p:nvPr>
        </p:nvSpPr>
        <p:spPr/>
        <p:txBody>
          <a:bodyPr/>
          <a:lstStyle/>
          <a:p>
            <a:r>
              <a:rPr lang="en-US"/>
              <a:t>© SYREN CLOUD INC – 2026 – ALL RIGHTS RESERVED</a:t>
            </a:r>
            <a:endParaRPr lang="en-US" sz="600"/>
          </a:p>
        </p:txBody>
      </p:sp>
      <p:sp>
        <p:nvSpPr>
          <p:cNvPr id="5" name="Subtitle 6">
            <a:extLst>
              <a:ext uri="{FF2B5EF4-FFF2-40B4-BE49-F238E27FC236}">
                <a16:creationId xmlns:a16="http://schemas.microsoft.com/office/drawing/2014/main" id="{F61E60E8-AE25-34E4-9FE9-9CC91E766A32}"/>
              </a:ext>
            </a:extLst>
          </p:cNvPr>
          <p:cNvSpPr txBox="1">
            <a:spLocks/>
          </p:cNvSpPr>
          <p:nvPr/>
        </p:nvSpPr>
        <p:spPr>
          <a:xfrm>
            <a:off x="406400" y="986481"/>
            <a:ext cx="11057467" cy="557076"/>
          </a:xfrm>
          <a:prstGeom prst="rect">
            <a:avLst/>
          </a:prstGeom>
        </p:spPr>
        <p:txBody>
          <a:bodyPr wrap="square">
            <a:spAutoFit/>
          </a:bodyPr>
          <a:lstStyle>
            <a:defPPr>
              <a:defRPr lang="en-US"/>
            </a:defPPr>
            <a:lvl1pPr marL="228600" indent="-228600">
              <a:lnSpc>
                <a:spcPct val="90000"/>
              </a:lnSpc>
              <a:spcBef>
                <a:spcPts val="600"/>
              </a:spcBef>
              <a:buClr>
                <a:schemeClr val="tx1"/>
              </a:buClr>
              <a:buSzPct val="80000"/>
              <a:buFont typeface="Wingdings" panose="05000000000000000000" pitchFamily="2" charset="2"/>
              <a:buChar char="v"/>
              <a:defRPr sz="1400" b="0" i="0">
                <a:latin typeface="Montserrat" panose="00000500000000000000" pitchFamily="2" charset="0"/>
              </a:defRPr>
            </a:lvl1pPr>
            <a:lvl2pPr marL="685800" indent="-228600">
              <a:lnSpc>
                <a:spcPct val="90000"/>
              </a:lnSpc>
              <a:spcBef>
                <a:spcPts val="500"/>
              </a:spcBef>
              <a:buClr>
                <a:schemeClr val="bg2"/>
              </a:buClr>
              <a:buSzPct val="80000"/>
              <a:buFontTx/>
              <a:buBlip>
                <a:blip r:embed="rId2"/>
              </a:buBlip>
              <a:defRPr sz="1200" b="0" i="0">
                <a:latin typeface="Montserrat Light" pitchFamily="2" charset="77"/>
              </a:defRPr>
            </a:lvl2pPr>
            <a:lvl3pPr marL="1143000" indent="-228600">
              <a:lnSpc>
                <a:spcPct val="90000"/>
              </a:lnSpc>
              <a:spcBef>
                <a:spcPts val="500"/>
              </a:spcBef>
              <a:buClr>
                <a:schemeClr val="bg2"/>
              </a:buClr>
              <a:buSzPct val="80000"/>
              <a:buFontTx/>
              <a:buBlip>
                <a:blip r:embed="rId2"/>
              </a:buBlip>
              <a:defRPr sz="1000" b="0" i="0">
                <a:latin typeface="Montserrat Light" pitchFamily="2" charset="77"/>
              </a:defRPr>
            </a:lvl3pPr>
            <a:lvl4pPr marL="1600200" indent="-228600">
              <a:lnSpc>
                <a:spcPct val="90000"/>
              </a:lnSpc>
              <a:spcBef>
                <a:spcPts val="500"/>
              </a:spcBef>
              <a:buClr>
                <a:schemeClr val="bg2"/>
              </a:buClr>
              <a:buSzPct val="80000"/>
              <a:buFontTx/>
              <a:buBlip>
                <a:blip r:embed="rId2"/>
              </a:buBlip>
              <a:defRPr sz="800" b="0" i="0">
                <a:latin typeface="Montserrat Light" pitchFamily="2" charset="77"/>
              </a:defRPr>
            </a:lvl4pPr>
            <a:lvl5pPr marL="2057400" indent="-228600">
              <a:lnSpc>
                <a:spcPct val="90000"/>
              </a:lnSpc>
              <a:spcBef>
                <a:spcPts val="500"/>
              </a:spcBef>
              <a:buClr>
                <a:schemeClr val="bg2"/>
              </a:buClr>
              <a:buSzPct val="80000"/>
              <a:buFontTx/>
              <a:buBlip>
                <a:blip r:embed="rId2"/>
              </a:buBlip>
              <a:defRPr sz="600" b="0" i="0">
                <a:latin typeface="Montserrat Light" pitchFamily="2" charset="77"/>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t>Pre-built signals for the most regulated verticals</a:t>
            </a:r>
          </a:p>
          <a:p>
            <a:r>
              <a:rPr lang="en-US"/>
              <a:t>21 CFR Pt 11, HIPAA &amp; GDPR compliant from go-live</a:t>
            </a:r>
          </a:p>
        </p:txBody>
      </p:sp>
      <p:sp>
        <p:nvSpPr>
          <p:cNvPr id="6" name="TextBox 5">
            <a:extLst>
              <a:ext uri="{FF2B5EF4-FFF2-40B4-BE49-F238E27FC236}">
                <a16:creationId xmlns:a16="http://schemas.microsoft.com/office/drawing/2014/main" id="{3C0D1C00-01BE-9BC2-CC36-B64D1410160C}"/>
              </a:ext>
            </a:extLst>
          </p:cNvPr>
          <p:cNvSpPr txBox="1"/>
          <p:nvPr/>
        </p:nvSpPr>
        <p:spPr>
          <a:xfrm>
            <a:off x="381000" y="112068"/>
            <a:ext cx="3454400" cy="230832"/>
          </a:xfrm>
          <a:prstGeom prst="rect">
            <a:avLst/>
          </a:prstGeom>
          <a:noFill/>
        </p:spPr>
        <p:txBody>
          <a:bodyPr wrap="square">
            <a:spAutoFit/>
          </a:bodyPr>
          <a:lstStyle/>
          <a:p>
            <a:r>
              <a:rPr lang="en-US" sz="900" i="0">
                <a:solidFill>
                  <a:schemeClr val="bg2"/>
                </a:solidFill>
                <a:effectLst/>
                <a:latin typeface="Montserrat" panose="00000500000000000000" pitchFamily="2" charset="0"/>
              </a:rPr>
              <a:t>INDUSTRIES &amp; COMPLIANCE</a:t>
            </a:r>
          </a:p>
        </p:txBody>
      </p:sp>
      <p:sp>
        <p:nvSpPr>
          <p:cNvPr id="7" name="TextBox 6">
            <a:extLst>
              <a:ext uri="{FF2B5EF4-FFF2-40B4-BE49-F238E27FC236}">
                <a16:creationId xmlns:a16="http://schemas.microsoft.com/office/drawing/2014/main" id="{33DADD18-517F-D8D3-5905-F06EA370AE96}"/>
              </a:ext>
            </a:extLst>
          </p:cNvPr>
          <p:cNvSpPr txBox="1"/>
          <p:nvPr/>
        </p:nvSpPr>
        <p:spPr>
          <a:xfrm>
            <a:off x="491067" y="1883446"/>
            <a:ext cx="2106050" cy="2709758"/>
          </a:xfrm>
          <a:prstGeom prst="roundRect">
            <a:avLst>
              <a:gd name="adj" fmla="val 9723"/>
            </a:avLst>
          </a:prstGeom>
          <a:noFill/>
          <a:ln>
            <a:solidFill>
              <a:schemeClr val="bg2"/>
            </a:solidFill>
          </a:ln>
        </p:spPr>
        <p:txBody>
          <a:bodyPr wrap="square" tIns="91440">
            <a:noAutofit/>
          </a:bodyPr>
          <a:lstStyle/>
          <a:p>
            <a:pPr>
              <a:spcAft>
                <a:spcPts val="600"/>
              </a:spcAft>
            </a:pPr>
            <a:br>
              <a:rPr lang="en-IN" sz="1400" b="1">
                <a:solidFill>
                  <a:schemeClr val="bg1"/>
                </a:solidFill>
                <a:latin typeface="Montserrat" panose="00000500000000000000" pitchFamily="2" charset="0"/>
              </a:rPr>
            </a:br>
            <a:r>
              <a:rPr lang="en-IN" sz="1400" b="1">
                <a:solidFill>
                  <a:schemeClr val="bg1"/>
                </a:solidFill>
                <a:latin typeface="Montserrat" panose="00000500000000000000" pitchFamily="2" charset="0"/>
              </a:rPr>
              <a:t>Pharma</a:t>
            </a:r>
            <a:br>
              <a:rPr lang="en-IN" sz="1400" b="1">
                <a:solidFill>
                  <a:schemeClr val="bg1"/>
                </a:solidFill>
                <a:latin typeface="Montserrat" panose="00000500000000000000" pitchFamily="2" charset="0"/>
              </a:rPr>
            </a:br>
            <a:endParaRPr lang="en-IN" sz="1400" b="1">
              <a:solidFill>
                <a:schemeClr val="bg1"/>
              </a:solidFill>
              <a:latin typeface="Montserrat" panose="00000500000000000000" pitchFamily="2" charset="0"/>
            </a:endParaRPr>
          </a:p>
          <a:p>
            <a:pPr marL="285750" indent="-285750" algn="l">
              <a:spcAft>
                <a:spcPts val="600"/>
              </a:spcAft>
              <a:buFont typeface="Wingdings" panose="05000000000000000000" pitchFamily="2" charset="2"/>
              <a:buChar char="v"/>
            </a:pPr>
            <a:r>
              <a:rPr lang="en-US" sz="1200" b="0" i="0">
                <a:effectLst/>
                <a:latin typeface="Montserrat" panose="00000500000000000000" pitchFamily="2" charset="0"/>
              </a:rPr>
              <a:t>21 CFR Part 11</a:t>
            </a:r>
          </a:p>
          <a:p>
            <a:pPr marL="285750" indent="-285750" algn="l">
              <a:spcAft>
                <a:spcPts val="600"/>
              </a:spcAft>
              <a:buFont typeface="Wingdings" panose="05000000000000000000" pitchFamily="2" charset="2"/>
              <a:buChar char="v"/>
            </a:pPr>
            <a:r>
              <a:rPr lang="en-US" sz="1200" b="0" i="0">
                <a:effectLst/>
                <a:latin typeface="Montserrat" panose="00000500000000000000" pitchFamily="2" charset="0"/>
              </a:rPr>
              <a:t>CDISC / SDTM</a:t>
            </a:r>
          </a:p>
          <a:p>
            <a:pPr marL="285750" indent="-285750" algn="l">
              <a:spcAft>
                <a:spcPts val="600"/>
              </a:spcAft>
              <a:buFont typeface="Wingdings" panose="05000000000000000000" pitchFamily="2" charset="2"/>
              <a:buChar char="v"/>
            </a:pPr>
            <a:r>
              <a:rPr lang="en-US" sz="1200" b="0" i="0">
                <a:effectLst/>
                <a:latin typeface="Montserrat" panose="00000500000000000000" pitchFamily="2" charset="0"/>
              </a:rPr>
              <a:t>GAMP 5</a:t>
            </a:r>
          </a:p>
          <a:p>
            <a:pPr marL="285750" indent="-285750" algn="l">
              <a:spcAft>
                <a:spcPts val="600"/>
              </a:spcAft>
              <a:buFont typeface="Wingdings" panose="05000000000000000000" pitchFamily="2" charset="2"/>
              <a:buChar char="v"/>
            </a:pPr>
            <a:r>
              <a:rPr lang="en-US" sz="1200" b="0" i="0">
                <a:effectLst/>
                <a:latin typeface="Montserrat" panose="00000500000000000000" pitchFamily="2" charset="0"/>
              </a:rPr>
              <a:t>ALCOA+</a:t>
            </a:r>
            <a:endParaRPr lang="en-IN" sz="1100" b="0" i="0">
              <a:effectLst/>
              <a:latin typeface="Montserrat" panose="00000500000000000000" pitchFamily="2" charset="0"/>
            </a:endParaRPr>
          </a:p>
        </p:txBody>
      </p:sp>
      <p:sp>
        <p:nvSpPr>
          <p:cNvPr id="8" name="TextBox 7">
            <a:extLst>
              <a:ext uri="{FF2B5EF4-FFF2-40B4-BE49-F238E27FC236}">
                <a16:creationId xmlns:a16="http://schemas.microsoft.com/office/drawing/2014/main" id="{06DF9E2A-5A57-05A4-AD53-C8466AC2B3BF}"/>
              </a:ext>
            </a:extLst>
          </p:cNvPr>
          <p:cNvSpPr txBox="1"/>
          <p:nvPr/>
        </p:nvSpPr>
        <p:spPr>
          <a:xfrm>
            <a:off x="2804063" y="1883446"/>
            <a:ext cx="2106050" cy="2709758"/>
          </a:xfrm>
          <a:prstGeom prst="roundRect">
            <a:avLst>
              <a:gd name="adj" fmla="val 9723"/>
            </a:avLst>
          </a:prstGeom>
          <a:noFill/>
          <a:ln>
            <a:solidFill>
              <a:schemeClr val="bg2"/>
            </a:solidFill>
          </a:ln>
        </p:spPr>
        <p:txBody>
          <a:bodyPr wrap="square" tIns="91440">
            <a:noAutofit/>
          </a:bodyPr>
          <a:lstStyle/>
          <a:p>
            <a:pPr>
              <a:spcAft>
                <a:spcPts val="600"/>
              </a:spcAft>
            </a:pPr>
            <a:br>
              <a:rPr lang="en-IN" sz="1400" b="1">
                <a:solidFill>
                  <a:schemeClr val="bg1"/>
                </a:solidFill>
                <a:latin typeface="Montserrat" panose="00000500000000000000" pitchFamily="2" charset="0"/>
              </a:rPr>
            </a:br>
            <a:r>
              <a:rPr lang="en-IN" sz="1400" b="1">
                <a:solidFill>
                  <a:schemeClr val="bg1"/>
                </a:solidFill>
                <a:latin typeface="Montserrat" panose="00000500000000000000" pitchFamily="2" charset="0"/>
              </a:rPr>
              <a:t>Healthcare</a:t>
            </a:r>
            <a:br>
              <a:rPr lang="en-IN" sz="1400" b="1">
                <a:solidFill>
                  <a:schemeClr val="bg2"/>
                </a:solidFill>
                <a:latin typeface="Montserrat" panose="00000500000000000000" pitchFamily="2" charset="0"/>
              </a:rPr>
            </a:br>
            <a:endParaRPr lang="en-IN" sz="1400" b="1">
              <a:solidFill>
                <a:schemeClr val="bg2"/>
              </a:solidFill>
              <a:latin typeface="Montserrat" panose="00000500000000000000" pitchFamily="2" charset="0"/>
            </a:endParaRPr>
          </a:p>
          <a:p>
            <a:pPr marL="285750" indent="-285750">
              <a:spcAft>
                <a:spcPts val="600"/>
              </a:spcAft>
              <a:buFont typeface="Wingdings" panose="05000000000000000000" pitchFamily="2" charset="2"/>
              <a:buChar char="v"/>
            </a:pPr>
            <a:r>
              <a:rPr lang="en-US" sz="1200">
                <a:latin typeface="Montserrat" panose="00000500000000000000" pitchFamily="2" charset="0"/>
              </a:rPr>
              <a:t>FHIR R4 / HL7</a:t>
            </a:r>
          </a:p>
          <a:p>
            <a:pPr marL="285750" indent="-285750">
              <a:spcAft>
                <a:spcPts val="600"/>
              </a:spcAft>
              <a:buFont typeface="Wingdings" panose="05000000000000000000" pitchFamily="2" charset="2"/>
              <a:buChar char="v"/>
            </a:pPr>
            <a:r>
              <a:rPr lang="en-US" sz="1200">
                <a:latin typeface="Montserrat" panose="00000500000000000000" pitchFamily="2" charset="0"/>
              </a:rPr>
              <a:t>OMOP CDM</a:t>
            </a:r>
          </a:p>
          <a:p>
            <a:pPr marL="285750" indent="-285750">
              <a:spcAft>
                <a:spcPts val="600"/>
              </a:spcAft>
              <a:buFont typeface="Wingdings" panose="05000000000000000000" pitchFamily="2" charset="2"/>
              <a:buChar char="v"/>
            </a:pPr>
            <a:r>
              <a:rPr lang="en-US" sz="1200">
                <a:latin typeface="Montserrat" panose="00000500000000000000" pitchFamily="2" charset="0"/>
              </a:rPr>
              <a:t>HIPAA</a:t>
            </a:r>
          </a:p>
          <a:p>
            <a:pPr marL="285750" indent="-285750">
              <a:spcAft>
                <a:spcPts val="600"/>
              </a:spcAft>
              <a:buFont typeface="Wingdings" panose="05000000000000000000" pitchFamily="2" charset="2"/>
              <a:buChar char="v"/>
            </a:pPr>
            <a:r>
              <a:rPr lang="en-US" sz="1200">
                <a:latin typeface="Montserrat" panose="00000500000000000000" pitchFamily="2" charset="0"/>
              </a:rPr>
              <a:t>HITRUST</a:t>
            </a:r>
            <a:endParaRPr lang="en-IN" sz="1400">
              <a:latin typeface="Montserrat" panose="00000500000000000000" pitchFamily="2" charset="0"/>
            </a:endParaRPr>
          </a:p>
        </p:txBody>
      </p:sp>
      <p:sp>
        <p:nvSpPr>
          <p:cNvPr id="9" name="TextBox 8">
            <a:extLst>
              <a:ext uri="{FF2B5EF4-FFF2-40B4-BE49-F238E27FC236}">
                <a16:creationId xmlns:a16="http://schemas.microsoft.com/office/drawing/2014/main" id="{EFB4072A-940D-0ADD-4A95-68E27C22F1D8}"/>
              </a:ext>
            </a:extLst>
          </p:cNvPr>
          <p:cNvSpPr txBox="1"/>
          <p:nvPr/>
        </p:nvSpPr>
        <p:spPr>
          <a:xfrm>
            <a:off x="5117059" y="1883446"/>
            <a:ext cx="2106050" cy="2709758"/>
          </a:xfrm>
          <a:prstGeom prst="roundRect">
            <a:avLst>
              <a:gd name="adj" fmla="val 9723"/>
            </a:avLst>
          </a:prstGeom>
          <a:noFill/>
          <a:ln>
            <a:solidFill>
              <a:schemeClr val="bg2"/>
            </a:solidFill>
          </a:ln>
        </p:spPr>
        <p:txBody>
          <a:bodyPr wrap="square" tIns="91440">
            <a:noAutofit/>
          </a:bodyPr>
          <a:lstStyle/>
          <a:p>
            <a:pPr>
              <a:spcAft>
                <a:spcPts val="600"/>
              </a:spcAft>
            </a:pPr>
            <a:br>
              <a:rPr lang="en-IN" sz="1400" b="1">
                <a:solidFill>
                  <a:schemeClr val="bg1"/>
                </a:solidFill>
                <a:latin typeface="Montserrat" panose="00000500000000000000" pitchFamily="2" charset="0"/>
              </a:rPr>
            </a:br>
            <a:r>
              <a:rPr lang="en-IN" sz="1400" b="1">
                <a:solidFill>
                  <a:schemeClr val="bg1"/>
                </a:solidFill>
                <a:latin typeface="Montserrat" panose="00000500000000000000" pitchFamily="2" charset="0"/>
              </a:rPr>
              <a:t>Manufacturing</a:t>
            </a:r>
            <a:br>
              <a:rPr lang="en-IN" sz="1400" b="1">
                <a:solidFill>
                  <a:schemeClr val="bg1"/>
                </a:solidFill>
                <a:latin typeface="Montserrat" panose="00000500000000000000" pitchFamily="2" charset="0"/>
              </a:rPr>
            </a:br>
            <a:endParaRPr lang="en-IN" sz="1400" b="1">
              <a:solidFill>
                <a:schemeClr val="bg1"/>
              </a:solidFill>
              <a:latin typeface="Montserrat" panose="00000500000000000000" pitchFamily="2" charset="0"/>
            </a:endParaRPr>
          </a:p>
          <a:p>
            <a:pPr marL="285750" indent="-285750">
              <a:spcAft>
                <a:spcPts val="600"/>
              </a:spcAft>
              <a:buFont typeface="Wingdings" panose="05000000000000000000" pitchFamily="2" charset="2"/>
              <a:buChar char="v"/>
            </a:pPr>
            <a:r>
              <a:rPr lang="es-ES" sz="1200">
                <a:latin typeface="Montserrat" panose="00000500000000000000" pitchFamily="2" charset="0"/>
              </a:rPr>
              <a:t>OPC-UA</a:t>
            </a:r>
          </a:p>
          <a:p>
            <a:pPr marL="285750" indent="-285750">
              <a:spcAft>
                <a:spcPts val="600"/>
              </a:spcAft>
              <a:buFont typeface="Wingdings" panose="05000000000000000000" pitchFamily="2" charset="2"/>
              <a:buChar char="v"/>
            </a:pPr>
            <a:r>
              <a:rPr lang="es-ES" sz="1200">
                <a:latin typeface="Montserrat" panose="00000500000000000000" pitchFamily="2" charset="0"/>
              </a:rPr>
              <a:t>MES / SCADA</a:t>
            </a:r>
          </a:p>
          <a:p>
            <a:pPr marL="285750" indent="-285750">
              <a:spcAft>
                <a:spcPts val="600"/>
              </a:spcAft>
              <a:buFont typeface="Wingdings" panose="05000000000000000000" pitchFamily="2" charset="2"/>
              <a:buChar char="v"/>
            </a:pPr>
            <a:r>
              <a:rPr lang="es-ES" sz="1200">
                <a:latin typeface="Montserrat" panose="00000500000000000000" pitchFamily="2" charset="0"/>
              </a:rPr>
              <a:t>ISO 9001</a:t>
            </a:r>
          </a:p>
          <a:p>
            <a:pPr marL="285750" indent="-285750">
              <a:spcAft>
                <a:spcPts val="600"/>
              </a:spcAft>
              <a:buFont typeface="Wingdings" panose="05000000000000000000" pitchFamily="2" charset="2"/>
              <a:buChar char="v"/>
            </a:pPr>
            <a:r>
              <a:rPr lang="es-ES" sz="1200">
                <a:latin typeface="Montserrat" panose="00000500000000000000" pitchFamily="2" charset="0"/>
              </a:rPr>
              <a:t>IEC 62443</a:t>
            </a:r>
            <a:endParaRPr lang="en-IN" sz="1400">
              <a:latin typeface="Montserrat" panose="00000500000000000000" pitchFamily="2" charset="0"/>
            </a:endParaRPr>
          </a:p>
        </p:txBody>
      </p:sp>
      <p:sp>
        <p:nvSpPr>
          <p:cNvPr id="10" name="TextBox 9">
            <a:extLst>
              <a:ext uri="{FF2B5EF4-FFF2-40B4-BE49-F238E27FC236}">
                <a16:creationId xmlns:a16="http://schemas.microsoft.com/office/drawing/2014/main" id="{7DF20CF3-446F-273E-4A84-AB1D0F0D4DB2}"/>
              </a:ext>
            </a:extLst>
          </p:cNvPr>
          <p:cNvSpPr txBox="1"/>
          <p:nvPr/>
        </p:nvSpPr>
        <p:spPr>
          <a:xfrm>
            <a:off x="7430055" y="1883446"/>
            <a:ext cx="2106050" cy="2709758"/>
          </a:xfrm>
          <a:prstGeom prst="roundRect">
            <a:avLst>
              <a:gd name="adj" fmla="val 9723"/>
            </a:avLst>
          </a:prstGeom>
          <a:noFill/>
          <a:ln>
            <a:solidFill>
              <a:schemeClr val="bg2"/>
            </a:solidFill>
          </a:ln>
        </p:spPr>
        <p:txBody>
          <a:bodyPr wrap="square" tIns="91440">
            <a:noAutofit/>
          </a:bodyPr>
          <a:lstStyle/>
          <a:p>
            <a:pPr>
              <a:spcAft>
                <a:spcPts val="600"/>
              </a:spcAft>
            </a:pPr>
            <a:br>
              <a:rPr lang="en-IN" sz="1400" b="1">
                <a:solidFill>
                  <a:schemeClr val="bg2"/>
                </a:solidFill>
                <a:latin typeface="Montserrat" panose="00000500000000000000" pitchFamily="2" charset="0"/>
              </a:rPr>
            </a:br>
            <a:r>
              <a:rPr lang="en-IN" sz="1400" b="1">
                <a:solidFill>
                  <a:schemeClr val="bg1"/>
                </a:solidFill>
                <a:latin typeface="Montserrat" panose="00000500000000000000" pitchFamily="2" charset="0"/>
              </a:rPr>
              <a:t>CPG &amp; Retail</a:t>
            </a:r>
            <a:br>
              <a:rPr lang="en-IN" sz="1400" b="1">
                <a:solidFill>
                  <a:schemeClr val="bg1"/>
                </a:solidFill>
                <a:latin typeface="Montserrat" panose="00000500000000000000" pitchFamily="2" charset="0"/>
              </a:rPr>
            </a:br>
            <a:endParaRPr lang="en-IN" sz="1400" b="1">
              <a:solidFill>
                <a:schemeClr val="bg1"/>
              </a:solidFill>
              <a:latin typeface="Montserrat" panose="00000500000000000000" pitchFamily="2" charset="0"/>
            </a:endParaRPr>
          </a:p>
          <a:p>
            <a:pPr marL="285750" indent="-285750">
              <a:spcAft>
                <a:spcPts val="600"/>
              </a:spcAft>
              <a:buFont typeface="Wingdings" panose="05000000000000000000" pitchFamily="2" charset="2"/>
              <a:buChar char="v"/>
            </a:pPr>
            <a:r>
              <a:rPr lang="en-US" sz="1200">
                <a:latin typeface="Montserrat" panose="00000500000000000000" pitchFamily="2" charset="0"/>
              </a:rPr>
              <a:t>Syndicated data</a:t>
            </a:r>
          </a:p>
          <a:p>
            <a:pPr marL="285750" indent="-285750">
              <a:spcAft>
                <a:spcPts val="600"/>
              </a:spcAft>
              <a:buFont typeface="Wingdings" panose="05000000000000000000" pitchFamily="2" charset="2"/>
              <a:buChar char="v"/>
            </a:pPr>
            <a:r>
              <a:rPr lang="en-US" sz="1200">
                <a:latin typeface="Montserrat" panose="00000500000000000000" pitchFamily="2" charset="0"/>
              </a:rPr>
              <a:t>Distributor feeds</a:t>
            </a:r>
          </a:p>
          <a:p>
            <a:pPr marL="285750" indent="-285750">
              <a:spcAft>
                <a:spcPts val="600"/>
              </a:spcAft>
              <a:buFont typeface="Wingdings" panose="05000000000000000000" pitchFamily="2" charset="2"/>
              <a:buChar char="v"/>
            </a:pPr>
            <a:r>
              <a:rPr lang="en-US" sz="1200">
                <a:latin typeface="Montserrat" panose="00000500000000000000" pitchFamily="2" charset="0"/>
              </a:rPr>
              <a:t>Trade promo</a:t>
            </a:r>
            <a:endParaRPr lang="en-IN" sz="1200">
              <a:latin typeface="Montserrat" panose="00000500000000000000" pitchFamily="2" charset="0"/>
            </a:endParaRPr>
          </a:p>
        </p:txBody>
      </p:sp>
      <p:sp>
        <p:nvSpPr>
          <p:cNvPr id="11" name="TextBox 10">
            <a:extLst>
              <a:ext uri="{FF2B5EF4-FFF2-40B4-BE49-F238E27FC236}">
                <a16:creationId xmlns:a16="http://schemas.microsoft.com/office/drawing/2014/main" id="{80E6A302-F3A3-6217-7C00-8EBDDA94F065}"/>
              </a:ext>
            </a:extLst>
          </p:cNvPr>
          <p:cNvSpPr txBox="1"/>
          <p:nvPr/>
        </p:nvSpPr>
        <p:spPr>
          <a:xfrm>
            <a:off x="9743050" y="1883446"/>
            <a:ext cx="2106050" cy="2709758"/>
          </a:xfrm>
          <a:prstGeom prst="roundRect">
            <a:avLst>
              <a:gd name="adj" fmla="val 9723"/>
            </a:avLst>
          </a:prstGeom>
          <a:noFill/>
          <a:ln>
            <a:solidFill>
              <a:schemeClr val="bg2"/>
            </a:solidFill>
          </a:ln>
        </p:spPr>
        <p:txBody>
          <a:bodyPr wrap="square" tIns="91440">
            <a:noAutofit/>
          </a:bodyPr>
          <a:lstStyle/>
          <a:p>
            <a:pPr>
              <a:spcAft>
                <a:spcPts val="600"/>
              </a:spcAft>
            </a:pPr>
            <a:br>
              <a:rPr lang="en-IN" sz="1400" b="1">
                <a:solidFill>
                  <a:schemeClr val="bg1"/>
                </a:solidFill>
                <a:latin typeface="Montserrat" panose="00000500000000000000" pitchFamily="2" charset="0"/>
              </a:rPr>
            </a:br>
            <a:r>
              <a:rPr lang="en-IN" sz="1400" b="1">
                <a:solidFill>
                  <a:schemeClr val="bg1"/>
                </a:solidFill>
                <a:latin typeface="Montserrat" panose="00000500000000000000" pitchFamily="2" charset="0"/>
              </a:rPr>
              <a:t>Supply Chain</a:t>
            </a:r>
            <a:br>
              <a:rPr lang="en-IN" sz="1400" b="1">
                <a:solidFill>
                  <a:schemeClr val="bg1"/>
                </a:solidFill>
                <a:latin typeface="Montserrat" panose="00000500000000000000" pitchFamily="2" charset="0"/>
              </a:rPr>
            </a:br>
            <a:endParaRPr lang="en-IN" sz="1400" b="1">
              <a:solidFill>
                <a:schemeClr val="bg1"/>
              </a:solidFill>
              <a:latin typeface="Montserrat" panose="00000500000000000000" pitchFamily="2" charset="0"/>
            </a:endParaRPr>
          </a:p>
          <a:p>
            <a:pPr marL="285750" indent="-285750">
              <a:spcAft>
                <a:spcPts val="600"/>
              </a:spcAft>
              <a:buFont typeface="Wingdings" panose="05000000000000000000" pitchFamily="2" charset="2"/>
              <a:buChar char="v"/>
            </a:pPr>
            <a:r>
              <a:rPr lang="en-US" sz="1200">
                <a:latin typeface="Montserrat" panose="00000500000000000000" pitchFamily="2" charset="0"/>
              </a:rPr>
              <a:t>EDI 850/856/810</a:t>
            </a:r>
          </a:p>
          <a:p>
            <a:pPr marL="285750" indent="-285750">
              <a:spcAft>
                <a:spcPts val="600"/>
              </a:spcAft>
              <a:buFont typeface="Wingdings" panose="05000000000000000000" pitchFamily="2" charset="2"/>
              <a:buChar char="v"/>
            </a:pPr>
            <a:r>
              <a:rPr lang="en-US" sz="1200">
                <a:latin typeface="Montserrat" panose="00000500000000000000" pitchFamily="2" charset="0"/>
              </a:rPr>
              <a:t>Track &amp; trace</a:t>
            </a:r>
          </a:p>
          <a:p>
            <a:pPr marL="285750" indent="-285750">
              <a:spcAft>
                <a:spcPts val="600"/>
              </a:spcAft>
              <a:buFont typeface="Wingdings" panose="05000000000000000000" pitchFamily="2" charset="2"/>
              <a:buChar char="v"/>
            </a:pPr>
            <a:r>
              <a:rPr lang="en-US" sz="1200">
                <a:latin typeface="Montserrat" panose="00000500000000000000" pitchFamily="2" charset="0"/>
              </a:rPr>
              <a:t>TMS</a:t>
            </a:r>
          </a:p>
          <a:p>
            <a:pPr marL="285750" indent="-285750">
              <a:spcAft>
                <a:spcPts val="600"/>
              </a:spcAft>
              <a:buFont typeface="Wingdings" panose="05000000000000000000" pitchFamily="2" charset="2"/>
              <a:buChar char="v"/>
            </a:pPr>
            <a:r>
              <a:rPr lang="en-US" sz="1200">
                <a:latin typeface="Montserrat" panose="00000500000000000000" pitchFamily="2" charset="0"/>
              </a:rPr>
              <a:t>SOC 2</a:t>
            </a:r>
            <a:endParaRPr lang="en-IN" sz="1400">
              <a:latin typeface="Montserrat" panose="00000500000000000000" pitchFamily="2" charset="0"/>
            </a:endParaRPr>
          </a:p>
        </p:txBody>
      </p:sp>
      <p:cxnSp>
        <p:nvCxnSpPr>
          <p:cNvPr id="14" name="Straight Connector 13">
            <a:extLst>
              <a:ext uri="{FF2B5EF4-FFF2-40B4-BE49-F238E27FC236}">
                <a16:creationId xmlns:a16="http://schemas.microsoft.com/office/drawing/2014/main" id="{52085E63-2848-6AE8-82AB-199088385A5B}"/>
              </a:ext>
            </a:extLst>
          </p:cNvPr>
          <p:cNvCxnSpPr>
            <a:cxnSpLocks/>
          </p:cNvCxnSpPr>
          <p:nvPr/>
        </p:nvCxnSpPr>
        <p:spPr>
          <a:xfrm>
            <a:off x="650422" y="4990234"/>
            <a:ext cx="4633331" cy="1539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7D33D367-6945-E0AA-AB2E-913FD1B510D9}"/>
              </a:ext>
            </a:extLst>
          </p:cNvPr>
          <p:cNvSpPr txBox="1"/>
          <p:nvPr/>
        </p:nvSpPr>
        <p:spPr>
          <a:xfrm>
            <a:off x="5185781" y="4832804"/>
            <a:ext cx="1653170" cy="307777"/>
          </a:xfrm>
          <a:prstGeom prst="rect">
            <a:avLst/>
          </a:prstGeom>
          <a:noFill/>
        </p:spPr>
        <p:txBody>
          <a:bodyPr wrap="square">
            <a:spAutoFit/>
          </a:bodyPr>
          <a:lstStyle/>
          <a:p>
            <a:pPr algn="ctr">
              <a:buNone/>
            </a:pPr>
            <a:r>
              <a:rPr lang="en-IN" sz="1400" b="1" i="0">
                <a:effectLst/>
                <a:latin typeface="Montserrat" panose="00000500000000000000" pitchFamily="2" charset="0"/>
              </a:rPr>
              <a:t>Cross-industry</a:t>
            </a:r>
          </a:p>
        </p:txBody>
      </p:sp>
      <p:grpSp>
        <p:nvGrpSpPr>
          <p:cNvPr id="24" name="Group 23">
            <a:extLst>
              <a:ext uri="{FF2B5EF4-FFF2-40B4-BE49-F238E27FC236}">
                <a16:creationId xmlns:a16="http://schemas.microsoft.com/office/drawing/2014/main" id="{22CFBD9F-2140-C587-717D-C1973A421DBF}"/>
              </a:ext>
            </a:extLst>
          </p:cNvPr>
          <p:cNvGrpSpPr/>
          <p:nvPr/>
        </p:nvGrpSpPr>
        <p:grpSpPr>
          <a:xfrm>
            <a:off x="552450" y="5288454"/>
            <a:ext cx="11296650" cy="377607"/>
            <a:chOff x="552450" y="5089450"/>
            <a:chExt cx="8582041" cy="377607"/>
          </a:xfrm>
          <a:solidFill>
            <a:srgbClr val="1A1A1A"/>
          </a:solidFill>
        </p:grpSpPr>
        <p:sp>
          <p:nvSpPr>
            <p:cNvPr id="16" name="Rectangle: Rounded Corners 15">
              <a:extLst>
                <a:ext uri="{FF2B5EF4-FFF2-40B4-BE49-F238E27FC236}">
                  <a16:creationId xmlns:a16="http://schemas.microsoft.com/office/drawing/2014/main" id="{2FA040D7-308F-3647-BE79-2D791CF30D06}"/>
                </a:ext>
              </a:extLst>
            </p:cNvPr>
            <p:cNvSpPr/>
            <p:nvPr/>
          </p:nvSpPr>
          <p:spPr>
            <a:xfrm>
              <a:off x="552450" y="5089450"/>
              <a:ext cx="768350" cy="377607"/>
            </a:xfrm>
            <a:prstGeom prst="roundRect">
              <a:avLst/>
            </a:prstGeom>
            <a:grp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solidFill>
                    <a:schemeClr val="bg1"/>
                  </a:solidFill>
                  <a:latin typeface="Montserrat" panose="00000500000000000000" pitchFamily="2" charset="0"/>
                </a:rPr>
                <a:t>SOC 2</a:t>
              </a:r>
            </a:p>
          </p:txBody>
        </p:sp>
        <p:sp>
          <p:nvSpPr>
            <p:cNvPr id="17" name="Rectangle: Rounded Corners 16">
              <a:extLst>
                <a:ext uri="{FF2B5EF4-FFF2-40B4-BE49-F238E27FC236}">
                  <a16:creationId xmlns:a16="http://schemas.microsoft.com/office/drawing/2014/main" id="{1044463A-89B3-6BDB-2099-E9875CE5A752}"/>
                </a:ext>
              </a:extLst>
            </p:cNvPr>
            <p:cNvSpPr/>
            <p:nvPr/>
          </p:nvSpPr>
          <p:spPr>
            <a:xfrm>
              <a:off x="1419650" y="5089450"/>
              <a:ext cx="1081617" cy="377607"/>
            </a:xfrm>
            <a:prstGeom prst="roundRect">
              <a:avLst/>
            </a:prstGeom>
            <a:grp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solidFill>
                    <a:schemeClr val="bg1"/>
                  </a:solidFill>
                  <a:latin typeface="Montserrat" panose="00000500000000000000" pitchFamily="2" charset="0"/>
                </a:rPr>
                <a:t>ISO 27001</a:t>
              </a:r>
            </a:p>
          </p:txBody>
        </p:sp>
        <p:sp>
          <p:nvSpPr>
            <p:cNvPr id="18" name="Rectangle: Rounded Corners 17">
              <a:extLst>
                <a:ext uri="{FF2B5EF4-FFF2-40B4-BE49-F238E27FC236}">
                  <a16:creationId xmlns:a16="http://schemas.microsoft.com/office/drawing/2014/main" id="{901023BB-9E55-342A-3230-47D51C7A65B1}"/>
                </a:ext>
              </a:extLst>
            </p:cNvPr>
            <p:cNvSpPr/>
            <p:nvPr/>
          </p:nvSpPr>
          <p:spPr>
            <a:xfrm>
              <a:off x="2600117" y="5089450"/>
              <a:ext cx="768350" cy="377607"/>
            </a:xfrm>
            <a:prstGeom prst="roundRect">
              <a:avLst/>
            </a:prstGeom>
            <a:grp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solidFill>
                    <a:schemeClr val="bg1"/>
                  </a:solidFill>
                  <a:latin typeface="Montserrat" panose="00000500000000000000" pitchFamily="2" charset="0"/>
                </a:rPr>
                <a:t>GDPR</a:t>
              </a:r>
            </a:p>
          </p:txBody>
        </p:sp>
        <p:sp>
          <p:nvSpPr>
            <p:cNvPr id="19" name="Rectangle: Rounded Corners 18">
              <a:extLst>
                <a:ext uri="{FF2B5EF4-FFF2-40B4-BE49-F238E27FC236}">
                  <a16:creationId xmlns:a16="http://schemas.microsoft.com/office/drawing/2014/main" id="{D8D97D30-8B84-0111-E42B-2B39A1C37D06}"/>
                </a:ext>
              </a:extLst>
            </p:cNvPr>
            <p:cNvSpPr/>
            <p:nvPr/>
          </p:nvSpPr>
          <p:spPr>
            <a:xfrm>
              <a:off x="3467317" y="5089450"/>
              <a:ext cx="768350" cy="377607"/>
            </a:xfrm>
            <a:prstGeom prst="roundRect">
              <a:avLst/>
            </a:prstGeom>
            <a:grp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solidFill>
                    <a:schemeClr val="bg1"/>
                  </a:solidFill>
                  <a:latin typeface="Montserrat" panose="00000500000000000000" pitchFamily="2" charset="0"/>
                </a:rPr>
                <a:t>CCPA</a:t>
              </a:r>
            </a:p>
          </p:txBody>
        </p:sp>
        <p:sp>
          <p:nvSpPr>
            <p:cNvPr id="20" name="Rectangle: Rounded Corners 19">
              <a:extLst>
                <a:ext uri="{FF2B5EF4-FFF2-40B4-BE49-F238E27FC236}">
                  <a16:creationId xmlns:a16="http://schemas.microsoft.com/office/drawing/2014/main" id="{5B2DA9AF-7F8C-E8AD-B947-59BB2D8EA5F6}"/>
                </a:ext>
              </a:extLst>
            </p:cNvPr>
            <p:cNvSpPr/>
            <p:nvPr/>
          </p:nvSpPr>
          <p:spPr>
            <a:xfrm>
              <a:off x="4334517" y="5089450"/>
              <a:ext cx="1077481" cy="377607"/>
            </a:xfrm>
            <a:prstGeom prst="roundRect">
              <a:avLst/>
            </a:prstGeom>
            <a:grp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solidFill>
                    <a:schemeClr val="bg1"/>
                  </a:solidFill>
                  <a:latin typeface="Montserrat" panose="00000500000000000000" pitchFamily="2" charset="0"/>
                </a:rPr>
                <a:t>EU AI Act</a:t>
              </a:r>
            </a:p>
          </p:txBody>
        </p:sp>
        <p:sp>
          <p:nvSpPr>
            <p:cNvPr id="21" name="Rectangle: Rounded Corners 20">
              <a:extLst>
                <a:ext uri="{FF2B5EF4-FFF2-40B4-BE49-F238E27FC236}">
                  <a16:creationId xmlns:a16="http://schemas.microsoft.com/office/drawing/2014/main" id="{D8904177-7425-BF45-E1E6-A57DDD08A51C}"/>
                </a:ext>
              </a:extLst>
            </p:cNvPr>
            <p:cNvSpPr/>
            <p:nvPr/>
          </p:nvSpPr>
          <p:spPr>
            <a:xfrm>
              <a:off x="5510848" y="5089450"/>
              <a:ext cx="1713460" cy="377607"/>
            </a:xfrm>
            <a:prstGeom prst="roundRect">
              <a:avLst/>
            </a:prstGeom>
            <a:grp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solidFill>
                    <a:schemeClr val="bg1"/>
                  </a:solidFill>
                  <a:latin typeface="Montserrat" panose="00000500000000000000" pitchFamily="2" charset="0"/>
                </a:rPr>
                <a:t>FDA AI Guidance</a:t>
              </a:r>
            </a:p>
          </p:txBody>
        </p:sp>
        <p:sp>
          <p:nvSpPr>
            <p:cNvPr id="22" name="Rectangle: Rounded Corners 21">
              <a:extLst>
                <a:ext uri="{FF2B5EF4-FFF2-40B4-BE49-F238E27FC236}">
                  <a16:creationId xmlns:a16="http://schemas.microsoft.com/office/drawing/2014/main" id="{0A2DC86E-9405-4CF6-F1F2-C5B434055386}"/>
                </a:ext>
              </a:extLst>
            </p:cNvPr>
            <p:cNvSpPr/>
            <p:nvPr/>
          </p:nvSpPr>
          <p:spPr>
            <a:xfrm>
              <a:off x="7323158" y="5089450"/>
              <a:ext cx="856241" cy="377607"/>
            </a:xfrm>
            <a:prstGeom prst="roundRect">
              <a:avLst/>
            </a:prstGeom>
            <a:grp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solidFill>
                    <a:schemeClr val="bg1"/>
                  </a:solidFill>
                  <a:latin typeface="Montserrat" panose="00000500000000000000" pitchFamily="2" charset="0"/>
                </a:rPr>
                <a:t>SR 11-7</a:t>
              </a:r>
            </a:p>
          </p:txBody>
        </p:sp>
        <p:sp>
          <p:nvSpPr>
            <p:cNvPr id="23" name="Rectangle: Rounded Corners 22">
              <a:extLst>
                <a:ext uri="{FF2B5EF4-FFF2-40B4-BE49-F238E27FC236}">
                  <a16:creationId xmlns:a16="http://schemas.microsoft.com/office/drawing/2014/main" id="{1C0CC0B4-F281-A7F1-99C4-78A5E9C32A32}"/>
                </a:ext>
              </a:extLst>
            </p:cNvPr>
            <p:cNvSpPr/>
            <p:nvPr/>
          </p:nvSpPr>
          <p:spPr>
            <a:xfrm>
              <a:off x="8278250" y="5089450"/>
              <a:ext cx="856241" cy="377607"/>
            </a:xfrm>
            <a:prstGeom prst="roundRect">
              <a:avLst/>
            </a:prstGeom>
            <a:grp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a:solidFill>
                    <a:schemeClr val="bg1"/>
                  </a:solidFill>
                  <a:latin typeface="Montserrat" panose="00000500000000000000" pitchFamily="2" charset="0"/>
                </a:rPr>
                <a:t>SOX</a:t>
              </a:r>
            </a:p>
          </p:txBody>
        </p:sp>
      </p:grpSp>
      <p:pic>
        <p:nvPicPr>
          <p:cNvPr id="28" name="Graphic 27">
            <a:extLst>
              <a:ext uri="{FF2B5EF4-FFF2-40B4-BE49-F238E27FC236}">
                <a16:creationId xmlns:a16="http://schemas.microsoft.com/office/drawing/2014/main" id="{C3734B6A-E7D5-E0FD-3D66-D92DB72A18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221916" y="3901478"/>
            <a:ext cx="559918" cy="559918"/>
          </a:xfrm>
          <a:prstGeom prst="rect">
            <a:avLst/>
          </a:prstGeom>
        </p:spPr>
      </p:pic>
      <p:pic>
        <p:nvPicPr>
          <p:cNvPr id="30" name="Graphic 29">
            <a:extLst>
              <a:ext uri="{FF2B5EF4-FFF2-40B4-BE49-F238E27FC236}">
                <a16:creationId xmlns:a16="http://schemas.microsoft.com/office/drawing/2014/main" id="{5FD01CD6-27AB-5E7E-C418-5EA891BC05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46425" y="3901478"/>
            <a:ext cx="559918" cy="559918"/>
          </a:xfrm>
          <a:prstGeom prst="rect">
            <a:avLst/>
          </a:prstGeom>
        </p:spPr>
      </p:pic>
      <p:pic>
        <p:nvPicPr>
          <p:cNvPr id="32" name="Graphic 31">
            <a:extLst>
              <a:ext uri="{FF2B5EF4-FFF2-40B4-BE49-F238E27FC236}">
                <a16:creationId xmlns:a16="http://schemas.microsoft.com/office/drawing/2014/main" id="{AA6AC023-97B9-EB85-09D1-5FFF689CB7F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70934" y="3901478"/>
            <a:ext cx="559918" cy="559918"/>
          </a:xfrm>
          <a:prstGeom prst="rect">
            <a:avLst/>
          </a:prstGeom>
        </p:spPr>
      </p:pic>
      <p:pic>
        <p:nvPicPr>
          <p:cNvPr id="34" name="Graphic 33">
            <a:extLst>
              <a:ext uri="{FF2B5EF4-FFF2-40B4-BE49-F238E27FC236}">
                <a16:creationId xmlns:a16="http://schemas.microsoft.com/office/drawing/2014/main" id="{7C680B6B-209A-CF73-CD04-2E6FCFF0846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195443" y="3901478"/>
            <a:ext cx="559918" cy="559918"/>
          </a:xfrm>
          <a:prstGeom prst="rect">
            <a:avLst/>
          </a:prstGeom>
        </p:spPr>
      </p:pic>
      <p:pic>
        <p:nvPicPr>
          <p:cNvPr id="36" name="Graphic 35" descr="Medicine outline">
            <a:extLst>
              <a:ext uri="{FF2B5EF4-FFF2-40B4-BE49-F238E27FC236}">
                <a16:creationId xmlns:a16="http://schemas.microsoft.com/office/drawing/2014/main" id="{E96299A9-67E2-5D1D-012A-0B703CBABCD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849842" y="3877696"/>
            <a:ext cx="607483" cy="607483"/>
          </a:xfrm>
          <a:prstGeom prst="rect">
            <a:avLst/>
          </a:prstGeom>
        </p:spPr>
      </p:pic>
      <p:cxnSp>
        <p:nvCxnSpPr>
          <p:cNvPr id="38" name="Straight Connector 37">
            <a:extLst>
              <a:ext uri="{FF2B5EF4-FFF2-40B4-BE49-F238E27FC236}">
                <a16:creationId xmlns:a16="http://schemas.microsoft.com/office/drawing/2014/main" id="{5DBD036C-608E-09D7-96C1-7A5C100D321C}"/>
              </a:ext>
            </a:extLst>
          </p:cNvPr>
          <p:cNvCxnSpPr>
            <a:cxnSpLocks/>
          </p:cNvCxnSpPr>
          <p:nvPr/>
        </p:nvCxnSpPr>
        <p:spPr>
          <a:xfrm flipV="1">
            <a:off x="6893379" y="4990234"/>
            <a:ext cx="5010149" cy="1539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523668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Syren 2025 Color Palette">
      <a:dk1>
        <a:srgbClr val="000000"/>
      </a:dk1>
      <a:lt1>
        <a:srgbClr val="FFFFFF"/>
      </a:lt1>
      <a:dk2>
        <a:srgbClr val="F3F3F3"/>
      </a:dk2>
      <a:lt2>
        <a:srgbClr val="F64F18"/>
      </a:lt2>
      <a:accent1>
        <a:srgbClr val="FFD6CB"/>
      </a:accent1>
      <a:accent2>
        <a:srgbClr val="B53424"/>
      </a:accent2>
      <a:accent3>
        <a:srgbClr val="023745"/>
      </a:accent3>
      <a:accent4>
        <a:srgbClr val="033765"/>
      </a:accent4>
      <a:accent5>
        <a:srgbClr val="0D53AB"/>
      </a:accent5>
      <a:accent6>
        <a:srgbClr val="736B5D"/>
      </a:accent6>
      <a:hlink>
        <a:srgbClr val="F64F18"/>
      </a:hlink>
      <a:folHlink>
        <a:srgbClr val="FFD6CB"/>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4_office theme">
  <a:themeElements>
    <a:clrScheme name="Syren 2025 Color Palette">
      <a:dk1>
        <a:srgbClr val="000000"/>
      </a:dk1>
      <a:lt1>
        <a:srgbClr val="FFFFFF"/>
      </a:lt1>
      <a:dk2>
        <a:srgbClr val="F3F3F3"/>
      </a:dk2>
      <a:lt2>
        <a:srgbClr val="F64F18"/>
      </a:lt2>
      <a:accent1>
        <a:srgbClr val="FFD6CB"/>
      </a:accent1>
      <a:accent2>
        <a:srgbClr val="B53424"/>
      </a:accent2>
      <a:accent3>
        <a:srgbClr val="023745"/>
      </a:accent3>
      <a:accent4>
        <a:srgbClr val="033765"/>
      </a:accent4>
      <a:accent5>
        <a:srgbClr val="0D53AB"/>
      </a:accent5>
      <a:accent6>
        <a:srgbClr val="736B5D"/>
      </a:accent6>
      <a:hlink>
        <a:srgbClr val="F64F18"/>
      </a:hlink>
      <a:folHlink>
        <a:srgbClr val="FFD6CB"/>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4_Office Theme">
  <a:themeElements>
    <a:clrScheme name="Custom 1">
      <a:dk1>
        <a:srgbClr val="000000"/>
      </a:dk1>
      <a:lt1>
        <a:srgbClr val="FEFFFF"/>
      </a:lt1>
      <a:dk2>
        <a:srgbClr val="F2F3F3"/>
      </a:dk2>
      <a:lt2>
        <a:srgbClr val="F54F17"/>
      </a:lt2>
      <a:accent1>
        <a:srgbClr val="FED6CB"/>
      </a:accent1>
      <a:accent2>
        <a:srgbClr val="B53325"/>
      </a:accent2>
      <a:accent3>
        <a:srgbClr val="013744"/>
      </a:accent3>
      <a:accent4>
        <a:srgbClr val="023665"/>
      </a:accent4>
      <a:accent5>
        <a:srgbClr val="0E53AA"/>
      </a:accent5>
      <a:accent6>
        <a:srgbClr val="736A5D"/>
      </a:accent6>
      <a:hlink>
        <a:srgbClr val="F54F17"/>
      </a:hlink>
      <a:folHlink>
        <a:srgbClr val="FED6CB"/>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Theme">
  <a:themeElements>
    <a:clrScheme name="Custom 1">
      <a:dk1>
        <a:srgbClr val="000000"/>
      </a:dk1>
      <a:lt1>
        <a:srgbClr val="FEFFFF"/>
      </a:lt1>
      <a:dk2>
        <a:srgbClr val="F2F3F3"/>
      </a:dk2>
      <a:lt2>
        <a:srgbClr val="F54F17"/>
      </a:lt2>
      <a:accent1>
        <a:srgbClr val="FED6CB"/>
      </a:accent1>
      <a:accent2>
        <a:srgbClr val="B53325"/>
      </a:accent2>
      <a:accent3>
        <a:srgbClr val="013744"/>
      </a:accent3>
      <a:accent4>
        <a:srgbClr val="023665"/>
      </a:accent4>
      <a:accent5>
        <a:srgbClr val="0E53AA"/>
      </a:accent5>
      <a:accent6>
        <a:srgbClr val="736A5D"/>
      </a:accent6>
      <a:hlink>
        <a:srgbClr val="F54F17"/>
      </a:hlink>
      <a:folHlink>
        <a:srgbClr val="FED6CB"/>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9_office theme">
  <a:themeElements>
    <a:clrScheme name="Custom 1">
      <a:dk1>
        <a:srgbClr val="000000"/>
      </a:dk1>
      <a:lt1>
        <a:srgbClr val="FEFFFF"/>
      </a:lt1>
      <a:dk2>
        <a:srgbClr val="F2F3F3"/>
      </a:dk2>
      <a:lt2>
        <a:srgbClr val="F54F17"/>
      </a:lt2>
      <a:accent1>
        <a:srgbClr val="FED6CB"/>
      </a:accent1>
      <a:accent2>
        <a:srgbClr val="B53325"/>
      </a:accent2>
      <a:accent3>
        <a:srgbClr val="013744"/>
      </a:accent3>
      <a:accent4>
        <a:srgbClr val="023665"/>
      </a:accent4>
      <a:accent5>
        <a:srgbClr val="0E53AA"/>
      </a:accent5>
      <a:accent6>
        <a:srgbClr val="736A5D"/>
      </a:accent6>
      <a:hlink>
        <a:srgbClr val="F54F17"/>
      </a:hlink>
      <a:folHlink>
        <a:srgbClr val="FED6CB"/>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_Use This">
  <a:themeElements>
    <a:clrScheme name="Syren 2025 Color Palette">
      <a:dk1>
        <a:srgbClr val="000000"/>
      </a:dk1>
      <a:lt1>
        <a:srgbClr val="FFFFFF"/>
      </a:lt1>
      <a:dk2>
        <a:srgbClr val="F3F3F3"/>
      </a:dk2>
      <a:lt2>
        <a:srgbClr val="F64F18"/>
      </a:lt2>
      <a:accent1>
        <a:srgbClr val="FFD6CB"/>
      </a:accent1>
      <a:accent2>
        <a:srgbClr val="B53424"/>
      </a:accent2>
      <a:accent3>
        <a:srgbClr val="023745"/>
      </a:accent3>
      <a:accent4>
        <a:srgbClr val="033765"/>
      </a:accent4>
      <a:accent5>
        <a:srgbClr val="0D53AB"/>
      </a:accent5>
      <a:accent6>
        <a:srgbClr val="736B5D"/>
      </a:accent6>
      <a:hlink>
        <a:srgbClr val="F64F18"/>
      </a:hlink>
      <a:folHlink>
        <a:srgbClr val="FFD6CB"/>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12727</Words>
  <Application>Microsoft Office PowerPoint</Application>
  <PresentationFormat>Widescreen</PresentationFormat>
  <Paragraphs>2446</Paragraphs>
  <Slides>73</Slides>
  <Notes>29</Notes>
  <HiddenSlides>46</HiddenSlides>
  <MMClips>0</MMClips>
  <ScaleCrop>false</ScaleCrop>
  <HeadingPairs>
    <vt:vector size="8" baseType="variant">
      <vt:variant>
        <vt:lpstr>Fonts Used</vt:lpstr>
      </vt:variant>
      <vt:variant>
        <vt:i4>11</vt:i4>
      </vt:variant>
      <vt:variant>
        <vt:lpstr>Theme</vt:lpstr>
      </vt:variant>
      <vt:variant>
        <vt:i4>6</vt:i4>
      </vt:variant>
      <vt:variant>
        <vt:lpstr>Embedded OLE Servers</vt:lpstr>
      </vt:variant>
      <vt:variant>
        <vt:i4>1</vt:i4>
      </vt:variant>
      <vt:variant>
        <vt:lpstr>Slide Titles</vt:lpstr>
      </vt:variant>
      <vt:variant>
        <vt:i4>73</vt:i4>
      </vt:variant>
    </vt:vector>
  </HeadingPairs>
  <TitlesOfParts>
    <vt:vector size="91" baseType="lpstr">
      <vt:lpstr>Aptos</vt:lpstr>
      <vt:lpstr>Aptos Display</vt:lpstr>
      <vt:lpstr>Arial</vt:lpstr>
      <vt:lpstr>Calibri</vt:lpstr>
      <vt:lpstr>Cambria Math</vt:lpstr>
      <vt:lpstr>DM Sans</vt:lpstr>
      <vt:lpstr>Montserrat</vt:lpstr>
      <vt:lpstr>Montserrat Light</vt:lpstr>
      <vt:lpstr>Montserrat Medium</vt:lpstr>
      <vt:lpstr>Verdana</vt:lpstr>
      <vt:lpstr>Wingdings</vt:lpstr>
      <vt:lpstr>office theme</vt:lpstr>
      <vt:lpstr>4_office theme</vt:lpstr>
      <vt:lpstr>4_Office Theme</vt:lpstr>
      <vt:lpstr>1_Office Theme</vt:lpstr>
      <vt:lpstr>9_office theme</vt:lpstr>
      <vt:lpstr>office theme_Use This</vt:lpstr>
      <vt:lpstr>think-cell Slide</vt:lpstr>
      <vt:lpstr>Syren Overview / Capabilities</vt:lpstr>
      <vt:lpstr>Company Snapshot</vt:lpstr>
      <vt:lpstr>Syren Capabilities </vt:lpstr>
      <vt:lpstr>30+ Supply chain Use Cases. Your Data Driving Operational Excellence.</vt:lpstr>
      <vt:lpstr>30+ Proven Supply Chain Use Cases. In Production</vt:lpstr>
      <vt:lpstr>20+ Commercial Use Cases. Your Data Working for Growth.</vt:lpstr>
      <vt:lpstr>Syren Center of Excellence</vt:lpstr>
      <vt:lpstr>Syren Center of Excellence</vt:lpstr>
      <vt:lpstr>Journey &amp; Use cases in J&amp;J​</vt:lpstr>
      <vt:lpstr>Our Journey within J&amp;J – Enterprise  &amp; IM </vt:lpstr>
      <vt:lpstr>Our Journey with J&amp;J - Medtech </vt:lpstr>
      <vt:lpstr>With other Clients</vt:lpstr>
      <vt:lpstr>Perfect Basket Selection</vt:lpstr>
      <vt:lpstr>Sales Captain.AI</vt:lpstr>
      <vt:lpstr>"Behind the Scenes: The Data Science Powering the Supply Chain"</vt:lpstr>
      <vt:lpstr>AI-Powered Supply Chain Decision Intelligence</vt:lpstr>
      <vt:lpstr>Use case 1: Store Remodels Supply Chain for retail giant </vt:lpstr>
      <vt:lpstr>Store remodels Decision Intelligence Platform</vt:lpstr>
      <vt:lpstr>Business Impact</vt:lpstr>
      <vt:lpstr>Use case 2: AI - Driven Decision Intelligence For Dairy Manufacturing plant</vt:lpstr>
      <vt:lpstr>Dairy Decision Intelligence Platform</vt:lpstr>
      <vt:lpstr>Business Impact</vt:lpstr>
      <vt:lpstr>Use case 3: AI - Driven Decision Intelligence For Beef Manufacturing plant</vt:lpstr>
      <vt:lpstr>Decision Intelligence Platform</vt:lpstr>
      <vt:lpstr>Business Impact</vt:lpstr>
      <vt:lpstr>Use case 4: Journey from Reactive to Prescriptive Asset Maintenance</vt:lpstr>
      <vt:lpstr>Thank you </vt:lpstr>
      <vt:lpstr>Case Study 3: Journey from Reactive to Prescriptive Supply Chain Decisions – Goal to Optimal Supply Chain</vt:lpstr>
      <vt:lpstr>Appendix </vt:lpstr>
      <vt:lpstr>Our Journey with J&amp;J </vt:lpstr>
      <vt:lpstr>With other Clients</vt:lpstr>
      <vt:lpstr>Journey to Maximize Gross Margins using Pricing 360</vt:lpstr>
      <vt:lpstr>Suggested Order Architecture</vt:lpstr>
      <vt:lpstr>DE &amp; UI/UX Capabilities​</vt:lpstr>
      <vt:lpstr>Expertise in Data Engineering</vt:lpstr>
      <vt:lpstr>Expertise in Software Engineering</vt:lpstr>
      <vt:lpstr>DS &amp; Agentic AI Expertise</vt:lpstr>
      <vt:lpstr>Transforming Supply Chains: From Prediction to Autonomous Action</vt:lpstr>
      <vt:lpstr>Intelligence that acts — Governed at every step</vt:lpstr>
      <vt:lpstr>Technical competencies that separate Governed AI from Experiments</vt:lpstr>
      <vt:lpstr>Journey to Maximize Gross Margins </vt:lpstr>
      <vt:lpstr>Supply &amp; Commercial  DS &amp;Agentic Usecases</vt:lpstr>
      <vt:lpstr>PowerPoint Presentation</vt:lpstr>
      <vt:lpstr>Supply Chain Decision Intelligence Platform</vt:lpstr>
      <vt:lpstr>Inventory Optimization formulation for grocery store</vt:lpstr>
      <vt:lpstr>Manufacturing plant: Scheduling problem formulation</vt:lpstr>
      <vt:lpstr>Predictive Maintenance (Machine Learning Formulation)</vt:lpstr>
      <vt:lpstr>Case Study 1: Inventory Optimization</vt:lpstr>
      <vt:lpstr>Case Study 2: Scheduling Optimization</vt:lpstr>
      <vt:lpstr>Thank You​</vt:lpstr>
      <vt:lpstr>PowerPoint Presentation</vt:lpstr>
      <vt:lpstr>Five Challenges Enterprises haven't solved well. Until now. </vt:lpstr>
      <vt:lpstr>Four capabilities. One Accountable Partner.</vt:lpstr>
      <vt:lpstr>From Tribal knowledge to Self-healing pipelines</vt:lpstr>
      <vt:lpstr>What we enforce in every engagement. Non-negotiable.</vt:lpstr>
      <vt:lpstr>J&amp;J Journey So Far</vt:lpstr>
      <vt:lpstr>Our Journey with J&amp;J- Medtech</vt:lpstr>
      <vt:lpstr>What we built for J&amp;J - why it mattered . Supply Chain</vt:lpstr>
      <vt:lpstr>What we built for J&amp;J - why it mattered</vt:lpstr>
      <vt:lpstr>What we built for J&amp;J - why it mattered</vt:lpstr>
      <vt:lpstr>Project Phase Futures -Quality Risk was running on spreadsheets</vt:lpstr>
      <vt:lpstr>Quality risk was running on spreadsheets (Contd..)</vt:lpstr>
      <vt:lpstr>The Engine underneath the programme</vt:lpstr>
      <vt:lpstr>Data Engineering – Data Foundation </vt:lpstr>
      <vt:lpstr>CDL MedTech Curation L1</vt:lpstr>
      <vt:lpstr>CDL MedTech L1 – Coding standards</vt:lpstr>
      <vt:lpstr>PowerPoint Presentation</vt:lpstr>
      <vt:lpstr>CDM L2 – Common Data Management Layer</vt:lpstr>
      <vt:lpstr>CDM L2 – Delivery Standards</vt:lpstr>
      <vt:lpstr>Typical Platform Building Strategy  </vt:lpstr>
      <vt:lpstr>Not another vendor. Your intelligence partner.</vt:lpstr>
      <vt:lpstr>Trusted by regulated enterprise leaders</vt:lpstr>
      <vt:lpstr>Certified for regulated enterprises. Audit-ready on day one.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Syren</dc:title>
  <dc:creator>Nagotu Dilip Kumar</dc:creator>
  <cp:lastModifiedBy>Srikant Kalaga</cp:lastModifiedBy>
  <cp:revision>1</cp:revision>
  <dcterms:created xsi:type="dcterms:W3CDTF">2024-12-30T06:44:52Z</dcterms:created>
  <dcterms:modified xsi:type="dcterms:W3CDTF">2026-07-13T14:13:18Z</dcterms:modified>
</cp:coreProperties>
</file>