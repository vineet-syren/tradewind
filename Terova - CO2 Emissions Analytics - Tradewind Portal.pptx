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media/image11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  <p:sldMasterId id="2147484370" r:id="rId2"/>
    <p:sldMasterId id="2147483804" r:id="rId3"/>
    <p:sldMasterId id="2147483660" r:id="rId4"/>
    <p:sldMasterId id="2147483816" r:id="rId5"/>
    <p:sldMasterId id="2147484351" r:id="rId6"/>
  </p:sldMasterIdLst>
  <p:notesMasterIdLst>
    <p:notesMasterId r:id="rId80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568" userDrawn="1">
          <p15:clr>
            <a:srgbClr val="A4A3A4"/>
          </p15:clr>
        </p15:guide>
        <p15:guide id="4" orient="horz" pos="117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B38504-E714-7BF9-DE4D-1E313A19EF49}" name="Vasim Mohammed" initials="VM" userId="S::vasim@syrencloud.com::2b9d3a5a-e9a8-4cc9-a3ee-126717dfb735" providerId="AD"/>
  <p188:author id="{1F720710-0D0B-5EB7-B933-E1A3E0DDA993}" name="Nagotu Dilip Kumar" initials="" userId="S::dilip.n@syrencloud.com::e960ee6c-1011-46fd-ab26-7447e3dfc484" providerId="AD"/>
  <p188:author id="{7E47001F-30EC-ED36-BEE9-C3BBCFB616DD}" name="Avinash Veeramachaneni" initials="AV" userId="S::avinash.v@syrencloud.com::6b55c8e9-490b-4bc3-8867-cf1e0b1b7744" providerId="AD"/>
  <p188:author id="{BB212037-1F64-0763-683F-852CB8898C4F}" name="Srikant Kalaga" initials="SK" userId="S::srikant.k@syrencloud.com::961c47af-c9bb-4225-b2a0-952af4799497" providerId="AD"/>
  <p188:author id="{F75E6238-CC63-ADF0-31DE-C8D719065F81}" name="Salil Gupta" initials="SG" userId="S::salil.g@syrencloud.com::98aad58e-cbbb-4554-8b41-cb328f6e43c0" providerId="AD"/>
  <p188:author id="{FC05FB43-AA35-3586-EF16-AB6E07AD1950}" name="Kannepamula Mahesh Babu" initials="K" userId="S::mahesh.k@syrencloud.com::391c5b16-0897-4eca-a028-a97f935a3bd2" providerId="AD"/>
  <p188:author id="{417C1849-E3A6-0D68-2FA6-91930B556FE4}" name="Sahil J" initials="SJ" userId="S::sahil.j@syrencloud.com::9413fd23-819f-4d0a-a327-22f4fbfbdb48" providerId="AD"/>
  <p188:author id="{9BA77350-A7BF-289C-048B-07746D60E675}" name="Heena Jain" initials="" userId="S::heena.j@syrencloud.com::314e7158-1c9e-45ea-b8e0-7eb826407175" providerId="AD"/>
  <p188:author id="{E543F858-162B-646D-629C-DDBE3D69F445}" name="Avantika Ashish Joglekar" initials="AJ" userId="S::avantika.j@syrencloud.com::f014a2bf-5918-46cd-9336-37d5792e0937" providerId="AD"/>
  <p188:author id="{C72D387E-6FBC-608B-D76F-308BC2BD6854}" name="Zainab Kapasi" initials="ZK" userId="S::zainab.k@syrencloud.com::f424bf30-b134-49ef-96a6-5fc87987a611" providerId="AD"/>
  <p188:author id="{05E16A94-1468-2F79-D46F-3DB5541EA089}" name="D Joseph Raju" initials="D" userId="S::joseph.d@syrencloud.com::b9a24e6f-3e46-401d-8356-9626aaf9862d" providerId="AD"/>
  <p188:author id="{A710B99A-9CE2-3548-A37B-3C609DC2D95E}" name="Daniel Sean Secor" initials="" userId="S::daniel.s@syrencloud.com::d5a23c43-adf6-4073-a88b-59e04e1a3265" providerId="AD"/>
  <p188:author id="{4046C9C3-D6C0-EA10-30F2-63F1CC1FDE49}" name="Chetan Inguva" initials="CI" userId="S::chetan@syrencloud.com::9e2f1b1f-1aab-4598-9e85-d8b95de07e3f" providerId="AD"/>
  <p188:author id="{B692F9D9-FFAD-C40A-3B84-B5B105D4555E}" name="Devanand Chintoju" initials="DC" userId="S::devanand.c@syrencloud.com::d8309b23-9736-40f9-b7cb-b8d53c5a2ef2" providerId="AD"/>
  <p188:author id="{5FA9A3DE-3943-0DCF-A846-39D827333ED4}" name="Samarth Patel" initials="" userId="S::samarth.p@syrencloud.com::79f38f6f-2073-4e55-a6ff-2ca0e341c1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6F6F6"/>
    <a:srgbClr val="FDDCD1"/>
    <a:srgbClr val="B53424"/>
    <a:srgbClr val="EEE7E4"/>
    <a:srgbClr val="F7EDEB"/>
    <a:srgbClr val="1A1A1A"/>
    <a:srgbClr val="FFF5EF"/>
    <a:srgbClr val="F2F2F2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B7ACC-A14D-4F9D-8F59-86ECFFE1D913}" v="73" dt="2026-07-13T11:44:50.771"/>
    <p1510:client id="{3231757F-8C76-6016-16D5-711E4D75E651}" v="60" dt="2026-07-13T00:06:11.829"/>
    <p1510:client id="{6AA9AB55-4C36-4A95-628D-DBB7506EA100}" v="28" dt="2026-07-13T08:44:15.573"/>
    <p1510:client id="{913000BC-78CF-4C64-B414-6E91856C9FA4}" v="1315" dt="2026-07-13T10:35:35.190"/>
    <p1510:client id="{9842924B-A09E-369D-932F-B3EE6B2AEE60}" v="656" dt="2026-07-13T11:38:16.053"/>
    <p1510:client id="{A03BEC4E-158B-477E-81DE-9A529DB447ED}" v="1229" dt="2026-07-13T10:41:40.229"/>
    <p1510:client id="{D1FDD0E8-8E90-75D8-C7B6-A86F8DAA865F}" v="64" dt="2026-07-13T07:06:14.482"/>
    <p1510:client id="{D900C3C8-8A1A-98C9-902F-4E9803954481}" v="29" dt="2026-07-13T00:02:03.618"/>
    <p1510:client id="{DE6457F5-72AE-922E-BBC9-ECC7B872A81A}" v="2" dt="2026-07-13T08:01:22.851"/>
    <p1510:client id="{E51E2CD9-F0A1-38B1-DD97-6EE6A745BF91}" v="7" dt="2026-07-13T12:11:27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>
        <p:guide pos="3840"/>
        <p:guide orient="horz" pos="2568"/>
        <p:guide orient="horz" pos="11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85" Type="http://schemas.microsoft.com/office/2016/11/relationships/changesInfo" Target="changesInfos/changesInfo1.xml"/><Relationship Id="rId86" Type="http://schemas.microsoft.com/office/2015/10/relationships/revisionInfo" Target="revisionInfo.xml"/><Relationship Id="rId8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kant Kalaga" userId="S::srikant.k@syrencloud.com::961c47af-c9bb-4225-b2a0-952af4799497" providerId="AD" clId="Web-{B7434274-8E15-FDF4-C5F9-FC2EE44AEA72}"/>
    <pc:docChg chg="addSld modSld">
      <pc:chgData name="Srikant Kalaga" userId="S::srikant.k@syrencloud.com::961c47af-c9bb-4225-b2a0-952af4799497" providerId="AD" clId="Web-{B7434274-8E15-FDF4-C5F9-FC2EE44AEA72}" dt="2026-07-01T12:29:43.390" v="2" actId="20577"/>
      <pc:docMkLst>
        <pc:docMk/>
      </pc:docMkLst>
      <pc:sldChg chg="modSp">
        <pc:chgData name="Srikant Kalaga" userId="S::srikant.k@syrencloud.com::961c47af-c9bb-4225-b2a0-952af4799497" providerId="AD" clId="Web-{B7434274-8E15-FDF4-C5F9-FC2EE44AEA72}" dt="2026-07-01T12:29:43.390" v="2" actId="20577"/>
        <pc:sldMkLst>
          <pc:docMk/>
          <pc:sldMk cId="3880626240" sldId="2147481798"/>
        </pc:sldMkLst>
        <pc:spChg chg="mod">
          <ac:chgData name="Srikant Kalaga" userId="S::srikant.k@syrencloud.com::961c47af-c9bb-4225-b2a0-952af4799497" providerId="AD" clId="Web-{B7434274-8E15-FDF4-C5F9-FC2EE44AEA72}" dt="2026-07-01T12:29:43.390" v="2" actId="20577"/>
          <ac:spMkLst>
            <pc:docMk/>
            <pc:sldMk cId="3880626240" sldId="2147481798"/>
            <ac:spMk id="18" creationId="{DAD47FAD-056B-7D00-9B47-DFCAEA466F98}"/>
          </ac:spMkLst>
        </pc:spChg>
      </pc:sldChg>
      <pc:sldChg chg="add">
        <pc:chgData name="Srikant Kalaga" userId="S::srikant.k@syrencloud.com::961c47af-c9bb-4225-b2a0-952af4799497" providerId="AD" clId="Web-{B7434274-8E15-FDF4-C5F9-FC2EE44AEA72}" dt="2026-07-01T12:27:07.312" v="0"/>
        <pc:sldMkLst>
          <pc:docMk/>
          <pc:sldMk cId="566397521" sldId="2147481804"/>
        </pc:sldMkLst>
      </pc:sldChg>
    </pc:docChg>
  </pc:docChgLst>
  <pc:docChgLst>
    <pc:chgData name="Srikant Kalaga" userId="S::srikant.k@syrencloud.com::961c47af-c9bb-4225-b2a0-952af4799497" providerId="AD" clId="Web-{574F35A7-E3D6-B443-8746-3E786CFF6DE1}"/>
    <pc:docChg chg="addSld modSld sldOrd addMainMaster modMainMaster">
      <pc:chgData name="Srikant Kalaga" userId="S::srikant.k@syrencloud.com::961c47af-c9bb-4225-b2a0-952af4799497" providerId="AD" clId="Web-{574F35A7-E3D6-B443-8746-3E786CFF6DE1}" dt="2026-06-29T23:59:45.241" v="94" actId="1076"/>
      <pc:docMkLst>
        <pc:docMk/>
      </pc:docMkLst>
      <pc:sldChg chg="ord">
        <pc:chgData name="Srikant Kalaga" userId="S::srikant.k@syrencloud.com::961c47af-c9bb-4225-b2a0-952af4799497" providerId="AD" clId="Web-{574F35A7-E3D6-B443-8746-3E786CFF6DE1}" dt="2026-06-29T23:58:39.616" v="48"/>
        <pc:sldMkLst>
          <pc:docMk/>
          <pc:sldMk cId="0" sldId="257"/>
        </pc:sldMkLst>
      </pc:sldChg>
      <pc:sldChg chg="delSp modSp">
        <pc:chgData name="Srikant Kalaga" userId="S::srikant.k@syrencloud.com::961c47af-c9bb-4225-b2a0-952af4799497" providerId="AD" clId="Web-{574F35A7-E3D6-B443-8746-3E786CFF6DE1}" dt="2026-06-29T23:36:13.245" v="6"/>
        <pc:sldMkLst>
          <pc:docMk/>
          <pc:sldMk cId="6189717" sldId="2076137766"/>
        </pc:sldMkLst>
        <pc:spChg chg="mod">
          <ac:chgData name="Srikant Kalaga" userId="S::srikant.k@syrencloud.com::961c47af-c9bb-4225-b2a0-952af4799497" providerId="AD" clId="Web-{574F35A7-E3D6-B443-8746-3E786CFF6DE1}" dt="2026-06-29T23:36:06.089" v="3" actId="20577"/>
          <ac:spMkLst>
            <pc:docMk/>
            <pc:sldMk cId="6189717" sldId="2076137766"/>
            <ac:spMk id="2" creationId="{43408F94-47E9-EB0E-4235-FDDF63B3F668}"/>
          </ac:spMkLst>
        </pc:spChg>
      </pc:sldChg>
      <pc:sldChg chg="delSp modSp">
        <pc:chgData name="Srikant Kalaga" userId="S::srikant.k@syrencloud.com::961c47af-c9bb-4225-b2a0-952af4799497" providerId="AD" clId="Web-{574F35A7-E3D6-B443-8746-3E786CFF6DE1}" dt="2026-06-29T23:36:51.651" v="16" actId="20577"/>
        <pc:sldMkLst>
          <pc:docMk/>
          <pc:sldMk cId="4221204706" sldId="2076137769"/>
        </pc:sldMkLst>
        <pc:spChg chg="mod">
          <ac:chgData name="Srikant Kalaga" userId="S::srikant.k@syrencloud.com::961c47af-c9bb-4225-b2a0-952af4799497" providerId="AD" clId="Web-{574F35A7-E3D6-B443-8746-3E786CFF6DE1}" dt="2026-06-29T23:36:51.651" v="16" actId="20577"/>
          <ac:spMkLst>
            <pc:docMk/>
            <pc:sldMk cId="4221204706" sldId="2076137769"/>
            <ac:spMk id="2" creationId="{4E7F04BB-4FE3-7AC9-1A31-9CC7DA723999}"/>
          </ac:spMkLst>
        </pc:spChg>
      </pc:sldChg>
      <pc:sldChg chg="delSp modSp">
        <pc:chgData name="Srikant Kalaga" userId="S::srikant.k@syrencloud.com::961c47af-c9bb-4225-b2a0-952af4799497" providerId="AD" clId="Web-{574F35A7-E3D6-B443-8746-3E786CFF6DE1}" dt="2026-06-29T23:37:10.605" v="22" actId="20577"/>
        <pc:sldMkLst>
          <pc:docMk/>
          <pc:sldMk cId="3981440326" sldId="2076137770"/>
        </pc:sldMkLst>
        <pc:spChg chg="mod">
          <ac:chgData name="Srikant Kalaga" userId="S::srikant.k@syrencloud.com::961c47af-c9bb-4225-b2a0-952af4799497" providerId="AD" clId="Web-{574F35A7-E3D6-B443-8746-3E786CFF6DE1}" dt="2026-06-29T23:37:10.605" v="22" actId="20577"/>
          <ac:spMkLst>
            <pc:docMk/>
            <pc:sldMk cId="3981440326" sldId="2076137770"/>
            <ac:spMk id="2" creationId="{E1F6A3A9-062E-20FB-590F-F9AA76259A9D}"/>
          </ac:spMkLst>
        </pc:spChg>
      </pc:sldChg>
      <pc:sldChg chg="delSp">
        <pc:chgData name="Srikant Kalaga" userId="S::srikant.k@syrencloud.com::961c47af-c9bb-4225-b2a0-952af4799497" providerId="AD" clId="Web-{574F35A7-E3D6-B443-8746-3E786CFF6DE1}" dt="2026-06-29T23:37:29.948" v="24"/>
        <pc:sldMkLst>
          <pc:docMk/>
          <pc:sldMk cId="2997420400" sldId="2076137774"/>
        </pc:sldMkLst>
      </pc:sldChg>
      <pc:sldChg chg="delSp">
        <pc:chgData name="Srikant Kalaga" userId="S::srikant.k@syrencloud.com::961c47af-c9bb-4225-b2a0-952af4799497" providerId="AD" clId="Web-{574F35A7-E3D6-B443-8746-3E786CFF6DE1}" dt="2026-06-29T23:37:23.276" v="23"/>
        <pc:sldMkLst>
          <pc:docMk/>
          <pc:sldMk cId="67895314" sldId="2147474868"/>
        </pc:sldMkLst>
      </pc:sldChg>
      <pc:sldChg chg="delSp">
        <pc:chgData name="Srikant Kalaga" userId="S::srikant.k@syrencloud.com::961c47af-c9bb-4225-b2a0-952af4799497" providerId="AD" clId="Web-{574F35A7-E3D6-B443-8746-3E786CFF6DE1}" dt="2026-06-29T23:37:57.636" v="27"/>
        <pc:sldMkLst>
          <pc:docMk/>
          <pc:sldMk cId="553572738" sldId="2147474869"/>
        </pc:sldMkLst>
      </pc:sldChg>
      <pc:sldChg chg="delSp">
        <pc:chgData name="Srikant Kalaga" userId="S::srikant.k@syrencloud.com::961c47af-c9bb-4225-b2a0-952af4799497" providerId="AD" clId="Web-{574F35A7-E3D6-B443-8746-3E786CFF6DE1}" dt="2026-06-29T23:38:01.823" v="28"/>
        <pc:sldMkLst>
          <pc:docMk/>
          <pc:sldMk cId="1305668230" sldId="2147474870"/>
        </pc:sldMkLst>
      </pc:sldChg>
      <pc:sldChg chg="delSp modSp">
        <pc:chgData name="Srikant Kalaga" userId="S::srikant.k@syrencloud.com::961c47af-c9bb-4225-b2a0-952af4799497" providerId="AD" clId="Web-{574F35A7-E3D6-B443-8746-3E786CFF6DE1}" dt="2026-06-29T23:38:31.276" v="41" actId="20577"/>
        <pc:sldMkLst>
          <pc:docMk/>
          <pc:sldMk cId="1014566364" sldId="2147474871"/>
        </pc:sldMkLst>
        <pc:spChg chg="mod">
          <ac:chgData name="Srikant Kalaga" userId="S::srikant.k@syrencloud.com::961c47af-c9bb-4225-b2a0-952af4799497" providerId="AD" clId="Web-{574F35A7-E3D6-B443-8746-3E786CFF6DE1}" dt="2026-06-29T23:38:31.276" v="41" actId="20577"/>
          <ac:spMkLst>
            <pc:docMk/>
            <pc:sldMk cId="1014566364" sldId="2147474871"/>
            <ac:spMk id="2" creationId="{B46F23DD-93DC-2285-17FC-7ED69BE3884F}"/>
          </ac:spMkLst>
        </pc:spChg>
        <pc:spChg chg="mod">
          <ac:chgData name="Srikant Kalaga" userId="S::srikant.k@syrencloud.com::961c47af-c9bb-4225-b2a0-952af4799497" providerId="AD" clId="Web-{574F35A7-E3D6-B443-8746-3E786CFF6DE1}" dt="2026-06-29T23:38:15.432" v="30" actId="20577"/>
          <ac:spMkLst>
            <pc:docMk/>
            <pc:sldMk cId="1014566364" sldId="2147474871"/>
            <ac:spMk id="10" creationId="{19144049-A704-B343-4DDA-0D5CF81403E2}"/>
          </ac:spMkLst>
        </pc:spChg>
        <pc:spChg chg="mod">
          <ac:chgData name="Srikant Kalaga" userId="S::srikant.k@syrencloud.com::961c47af-c9bb-4225-b2a0-952af4799497" providerId="AD" clId="Web-{574F35A7-E3D6-B443-8746-3E786CFF6DE1}" dt="2026-06-29T23:38:24.260" v="34" actId="20577"/>
          <ac:spMkLst>
            <pc:docMk/>
            <pc:sldMk cId="1014566364" sldId="2147474871"/>
            <ac:spMk id="11" creationId="{6845D74F-BD1E-3D49-80E7-11A3A3A6BAE5}"/>
          </ac:spMkLst>
        </pc:spChg>
        <pc:spChg chg="mod">
          <ac:chgData name="Srikant Kalaga" userId="S::srikant.k@syrencloud.com::961c47af-c9bb-4225-b2a0-952af4799497" providerId="AD" clId="Web-{574F35A7-E3D6-B443-8746-3E786CFF6DE1}" dt="2026-06-29T23:38:17.385" v="31" actId="20577"/>
          <ac:spMkLst>
            <pc:docMk/>
            <pc:sldMk cId="1014566364" sldId="2147474871"/>
            <ac:spMk id="12" creationId="{3F45132F-CB5F-75B4-2CCC-ECFFC18E29C5}"/>
          </ac:spMkLst>
        </pc:spChg>
        <pc:spChg chg="mod">
          <ac:chgData name="Srikant Kalaga" userId="S::srikant.k@syrencloud.com::961c47af-c9bb-4225-b2a0-952af4799497" providerId="AD" clId="Web-{574F35A7-E3D6-B443-8746-3E786CFF6DE1}" dt="2026-06-29T23:38:26.151" v="36" actId="20577"/>
          <ac:spMkLst>
            <pc:docMk/>
            <pc:sldMk cId="1014566364" sldId="2147474871"/>
            <ac:spMk id="13" creationId="{300F1CF4-6AFA-CCA3-F643-519CEFA6796C}"/>
          </ac:spMkLst>
        </pc:spChg>
        <pc:spChg chg="mod">
          <ac:chgData name="Srikant Kalaga" userId="S::srikant.k@syrencloud.com::961c47af-c9bb-4225-b2a0-952af4799497" providerId="AD" clId="Web-{574F35A7-E3D6-B443-8746-3E786CFF6DE1}" dt="2026-06-29T23:38:18.901" v="32" actId="20577"/>
          <ac:spMkLst>
            <pc:docMk/>
            <pc:sldMk cId="1014566364" sldId="2147474871"/>
            <ac:spMk id="14" creationId="{1B1F87F8-2E84-FCF0-11DF-5BB79633F79D}"/>
          </ac:spMkLst>
        </pc:spChg>
        <pc:spChg chg="mod">
          <ac:chgData name="Srikant Kalaga" userId="S::srikant.k@syrencloud.com::961c47af-c9bb-4225-b2a0-952af4799497" providerId="AD" clId="Web-{574F35A7-E3D6-B443-8746-3E786CFF6DE1}" dt="2026-06-29T23:38:27.479" v="38" actId="20577"/>
          <ac:spMkLst>
            <pc:docMk/>
            <pc:sldMk cId="1014566364" sldId="2147474871"/>
            <ac:spMk id="15" creationId="{73F407CA-005C-A810-F2A3-783D1461D257}"/>
          </ac:spMkLst>
        </pc:spChg>
        <pc:spChg chg="mod">
          <ac:chgData name="Srikant Kalaga" userId="S::srikant.k@syrencloud.com::961c47af-c9bb-4225-b2a0-952af4799497" providerId="AD" clId="Web-{574F35A7-E3D6-B443-8746-3E786CFF6DE1}" dt="2026-06-29T23:38:22.510" v="33" actId="20577"/>
          <ac:spMkLst>
            <pc:docMk/>
            <pc:sldMk cId="1014566364" sldId="2147474871"/>
            <ac:spMk id="18" creationId="{C415A144-3B02-34D4-6D35-6872FFBAAEF5}"/>
          </ac:spMkLst>
        </pc:spChg>
        <pc:spChg chg="mod">
          <ac:chgData name="Srikant Kalaga" userId="S::srikant.k@syrencloud.com::961c47af-c9bb-4225-b2a0-952af4799497" providerId="AD" clId="Web-{574F35A7-E3D6-B443-8746-3E786CFF6DE1}" dt="2026-06-29T23:38:29.057" v="39" actId="20577"/>
          <ac:spMkLst>
            <pc:docMk/>
            <pc:sldMk cId="1014566364" sldId="2147474871"/>
            <ac:spMk id="19" creationId="{BCD9E66E-17CD-ADA6-34A9-10ACB2020FB0}"/>
          </ac:spMkLst>
        </pc:spChg>
      </pc:sldChg>
      <pc:sldChg chg="delSp modSp">
        <pc:chgData name="Srikant Kalaga" userId="S::srikant.k@syrencloud.com::961c47af-c9bb-4225-b2a0-952af4799497" providerId="AD" clId="Web-{574F35A7-E3D6-B443-8746-3E786CFF6DE1}" dt="2026-06-29T23:36:39.120" v="12"/>
        <pc:sldMkLst>
          <pc:docMk/>
          <pc:sldMk cId="1636211531" sldId="2147474879"/>
        </pc:sldMkLst>
        <pc:spChg chg="mod">
          <ac:chgData name="Srikant Kalaga" userId="S::srikant.k@syrencloud.com::961c47af-c9bb-4225-b2a0-952af4799497" providerId="AD" clId="Web-{574F35A7-E3D6-B443-8746-3E786CFF6DE1}" dt="2026-06-29T23:36:34.527" v="10" actId="20577"/>
          <ac:spMkLst>
            <pc:docMk/>
            <pc:sldMk cId="1636211531" sldId="2147474879"/>
            <ac:spMk id="2" creationId="{4A3D47B9-9300-2DA7-9C15-1D5E7E9989B7}"/>
          </ac:spMkLst>
        </pc:spChg>
      </pc:sldChg>
      <pc:sldChg chg="delSp">
        <pc:chgData name="Srikant Kalaga" userId="S::srikant.k@syrencloud.com::961c47af-c9bb-4225-b2a0-952af4799497" providerId="AD" clId="Web-{574F35A7-E3D6-B443-8746-3E786CFF6DE1}" dt="2026-06-29T23:38:57.666" v="43"/>
        <pc:sldMkLst>
          <pc:docMk/>
          <pc:sldMk cId="3216750113" sldId="2147474885"/>
        </pc:sldMkLst>
      </pc:sldChg>
      <pc:sldChg chg="delSp">
        <pc:chgData name="Srikant Kalaga" userId="S::srikant.k@syrencloud.com::961c47af-c9bb-4225-b2a0-952af4799497" providerId="AD" clId="Web-{574F35A7-E3D6-B443-8746-3E786CFF6DE1}" dt="2026-06-29T23:37:34.370" v="25"/>
        <pc:sldMkLst>
          <pc:docMk/>
          <pc:sldMk cId="3377972757" sldId="2147474889"/>
        </pc:sldMkLst>
      </pc:sldChg>
      <pc:sldChg chg="delSp">
        <pc:chgData name="Srikant Kalaga" userId="S::srikant.k@syrencloud.com::961c47af-c9bb-4225-b2a0-952af4799497" providerId="AD" clId="Web-{574F35A7-E3D6-B443-8746-3E786CFF6DE1}" dt="2026-06-29T23:37:37.261" v="26"/>
        <pc:sldMkLst>
          <pc:docMk/>
          <pc:sldMk cId="2584111903" sldId="2147474891"/>
        </pc:sldMkLst>
      </pc:sldChg>
      <pc:sldChg chg="ord">
        <pc:chgData name="Srikant Kalaga" userId="S::srikant.k@syrencloud.com::961c47af-c9bb-4225-b2a0-952af4799497" providerId="AD" clId="Web-{574F35A7-E3D6-B443-8746-3E786CFF6DE1}" dt="2026-06-29T23:58:38.007" v="47"/>
        <pc:sldMkLst>
          <pc:docMk/>
          <pc:sldMk cId="0" sldId="2147481787"/>
        </pc:sldMkLst>
      </pc:sldChg>
      <pc:sldChg chg="add">
        <pc:chgData name="Srikant Kalaga" userId="S::srikant.k@syrencloud.com::961c47af-c9bb-4225-b2a0-952af4799497" providerId="AD" clId="Web-{574F35A7-E3D6-B443-8746-3E786CFF6DE1}" dt="2026-06-29T23:58:20.897" v="46"/>
        <pc:sldMkLst>
          <pc:docMk/>
          <pc:sldMk cId="1378753998" sldId="2147481789"/>
        </pc:sldMkLst>
      </pc:sldChg>
      <pc:sldChg chg="addSp delSp modSp add replId">
        <pc:chgData name="Srikant Kalaga" userId="S::srikant.k@syrencloud.com::961c47af-c9bb-4225-b2a0-952af4799497" providerId="AD" clId="Web-{574F35A7-E3D6-B443-8746-3E786CFF6DE1}" dt="2026-06-29T23:59:32.866" v="86" actId="1076"/>
        <pc:sldMkLst>
          <pc:docMk/>
          <pc:sldMk cId="1287577181" sldId="2147481790"/>
        </pc:sldMkLst>
        <pc:spChg chg="mod">
          <ac:chgData name="Srikant Kalaga" userId="S::srikant.k@syrencloud.com::961c47af-c9bb-4225-b2a0-952af4799497" providerId="AD" clId="Web-{574F35A7-E3D6-B443-8746-3E786CFF6DE1}" dt="2026-06-29T23:59:02.725" v="83" actId="20577"/>
          <ac:spMkLst>
            <pc:docMk/>
            <pc:sldMk cId="1287577181" sldId="2147481790"/>
            <ac:spMk id="11" creationId="{171E32AF-29DF-EB34-61B7-31B55CD9CBE7}"/>
          </ac:spMkLst>
        </pc:spChg>
        <pc:picChg chg="add mod">
          <ac:chgData name="Srikant Kalaga" userId="S::srikant.k@syrencloud.com::961c47af-c9bb-4225-b2a0-952af4799497" providerId="AD" clId="Web-{574F35A7-E3D6-B443-8746-3E786CFF6DE1}" dt="2026-06-29T23:59:32.866" v="86" actId="1076"/>
          <ac:picMkLst>
            <pc:docMk/>
            <pc:sldMk cId="1287577181" sldId="2147481790"/>
            <ac:picMk id="40" creationId="{1FA65AAC-9D31-56B1-43FB-B63E86402424}"/>
          </ac:picMkLst>
        </pc:picChg>
      </pc:sldChg>
      <pc:sldMasterChg chg="modSldLayout">
        <pc:chgData name="Srikant Kalaga" userId="S::srikant.k@syrencloud.com::961c47af-c9bb-4225-b2a0-952af4799497" providerId="AD" clId="Web-{574F35A7-E3D6-B443-8746-3E786CFF6DE1}" dt="2026-06-29T23:58:20.507" v="45"/>
        <pc:sldMasterMkLst>
          <pc:docMk/>
          <pc:sldMasterMk cId="3191752573" sldId="2147483804"/>
        </pc:sldMasterMkLst>
        <pc:sldLayoutChg chg="replI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191752573" sldId="2147483804"/>
            <pc:sldLayoutMk cId="1543349962" sldId="2147484347"/>
          </pc:sldLayoutMkLst>
        </pc:sldLayoutChg>
        <pc:sldLayoutChg chg="replI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191752573" sldId="2147483804"/>
            <pc:sldLayoutMk cId="2124998665" sldId="2147484348"/>
          </pc:sldLayoutMkLst>
        </pc:sldLayoutChg>
        <pc:sldLayoutChg chg="replI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191752573" sldId="2147483804"/>
            <pc:sldLayoutMk cId="1632181467" sldId="2147484349"/>
          </pc:sldLayoutMkLst>
        </pc:sldLayoutChg>
      </pc:sldMasterChg>
      <pc:sldMasterChg chg="add addSldLayout">
        <pc:chgData name="Srikant Kalaga" userId="S::srikant.k@syrencloud.com::961c47af-c9bb-4225-b2a0-952af4799497" providerId="AD" clId="Web-{574F35A7-E3D6-B443-8746-3E786CFF6DE1}" dt="2026-06-29T23:58:20.507" v="45"/>
        <pc:sldMasterMkLst>
          <pc:docMk/>
          <pc:sldMasterMk cId="3379824098" sldId="2147483816"/>
        </pc:sldMasterMkLst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525908503" sldId="2147483817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485172988" sldId="2147483819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607608615" sldId="2147483820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1493007949" sldId="2147483821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907575376" sldId="2147483822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1829405500" sldId="2147483823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1497143508" sldId="2147483824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4064331417" sldId="2147483825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4239638208" sldId="2147483826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4095018557" sldId="2147483827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2610546387" sldId="2147483828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629489151" sldId="2147483829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4292020696" sldId="2147483832"/>
          </pc:sldLayoutMkLst>
        </pc:sldLayoutChg>
        <pc:sldLayoutChg chg="add">
          <pc:chgData name="Srikant Kalaga" userId="S::srikant.k@syrencloud.com::961c47af-c9bb-4225-b2a0-952af4799497" providerId="AD" clId="Web-{574F35A7-E3D6-B443-8746-3E786CFF6DE1}" dt="2026-06-29T23:58:20.507" v="45"/>
          <pc:sldLayoutMkLst>
            <pc:docMk/>
            <pc:sldMasterMk cId="3379824098" sldId="2147483816"/>
            <pc:sldLayoutMk cId="1072318619" sldId="2147484089"/>
          </pc:sldLayoutMkLst>
        </pc:sldLayoutChg>
      </pc:sldMasterChg>
    </pc:docChg>
  </pc:docChgLst>
  <pc:docChgLst>
    <pc:chgData name="Srikant Kalaga" userId="S::srikant.k@syrencloud.com::961c47af-c9bb-4225-b2a0-952af4799497" providerId="AD" clId="Web-{EAD07010-94FA-F093-FDDE-3093FD5C9655}"/>
    <pc:docChg chg="addSld">
      <pc:chgData name="Srikant Kalaga" userId="S::srikant.k@syrencloud.com::961c47af-c9bb-4225-b2a0-952af4799497" providerId="AD" clId="Web-{EAD07010-94FA-F093-FDDE-3093FD5C9655}" dt="2026-07-08T10:14:13.273" v="0"/>
      <pc:docMkLst>
        <pc:docMk/>
      </pc:docMkLst>
    </pc:docChg>
  </pc:docChgLst>
  <pc:docChgLst>
    <pc:chgData name="Devanand Chintoju" userId="S::devanand.c@syrencloud.com::d8309b23-9736-40f9-b7cb-b8d53c5a2ef2" providerId="AD" clId="Web-{587D2351-A935-7F33-ABC0-951B8E6A961E}"/>
    <pc:docChg chg="addSld modSld sldOrd">
      <pc:chgData name="Devanand Chintoju" userId="S::devanand.c@syrencloud.com::d8309b23-9736-40f9-b7cb-b8d53c5a2ef2" providerId="AD" clId="Web-{587D2351-A935-7F33-ABC0-951B8E6A961E}" dt="2026-07-07T07:43:50.476" v="729" actId="20577"/>
      <pc:docMkLst>
        <pc:docMk/>
      </pc:docMkLst>
      <pc:sldChg chg="modSp">
        <pc:chgData name="Devanand Chintoju" userId="S::devanand.c@syrencloud.com::d8309b23-9736-40f9-b7cb-b8d53c5a2ef2" providerId="AD" clId="Web-{587D2351-A935-7F33-ABC0-951B8E6A961E}" dt="2026-07-07T07:43:50.476" v="729" actId="20577"/>
        <pc:sldMkLst>
          <pc:docMk/>
          <pc:sldMk cId="2877813512" sldId="2147474886"/>
        </pc:sldMkLst>
        <pc:spChg chg="mod">
          <ac:chgData name="Devanand Chintoju" userId="S::devanand.c@syrencloud.com::d8309b23-9736-40f9-b7cb-b8d53c5a2ef2" providerId="AD" clId="Web-{587D2351-A935-7F33-ABC0-951B8E6A961E}" dt="2026-07-07T07:43:50.476" v="729" actId="20577"/>
          <ac:spMkLst>
            <pc:docMk/>
            <pc:sldMk cId="2877813512" sldId="2147474886"/>
            <ac:spMk id="2" creationId="{A26D8EDC-7C71-26FE-1DE2-054B569FB184}"/>
          </ac:spMkLst>
        </pc:spChg>
      </pc:sldChg>
      <pc:sldChg chg="addSp delSp modSp modNotes">
        <pc:chgData name="Devanand Chintoju" userId="S::devanand.c@syrencloud.com::d8309b23-9736-40f9-b7cb-b8d53c5a2ef2" providerId="AD" clId="Web-{587D2351-A935-7F33-ABC0-951B8E6A961E}" dt="2026-07-07T07:37:07.254" v="686"/>
        <pc:sldMkLst>
          <pc:docMk/>
          <pc:sldMk cId="790199280" sldId="2147481775"/>
        </pc:sldMkLst>
        <pc:spChg chg="mod">
          <ac:chgData name="Devanand Chintoju" userId="S::devanand.c@syrencloud.com::d8309b23-9736-40f9-b7cb-b8d53c5a2ef2" providerId="AD" clId="Web-{587D2351-A935-7F33-ABC0-951B8E6A961E}" dt="2026-07-07T07:20:15.930" v="412" actId="20577"/>
          <ac:spMkLst>
            <pc:docMk/>
            <pc:sldMk cId="790199280" sldId="2147481775"/>
            <ac:spMk id="3" creationId="{FCEEFF51-AA0A-432B-9B23-811BC1E118A2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28:33.623" v="606" actId="20577"/>
          <ac:spMkLst>
            <pc:docMk/>
            <pc:sldMk cId="790199280" sldId="2147481775"/>
            <ac:spMk id="78" creationId="{46921FC3-9369-0E2C-72BD-03E889608F78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6:56:11.104" v="107"/>
          <ac:spMkLst>
            <pc:docMk/>
            <pc:sldMk cId="790199280" sldId="2147481775"/>
            <ac:spMk id="96" creationId="{21BFEA66-1F07-84C7-A348-369681172193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6:56:53.667" v="111"/>
          <ac:spMkLst>
            <pc:docMk/>
            <pc:sldMk cId="790199280" sldId="2147481775"/>
            <ac:spMk id="99" creationId="{DD5DC86E-282B-CF75-FB56-D747D6F7D5D5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6:58:27.871" v="130"/>
          <ac:spMkLst>
            <pc:docMk/>
            <pc:sldMk cId="790199280" sldId="2147481775"/>
            <ac:spMk id="101" creationId="{423C4721-C949-3909-5425-C9BDB353959E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6:59:27.856" v="142" actId="1076"/>
          <ac:spMkLst>
            <pc:docMk/>
            <pc:sldMk cId="790199280" sldId="2147481775"/>
            <ac:spMk id="103" creationId="{25C83453-106A-C1B3-09C5-2371F9CC9FEF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30:09.953" v="618" actId="1076"/>
          <ac:spMkLst>
            <pc:docMk/>
            <pc:sldMk cId="790199280" sldId="2147481775"/>
            <ac:spMk id="114" creationId="{3280A3C3-DA34-DFBA-AC29-708C4235CBEC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30:17.406" v="619" actId="1076"/>
          <ac:spMkLst>
            <pc:docMk/>
            <pc:sldMk cId="790199280" sldId="2147481775"/>
            <ac:spMk id="120" creationId="{B6BD6CDF-6671-7908-B2CB-8ABB1C24C8CA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24:18.402" v="486" actId="20577"/>
          <ac:spMkLst>
            <pc:docMk/>
            <pc:sldMk cId="790199280" sldId="2147481775"/>
            <ac:spMk id="127" creationId="{22F5D94C-9C45-BCB2-28B9-C34048E603A1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30:31.156" v="629" actId="20577"/>
          <ac:spMkLst>
            <pc:docMk/>
            <pc:sldMk cId="790199280" sldId="2147481775"/>
            <ac:spMk id="128" creationId="{428148EE-52EF-E362-7B46-3EA958352E42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30:41.156" v="630" actId="1076"/>
          <ac:spMkLst>
            <pc:docMk/>
            <pc:sldMk cId="790199280" sldId="2147481775"/>
            <ac:spMk id="135" creationId="{C9B1370B-5BB6-F298-AD71-BE9DCFA49374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27:37.560" v="599" actId="20577"/>
          <ac:spMkLst>
            <pc:docMk/>
            <pc:sldMk cId="790199280" sldId="2147481775"/>
            <ac:spMk id="139" creationId="{A5BEB094-7591-8393-3727-3D69953F3781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25:06.137" v="507" actId="20577"/>
          <ac:spMkLst>
            <pc:docMk/>
            <pc:sldMk cId="790199280" sldId="2147481775"/>
            <ac:spMk id="140" creationId="{38834FD4-C507-C3EF-B0FD-E2B82B965121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26:19.466" v="550" actId="1076"/>
          <ac:spMkLst>
            <pc:docMk/>
            <pc:sldMk cId="790199280" sldId="2147481775"/>
            <ac:spMk id="152" creationId="{297B2B31-A38E-DFDC-C8FB-1DAEAFC1C912}"/>
          </ac:spMkLst>
        </pc:spChg>
        <pc:spChg chg="mod">
          <ac:chgData name="Devanand Chintoju" userId="S::devanand.c@syrencloud.com::d8309b23-9736-40f9-b7cb-b8d53c5a2ef2" providerId="AD" clId="Web-{587D2351-A935-7F33-ABC0-951B8E6A961E}" dt="2026-07-07T07:36:44.675" v="683" actId="20577"/>
          <ac:spMkLst>
            <pc:docMk/>
            <pc:sldMk cId="790199280" sldId="2147481775"/>
            <ac:spMk id="168" creationId="{64603A9D-03AC-EBF1-F68C-4717ACEEAC08}"/>
          </ac:spMkLst>
        </pc:spChg>
        <pc:graphicFrameChg chg="add mod modGraphic">
          <ac:chgData name="Devanand Chintoju" userId="S::devanand.c@syrencloud.com::d8309b23-9736-40f9-b7cb-b8d53c5a2ef2" providerId="AD" clId="Web-{587D2351-A935-7F33-ABC0-951B8E6A961E}" dt="2026-07-07T07:37:07.254" v="686"/>
          <ac:graphicFrameMkLst>
            <pc:docMk/>
            <pc:sldMk cId="790199280" sldId="2147481775"/>
            <ac:graphicFrameMk id="4" creationId="{E05A2C94-B1F8-5F30-D89D-DADF443809F6}"/>
          </ac:graphicFrameMkLst>
        </pc:graphicFrameChg>
        <pc:graphicFrameChg chg="add mod modGraphic">
          <ac:chgData name="Devanand Chintoju" userId="S::devanand.c@syrencloud.com::d8309b23-9736-40f9-b7cb-b8d53c5a2ef2" providerId="AD" clId="Web-{587D2351-A935-7F33-ABC0-951B8E6A961E}" dt="2026-07-07T07:36:53.097" v="684" actId="1076"/>
          <ac:graphicFrameMkLst>
            <pc:docMk/>
            <pc:sldMk cId="790199280" sldId="2147481775"/>
            <ac:graphicFrameMk id="5" creationId="{28B31767-0985-1EB3-FF28-65780617388B}"/>
          </ac:graphicFrameMkLst>
        </pc:graphicFrameChg>
      </pc:sldChg>
    </pc:docChg>
  </pc:docChgLst>
  <pc:docChgLst>
    <pc:chgData name="Devanand Chintoju" userId="S::devanand.c@syrencloud.com::d8309b23-9736-40f9-b7cb-b8d53c5a2ef2" providerId="AD" clId="Web-{D5D8F4BD-8252-517F-7081-0AA3DC993F9A}"/>
    <pc:docChg chg="addSld modSld sldOrd modSection">
      <pc:chgData name="Devanand Chintoju" userId="S::devanand.c@syrencloud.com::d8309b23-9736-40f9-b7cb-b8d53c5a2ef2" providerId="AD" clId="Web-{D5D8F4BD-8252-517F-7081-0AA3DC993F9A}" dt="2026-07-02T11:28:09.900" v="535"/>
      <pc:docMkLst>
        <pc:docMk/>
      </pc:docMkLst>
      <pc:sldChg chg="modSp modNotes">
        <pc:chgData name="Devanand Chintoju" userId="S::devanand.c@syrencloud.com::d8309b23-9736-40f9-b7cb-b8d53c5a2ef2" providerId="AD" clId="Web-{D5D8F4BD-8252-517F-7081-0AA3DC993F9A}" dt="2026-07-02T11:28:09.900" v="535"/>
        <pc:sldMkLst>
          <pc:docMk/>
          <pc:sldMk cId="6189717" sldId="2076137766"/>
        </pc:sldMkLst>
        <pc:spChg chg="mod">
          <ac:chgData name="Devanand Chintoju" userId="S::devanand.c@syrencloud.com::d8309b23-9736-40f9-b7cb-b8d53c5a2ef2" providerId="AD" clId="Web-{D5D8F4BD-8252-517F-7081-0AA3DC993F9A}" dt="2026-07-01T12:30:13.348" v="15" actId="20577"/>
          <ac:spMkLst>
            <pc:docMk/>
            <pc:sldMk cId="6189717" sldId="2076137766"/>
            <ac:spMk id="2" creationId="{43408F94-47E9-EB0E-4235-FDDF63B3F668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2T11:17:54.487" v="514" actId="14100"/>
          <ac:spMkLst>
            <pc:docMk/>
            <pc:sldMk cId="6189717" sldId="2076137766"/>
            <ac:spMk id="40" creationId="{85FB13C4-B002-4E3A-D2B7-A9E311D0BAA4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2T11:18:18.394" v="517" actId="14100"/>
          <ac:spMkLst>
            <pc:docMk/>
            <pc:sldMk cId="6189717" sldId="2076137766"/>
            <ac:spMk id="44" creationId="{3161FCD3-EA2E-B38F-B740-92A66B138B6C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2T11:18:03.550" v="515" actId="14100"/>
          <ac:spMkLst>
            <pc:docMk/>
            <pc:sldMk cId="6189717" sldId="2076137766"/>
            <ac:spMk id="54" creationId="{AE9A456A-0A95-1337-B4E4-D85FEA1E9A37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2T11:18:09.722" v="516" actId="14100"/>
          <ac:spMkLst>
            <pc:docMk/>
            <pc:sldMk cId="6189717" sldId="2076137766"/>
            <ac:spMk id="60" creationId="{A96653B3-6D0B-3AEF-B202-80DAF86E06E0}"/>
          </ac:spMkLst>
        </pc:spChg>
      </pc:sldChg>
      <pc:sldChg chg="ord">
        <pc:chgData name="Devanand Chintoju" userId="S::devanand.c@syrencloud.com::d8309b23-9736-40f9-b7cb-b8d53c5a2ef2" providerId="AD" clId="Web-{D5D8F4BD-8252-517F-7081-0AA3DC993F9A}" dt="2026-07-02T10:49:15.692" v="513"/>
        <pc:sldMkLst>
          <pc:docMk/>
          <pc:sldMk cId="1636211531" sldId="2147474879"/>
        </pc:sldMkLst>
      </pc:sldChg>
      <pc:sldChg chg="ord">
        <pc:chgData name="Devanand Chintoju" userId="S::devanand.c@syrencloud.com::d8309b23-9736-40f9-b7cb-b8d53c5a2ef2" providerId="AD" clId="Web-{D5D8F4BD-8252-517F-7081-0AA3DC993F9A}" dt="2026-07-01T12:39:41.756" v="194"/>
        <pc:sldMkLst>
          <pc:docMk/>
          <pc:sldMk cId="2685246618" sldId="2147474883"/>
        </pc:sldMkLst>
      </pc:sldChg>
      <pc:sldChg chg="modSp ord">
        <pc:chgData name="Devanand Chintoju" userId="S::devanand.c@syrencloud.com::d8309b23-9736-40f9-b7cb-b8d53c5a2ef2" providerId="AD" clId="Web-{D5D8F4BD-8252-517F-7081-0AA3DC993F9A}" dt="2026-07-01T12:49:08.415" v="328" actId="20577"/>
        <pc:sldMkLst>
          <pc:docMk/>
          <pc:sldMk cId="3216750113" sldId="2147474885"/>
        </pc:sldMkLst>
        <pc:spChg chg="mod">
          <ac:chgData name="Devanand Chintoju" userId="S::devanand.c@syrencloud.com::d8309b23-9736-40f9-b7cb-b8d53c5a2ef2" providerId="AD" clId="Web-{D5D8F4BD-8252-517F-7081-0AA3DC993F9A}" dt="2026-07-01T12:48:56.946" v="306" actId="20577"/>
          <ac:spMkLst>
            <pc:docMk/>
            <pc:sldMk cId="3216750113" sldId="2147474885"/>
            <ac:spMk id="17" creationId="{E2287AB6-147C-AA13-9A12-30E372132CB9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1T12:49:08.415" v="328" actId="20577"/>
          <ac:spMkLst>
            <pc:docMk/>
            <pc:sldMk cId="3216750113" sldId="2147474885"/>
            <ac:spMk id="18" creationId="{46D0AB6E-73B1-B416-BA34-77A459E4CE28}"/>
          </ac:spMkLst>
        </pc:spChg>
      </pc:sldChg>
      <pc:sldChg chg="ord">
        <pc:chgData name="Devanand Chintoju" userId="S::devanand.c@syrencloud.com::d8309b23-9736-40f9-b7cb-b8d53c5a2ef2" providerId="AD" clId="Web-{D5D8F4BD-8252-517F-7081-0AA3DC993F9A}" dt="2026-07-01T12:20:37.767" v="1"/>
        <pc:sldMkLst>
          <pc:docMk/>
          <pc:sldMk cId="2877813512" sldId="2147474886"/>
        </pc:sldMkLst>
      </pc:sldChg>
      <pc:sldChg chg="modSp ord">
        <pc:chgData name="Devanand Chintoju" userId="S::devanand.c@syrencloud.com::d8309b23-9736-40f9-b7cb-b8d53c5a2ef2" providerId="AD" clId="Web-{D5D8F4BD-8252-517F-7081-0AA3DC993F9A}" dt="2026-07-01T12:41:56.851" v="251" actId="1076"/>
        <pc:sldMkLst>
          <pc:docMk/>
          <pc:sldMk cId="790199280" sldId="2147481775"/>
        </pc:sldMkLst>
        <pc:spChg chg="mod">
          <ac:chgData name="Devanand Chintoju" userId="S::devanand.c@syrencloud.com::d8309b23-9736-40f9-b7cb-b8d53c5a2ef2" providerId="AD" clId="Web-{D5D8F4BD-8252-517F-7081-0AA3DC993F9A}" dt="2026-07-01T12:38:23.787" v="153" actId="20577"/>
          <ac:spMkLst>
            <pc:docMk/>
            <pc:sldMk cId="790199280" sldId="2147481775"/>
            <ac:spMk id="87" creationId="{A8F722EA-D98B-BBCA-325C-AA896760A925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1T12:36:36.459" v="71" actId="20577"/>
          <ac:spMkLst>
            <pc:docMk/>
            <pc:sldMk cId="790199280" sldId="2147481775"/>
            <ac:spMk id="126" creationId="{D52F0FE4-5464-C974-9417-E635E2E7BBE5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1T12:36:05.334" v="51" actId="20577"/>
          <ac:spMkLst>
            <pc:docMk/>
            <pc:sldMk cId="790199280" sldId="2147481775"/>
            <ac:spMk id="127" creationId="{22F5D94C-9C45-BCB2-28B9-C34048E603A1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1T12:40:25.522" v="210" actId="20577"/>
          <ac:spMkLst>
            <pc:docMk/>
            <pc:sldMk cId="790199280" sldId="2147481775"/>
            <ac:spMk id="138" creationId="{35D92200-C87A-84BC-6D5A-947A4BB50F0C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1T12:41:48.382" v="250" actId="1076"/>
          <ac:spMkLst>
            <pc:docMk/>
            <pc:sldMk cId="790199280" sldId="2147481775"/>
            <ac:spMk id="139" creationId="{A5BEB094-7591-8393-3727-3D69953F3781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1T12:41:56.851" v="251" actId="1076"/>
          <ac:spMkLst>
            <pc:docMk/>
            <pc:sldMk cId="790199280" sldId="2147481775"/>
            <ac:spMk id="150" creationId="{90312ECA-DB3D-A0AB-904D-EC9F02820E9B}"/>
          </ac:spMkLst>
        </pc:spChg>
        <pc:spChg chg="mod">
          <ac:chgData name="Devanand Chintoju" userId="S::devanand.c@syrencloud.com::d8309b23-9736-40f9-b7cb-b8d53c5a2ef2" providerId="AD" clId="Web-{D5D8F4BD-8252-517F-7081-0AA3DC993F9A}" dt="2026-07-01T12:41:40.288" v="249" actId="1076"/>
          <ac:spMkLst>
            <pc:docMk/>
            <pc:sldMk cId="790199280" sldId="2147481775"/>
            <ac:spMk id="151" creationId="{A6E6E7A2-EFE8-A1FA-ACA6-818B58977DED}"/>
          </ac:spMkLst>
        </pc:spChg>
      </pc:sldChg>
      <pc:sldChg chg="addSp modSp new ord">
        <pc:chgData name="Devanand Chintoju" userId="S::devanand.c@syrencloud.com::d8309b23-9736-40f9-b7cb-b8d53c5a2ef2" providerId="AD" clId="Web-{D5D8F4BD-8252-517F-7081-0AA3DC993F9A}" dt="2026-07-02T11:19:15.301" v="523" actId="20577"/>
        <pc:sldMkLst>
          <pc:docMk/>
          <pc:sldMk cId="1927602274" sldId="2147481805"/>
        </pc:sldMkLst>
        <pc:spChg chg="mod">
          <ac:chgData name="Devanand Chintoju" userId="S::devanand.c@syrencloud.com::d8309b23-9736-40f9-b7cb-b8d53c5a2ef2" providerId="AD" clId="Web-{D5D8F4BD-8252-517F-7081-0AA3DC993F9A}" dt="2026-07-02T11:19:15.301" v="523" actId="20577"/>
          <ac:spMkLst>
            <pc:docMk/>
            <pc:sldMk cId="1927602274" sldId="2147481805"/>
            <ac:spMk id="2" creationId="{532E7E41-F75E-97CB-ADD0-88B2ED9A0C8B}"/>
          </ac:spMkLst>
        </pc:spChg>
        <pc:picChg chg="add mod">
          <ac:chgData name="Devanand Chintoju" userId="S::devanand.c@syrencloud.com::d8309b23-9736-40f9-b7cb-b8d53c5a2ef2" providerId="AD" clId="Web-{D5D8F4BD-8252-517F-7081-0AA3DC993F9A}" dt="2026-07-02T10:12:41.866" v="354"/>
          <ac:picMkLst>
            <pc:docMk/>
            <pc:sldMk cId="1927602274" sldId="2147481805"/>
            <ac:picMk id="5" creationId="{6A65FF8C-B8FE-6630-88C7-1E20D28A95B7}"/>
          </ac:picMkLst>
        </pc:picChg>
      </pc:sldChg>
      <pc:sldChg chg="addSp delSp modSp new ord">
        <pc:chgData name="Devanand Chintoju" userId="S::devanand.c@syrencloud.com::d8309b23-9736-40f9-b7cb-b8d53c5a2ef2" providerId="AD" clId="Web-{D5D8F4BD-8252-517F-7081-0AA3DC993F9A}" dt="2026-07-02T10:33:24.193" v="495" actId="20577"/>
        <pc:sldMkLst>
          <pc:docMk/>
          <pc:sldMk cId="1614789178" sldId="2147481806"/>
        </pc:sldMkLst>
        <pc:spChg chg="mod">
          <ac:chgData name="Devanand Chintoju" userId="S::devanand.c@syrencloud.com::d8309b23-9736-40f9-b7cb-b8d53c5a2ef2" providerId="AD" clId="Web-{D5D8F4BD-8252-517F-7081-0AA3DC993F9A}" dt="2026-07-02T10:33:24.193" v="495" actId="20577"/>
          <ac:spMkLst>
            <pc:docMk/>
            <pc:sldMk cId="1614789178" sldId="2147481806"/>
            <ac:spMk id="2" creationId="{611AF0E5-9228-7362-0105-8811C2716629}"/>
          </ac:spMkLst>
        </pc:spChg>
        <pc:spChg chg="add mod">
          <ac:chgData name="Devanand Chintoju" userId="S::devanand.c@syrencloud.com::d8309b23-9736-40f9-b7cb-b8d53c5a2ef2" providerId="AD" clId="Web-{D5D8F4BD-8252-517F-7081-0AA3DC993F9A}" dt="2026-07-02T10:32:54.990" v="430" actId="14100"/>
          <ac:spMkLst>
            <pc:docMk/>
            <pc:sldMk cId="1614789178" sldId="2147481806"/>
            <ac:spMk id="21" creationId="{3D289323-422E-F687-0E2F-28D181D053B9}"/>
          </ac:spMkLst>
        </pc:spChg>
      </pc:sldChg>
      <pc:sldChg chg="addSp delSp modSp new ord">
        <pc:chgData name="Devanand Chintoju" userId="S::devanand.c@syrencloud.com::d8309b23-9736-40f9-b7cb-b8d53c5a2ef2" providerId="AD" clId="Web-{D5D8F4BD-8252-517F-7081-0AA3DC993F9A}" dt="2026-07-02T11:19:32.988" v="524"/>
        <pc:sldMkLst>
          <pc:docMk/>
          <pc:sldMk cId="905749200" sldId="2147481807"/>
        </pc:sldMkLst>
        <pc:spChg chg="mod">
          <ac:chgData name="Devanand Chintoju" userId="S::devanand.c@syrencloud.com::d8309b23-9736-40f9-b7cb-b8d53c5a2ef2" providerId="AD" clId="Web-{D5D8F4BD-8252-517F-7081-0AA3DC993F9A}" dt="2026-07-02T10:43:02.646" v="511" actId="14100"/>
          <ac:spMkLst>
            <pc:docMk/>
            <pc:sldMk cId="905749200" sldId="2147481807"/>
            <ac:spMk id="2" creationId="{9C801902-1FCC-8024-A55A-DD12A09E250B}"/>
          </ac:spMkLst>
        </pc:spChg>
        <pc:spChg chg="add mod">
          <ac:chgData name="Devanand Chintoju" userId="S::devanand.c@syrencloud.com::d8309b23-9736-40f9-b7cb-b8d53c5a2ef2" providerId="AD" clId="Web-{D5D8F4BD-8252-517F-7081-0AA3DC993F9A}" dt="2026-07-02T10:42:00.583" v="506" actId="1076"/>
          <ac:spMkLst>
            <pc:docMk/>
            <pc:sldMk cId="905749200" sldId="2147481807"/>
            <ac:spMk id="6" creationId="{9690DCBA-F473-F9FD-FC31-89C5FB261B91}"/>
          </ac:spMkLst>
        </pc:spChg>
      </pc:sldChg>
    </pc:docChg>
  </pc:docChgLst>
  <pc:docChgLst>
    <pc:chgData name="Srikant Kalaga" userId="S::srikant.k@syrencloud.com::961c47af-c9bb-4225-b2a0-952af4799497" providerId="AD" clId="Web-{4C779ACC-C454-EB5D-5673-7095B9A525C9}"/>
    <pc:docChg chg="delSld modSld sldOrd addSection modSection">
      <pc:chgData name="Srikant Kalaga" userId="S::srikant.k@syrencloud.com::961c47af-c9bb-4225-b2a0-952af4799497" providerId="AD" clId="Web-{4C779ACC-C454-EB5D-5673-7095B9A525C9}" dt="2026-07-01T15:32:36.197" v="376" actId="1076"/>
      <pc:docMkLst>
        <pc:docMk/>
      </pc:docMkLst>
      <pc:sldChg chg="ord">
        <pc:chgData name="Srikant Kalaga" userId="S::srikant.k@syrencloud.com::961c47af-c9bb-4225-b2a0-952af4799497" providerId="AD" clId="Web-{4C779ACC-C454-EB5D-5673-7095B9A525C9}" dt="2026-07-01T15:30:17.288" v="374"/>
        <pc:sldMkLst>
          <pc:docMk/>
          <pc:sldMk cId="3882010242" sldId="2076137764"/>
        </pc:sldMkLst>
      </pc:sldChg>
      <pc:sldChg chg="ord">
        <pc:chgData name="Srikant Kalaga" userId="S::srikant.k@syrencloud.com::961c47af-c9bb-4225-b2a0-952af4799497" providerId="AD" clId="Web-{4C779ACC-C454-EB5D-5673-7095B9A525C9}" dt="2026-07-01T15:30:17.288" v="373"/>
        <pc:sldMkLst>
          <pc:docMk/>
          <pc:sldMk cId="3574877604" sldId="2076137771"/>
        </pc:sldMkLst>
      </pc:sldChg>
      <pc:sldChg chg="mod ord modShow">
        <pc:chgData name="Srikant Kalaga" userId="S::srikant.k@syrencloud.com::961c47af-c9bb-4225-b2a0-952af4799497" providerId="AD" clId="Web-{4C779ACC-C454-EB5D-5673-7095B9A525C9}" dt="2026-07-01T15:22:11.497" v="364"/>
        <pc:sldMkLst>
          <pc:docMk/>
          <pc:sldMk cId="2997420400" sldId="2076137774"/>
        </pc:sldMkLst>
      </pc:sldChg>
      <pc:sldChg chg="modSp ord">
        <pc:chgData name="Srikant Kalaga" userId="S::srikant.k@syrencloud.com::961c47af-c9bb-4225-b2a0-952af4799497" providerId="AD" clId="Web-{4C779ACC-C454-EB5D-5673-7095B9A525C9}" dt="2026-07-01T15:19:51.557" v="358" actId="20577"/>
        <pc:sldMkLst>
          <pc:docMk/>
          <pc:sldMk cId="553572738" sldId="2147474869"/>
        </pc:sldMkLst>
        <pc:spChg chg="mod">
          <ac:chgData name="Srikant Kalaga" userId="S::srikant.k@syrencloud.com::961c47af-c9bb-4225-b2a0-952af4799497" providerId="AD" clId="Web-{4C779ACC-C454-EB5D-5673-7095B9A525C9}" dt="2026-07-01T15:19:51.557" v="358" actId="20577"/>
          <ac:spMkLst>
            <pc:docMk/>
            <pc:sldMk cId="553572738" sldId="2147474869"/>
            <ac:spMk id="2" creationId="{54497779-77D0-558B-19BA-E9D8D2B40494}"/>
          </ac:spMkLst>
        </pc:spChg>
      </pc:sldChg>
      <pc:sldChg chg="mod ord modShow">
        <pc:chgData name="Srikant Kalaga" userId="S::srikant.k@syrencloud.com::961c47af-c9bb-4225-b2a0-952af4799497" providerId="AD" clId="Web-{4C779ACC-C454-EB5D-5673-7095B9A525C9}" dt="2026-07-01T15:22:11.872" v="365"/>
        <pc:sldMkLst>
          <pc:docMk/>
          <pc:sldMk cId="3377972757" sldId="2147474889"/>
        </pc:sldMkLst>
      </pc:sldChg>
      <pc:sldChg chg="mod ord modShow">
        <pc:chgData name="Srikant Kalaga" userId="S::srikant.k@syrencloud.com::961c47af-c9bb-4225-b2a0-952af4799497" providerId="AD" clId="Web-{4C779ACC-C454-EB5D-5673-7095B9A525C9}" dt="2026-07-01T15:22:12.231" v="366"/>
        <pc:sldMkLst>
          <pc:docMk/>
          <pc:sldMk cId="2584111903" sldId="2147474891"/>
        </pc:sldMkLst>
      </pc:sldChg>
      <pc:sldChg chg="ord">
        <pc:chgData name="Srikant Kalaga" userId="S::srikant.k@syrencloud.com::961c47af-c9bb-4225-b2a0-952af4799497" providerId="AD" clId="Web-{4C779ACC-C454-EB5D-5673-7095B9A525C9}" dt="2026-07-01T15:19:41.447" v="354"/>
        <pc:sldMkLst>
          <pc:docMk/>
          <pc:sldMk cId="2008410391" sldId="2147481791"/>
        </pc:sldMkLst>
      </pc:sldChg>
      <pc:sldChg chg="addSp delSp modSp">
        <pc:chgData name="Srikant Kalaga" userId="S::srikant.k@syrencloud.com::961c47af-c9bb-4225-b2a0-952af4799497" providerId="AD" clId="Web-{4C779ACC-C454-EB5D-5673-7095B9A525C9}" dt="2026-07-01T15:18:19.290" v="352"/>
        <pc:sldMkLst>
          <pc:docMk/>
          <pc:sldMk cId="566397521" sldId="2147481804"/>
        </pc:sldMkLst>
        <pc:spChg chg="mod">
          <ac:chgData name="Srikant Kalaga" userId="S::srikant.k@syrencloud.com::961c47af-c9bb-4225-b2a0-952af4799497" providerId="AD" clId="Web-{4C779ACC-C454-EB5D-5673-7095B9A525C9}" dt="2026-07-01T15:15:08.083" v="182" actId="20577"/>
          <ac:spMkLst>
            <pc:docMk/>
            <pc:sldMk cId="566397521" sldId="2147481804"/>
            <ac:spMk id="10" creationId="{9061B9BB-3C67-34BB-BD9C-39744277678E}"/>
          </ac:spMkLst>
        </pc:spChg>
        <pc:spChg chg="mod">
          <ac:chgData name="Srikant Kalaga" userId="S::srikant.k@syrencloud.com::961c47af-c9bb-4225-b2a0-952af4799497" providerId="AD" clId="Web-{4C779ACC-C454-EB5D-5673-7095B9A525C9}" dt="2026-07-01T15:13:42.487" v="102" actId="1076"/>
          <ac:spMkLst>
            <pc:docMk/>
            <pc:sldMk cId="566397521" sldId="2147481804"/>
            <ac:spMk id="11" creationId="{1F8517E5-10A1-7F7A-F19C-FC77D94C9F98}"/>
          </ac:spMkLst>
        </pc:spChg>
        <pc:spChg chg="mod">
          <ac:chgData name="Srikant Kalaga" userId="S::srikant.k@syrencloud.com::961c47af-c9bb-4225-b2a0-952af4799497" providerId="AD" clId="Web-{4C779ACC-C454-EB5D-5673-7095B9A525C9}" dt="2026-07-01T15:12:22.517" v="26" actId="1076"/>
          <ac:spMkLst>
            <pc:docMk/>
            <pc:sldMk cId="566397521" sldId="2147481804"/>
            <ac:spMk id="16" creationId="{7D5894B0-391B-1526-ECFA-C17DCB6B5450}"/>
          </ac:spMkLst>
        </pc:spChg>
        <pc:spChg chg="mod">
          <ac:chgData name="Srikant Kalaga" userId="S::srikant.k@syrencloud.com::961c47af-c9bb-4225-b2a0-952af4799497" providerId="AD" clId="Web-{4C779ACC-C454-EB5D-5673-7095B9A525C9}" dt="2026-07-01T15:14:50.895" v="174" actId="20577"/>
          <ac:spMkLst>
            <pc:docMk/>
            <pc:sldMk cId="566397521" sldId="2147481804"/>
            <ac:spMk id="17" creationId="{9A72C5C4-20CF-3ED8-5C5E-858116B65685}"/>
          </ac:spMkLst>
        </pc:spChg>
        <pc:spChg chg="mod">
          <ac:chgData name="Srikant Kalaga" userId="S::srikant.k@syrencloud.com::961c47af-c9bb-4225-b2a0-952af4799497" providerId="AD" clId="Web-{4C779ACC-C454-EB5D-5673-7095B9A525C9}" dt="2026-07-01T15:17:17.929" v="264" actId="1076"/>
          <ac:spMkLst>
            <pc:docMk/>
            <pc:sldMk cId="566397521" sldId="2147481804"/>
            <ac:spMk id="22" creationId="{7B659F83-D1FE-1850-BA4F-DEACBB46DDDF}"/>
          </ac:spMkLst>
        </pc:spChg>
        <pc:spChg chg="mod">
          <ac:chgData name="Srikant Kalaga" userId="S::srikant.k@syrencloud.com::961c47af-c9bb-4225-b2a0-952af4799497" providerId="AD" clId="Web-{4C779ACC-C454-EB5D-5673-7095B9A525C9}" dt="2026-07-01T15:17:17.960" v="265" actId="1076"/>
          <ac:spMkLst>
            <pc:docMk/>
            <pc:sldMk cId="566397521" sldId="2147481804"/>
            <ac:spMk id="23" creationId="{1B8BFB54-7090-3649-1BD6-0F624334CE56}"/>
          </ac:spMkLst>
        </pc:spChg>
        <pc:spChg chg="add mod">
          <ac:chgData name="Srikant Kalaga" userId="S::srikant.k@syrencloud.com::961c47af-c9bb-4225-b2a0-952af4799497" providerId="AD" clId="Web-{4C779ACC-C454-EB5D-5673-7095B9A525C9}" dt="2026-07-01T15:17:08.460" v="260" actId="1076"/>
          <ac:spMkLst>
            <pc:docMk/>
            <pc:sldMk cId="566397521" sldId="2147481804"/>
            <ac:spMk id="24" creationId="{E9817BF7-043E-6017-FCC6-D1398B6DE28B}"/>
          </ac:spMkLst>
        </pc:spChg>
        <pc:spChg chg="add mod">
          <ac:chgData name="Srikant Kalaga" userId="S::srikant.k@syrencloud.com::961c47af-c9bb-4225-b2a0-952af4799497" providerId="AD" clId="Web-{4C779ACC-C454-EB5D-5673-7095B9A525C9}" dt="2026-07-01T15:17:28.601" v="276" actId="20577"/>
          <ac:spMkLst>
            <pc:docMk/>
            <pc:sldMk cId="566397521" sldId="2147481804"/>
            <ac:spMk id="25" creationId="{50160EC2-2DFA-6F24-E13F-2EFE021C6BBD}"/>
          </ac:spMkLst>
        </pc:spChg>
        <pc:spChg chg="add mod">
          <ac:chgData name="Srikant Kalaga" userId="S::srikant.k@syrencloud.com::961c47af-c9bb-4225-b2a0-952af4799497" providerId="AD" clId="Web-{4C779ACC-C454-EB5D-5673-7095B9A525C9}" dt="2026-07-01T15:18:17.368" v="351" actId="20577"/>
          <ac:spMkLst>
            <pc:docMk/>
            <pc:sldMk cId="566397521" sldId="2147481804"/>
            <ac:spMk id="28" creationId="{69F75A02-9717-FFA2-76BA-577C349E6DAA}"/>
          </ac:spMkLst>
        </pc:spChg>
        <pc:spChg chg="mod">
          <ac:chgData name="Srikant Kalaga" userId="S::srikant.k@syrencloud.com::961c47af-c9bb-4225-b2a0-952af4799497" providerId="AD" clId="Web-{4C779ACC-C454-EB5D-5673-7095B9A525C9}" dt="2026-07-01T15:15:21.958" v="185" actId="14100"/>
          <ac:spMkLst>
            <pc:docMk/>
            <pc:sldMk cId="566397521" sldId="2147481804"/>
            <ac:spMk id="75" creationId="{6E95FD6D-B9DB-CC3F-41FF-931FC655C893}"/>
          </ac:spMkLst>
        </pc:spChg>
        <pc:spChg chg="mod">
          <ac:chgData name="Srikant Kalaga" userId="S::srikant.k@syrencloud.com::961c47af-c9bb-4225-b2a0-952af4799497" providerId="AD" clId="Web-{4C779ACC-C454-EB5D-5673-7095B9A525C9}" dt="2026-07-01T15:17:17.898" v="263" actId="1076"/>
          <ac:spMkLst>
            <pc:docMk/>
            <pc:sldMk cId="566397521" sldId="2147481804"/>
            <ac:spMk id="76" creationId="{945541EC-ED6C-986A-2605-E79B13DD0D20}"/>
          </ac:spMkLst>
        </pc:spChg>
        <pc:spChg chg="add del mod">
          <ac:chgData name="Srikant Kalaga" userId="S::srikant.k@syrencloud.com::961c47af-c9bb-4225-b2a0-952af4799497" providerId="AD" clId="Web-{4C779ACC-C454-EB5D-5673-7095B9A525C9}" dt="2026-07-01T15:15:17.239" v="184" actId="14100"/>
          <ac:spMkLst>
            <pc:docMk/>
            <pc:sldMk cId="566397521" sldId="2147481804"/>
            <ac:spMk id="78" creationId="{7D770A79-7B1A-64D0-E94F-376BCCBAE9A0}"/>
          </ac:spMkLst>
        </pc:spChg>
      </pc:sldChg>
    </pc:docChg>
  </pc:docChgLst>
  <pc:docChgLst>
    <pc:chgData name="Avantika Ashish Joglekar" userId="S::avantika.j@syrencloud.com::f014a2bf-5918-46cd-9336-37d5792e0937" providerId="AD" clId="Web-{F66CAE9E-3B1C-651D-D543-8518B1409242}"/>
    <pc:docChg chg="modSld">
      <pc:chgData name="Avantika Ashish Joglekar" userId="S::avantika.j@syrencloud.com::f014a2bf-5918-46cd-9336-37d5792e0937" providerId="AD" clId="Web-{F66CAE9E-3B1C-651D-D543-8518B1409242}" dt="2026-06-29T12:05:07.564" v="122" actId="20577"/>
      <pc:docMkLst>
        <pc:docMk/>
      </pc:docMkLst>
      <pc:sldChg chg="modSp">
        <pc:chgData name="Avantika Ashish Joglekar" userId="S::avantika.j@syrencloud.com::f014a2bf-5918-46cd-9336-37d5792e0937" providerId="AD" clId="Web-{F66CAE9E-3B1C-651D-D543-8518B1409242}" dt="2026-06-29T11:01:29.029" v="7" actId="20577"/>
        <pc:sldMkLst>
          <pc:docMk/>
          <pc:sldMk cId="3348813402" sldId="2076137763"/>
        </pc:sldMkLst>
        <pc:spChg chg="mod">
          <ac:chgData name="Avantika Ashish Joglekar" userId="S::avantika.j@syrencloud.com::f014a2bf-5918-46cd-9336-37d5792e0937" providerId="AD" clId="Web-{F66CAE9E-3B1C-651D-D543-8518B1409242}" dt="2026-06-29T10:59:38.917" v="3" actId="20577"/>
          <ac:spMkLst>
            <pc:docMk/>
            <pc:sldMk cId="3348813402" sldId="2076137763"/>
            <ac:spMk id="16" creationId="{B9B0BF40-FDF0-AECF-130F-A7BD555372DB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01:29.029" v="7" actId="20577"/>
          <ac:spMkLst>
            <pc:docMk/>
            <pc:sldMk cId="3348813402" sldId="2076137763"/>
            <ac:spMk id="22" creationId="{6AFAD6A4-5C1F-51B9-9CDD-1AE0B7AF8685}"/>
          </ac:spMkLst>
        </pc:spChg>
      </pc:sldChg>
      <pc:sldChg chg="modSp">
        <pc:chgData name="Avantika Ashish Joglekar" userId="S::avantika.j@syrencloud.com::f014a2bf-5918-46cd-9336-37d5792e0937" providerId="AD" clId="Web-{F66CAE9E-3B1C-651D-D543-8518B1409242}" dt="2026-06-29T11:19:14.588" v="31" actId="20577"/>
        <pc:sldMkLst>
          <pc:docMk/>
          <pc:sldMk cId="54263797" sldId="2076137765"/>
        </pc:sldMkLst>
        <pc:spChg chg="mod">
          <ac:chgData name="Avantika Ashish Joglekar" userId="S::avantika.j@syrencloud.com::f014a2bf-5918-46cd-9336-37d5792e0937" providerId="AD" clId="Web-{F66CAE9E-3B1C-651D-D543-8518B1409242}" dt="2026-06-29T11:19:14.588" v="31" actId="20577"/>
          <ac:spMkLst>
            <pc:docMk/>
            <pc:sldMk cId="54263797" sldId="2076137765"/>
            <ac:spMk id="6" creationId="{474D61C8-4F89-DD2D-5E53-727D5ACC35F4}"/>
          </ac:spMkLst>
        </pc:spChg>
      </pc:sldChg>
      <pc:sldChg chg="addSp delSp modSp">
        <pc:chgData name="Avantika Ashish Joglekar" userId="S::avantika.j@syrencloud.com::f014a2bf-5918-46cd-9336-37d5792e0937" providerId="AD" clId="Web-{F66CAE9E-3B1C-651D-D543-8518B1409242}" dt="2026-06-29T11:25:12.730" v="83"/>
        <pc:sldMkLst>
          <pc:docMk/>
          <pc:sldMk cId="6189717" sldId="2076137766"/>
        </pc:sldMkLst>
        <pc:spChg chg="mod">
          <ac:chgData name="Avantika Ashish Joglekar" userId="S::avantika.j@syrencloud.com::f014a2bf-5918-46cd-9336-37d5792e0937" providerId="AD" clId="Web-{F66CAE9E-3B1C-651D-D543-8518B1409242}" dt="2026-06-29T11:22:44.667" v="62" actId="20577"/>
          <ac:spMkLst>
            <pc:docMk/>
            <pc:sldMk cId="6189717" sldId="2076137766"/>
            <ac:spMk id="17" creationId="{42C05E8E-DAC4-9365-0BA4-146A893C7DF3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2:43.933" v="61" actId="20577"/>
          <ac:spMkLst>
            <pc:docMk/>
            <pc:sldMk cId="6189717" sldId="2076137766"/>
            <ac:spMk id="18" creationId="{A868DA55-6DC3-EE17-CD4B-03161C6E5E6E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1:43.761" v="36" actId="20577"/>
          <ac:spMkLst>
            <pc:docMk/>
            <pc:sldMk cId="6189717" sldId="2076137766"/>
            <ac:spMk id="19" creationId="{F00EA86D-CFE6-62F4-4035-BEF842963FE8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2:14.854" v="53" actId="14100"/>
          <ac:spMkLst>
            <pc:docMk/>
            <pc:sldMk cId="6189717" sldId="2076137766"/>
            <ac:spMk id="20" creationId="{717F4DF0-6607-5DC3-407C-9D83B1B961B1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2:28.511" v="55" actId="20577"/>
          <ac:spMkLst>
            <pc:docMk/>
            <pc:sldMk cId="6189717" sldId="2076137766"/>
            <ac:spMk id="21" creationId="{25EB830A-AF08-3883-8B9F-299CD7891583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1:05.573" v="34" actId="20577"/>
          <ac:spMkLst>
            <pc:docMk/>
            <pc:sldMk cId="6189717" sldId="2076137766"/>
            <ac:spMk id="28" creationId="{DB4BE65E-3585-99C8-6F38-CEF1596A450D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1:47.948" v="37" actId="1076"/>
          <ac:spMkLst>
            <pc:docMk/>
            <pc:sldMk cId="6189717" sldId="2076137766"/>
            <ac:spMk id="29" creationId="{A184D86F-0F3F-AD39-2DFE-AFE623043B35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2:35.105" v="56" actId="1076"/>
          <ac:spMkLst>
            <pc:docMk/>
            <pc:sldMk cId="6189717" sldId="2076137766"/>
            <ac:spMk id="31" creationId="{AC665C4B-FFCC-D582-D072-1F3C235D8E4E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5:12.683" v="79"/>
          <ac:spMkLst>
            <pc:docMk/>
            <pc:sldMk cId="6189717" sldId="2076137766"/>
            <ac:spMk id="38" creationId="{0E059E77-79C3-F1AC-560A-B7050B3C747B}"/>
          </ac:spMkLst>
        </pc:spChg>
        <pc:spChg chg="add del mod">
          <ac:chgData name="Avantika Ashish Joglekar" userId="S::avantika.j@syrencloud.com::f014a2bf-5918-46cd-9336-37d5792e0937" providerId="AD" clId="Web-{F66CAE9E-3B1C-651D-D543-8518B1409242}" dt="2026-06-29T11:25:12.683" v="80"/>
          <ac:spMkLst>
            <pc:docMk/>
            <pc:sldMk cId="6189717" sldId="2076137766"/>
            <ac:spMk id="40" creationId="{85FB13C4-B002-4E3A-D2B7-A9E311D0BAA4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5:12.683" v="81"/>
          <ac:spMkLst>
            <pc:docMk/>
            <pc:sldMk cId="6189717" sldId="2076137766"/>
            <ac:spMk id="42" creationId="{E54D3055-3BD5-DC4D-9DA1-83A049BAF726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5:12.683" v="82"/>
          <ac:spMkLst>
            <pc:docMk/>
            <pc:sldMk cId="6189717" sldId="2076137766"/>
            <ac:spMk id="44" creationId="{3161FCD3-EA2E-B38F-B740-92A66B138B6C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25:12.730" v="83"/>
          <ac:spMkLst>
            <pc:docMk/>
            <pc:sldMk cId="6189717" sldId="2076137766"/>
            <ac:spMk id="46" creationId="{69CFB0EE-88CD-9EC4-62B7-CFD0567944B3}"/>
          </ac:spMkLst>
        </pc:spChg>
      </pc:sldChg>
      <pc:sldChg chg="modSp">
        <pc:chgData name="Avantika Ashish Joglekar" userId="S::avantika.j@syrencloud.com::f014a2bf-5918-46cd-9336-37d5792e0937" providerId="AD" clId="Web-{F66CAE9E-3B1C-651D-D543-8518B1409242}" dt="2026-06-29T11:43:00.857" v="111" actId="20577"/>
        <pc:sldMkLst>
          <pc:docMk/>
          <pc:sldMk cId="4221204706" sldId="2076137769"/>
        </pc:sldMkLst>
        <pc:spChg chg="mod">
          <ac:chgData name="Avantika Ashish Joglekar" userId="S::avantika.j@syrencloud.com::f014a2bf-5918-46cd-9336-37d5792e0937" providerId="AD" clId="Web-{F66CAE9E-3B1C-651D-D543-8518B1409242}" dt="2026-06-29T11:43:00.857" v="111" actId="20577"/>
          <ac:spMkLst>
            <pc:docMk/>
            <pc:sldMk cId="4221204706" sldId="2076137769"/>
            <ac:spMk id="6" creationId="{B0B55B44-DDB3-D277-3874-57DBA2392336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30:30.512" v="96" actId="20577"/>
          <ac:spMkLst>
            <pc:docMk/>
            <pc:sldMk cId="4221204706" sldId="2076137769"/>
            <ac:spMk id="11" creationId="{5F6AA195-BA1E-78A5-5B71-4F01080ED7D5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30:54.668" v="98" actId="20577"/>
          <ac:spMkLst>
            <pc:docMk/>
            <pc:sldMk cId="4221204706" sldId="2076137769"/>
            <ac:spMk id="25" creationId="{CE59E47F-C729-E3FB-6372-70296D0BE71D}"/>
          </ac:spMkLst>
        </pc:spChg>
      </pc:sldChg>
      <pc:sldChg chg="modSp">
        <pc:chgData name="Avantika Ashish Joglekar" userId="S::avantika.j@syrencloud.com::f014a2bf-5918-46cd-9336-37d5792e0937" providerId="AD" clId="Web-{F66CAE9E-3B1C-651D-D543-8518B1409242}" dt="2026-06-29T11:38:00.044" v="101" actId="1076"/>
        <pc:sldMkLst>
          <pc:docMk/>
          <pc:sldMk cId="3981440326" sldId="2076137770"/>
        </pc:sldMkLst>
        <pc:spChg chg="mod">
          <ac:chgData name="Avantika Ashish Joglekar" userId="S::avantika.j@syrencloud.com::f014a2bf-5918-46cd-9336-37d5792e0937" providerId="AD" clId="Web-{F66CAE9E-3B1C-651D-D543-8518B1409242}" dt="2026-06-29T11:38:00.044" v="101" actId="1076"/>
          <ac:spMkLst>
            <pc:docMk/>
            <pc:sldMk cId="3981440326" sldId="2076137770"/>
            <ac:spMk id="30" creationId="{4893F198-ACDB-BD37-8C59-7750FAB849F8}"/>
          </ac:spMkLst>
        </pc:spChg>
      </pc:sldChg>
      <pc:sldChg chg="modSp">
        <pc:chgData name="Avantika Ashish Joglekar" userId="S::avantika.j@syrencloud.com::f014a2bf-5918-46cd-9336-37d5792e0937" providerId="AD" clId="Web-{F66CAE9E-3B1C-651D-D543-8518B1409242}" dt="2026-06-29T11:41:51.279" v="109" actId="14100"/>
        <pc:sldMkLst>
          <pc:docMk/>
          <pc:sldMk cId="1642220967" sldId="2076137772"/>
        </pc:sldMkLst>
        <pc:spChg chg="mod">
          <ac:chgData name="Avantika Ashish Joglekar" userId="S::avantika.j@syrencloud.com::f014a2bf-5918-46cd-9336-37d5792e0937" providerId="AD" clId="Web-{F66CAE9E-3B1C-651D-D543-8518B1409242}" dt="2026-06-29T11:41:03.653" v="103" actId="20577"/>
          <ac:spMkLst>
            <pc:docMk/>
            <pc:sldMk cId="1642220967" sldId="2076137772"/>
            <ac:spMk id="17" creationId="{F30EBA8D-7D0D-912B-B5BE-8160F7837AF9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41:47.435" v="107" actId="14100"/>
          <ac:spMkLst>
            <pc:docMk/>
            <pc:sldMk cId="1642220967" sldId="2076137772"/>
            <ac:spMk id="24" creationId="{8CD77976-7868-EAA7-59B6-EA6EE14596A3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41:49.044" v="108" actId="14100"/>
          <ac:spMkLst>
            <pc:docMk/>
            <pc:sldMk cId="1642220967" sldId="2076137772"/>
            <ac:spMk id="26" creationId="{1C556CD6-F811-1284-6F50-9370576867F5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1:41:51.279" v="109" actId="14100"/>
          <ac:spMkLst>
            <pc:docMk/>
            <pc:sldMk cId="1642220967" sldId="2076137772"/>
            <ac:spMk id="27" creationId="{9B7265D0-7311-2F88-3437-F08EE6515D77}"/>
          </ac:spMkLst>
        </pc:spChg>
      </pc:sldChg>
      <pc:sldChg chg="modSp">
        <pc:chgData name="Avantika Ashish Joglekar" userId="S::avantika.j@syrencloud.com::f014a2bf-5918-46cd-9336-37d5792e0937" providerId="AD" clId="Web-{F66CAE9E-3B1C-651D-D543-8518B1409242}" dt="2026-06-29T12:00:14.672" v="116" actId="20577"/>
        <pc:sldMkLst>
          <pc:docMk/>
          <pc:sldMk cId="553572738" sldId="2147474869"/>
        </pc:sldMkLst>
        <pc:spChg chg="mod">
          <ac:chgData name="Avantika Ashish Joglekar" userId="S::avantika.j@syrencloud.com::f014a2bf-5918-46cd-9336-37d5792e0937" providerId="AD" clId="Web-{F66CAE9E-3B1C-651D-D543-8518B1409242}" dt="2026-06-29T12:00:04.969" v="113" actId="20577"/>
          <ac:spMkLst>
            <pc:docMk/>
            <pc:sldMk cId="553572738" sldId="2147474869"/>
            <ac:spMk id="25" creationId="{62B20E9E-587E-80B7-0176-98BAA1A1263E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2:00:14.672" v="116" actId="20577"/>
          <ac:spMkLst>
            <pc:docMk/>
            <pc:sldMk cId="553572738" sldId="2147474869"/>
            <ac:spMk id="37" creationId="{9F853993-C0EA-71F1-2E3B-B0407D1D5AAD}"/>
          </ac:spMkLst>
        </pc:spChg>
      </pc:sldChg>
      <pc:sldChg chg="modSp">
        <pc:chgData name="Avantika Ashish Joglekar" userId="S::avantika.j@syrencloud.com::f014a2bf-5918-46cd-9336-37d5792e0937" providerId="AD" clId="Web-{F66CAE9E-3B1C-651D-D543-8518B1409242}" dt="2026-06-29T12:05:07.564" v="122" actId="20577"/>
        <pc:sldMkLst>
          <pc:docMk/>
          <pc:sldMk cId="1014566364" sldId="2147474871"/>
        </pc:sldMkLst>
        <pc:spChg chg="mod">
          <ac:chgData name="Avantika Ashish Joglekar" userId="S::avantika.j@syrencloud.com::f014a2bf-5918-46cd-9336-37d5792e0937" providerId="AD" clId="Web-{F66CAE9E-3B1C-651D-D543-8518B1409242}" dt="2026-06-29T12:01:23.438" v="118" actId="20577"/>
          <ac:spMkLst>
            <pc:docMk/>
            <pc:sldMk cId="1014566364" sldId="2147474871"/>
            <ac:spMk id="9" creationId="{1D96AEE3-F21E-B812-C28C-33D107420E4E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2:01:56.157" v="119" actId="20577"/>
          <ac:spMkLst>
            <pc:docMk/>
            <pc:sldMk cId="1014566364" sldId="2147474871"/>
            <ac:spMk id="12" creationId="{3F45132F-CB5F-75B4-2CCC-ECFFC18E29C5}"/>
          </ac:spMkLst>
        </pc:spChg>
        <pc:spChg chg="mod">
          <ac:chgData name="Avantika Ashish Joglekar" userId="S::avantika.j@syrencloud.com::f014a2bf-5918-46cd-9336-37d5792e0937" providerId="AD" clId="Web-{F66CAE9E-3B1C-651D-D543-8518B1409242}" dt="2026-06-29T12:05:07.564" v="122" actId="20577"/>
          <ac:spMkLst>
            <pc:docMk/>
            <pc:sldMk cId="1014566364" sldId="2147474871"/>
            <ac:spMk id="19" creationId="{BCD9E66E-17CD-ADA6-34A9-10ACB2020FB0}"/>
          </ac:spMkLst>
        </pc:spChg>
      </pc:sldChg>
    </pc:docChg>
  </pc:docChgLst>
  <pc:docChgLst>
    <pc:chgData name="Sakshi Srivastava" userId="S::sakshi.s@syrencloud.com::1b66c1ba-f430-41f3-b9dd-ff0e88769738" providerId="AD" clId="Web-{FD862ECF-4794-8C83-1DBA-75E834C9142B}"/>
    <pc:docChg chg="modSld">
      <pc:chgData name="Sakshi Srivastava" userId="S::sakshi.s@syrencloud.com::1b66c1ba-f430-41f3-b9dd-ff0e88769738" providerId="AD" clId="Web-{FD862ECF-4794-8C83-1DBA-75E834C9142B}" dt="2026-07-10T15:47:03.627" v="123" actId="20577"/>
      <pc:docMkLst>
        <pc:docMk/>
      </pc:docMkLst>
      <pc:sldChg chg="modSp">
        <pc:chgData name="Sakshi Srivastava" userId="S::sakshi.s@syrencloud.com::1b66c1ba-f430-41f3-b9dd-ff0e88769738" providerId="AD" clId="Web-{FD862ECF-4794-8C83-1DBA-75E834C9142B}" dt="2026-07-10T15:43:46.467" v="110" actId="20577"/>
        <pc:sldMkLst>
          <pc:docMk/>
          <pc:sldMk cId="2640688575" sldId="2076137767"/>
        </pc:sldMkLst>
        <pc:spChg chg="mod">
          <ac:chgData name="Sakshi Srivastava" userId="S::sakshi.s@syrencloud.com::1b66c1ba-f430-41f3-b9dd-ff0e88769738" providerId="AD" clId="Web-{FD862ECF-4794-8C83-1DBA-75E834C9142B}" dt="2026-07-10T15:43:46.467" v="110" actId="20577"/>
          <ac:spMkLst>
            <pc:docMk/>
            <pc:sldMk cId="2640688575" sldId="2076137767"/>
            <ac:spMk id="2" creationId="{AC0D0FBC-336A-FAA2-BBB8-829F6310FE70}"/>
          </ac:spMkLst>
        </pc:spChg>
        <pc:spChg chg="mod">
          <ac:chgData name="Sakshi Srivastava" userId="S::sakshi.s@syrencloud.com::1b66c1ba-f430-41f3-b9dd-ff0e88769738" providerId="AD" clId="Web-{FD862ECF-4794-8C83-1DBA-75E834C9142B}" dt="2026-07-10T15:25:13.211" v="67" actId="20577"/>
          <ac:spMkLst>
            <pc:docMk/>
            <pc:sldMk cId="2640688575" sldId="2076137767"/>
            <ac:spMk id="8" creationId="{FBEDAB8B-5942-6E73-2AD6-7E12938B0507}"/>
          </ac:spMkLst>
        </pc:spChg>
      </pc:sldChg>
      <pc:sldChg chg="modSp">
        <pc:chgData name="Sakshi Srivastava" userId="S::sakshi.s@syrencloud.com::1b66c1ba-f430-41f3-b9dd-ff0e88769738" providerId="AD" clId="Web-{FD862ECF-4794-8C83-1DBA-75E834C9142B}" dt="2026-07-10T15:29:11.856" v="73" actId="20577"/>
        <pc:sldMkLst>
          <pc:docMk/>
          <pc:sldMk cId="1636211531" sldId="2147474879"/>
        </pc:sldMkLst>
        <pc:spChg chg="mod">
          <ac:chgData name="Sakshi Srivastava" userId="S::sakshi.s@syrencloud.com::1b66c1ba-f430-41f3-b9dd-ff0e88769738" providerId="AD" clId="Web-{FD862ECF-4794-8C83-1DBA-75E834C9142B}" dt="2026-07-10T15:29:11.856" v="73" actId="20577"/>
          <ac:spMkLst>
            <pc:docMk/>
            <pc:sldMk cId="1636211531" sldId="2147474879"/>
            <ac:spMk id="2" creationId="{4A3D47B9-9300-2DA7-9C15-1D5E7E9989B7}"/>
          </ac:spMkLst>
        </pc:spChg>
      </pc:sldChg>
      <pc:sldChg chg="modSp">
        <pc:chgData name="Sakshi Srivastava" userId="S::sakshi.s@syrencloud.com::1b66c1ba-f430-41f3-b9dd-ff0e88769738" providerId="AD" clId="Web-{FD862ECF-4794-8C83-1DBA-75E834C9142B}" dt="2026-07-10T15:47:03.627" v="123" actId="20577"/>
        <pc:sldMkLst>
          <pc:docMk/>
          <pc:sldMk cId="3216750113" sldId="2147474885"/>
        </pc:sldMkLst>
        <pc:spChg chg="mod">
          <ac:chgData name="Sakshi Srivastava" userId="S::sakshi.s@syrencloud.com::1b66c1ba-f430-41f3-b9dd-ff0e88769738" providerId="AD" clId="Web-{FD862ECF-4794-8C83-1DBA-75E834C9142B}" dt="2026-07-10T15:47:03.627" v="123" actId="20577"/>
          <ac:spMkLst>
            <pc:docMk/>
            <pc:sldMk cId="3216750113" sldId="2147474885"/>
            <ac:spMk id="33" creationId="{EBC4B3CC-6506-5B0C-5389-200BCFE35AAC}"/>
          </ac:spMkLst>
        </pc:spChg>
      </pc:sldChg>
      <pc:sldChg chg="modSp">
        <pc:chgData name="Sakshi Srivastava" userId="S::sakshi.s@syrencloud.com::1b66c1ba-f430-41f3-b9dd-ff0e88769738" providerId="AD" clId="Web-{FD862ECF-4794-8C83-1DBA-75E834C9142B}" dt="2026-07-10T15:45:22.969" v="113" actId="20577"/>
        <pc:sldMkLst>
          <pc:docMk/>
          <pc:sldMk cId="2976658370" sldId="2147481824"/>
        </pc:sldMkLst>
        <pc:spChg chg="mod">
          <ac:chgData name="Sakshi Srivastava" userId="S::sakshi.s@syrencloud.com::1b66c1ba-f430-41f3-b9dd-ff0e88769738" providerId="AD" clId="Web-{FD862ECF-4794-8C83-1DBA-75E834C9142B}" dt="2026-07-10T15:45:22.969" v="113" actId="20577"/>
          <ac:spMkLst>
            <pc:docMk/>
            <pc:sldMk cId="2976658370" sldId="2147481824"/>
            <ac:spMk id="58" creationId="{92F90A4B-758E-CE74-76F6-305FDD5013E1}"/>
          </ac:spMkLst>
        </pc:spChg>
        <pc:spChg chg="mod">
          <ac:chgData name="Sakshi Srivastava" userId="S::sakshi.s@syrencloud.com::1b66c1ba-f430-41f3-b9dd-ff0e88769738" providerId="AD" clId="Web-{FD862ECF-4794-8C83-1DBA-75E834C9142B}" dt="2026-07-10T15:45:13.344" v="112" actId="20577"/>
          <ac:spMkLst>
            <pc:docMk/>
            <pc:sldMk cId="2976658370" sldId="2147481824"/>
            <ac:spMk id="487" creationId="{662474E8-A97D-8FCF-C7B2-270875F342D9}"/>
          </ac:spMkLst>
        </pc:spChg>
      </pc:sldChg>
      <pc:sldChg chg="modSp">
        <pc:chgData name="Sakshi Srivastava" userId="S::sakshi.s@syrencloud.com::1b66c1ba-f430-41f3-b9dd-ff0e88769738" providerId="AD" clId="Web-{FD862ECF-4794-8C83-1DBA-75E834C9142B}" dt="2026-07-10T15:33:47.877" v="108" actId="20577"/>
        <pc:sldMkLst>
          <pc:docMk/>
          <pc:sldMk cId="2399661326" sldId="2147481825"/>
        </pc:sldMkLst>
        <pc:spChg chg="mod">
          <ac:chgData name="Sakshi Srivastava" userId="S::sakshi.s@syrencloud.com::1b66c1ba-f430-41f3-b9dd-ff0e88769738" providerId="AD" clId="Web-{FD862ECF-4794-8C83-1DBA-75E834C9142B}" dt="2026-07-10T15:33:47.877" v="108" actId="20577"/>
          <ac:spMkLst>
            <pc:docMk/>
            <pc:sldMk cId="2399661326" sldId="2147481825"/>
            <ac:spMk id="6" creationId="{5C71372B-44FB-D133-48FE-12A74200CF57}"/>
          </ac:spMkLst>
        </pc:spChg>
      </pc:sldChg>
      <pc:sldChg chg="modSp">
        <pc:chgData name="Sakshi Srivastava" userId="S::sakshi.s@syrencloud.com::1b66c1ba-f430-41f3-b9dd-ff0e88769738" providerId="AD" clId="Web-{FD862ECF-4794-8C83-1DBA-75E834C9142B}" dt="2026-07-10T15:45:36.735" v="115" actId="20577"/>
        <pc:sldMkLst>
          <pc:docMk/>
          <pc:sldMk cId="2897892704" sldId="2147481831"/>
        </pc:sldMkLst>
        <pc:spChg chg="mod">
          <ac:chgData name="Sakshi Srivastava" userId="S::sakshi.s@syrencloud.com::1b66c1ba-f430-41f3-b9dd-ff0e88769738" providerId="AD" clId="Web-{FD862ECF-4794-8C83-1DBA-75E834C9142B}" dt="2026-07-10T15:45:36.735" v="115" actId="20577"/>
          <ac:spMkLst>
            <pc:docMk/>
            <pc:sldMk cId="2897892704" sldId="2147481831"/>
            <ac:spMk id="9" creationId="{224E685C-4176-1C3B-5EE6-7AB39CA4C921}"/>
          </ac:spMkLst>
        </pc:spChg>
      </pc:sldChg>
      <pc:sldChg chg="modSp">
        <pc:chgData name="Sakshi Srivastava" userId="S::sakshi.s@syrencloud.com::1b66c1ba-f430-41f3-b9dd-ff0e88769738" providerId="AD" clId="Web-{FD862ECF-4794-8C83-1DBA-75E834C9142B}" dt="2026-07-10T15:24:00.537" v="59"/>
        <pc:sldMkLst>
          <pc:docMk/>
          <pc:sldMk cId="3996616115" sldId="2147481834"/>
        </pc:sldMkLst>
        <pc:graphicFrameChg chg="mod modGraphic">
          <ac:chgData name="Sakshi Srivastava" userId="S::sakshi.s@syrencloud.com::1b66c1ba-f430-41f3-b9dd-ff0e88769738" providerId="AD" clId="Web-{FD862ECF-4794-8C83-1DBA-75E834C9142B}" dt="2026-07-10T15:23:25.490" v="15"/>
          <ac:graphicFrameMkLst>
            <pc:docMk/>
            <pc:sldMk cId="3996616115" sldId="2147481834"/>
            <ac:graphicFrameMk id="143" creationId="{1D0E189B-583A-DC49-FA12-5AD0CB28A4EF}"/>
          </ac:graphicFrameMkLst>
        </pc:graphicFrameChg>
        <pc:graphicFrameChg chg="mod modGraphic">
          <ac:chgData name="Sakshi Srivastava" userId="S::sakshi.s@syrencloud.com::1b66c1ba-f430-41f3-b9dd-ff0e88769738" providerId="AD" clId="Web-{FD862ECF-4794-8C83-1DBA-75E834C9142B}" dt="2026-07-10T15:24:00.537" v="59"/>
          <ac:graphicFrameMkLst>
            <pc:docMk/>
            <pc:sldMk cId="3996616115" sldId="2147481834"/>
            <ac:graphicFrameMk id="144" creationId="{5EA10140-CD65-AB27-40F6-28428DDF1173}"/>
          </ac:graphicFrameMkLst>
        </pc:graphicFrameChg>
      </pc:sldChg>
    </pc:docChg>
  </pc:docChgLst>
  <pc:docChgLst>
    <pc:chgData name="Nagotu Dilip Kumar" userId="e960ee6c-1011-46fd-ab26-7447e3dfc484" providerId="ADAL" clId="{C537D0E1-F004-4867-A19F-CB629E995C3F}"/>
    <pc:docChg chg="undo custSel addSld delSld modSld sldOrd modMainMaster">
      <pc:chgData name="Nagotu Dilip Kumar" userId="e960ee6c-1011-46fd-ab26-7447e3dfc484" providerId="ADAL" clId="{C537D0E1-F004-4867-A19F-CB629E995C3F}" dt="2026-07-13T10:41:40.229" v="5799" actId="1036"/>
      <pc:docMkLst>
        <pc:docMk/>
      </pc:docMkLst>
      <pc:sldChg chg="modSp mod">
        <pc:chgData name="Nagotu Dilip Kumar" userId="e960ee6c-1011-46fd-ab26-7447e3dfc484" providerId="ADAL" clId="{C537D0E1-F004-4867-A19F-CB629E995C3F}" dt="2026-07-02T04:37:19.001" v="1972" actId="207"/>
        <pc:sldMkLst>
          <pc:docMk/>
          <pc:sldMk cId="0" sldId="257"/>
        </pc:sldMkLst>
        <pc:spChg chg="mod">
          <ac:chgData name="Nagotu Dilip Kumar" userId="e960ee6c-1011-46fd-ab26-7447e3dfc484" providerId="ADAL" clId="{C537D0E1-F004-4867-A19F-CB629E995C3F}" dt="2026-07-02T04:37:19.001" v="1972" actId="20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Nagotu Dilip Kumar" userId="e960ee6c-1011-46fd-ab26-7447e3dfc484" providerId="ADAL" clId="{C537D0E1-F004-4867-A19F-CB629E995C3F}" dt="2026-07-02T04:37:19.001" v="1972" actId="20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Nagotu Dilip Kumar" userId="e960ee6c-1011-46fd-ab26-7447e3dfc484" providerId="ADAL" clId="{C537D0E1-F004-4867-A19F-CB629E995C3F}" dt="2026-07-02T04:37:19.001" v="1972" actId="20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Nagotu Dilip Kumar" userId="e960ee6c-1011-46fd-ab26-7447e3dfc484" providerId="ADAL" clId="{C537D0E1-F004-4867-A19F-CB629E995C3F}" dt="2026-07-02T04:37:19.001" v="1972" actId="207"/>
          <ac:spMkLst>
            <pc:docMk/>
            <pc:sldMk cId="0" sldId="257"/>
            <ac:spMk id="32" creationId="{00000000-0000-0000-0000-000000000000}"/>
          </ac:spMkLst>
        </pc:spChg>
      </pc:sldChg>
      <pc:sldChg chg="modSp mod">
        <pc:chgData name="Nagotu Dilip Kumar" userId="e960ee6c-1011-46fd-ab26-7447e3dfc484" providerId="ADAL" clId="{C537D0E1-F004-4867-A19F-CB629E995C3F}" dt="2026-06-29T11:30:59.257" v="253" actId="1035"/>
        <pc:sldMkLst>
          <pc:docMk/>
          <pc:sldMk cId="3348813402" sldId="2076137763"/>
        </pc:sldMkLst>
        <pc:spChg chg="mod">
          <ac:chgData name="Nagotu Dilip Kumar" userId="e960ee6c-1011-46fd-ab26-7447e3dfc484" providerId="ADAL" clId="{C537D0E1-F004-4867-A19F-CB629E995C3F}" dt="2026-06-29T11:28:47.313" v="210" actId="948"/>
          <ac:spMkLst>
            <pc:docMk/>
            <pc:sldMk cId="3348813402" sldId="2076137763"/>
            <ac:spMk id="10" creationId="{286D9D7D-0517-E8FA-87DF-557CFE73BD92}"/>
          </ac:spMkLst>
        </pc:spChg>
        <pc:spChg chg="mod">
          <ac:chgData name="Nagotu Dilip Kumar" userId="e960ee6c-1011-46fd-ab26-7447e3dfc484" providerId="ADAL" clId="{C537D0E1-F004-4867-A19F-CB629E995C3F}" dt="2026-06-29T11:30:38.148" v="246" actId="207"/>
          <ac:spMkLst>
            <pc:docMk/>
            <pc:sldMk cId="3348813402" sldId="2076137763"/>
            <ac:spMk id="11" creationId="{DAE3A7C7-FF6A-CD87-7693-C04D2007713F}"/>
          </ac:spMkLst>
        </pc:spChg>
        <pc:spChg chg="mod">
          <ac:chgData name="Nagotu Dilip Kumar" userId="e960ee6c-1011-46fd-ab26-7447e3dfc484" providerId="ADAL" clId="{C537D0E1-F004-4867-A19F-CB629E995C3F}" dt="2026-06-29T11:30:38.148" v="246" actId="207"/>
          <ac:spMkLst>
            <pc:docMk/>
            <pc:sldMk cId="3348813402" sldId="2076137763"/>
            <ac:spMk id="15" creationId="{8ADF2357-56E0-534C-DE28-9791C74E9189}"/>
          </ac:spMkLst>
        </pc:spChg>
        <pc:spChg chg="mod">
          <ac:chgData name="Nagotu Dilip Kumar" userId="e960ee6c-1011-46fd-ab26-7447e3dfc484" providerId="ADAL" clId="{C537D0E1-F004-4867-A19F-CB629E995C3F}" dt="2026-06-29T11:30:38.148" v="246" actId="207"/>
          <ac:spMkLst>
            <pc:docMk/>
            <pc:sldMk cId="3348813402" sldId="2076137763"/>
            <ac:spMk id="16" creationId="{B9B0BF40-FDF0-AECF-130F-A7BD555372DB}"/>
          </ac:spMkLst>
        </pc:spChg>
        <pc:spChg chg="mod">
          <ac:chgData name="Nagotu Dilip Kumar" userId="e960ee6c-1011-46fd-ab26-7447e3dfc484" providerId="ADAL" clId="{C537D0E1-F004-4867-A19F-CB629E995C3F}" dt="2026-06-29T11:30:38.148" v="246" actId="207"/>
          <ac:spMkLst>
            <pc:docMk/>
            <pc:sldMk cId="3348813402" sldId="2076137763"/>
            <ac:spMk id="17" creationId="{42C159E4-8653-35E1-8153-73114991C44C}"/>
          </ac:spMkLst>
        </pc:spChg>
        <pc:spChg chg="mod">
          <ac:chgData name="Nagotu Dilip Kumar" userId="e960ee6c-1011-46fd-ab26-7447e3dfc484" providerId="ADAL" clId="{C537D0E1-F004-4867-A19F-CB629E995C3F}" dt="2026-06-29T11:30:54.923" v="247" actId="1076"/>
          <ac:spMkLst>
            <pc:docMk/>
            <pc:sldMk cId="3348813402" sldId="2076137763"/>
            <ac:spMk id="19" creationId="{0515D4AC-80A6-4A11-AC13-C6D969A544BE}"/>
          </ac:spMkLst>
        </pc:spChg>
        <pc:spChg chg="mod">
          <ac:chgData name="Nagotu Dilip Kumar" userId="e960ee6c-1011-46fd-ab26-7447e3dfc484" providerId="ADAL" clId="{C537D0E1-F004-4867-A19F-CB629E995C3F}" dt="2026-06-29T11:30:54.923" v="247" actId="1076"/>
          <ac:spMkLst>
            <pc:docMk/>
            <pc:sldMk cId="3348813402" sldId="2076137763"/>
            <ac:spMk id="20" creationId="{E92AF479-5ED7-1C9B-26C3-5205AD84CD7C}"/>
          </ac:spMkLst>
        </pc:spChg>
        <pc:spChg chg="mod">
          <ac:chgData name="Nagotu Dilip Kumar" userId="e960ee6c-1011-46fd-ab26-7447e3dfc484" providerId="ADAL" clId="{C537D0E1-F004-4867-A19F-CB629E995C3F}" dt="2026-06-29T11:30:54.923" v="247" actId="1076"/>
          <ac:spMkLst>
            <pc:docMk/>
            <pc:sldMk cId="3348813402" sldId="2076137763"/>
            <ac:spMk id="21" creationId="{3AD28BEC-3ED9-6596-1E47-349523B18945}"/>
          </ac:spMkLst>
        </pc:spChg>
        <pc:spChg chg="mod">
          <ac:chgData name="Nagotu Dilip Kumar" userId="e960ee6c-1011-46fd-ab26-7447e3dfc484" providerId="ADAL" clId="{C537D0E1-F004-4867-A19F-CB629E995C3F}" dt="2026-06-29T11:30:54.923" v="247" actId="1076"/>
          <ac:spMkLst>
            <pc:docMk/>
            <pc:sldMk cId="3348813402" sldId="2076137763"/>
            <ac:spMk id="22" creationId="{6AFAD6A4-5C1F-51B9-9CDD-1AE0B7AF8685}"/>
          </ac:spMkLst>
        </pc:spChg>
        <pc:spChg chg="mod">
          <ac:chgData name="Nagotu Dilip Kumar" userId="e960ee6c-1011-46fd-ab26-7447e3dfc484" providerId="ADAL" clId="{C537D0E1-F004-4867-A19F-CB629E995C3F}" dt="2026-06-29T11:30:30.431" v="244" actId="1076"/>
          <ac:spMkLst>
            <pc:docMk/>
            <pc:sldMk cId="3348813402" sldId="2076137763"/>
            <ac:spMk id="28" creationId="{D9950C8A-197A-A287-1E29-5CBD9AF2EE5B}"/>
          </ac:spMkLst>
        </pc:spChg>
        <pc:spChg chg="mod">
          <ac:chgData name="Nagotu Dilip Kumar" userId="e960ee6c-1011-46fd-ab26-7447e3dfc484" providerId="ADAL" clId="{C537D0E1-F004-4867-A19F-CB629E995C3F}" dt="2026-06-29T11:30:30.431" v="244" actId="1076"/>
          <ac:spMkLst>
            <pc:docMk/>
            <pc:sldMk cId="3348813402" sldId="2076137763"/>
            <ac:spMk id="29" creationId="{6EA348D2-16BC-7F6A-49FB-3911DF63A2D8}"/>
          </ac:spMkLst>
        </pc:spChg>
        <pc:spChg chg="mod">
          <ac:chgData name="Nagotu Dilip Kumar" userId="e960ee6c-1011-46fd-ab26-7447e3dfc484" providerId="ADAL" clId="{C537D0E1-F004-4867-A19F-CB629E995C3F}" dt="2026-06-29T11:30:30.431" v="244" actId="1076"/>
          <ac:spMkLst>
            <pc:docMk/>
            <pc:sldMk cId="3348813402" sldId="2076137763"/>
            <ac:spMk id="32" creationId="{10DAA8B7-6CED-305F-2B99-52C3BE0CEE4C}"/>
          </ac:spMkLst>
        </pc:spChg>
        <pc:spChg chg="mod">
          <ac:chgData name="Nagotu Dilip Kumar" userId="e960ee6c-1011-46fd-ab26-7447e3dfc484" providerId="ADAL" clId="{C537D0E1-F004-4867-A19F-CB629E995C3F}" dt="2026-06-29T11:29:15.598" v="217" actId="207"/>
          <ac:spMkLst>
            <pc:docMk/>
            <pc:sldMk cId="3348813402" sldId="2076137763"/>
            <ac:spMk id="33" creationId="{80F22BF3-EC6E-96CC-22A5-D2373FF4BB96}"/>
          </ac:spMkLst>
        </pc:spChg>
        <pc:spChg chg="mod">
          <ac:chgData name="Nagotu Dilip Kumar" userId="e960ee6c-1011-46fd-ab26-7447e3dfc484" providerId="ADAL" clId="{C537D0E1-F004-4867-A19F-CB629E995C3F}" dt="2026-06-29T11:30:30.431" v="244" actId="1076"/>
          <ac:spMkLst>
            <pc:docMk/>
            <pc:sldMk cId="3348813402" sldId="2076137763"/>
            <ac:spMk id="35" creationId="{4CF10119-B7CC-CAE2-AA00-1F2CA1A44FE6}"/>
          </ac:spMkLst>
        </pc:spChg>
        <pc:spChg chg="mod">
          <ac:chgData name="Nagotu Dilip Kumar" userId="e960ee6c-1011-46fd-ab26-7447e3dfc484" providerId="ADAL" clId="{C537D0E1-F004-4867-A19F-CB629E995C3F}" dt="2026-06-29T11:29:18.061" v="218" actId="207"/>
          <ac:spMkLst>
            <pc:docMk/>
            <pc:sldMk cId="3348813402" sldId="2076137763"/>
            <ac:spMk id="36" creationId="{CACD8C97-F950-D1F0-7759-F04C6501D48A}"/>
          </ac:spMkLst>
        </pc:spChg>
        <pc:picChg chg="mod">
          <ac:chgData name="Nagotu Dilip Kumar" userId="e960ee6c-1011-46fd-ab26-7447e3dfc484" providerId="ADAL" clId="{C537D0E1-F004-4867-A19F-CB629E995C3F}" dt="2026-06-29T11:30:01.530" v="231" actId="207"/>
          <ac:picMkLst>
            <pc:docMk/>
            <pc:sldMk cId="3348813402" sldId="2076137763"/>
            <ac:picMk id="38" creationId="{CF7B9CCB-C028-C2B3-FB64-57E337870683}"/>
          </ac:picMkLst>
        </pc:picChg>
        <pc:picChg chg="mod">
          <ac:chgData name="Nagotu Dilip Kumar" userId="e960ee6c-1011-46fd-ab26-7447e3dfc484" providerId="ADAL" clId="{C537D0E1-F004-4867-A19F-CB629E995C3F}" dt="2026-06-29T11:30:04.248" v="232" actId="207"/>
          <ac:picMkLst>
            <pc:docMk/>
            <pc:sldMk cId="3348813402" sldId="2076137763"/>
            <ac:picMk id="42" creationId="{72DD9C38-33E2-E4AA-7AF1-ED9F2E61AA7F}"/>
          </ac:picMkLst>
        </pc:picChg>
        <pc:cxnChg chg="mod">
          <ac:chgData name="Nagotu Dilip Kumar" userId="e960ee6c-1011-46fd-ab26-7447e3dfc484" providerId="ADAL" clId="{C537D0E1-F004-4867-A19F-CB629E995C3F}" dt="2026-06-29T11:30:59.257" v="253" actId="1035"/>
          <ac:cxnSpMkLst>
            <pc:docMk/>
            <pc:sldMk cId="3348813402" sldId="2076137763"/>
            <ac:cxnSpMk id="24" creationId="{3392D3DE-576C-6E49-DDE9-FF7ED67DF112}"/>
          </ac:cxnSpMkLst>
        </pc:cxnChg>
        <pc:cxnChg chg="mod">
          <ac:chgData name="Nagotu Dilip Kumar" userId="e960ee6c-1011-46fd-ab26-7447e3dfc484" providerId="ADAL" clId="{C537D0E1-F004-4867-A19F-CB629E995C3F}" dt="2026-06-29T11:30:59.257" v="253" actId="1035"/>
          <ac:cxnSpMkLst>
            <pc:docMk/>
            <pc:sldMk cId="3348813402" sldId="2076137763"/>
            <ac:cxnSpMk id="25" creationId="{7DEFC6AE-F4D5-4FE1-CFDD-E01BB53538A8}"/>
          </ac:cxnSpMkLst>
        </pc:cxnChg>
        <pc:cxnChg chg="mod">
          <ac:chgData name="Nagotu Dilip Kumar" userId="e960ee6c-1011-46fd-ab26-7447e3dfc484" providerId="ADAL" clId="{C537D0E1-F004-4867-A19F-CB629E995C3F}" dt="2026-06-29T11:30:59.257" v="253" actId="1035"/>
          <ac:cxnSpMkLst>
            <pc:docMk/>
            <pc:sldMk cId="3348813402" sldId="2076137763"/>
            <ac:cxnSpMk id="26" creationId="{043564CC-179A-A6FF-EDA1-AAC1F9368933}"/>
          </ac:cxnSpMkLst>
        </pc:cxnChg>
        <pc:cxnChg chg="mod">
          <ac:chgData name="Nagotu Dilip Kumar" userId="e960ee6c-1011-46fd-ab26-7447e3dfc484" providerId="ADAL" clId="{C537D0E1-F004-4867-A19F-CB629E995C3F}" dt="2026-06-29T11:30:59.257" v="253" actId="1035"/>
          <ac:cxnSpMkLst>
            <pc:docMk/>
            <pc:sldMk cId="3348813402" sldId="2076137763"/>
            <ac:cxnSpMk id="27" creationId="{8A1E4780-2EFF-ED73-F653-8A715A98BDC9}"/>
          </ac:cxnSpMkLst>
        </pc:cxnChg>
      </pc:sldChg>
      <pc:sldChg chg="modSp mod">
        <pc:chgData name="Nagotu Dilip Kumar" userId="e960ee6c-1011-46fd-ab26-7447e3dfc484" providerId="ADAL" clId="{C537D0E1-F004-4867-A19F-CB629E995C3F}" dt="2026-06-29T11:40:24.635" v="408" actId="207"/>
        <pc:sldMkLst>
          <pc:docMk/>
          <pc:sldMk cId="3882010242" sldId="2076137764"/>
        </pc:sldMkLst>
        <pc:spChg chg="mod">
          <ac:chgData name="Nagotu Dilip Kumar" userId="e960ee6c-1011-46fd-ab26-7447e3dfc484" providerId="ADAL" clId="{C537D0E1-F004-4867-A19F-CB629E995C3F}" dt="2026-06-29T11:31:46.552" v="270" actId="1076"/>
          <ac:spMkLst>
            <pc:docMk/>
            <pc:sldMk cId="3882010242" sldId="2076137764"/>
            <ac:spMk id="6" creationId="{1DCF7B37-B164-8DD4-4F58-78021522AA09}"/>
          </ac:spMkLst>
        </pc:spChg>
        <pc:spChg chg="mod">
          <ac:chgData name="Nagotu Dilip Kumar" userId="e960ee6c-1011-46fd-ab26-7447e3dfc484" providerId="ADAL" clId="{C537D0E1-F004-4867-A19F-CB629E995C3F}" dt="2026-06-29T11:32:22.818" v="276" actId="12"/>
          <ac:spMkLst>
            <pc:docMk/>
            <pc:sldMk cId="3882010242" sldId="2076137764"/>
            <ac:spMk id="9" creationId="{76F4E0EE-DC77-8898-021A-171C21F9F48A}"/>
          </ac:spMkLst>
        </pc:spChg>
        <pc:spChg chg="mod">
          <ac:chgData name="Nagotu Dilip Kumar" userId="e960ee6c-1011-46fd-ab26-7447e3dfc484" providerId="ADAL" clId="{C537D0E1-F004-4867-A19F-CB629E995C3F}" dt="2026-06-29T11:32:51.303" v="284" actId="20577"/>
          <ac:spMkLst>
            <pc:docMk/>
            <pc:sldMk cId="3882010242" sldId="2076137764"/>
            <ac:spMk id="10" creationId="{3D724E3F-AE2E-34BB-FC9E-48BF903F5E48}"/>
          </ac:spMkLst>
        </pc:spChg>
        <pc:spChg chg="mod">
          <ac:chgData name="Nagotu Dilip Kumar" userId="e960ee6c-1011-46fd-ab26-7447e3dfc484" providerId="ADAL" clId="{C537D0E1-F004-4867-A19F-CB629E995C3F}" dt="2026-06-29T11:32:52.858" v="285" actId="20577"/>
          <ac:spMkLst>
            <pc:docMk/>
            <pc:sldMk cId="3882010242" sldId="2076137764"/>
            <ac:spMk id="11" creationId="{E033AC18-85CF-2C25-B311-BAC09835CF39}"/>
          </ac:spMkLst>
        </pc:spChg>
        <pc:spChg chg="mod">
          <ac:chgData name="Nagotu Dilip Kumar" userId="e960ee6c-1011-46fd-ab26-7447e3dfc484" providerId="ADAL" clId="{C537D0E1-F004-4867-A19F-CB629E995C3F}" dt="2026-06-29T11:32:32.912" v="279" actId="12"/>
          <ac:spMkLst>
            <pc:docMk/>
            <pc:sldMk cId="3882010242" sldId="2076137764"/>
            <ac:spMk id="12" creationId="{75EEFDB6-83D7-1179-2C7D-64246F4A2B6C}"/>
          </ac:spMkLst>
        </pc:spChg>
        <pc:spChg chg="mod">
          <ac:chgData name="Nagotu Dilip Kumar" userId="e960ee6c-1011-46fd-ab26-7447e3dfc484" providerId="ADAL" clId="{C537D0E1-F004-4867-A19F-CB629E995C3F}" dt="2026-06-29T11:32:57.253" v="286" actId="20577"/>
          <ac:spMkLst>
            <pc:docMk/>
            <pc:sldMk cId="3882010242" sldId="2076137764"/>
            <ac:spMk id="13" creationId="{10301D4D-D85E-6398-5A8F-2118603D9FA8}"/>
          </ac:spMkLst>
        </pc:spChg>
        <pc:spChg chg="mod">
          <ac:chgData name="Nagotu Dilip Kumar" userId="e960ee6c-1011-46fd-ab26-7447e3dfc484" providerId="ADAL" clId="{C537D0E1-F004-4867-A19F-CB629E995C3F}" dt="2026-06-29T11:32:58.522" v="287" actId="20577"/>
          <ac:spMkLst>
            <pc:docMk/>
            <pc:sldMk cId="3882010242" sldId="2076137764"/>
            <ac:spMk id="14" creationId="{446B5BA0-7F1D-EC11-37D9-655EF3E4EF44}"/>
          </ac:spMkLst>
        </pc:spChg>
        <pc:spChg chg="mod">
          <ac:chgData name="Nagotu Dilip Kumar" userId="e960ee6c-1011-46fd-ab26-7447e3dfc484" providerId="ADAL" clId="{C537D0E1-F004-4867-A19F-CB629E995C3F}" dt="2026-06-29T11:32:42.331" v="282" actId="12"/>
          <ac:spMkLst>
            <pc:docMk/>
            <pc:sldMk cId="3882010242" sldId="2076137764"/>
            <ac:spMk id="15" creationId="{685070D7-0EF0-3614-DB07-A023C12F2101}"/>
          </ac:spMkLst>
        </pc:spChg>
        <pc:spChg chg="mod">
          <ac:chgData name="Nagotu Dilip Kumar" userId="e960ee6c-1011-46fd-ab26-7447e3dfc484" providerId="ADAL" clId="{C537D0E1-F004-4867-A19F-CB629E995C3F}" dt="2026-06-29T11:32:45.240" v="283" actId="12"/>
          <ac:spMkLst>
            <pc:docMk/>
            <pc:sldMk cId="3882010242" sldId="2076137764"/>
            <ac:spMk id="16" creationId="{8AE9CA4A-4701-A61E-5A54-A8E8DF7CA41E}"/>
          </ac:spMkLst>
        </pc:spChg>
        <pc:spChg chg="mod">
          <ac:chgData name="Nagotu Dilip Kumar" userId="e960ee6c-1011-46fd-ab26-7447e3dfc484" providerId="ADAL" clId="{C537D0E1-F004-4867-A19F-CB629E995C3F}" dt="2026-06-29T11:40:24.635" v="408" actId="207"/>
          <ac:spMkLst>
            <pc:docMk/>
            <pc:sldMk cId="3882010242" sldId="2076137764"/>
            <ac:spMk id="19" creationId="{74C5B41B-81BD-86AE-82D4-2E7B965CA24F}"/>
          </ac:spMkLst>
        </pc:spChg>
        <pc:picChg chg="mod">
          <ac:chgData name="Nagotu Dilip Kumar" userId="e960ee6c-1011-46fd-ab26-7447e3dfc484" providerId="ADAL" clId="{C537D0E1-F004-4867-A19F-CB629E995C3F}" dt="2026-06-29T11:33:20.420" v="296" actId="1036"/>
          <ac:picMkLst>
            <pc:docMk/>
            <pc:sldMk cId="3882010242" sldId="2076137764"/>
            <ac:picMk id="8" creationId="{8FFCA2E3-6171-D53D-3B09-84E0B12D8A9F}"/>
          </ac:picMkLst>
        </pc:picChg>
        <pc:picChg chg="mod">
          <ac:chgData name="Nagotu Dilip Kumar" userId="e960ee6c-1011-46fd-ab26-7447e3dfc484" providerId="ADAL" clId="{C537D0E1-F004-4867-A19F-CB629E995C3F}" dt="2026-06-29T11:33:20.420" v="296" actId="1036"/>
          <ac:picMkLst>
            <pc:docMk/>
            <pc:sldMk cId="3882010242" sldId="2076137764"/>
            <ac:picMk id="18" creationId="{BD4EEE92-B7CD-563B-B1D0-A34E91CF686C}"/>
          </ac:picMkLst>
        </pc:picChg>
        <pc:picChg chg="mod">
          <ac:chgData name="Nagotu Dilip Kumar" userId="e960ee6c-1011-46fd-ab26-7447e3dfc484" providerId="ADAL" clId="{C537D0E1-F004-4867-A19F-CB629E995C3F}" dt="2026-06-29T11:33:20.420" v="296" actId="1036"/>
          <ac:picMkLst>
            <pc:docMk/>
            <pc:sldMk cId="3882010242" sldId="2076137764"/>
            <ac:picMk id="21" creationId="{FA565733-A96D-A280-4F64-37682C573DDB}"/>
          </ac:picMkLst>
        </pc:picChg>
        <pc:picChg chg="mod">
          <ac:chgData name="Nagotu Dilip Kumar" userId="e960ee6c-1011-46fd-ab26-7447e3dfc484" providerId="ADAL" clId="{C537D0E1-F004-4867-A19F-CB629E995C3F}" dt="2026-06-29T11:33:20.420" v="296" actId="1036"/>
          <ac:picMkLst>
            <pc:docMk/>
            <pc:sldMk cId="3882010242" sldId="2076137764"/>
            <ac:picMk id="23" creationId="{BF9580AF-77D4-8347-23E7-D080378131A8}"/>
          </ac:picMkLst>
        </pc:picChg>
        <pc:picChg chg="mod">
          <ac:chgData name="Nagotu Dilip Kumar" userId="e960ee6c-1011-46fd-ab26-7447e3dfc484" providerId="ADAL" clId="{C537D0E1-F004-4867-A19F-CB629E995C3F}" dt="2026-06-29T11:33:15.652" v="293" actId="1036"/>
          <ac:picMkLst>
            <pc:docMk/>
            <pc:sldMk cId="3882010242" sldId="2076137764"/>
            <ac:picMk id="25" creationId="{238CD56D-7EB7-36B5-397E-CDC417A6A724}"/>
          </ac:picMkLst>
        </pc:picChg>
        <pc:picChg chg="mod">
          <ac:chgData name="Nagotu Dilip Kumar" userId="e960ee6c-1011-46fd-ab26-7447e3dfc484" providerId="ADAL" clId="{C537D0E1-F004-4867-A19F-CB629E995C3F}" dt="2026-06-29T11:33:15.652" v="293" actId="1036"/>
          <ac:picMkLst>
            <pc:docMk/>
            <pc:sldMk cId="3882010242" sldId="2076137764"/>
            <ac:picMk id="26" creationId="{303B205C-274A-B0A0-CCA9-4BD7F9D205F5}"/>
          </ac:picMkLst>
        </pc:picChg>
        <pc:picChg chg="mod">
          <ac:chgData name="Nagotu Dilip Kumar" userId="e960ee6c-1011-46fd-ab26-7447e3dfc484" providerId="ADAL" clId="{C537D0E1-F004-4867-A19F-CB629E995C3F}" dt="2026-06-29T11:33:15.652" v="293" actId="1036"/>
          <ac:picMkLst>
            <pc:docMk/>
            <pc:sldMk cId="3882010242" sldId="2076137764"/>
            <ac:picMk id="27" creationId="{D711131F-C198-BAD6-F998-27074F7FD60F}"/>
          </ac:picMkLst>
        </pc:picChg>
        <pc:picChg chg="mod">
          <ac:chgData name="Nagotu Dilip Kumar" userId="e960ee6c-1011-46fd-ab26-7447e3dfc484" providerId="ADAL" clId="{C537D0E1-F004-4867-A19F-CB629E995C3F}" dt="2026-06-29T11:33:15.652" v="293" actId="1036"/>
          <ac:picMkLst>
            <pc:docMk/>
            <pc:sldMk cId="3882010242" sldId="2076137764"/>
            <ac:picMk id="29" creationId="{26EF3442-046C-BFD0-6799-E993B3F8BDE2}"/>
          </ac:picMkLst>
        </pc:picChg>
      </pc:sldChg>
      <pc:sldChg chg="addSp delSp modSp mod">
        <pc:chgData name="Nagotu Dilip Kumar" userId="e960ee6c-1011-46fd-ab26-7447e3dfc484" providerId="ADAL" clId="{C537D0E1-F004-4867-A19F-CB629E995C3F}" dt="2026-06-29T11:40:39.531" v="409" actId="207"/>
        <pc:sldMkLst>
          <pc:docMk/>
          <pc:sldMk cId="54263797" sldId="2076137765"/>
        </pc:sldMkLst>
        <pc:spChg chg="mod">
          <ac:chgData name="Nagotu Dilip Kumar" userId="e960ee6c-1011-46fd-ab26-7447e3dfc484" providerId="ADAL" clId="{C537D0E1-F004-4867-A19F-CB629E995C3F}" dt="2026-06-29T11:33:42.773" v="301" actId="14100"/>
          <ac:spMkLst>
            <pc:docMk/>
            <pc:sldMk cId="54263797" sldId="2076137765"/>
            <ac:spMk id="6" creationId="{474D61C8-4F89-DD2D-5E53-727D5ACC35F4}"/>
          </ac:spMkLst>
        </pc:spChg>
        <pc:spChg chg="mod topLvl">
          <ac:chgData name="Nagotu Dilip Kumar" userId="e960ee6c-1011-46fd-ab26-7447e3dfc484" providerId="ADAL" clId="{C537D0E1-F004-4867-A19F-CB629E995C3F}" dt="2026-06-29T11:33:49.061" v="302" actId="12"/>
          <ac:spMkLst>
            <pc:docMk/>
            <pc:sldMk cId="54263797" sldId="2076137765"/>
            <ac:spMk id="7" creationId="{A2FD170E-9768-16C8-4465-A265EFC0DED3}"/>
          </ac:spMkLst>
        </pc:spChg>
        <pc:spChg chg="mod topLvl">
          <ac:chgData name="Nagotu Dilip Kumar" userId="e960ee6c-1011-46fd-ab26-7447e3dfc484" providerId="ADAL" clId="{C537D0E1-F004-4867-A19F-CB629E995C3F}" dt="2026-06-29T11:33:51.905" v="303" actId="12"/>
          <ac:spMkLst>
            <pc:docMk/>
            <pc:sldMk cId="54263797" sldId="2076137765"/>
            <ac:spMk id="8" creationId="{C20CA76F-3B54-E508-37EC-A86684939A26}"/>
          </ac:spMkLst>
        </pc:spChg>
        <pc:spChg chg="mod topLvl">
          <ac:chgData name="Nagotu Dilip Kumar" userId="e960ee6c-1011-46fd-ab26-7447e3dfc484" providerId="ADAL" clId="{C537D0E1-F004-4867-A19F-CB629E995C3F}" dt="2026-06-29T11:33:54.691" v="304" actId="12"/>
          <ac:spMkLst>
            <pc:docMk/>
            <pc:sldMk cId="54263797" sldId="2076137765"/>
            <ac:spMk id="9" creationId="{FD7A0426-F7A5-A10F-25FF-29FDAD52211E}"/>
          </ac:spMkLst>
        </pc:spChg>
        <pc:spChg chg="mod topLvl">
          <ac:chgData name="Nagotu Dilip Kumar" userId="e960ee6c-1011-46fd-ab26-7447e3dfc484" providerId="ADAL" clId="{C537D0E1-F004-4867-A19F-CB629E995C3F}" dt="2026-06-29T09:39:34.479" v="20" actId="165"/>
          <ac:spMkLst>
            <pc:docMk/>
            <pc:sldMk cId="54263797" sldId="2076137765"/>
            <ac:spMk id="10" creationId="{B7A313DF-3D32-A4DC-A561-9396E2709DE3}"/>
          </ac:spMkLst>
        </pc:spChg>
        <pc:spChg chg="mod topLvl">
          <ac:chgData name="Nagotu Dilip Kumar" userId="e960ee6c-1011-46fd-ab26-7447e3dfc484" providerId="ADAL" clId="{C537D0E1-F004-4867-A19F-CB629E995C3F}" dt="2026-06-29T09:39:34.479" v="20" actId="165"/>
          <ac:spMkLst>
            <pc:docMk/>
            <pc:sldMk cId="54263797" sldId="2076137765"/>
            <ac:spMk id="11" creationId="{87FF6E68-7583-9D6F-2FCB-3E60F9CD15AC}"/>
          </ac:spMkLst>
        </pc:spChg>
        <pc:spChg chg="mod topLvl">
          <ac:chgData name="Nagotu Dilip Kumar" userId="e960ee6c-1011-46fd-ab26-7447e3dfc484" providerId="ADAL" clId="{C537D0E1-F004-4867-A19F-CB629E995C3F}" dt="2026-06-29T09:39:34.479" v="20" actId="165"/>
          <ac:spMkLst>
            <pc:docMk/>
            <pc:sldMk cId="54263797" sldId="2076137765"/>
            <ac:spMk id="12" creationId="{9CFE38BE-64D0-ACAE-7F3C-DB2A27C9EED4}"/>
          </ac:spMkLst>
        </pc:spChg>
        <pc:spChg chg="mod">
          <ac:chgData name="Nagotu Dilip Kumar" userId="e960ee6c-1011-46fd-ab26-7447e3dfc484" providerId="ADAL" clId="{C537D0E1-F004-4867-A19F-CB629E995C3F}" dt="2026-06-29T11:33:58.205" v="305" actId="12"/>
          <ac:spMkLst>
            <pc:docMk/>
            <pc:sldMk cId="54263797" sldId="2076137765"/>
            <ac:spMk id="19" creationId="{BA7ACE9C-3D64-E23D-7D86-1C69D122960A}"/>
          </ac:spMkLst>
        </pc:spChg>
        <pc:spChg chg="mod">
          <ac:chgData name="Nagotu Dilip Kumar" userId="e960ee6c-1011-46fd-ab26-7447e3dfc484" providerId="ADAL" clId="{C537D0E1-F004-4867-A19F-CB629E995C3F}" dt="2026-06-29T11:34:01.626" v="306" actId="12"/>
          <ac:spMkLst>
            <pc:docMk/>
            <pc:sldMk cId="54263797" sldId="2076137765"/>
            <ac:spMk id="20" creationId="{C93A6C63-6346-FA76-2EF0-79B9FFCA4702}"/>
          </ac:spMkLst>
        </pc:spChg>
        <pc:spChg chg="mod">
          <ac:chgData name="Nagotu Dilip Kumar" userId="e960ee6c-1011-46fd-ab26-7447e3dfc484" providerId="ADAL" clId="{C537D0E1-F004-4867-A19F-CB629E995C3F}" dt="2026-06-29T11:34:04.234" v="307" actId="12"/>
          <ac:spMkLst>
            <pc:docMk/>
            <pc:sldMk cId="54263797" sldId="2076137765"/>
            <ac:spMk id="21" creationId="{BCA1D69A-C16A-D8F6-B494-B56C5E8FBCD0}"/>
          </ac:spMkLst>
        </pc:spChg>
        <pc:spChg chg="mod">
          <ac:chgData name="Nagotu Dilip Kumar" userId="e960ee6c-1011-46fd-ab26-7447e3dfc484" providerId="ADAL" clId="{C537D0E1-F004-4867-A19F-CB629E995C3F}" dt="2026-06-29T11:32:13.005" v="275" actId="207"/>
          <ac:spMkLst>
            <pc:docMk/>
            <pc:sldMk cId="54263797" sldId="2076137765"/>
            <ac:spMk id="25" creationId="{E220B33A-74EF-EB39-1D0F-2C8D30F99E76}"/>
          </ac:spMkLst>
        </pc:spChg>
        <pc:spChg chg="mod">
          <ac:chgData name="Nagotu Dilip Kumar" userId="e960ee6c-1011-46fd-ab26-7447e3dfc484" providerId="ADAL" clId="{C537D0E1-F004-4867-A19F-CB629E995C3F}" dt="2026-06-29T11:32:13.005" v="275" actId="207"/>
          <ac:spMkLst>
            <pc:docMk/>
            <pc:sldMk cId="54263797" sldId="2076137765"/>
            <ac:spMk id="26" creationId="{9E40C801-BA21-0919-C02E-C0E20D28004F}"/>
          </ac:spMkLst>
        </pc:spChg>
        <pc:spChg chg="mod">
          <ac:chgData name="Nagotu Dilip Kumar" userId="e960ee6c-1011-46fd-ab26-7447e3dfc484" providerId="ADAL" clId="{C537D0E1-F004-4867-A19F-CB629E995C3F}" dt="2026-06-29T11:32:13.005" v="275" actId="207"/>
          <ac:spMkLst>
            <pc:docMk/>
            <pc:sldMk cId="54263797" sldId="2076137765"/>
            <ac:spMk id="27" creationId="{3C60342A-167D-622E-DFF1-632393342921}"/>
          </ac:spMkLst>
        </pc:spChg>
        <pc:spChg chg="mod ord">
          <ac:chgData name="Nagotu Dilip Kumar" userId="e960ee6c-1011-46fd-ab26-7447e3dfc484" providerId="ADAL" clId="{C537D0E1-F004-4867-A19F-CB629E995C3F}" dt="2026-06-29T11:32:03.715" v="273" actId="167"/>
          <ac:spMkLst>
            <pc:docMk/>
            <pc:sldMk cId="54263797" sldId="2076137765"/>
            <ac:spMk id="28" creationId="{EA7A3000-10C4-DA5E-35FC-F2269D37FA82}"/>
          </ac:spMkLst>
        </pc:spChg>
        <pc:spChg chg="mod">
          <ac:chgData name="Nagotu Dilip Kumar" userId="e960ee6c-1011-46fd-ab26-7447e3dfc484" providerId="ADAL" clId="{C537D0E1-F004-4867-A19F-CB629E995C3F}" dt="2026-06-29T11:40:39.531" v="409" actId="207"/>
          <ac:spMkLst>
            <pc:docMk/>
            <pc:sldMk cId="54263797" sldId="2076137765"/>
            <ac:spMk id="32" creationId="{84E192F5-A0F7-F76F-9BE1-2FF51A242A16}"/>
          </ac:spMkLst>
        </pc:spChg>
        <pc:spChg chg="mod">
          <ac:chgData name="Nagotu Dilip Kumar" userId="e960ee6c-1011-46fd-ab26-7447e3dfc484" providerId="ADAL" clId="{C537D0E1-F004-4867-A19F-CB629E995C3F}" dt="2026-06-29T11:40:39.531" v="409" actId="207"/>
          <ac:spMkLst>
            <pc:docMk/>
            <pc:sldMk cId="54263797" sldId="2076137765"/>
            <ac:spMk id="33" creationId="{CACD4CF6-2369-A66F-6C3C-E4BB45349B75}"/>
          </ac:spMkLst>
        </pc:spChg>
        <pc:spChg chg="mod">
          <ac:chgData name="Nagotu Dilip Kumar" userId="e960ee6c-1011-46fd-ab26-7447e3dfc484" providerId="ADAL" clId="{C537D0E1-F004-4867-A19F-CB629E995C3F}" dt="2026-06-29T11:40:39.531" v="409" actId="207"/>
          <ac:spMkLst>
            <pc:docMk/>
            <pc:sldMk cId="54263797" sldId="2076137765"/>
            <ac:spMk id="34" creationId="{A1FB1DA5-56C1-34A1-D784-9B34AAC4B7D1}"/>
          </ac:spMkLst>
        </pc:spChg>
        <pc:spChg chg="mod">
          <ac:chgData name="Nagotu Dilip Kumar" userId="e960ee6c-1011-46fd-ab26-7447e3dfc484" providerId="ADAL" clId="{C537D0E1-F004-4867-A19F-CB629E995C3F}" dt="2026-06-29T11:40:39.531" v="409" actId="207"/>
          <ac:spMkLst>
            <pc:docMk/>
            <pc:sldMk cId="54263797" sldId="2076137765"/>
            <ac:spMk id="35" creationId="{F0318ED2-40D5-1534-EF37-F71A78B68846}"/>
          </ac:spMkLst>
        </pc:spChg>
        <pc:spChg chg="mod">
          <ac:chgData name="Nagotu Dilip Kumar" userId="e960ee6c-1011-46fd-ab26-7447e3dfc484" providerId="ADAL" clId="{C537D0E1-F004-4867-A19F-CB629E995C3F}" dt="2026-06-29T11:40:39.531" v="409" actId="207"/>
          <ac:spMkLst>
            <pc:docMk/>
            <pc:sldMk cId="54263797" sldId="2076137765"/>
            <ac:spMk id="36" creationId="{B091294A-5592-2204-6B30-F5FD2CB485AD}"/>
          </ac:spMkLst>
        </pc:spChg>
        <pc:spChg chg="mod">
          <ac:chgData name="Nagotu Dilip Kumar" userId="e960ee6c-1011-46fd-ab26-7447e3dfc484" providerId="ADAL" clId="{C537D0E1-F004-4867-A19F-CB629E995C3F}" dt="2026-06-29T11:40:39.531" v="409" actId="207"/>
          <ac:spMkLst>
            <pc:docMk/>
            <pc:sldMk cId="54263797" sldId="2076137765"/>
            <ac:spMk id="37" creationId="{B522B287-A57B-E29F-BD60-1008CEEF4B74}"/>
          </ac:spMkLst>
        </pc:spChg>
        <pc:spChg chg="mod">
          <ac:chgData name="Nagotu Dilip Kumar" userId="e960ee6c-1011-46fd-ab26-7447e3dfc484" providerId="ADAL" clId="{C537D0E1-F004-4867-A19F-CB629E995C3F}" dt="2026-06-29T11:40:39.531" v="409" actId="207"/>
          <ac:spMkLst>
            <pc:docMk/>
            <pc:sldMk cId="54263797" sldId="2076137765"/>
            <ac:spMk id="38" creationId="{D73AE558-6439-1EC6-4261-F7B12965418F}"/>
          </ac:spMkLst>
        </pc:spChg>
        <pc:grpChg chg="mod">
          <ac:chgData name="Nagotu Dilip Kumar" userId="e960ee6c-1011-46fd-ab26-7447e3dfc484" providerId="ADAL" clId="{C537D0E1-F004-4867-A19F-CB629E995C3F}" dt="2026-06-29T11:33:29.496" v="298" actId="14100"/>
          <ac:grpSpMkLst>
            <pc:docMk/>
            <pc:sldMk cId="54263797" sldId="2076137765"/>
            <ac:grpSpMk id="39" creationId="{C6FBC678-E28A-85BE-1521-B1E202BA55A0}"/>
          </ac:grpSpMkLst>
        </pc:grpChg>
        <pc:cxnChg chg="mod topLvl">
          <ac:chgData name="Nagotu Dilip Kumar" userId="e960ee6c-1011-46fd-ab26-7447e3dfc484" providerId="ADAL" clId="{C537D0E1-F004-4867-A19F-CB629E995C3F}" dt="2026-06-29T09:39:04.247" v="10" actId="165"/>
          <ac:cxnSpMkLst>
            <pc:docMk/>
            <pc:sldMk cId="54263797" sldId="2076137765"/>
            <ac:cxnSpMk id="14" creationId="{3E8E66EE-D2D8-FD4B-850B-050E546A0025}"/>
          </ac:cxnSpMkLst>
        </pc:cxnChg>
        <pc:cxnChg chg="mod topLvl">
          <ac:chgData name="Nagotu Dilip Kumar" userId="e960ee6c-1011-46fd-ab26-7447e3dfc484" providerId="ADAL" clId="{C537D0E1-F004-4867-A19F-CB629E995C3F}" dt="2026-06-29T09:39:04.247" v="10" actId="165"/>
          <ac:cxnSpMkLst>
            <pc:docMk/>
            <pc:sldMk cId="54263797" sldId="2076137765"/>
            <ac:cxnSpMk id="15" creationId="{C165755E-448A-C2F3-72E7-0BD240884BC0}"/>
          </ac:cxnSpMkLst>
        </pc:cxnChg>
      </pc:sldChg>
      <pc:sldChg chg="addSp delSp modSp mod">
        <pc:chgData name="Nagotu Dilip Kumar" userId="e960ee6c-1011-46fd-ab26-7447e3dfc484" providerId="ADAL" clId="{C537D0E1-F004-4867-A19F-CB629E995C3F}" dt="2026-06-29T13:24:40.070" v="1538" actId="2710"/>
        <pc:sldMkLst>
          <pc:docMk/>
          <pc:sldMk cId="6189717" sldId="2076137766"/>
        </pc:sldMkLst>
        <pc:spChg chg="mod">
          <ac:chgData name="Nagotu Dilip Kumar" userId="e960ee6c-1011-46fd-ab26-7447e3dfc484" providerId="ADAL" clId="{C537D0E1-F004-4867-A19F-CB629E995C3F}" dt="2026-06-29T11:34:12.611" v="308" actId="14100"/>
          <ac:spMkLst>
            <pc:docMk/>
            <pc:sldMk cId="6189717" sldId="2076137766"/>
            <ac:spMk id="6" creationId="{44221266-B653-A63C-CC3D-31B96A6BA433}"/>
          </ac:spMkLst>
        </pc:spChg>
        <pc:spChg chg="mod">
          <ac:chgData name="Nagotu Dilip Kumar" userId="e960ee6c-1011-46fd-ab26-7447e3dfc484" providerId="ADAL" clId="{C537D0E1-F004-4867-A19F-CB629E995C3F}" dt="2026-06-29T11:36:32.451" v="350" actId="1076"/>
          <ac:spMkLst>
            <pc:docMk/>
            <pc:sldMk cId="6189717" sldId="2076137766"/>
            <ac:spMk id="17" creationId="{42C05E8E-DAC4-9365-0BA4-146A893C7DF3}"/>
          </ac:spMkLst>
        </pc:spChg>
        <pc:spChg chg="mod">
          <ac:chgData name="Nagotu Dilip Kumar" userId="e960ee6c-1011-46fd-ab26-7447e3dfc484" providerId="ADAL" clId="{C537D0E1-F004-4867-A19F-CB629E995C3F}" dt="2026-06-29T11:37:05.171" v="357" actId="1076"/>
          <ac:spMkLst>
            <pc:docMk/>
            <pc:sldMk cId="6189717" sldId="2076137766"/>
            <ac:spMk id="18" creationId="{A868DA55-6DC3-EE17-CD4B-03161C6E5E6E}"/>
          </ac:spMkLst>
        </pc:spChg>
        <pc:spChg chg="mod">
          <ac:chgData name="Nagotu Dilip Kumar" userId="e960ee6c-1011-46fd-ab26-7447e3dfc484" providerId="ADAL" clId="{C537D0E1-F004-4867-A19F-CB629E995C3F}" dt="2026-06-29T11:37:01.186" v="356" actId="554"/>
          <ac:spMkLst>
            <pc:docMk/>
            <pc:sldMk cId="6189717" sldId="2076137766"/>
            <ac:spMk id="19" creationId="{F00EA86D-CFE6-62F4-4035-BEF842963FE8}"/>
          </ac:spMkLst>
        </pc:spChg>
        <pc:spChg chg="mod">
          <ac:chgData name="Nagotu Dilip Kumar" userId="e960ee6c-1011-46fd-ab26-7447e3dfc484" providerId="ADAL" clId="{C537D0E1-F004-4867-A19F-CB629E995C3F}" dt="2026-06-29T11:37:01.186" v="356" actId="554"/>
          <ac:spMkLst>
            <pc:docMk/>
            <pc:sldMk cId="6189717" sldId="2076137766"/>
            <ac:spMk id="20" creationId="{717F4DF0-6607-5DC3-407C-9D83B1B961B1}"/>
          </ac:spMkLst>
        </pc:spChg>
        <pc:spChg chg="mod">
          <ac:chgData name="Nagotu Dilip Kumar" userId="e960ee6c-1011-46fd-ab26-7447e3dfc484" providerId="ADAL" clId="{C537D0E1-F004-4867-A19F-CB629E995C3F}" dt="2026-06-29T11:37:01.186" v="356" actId="554"/>
          <ac:spMkLst>
            <pc:docMk/>
            <pc:sldMk cId="6189717" sldId="2076137766"/>
            <ac:spMk id="21" creationId="{25EB830A-AF08-3883-8B9F-299CD7891583}"/>
          </ac:spMkLst>
        </pc:spChg>
        <pc:spChg chg="mod">
          <ac:chgData name="Nagotu Dilip Kumar" userId="e960ee6c-1011-46fd-ab26-7447e3dfc484" providerId="ADAL" clId="{C537D0E1-F004-4867-A19F-CB629E995C3F}" dt="2026-06-29T11:36:34.786" v="351" actId="1076"/>
          <ac:spMkLst>
            <pc:docMk/>
            <pc:sldMk cId="6189717" sldId="2076137766"/>
            <ac:spMk id="27" creationId="{452D1494-ED4E-7F74-BE91-84581B5CDFC8}"/>
          </ac:spMkLst>
        </pc:spChg>
        <pc:spChg chg="mod">
          <ac:chgData name="Nagotu Dilip Kumar" userId="e960ee6c-1011-46fd-ab26-7447e3dfc484" providerId="ADAL" clId="{C537D0E1-F004-4867-A19F-CB629E995C3F}" dt="2026-06-29T11:37:18.248" v="362" actId="1076"/>
          <ac:spMkLst>
            <pc:docMk/>
            <pc:sldMk cId="6189717" sldId="2076137766"/>
            <ac:spMk id="28" creationId="{DB4BE65E-3585-99C8-6F38-CEF1596A450D}"/>
          </ac:spMkLst>
        </pc:spChg>
        <pc:spChg chg="mod">
          <ac:chgData name="Nagotu Dilip Kumar" userId="e960ee6c-1011-46fd-ab26-7447e3dfc484" providerId="ADAL" clId="{C537D0E1-F004-4867-A19F-CB629E995C3F}" dt="2026-06-29T11:37:10.037" v="359" actId="1076"/>
          <ac:spMkLst>
            <pc:docMk/>
            <pc:sldMk cId="6189717" sldId="2076137766"/>
            <ac:spMk id="29" creationId="{A184D86F-0F3F-AD39-2DFE-AFE623043B35}"/>
          </ac:spMkLst>
        </pc:spChg>
        <pc:spChg chg="mod">
          <ac:chgData name="Nagotu Dilip Kumar" userId="e960ee6c-1011-46fd-ab26-7447e3dfc484" providerId="ADAL" clId="{C537D0E1-F004-4867-A19F-CB629E995C3F}" dt="2026-06-29T11:37:21.939" v="364" actId="1076"/>
          <ac:spMkLst>
            <pc:docMk/>
            <pc:sldMk cId="6189717" sldId="2076137766"/>
            <ac:spMk id="30" creationId="{A97189C0-FA3F-BD83-55DF-A6138A458FE5}"/>
          </ac:spMkLst>
        </pc:spChg>
        <pc:spChg chg="mod">
          <ac:chgData name="Nagotu Dilip Kumar" userId="e960ee6c-1011-46fd-ab26-7447e3dfc484" providerId="ADAL" clId="{C537D0E1-F004-4867-A19F-CB629E995C3F}" dt="2026-06-29T11:37:10.037" v="359" actId="1076"/>
          <ac:spMkLst>
            <pc:docMk/>
            <pc:sldMk cId="6189717" sldId="2076137766"/>
            <ac:spMk id="31" creationId="{AC665C4B-FFCC-D582-D072-1F3C235D8E4E}"/>
          </ac:spMkLst>
        </pc:spChg>
        <pc:spChg chg="mod">
          <ac:chgData name="Nagotu Dilip Kumar" userId="e960ee6c-1011-46fd-ab26-7447e3dfc484" providerId="ADAL" clId="{C537D0E1-F004-4867-A19F-CB629E995C3F}" dt="2026-06-29T11:37:37.330" v="368" actId="1076"/>
          <ac:spMkLst>
            <pc:docMk/>
            <pc:sldMk cId="6189717" sldId="2076137766"/>
            <ac:spMk id="37" creationId="{72F965CE-5DEF-A3A2-D78B-83255FE15EAA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40" creationId="{85FB13C4-B002-4E3A-D2B7-A9E311D0BAA4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44" creationId="{3161FCD3-EA2E-B38F-B740-92A66B138B6C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46" creationId="{69CFB0EE-88CD-9EC4-62B7-CFD0567944B3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48" creationId="{C98E8968-1988-1798-0BBA-221EC796FFCA}"/>
          </ac:spMkLst>
        </pc:spChg>
        <pc:spChg chg="mod">
          <ac:chgData name="Nagotu Dilip Kumar" userId="e960ee6c-1011-46fd-ab26-7447e3dfc484" providerId="ADAL" clId="{C537D0E1-F004-4867-A19F-CB629E995C3F}" dt="2026-06-29T13:24:40.070" v="1538" actId="2710"/>
          <ac:spMkLst>
            <pc:docMk/>
            <pc:sldMk cId="6189717" sldId="2076137766"/>
            <ac:spMk id="50" creationId="{24421AB3-0F53-2428-F529-4B7C3AB8C57A}"/>
          </ac:spMkLst>
        </pc:spChg>
        <pc:spChg chg="mod">
          <ac:chgData name="Nagotu Dilip Kumar" userId="e960ee6c-1011-46fd-ab26-7447e3dfc484" providerId="ADAL" clId="{C537D0E1-F004-4867-A19F-CB629E995C3F}" dt="2026-06-29T13:24:40.070" v="1538" actId="2710"/>
          <ac:spMkLst>
            <pc:docMk/>
            <pc:sldMk cId="6189717" sldId="2076137766"/>
            <ac:spMk id="52" creationId="{3B5F4E5B-8038-EC82-EE73-4FABC198B271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54" creationId="{AE9A456A-0A95-1337-B4E4-D85FEA1E9A37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58" creationId="{6D26B250-EF35-597E-638F-3843A3036569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60" creationId="{A96653B3-6D0B-3AEF-B202-80DAF86E06E0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64" creationId="{28DFE0D3-3C06-2338-15FD-0B32BA315DD4}"/>
          </ac:spMkLst>
        </pc:spChg>
        <pc:spChg chg="mod">
          <ac:chgData name="Nagotu Dilip Kumar" userId="e960ee6c-1011-46fd-ab26-7447e3dfc484" providerId="ADAL" clId="{C537D0E1-F004-4867-A19F-CB629E995C3F}" dt="2026-06-29T13:24:40.070" v="1538" actId="2710"/>
          <ac:spMkLst>
            <pc:docMk/>
            <pc:sldMk cId="6189717" sldId="2076137766"/>
            <ac:spMk id="66" creationId="{8028A0DE-3D48-49B3-A430-D8CC1908FA67}"/>
          </ac:spMkLst>
        </pc:spChg>
        <pc:spChg chg="mod">
          <ac:chgData name="Nagotu Dilip Kumar" userId="e960ee6c-1011-46fd-ab26-7447e3dfc484" providerId="ADAL" clId="{C537D0E1-F004-4867-A19F-CB629E995C3F}" dt="2026-06-29T13:24:40.070" v="1538" actId="2710"/>
          <ac:spMkLst>
            <pc:docMk/>
            <pc:sldMk cId="6189717" sldId="2076137766"/>
            <ac:spMk id="68" creationId="{8333CCAE-98A3-0FA4-D234-241B6E494575}"/>
          </ac:spMkLst>
        </pc:spChg>
        <pc:spChg chg="mod">
          <ac:chgData name="Nagotu Dilip Kumar" userId="e960ee6c-1011-46fd-ab26-7447e3dfc484" providerId="ADAL" clId="{C537D0E1-F004-4867-A19F-CB629E995C3F}" dt="2026-06-29T13:24:40.070" v="1538" actId="2710"/>
          <ac:spMkLst>
            <pc:docMk/>
            <pc:sldMk cId="6189717" sldId="2076137766"/>
            <ac:spMk id="70" creationId="{4FFB0D39-A68B-A7C7-6373-21C22B08846C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81" creationId="{03EF4788-36D1-C3C0-27BC-710EA3071859}"/>
          </ac:spMkLst>
        </pc:spChg>
        <pc:spChg chg="mod">
          <ac:chgData name="Nagotu Dilip Kumar" userId="e960ee6c-1011-46fd-ab26-7447e3dfc484" providerId="ADAL" clId="{C537D0E1-F004-4867-A19F-CB629E995C3F}" dt="2026-06-29T11:34:36.790" v="316" actId="165"/>
          <ac:spMkLst>
            <pc:docMk/>
            <pc:sldMk cId="6189717" sldId="2076137766"/>
            <ac:spMk id="82" creationId="{4947282F-5910-C357-AD30-C8539FEB8429}"/>
          </ac:spMkLst>
        </pc:spChg>
        <pc:grpChg chg="add mod">
          <ac:chgData name="Nagotu Dilip Kumar" userId="e960ee6c-1011-46fd-ab26-7447e3dfc484" providerId="ADAL" clId="{C537D0E1-F004-4867-A19F-CB629E995C3F}" dt="2026-06-29T11:37:33.268" v="367" actId="14100"/>
          <ac:grpSpMkLst>
            <pc:docMk/>
            <pc:sldMk cId="6189717" sldId="2076137766"/>
            <ac:grpSpMk id="3" creationId="{5CB486BE-F9C6-C138-B228-74B3097080B0}"/>
          </ac:grpSpMkLst>
        </pc:grpChg>
        <pc:grpChg chg="mod">
          <ac:chgData name="Nagotu Dilip Kumar" userId="e960ee6c-1011-46fd-ab26-7447e3dfc484" providerId="ADAL" clId="{C537D0E1-F004-4867-A19F-CB629E995C3F}" dt="2026-06-29T11:37:37.330" v="368" actId="1076"/>
          <ac:grpSpMkLst>
            <pc:docMk/>
            <pc:sldMk cId="6189717" sldId="2076137766"/>
            <ac:grpSpMk id="84" creationId="{D4E66089-FF5D-89C7-AEA3-266969E097B2}"/>
          </ac:grpSpMkLst>
        </pc:grpChg>
        <pc:grpChg chg="mod">
          <ac:chgData name="Nagotu Dilip Kumar" userId="e960ee6c-1011-46fd-ab26-7447e3dfc484" providerId="ADAL" clId="{C537D0E1-F004-4867-A19F-CB629E995C3F}" dt="2026-06-29T11:37:37.330" v="368" actId="1076"/>
          <ac:grpSpMkLst>
            <pc:docMk/>
            <pc:sldMk cId="6189717" sldId="2076137766"/>
            <ac:grpSpMk id="85" creationId="{587F4DFC-E15A-8939-A18D-62B4B6B78F83}"/>
          </ac:grpSpMkLst>
        </pc:grpChg>
        <pc:grpChg chg="mod">
          <ac:chgData name="Nagotu Dilip Kumar" userId="e960ee6c-1011-46fd-ab26-7447e3dfc484" providerId="ADAL" clId="{C537D0E1-F004-4867-A19F-CB629E995C3F}" dt="2026-06-29T11:37:37.330" v="368" actId="1076"/>
          <ac:grpSpMkLst>
            <pc:docMk/>
            <pc:sldMk cId="6189717" sldId="2076137766"/>
            <ac:grpSpMk id="86" creationId="{27E5A3F0-8948-B61E-1123-BF75A6AEDC23}"/>
          </ac:grpSpMkLst>
        </pc:grpChg>
        <pc:grpChg chg="mod">
          <ac:chgData name="Nagotu Dilip Kumar" userId="e960ee6c-1011-46fd-ab26-7447e3dfc484" providerId="ADAL" clId="{C537D0E1-F004-4867-A19F-CB629E995C3F}" dt="2026-06-29T11:37:37.330" v="368" actId="1076"/>
          <ac:grpSpMkLst>
            <pc:docMk/>
            <pc:sldMk cId="6189717" sldId="2076137766"/>
            <ac:grpSpMk id="87" creationId="{73427FBD-C0B8-0B14-05E7-3769941A70E8}"/>
          </ac:grpSpMkLst>
        </pc:grpChg>
        <pc:grpChg chg="mod">
          <ac:chgData name="Nagotu Dilip Kumar" userId="e960ee6c-1011-46fd-ab26-7447e3dfc484" providerId="ADAL" clId="{C537D0E1-F004-4867-A19F-CB629E995C3F}" dt="2026-06-29T11:37:37.330" v="368" actId="1076"/>
          <ac:grpSpMkLst>
            <pc:docMk/>
            <pc:sldMk cId="6189717" sldId="2076137766"/>
            <ac:grpSpMk id="88" creationId="{1A7D53C9-4946-7076-AD42-090AD5EFE117}"/>
          </ac:grpSpMkLst>
        </pc:grpChg>
        <pc:picChg chg="mod">
          <ac:chgData name="Nagotu Dilip Kumar" userId="e960ee6c-1011-46fd-ab26-7447e3dfc484" providerId="ADAL" clId="{C537D0E1-F004-4867-A19F-CB629E995C3F}" dt="2026-06-29T11:36:14.550" v="344" actId="14100"/>
          <ac:picMkLst>
            <pc:docMk/>
            <pc:sldMk cId="6189717" sldId="2076137766"/>
            <ac:picMk id="22" creationId="{65DD1BEF-09EF-B777-759F-9C684959A496}"/>
          </ac:picMkLst>
        </pc:picChg>
        <pc:picChg chg="mod">
          <ac:chgData name="Nagotu Dilip Kumar" userId="e960ee6c-1011-46fd-ab26-7447e3dfc484" providerId="ADAL" clId="{C537D0E1-F004-4867-A19F-CB629E995C3F}" dt="2026-06-29T11:36:14.550" v="344" actId="14100"/>
          <ac:picMkLst>
            <pc:docMk/>
            <pc:sldMk cId="6189717" sldId="2076137766"/>
            <ac:picMk id="23" creationId="{03B77201-E27B-209D-4CD4-37CB5D690A1C}"/>
          </ac:picMkLst>
        </pc:picChg>
        <pc:picChg chg="mod">
          <ac:chgData name="Nagotu Dilip Kumar" userId="e960ee6c-1011-46fd-ab26-7447e3dfc484" providerId="ADAL" clId="{C537D0E1-F004-4867-A19F-CB629E995C3F}" dt="2026-06-29T11:36:14.550" v="344" actId="14100"/>
          <ac:picMkLst>
            <pc:docMk/>
            <pc:sldMk cId="6189717" sldId="2076137766"/>
            <ac:picMk id="24" creationId="{11BB62BA-18EF-B006-8F2B-05E9837B60AB}"/>
          </ac:picMkLst>
        </pc:picChg>
        <pc:picChg chg="mod">
          <ac:chgData name="Nagotu Dilip Kumar" userId="e960ee6c-1011-46fd-ab26-7447e3dfc484" providerId="ADAL" clId="{C537D0E1-F004-4867-A19F-CB629E995C3F}" dt="2026-06-29T11:36:14.550" v="344" actId="14100"/>
          <ac:picMkLst>
            <pc:docMk/>
            <pc:sldMk cId="6189717" sldId="2076137766"/>
            <ac:picMk id="25" creationId="{4D60966A-E56A-E356-D597-018878EE43B4}"/>
          </ac:picMkLst>
        </pc:picChg>
        <pc:picChg chg="mod">
          <ac:chgData name="Nagotu Dilip Kumar" userId="e960ee6c-1011-46fd-ab26-7447e3dfc484" providerId="ADAL" clId="{C537D0E1-F004-4867-A19F-CB629E995C3F}" dt="2026-06-29T11:36:14.550" v="344" actId="14100"/>
          <ac:picMkLst>
            <pc:docMk/>
            <pc:sldMk cId="6189717" sldId="2076137766"/>
            <ac:picMk id="26" creationId="{2017E7C0-D0AF-61C9-A1F7-2DEE905575B5}"/>
          </ac:picMkLst>
        </pc:picChg>
        <pc:picChg chg="mod">
          <ac:chgData name="Nagotu Dilip Kumar" userId="e960ee6c-1011-46fd-ab26-7447e3dfc484" providerId="ADAL" clId="{C537D0E1-F004-4867-A19F-CB629E995C3F}" dt="2026-06-29T11:37:42.190" v="369" actId="1076"/>
          <ac:picMkLst>
            <pc:docMk/>
            <pc:sldMk cId="6189717" sldId="2076137766"/>
            <ac:picMk id="59" creationId="{E736F73F-673E-6464-8D10-1EFDC3623AF1}"/>
          </ac:picMkLst>
        </pc:picChg>
        <pc:picChg chg="mod">
          <ac:chgData name="Nagotu Dilip Kumar" userId="e960ee6c-1011-46fd-ab26-7447e3dfc484" providerId="ADAL" clId="{C537D0E1-F004-4867-A19F-CB629E995C3F}" dt="2026-06-29T11:37:42.190" v="369" actId="1076"/>
          <ac:picMkLst>
            <pc:docMk/>
            <pc:sldMk cId="6189717" sldId="2076137766"/>
            <ac:picMk id="63" creationId="{C3EF7C87-648B-7A78-0B0E-CFF730B56F4E}"/>
          </ac:picMkLst>
        </pc:picChg>
        <pc:picChg chg="mod">
          <ac:chgData name="Nagotu Dilip Kumar" userId="e960ee6c-1011-46fd-ab26-7447e3dfc484" providerId="ADAL" clId="{C537D0E1-F004-4867-A19F-CB629E995C3F}" dt="2026-06-29T11:37:42.190" v="369" actId="1076"/>
          <ac:picMkLst>
            <pc:docMk/>
            <pc:sldMk cId="6189717" sldId="2076137766"/>
            <ac:picMk id="72" creationId="{93E8C227-C6D1-9A09-AF3B-DFEC59C0A6E5}"/>
          </ac:picMkLst>
        </pc:picChg>
        <pc:picChg chg="mod">
          <ac:chgData name="Nagotu Dilip Kumar" userId="e960ee6c-1011-46fd-ab26-7447e3dfc484" providerId="ADAL" clId="{C537D0E1-F004-4867-A19F-CB629E995C3F}" dt="2026-06-29T11:37:42.190" v="369" actId="1076"/>
          <ac:picMkLst>
            <pc:docMk/>
            <pc:sldMk cId="6189717" sldId="2076137766"/>
            <ac:picMk id="74" creationId="{61CC88B2-2070-FE6E-8B92-5AAF51BD8357}"/>
          </ac:picMkLst>
        </pc:picChg>
        <pc:picChg chg="mod">
          <ac:chgData name="Nagotu Dilip Kumar" userId="e960ee6c-1011-46fd-ab26-7447e3dfc484" providerId="ADAL" clId="{C537D0E1-F004-4867-A19F-CB629E995C3F}" dt="2026-06-29T11:37:42.190" v="369" actId="1076"/>
          <ac:picMkLst>
            <pc:docMk/>
            <pc:sldMk cId="6189717" sldId="2076137766"/>
            <ac:picMk id="76" creationId="{F8DB211B-683B-1A62-7CFE-CD718F50E090}"/>
          </ac:picMkLst>
        </pc:picChg>
        <pc:cxnChg chg="mod">
          <ac:chgData name="Nagotu Dilip Kumar" userId="e960ee6c-1011-46fd-ab26-7447e3dfc484" providerId="ADAL" clId="{C537D0E1-F004-4867-A19F-CB629E995C3F}" dt="2026-06-29T11:37:28.164" v="365" actId="1076"/>
          <ac:cxnSpMkLst>
            <pc:docMk/>
            <pc:sldMk cId="6189717" sldId="2076137766"/>
            <ac:cxnSpMk id="32" creationId="{C7E60B1B-0380-31B9-4F37-5DCCA04E40DF}"/>
          </ac:cxnSpMkLst>
        </pc:cxnChg>
        <pc:cxnChg chg="mod">
          <ac:chgData name="Nagotu Dilip Kumar" userId="e960ee6c-1011-46fd-ab26-7447e3dfc484" providerId="ADAL" clId="{C537D0E1-F004-4867-A19F-CB629E995C3F}" dt="2026-06-29T11:37:30.763" v="366" actId="164"/>
          <ac:cxnSpMkLst>
            <pc:docMk/>
            <pc:sldMk cId="6189717" sldId="2076137766"/>
            <ac:cxnSpMk id="35" creationId="{DBA49DDF-6BE0-6A45-A093-402794885EC0}"/>
          </ac:cxnSpMkLst>
        </pc:cxnChg>
        <pc:cxnChg chg="mod">
          <ac:chgData name="Nagotu Dilip Kumar" userId="e960ee6c-1011-46fd-ab26-7447e3dfc484" providerId="ADAL" clId="{C537D0E1-F004-4867-A19F-CB629E995C3F}" dt="2026-06-29T11:37:30.763" v="366" actId="164"/>
          <ac:cxnSpMkLst>
            <pc:docMk/>
            <pc:sldMk cId="6189717" sldId="2076137766"/>
            <ac:cxnSpMk id="36" creationId="{2CD868BD-6E2D-1424-7718-9363A37E75E1}"/>
          </ac:cxnSpMkLst>
        </pc:cxnChg>
        <pc:cxnChg chg="mod">
          <ac:chgData name="Nagotu Dilip Kumar" userId="e960ee6c-1011-46fd-ab26-7447e3dfc484" providerId="ADAL" clId="{C537D0E1-F004-4867-A19F-CB629E995C3F}" dt="2026-06-29T11:37:30.763" v="366" actId="164"/>
          <ac:cxnSpMkLst>
            <pc:docMk/>
            <pc:sldMk cId="6189717" sldId="2076137766"/>
            <ac:cxnSpMk id="77" creationId="{0153CC4C-9279-0A0F-A4E8-778A8567CA55}"/>
          </ac:cxnSpMkLst>
        </pc:cxnChg>
        <pc:cxnChg chg="mod">
          <ac:chgData name="Nagotu Dilip Kumar" userId="e960ee6c-1011-46fd-ab26-7447e3dfc484" providerId="ADAL" clId="{C537D0E1-F004-4867-A19F-CB629E995C3F}" dt="2026-06-29T11:37:30.763" v="366" actId="164"/>
          <ac:cxnSpMkLst>
            <pc:docMk/>
            <pc:sldMk cId="6189717" sldId="2076137766"/>
            <ac:cxnSpMk id="78" creationId="{317CB3B4-20D1-04F7-CF8F-8BC9CC3867DE}"/>
          </ac:cxnSpMkLst>
        </pc:cxnChg>
      </pc:sldChg>
      <pc:sldChg chg="modSp mod">
        <pc:chgData name="Nagotu Dilip Kumar" userId="e960ee6c-1011-46fd-ab26-7447e3dfc484" providerId="ADAL" clId="{C537D0E1-F004-4867-A19F-CB629E995C3F}" dt="2026-07-12T05:28:39.106" v="2840" actId="113"/>
        <pc:sldMkLst>
          <pc:docMk/>
          <pc:sldMk cId="2640688575" sldId="2076137767"/>
        </pc:sldMkLst>
        <pc:spChg chg="mod">
          <ac:chgData name="Nagotu Dilip Kumar" userId="e960ee6c-1011-46fd-ab26-7447e3dfc484" providerId="ADAL" clId="{C537D0E1-F004-4867-A19F-CB629E995C3F}" dt="2026-07-12T05:28:39.106" v="2840" actId="113"/>
          <ac:spMkLst>
            <pc:docMk/>
            <pc:sldMk cId="2640688575" sldId="2076137767"/>
            <ac:spMk id="2" creationId="{AC0D0FBC-336A-FAA2-BBB8-829F6310FE70}"/>
          </ac:spMkLst>
        </pc:spChg>
      </pc:sldChg>
      <pc:sldChg chg="addSp delSp modSp mod">
        <pc:chgData name="Nagotu Dilip Kumar" userId="e960ee6c-1011-46fd-ab26-7447e3dfc484" providerId="ADAL" clId="{C537D0E1-F004-4867-A19F-CB629E995C3F}" dt="2026-06-29T12:10:30.722" v="821" actId="207"/>
        <pc:sldMkLst>
          <pc:docMk/>
          <pc:sldMk cId="4221204706" sldId="2076137769"/>
        </pc:sldMkLst>
        <pc:spChg chg="add 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3" creationId="{B60E343F-0402-B0A7-CC41-03D98A7BAE6D}"/>
          </ac:spMkLst>
        </pc:spChg>
        <pc:spChg chg="add 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4" creationId="{2A4B01AF-0961-192A-6D64-ACE5CE0BF28A}"/>
          </ac:spMkLst>
        </pc:spChg>
        <pc:spChg chg="mod">
          <ac:chgData name="Nagotu Dilip Kumar" userId="e960ee6c-1011-46fd-ab26-7447e3dfc484" providerId="ADAL" clId="{C537D0E1-F004-4867-A19F-CB629E995C3F}" dt="2026-06-29T12:07:48.816" v="787" actId="14100"/>
          <ac:spMkLst>
            <pc:docMk/>
            <pc:sldMk cId="4221204706" sldId="2076137769"/>
            <ac:spMk id="6" creationId="{B0B55B44-DDB3-D277-3874-57DBA2392336}"/>
          </ac:spMkLst>
        </pc:spChg>
        <pc:spChg chg="add 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7" creationId="{F841973A-F064-D4AE-BBB4-601275B4ED4C}"/>
          </ac:spMkLst>
        </pc:spChg>
        <pc:spChg chg="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8" creationId="{8E689D79-C0D9-A96C-D77E-2B8B43102C12}"/>
          </ac:spMkLst>
        </pc:spChg>
        <pc:spChg chg="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9" creationId="{1CE80BDF-F0D8-D720-9A93-70042D3EE8EE}"/>
          </ac:spMkLst>
        </pc:spChg>
        <pc:spChg chg="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10" creationId="{22661D1A-0F06-1E6E-854E-CB3F294CA1FB}"/>
          </ac:spMkLst>
        </pc:spChg>
        <pc:spChg chg="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11" creationId="{5F6AA195-BA1E-78A5-5B71-4F01080ED7D5}"/>
          </ac:spMkLst>
        </pc:spChg>
        <pc:spChg chg="mod">
          <ac:chgData name="Nagotu Dilip Kumar" userId="e960ee6c-1011-46fd-ab26-7447e3dfc484" providerId="ADAL" clId="{C537D0E1-F004-4867-A19F-CB629E995C3F}" dt="2026-06-29T12:03:18.887" v="737" actId="1036"/>
          <ac:spMkLst>
            <pc:docMk/>
            <pc:sldMk cId="4221204706" sldId="2076137769"/>
            <ac:spMk id="14" creationId="{14B3171C-2EE3-3286-92CE-D688BECF58D2}"/>
          </ac:spMkLst>
        </pc:spChg>
        <pc:spChg chg="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16" creationId="{F4BB9C5B-C71C-ED5B-675D-8806A4CED592}"/>
          </ac:spMkLst>
        </pc:spChg>
        <pc:spChg chg="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18" creationId="{C3DFF4FC-D040-F7EE-5236-D2590F949888}"/>
          </ac:spMkLst>
        </pc:spChg>
        <pc:spChg chg="mod">
          <ac:chgData name="Nagotu Dilip Kumar" userId="e960ee6c-1011-46fd-ab26-7447e3dfc484" providerId="ADAL" clId="{C537D0E1-F004-4867-A19F-CB629E995C3F}" dt="2026-06-29T12:07:43.990" v="785" actId="1076"/>
          <ac:spMkLst>
            <pc:docMk/>
            <pc:sldMk cId="4221204706" sldId="2076137769"/>
            <ac:spMk id="19" creationId="{F76FA983-2F65-AAB9-1CE1-41B2CBA6F4FD}"/>
          </ac:spMkLst>
        </pc:spChg>
        <pc:spChg chg="mod ord">
          <ac:chgData name="Nagotu Dilip Kumar" userId="e960ee6c-1011-46fd-ab26-7447e3dfc484" providerId="ADAL" clId="{C537D0E1-F004-4867-A19F-CB629E995C3F}" dt="2026-06-29T12:10:30.722" v="821" actId="207"/>
          <ac:spMkLst>
            <pc:docMk/>
            <pc:sldMk cId="4221204706" sldId="2076137769"/>
            <ac:spMk id="20" creationId="{066E3D7C-20DA-13A3-66FF-05406D5DAFB9}"/>
          </ac:spMkLst>
        </pc:spChg>
        <pc:spChg chg="mod">
          <ac:chgData name="Nagotu Dilip Kumar" userId="e960ee6c-1011-46fd-ab26-7447e3dfc484" providerId="ADAL" clId="{C537D0E1-F004-4867-A19F-CB629E995C3F}" dt="2026-06-29T12:07:52.629" v="788" actId="1076"/>
          <ac:spMkLst>
            <pc:docMk/>
            <pc:sldMk cId="4221204706" sldId="2076137769"/>
            <ac:spMk id="22" creationId="{98139A1C-6D81-C786-07EE-AF7A409BFC0F}"/>
          </ac:spMkLst>
        </pc:spChg>
        <pc:spChg chg="mod">
          <ac:chgData name="Nagotu Dilip Kumar" userId="e960ee6c-1011-46fd-ab26-7447e3dfc484" providerId="ADAL" clId="{C537D0E1-F004-4867-A19F-CB629E995C3F}" dt="2026-06-29T12:07:52.629" v="788" actId="1076"/>
          <ac:spMkLst>
            <pc:docMk/>
            <pc:sldMk cId="4221204706" sldId="2076137769"/>
            <ac:spMk id="24" creationId="{22C3AE78-FC6A-0A0B-7F67-98D1865398F5}"/>
          </ac:spMkLst>
        </pc:spChg>
        <pc:spChg chg="mod">
          <ac:chgData name="Nagotu Dilip Kumar" userId="e960ee6c-1011-46fd-ab26-7447e3dfc484" providerId="ADAL" clId="{C537D0E1-F004-4867-A19F-CB629E995C3F}" dt="2026-06-29T12:07:52.629" v="788" actId="1076"/>
          <ac:spMkLst>
            <pc:docMk/>
            <pc:sldMk cId="4221204706" sldId="2076137769"/>
            <ac:spMk id="25" creationId="{CE59E47F-C729-E3FB-6372-70296D0BE71D}"/>
          </ac:spMkLst>
        </pc:spChg>
        <pc:spChg chg="mod">
          <ac:chgData name="Nagotu Dilip Kumar" userId="e960ee6c-1011-46fd-ab26-7447e3dfc484" providerId="ADAL" clId="{C537D0E1-F004-4867-A19F-CB629E995C3F}" dt="2026-06-29T12:06:01.751" v="762" actId="207"/>
          <ac:spMkLst>
            <pc:docMk/>
            <pc:sldMk cId="4221204706" sldId="2076137769"/>
            <ac:spMk id="46" creationId="{B945BACF-2E3F-DE65-70E2-B77D3B17E0D2}"/>
          </ac:spMkLst>
        </pc:spChg>
        <pc:spChg chg="mod">
          <ac:chgData name="Nagotu Dilip Kumar" userId="e960ee6c-1011-46fd-ab26-7447e3dfc484" providerId="ADAL" clId="{C537D0E1-F004-4867-A19F-CB629E995C3F}" dt="2026-06-29T12:06:01.751" v="762" actId="207"/>
          <ac:spMkLst>
            <pc:docMk/>
            <pc:sldMk cId="4221204706" sldId="2076137769"/>
            <ac:spMk id="47" creationId="{A9FBE6C4-631F-7BF7-5CA4-C9CE06D8D370}"/>
          </ac:spMkLst>
        </pc:spChg>
        <pc:picChg chg="add mod">
          <ac:chgData name="Nagotu Dilip Kumar" userId="e960ee6c-1011-46fd-ab26-7447e3dfc484" providerId="ADAL" clId="{C537D0E1-F004-4867-A19F-CB629E995C3F}" dt="2026-06-29T12:07:52.629" v="788" actId="1076"/>
          <ac:picMkLst>
            <pc:docMk/>
            <pc:sldMk cId="4221204706" sldId="2076137769"/>
            <ac:picMk id="13" creationId="{E1B365CC-EF20-A627-A58F-B87C8845DE55}"/>
          </ac:picMkLst>
        </pc:picChg>
        <pc:picChg chg="mod">
          <ac:chgData name="Nagotu Dilip Kumar" userId="e960ee6c-1011-46fd-ab26-7447e3dfc484" providerId="ADAL" clId="{C537D0E1-F004-4867-A19F-CB629E995C3F}" dt="2026-06-29T12:07:52.629" v="788" actId="1076"/>
          <ac:picMkLst>
            <pc:docMk/>
            <pc:sldMk cId="4221204706" sldId="2076137769"/>
            <ac:picMk id="28" creationId="{7E4572B2-D3A4-6A17-7EB3-6E216E2E5B48}"/>
          </ac:picMkLst>
        </pc:picChg>
        <pc:picChg chg="mod">
          <ac:chgData name="Nagotu Dilip Kumar" userId="e960ee6c-1011-46fd-ab26-7447e3dfc484" providerId="ADAL" clId="{C537D0E1-F004-4867-A19F-CB629E995C3F}" dt="2026-06-29T12:07:52.629" v="788" actId="1076"/>
          <ac:picMkLst>
            <pc:docMk/>
            <pc:sldMk cId="4221204706" sldId="2076137769"/>
            <ac:picMk id="30" creationId="{B18CC465-8782-9A9C-4BED-E69489C2F69A}"/>
          </ac:picMkLst>
        </pc:picChg>
        <pc:picChg chg="mod">
          <ac:chgData name="Nagotu Dilip Kumar" userId="e960ee6c-1011-46fd-ab26-7447e3dfc484" providerId="ADAL" clId="{C537D0E1-F004-4867-A19F-CB629E995C3F}" dt="2026-06-29T12:03:12.495" v="732" actId="1076"/>
          <ac:picMkLst>
            <pc:docMk/>
            <pc:sldMk cId="4221204706" sldId="2076137769"/>
            <ac:picMk id="40" creationId="{906B5327-D1FD-5DA7-B2E3-DBED38C85FED}"/>
          </ac:picMkLst>
        </pc:picChg>
        <pc:picChg chg="mod">
          <ac:chgData name="Nagotu Dilip Kumar" userId="e960ee6c-1011-46fd-ab26-7447e3dfc484" providerId="ADAL" clId="{C537D0E1-F004-4867-A19F-CB629E995C3F}" dt="2026-06-29T12:03:12.495" v="732" actId="1076"/>
          <ac:picMkLst>
            <pc:docMk/>
            <pc:sldMk cId="4221204706" sldId="2076137769"/>
            <ac:picMk id="41" creationId="{1DA96047-843F-07D2-A96C-22FD6BA36A53}"/>
          </ac:picMkLst>
        </pc:picChg>
        <pc:picChg chg="mod">
          <ac:chgData name="Nagotu Dilip Kumar" userId="e960ee6c-1011-46fd-ab26-7447e3dfc484" providerId="ADAL" clId="{C537D0E1-F004-4867-A19F-CB629E995C3F}" dt="2026-06-29T12:03:12.495" v="732" actId="1076"/>
          <ac:picMkLst>
            <pc:docMk/>
            <pc:sldMk cId="4221204706" sldId="2076137769"/>
            <ac:picMk id="42" creationId="{1721301D-A8DE-39D8-4716-AE78A531A599}"/>
          </ac:picMkLst>
        </pc:picChg>
        <pc:picChg chg="mod">
          <ac:chgData name="Nagotu Dilip Kumar" userId="e960ee6c-1011-46fd-ab26-7447e3dfc484" providerId="ADAL" clId="{C537D0E1-F004-4867-A19F-CB629E995C3F}" dt="2026-06-29T12:03:12.495" v="732" actId="1076"/>
          <ac:picMkLst>
            <pc:docMk/>
            <pc:sldMk cId="4221204706" sldId="2076137769"/>
            <ac:picMk id="44" creationId="{6CBCA2FB-088B-A25C-2FDA-961B6CC89462}"/>
          </ac:picMkLst>
        </pc:picChg>
        <pc:cxnChg chg="mod topLvl">
          <ac:chgData name="Nagotu Dilip Kumar" userId="e960ee6c-1011-46fd-ab26-7447e3dfc484" providerId="ADAL" clId="{C537D0E1-F004-4867-A19F-CB629E995C3F}" dt="2026-06-29T12:08:01.545" v="790" actId="14100"/>
          <ac:cxnSpMkLst>
            <pc:docMk/>
            <pc:sldMk cId="4221204706" sldId="2076137769"/>
            <ac:cxnSpMk id="33" creationId="{8069DC8F-CDD3-BB99-A83C-4AD8CB1711FB}"/>
          </ac:cxnSpMkLst>
        </pc:cxnChg>
        <pc:cxnChg chg="mod topLvl">
          <ac:chgData name="Nagotu Dilip Kumar" userId="e960ee6c-1011-46fd-ab26-7447e3dfc484" providerId="ADAL" clId="{C537D0E1-F004-4867-A19F-CB629E995C3F}" dt="2026-06-29T12:08:01.545" v="790" actId="14100"/>
          <ac:cxnSpMkLst>
            <pc:docMk/>
            <pc:sldMk cId="4221204706" sldId="2076137769"/>
            <ac:cxnSpMk id="35" creationId="{4D6CDDA8-32FF-B75A-DCE6-68B2C4115B30}"/>
          </ac:cxnSpMkLst>
        </pc:cxnChg>
      </pc:sldChg>
      <pc:sldChg chg="delSp modSp mod">
        <pc:chgData name="Nagotu Dilip Kumar" userId="e960ee6c-1011-46fd-ab26-7447e3dfc484" providerId="ADAL" clId="{C537D0E1-F004-4867-A19F-CB629E995C3F}" dt="2026-06-29T12:41:40.284" v="1232" actId="12788"/>
        <pc:sldMkLst>
          <pc:docMk/>
          <pc:sldMk cId="3981440326" sldId="2076137770"/>
        </pc:sldMkLst>
        <pc:spChg chg="mod">
          <ac:chgData name="Nagotu Dilip Kumar" userId="e960ee6c-1011-46fd-ab26-7447e3dfc484" providerId="ADAL" clId="{C537D0E1-F004-4867-A19F-CB629E995C3F}" dt="2026-06-29T12:37:51.407" v="1203" actId="1076"/>
          <ac:spMkLst>
            <pc:docMk/>
            <pc:sldMk cId="3981440326" sldId="2076137770"/>
            <ac:spMk id="6" creationId="{3DFE8A41-1933-337A-BF8A-755432913409}"/>
          </ac:spMkLst>
        </pc:spChg>
        <pc:spChg chg="mod">
          <ac:chgData name="Nagotu Dilip Kumar" userId="e960ee6c-1011-46fd-ab26-7447e3dfc484" providerId="ADAL" clId="{C537D0E1-F004-4867-A19F-CB629E995C3F}" dt="2026-06-29T12:37:56.772" v="1205" actId="1076"/>
          <ac:spMkLst>
            <pc:docMk/>
            <pc:sldMk cId="3981440326" sldId="2076137770"/>
            <ac:spMk id="7" creationId="{2998120A-C0D1-BF26-7FC9-CB354AE0E604}"/>
          </ac:spMkLst>
        </pc:spChg>
        <pc:spChg chg="mod">
          <ac:chgData name="Nagotu Dilip Kumar" userId="e960ee6c-1011-46fd-ab26-7447e3dfc484" providerId="ADAL" clId="{C537D0E1-F004-4867-A19F-CB629E995C3F}" dt="2026-06-29T12:38:12.334" v="1213" actId="1076"/>
          <ac:spMkLst>
            <pc:docMk/>
            <pc:sldMk cId="3981440326" sldId="2076137770"/>
            <ac:spMk id="8" creationId="{BC587974-BFF4-E398-432D-CD4FD5AA7491}"/>
          </ac:spMkLst>
        </pc:spChg>
        <pc:spChg chg="mod">
          <ac:chgData name="Nagotu Dilip Kumar" userId="e960ee6c-1011-46fd-ab26-7447e3dfc484" providerId="ADAL" clId="{C537D0E1-F004-4867-A19F-CB629E995C3F}" dt="2026-06-29T12:36:49.980" v="1196" actId="12789"/>
          <ac:spMkLst>
            <pc:docMk/>
            <pc:sldMk cId="3981440326" sldId="2076137770"/>
            <ac:spMk id="9" creationId="{83FBF3F7-89A3-2237-D7C1-3AA79043683E}"/>
          </ac:spMkLst>
        </pc:spChg>
        <pc:spChg chg="mod">
          <ac:chgData name="Nagotu Dilip Kumar" userId="e960ee6c-1011-46fd-ab26-7447e3dfc484" providerId="ADAL" clId="{C537D0E1-F004-4867-A19F-CB629E995C3F}" dt="2026-06-29T12:38:00.469" v="1207" actId="1076"/>
          <ac:spMkLst>
            <pc:docMk/>
            <pc:sldMk cId="3981440326" sldId="2076137770"/>
            <ac:spMk id="10" creationId="{EACFE25C-C6D4-87B9-1F49-7A33D147DFA9}"/>
          </ac:spMkLst>
        </pc:spChg>
        <pc:spChg chg="mod">
          <ac:chgData name="Nagotu Dilip Kumar" userId="e960ee6c-1011-46fd-ab26-7447e3dfc484" providerId="ADAL" clId="{C537D0E1-F004-4867-A19F-CB629E995C3F}" dt="2026-06-29T12:38:10.137" v="1212" actId="1076"/>
          <ac:spMkLst>
            <pc:docMk/>
            <pc:sldMk cId="3981440326" sldId="2076137770"/>
            <ac:spMk id="11" creationId="{0577CBFA-8036-BEC4-925C-2FEC6FB8CEFC}"/>
          </ac:spMkLst>
        </pc:spChg>
        <pc:spChg chg="mod">
          <ac:chgData name="Nagotu Dilip Kumar" userId="e960ee6c-1011-46fd-ab26-7447e3dfc484" providerId="ADAL" clId="{C537D0E1-F004-4867-A19F-CB629E995C3F}" dt="2026-06-29T12:36:49.980" v="1196" actId="12789"/>
          <ac:spMkLst>
            <pc:docMk/>
            <pc:sldMk cId="3981440326" sldId="2076137770"/>
            <ac:spMk id="12" creationId="{F226BF5C-0A79-EFDC-24EB-8AA4E744A6FD}"/>
          </ac:spMkLst>
        </pc:spChg>
        <pc:spChg chg="mod">
          <ac:chgData name="Nagotu Dilip Kumar" userId="e960ee6c-1011-46fd-ab26-7447e3dfc484" providerId="ADAL" clId="{C537D0E1-F004-4867-A19F-CB629E995C3F}" dt="2026-06-29T12:38:04.103" v="1209" actId="1076"/>
          <ac:spMkLst>
            <pc:docMk/>
            <pc:sldMk cId="3981440326" sldId="2076137770"/>
            <ac:spMk id="13" creationId="{17A201A1-5356-D9D6-3B6D-FEC8DE770D40}"/>
          </ac:spMkLst>
        </pc:spChg>
        <pc:spChg chg="mod">
          <ac:chgData name="Nagotu Dilip Kumar" userId="e960ee6c-1011-46fd-ab26-7447e3dfc484" providerId="ADAL" clId="{C537D0E1-F004-4867-A19F-CB629E995C3F}" dt="2026-06-29T12:38:07.661" v="1211" actId="1076"/>
          <ac:spMkLst>
            <pc:docMk/>
            <pc:sldMk cId="3981440326" sldId="2076137770"/>
            <ac:spMk id="14" creationId="{75E0B58E-467D-1A41-FDEC-3E8257D8DA38}"/>
          </ac:spMkLst>
        </pc:spChg>
        <pc:spChg chg="mod">
          <ac:chgData name="Nagotu Dilip Kumar" userId="e960ee6c-1011-46fd-ab26-7447e3dfc484" providerId="ADAL" clId="{C537D0E1-F004-4867-A19F-CB629E995C3F}" dt="2026-06-29T12:38:25.783" v="1216" actId="14100"/>
          <ac:spMkLst>
            <pc:docMk/>
            <pc:sldMk cId="3981440326" sldId="2076137770"/>
            <ac:spMk id="26" creationId="{A92FD058-F26C-589F-CD7E-9ABCAC3570BC}"/>
          </ac:spMkLst>
        </pc:spChg>
        <pc:spChg chg="mod">
          <ac:chgData name="Nagotu Dilip Kumar" userId="e960ee6c-1011-46fd-ab26-7447e3dfc484" providerId="ADAL" clId="{C537D0E1-F004-4867-A19F-CB629E995C3F}" dt="2026-06-29T12:41:01.866" v="1228" actId="14100"/>
          <ac:spMkLst>
            <pc:docMk/>
            <pc:sldMk cId="3981440326" sldId="2076137770"/>
            <ac:spMk id="44" creationId="{3DB5ABFF-4AA6-A6F1-8960-97DA4CEA1FE3}"/>
          </ac:spMkLst>
        </pc:spChg>
        <pc:spChg chg="mod">
          <ac:chgData name="Nagotu Dilip Kumar" userId="e960ee6c-1011-46fd-ab26-7447e3dfc484" providerId="ADAL" clId="{C537D0E1-F004-4867-A19F-CB629E995C3F}" dt="2026-06-29T12:41:40.284" v="1232" actId="12788"/>
          <ac:spMkLst>
            <pc:docMk/>
            <pc:sldMk cId="3981440326" sldId="2076137770"/>
            <ac:spMk id="80" creationId="{D5F7211D-E0C1-BFA7-EBCF-301BA8ED976C}"/>
          </ac:spMkLst>
        </pc:spChg>
        <pc:spChg chg="mod">
          <ac:chgData name="Nagotu Dilip Kumar" userId="e960ee6c-1011-46fd-ab26-7447e3dfc484" providerId="ADAL" clId="{C537D0E1-F004-4867-A19F-CB629E995C3F}" dt="2026-06-29T12:41:40.284" v="1232" actId="12788"/>
          <ac:spMkLst>
            <pc:docMk/>
            <pc:sldMk cId="3981440326" sldId="2076137770"/>
            <ac:spMk id="81" creationId="{45170C6B-BAAB-43E9-CC53-36B7EC8949E9}"/>
          </ac:spMkLst>
        </pc:spChg>
        <pc:spChg chg="mod">
          <ac:chgData name="Nagotu Dilip Kumar" userId="e960ee6c-1011-46fd-ab26-7447e3dfc484" providerId="ADAL" clId="{C537D0E1-F004-4867-A19F-CB629E995C3F}" dt="2026-06-29T12:41:40.284" v="1232" actId="12788"/>
          <ac:spMkLst>
            <pc:docMk/>
            <pc:sldMk cId="3981440326" sldId="2076137770"/>
            <ac:spMk id="82" creationId="{A057103E-17B0-CE37-C750-103DD3BFAE52}"/>
          </ac:spMkLst>
        </pc:spChg>
        <pc:spChg chg="mod">
          <ac:chgData name="Nagotu Dilip Kumar" userId="e960ee6c-1011-46fd-ab26-7447e3dfc484" providerId="ADAL" clId="{C537D0E1-F004-4867-A19F-CB629E995C3F}" dt="2026-06-29T12:36:49.980" v="1196" actId="12789"/>
          <ac:spMkLst>
            <pc:docMk/>
            <pc:sldMk cId="3981440326" sldId="2076137770"/>
            <ac:spMk id="83" creationId="{A7A1C1B2-C3D2-B333-8B55-39C8BF963156}"/>
          </ac:spMkLst>
        </pc:spChg>
        <pc:spChg chg="mod">
          <ac:chgData name="Nagotu Dilip Kumar" userId="e960ee6c-1011-46fd-ab26-7447e3dfc484" providerId="ADAL" clId="{C537D0E1-F004-4867-A19F-CB629E995C3F}" dt="2026-06-29T12:36:56.811" v="1197" actId="12789"/>
          <ac:spMkLst>
            <pc:docMk/>
            <pc:sldMk cId="3981440326" sldId="2076137770"/>
            <ac:spMk id="84" creationId="{2AAA65F5-66C6-3459-9482-66C37793EF84}"/>
          </ac:spMkLst>
        </pc:spChg>
        <pc:spChg chg="mod">
          <ac:chgData name="Nagotu Dilip Kumar" userId="e960ee6c-1011-46fd-ab26-7447e3dfc484" providerId="ADAL" clId="{C537D0E1-F004-4867-A19F-CB629E995C3F}" dt="2026-06-29T12:37:03.896" v="1201" actId="1036"/>
          <ac:spMkLst>
            <pc:docMk/>
            <pc:sldMk cId="3981440326" sldId="2076137770"/>
            <ac:spMk id="85" creationId="{9DFC47CC-FA67-6488-5E52-AD4CDA73BCA2}"/>
          </ac:spMkLst>
        </pc:spChg>
        <pc:spChg chg="mod">
          <ac:chgData name="Nagotu Dilip Kumar" userId="e960ee6c-1011-46fd-ab26-7447e3dfc484" providerId="ADAL" clId="{C537D0E1-F004-4867-A19F-CB629E995C3F}" dt="2026-06-29T12:36:49.980" v="1196" actId="12789"/>
          <ac:spMkLst>
            <pc:docMk/>
            <pc:sldMk cId="3981440326" sldId="2076137770"/>
            <ac:spMk id="86" creationId="{EA29BD16-2B06-0124-7F34-4365AC70BA67}"/>
          </ac:spMkLst>
        </pc:spChg>
        <pc:spChg chg="mod">
          <ac:chgData name="Nagotu Dilip Kumar" userId="e960ee6c-1011-46fd-ab26-7447e3dfc484" providerId="ADAL" clId="{C537D0E1-F004-4867-A19F-CB629E995C3F}" dt="2026-06-29T12:36:56.811" v="1197" actId="12789"/>
          <ac:spMkLst>
            <pc:docMk/>
            <pc:sldMk cId="3981440326" sldId="2076137770"/>
            <ac:spMk id="87" creationId="{96D61C96-E4CB-6068-D64D-8D593EF978A0}"/>
          </ac:spMkLst>
        </pc:spChg>
        <pc:spChg chg="mod">
          <ac:chgData name="Nagotu Dilip Kumar" userId="e960ee6c-1011-46fd-ab26-7447e3dfc484" providerId="ADAL" clId="{C537D0E1-F004-4867-A19F-CB629E995C3F}" dt="2026-06-29T12:37:03.896" v="1201" actId="1036"/>
          <ac:spMkLst>
            <pc:docMk/>
            <pc:sldMk cId="3981440326" sldId="2076137770"/>
            <ac:spMk id="88" creationId="{61457C18-FDD4-43D2-1548-6FE57852979A}"/>
          </ac:spMkLst>
        </pc:spChg>
        <pc:picChg chg="mod">
          <ac:chgData name="Nagotu Dilip Kumar" userId="e960ee6c-1011-46fd-ab26-7447e3dfc484" providerId="ADAL" clId="{C537D0E1-F004-4867-A19F-CB629E995C3F}" dt="2026-06-29T12:41:40.284" v="1232" actId="12788"/>
          <ac:picMkLst>
            <pc:docMk/>
            <pc:sldMk cId="3981440326" sldId="2076137770"/>
            <ac:picMk id="47" creationId="{5C0A5625-CFA6-01D6-518C-32359A7EDEBE}"/>
          </ac:picMkLst>
        </pc:picChg>
        <pc:picChg chg="mod">
          <ac:chgData name="Nagotu Dilip Kumar" userId="e960ee6c-1011-46fd-ab26-7447e3dfc484" providerId="ADAL" clId="{C537D0E1-F004-4867-A19F-CB629E995C3F}" dt="2026-06-29T12:41:40.284" v="1232" actId="12788"/>
          <ac:picMkLst>
            <pc:docMk/>
            <pc:sldMk cId="3981440326" sldId="2076137770"/>
            <ac:picMk id="49" creationId="{E9286398-1572-8BD0-5B4D-62269F62C25A}"/>
          </ac:picMkLst>
        </pc:picChg>
        <pc:picChg chg="mod">
          <ac:chgData name="Nagotu Dilip Kumar" userId="e960ee6c-1011-46fd-ab26-7447e3dfc484" providerId="ADAL" clId="{C537D0E1-F004-4867-A19F-CB629E995C3F}" dt="2026-06-29T12:36:49.980" v="1196" actId="12789"/>
          <ac:picMkLst>
            <pc:docMk/>
            <pc:sldMk cId="3981440326" sldId="2076137770"/>
            <ac:picMk id="51" creationId="{7DA90C89-A727-9399-32B6-89CE98FF40CC}"/>
          </ac:picMkLst>
        </pc:picChg>
        <pc:picChg chg="mod">
          <ac:chgData name="Nagotu Dilip Kumar" userId="e960ee6c-1011-46fd-ab26-7447e3dfc484" providerId="ADAL" clId="{C537D0E1-F004-4867-A19F-CB629E995C3F}" dt="2026-06-29T12:41:40.284" v="1232" actId="12788"/>
          <ac:picMkLst>
            <pc:docMk/>
            <pc:sldMk cId="3981440326" sldId="2076137770"/>
            <ac:picMk id="55" creationId="{31D2FCCB-AB86-5C2D-92F4-B0F80C3A59B9}"/>
          </ac:picMkLst>
        </pc:picChg>
        <pc:picChg chg="mod">
          <ac:chgData name="Nagotu Dilip Kumar" userId="e960ee6c-1011-46fd-ab26-7447e3dfc484" providerId="ADAL" clId="{C537D0E1-F004-4867-A19F-CB629E995C3F}" dt="2026-06-29T12:36:56.811" v="1197" actId="12789"/>
          <ac:picMkLst>
            <pc:docMk/>
            <pc:sldMk cId="3981440326" sldId="2076137770"/>
            <ac:picMk id="57" creationId="{0DF9812D-19EA-06E7-611C-09792D03CB59}"/>
          </ac:picMkLst>
        </pc:picChg>
        <pc:picChg chg="mod">
          <ac:chgData name="Nagotu Dilip Kumar" userId="e960ee6c-1011-46fd-ab26-7447e3dfc484" providerId="ADAL" clId="{C537D0E1-F004-4867-A19F-CB629E995C3F}" dt="2026-06-29T12:36:56.811" v="1197" actId="12789"/>
          <ac:picMkLst>
            <pc:docMk/>
            <pc:sldMk cId="3981440326" sldId="2076137770"/>
            <ac:picMk id="59" creationId="{0BDA0618-1A75-FD54-12FF-C86138D8DD57}"/>
          </ac:picMkLst>
        </pc:picChg>
        <pc:picChg chg="mod">
          <ac:chgData name="Nagotu Dilip Kumar" userId="e960ee6c-1011-46fd-ab26-7447e3dfc484" providerId="ADAL" clId="{C537D0E1-F004-4867-A19F-CB629E995C3F}" dt="2026-06-29T12:36:49.980" v="1196" actId="12789"/>
          <ac:picMkLst>
            <pc:docMk/>
            <pc:sldMk cId="3981440326" sldId="2076137770"/>
            <ac:picMk id="61" creationId="{F3C28929-5F51-823D-0BF3-BA2D53BA3572}"/>
          </ac:picMkLst>
        </pc:picChg>
        <pc:picChg chg="mod">
          <ac:chgData name="Nagotu Dilip Kumar" userId="e960ee6c-1011-46fd-ab26-7447e3dfc484" providerId="ADAL" clId="{C537D0E1-F004-4867-A19F-CB629E995C3F}" dt="2026-06-29T12:37:03.896" v="1201" actId="1036"/>
          <ac:picMkLst>
            <pc:docMk/>
            <pc:sldMk cId="3981440326" sldId="2076137770"/>
            <ac:picMk id="63" creationId="{A12A1531-9E66-191B-1679-00AF84FCE7A2}"/>
          </ac:picMkLst>
        </pc:picChg>
        <pc:picChg chg="mod">
          <ac:chgData name="Nagotu Dilip Kumar" userId="e960ee6c-1011-46fd-ab26-7447e3dfc484" providerId="ADAL" clId="{C537D0E1-F004-4867-A19F-CB629E995C3F}" dt="2026-06-29T12:37:03.896" v="1201" actId="1036"/>
          <ac:picMkLst>
            <pc:docMk/>
            <pc:sldMk cId="3981440326" sldId="2076137770"/>
            <ac:picMk id="65" creationId="{74A3A11E-BC36-7772-B7FB-0E7C62B358B4}"/>
          </ac:picMkLst>
        </pc:picChg>
      </pc:sldChg>
      <pc:sldChg chg="modSp mod">
        <pc:chgData name="Nagotu Dilip Kumar" userId="e960ee6c-1011-46fd-ab26-7447e3dfc484" providerId="ADAL" clId="{C537D0E1-F004-4867-A19F-CB629E995C3F}" dt="2026-06-29T12:50:10.431" v="1302" actId="14100"/>
        <pc:sldMkLst>
          <pc:docMk/>
          <pc:sldMk cId="3574877604" sldId="2076137771"/>
        </pc:sldMkLst>
        <pc:spChg chg="mod">
          <ac:chgData name="Nagotu Dilip Kumar" userId="e960ee6c-1011-46fd-ab26-7447e3dfc484" providerId="ADAL" clId="{C537D0E1-F004-4867-A19F-CB629E995C3F}" dt="2026-06-29T12:50:10.431" v="1302" actId="14100"/>
          <ac:spMkLst>
            <pc:docMk/>
            <pc:sldMk cId="3574877604" sldId="2076137771"/>
            <ac:spMk id="6" creationId="{D5F8ED62-3030-8BAE-2D12-16D009EDFBD0}"/>
          </ac:spMkLst>
        </pc:spChg>
      </pc:sldChg>
      <pc:sldChg chg="modSp mod">
        <pc:chgData name="Nagotu Dilip Kumar" userId="e960ee6c-1011-46fd-ab26-7447e3dfc484" providerId="ADAL" clId="{C537D0E1-F004-4867-A19F-CB629E995C3F}" dt="2026-06-29T12:41:26.929" v="1231" actId="207"/>
        <pc:sldMkLst>
          <pc:docMk/>
          <pc:sldMk cId="1642220967" sldId="2076137772"/>
        </pc:sldMkLst>
        <pc:spChg chg="mod">
          <ac:chgData name="Nagotu Dilip Kumar" userId="e960ee6c-1011-46fd-ab26-7447e3dfc484" providerId="ADAL" clId="{C537D0E1-F004-4867-A19F-CB629E995C3F}" dt="2026-06-29T12:41:26.929" v="1231" actId="207"/>
          <ac:spMkLst>
            <pc:docMk/>
            <pc:sldMk cId="1642220967" sldId="2076137772"/>
            <ac:spMk id="23" creationId="{B8DFF5B5-113F-881D-61B8-3222B1ED3D25}"/>
          </ac:spMkLst>
        </pc:spChg>
        <pc:spChg chg="mod">
          <ac:chgData name="Nagotu Dilip Kumar" userId="e960ee6c-1011-46fd-ab26-7447e3dfc484" providerId="ADAL" clId="{C537D0E1-F004-4867-A19F-CB629E995C3F}" dt="2026-06-29T12:41:22.693" v="1229" actId="14100"/>
          <ac:spMkLst>
            <pc:docMk/>
            <pc:sldMk cId="1642220967" sldId="2076137772"/>
            <ac:spMk id="25" creationId="{B777667C-3A5A-2005-9EDA-2033616E46AE}"/>
          </ac:spMkLst>
        </pc:spChg>
      </pc:sldChg>
      <pc:sldChg chg="delSp modSp mod">
        <pc:chgData name="Nagotu Dilip Kumar" userId="e960ee6c-1011-46fd-ab26-7447e3dfc484" providerId="ADAL" clId="{C537D0E1-F004-4867-A19F-CB629E995C3F}" dt="2026-06-29T13:47:33.653" v="1659" actId="1076"/>
        <pc:sldMkLst>
          <pc:docMk/>
          <pc:sldMk cId="2997420400" sldId="2076137774"/>
        </pc:sldMkLst>
        <pc:spChg chg="mod">
          <ac:chgData name="Nagotu Dilip Kumar" userId="e960ee6c-1011-46fd-ab26-7447e3dfc484" providerId="ADAL" clId="{C537D0E1-F004-4867-A19F-CB629E995C3F}" dt="2026-06-29T11:49:42.231" v="532" actId="6549"/>
          <ac:spMkLst>
            <pc:docMk/>
            <pc:sldMk cId="2997420400" sldId="2076137774"/>
            <ac:spMk id="2" creationId="{51B50F5C-7FB3-4C03-7B4B-36876841594B}"/>
          </ac:spMkLst>
        </pc:spChg>
        <pc:spChg chg="mod">
          <ac:chgData name="Nagotu Dilip Kumar" userId="e960ee6c-1011-46fd-ab26-7447e3dfc484" providerId="ADAL" clId="{C537D0E1-F004-4867-A19F-CB629E995C3F}" dt="2026-06-29T13:13:04.344" v="1316" actId="1035"/>
          <ac:spMkLst>
            <pc:docMk/>
            <pc:sldMk cId="2997420400" sldId="2076137774"/>
            <ac:spMk id="6" creationId="{05FE3B0E-5DD3-CB63-1C98-233DBCDBB179}"/>
          </ac:spMkLst>
        </pc:spChg>
        <pc:spChg chg="mod">
          <ac:chgData name="Nagotu Dilip Kumar" userId="e960ee6c-1011-46fd-ab26-7447e3dfc484" providerId="ADAL" clId="{C537D0E1-F004-4867-A19F-CB629E995C3F}" dt="2026-06-29T13:13:14.627" v="1327" actId="14100"/>
          <ac:spMkLst>
            <pc:docMk/>
            <pc:sldMk cId="2997420400" sldId="2076137774"/>
            <ac:spMk id="7" creationId="{CE5883E7-4D37-04F1-FA99-0384CE9C75AE}"/>
          </ac:spMkLst>
        </pc:spChg>
        <pc:spChg chg="mod">
          <ac:chgData name="Nagotu Dilip Kumar" userId="e960ee6c-1011-46fd-ab26-7447e3dfc484" providerId="ADAL" clId="{C537D0E1-F004-4867-A19F-CB629E995C3F}" dt="2026-06-29T13:13:14.627" v="1327" actId="14100"/>
          <ac:spMkLst>
            <pc:docMk/>
            <pc:sldMk cId="2997420400" sldId="2076137774"/>
            <ac:spMk id="8" creationId="{7E20D44E-CB73-A2E9-E831-367C709FD42A}"/>
          </ac:spMkLst>
        </pc:spChg>
        <pc:spChg chg="mod">
          <ac:chgData name="Nagotu Dilip Kumar" userId="e960ee6c-1011-46fd-ab26-7447e3dfc484" providerId="ADAL" clId="{C537D0E1-F004-4867-A19F-CB629E995C3F}" dt="2026-06-29T13:13:14.627" v="1327" actId="14100"/>
          <ac:spMkLst>
            <pc:docMk/>
            <pc:sldMk cId="2997420400" sldId="2076137774"/>
            <ac:spMk id="9" creationId="{206C8C1F-BB3E-DC0B-1995-41D87268D753}"/>
          </ac:spMkLst>
        </pc:spChg>
        <pc:spChg chg="mod">
          <ac:chgData name="Nagotu Dilip Kumar" userId="e960ee6c-1011-46fd-ab26-7447e3dfc484" providerId="ADAL" clId="{C537D0E1-F004-4867-A19F-CB629E995C3F}" dt="2026-06-29T13:13:27.269" v="1336" actId="14100"/>
          <ac:spMkLst>
            <pc:docMk/>
            <pc:sldMk cId="2997420400" sldId="2076137774"/>
            <ac:spMk id="12" creationId="{21ECEA29-C86D-4D1A-4178-CAACDC169D2B}"/>
          </ac:spMkLst>
        </pc:spChg>
        <pc:spChg chg="mod">
          <ac:chgData name="Nagotu Dilip Kumar" userId="e960ee6c-1011-46fd-ab26-7447e3dfc484" providerId="ADAL" clId="{C537D0E1-F004-4867-A19F-CB629E995C3F}" dt="2026-06-29T13:13:27.269" v="1336" actId="14100"/>
          <ac:spMkLst>
            <pc:docMk/>
            <pc:sldMk cId="2997420400" sldId="2076137774"/>
            <ac:spMk id="13" creationId="{96AF99A2-71C8-BB32-C8CC-32CC8D563AA9}"/>
          </ac:spMkLst>
        </pc:spChg>
        <pc:spChg chg="mod">
          <ac:chgData name="Nagotu Dilip Kumar" userId="e960ee6c-1011-46fd-ab26-7447e3dfc484" providerId="ADAL" clId="{C537D0E1-F004-4867-A19F-CB629E995C3F}" dt="2026-06-29T13:15:59.780" v="1410" actId="207"/>
          <ac:spMkLst>
            <pc:docMk/>
            <pc:sldMk cId="2997420400" sldId="2076137774"/>
            <ac:spMk id="16" creationId="{CF484258-AE57-EE78-9AF9-2CB262AEDBF6}"/>
          </ac:spMkLst>
        </pc:spChg>
        <pc:spChg chg="mod">
          <ac:chgData name="Nagotu Dilip Kumar" userId="e960ee6c-1011-46fd-ab26-7447e3dfc484" providerId="ADAL" clId="{C537D0E1-F004-4867-A19F-CB629E995C3F}" dt="2026-06-29T13:13:18.179" v="1334" actId="1036"/>
          <ac:spMkLst>
            <pc:docMk/>
            <pc:sldMk cId="2997420400" sldId="2076137774"/>
            <ac:spMk id="18" creationId="{686D4D8F-68ED-E2B4-1367-4B09E233143D}"/>
          </ac:spMkLst>
        </pc:spChg>
        <pc:spChg chg="mod">
          <ac:chgData name="Nagotu Dilip Kumar" userId="e960ee6c-1011-46fd-ab26-7447e3dfc484" providerId="ADAL" clId="{C537D0E1-F004-4867-A19F-CB629E995C3F}" dt="2026-06-29T13:13:18.179" v="1334" actId="1036"/>
          <ac:spMkLst>
            <pc:docMk/>
            <pc:sldMk cId="2997420400" sldId="2076137774"/>
            <ac:spMk id="19" creationId="{81D85850-A105-AE5A-88E7-61C18427BC0E}"/>
          </ac:spMkLst>
        </pc:spChg>
        <pc:spChg chg="mod">
          <ac:chgData name="Nagotu Dilip Kumar" userId="e960ee6c-1011-46fd-ab26-7447e3dfc484" providerId="ADAL" clId="{C537D0E1-F004-4867-A19F-CB629E995C3F}" dt="2026-06-29T13:13:18.179" v="1334" actId="1036"/>
          <ac:spMkLst>
            <pc:docMk/>
            <pc:sldMk cId="2997420400" sldId="2076137774"/>
            <ac:spMk id="20" creationId="{88A4BCC5-A000-1AEE-3F19-8335FE8837D0}"/>
          </ac:spMkLst>
        </pc:spChg>
        <pc:spChg chg="mod">
          <ac:chgData name="Nagotu Dilip Kumar" userId="e960ee6c-1011-46fd-ab26-7447e3dfc484" providerId="ADAL" clId="{C537D0E1-F004-4867-A19F-CB629E995C3F}" dt="2026-06-29T13:13:31.096" v="1341" actId="1036"/>
          <ac:spMkLst>
            <pc:docMk/>
            <pc:sldMk cId="2997420400" sldId="2076137774"/>
            <ac:spMk id="21" creationId="{CE20E095-5EDB-035F-6FA1-061872087D47}"/>
          </ac:spMkLst>
        </pc:spChg>
        <pc:spChg chg="mod">
          <ac:chgData name="Nagotu Dilip Kumar" userId="e960ee6c-1011-46fd-ab26-7447e3dfc484" providerId="ADAL" clId="{C537D0E1-F004-4867-A19F-CB629E995C3F}" dt="2026-06-29T13:13:31.096" v="1341" actId="1036"/>
          <ac:spMkLst>
            <pc:docMk/>
            <pc:sldMk cId="2997420400" sldId="2076137774"/>
            <ac:spMk id="22" creationId="{D9B3322D-F7FA-74F5-0256-D4EDA1313533}"/>
          </ac:spMkLst>
        </pc:spChg>
        <pc:picChg chg="mod">
          <ac:chgData name="Nagotu Dilip Kumar" userId="e960ee6c-1011-46fd-ab26-7447e3dfc484" providerId="ADAL" clId="{C537D0E1-F004-4867-A19F-CB629E995C3F}" dt="2026-06-29T13:47:10.831" v="1648" actId="14100"/>
          <ac:picMkLst>
            <pc:docMk/>
            <pc:sldMk cId="2997420400" sldId="2076137774"/>
            <ac:picMk id="11" creationId="{0597B0FC-095F-F494-035C-42B43B7637FC}"/>
          </ac:picMkLst>
        </pc:picChg>
        <pc:picChg chg="mod">
          <ac:chgData name="Nagotu Dilip Kumar" userId="e960ee6c-1011-46fd-ab26-7447e3dfc484" providerId="ADAL" clId="{C537D0E1-F004-4867-A19F-CB629E995C3F}" dt="2026-06-29T13:47:10.831" v="1648" actId="14100"/>
          <ac:picMkLst>
            <pc:docMk/>
            <pc:sldMk cId="2997420400" sldId="2076137774"/>
            <ac:picMk id="15" creationId="{51A48599-7921-5669-BB0A-ED72F8CA3EEB}"/>
          </ac:picMkLst>
        </pc:picChg>
        <pc:picChg chg="mod">
          <ac:chgData name="Nagotu Dilip Kumar" userId="e960ee6c-1011-46fd-ab26-7447e3dfc484" providerId="ADAL" clId="{C537D0E1-F004-4867-A19F-CB629E995C3F}" dt="2026-06-29T13:47:24.891" v="1651" actId="1036"/>
          <ac:picMkLst>
            <pc:docMk/>
            <pc:sldMk cId="2997420400" sldId="2076137774"/>
            <ac:picMk id="17" creationId="{7E8B1D6A-35A1-7B53-46E1-609F3A87E5FE}"/>
          </ac:picMkLst>
        </pc:picChg>
        <pc:picChg chg="mod">
          <ac:chgData name="Nagotu Dilip Kumar" userId="e960ee6c-1011-46fd-ab26-7447e3dfc484" providerId="ADAL" clId="{C537D0E1-F004-4867-A19F-CB629E995C3F}" dt="2026-06-29T13:47:10.831" v="1648" actId="14100"/>
          <ac:picMkLst>
            <pc:docMk/>
            <pc:sldMk cId="2997420400" sldId="2076137774"/>
            <ac:picMk id="23" creationId="{609D33A2-FB34-9DB1-F4CE-07D0FBF9B912}"/>
          </ac:picMkLst>
        </pc:picChg>
        <pc:picChg chg="mod">
          <ac:chgData name="Nagotu Dilip Kumar" userId="e960ee6c-1011-46fd-ab26-7447e3dfc484" providerId="ADAL" clId="{C537D0E1-F004-4867-A19F-CB629E995C3F}" dt="2026-06-29T13:47:33.653" v="1659" actId="1076"/>
          <ac:picMkLst>
            <pc:docMk/>
            <pc:sldMk cId="2997420400" sldId="2076137774"/>
            <ac:picMk id="25" creationId="{95F96DD5-BFF3-AE63-6CE0-2E60623F905E}"/>
          </ac:picMkLst>
        </pc:picChg>
        <pc:cxnChg chg="mod">
          <ac:chgData name="Nagotu Dilip Kumar" userId="e960ee6c-1011-46fd-ab26-7447e3dfc484" providerId="ADAL" clId="{C537D0E1-F004-4867-A19F-CB629E995C3F}" dt="2026-06-29T13:13:04.344" v="1316" actId="1035"/>
          <ac:cxnSpMkLst>
            <pc:docMk/>
            <pc:sldMk cId="2997420400" sldId="2076137774"/>
            <ac:cxnSpMk id="28" creationId="{D72F8549-DE05-577A-3FCD-D97D014371F3}"/>
          </ac:cxnSpMkLst>
        </pc:cxnChg>
      </pc:sldChg>
      <pc:sldChg chg="addSp delSp modSp mod">
        <pc:chgData name="Nagotu Dilip Kumar" userId="e960ee6c-1011-46fd-ab26-7447e3dfc484" providerId="ADAL" clId="{C537D0E1-F004-4867-A19F-CB629E995C3F}" dt="2026-06-29T13:18:58.295" v="1500" actId="1076"/>
        <pc:sldMkLst>
          <pc:docMk/>
          <pc:sldMk cId="2467562094" sldId="2076137775"/>
        </pc:sldMkLst>
        <pc:spChg chg="mod topLvl">
          <ac:chgData name="Nagotu Dilip Kumar" userId="e960ee6c-1011-46fd-ab26-7447e3dfc484" providerId="ADAL" clId="{C537D0E1-F004-4867-A19F-CB629E995C3F}" dt="2026-06-29T13:18:58.295" v="1500" actId="1076"/>
          <ac:spMkLst>
            <pc:docMk/>
            <pc:sldMk cId="2467562094" sldId="2076137775"/>
            <ac:spMk id="11" creationId="{C7470DCA-4056-491B-5EA1-40353AD432D8}"/>
          </ac:spMkLst>
        </pc:spChg>
        <pc:spChg chg="mod topLvl">
          <ac:chgData name="Nagotu Dilip Kumar" userId="e960ee6c-1011-46fd-ab26-7447e3dfc484" providerId="ADAL" clId="{C537D0E1-F004-4867-A19F-CB629E995C3F}" dt="2026-06-29T13:18:58.295" v="1500" actId="1076"/>
          <ac:spMkLst>
            <pc:docMk/>
            <pc:sldMk cId="2467562094" sldId="2076137775"/>
            <ac:spMk id="12" creationId="{EAE1E09A-45D5-E445-F470-DB24A8B3A8D8}"/>
          </ac:spMkLst>
        </pc:spChg>
        <pc:spChg chg="mod topLvl">
          <ac:chgData name="Nagotu Dilip Kumar" userId="e960ee6c-1011-46fd-ab26-7447e3dfc484" providerId="ADAL" clId="{C537D0E1-F004-4867-A19F-CB629E995C3F}" dt="2026-06-29T13:18:58.295" v="1500" actId="1076"/>
          <ac:spMkLst>
            <pc:docMk/>
            <pc:sldMk cId="2467562094" sldId="2076137775"/>
            <ac:spMk id="13" creationId="{3E330EEA-C0F6-6CF5-5CDF-974B77739806}"/>
          </ac:spMkLst>
        </pc:spChg>
        <pc:spChg chg="mod topLvl">
          <ac:chgData name="Nagotu Dilip Kumar" userId="e960ee6c-1011-46fd-ab26-7447e3dfc484" providerId="ADAL" clId="{C537D0E1-F004-4867-A19F-CB629E995C3F}" dt="2026-06-29T13:18:58.295" v="1500" actId="1076"/>
          <ac:spMkLst>
            <pc:docMk/>
            <pc:sldMk cId="2467562094" sldId="2076137775"/>
            <ac:spMk id="14" creationId="{5AFA5231-F61C-8836-0F61-67E4D64044DB}"/>
          </ac:spMkLst>
        </pc:spChg>
        <pc:spChg chg="mod topLvl">
          <ac:chgData name="Nagotu Dilip Kumar" userId="e960ee6c-1011-46fd-ab26-7447e3dfc484" providerId="ADAL" clId="{C537D0E1-F004-4867-A19F-CB629E995C3F}" dt="2026-06-29T13:18:58.295" v="1500" actId="1076"/>
          <ac:spMkLst>
            <pc:docMk/>
            <pc:sldMk cId="2467562094" sldId="2076137775"/>
            <ac:spMk id="15" creationId="{E1D6247A-9E94-AFD1-9C6E-07F50CFBCB38}"/>
          </ac:spMkLst>
        </pc:spChg>
        <pc:spChg chg="mod topLvl">
          <ac:chgData name="Nagotu Dilip Kumar" userId="e960ee6c-1011-46fd-ab26-7447e3dfc484" providerId="ADAL" clId="{C537D0E1-F004-4867-A19F-CB629E995C3F}" dt="2026-06-29T13:18:58.295" v="1500" actId="1076"/>
          <ac:spMkLst>
            <pc:docMk/>
            <pc:sldMk cId="2467562094" sldId="2076137775"/>
            <ac:spMk id="16" creationId="{8A77C5F6-FCA6-EAAB-DABC-996257D60E65}"/>
          </ac:spMkLst>
        </pc:spChg>
      </pc:sldChg>
      <pc:sldChg chg="addSp delSp modSp mod">
        <pc:chgData name="Nagotu Dilip Kumar" userId="e960ee6c-1011-46fd-ab26-7447e3dfc484" providerId="ADAL" clId="{C537D0E1-F004-4867-A19F-CB629E995C3F}" dt="2026-06-29T13:45:07.267" v="1627" actId="1076"/>
        <pc:sldMkLst>
          <pc:docMk/>
          <pc:sldMk cId="2709716531" sldId="2076137776"/>
        </pc:sldMkLst>
        <pc:spChg chg="mod">
          <ac:chgData name="Nagotu Dilip Kumar" userId="e960ee6c-1011-46fd-ab26-7447e3dfc484" providerId="ADAL" clId="{C537D0E1-F004-4867-A19F-CB629E995C3F}" dt="2026-06-29T13:19:45.795" v="1511" actId="1076"/>
          <ac:spMkLst>
            <pc:docMk/>
            <pc:sldMk cId="2709716531" sldId="2076137776"/>
            <ac:spMk id="6" creationId="{E42D5698-5494-E604-2FB4-86C1D835522F}"/>
          </ac:spMkLst>
        </pc:spChg>
        <pc:spChg chg="mod topLvl">
          <ac:chgData name="Nagotu Dilip Kumar" userId="e960ee6c-1011-46fd-ab26-7447e3dfc484" providerId="ADAL" clId="{C537D0E1-F004-4867-A19F-CB629E995C3F}" dt="2026-06-29T13:19:43.307" v="1510" actId="1076"/>
          <ac:spMkLst>
            <pc:docMk/>
            <pc:sldMk cId="2709716531" sldId="2076137776"/>
            <ac:spMk id="8" creationId="{FE72FB30-9972-308D-454B-9A76256B2D62}"/>
          </ac:spMkLst>
        </pc:spChg>
        <pc:spChg chg="mod topLvl">
          <ac:chgData name="Nagotu Dilip Kumar" userId="e960ee6c-1011-46fd-ab26-7447e3dfc484" providerId="ADAL" clId="{C537D0E1-F004-4867-A19F-CB629E995C3F}" dt="2026-06-29T13:45:02.429" v="1626" actId="1076"/>
          <ac:spMkLst>
            <pc:docMk/>
            <pc:sldMk cId="2709716531" sldId="2076137776"/>
            <ac:spMk id="9" creationId="{F3834F32-FF4D-9774-BA34-EC02B12BC670}"/>
          </ac:spMkLst>
        </pc:spChg>
        <pc:spChg chg="mod topLvl">
          <ac:chgData name="Nagotu Dilip Kumar" userId="e960ee6c-1011-46fd-ab26-7447e3dfc484" providerId="ADAL" clId="{C537D0E1-F004-4867-A19F-CB629E995C3F}" dt="2026-06-29T13:19:43.307" v="1510" actId="1076"/>
          <ac:spMkLst>
            <pc:docMk/>
            <pc:sldMk cId="2709716531" sldId="2076137776"/>
            <ac:spMk id="10" creationId="{1E1F942A-2802-4523-E086-E34028688A14}"/>
          </ac:spMkLst>
        </pc:spChg>
        <pc:spChg chg="mod topLvl">
          <ac:chgData name="Nagotu Dilip Kumar" userId="e960ee6c-1011-46fd-ab26-7447e3dfc484" providerId="ADAL" clId="{C537D0E1-F004-4867-A19F-CB629E995C3F}" dt="2026-06-29T13:19:43.307" v="1510" actId="1076"/>
          <ac:spMkLst>
            <pc:docMk/>
            <pc:sldMk cId="2709716531" sldId="2076137776"/>
            <ac:spMk id="11" creationId="{414E40E4-0859-4434-9C06-9D3717F3FDA3}"/>
          </ac:spMkLst>
        </pc:spChg>
        <pc:spChg chg="mod topLvl">
          <ac:chgData name="Nagotu Dilip Kumar" userId="e960ee6c-1011-46fd-ab26-7447e3dfc484" providerId="ADAL" clId="{C537D0E1-F004-4867-A19F-CB629E995C3F}" dt="2026-06-29T13:19:43.307" v="1510" actId="1076"/>
          <ac:spMkLst>
            <pc:docMk/>
            <pc:sldMk cId="2709716531" sldId="2076137776"/>
            <ac:spMk id="12" creationId="{495C2726-CD78-D906-6127-3E0FB7A76BC3}"/>
          </ac:spMkLst>
        </pc:spChg>
        <pc:spChg chg="mod topLvl">
          <ac:chgData name="Nagotu Dilip Kumar" userId="e960ee6c-1011-46fd-ab26-7447e3dfc484" providerId="ADAL" clId="{C537D0E1-F004-4867-A19F-CB629E995C3F}" dt="2026-06-29T13:19:43.307" v="1510" actId="1076"/>
          <ac:spMkLst>
            <pc:docMk/>
            <pc:sldMk cId="2709716531" sldId="2076137776"/>
            <ac:spMk id="13" creationId="{3CD49103-F254-F406-106E-DA28239A8349}"/>
          </ac:spMkLst>
        </pc:spChg>
        <pc:picChg chg="mod">
          <ac:chgData name="Nagotu Dilip Kumar" userId="e960ee6c-1011-46fd-ab26-7447e3dfc484" providerId="ADAL" clId="{C537D0E1-F004-4867-A19F-CB629E995C3F}" dt="2026-06-29T13:44:23.219" v="1615" actId="1076"/>
          <ac:picMkLst>
            <pc:docMk/>
            <pc:sldMk cId="2709716531" sldId="2076137776"/>
            <ac:picMk id="50" creationId="{395DD9C7-0F20-DFE7-434A-E96D71A5426E}"/>
          </ac:picMkLst>
        </pc:picChg>
        <pc:picChg chg="mod">
          <ac:chgData name="Nagotu Dilip Kumar" userId="e960ee6c-1011-46fd-ab26-7447e3dfc484" providerId="ADAL" clId="{C537D0E1-F004-4867-A19F-CB629E995C3F}" dt="2026-06-29T13:44:37.373" v="1618" actId="1038"/>
          <ac:picMkLst>
            <pc:docMk/>
            <pc:sldMk cId="2709716531" sldId="2076137776"/>
            <ac:picMk id="51" creationId="{BB915F3E-4AEB-FCB1-705F-EB0E5E53D08F}"/>
          </ac:picMkLst>
        </pc:picChg>
        <pc:picChg chg="mod">
          <ac:chgData name="Nagotu Dilip Kumar" userId="e960ee6c-1011-46fd-ab26-7447e3dfc484" providerId="ADAL" clId="{C537D0E1-F004-4867-A19F-CB629E995C3F}" dt="2026-06-29T13:44:40.564" v="1622" actId="1035"/>
          <ac:picMkLst>
            <pc:docMk/>
            <pc:sldMk cId="2709716531" sldId="2076137776"/>
            <ac:picMk id="52" creationId="{0A4DBD0A-0B48-F614-904E-F526C34526F8}"/>
          </ac:picMkLst>
        </pc:picChg>
        <pc:picChg chg="mod">
          <ac:chgData name="Nagotu Dilip Kumar" userId="e960ee6c-1011-46fd-ab26-7447e3dfc484" providerId="ADAL" clId="{C537D0E1-F004-4867-A19F-CB629E995C3F}" dt="2026-06-29T13:45:00.175" v="1624" actId="1076"/>
          <ac:picMkLst>
            <pc:docMk/>
            <pc:sldMk cId="2709716531" sldId="2076137776"/>
            <ac:picMk id="53" creationId="{F0B8FC68-BA9D-060B-A854-7C3C07F69C1C}"/>
          </ac:picMkLst>
        </pc:picChg>
        <pc:picChg chg="mod">
          <ac:chgData name="Nagotu Dilip Kumar" userId="e960ee6c-1011-46fd-ab26-7447e3dfc484" providerId="ADAL" clId="{C537D0E1-F004-4867-A19F-CB629E995C3F}" dt="2026-06-29T13:44:53.537" v="1623" actId="14100"/>
          <ac:picMkLst>
            <pc:docMk/>
            <pc:sldMk cId="2709716531" sldId="2076137776"/>
            <ac:picMk id="54" creationId="{39EFDFE8-A64E-67C8-4C5C-E27035241FAA}"/>
          </ac:picMkLst>
        </pc:picChg>
        <pc:picChg chg="mod">
          <ac:chgData name="Nagotu Dilip Kumar" userId="e960ee6c-1011-46fd-ab26-7447e3dfc484" providerId="ADAL" clId="{C537D0E1-F004-4867-A19F-CB629E995C3F}" dt="2026-06-29T13:45:07.267" v="1627" actId="1076"/>
          <ac:picMkLst>
            <pc:docMk/>
            <pc:sldMk cId="2709716531" sldId="2076137776"/>
            <ac:picMk id="55" creationId="{6CE59F2E-4EA8-B84A-263E-B5ED53FF1893}"/>
          </ac:picMkLst>
        </pc:picChg>
      </pc:sldChg>
      <pc:sldChg chg="addSp delSp modSp mod">
        <pc:chgData name="Nagotu Dilip Kumar" userId="e960ee6c-1011-46fd-ab26-7447e3dfc484" providerId="ADAL" clId="{C537D0E1-F004-4867-A19F-CB629E995C3F}" dt="2026-06-29T13:29:01.581" v="1588" actId="1036"/>
        <pc:sldMkLst>
          <pc:docMk/>
          <pc:sldMk cId="2152366833" sldId="2076137777"/>
        </pc:sldMkLst>
        <pc:spChg chg="mod">
          <ac:chgData name="Nagotu Dilip Kumar" userId="e960ee6c-1011-46fd-ab26-7447e3dfc484" providerId="ADAL" clId="{C537D0E1-F004-4867-A19F-CB629E995C3F}" dt="2026-06-29T13:26:12.061" v="1554" actId="20577"/>
          <ac:spMkLst>
            <pc:docMk/>
            <pc:sldMk cId="2152366833" sldId="2076137777"/>
            <ac:spMk id="7" creationId="{33DADD18-517F-D8D3-5905-F06EA370AE96}"/>
          </ac:spMkLst>
        </pc:spChg>
        <pc:spChg chg="mod">
          <ac:chgData name="Nagotu Dilip Kumar" userId="e960ee6c-1011-46fd-ab26-7447e3dfc484" providerId="ADAL" clId="{C537D0E1-F004-4867-A19F-CB629E995C3F}" dt="2026-06-29T13:26:51.229" v="1559" actId="20577"/>
          <ac:spMkLst>
            <pc:docMk/>
            <pc:sldMk cId="2152366833" sldId="2076137777"/>
            <ac:spMk id="8" creationId="{06DF9E2A-5A57-05A4-AD53-C8466AC2B3BF}"/>
          </ac:spMkLst>
        </pc:spChg>
        <pc:spChg chg="mod">
          <ac:chgData name="Nagotu Dilip Kumar" userId="e960ee6c-1011-46fd-ab26-7447e3dfc484" providerId="ADAL" clId="{C537D0E1-F004-4867-A19F-CB629E995C3F}" dt="2026-06-29T13:27:26.386" v="1565" actId="20577"/>
          <ac:spMkLst>
            <pc:docMk/>
            <pc:sldMk cId="2152366833" sldId="2076137777"/>
            <ac:spMk id="9" creationId="{EFB4072A-940D-0ADD-4A95-68E27C22F1D8}"/>
          </ac:spMkLst>
        </pc:spChg>
        <pc:spChg chg="mod">
          <ac:chgData name="Nagotu Dilip Kumar" userId="e960ee6c-1011-46fd-ab26-7447e3dfc484" providerId="ADAL" clId="{C537D0E1-F004-4867-A19F-CB629E995C3F}" dt="2026-06-29T13:28:00.389" v="1574" actId="207"/>
          <ac:spMkLst>
            <pc:docMk/>
            <pc:sldMk cId="2152366833" sldId="2076137777"/>
            <ac:spMk id="10" creationId="{7DF20CF3-446F-273E-4A84-AB1D0F0D4DB2}"/>
          </ac:spMkLst>
        </pc:spChg>
        <pc:spChg chg="mod">
          <ac:chgData name="Nagotu Dilip Kumar" userId="e960ee6c-1011-46fd-ab26-7447e3dfc484" providerId="ADAL" clId="{C537D0E1-F004-4867-A19F-CB629E995C3F}" dt="2026-06-29T13:28:32.065" v="1580" actId="207"/>
          <ac:spMkLst>
            <pc:docMk/>
            <pc:sldMk cId="2152366833" sldId="2076137777"/>
            <ac:spMk id="11" creationId="{80E6A302-F3A3-6217-7C00-8EBDDA94F065}"/>
          </ac:spMkLst>
        </pc:spChg>
        <pc:spChg chg="add mod ord">
          <ac:chgData name="Nagotu Dilip Kumar" userId="e960ee6c-1011-46fd-ab26-7447e3dfc484" providerId="ADAL" clId="{C537D0E1-F004-4867-A19F-CB629E995C3F}" dt="2026-06-29T13:28:13.797" v="1577" actId="555"/>
          <ac:spMkLst>
            <pc:docMk/>
            <pc:sldMk cId="2152366833" sldId="2076137777"/>
            <ac:spMk id="13" creationId="{CB689C55-1F16-D522-85C1-B68530B831A1}"/>
          </ac:spMkLst>
        </pc:spChg>
        <pc:spChg chg="mod">
          <ac:chgData name="Nagotu Dilip Kumar" userId="e960ee6c-1011-46fd-ab26-7447e3dfc484" providerId="ADAL" clId="{C537D0E1-F004-4867-A19F-CB629E995C3F}" dt="2026-06-29T12:48:42.306" v="1298" actId="207"/>
          <ac:spMkLst>
            <pc:docMk/>
            <pc:sldMk cId="2152366833" sldId="2076137777"/>
            <ac:spMk id="16" creationId="{2FA040D7-308F-3647-BE79-2D791CF30D06}"/>
          </ac:spMkLst>
        </pc:spChg>
        <pc:spChg chg="mod">
          <ac:chgData name="Nagotu Dilip Kumar" userId="e960ee6c-1011-46fd-ab26-7447e3dfc484" providerId="ADAL" clId="{C537D0E1-F004-4867-A19F-CB629E995C3F}" dt="2026-06-29T12:48:42.306" v="1298" actId="207"/>
          <ac:spMkLst>
            <pc:docMk/>
            <pc:sldMk cId="2152366833" sldId="2076137777"/>
            <ac:spMk id="17" creationId="{1044463A-89B3-6BDB-2099-E9875CE5A752}"/>
          </ac:spMkLst>
        </pc:spChg>
        <pc:spChg chg="mod">
          <ac:chgData name="Nagotu Dilip Kumar" userId="e960ee6c-1011-46fd-ab26-7447e3dfc484" providerId="ADAL" clId="{C537D0E1-F004-4867-A19F-CB629E995C3F}" dt="2026-06-29T12:48:42.306" v="1298" actId="207"/>
          <ac:spMkLst>
            <pc:docMk/>
            <pc:sldMk cId="2152366833" sldId="2076137777"/>
            <ac:spMk id="18" creationId="{901023BB-9E55-342A-3230-47D51C7A65B1}"/>
          </ac:spMkLst>
        </pc:spChg>
        <pc:spChg chg="mod">
          <ac:chgData name="Nagotu Dilip Kumar" userId="e960ee6c-1011-46fd-ab26-7447e3dfc484" providerId="ADAL" clId="{C537D0E1-F004-4867-A19F-CB629E995C3F}" dt="2026-06-29T12:48:42.306" v="1298" actId="207"/>
          <ac:spMkLst>
            <pc:docMk/>
            <pc:sldMk cId="2152366833" sldId="2076137777"/>
            <ac:spMk id="19" creationId="{D8D97D30-8B84-0111-E42B-2B39A1C37D06}"/>
          </ac:spMkLst>
        </pc:spChg>
        <pc:spChg chg="mod">
          <ac:chgData name="Nagotu Dilip Kumar" userId="e960ee6c-1011-46fd-ab26-7447e3dfc484" providerId="ADAL" clId="{C537D0E1-F004-4867-A19F-CB629E995C3F}" dt="2026-06-29T12:48:42.306" v="1298" actId="207"/>
          <ac:spMkLst>
            <pc:docMk/>
            <pc:sldMk cId="2152366833" sldId="2076137777"/>
            <ac:spMk id="20" creationId="{5B2DA9AF-7F8C-E8AD-B947-59BB2D8EA5F6}"/>
          </ac:spMkLst>
        </pc:spChg>
        <pc:spChg chg="mod">
          <ac:chgData name="Nagotu Dilip Kumar" userId="e960ee6c-1011-46fd-ab26-7447e3dfc484" providerId="ADAL" clId="{C537D0E1-F004-4867-A19F-CB629E995C3F}" dt="2026-06-29T12:48:42.306" v="1298" actId="207"/>
          <ac:spMkLst>
            <pc:docMk/>
            <pc:sldMk cId="2152366833" sldId="2076137777"/>
            <ac:spMk id="21" creationId="{D8904177-7425-BF45-E1E6-A57DDD08A51C}"/>
          </ac:spMkLst>
        </pc:spChg>
        <pc:spChg chg="mod">
          <ac:chgData name="Nagotu Dilip Kumar" userId="e960ee6c-1011-46fd-ab26-7447e3dfc484" providerId="ADAL" clId="{C537D0E1-F004-4867-A19F-CB629E995C3F}" dt="2026-06-29T12:48:42.306" v="1298" actId="207"/>
          <ac:spMkLst>
            <pc:docMk/>
            <pc:sldMk cId="2152366833" sldId="2076137777"/>
            <ac:spMk id="22" creationId="{0A2DC86E-9405-4CF6-F1F2-C5B434055386}"/>
          </ac:spMkLst>
        </pc:spChg>
        <pc:spChg chg="mod">
          <ac:chgData name="Nagotu Dilip Kumar" userId="e960ee6c-1011-46fd-ab26-7447e3dfc484" providerId="ADAL" clId="{C537D0E1-F004-4867-A19F-CB629E995C3F}" dt="2026-06-29T12:48:42.306" v="1298" actId="207"/>
          <ac:spMkLst>
            <pc:docMk/>
            <pc:sldMk cId="2152366833" sldId="2076137777"/>
            <ac:spMk id="23" creationId="{1C0CC0B4-F281-A7F1-99C4-78A5E9C32A32}"/>
          </ac:spMkLst>
        </pc:spChg>
        <pc:spChg chg="add mod ord">
          <ac:chgData name="Nagotu Dilip Kumar" userId="e960ee6c-1011-46fd-ab26-7447e3dfc484" providerId="ADAL" clId="{C537D0E1-F004-4867-A19F-CB629E995C3F}" dt="2026-06-29T13:28:13.797" v="1577" actId="555"/>
          <ac:spMkLst>
            <pc:docMk/>
            <pc:sldMk cId="2152366833" sldId="2076137777"/>
            <ac:spMk id="25" creationId="{CAC86FDA-7FF3-1A99-AA64-A4B7ADD20DF8}"/>
          </ac:spMkLst>
        </pc:spChg>
        <pc:spChg chg="add mod ord">
          <ac:chgData name="Nagotu Dilip Kumar" userId="e960ee6c-1011-46fd-ab26-7447e3dfc484" providerId="ADAL" clId="{C537D0E1-F004-4867-A19F-CB629E995C3F}" dt="2026-06-29T13:28:13.797" v="1577" actId="555"/>
          <ac:spMkLst>
            <pc:docMk/>
            <pc:sldMk cId="2152366833" sldId="2076137777"/>
            <ac:spMk id="26" creationId="{097877A9-49E3-FBE3-A7E5-16478CF9FA9E}"/>
          </ac:spMkLst>
        </pc:spChg>
        <pc:spChg chg="add mod ord">
          <ac:chgData name="Nagotu Dilip Kumar" userId="e960ee6c-1011-46fd-ab26-7447e3dfc484" providerId="ADAL" clId="{C537D0E1-F004-4867-A19F-CB629E995C3F}" dt="2026-06-29T13:28:13.797" v="1577" actId="555"/>
          <ac:spMkLst>
            <pc:docMk/>
            <pc:sldMk cId="2152366833" sldId="2076137777"/>
            <ac:spMk id="29" creationId="{1A7E9BE7-C84E-3BAD-BE2C-D1D053B191E8}"/>
          </ac:spMkLst>
        </pc:spChg>
        <pc:spChg chg="add mod ord">
          <ac:chgData name="Nagotu Dilip Kumar" userId="e960ee6c-1011-46fd-ab26-7447e3dfc484" providerId="ADAL" clId="{C537D0E1-F004-4867-A19F-CB629E995C3F}" dt="2026-06-29T13:28:49.651" v="1583" actId="14100"/>
          <ac:spMkLst>
            <pc:docMk/>
            <pc:sldMk cId="2152366833" sldId="2076137777"/>
            <ac:spMk id="31" creationId="{A45F0AA4-D80F-6737-B80D-7FAE13FAAC22}"/>
          </ac:spMkLst>
        </pc:spChg>
        <pc:grpChg chg="mod">
          <ac:chgData name="Nagotu Dilip Kumar" userId="e960ee6c-1011-46fd-ab26-7447e3dfc484" providerId="ADAL" clId="{C537D0E1-F004-4867-A19F-CB629E995C3F}" dt="2026-06-29T12:48:42.306" v="1298" actId="207"/>
          <ac:grpSpMkLst>
            <pc:docMk/>
            <pc:sldMk cId="2152366833" sldId="2076137777"/>
            <ac:grpSpMk id="24" creationId="{22CFBD9F-2140-C587-717D-C1973A421DBF}"/>
          </ac:grpSpMkLst>
        </pc:grpChg>
        <pc:picChg chg="mod">
          <ac:chgData name="Nagotu Dilip Kumar" userId="e960ee6c-1011-46fd-ab26-7447e3dfc484" providerId="ADAL" clId="{C537D0E1-F004-4867-A19F-CB629E995C3F}" dt="2026-06-29T13:29:01.581" v="1588" actId="1036"/>
          <ac:picMkLst>
            <pc:docMk/>
            <pc:sldMk cId="2152366833" sldId="2076137777"/>
            <ac:picMk id="28" creationId="{C3734B6A-E7D5-E0FD-3D66-D92DB72A18C3}"/>
          </ac:picMkLst>
        </pc:picChg>
        <pc:picChg chg="mod">
          <ac:chgData name="Nagotu Dilip Kumar" userId="e960ee6c-1011-46fd-ab26-7447e3dfc484" providerId="ADAL" clId="{C537D0E1-F004-4867-A19F-CB629E995C3F}" dt="2026-06-29T13:29:01.581" v="1588" actId="1036"/>
          <ac:picMkLst>
            <pc:docMk/>
            <pc:sldMk cId="2152366833" sldId="2076137777"/>
            <ac:picMk id="30" creationId="{5FD01CD6-27AB-5E7E-C418-5EA891BC0534}"/>
          </ac:picMkLst>
        </pc:picChg>
        <pc:picChg chg="mod">
          <ac:chgData name="Nagotu Dilip Kumar" userId="e960ee6c-1011-46fd-ab26-7447e3dfc484" providerId="ADAL" clId="{C537D0E1-F004-4867-A19F-CB629E995C3F}" dt="2026-06-29T13:29:01.581" v="1588" actId="1036"/>
          <ac:picMkLst>
            <pc:docMk/>
            <pc:sldMk cId="2152366833" sldId="2076137777"/>
            <ac:picMk id="32" creationId="{AA6AC023-97B9-EB85-09D1-5FFF689CB7F3}"/>
          </ac:picMkLst>
        </pc:picChg>
        <pc:picChg chg="mod">
          <ac:chgData name="Nagotu Dilip Kumar" userId="e960ee6c-1011-46fd-ab26-7447e3dfc484" providerId="ADAL" clId="{C537D0E1-F004-4867-A19F-CB629E995C3F}" dt="2026-06-29T13:29:01.581" v="1588" actId="1036"/>
          <ac:picMkLst>
            <pc:docMk/>
            <pc:sldMk cId="2152366833" sldId="2076137777"/>
            <ac:picMk id="34" creationId="{7C680B6B-209A-CF73-CD04-2E6FCFF08465}"/>
          </ac:picMkLst>
        </pc:picChg>
        <pc:picChg chg="mod">
          <ac:chgData name="Nagotu Dilip Kumar" userId="e960ee6c-1011-46fd-ab26-7447e3dfc484" providerId="ADAL" clId="{C537D0E1-F004-4867-A19F-CB629E995C3F}" dt="2026-06-29T13:29:01.581" v="1588" actId="1036"/>
          <ac:picMkLst>
            <pc:docMk/>
            <pc:sldMk cId="2152366833" sldId="2076137777"/>
            <ac:picMk id="36" creationId="{E96299A9-67E2-5D1D-012A-0B703CBABCD7}"/>
          </ac:picMkLst>
        </pc:picChg>
        <pc:cxnChg chg="mod">
          <ac:chgData name="Nagotu Dilip Kumar" userId="e960ee6c-1011-46fd-ab26-7447e3dfc484" providerId="ADAL" clId="{C537D0E1-F004-4867-A19F-CB629E995C3F}" dt="2026-06-29T12:47:55.400" v="1276" actId="1076"/>
          <ac:cxnSpMkLst>
            <pc:docMk/>
            <pc:sldMk cId="2152366833" sldId="2076137777"/>
            <ac:cxnSpMk id="14" creationId="{52085E63-2848-6AE8-82AB-199088385A5B}"/>
          </ac:cxnSpMkLst>
        </pc:cxnChg>
        <pc:cxnChg chg="mod">
          <ac:chgData name="Nagotu Dilip Kumar" userId="e960ee6c-1011-46fd-ab26-7447e3dfc484" providerId="ADAL" clId="{C537D0E1-F004-4867-A19F-CB629E995C3F}" dt="2026-06-29T12:48:02.545" v="1280" actId="1037"/>
          <ac:cxnSpMkLst>
            <pc:docMk/>
            <pc:sldMk cId="2152366833" sldId="2076137777"/>
            <ac:cxnSpMk id="38" creationId="{5DBD036C-608E-09D7-96C1-7A5C100D321C}"/>
          </ac:cxnSpMkLst>
        </pc:cxnChg>
      </pc:sldChg>
      <pc:sldChg chg="add">
        <pc:chgData name="Nagotu Dilip Kumar" userId="e960ee6c-1011-46fd-ab26-7447e3dfc484" providerId="ADAL" clId="{C537D0E1-F004-4867-A19F-CB629E995C3F}" dt="2026-06-29T09:07:09.082" v="2"/>
        <pc:sldMkLst>
          <pc:docMk/>
          <pc:sldMk cId="67895314" sldId="2147474868"/>
        </pc:sldMkLst>
      </pc:sldChg>
      <pc:sldChg chg="modSp mod">
        <pc:chgData name="Nagotu Dilip Kumar" userId="e960ee6c-1011-46fd-ab26-7447e3dfc484" providerId="ADAL" clId="{C537D0E1-F004-4867-A19F-CB629E995C3F}" dt="2026-06-29T13:22:58.984" v="1533" actId="207"/>
        <pc:sldMkLst>
          <pc:docMk/>
          <pc:sldMk cId="553572738" sldId="2147474869"/>
        </pc:sldMkLst>
        <pc:spChg chg="mod">
          <ac:chgData name="Nagotu Dilip Kumar" userId="e960ee6c-1011-46fd-ab26-7447e3dfc484" providerId="ADAL" clId="{C537D0E1-F004-4867-A19F-CB629E995C3F}" dt="2026-06-29T12:45:22.494" v="1263" actId="207"/>
          <ac:spMkLst>
            <pc:docMk/>
            <pc:sldMk cId="553572738" sldId="2147474869"/>
            <ac:spMk id="26" creationId="{30D8C49F-DD7C-363C-6AFE-D36E80D21CD9}"/>
          </ac:spMkLst>
        </pc:spChg>
        <pc:spChg chg="mod">
          <ac:chgData name="Nagotu Dilip Kumar" userId="e960ee6c-1011-46fd-ab26-7447e3dfc484" providerId="ADAL" clId="{C537D0E1-F004-4867-A19F-CB629E995C3F}" dt="2026-06-29T12:45:22.494" v="1263" actId="207"/>
          <ac:spMkLst>
            <pc:docMk/>
            <pc:sldMk cId="553572738" sldId="2147474869"/>
            <ac:spMk id="27" creationId="{A8617FEB-B78B-C491-7CC9-94CBC65A3B73}"/>
          </ac:spMkLst>
        </pc:spChg>
        <pc:spChg chg="mod">
          <ac:chgData name="Nagotu Dilip Kumar" userId="e960ee6c-1011-46fd-ab26-7447e3dfc484" providerId="ADAL" clId="{C537D0E1-F004-4867-A19F-CB629E995C3F}" dt="2026-06-29T12:45:22.494" v="1263" actId="207"/>
          <ac:spMkLst>
            <pc:docMk/>
            <pc:sldMk cId="553572738" sldId="2147474869"/>
            <ac:spMk id="29" creationId="{B509AB51-1874-942D-30F3-69D8E54C4FB4}"/>
          </ac:spMkLst>
        </pc:spChg>
        <pc:spChg chg="mod">
          <ac:chgData name="Nagotu Dilip Kumar" userId="e960ee6c-1011-46fd-ab26-7447e3dfc484" providerId="ADAL" clId="{C537D0E1-F004-4867-A19F-CB629E995C3F}" dt="2026-06-29T12:45:22.494" v="1263" actId="207"/>
          <ac:spMkLst>
            <pc:docMk/>
            <pc:sldMk cId="553572738" sldId="2147474869"/>
            <ac:spMk id="31" creationId="{274D546F-9776-C998-39F3-4519C51D9D08}"/>
          </ac:spMkLst>
        </pc:spChg>
        <pc:spChg chg="mod">
          <ac:chgData name="Nagotu Dilip Kumar" userId="e960ee6c-1011-46fd-ab26-7447e3dfc484" providerId="ADAL" clId="{C537D0E1-F004-4867-A19F-CB629E995C3F}" dt="2026-06-29T12:45:22.494" v="1263" actId="207"/>
          <ac:spMkLst>
            <pc:docMk/>
            <pc:sldMk cId="553572738" sldId="2147474869"/>
            <ac:spMk id="33" creationId="{B91773E1-8086-E408-3EDE-5CFC0FE461E1}"/>
          </ac:spMkLst>
        </pc:spChg>
        <pc:spChg chg="mod">
          <ac:chgData name="Nagotu Dilip Kumar" userId="e960ee6c-1011-46fd-ab26-7447e3dfc484" providerId="ADAL" clId="{C537D0E1-F004-4867-A19F-CB629E995C3F}" dt="2026-06-29T13:22:58.984" v="1533" actId="207"/>
          <ac:spMkLst>
            <pc:docMk/>
            <pc:sldMk cId="553572738" sldId="2147474869"/>
            <ac:spMk id="37" creationId="{9F853993-C0EA-71F1-2E3B-B0407D1D5AAD}"/>
          </ac:spMkLst>
        </pc:spChg>
        <pc:spChg chg="mod">
          <ac:chgData name="Nagotu Dilip Kumar" userId="e960ee6c-1011-46fd-ab26-7447e3dfc484" providerId="ADAL" clId="{C537D0E1-F004-4867-A19F-CB629E995C3F}" dt="2026-06-29T12:45:16.894" v="1261" actId="14100"/>
          <ac:spMkLst>
            <pc:docMk/>
            <pc:sldMk cId="553572738" sldId="2147474869"/>
            <ac:spMk id="41" creationId="{2C6AC5B3-F11E-CCA2-88FA-E124B3A0996B}"/>
          </ac:spMkLst>
        </pc:spChg>
      </pc:sldChg>
      <pc:sldChg chg="addSp modSp mod">
        <pc:chgData name="Nagotu Dilip Kumar" userId="e960ee6c-1011-46fd-ab26-7447e3dfc484" providerId="ADAL" clId="{C537D0E1-F004-4867-A19F-CB629E995C3F}" dt="2026-06-29T13:21:07.953" v="1531" actId="207"/>
        <pc:sldMkLst>
          <pc:docMk/>
          <pc:sldMk cId="1305668230" sldId="2147474870"/>
        </pc:sldMkLst>
        <pc:spChg chg="mod">
          <ac:chgData name="Nagotu Dilip Kumar" userId="e960ee6c-1011-46fd-ab26-7447e3dfc484" providerId="ADAL" clId="{C537D0E1-F004-4867-A19F-CB629E995C3F}" dt="2026-06-29T12:45:45.310" v="1267" actId="207"/>
          <ac:spMkLst>
            <pc:docMk/>
            <pc:sldMk cId="1305668230" sldId="2147474870"/>
            <ac:spMk id="9" creationId="{A7868FAD-0876-6366-6BE0-404723573760}"/>
          </ac:spMkLst>
        </pc:spChg>
        <pc:spChg chg="mod">
          <ac:chgData name="Nagotu Dilip Kumar" userId="e960ee6c-1011-46fd-ab26-7447e3dfc484" providerId="ADAL" clId="{C537D0E1-F004-4867-A19F-CB629E995C3F}" dt="2026-06-29T12:45:45.310" v="1267" actId="207"/>
          <ac:spMkLst>
            <pc:docMk/>
            <pc:sldMk cId="1305668230" sldId="2147474870"/>
            <ac:spMk id="10" creationId="{0CDD7D23-B28C-4CB1-827D-0E763227457D}"/>
          </ac:spMkLst>
        </pc:spChg>
        <pc:spChg chg="mod">
          <ac:chgData name="Nagotu Dilip Kumar" userId="e960ee6c-1011-46fd-ab26-7447e3dfc484" providerId="ADAL" clId="{C537D0E1-F004-4867-A19F-CB629E995C3F}" dt="2026-06-29T12:45:45.310" v="1267" actId="207"/>
          <ac:spMkLst>
            <pc:docMk/>
            <pc:sldMk cId="1305668230" sldId="2147474870"/>
            <ac:spMk id="11" creationId="{6A8DC635-761E-0495-E910-7B76307FBBA2}"/>
          </ac:spMkLst>
        </pc:spChg>
        <pc:spChg chg="mod">
          <ac:chgData name="Nagotu Dilip Kumar" userId="e960ee6c-1011-46fd-ab26-7447e3dfc484" providerId="ADAL" clId="{C537D0E1-F004-4867-A19F-CB629E995C3F}" dt="2026-06-29T13:20:15.105" v="1516" actId="2085"/>
          <ac:spMkLst>
            <pc:docMk/>
            <pc:sldMk cId="1305668230" sldId="2147474870"/>
            <ac:spMk id="12" creationId="{26A37F64-5B11-AA1D-86D1-09703195E302}"/>
          </ac:spMkLst>
        </pc:spChg>
        <pc:spChg chg="mod">
          <ac:chgData name="Nagotu Dilip Kumar" userId="e960ee6c-1011-46fd-ab26-7447e3dfc484" providerId="ADAL" clId="{C537D0E1-F004-4867-A19F-CB629E995C3F}" dt="2026-06-29T13:21:07.953" v="1531" actId="207"/>
          <ac:spMkLst>
            <pc:docMk/>
            <pc:sldMk cId="1305668230" sldId="2147474870"/>
            <ac:spMk id="14" creationId="{B27B45DC-47DB-1B7F-DA45-EDB4CA357554}"/>
          </ac:spMkLst>
        </pc:spChg>
        <pc:spChg chg="mod">
          <ac:chgData name="Nagotu Dilip Kumar" userId="e960ee6c-1011-46fd-ab26-7447e3dfc484" providerId="ADAL" clId="{C537D0E1-F004-4867-A19F-CB629E995C3F}" dt="2026-06-29T13:20:43.519" v="1525" actId="408"/>
          <ac:spMkLst>
            <pc:docMk/>
            <pc:sldMk cId="1305668230" sldId="2147474870"/>
            <ac:spMk id="15" creationId="{806D33A2-AAC5-58DA-143B-EDC6CBDAC0B9}"/>
          </ac:spMkLst>
        </pc:spChg>
        <pc:spChg chg="mod">
          <ac:chgData name="Nagotu Dilip Kumar" userId="e960ee6c-1011-46fd-ab26-7447e3dfc484" providerId="ADAL" clId="{C537D0E1-F004-4867-A19F-CB629E995C3F}" dt="2026-06-29T13:20:56.342" v="1529" actId="14100"/>
          <ac:spMkLst>
            <pc:docMk/>
            <pc:sldMk cId="1305668230" sldId="2147474870"/>
            <ac:spMk id="16" creationId="{2BA8C38F-57B8-6FC5-9D7E-77C82E5A107D}"/>
          </ac:spMkLst>
        </pc:spChg>
        <pc:spChg chg="mod">
          <ac:chgData name="Nagotu Dilip Kumar" userId="e960ee6c-1011-46fd-ab26-7447e3dfc484" providerId="ADAL" clId="{C537D0E1-F004-4867-A19F-CB629E995C3F}" dt="2026-06-29T13:21:00.724" v="1530" actId="14100"/>
          <ac:spMkLst>
            <pc:docMk/>
            <pc:sldMk cId="1305668230" sldId="2147474870"/>
            <ac:spMk id="17" creationId="{7057D962-0C89-E7A6-C1BB-C1A4A432A3A8}"/>
          </ac:spMkLst>
        </pc:spChg>
        <pc:grpChg chg="add mod">
          <ac:chgData name="Nagotu Dilip Kumar" userId="e960ee6c-1011-46fd-ab26-7447e3dfc484" providerId="ADAL" clId="{C537D0E1-F004-4867-A19F-CB629E995C3F}" dt="2026-06-29T13:20:53.874" v="1528" actId="14100"/>
          <ac:grpSpMkLst>
            <pc:docMk/>
            <pc:sldMk cId="1305668230" sldId="2147474870"/>
            <ac:grpSpMk id="25" creationId="{5CB71D87-6E3E-A64F-CD79-151053291440}"/>
          </ac:grpSpMkLst>
        </pc:grpChg>
        <pc:picChg chg="mod">
          <ac:chgData name="Nagotu Dilip Kumar" userId="e960ee6c-1011-46fd-ab26-7447e3dfc484" providerId="ADAL" clId="{C537D0E1-F004-4867-A19F-CB629E995C3F}" dt="2026-06-29T13:20:00.122" v="1513" actId="1076"/>
          <ac:picMkLst>
            <pc:docMk/>
            <pc:sldMk cId="1305668230" sldId="2147474870"/>
            <ac:picMk id="19" creationId="{E70BEE86-20E2-67FD-E60D-247AB4A9E900}"/>
          </ac:picMkLst>
        </pc:picChg>
        <pc:cxnChg chg="add mod">
          <ac:chgData name="Nagotu Dilip Kumar" userId="e960ee6c-1011-46fd-ab26-7447e3dfc484" providerId="ADAL" clId="{C537D0E1-F004-4867-A19F-CB629E995C3F}" dt="2026-06-29T13:20:50.703" v="1526" actId="164"/>
          <ac:cxnSpMkLst>
            <pc:docMk/>
            <pc:sldMk cId="1305668230" sldId="2147474870"/>
            <ac:cxnSpMk id="20" creationId="{01FC3AA3-8866-9B05-46E7-8793FB12AFBF}"/>
          </ac:cxnSpMkLst>
        </pc:cxnChg>
        <pc:cxnChg chg="add mod">
          <ac:chgData name="Nagotu Dilip Kumar" userId="e960ee6c-1011-46fd-ab26-7447e3dfc484" providerId="ADAL" clId="{C537D0E1-F004-4867-A19F-CB629E995C3F}" dt="2026-06-29T13:20:50.703" v="1526" actId="164"/>
          <ac:cxnSpMkLst>
            <pc:docMk/>
            <pc:sldMk cId="1305668230" sldId="2147474870"/>
            <ac:cxnSpMk id="22" creationId="{C3656F15-2BA4-F989-CC60-0C8DCE7FC583}"/>
          </ac:cxnSpMkLst>
        </pc:cxnChg>
        <pc:cxnChg chg="add mod">
          <ac:chgData name="Nagotu Dilip Kumar" userId="e960ee6c-1011-46fd-ab26-7447e3dfc484" providerId="ADAL" clId="{C537D0E1-F004-4867-A19F-CB629E995C3F}" dt="2026-06-29T13:20:50.703" v="1526" actId="164"/>
          <ac:cxnSpMkLst>
            <pc:docMk/>
            <pc:sldMk cId="1305668230" sldId="2147474870"/>
            <ac:cxnSpMk id="24" creationId="{7D5A3376-4A75-885B-9AB9-43F7FCF579A4}"/>
          </ac:cxnSpMkLst>
        </pc:cxnChg>
      </pc:sldChg>
      <pc:sldChg chg="modSp mod">
        <pc:chgData name="Nagotu Dilip Kumar" userId="e960ee6c-1011-46fd-ab26-7447e3dfc484" providerId="ADAL" clId="{C537D0E1-F004-4867-A19F-CB629E995C3F}" dt="2026-06-29T13:23:35.379" v="1534" actId="1076"/>
        <pc:sldMkLst>
          <pc:docMk/>
          <pc:sldMk cId="1014566364" sldId="2147474871"/>
        </pc:sldMkLst>
      </pc:sldChg>
      <pc:sldChg chg="addSp delSp modSp add mod">
        <pc:chgData name="Nagotu Dilip Kumar" userId="e960ee6c-1011-46fd-ab26-7447e3dfc484" providerId="ADAL" clId="{C537D0E1-F004-4867-A19F-CB629E995C3F}" dt="2026-06-29T11:31:40.613" v="269" actId="1076"/>
        <pc:sldMkLst>
          <pc:docMk/>
          <pc:sldMk cId="3002218494" sldId="2147474877"/>
        </pc:sldMkLst>
        <pc:spChg chg="mod">
          <ac:chgData name="Nagotu Dilip Kumar" userId="e960ee6c-1011-46fd-ab26-7447e3dfc484" providerId="ADAL" clId="{C537D0E1-F004-4867-A19F-CB629E995C3F}" dt="2026-06-29T11:31:26.847" v="259" actId="1076"/>
          <ac:spMkLst>
            <pc:docMk/>
            <pc:sldMk cId="3002218494" sldId="2147474877"/>
            <ac:spMk id="3" creationId="{8C2BDCA4-A765-4EDC-268D-6345C9CB6CFA}"/>
          </ac:spMkLst>
        </pc:spChg>
        <pc:spChg chg="mod">
          <ac:chgData name="Nagotu Dilip Kumar" userId="e960ee6c-1011-46fd-ab26-7447e3dfc484" providerId="ADAL" clId="{C537D0E1-F004-4867-A19F-CB629E995C3F}" dt="2026-06-29T11:31:22.750" v="258" actId="1076"/>
          <ac:spMkLst>
            <pc:docMk/>
            <pc:sldMk cId="3002218494" sldId="2147474877"/>
            <ac:spMk id="6" creationId="{3A5D230B-DA61-5BD6-2DFD-093DFEB7CC8B}"/>
          </ac:spMkLst>
        </pc:spChg>
        <pc:spChg chg="add mod">
          <ac:chgData name="Nagotu Dilip Kumar" userId="e960ee6c-1011-46fd-ab26-7447e3dfc484" providerId="ADAL" clId="{C537D0E1-F004-4867-A19F-CB629E995C3F}" dt="2026-06-29T11:31:32.955" v="265" actId="14100"/>
          <ac:spMkLst>
            <pc:docMk/>
            <pc:sldMk cId="3002218494" sldId="2147474877"/>
            <ac:spMk id="7" creationId="{02B69F8F-EB1A-85CE-C3B1-32DC6D84F799}"/>
          </ac:spMkLst>
        </pc:spChg>
        <pc:spChg chg="add mod">
          <ac:chgData name="Nagotu Dilip Kumar" userId="e960ee6c-1011-46fd-ab26-7447e3dfc484" providerId="ADAL" clId="{C537D0E1-F004-4867-A19F-CB629E995C3F}" dt="2026-06-29T11:31:22.750" v="258" actId="1076"/>
          <ac:spMkLst>
            <pc:docMk/>
            <pc:sldMk cId="3002218494" sldId="2147474877"/>
            <ac:spMk id="8" creationId="{B935D890-11B7-9BDB-E890-BD5B1F41077E}"/>
          </ac:spMkLst>
        </pc:spChg>
        <pc:spChg chg="add mod">
          <ac:chgData name="Nagotu Dilip Kumar" userId="e960ee6c-1011-46fd-ab26-7447e3dfc484" providerId="ADAL" clId="{C537D0E1-F004-4867-A19F-CB629E995C3F}" dt="2026-06-29T11:31:35.293" v="266" actId="14100"/>
          <ac:spMkLst>
            <pc:docMk/>
            <pc:sldMk cId="3002218494" sldId="2147474877"/>
            <ac:spMk id="9" creationId="{98F1B05D-44AC-C23A-151C-757ABAA15483}"/>
          </ac:spMkLst>
        </pc:spChg>
        <pc:spChg chg="add mod">
          <ac:chgData name="Nagotu Dilip Kumar" userId="e960ee6c-1011-46fd-ab26-7447e3dfc484" providerId="ADAL" clId="{C537D0E1-F004-4867-A19F-CB629E995C3F}" dt="2026-06-29T11:31:22.750" v="258" actId="1076"/>
          <ac:spMkLst>
            <pc:docMk/>
            <pc:sldMk cId="3002218494" sldId="2147474877"/>
            <ac:spMk id="10" creationId="{9143BED2-33B6-627C-C3E6-9E59BDAB54C6}"/>
          </ac:spMkLst>
        </pc:spChg>
        <pc:spChg chg="add mod">
          <ac:chgData name="Nagotu Dilip Kumar" userId="e960ee6c-1011-46fd-ab26-7447e3dfc484" providerId="ADAL" clId="{C537D0E1-F004-4867-A19F-CB629E995C3F}" dt="2026-06-29T11:31:37.133" v="267" actId="14100"/>
          <ac:spMkLst>
            <pc:docMk/>
            <pc:sldMk cId="3002218494" sldId="2147474877"/>
            <ac:spMk id="12" creationId="{88817465-24DC-2C2B-B5F6-09CF4000C47D}"/>
          </ac:spMkLst>
        </pc:spChg>
        <pc:spChg chg="add mod">
          <ac:chgData name="Nagotu Dilip Kumar" userId="e960ee6c-1011-46fd-ab26-7447e3dfc484" providerId="ADAL" clId="{C537D0E1-F004-4867-A19F-CB629E995C3F}" dt="2026-06-29T11:31:22.750" v="258" actId="1076"/>
          <ac:spMkLst>
            <pc:docMk/>
            <pc:sldMk cId="3002218494" sldId="2147474877"/>
            <ac:spMk id="13" creationId="{C63F94D5-37C2-A9C2-9D29-CE1657837FA9}"/>
          </ac:spMkLst>
        </pc:spChg>
        <pc:spChg chg="add mod">
          <ac:chgData name="Nagotu Dilip Kumar" userId="e960ee6c-1011-46fd-ab26-7447e3dfc484" providerId="ADAL" clId="{C537D0E1-F004-4867-A19F-CB629E995C3F}" dt="2026-06-29T11:31:40.613" v="269" actId="1076"/>
          <ac:spMkLst>
            <pc:docMk/>
            <pc:sldMk cId="3002218494" sldId="2147474877"/>
            <ac:spMk id="14" creationId="{C45E0ABC-0B76-DDD9-7CE4-544DCBB3F49A}"/>
          </ac:spMkLst>
        </pc:spChg>
        <pc:spChg chg="add mod">
          <ac:chgData name="Nagotu Dilip Kumar" userId="e960ee6c-1011-46fd-ab26-7447e3dfc484" providerId="ADAL" clId="{C537D0E1-F004-4867-A19F-CB629E995C3F}" dt="2026-06-29T11:31:22.750" v="258" actId="1076"/>
          <ac:spMkLst>
            <pc:docMk/>
            <pc:sldMk cId="3002218494" sldId="2147474877"/>
            <ac:spMk id="15" creationId="{CF98385C-D343-18FA-80F4-C80DAE769C3B}"/>
          </ac:spMkLst>
        </pc:spChg>
        <pc:spChg chg="add mod">
          <ac:chgData name="Nagotu Dilip Kumar" userId="e960ee6c-1011-46fd-ab26-7447e3dfc484" providerId="ADAL" clId="{C537D0E1-F004-4867-A19F-CB629E995C3F}" dt="2026-06-29T11:27:09.410" v="191" actId="14100"/>
          <ac:spMkLst>
            <pc:docMk/>
            <pc:sldMk cId="3002218494" sldId="2147474877"/>
            <ac:spMk id="17" creationId="{FC17F549-5D9E-B912-BA79-DBE6B6EFC08F}"/>
          </ac:spMkLst>
        </pc:spChg>
        <pc:spChg chg="mod">
          <ac:chgData name="Nagotu Dilip Kumar" userId="e960ee6c-1011-46fd-ab26-7447e3dfc484" providerId="ADAL" clId="{C537D0E1-F004-4867-A19F-CB629E995C3F}" dt="2026-06-29T11:26:28.726" v="179" actId="207"/>
          <ac:spMkLst>
            <pc:docMk/>
            <pc:sldMk cId="3002218494" sldId="2147474877"/>
            <ac:spMk id="19" creationId="{80035505-6F5D-B3CE-946A-4CA7DE122B1F}"/>
          </ac:spMkLst>
        </pc:spChg>
        <pc:spChg chg="mod">
          <ac:chgData name="Nagotu Dilip Kumar" userId="e960ee6c-1011-46fd-ab26-7447e3dfc484" providerId="ADAL" clId="{C537D0E1-F004-4867-A19F-CB629E995C3F}" dt="2026-06-29T11:27:01.131" v="187" actId="6549"/>
          <ac:spMkLst>
            <pc:docMk/>
            <pc:sldMk cId="3002218494" sldId="2147474877"/>
            <ac:spMk id="20" creationId="{1D0410BC-95D5-FAF9-5F2E-DAD41A735B8F}"/>
          </ac:spMkLst>
        </pc:spChg>
        <pc:spChg chg="mod">
          <ac:chgData name="Nagotu Dilip Kumar" userId="e960ee6c-1011-46fd-ab26-7447e3dfc484" providerId="ADAL" clId="{C537D0E1-F004-4867-A19F-CB629E995C3F}" dt="2026-06-29T11:27:18.364" v="193" actId="207"/>
          <ac:spMkLst>
            <pc:docMk/>
            <pc:sldMk cId="3002218494" sldId="2147474877"/>
            <ac:spMk id="21" creationId="{002E904B-5F2C-9DF7-4C73-325AF2009A3F}"/>
          </ac:spMkLst>
        </pc:spChg>
        <pc:spChg chg="mod">
          <ac:chgData name="Nagotu Dilip Kumar" userId="e960ee6c-1011-46fd-ab26-7447e3dfc484" providerId="ADAL" clId="{C537D0E1-F004-4867-A19F-CB629E995C3F}" dt="2026-06-29T11:27:24.647" v="194"/>
          <ac:spMkLst>
            <pc:docMk/>
            <pc:sldMk cId="3002218494" sldId="2147474877"/>
            <ac:spMk id="22" creationId="{7FDC05A5-A5B1-540A-DC60-1528C1C9CEF6}"/>
          </ac:spMkLst>
        </pc:spChg>
        <pc:picChg chg="mod">
          <ac:chgData name="Nagotu Dilip Kumar" userId="e960ee6c-1011-46fd-ab26-7447e3dfc484" providerId="ADAL" clId="{C537D0E1-F004-4867-A19F-CB629E995C3F}" dt="2026-06-29T11:29:36.233" v="223" actId="207"/>
          <ac:picMkLst>
            <pc:docMk/>
            <pc:sldMk cId="3002218494" sldId="2147474877"/>
            <ac:picMk id="24" creationId="{1BF52F77-FBA8-8D1E-88AE-3458AEF62E04}"/>
          </ac:picMkLst>
        </pc:picChg>
        <pc:picChg chg="mod">
          <ac:chgData name="Nagotu Dilip Kumar" userId="e960ee6c-1011-46fd-ab26-7447e3dfc484" providerId="ADAL" clId="{C537D0E1-F004-4867-A19F-CB629E995C3F}" dt="2026-06-29T11:29:40.899" v="224" actId="207"/>
          <ac:picMkLst>
            <pc:docMk/>
            <pc:sldMk cId="3002218494" sldId="2147474877"/>
            <ac:picMk id="28" creationId="{E7A5BD2E-51F6-8C77-62C9-29CFC957E881}"/>
          </ac:picMkLst>
        </pc:picChg>
        <pc:picChg chg="mod">
          <ac:chgData name="Nagotu Dilip Kumar" userId="e960ee6c-1011-46fd-ab26-7447e3dfc484" providerId="ADAL" clId="{C537D0E1-F004-4867-A19F-CB629E995C3F}" dt="2026-06-29T11:29:56.487" v="230" actId="2085"/>
          <ac:picMkLst>
            <pc:docMk/>
            <pc:sldMk cId="3002218494" sldId="2147474877"/>
            <ac:picMk id="32" creationId="{24DFE6DE-73FE-D4F3-36AC-7C917D2C31EC}"/>
          </ac:picMkLst>
        </pc:picChg>
      </pc:sldChg>
      <pc:sldChg chg="addSp delSp modSp add mod">
        <pc:chgData name="Nagotu Dilip Kumar" userId="e960ee6c-1011-46fd-ab26-7447e3dfc484" providerId="ADAL" clId="{C537D0E1-F004-4867-A19F-CB629E995C3F}" dt="2026-07-12T05:28:49.574" v="2841" actId="113"/>
        <pc:sldMkLst>
          <pc:docMk/>
          <pc:sldMk cId="1636211531" sldId="2147474879"/>
        </pc:sldMkLst>
        <pc:spChg chg="mod">
          <ac:chgData name="Nagotu Dilip Kumar" userId="e960ee6c-1011-46fd-ab26-7447e3dfc484" providerId="ADAL" clId="{C537D0E1-F004-4867-A19F-CB629E995C3F}" dt="2026-07-12T05:28:49.574" v="2841" actId="113"/>
          <ac:spMkLst>
            <pc:docMk/>
            <pc:sldMk cId="1636211531" sldId="2147474879"/>
            <ac:spMk id="2" creationId="{4A3D47B9-9300-2DA7-9C15-1D5E7E9989B7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7" creationId="{B93664D7-EB4D-2C1A-A884-1A1B9B98F83F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9" creationId="{F8485356-CDB7-B1CF-93CF-76FC645BFB7F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15" creationId="{DCCC31EC-317F-10E8-9493-63D25CDB5E25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32" creationId="{09AFF4C9-C530-6442-13EE-FC8AB8E3C689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33" creationId="{7CDE1E92-4692-C9FA-34C7-C0BB355F7A8F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34" creationId="{A409A8B8-9D2A-CD61-2A9F-DEA65A983BA9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41" creationId="{EA673C35-8FBB-C407-5A29-3296E00E72C9}"/>
          </ac:spMkLst>
        </pc:spChg>
        <pc:spChg chg="add mod">
          <ac:chgData name="Nagotu Dilip Kumar" userId="e960ee6c-1011-46fd-ab26-7447e3dfc484" providerId="ADAL" clId="{C537D0E1-F004-4867-A19F-CB629E995C3F}" dt="2026-06-29T11:57:43.927" v="661" actId="14100"/>
          <ac:spMkLst>
            <pc:docMk/>
            <pc:sldMk cId="1636211531" sldId="2147474879"/>
            <ac:spMk id="42" creationId="{48AE6922-A729-EF5A-B6E8-16AFD2648D0E}"/>
          </ac:spMkLst>
        </pc:spChg>
        <pc:spChg chg="add mod">
          <ac:chgData name="Nagotu Dilip Kumar" userId="e960ee6c-1011-46fd-ab26-7447e3dfc484" providerId="ADAL" clId="{C537D0E1-F004-4867-A19F-CB629E995C3F}" dt="2026-06-29T11:57:46.215" v="662" actId="1076"/>
          <ac:spMkLst>
            <pc:docMk/>
            <pc:sldMk cId="1636211531" sldId="2147474879"/>
            <ac:spMk id="43" creationId="{79DC98FB-11A7-E82B-5027-EA20FD6EB0F2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45" creationId="{6A737FC1-76A8-CAA3-4110-FDEC6A732916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46" creationId="{EE4FC360-5039-80E3-E713-D32420574655}"/>
          </ac:spMkLst>
        </pc:spChg>
        <pc:spChg chg="add mod">
          <ac:chgData name="Nagotu Dilip Kumar" userId="e960ee6c-1011-46fd-ab26-7447e3dfc484" providerId="ADAL" clId="{C537D0E1-F004-4867-A19F-CB629E995C3F}" dt="2026-06-29T11:58:31.653" v="684" actId="1035"/>
          <ac:spMkLst>
            <pc:docMk/>
            <pc:sldMk cId="1636211531" sldId="2147474879"/>
            <ac:spMk id="47" creationId="{88E51E2F-4349-938D-01E8-0084AE915AAB}"/>
          </ac:spMkLst>
        </pc:spChg>
        <pc:picChg chg="add mod">
          <ac:chgData name="Nagotu Dilip Kumar" userId="e960ee6c-1011-46fd-ab26-7447e3dfc484" providerId="ADAL" clId="{C537D0E1-F004-4867-A19F-CB629E995C3F}" dt="2026-06-29T11:56:38.769" v="643" actId="12788"/>
          <ac:picMkLst>
            <pc:docMk/>
            <pc:sldMk cId="1636211531" sldId="2147474879"/>
            <ac:picMk id="22" creationId="{E84D8DFB-1EB9-0B08-42B1-E0342C6E25DD}"/>
          </ac:picMkLst>
        </pc:picChg>
        <pc:picChg chg="add mod">
          <ac:chgData name="Nagotu Dilip Kumar" userId="e960ee6c-1011-46fd-ab26-7447e3dfc484" providerId="ADAL" clId="{C537D0E1-F004-4867-A19F-CB629E995C3F}" dt="2026-06-29T11:57:10.180" v="653" actId="1076"/>
          <ac:picMkLst>
            <pc:docMk/>
            <pc:sldMk cId="1636211531" sldId="2147474879"/>
            <ac:picMk id="36" creationId="{C7A34400-B496-3D0A-856B-A2641970C4D7}"/>
          </ac:picMkLst>
        </pc:picChg>
        <pc:picChg chg="add mod">
          <ac:chgData name="Nagotu Dilip Kumar" userId="e960ee6c-1011-46fd-ab26-7447e3dfc484" providerId="ADAL" clId="{C537D0E1-F004-4867-A19F-CB629E995C3F}" dt="2026-06-29T11:57:59.948" v="667" actId="1076"/>
          <ac:picMkLst>
            <pc:docMk/>
            <pc:sldMk cId="1636211531" sldId="2147474879"/>
            <ac:picMk id="49" creationId="{46D98ACB-1EF1-F974-EF7E-4AF5C2B70E2B}"/>
          </ac:picMkLst>
        </pc:picChg>
        <pc:picChg chg="add mod">
          <ac:chgData name="Nagotu Dilip Kumar" userId="e960ee6c-1011-46fd-ab26-7447e3dfc484" providerId="ADAL" clId="{C537D0E1-F004-4867-A19F-CB629E995C3F}" dt="2026-06-29T11:58:26.356" v="675" actId="1076"/>
          <ac:picMkLst>
            <pc:docMk/>
            <pc:sldMk cId="1636211531" sldId="2147474879"/>
            <ac:picMk id="50" creationId="{9C735DDC-E08B-4F80-91E0-462C5395C1DE}"/>
          </ac:picMkLst>
        </pc:picChg>
        <pc:cxnChg chg="add mod">
          <ac:chgData name="Nagotu Dilip Kumar" userId="e960ee6c-1011-46fd-ab26-7447e3dfc484" providerId="ADAL" clId="{C537D0E1-F004-4867-A19F-CB629E995C3F}" dt="2026-06-29T11:56:03.151" v="627" actId="1076"/>
          <ac:cxnSpMkLst>
            <pc:docMk/>
            <pc:sldMk cId="1636211531" sldId="2147474879"/>
            <ac:cxnSpMk id="17" creationId="{C6FA97A5-5D07-755C-F2DB-ACB2F3041149}"/>
          </ac:cxnSpMkLst>
        </pc:cxnChg>
      </pc:sldChg>
      <pc:sldChg chg="addSp delSp modSp new mod">
        <pc:chgData name="Nagotu Dilip Kumar" userId="e960ee6c-1011-46fd-ab26-7447e3dfc484" providerId="ADAL" clId="{C537D0E1-F004-4867-A19F-CB629E995C3F}" dt="2026-06-29T12:12:21.956" v="835" actId="207"/>
        <pc:sldMkLst>
          <pc:docMk/>
          <pc:sldMk cId="2685246618" sldId="2147474883"/>
        </pc:sldMkLst>
        <pc:spChg chg="mod">
          <ac:chgData name="Nagotu Dilip Kumar" userId="e960ee6c-1011-46fd-ab26-7447e3dfc484" providerId="ADAL" clId="{C537D0E1-F004-4867-A19F-CB629E995C3F}" dt="2026-06-29T12:11:05.570" v="824"/>
          <ac:spMkLst>
            <pc:docMk/>
            <pc:sldMk cId="2685246618" sldId="2147474883"/>
            <ac:spMk id="2" creationId="{5F12E4B9-C3E1-75E0-F51C-A443A70EC359}"/>
          </ac:spMkLst>
        </pc:spChg>
        <pc:spChg chg="mod">
          <ac:chgData name="Nagotu Dilip Kumar" userId="e960ee6c-1011-46fd-ab26-7447e3dfc484" providerId="ADAL" clId="{C537D0E1-F004-4867-A19F-CB629E995C3F}" dt="2026-06-29T12:11:37.402" v="825"/>
          <ac:spMkLst>
            <pc:docMk/>
            <pc:sldMk cId="2685246618" sldId="2147474883"/>
            <ac:spMk id="13" creationId="{75DCADBC-37BE-8C5D-EFB8-1FB0FF29C446}"/>
          </ac:spMkLst>
        </pc:spChg>
        <pc:spChg chg="mod">
          <ac:chgData name="Nagotu Dilip Kumar" userId="e960ee6c-1011-46fd-ab26-7447e3dfc484" providerId="ADAL" clId="{C537D0E1-F004-4867-A19F-CB629E995C3F}" dt="2026-06-29T12:11:37.402" v="825"/>
          <ac:spMkLst>
            <pc:docMk/>
            <pc:sldMk cId="2685246618" sldId="2147474883"/>
            <ac:spMk id="14" creationId="{32BEFEC7-5437-AD20-4AA5-1BE49ABF10E9}"/>
          </ac:spMkLst>
        </pc:spChg>
        <pc:spChg chg="mod">
          <ac:chgData name="Nagotu Dilip Kumar" userId="e960ee6c-1011-46fd-ab26-7447e3dfc484" providerId="ADAL" clId="{C537D0E1-F004-4867-A19F-CB629E995C3F}" dt="2026-06-29T12:11:37.402" v="825"/>
          <ac:spMkLst>
            <pc:docMk/>
            <pc:sldMk cId="2685246618" sldId="2147474883"/>
            <ac:spMk id="21" creationId="{C29CD3EF-8897-EB16-F2A3-2F61D273E682}"/>
          </ac:spMkLst>
        </pc:spChg>
        <pc:spChg chg="add 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22" creationId="{50CE2876-8D5E-21DF-A726-B98BADBE11AA}"/>
          </ac:spMkLst>
        </pc:spChg>
        <pc:spChg chg="add mod">
          <ac:chgData name="Nagotu Dilip Kumar" userId="e960ee6c-1011-46fd-ab26-7447e3dfc484" providerId="ADAL" clId="{C537D0E1-F004-4867-A19F-CB629E995C3F}" dt="2026-06-29T12:11:37.402" v="825"/>
          <ac:spMkLst>
            <pc:docMk/>
            <pc:sldMk cId="2685246618" sldId="2147474883"/>
            <ac:spMk id="23" creationId="{E5189EEB-F81C-30E7-9076-00E424857AF1}"/>
          </ac:spMkLst>
        </pc:spChg>
        <pc:spChg chg="add 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24" creationId="{B4255396-3993-7CA9-CEF9-674B7AF4589B}"/>
          </ac:spMkLst>
        </pc:spChg>
        <pc:spChg chg="mod">
          <ac:chgData name="Nagotu Dilip Kumar" userId="e960ee6c-1011-46fd-ab26-7447e3dfc484" providerId="ADAL" clId="{C537D0E1-F004-4867-A19F-CB629E995C3F}" dt="2026-06-29T12:12:21.956" v="835" actId="207"/>
          <ac:spMkLst>
            <pc:docMk/>
            <pc:sldMk cId="2685246618" sldId="2147474883"/>
            <ac:spMk id="25" creationId="{BD0FCE8C-83BC-9732-4A07-9A3AC2489BFD}"/>
          </ac:spMkLst>
        </pc:spChg>
        <pc:spChg chg="add 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26" creationId="{0D5657D2-B64E-DF52-2863-3AEC5151A4F8}"/>
          </ac:spMkLst>
        </pc:spChg>
        <pc:spChg chg="mod ord">
          <ac:chgData name="Nagotu Dilip Kumar" userId="e960ee6c-1011-46fd-ab26-7447e3dfc484" providerId="ADAL" clId="{C537D0E1-F004-4867-A19F-CB629E995C3F}" dt="2026-06-29T12:12:19.797" v="834" actId="207"/>
          <ac:spMkLst>
            <pc:docMk/>
            <pc:sldMk cId="2685246618" sldId="2147474883"/>
            <ac:spMk id="27" creationId="{16FC3D3E-87A3-6E4E-1720-E541199DDB55}"/>
          </ac:spMkLst>
        </pc:spChg>
        <pc:spChg chg="add mod">
          <ac:chgData name="Nagotu Dilip Kumar" userId="e960ee6c-1011-46fd-ab26-7447e3dfc484" providerId="ADAL" clId="{C537D0E1-F004-4867-A19F-CB629E995C3F}" dt="2026-06-29T12:11:37.402" v="825"/>
          <ac:spMkLst>
            <pc:docMk/>
            <pc:sldMk cId="2685246618" sldId="2147474883"/>
            <ac:spMk id="30" creationId="{73808F9C-CB3C-03E9-7F52-0B93412BBB99}"/>
          </ac:spMkLst>
        </pc:spChg>
        <pc:spChg chg="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32" creationId="{EFE8C25B-F3D1-8314-6834-4EE229940E86}"/>
          </ac:spMkLst>
        </pc:spChg>
        <pc:spChg chg="add 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33" creationId="{D11AE1FC-7E71-CB7C-D3FF-E05666A877D9}"/>
          </ac:spMkLst>
        </pc:spChg>
        <pc:spChg chg="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34" creationId="{2CC126C0-9BD8-AB3F-33F8-2E230583ADB0}"/>
          </ac:spMkLst>
        </pc:spChg>
        <pc:spChg chg="add 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35" creationId="{51D0EFE7-1F95-8FCA-CE88-FB23052E4C44}"/>
          </ac:spMkLst>
        </pc:spChg>
        <pc:spChg chg="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36" creationId="{46FFDA48-6127-5355-ED77-4AD69529AA52}"/>
          </ac:spMkLst>
        </pc:spChg>
        <pc:spChg chg="mod ord">
          <ac:chgData name="Nagotu Dilip Kumar" userId="e960ee6c-1011-46fd-ab26-7447e3dfc484" providerId="ADAL" clId="{C537D0E1-F004-4867-A19F-CB629E995C3F}" dt="2026-06-29T12:11:44.341" v="827" actId="207"/>
          <ac:spMkLst>
            <pc:docMk/>
            <pc:sldMk cId="2685246618" sldId="2147474883"/>
            <ac:spMk id="39" creationId="{C4B11C53-3CEC-1148-ABA4-66616B23D4A6}"/>
          </ac:spMkLst>
        </pc:spChg>
        <pc:picChg chg="mod">
          <ac:chgData name="Nagotu Dilip Kumar" userId="e960ee6c-1011-46fd-ab26-7447e3dfc484" providerId="ADAL" clId="{C537D0E1-F004-4867-A19F-CB629E995C3F}" dt="2026-06-29T12:12:16.130" v="833" actId="207"/>
          <ac:picMkLst>
            <pc:docMk/>
            <pc:sldMk cId="2685246618" sldId="2147474883"/>
            <ac:picMk id="43" creationId="{2C515384-99ED-3983-E8A2-45FA7DE8D05B}"/>
          </ac:picMkLst>
        </pc:picChg>
        <pc:picChg chg="mod">
          <ac:chgData name="Nagotu Dilip Kumar" userId="e960ee6c-1011-46fd-ab26-7447e3dfc484" providerId="ADAL" clId="{C537D0E1-F004-4867-A19F-CB629E995C3F}" dt="2026-06-29T12:11:58.020" v="829" actId="207"/>
          <ac:picMkLst>
            <pc:docMk/>
            <pc:sldMk cId="2685246618" sldId="2147474883"/>
            <ac:picMk id="44" creationId="{E63EA82E-0156-F1D7-FF1B-F9C738E5F37A}"/>
          </ac:picMkLst>
        </pc:picChg>
        <pc:picChg chg="mod">
          <ac:chgData name="Nagotu Dilip Kumar" userId="e960ee6c-1011-46fd-ab26-7447e3dfc484" providerId="ADAL" clId="{C537D0E1-F004-4867-A19F-CB629E995C3F}" dt="2026-06-29T12:12:06.822" v="830" actId="207"/>
          <ac:picMkLst>
            <pc:docMk/>
            <pc:sldMk cId="2685246618" sldId="2147474883"/>
            <ac:picMk id="45" creationId="{EB0238BF-04CE-A0A5-0742-AA96324FFD12}"/>
          </ac:picMkLst>
        </pc:picChg>
        <pc:picChg chg="mod">
          <ac:chgData name="Nagotu Dilip Kumar" userId="e960ee6c-1011-46fd-ab26-7447e3dfc484" providerId="ADAL" clId="{C537D0E1-F004-4867-A19F-CB629E995C3F}" dt="2026-06-29T12:12:10.540" v="831" actId="207"/>
          <ac:picMkLst>
            <pc:docMk/>
            <pc:sldMk cId="2685246618" sldId="2147474883"/>
            <ac:picMk id="46" creationId="{BCC8FE69-7744-E749-C0DB-D1093A232CB1}"/>
          </ac:picMkLst>
        </pc:picChg>
        <pc:picChg chg="mod">
          <ac:chgData name="Nagotu Dilip Kumar" userId="e960ee6c-1011-46fd-ab26-7447e3dfc484" providerId="ADAL" clId="{C537D0E1-F004-4867-A19F-CB629E995C3F}" dt="2026-06-29T12:12:14.088" v="832" actId="207"/>
          <ac:picMkLst>
            <pc:docMk/>
            <pc:sldMk cId="2685246618" sldId="2147474883"/>
            <ac:picMk id="47" creationId="{9DA8AF67-3625-045E-F0C5-6554CE0B8E1C}"/>
          </ac:picMkLst>
        </pc:picChg>
        <pc:cxnChg chg="mod">
          <ac:chgData name="Nagotu Dilip Kumar" userId="e960ee6c-1011-46fd-ab26-7447e3dfc484" providerId="ADAL" clId="{C537D0E1-F004-4867-A19F-CB629E995C3F}" dt="2026-06-29T12:11:53.899" v="828" actId="208"/>
          <ac:cxnSpMkLst>
            <pc:docMk/>
            <pc:sldMk cId="2685246618" sldId="2147474883"/>
            <ac:cxnSpMk id="28" creationId="{68CB7335-E281-2BE5-75C3-BE21DC8D8B3D}"/>
          </ac:cxnSpMkLst>
        </pc:cxnChg>
        <pc:cxnChg chg="mod">
          <ac:chgData name="Nagotu Dilip Kumar" userId="e960ee6c-1011-46fd-ab26-7447e3dfc484" providerId="ADAL" clId="{C537D0E1-F004-4867-A19F-CB629E995C3F}" dt="2026-06-29T12:11:53.899" v="828" actId="208"/>
          <ac:cxnSpMkLst>
            <pc:docMk/>
            <pc:sldMk cId="2685246618" sldId="2147474883"/>
            <ac:cxnSpMk id="31" creationId="{72C35843-E07C-0248-3611-EB0FC19DFEC1}"/>
          </ac:cxnSpMkLst>
        </pc:cxnChg>
        <pc:cxnChg chg="mod">
          <ac:chgData name="Nagotu Dilip Kumar" userId="e960ee6c-1011-46fd-ab26-7447e3dfc484" providerId="ADAL" clId="{C537D0E1-F004-4867-A19F-CB629E995C3F}" dt="2026-06-29T12:11:53.899" v="828" actId="208"/>
          <ac:cxnSpMkLst>
            <pc:docMk/>
            <pc:sldMk cId="2685246618" sldId="2147474883"/>
            <ac:cxnSpMk id="38" creationId="{3EE32E04-9FB4-A597-A01D-5CF2867F7325}"/>
          </ac:cxnSpMkLst>
        </pc:cxnChg>
        <pc:cxnChg chg="mod">
          <ac:chgData name="Nagotu Dilip Kumar" userId="e960ee6c-1011-46fd-ab26-7447e3dfc484" providerId="ADAL" clId="{C537D0E1-F004-4867-A19F-CB629E995C3F}" dt="2026-06-29T12:11:53.899" v="828" actId="208"/>
          <ac:cxnSpMkLst>
            <pc:docMk/>
            <pc:sldMk cId="2685246618" sldId="2147474883"/>
            <ac:cxnSpMk id="41" creationId="{95FFC902-4A89-7140-64ED-3A4E9EA7F838}"/>
          </ac:cxnSpMkLst>
        </pc:cxnChg>
        <pc:cxnChg chg="mod">
          <ac:chgData name="Nagotu Dilip Kumar" userId="e960ee6c-1011-46fd-ab26-7447e3dfc484" providerId="ADAL" clId="{C537D0E1-F004-4867-A19F-CB629E995C3F}" dt="2026-06-29T12:11:53.899" v="828" actId="208"/>
          <ac:cxnSpMkLst>
            <pc:docMk/>
            <pc:sldMk cId="2685246618" sldId="2147474883"/>
            <ac:cxnSpMk id="42" creationId="{E2E6AF79-A2B7-A71B-B4D9-AD73CA348218}"/>
          </ac:cxnSpMkLst>
        </pc:cxnChg>
      </pc:sldChg>
      <pc:sldChg chg="addSp delSp modSp new mod">
        <pc:chgData name="Nagotu Dilip Kumar" userId="e960ee6c-1011-46fd-ab26-7447e3dfc484" providerId="ADAL" clId="{C537D0E1-F004-4867-A19F-CB629E995C3F}" dt="2026-07-12T05:29:18.722" v="2848" actId="113"/>
        <pc:sldMkLst>
          <pc:docMk/>
          <pc:sldMk cId="3216750113" sldId="2147474885"/>
        </pc:sldMkLst>
        <pc:spChg chg="mod">
          <ac:chgData name="Nagotu Dilip Kumar" userId="e960ee6c-1011-46fd-ab26-7447e3dfc484" providerId="ADAL" clId="{C537D0E1-F004-4867-A19F-CB629E995C3F}" dt="2026-07-10T17:04:12.739" v="2801" actId="2085"/>
          <ac:spMkLst>
            <pc:docMk/>
            <pc:sldMk cId="3216750113" sldId="2147474885"/>
            <ac:spMk id="12" creationId="{28496D7D-617F-FD28-B682-FF0308FC5522}"/>
          </ac:spMkLst>
        </pc:spChg>
        <pc:spChg chg="add mod">
          <ac:chgData name="Nagotu Dilip Kumar" userId="e960ee6c-1011-46fd-ab26-7447e3dfc484" providerId="ADAL" clId="{C537D0E1-F004-4867-A19F-CB629E995C3F}" dt="2026-07-10T17:04:12.739" v="2801" actId="2085"/>
          <ac:spMkLst>
            <pc:docMk/>
            <pc:sldMk cId="3216750113" sldId="2147474885"/>
            <ac:spMk id="13" creationId="{0AB2A229-46D9-A1F1-FAEA-5010D067B3BF}"/>
          </ac:spMkLst>
        </pc:spChg>
        <pc:spChg chg="add mod">
          <ac:chgData name="Nagotu Dilip Kumar" userId="e960ee6c-1011-46fd-ab26-7447e3dfc484" providerId="ADAL" clId="{C537D0E1-F004-4867-A19F-CB629E995C3F}" dt="2026-06-29T12:14:23.063" v="877" actId="1036"/>
          <ac:spMkLst>
            <pc:docMk/>
            <pc:sldMk cId="3216750113" sldId="2147474885"/>
            <ac:spMk id="14" creationId="{A8CD9C2F-9A54-10B5-FBA1-31F90F9AC2B1}"/>
          </ac:spMkLst>
        </pc:spChg>
        <pc:spChg chg="add mod">
          <ac:chgData name="Nagotu Dilip Kumar" userId="e960ee6c-1011-46fd-ab26-7447e3dfc484" providerId="ADAL" clId="{C537D0E1-F004-4867-A19F-CB629E995C3F}" dt="2026-06-29T12:14:23.063" v="877" actId="1036"/>
          <ac:spMkLst>
            <pc:docMk/>
            <pc:sldMk cId="3216750113" sldId="2147474885"/>
            <ac:spMk id="15" creationId="{D6429991-141E-6816-6AEF-57871A314633}"/>
          </ac:spMkLst>
        </pc:spChg>
        <pc:spChg chg="add mod">
          <ac:chgData name="Nagotu Dilip Kumar" userId="e960ee6c-1011-46fd-ab26-7447e3dfc484" providerId="ADAL" clId="{C537D0E1-F004-4867-A19F-CB629E995C3F}" dt="2026-06-29T12:14:23.063" v="877" actId="1036"/>
          <ac:spMkLst>
            <pc:docMk/>
            <pc:sldMk cId="3216750113" sldId="2147474885"/>
            <ac:spMk id="17" creationId="{E2287AB6-147C-AA13-9A12-30E372132CB9}"/>
          </ac:spMkLst>
        </pc:spChg>
        <pc:spChg chg="add mod">
          <ac:chgData name="Nagotu Dilip Kumar" userId="e960ee6c-1011-46fd-ab26-7447e3dfc484" providerId="ADAL" clId="{C537D0E1-F004-4867-A19F-CB629E995C3F}" dt="2026-06-29T12:14:23.063" v="877" actId="1036"/>
          <ac:spMkLst>
            <pc:docMk/>
            <pc:sldMk cId="3216750113" sldId="2147474885"/>
            <ac:spMk id="18" creationId="{46D0AB6E-73B1-B416-BA34-77A459E4CE28}"/>
          </ac:spMkLst>
        </pc:spChg>
        <pc:spChg chg="add mod">
          <ac:chgData name="Nagotu Dilip Kumar" userId="e960ee6c-1011-46fd-ab26-7447e3dfc484" providerId="ADAL" clId="{C537D0E1-F004-4867-A19F-CB629E995C3F}" dt="2026-06-29T12:14:23.063" v="877" actId="1036"/>
          <ac:spMkLst>
            <pc:docMk/>
            <pc:sldMk cId="3216750113" sldId="2147474885"/>
            <ac:spMk id="19" creationId="{B1C12B9A-0202-DEBA-A58B-C7F3F9379B3B}"/>
          </ac:spMkLst>
        </pc:spChg>
        <pc:spChg chg="add mod">
          <ac:chgData name="Nagotu Dilip Kumar" userId="e960ee6c-1011-46fd-ab26-7447e3dfc484" providerId="ADAL" clId="{C537D0E1-F004-4867-A19F-CB629E995C3F}" dt="2026-06-29T12:14:23.063" v="877" actId="1036"/>
          <ac:spMkLst>
            <pc:docMk/>
            <pc:sldMk cId="3216750113" sldId="2147474885"/>
            <ac:spMk id="20" creationId="{44C0E001-42F8-B222-CD63-1A3B1BD3DBDB}"/>
          </ac:spMkLst>
        </pc:spChg>
        <pc:spChg chg="add mod">
          <ac:chgData name="Nagotu Dilip Kumar" userId="e960ee6c-1011-46fd-ab26-7447e3dfc484" providerId="ADAL" clId="{C537D0E1-F004-4867-A19F-CB629E995C3F}" dt="2026-06-29T12:14:23.063" v="877" actId="1036"/>
          <ac:spMkLst>
            <pc:docMk/>
            <pc:sldMk cId="3216750113" sldId="2147474885"/>
            <ac:spMk id="22" creationId="{72FC9E71-3157-5281-3A67-F242C5C1028B}"/>
          </ac:spMkLst>
        </pc:spChg>
        <pc:spChg chg="add mod">
          <ac:chgData name="Nagotu Dilip Kumar" userId="e960ee6c-1011-46fd-ab26-7447e3dfc484" providerId="ADAL" clId="{C537D0E1-F004-4867-A19F-CB629E995C3F}" dt="2026-06-29T12:14:23.063" v="877" actId="1036"/>
          <ac:spMkLst>
            <pc:docMk/>
            <pc:sldMk cId="3216750113" sldId="2147474885"/>
            <ac:spMk id="23" creationId="{C0E2CA5D-1BCD-1A6A-02BC-092157BD3E65}"/>
          </ac:spMkLst>
        </pc:spChg>
        <pc:spChg chg="mod">
          <ac:chgData name="Nagotu Dilip Kumar" userId="e960ee6c-1011-46fd-ab26-7447e3dfc484" providerId="ADAL" clId="{C537D0E1-F004-4867-A19F-CB629E995C3F}" dt="2026-07-12T05:29:18.722" v="2848" actId="113"/>
          <ac:spMkLst>
            <pc:docMk/>
            <pc:sldMk cId="3216750113" sldId="2147474885"/>
            <ac:spMk id="33" creationId="{EBC4B3CC-6506-5B0C-5389-200BCFE35AAC}"/>
          </ac:spMkLst>
        </pc:spChg>
        <pc:graphicFrameChg chg="add mod modGraphic">
          <ac:chgData name="Nagotu Dilip Kumar" userId="e960ee6c-1011-46fd-ab26-7447e3dfc484" providerId="ADAL" clId="{C537D0E1-F004-4867-A19F-CB629E995C3F}" dt="2026-06-29T12:44:40.281" v="1257"/>
          <ac:graphicFrameMkLst>
            <pc:docMk/>
            <pc:sldMk cId="3216750113" sldId="2147474885"/>
            <ac:graphicFrameMk id="34" creationId="{61712F2E-4BF5-BD9D-84EE-9D54C66BF60E}"/>
          </ac:graphicFrameMkLst>
        </pc:graphicFrameChg>
      </pc:sldChg>
      <pc:sldChg chg="addSp delSp modSp new mod">
        <pc:chgData name="Nagotu Dilip Kumar" userId="e960ee6c-1011-46fd-ab26-7447e3dfc484" providerId="ADAL" clId="{C537D0E1-F004-4867-A19F-CB629E995C3F}" dt="2026-06-29T12:26:26.162" v="1077" actId="1076"/>
        <pc:sldMkLst>
          <pc:docMk/>
          <pc:sldMk cId="2877813512" sldId="2147474886"/>
        </pc:sldMkLst>
        <pc:spChg chg="mod">
          <ac:chgData name="Nagotu Dilip Kumar" userId="e960ee6c-1011-46fd-ab26-7447e3dfc484" providerId="ADAL" clId="{C537D0E1-F004-4867-A19F-CB629E995C3F}" dt="2026-06-29T12:21:17.992" v="967" actId="20577"/>
          <ac:spMkLst>
            <pc:docMk/>
            <pc:sldMk cId="2877813512" sldId="2147474886"/>
            <ac:spMk id="2" creationId="{A26D8EDC-7C71-26FE-1DE2-054B569FB184}"/>
          </ac:spMkLst>
        </pc:spChg>
        <pc:spChg chg="add mod">
          <ac:chgData name="Nagotu Dilip Kumar" userId="e960ee6c-1011-46fd-ab26-7447e3dfc484" providerId="ADAL" clId="{C537D0E1-F004-4867-A19F-CB629E995C3F}" dt="2026-06-29T12:22:20.837" v="989" actId="1076"/>
          <ac:spMkLst>
            <pc:docMk/>
            <pc:sldMk cId="2877813512" sldId="2147474886"/>
            <ac:spMk id="6" creationId="{9A642AAA-B984-16DE-3DBE-6880CC84CD57}"/>
          </ac:spMkLst>
        </pc:spChg>
        <pc:spChg chg="add mod">
          <ac:chgData name="Nagotu Dilip Kumar" userId="e960ee6c-1011-46fd-ab26-7447e3dfc484" providerId="ADAL" clId="{C537D0E1-F004-4867-A19F-CB629E995C3F}" dt="2026-06-29T12:22:24.043" v="990" actId="1076"/>
          <ac:spMkLst>
            <pc:docMk/>
            <pc:sldMk cId="2877813512" sldId="2147474886"/>
            <ac:spMk id="7" creationId="{9D3C7C1D-2253-94DF-FFBC-0583229A7C18}"/>
          </ac:spMkLst>
        </pc:spChg>
        <pc:spChg chg="add mod">
          <ac:chgData name="Nagotu Dilip Kumar" userId="e960ee6c-1011-46fd-ab26-7447e3dfc484" providerId="ADAL" clId="{C537D0E1-F004-4867-A19F-CB629E995C3F}" dt="2026-06-29T12:22:20.837" v="989" actId="1076"/>
          <ac:spMkLst>
            <pc:docMk/>
            <pc:sldMk cId="2877813512" sldId="2147474886"/>
            <ac:spMk id="8" creationId="{FADFF026-B600-6629-FDFA-8663ADBC6E54}"/>
          </ac:spMkLst>
        </pc:spChg>
        <pc:spChg chg="add mod">
          <ac:chgData name="Nagotu Dilip Kumar" userId="e960ee6c-1011-46fd-ab26-7447e3dfc484" providerId="ADAL" clId="{C537D0E1-F004-4867-A19F-CB629E995C3F}" dt="2026-06-29T12:22:20.837" v="989" actId="1076"/>
          <ac:spMkLst>
            <pc:docMk/>
            <pc:sldMk cId="2877813512" sldId="2147474886"/>
            <ac:spMk id="9" creationId="{2B9E6B03-64E9-F5D3-AA0E-4DA0FB1348F0}"/>
          </ac:spMkLst>
        </pc:spChg>
        <pc:spChg chg="add mod">
          <ac:chgData name="Nagotu Dilip Kumar" userId="e960ee6c-1011-46fd-ab26-7447e3dfc484" providerId="ADAL" clId="{C537D0E1-F004-4867-A19F-CB629E995C3F}" dt="2026-06-29T12:21:48.312" v="976" actId="14100"/>
          <ac:spMkLst>
            <pc:docMk/>
            <pc:sldMk cId="2877813512" sldId="2147474886"/>
            <ac:spMk id="10" creationId="{EE7E675A-5FBE-87CB-FA2D-B1F3C5958C83}"/>
          </ac:spMkLst>
        </pc:spChg>
        <pc:spChg chg="add mod">
          <ac:chgData name="Nagotu Dilip Kumar" userId="e960ee6c-1011-46fd-ab26-7447e3dfc484" providerId="ADAL" clId="{C537D0E1-F004-4867-A19F-CB629E995C3F}" dt="2026-06-29T12:22:14.143" v="988" actId="1076"/>
          <ac:spMkLst>
            <pc:docMk/>
            <pc:sldMk cId="2877813512" sldId="2147474886"/>
            <ac:spMk id="11" creationId="{1D011590-0DE8-AA96-539C-EB5DFC95E954}"/>
          </ac:spMkLst>
        </pc:spChg>
        <pc:spChg chg="add mod">
          <ac:chgData name="Nagotu Dilip Kumar" userId="e960ee6c-1011-46fd-ab26-7447e3dfc484" providerId="ADAL" clId="{C537D0E1-F004-4867-A19F-CB629E995C3F}" dt="2026-06-29T12:21:54.210" v="978" actId="404"/>
          <ac:spMkLst>
            <pc:docMk/>
            <pc:sldMk cId="2877813512" sldId="2147474886"/>
            <ac:spMk id="12" creationId="{2898C805-6FC5-B6E5-AE43-B9A979D4470C}"/>
          </ac:spMkLst>
        </pc:spChg>
        <pc:spChg chg="add mod topLvl">
          <ac:chgData name="Nagotu Dilip Kumar" userId="e960ee6c-1011-46fd-ab26-7447e3dfc484" providerId="ADAL" clId="{C537D0E1-F004-4867-A19F-CB629E995C3F}" dt="2026-06-29T12:26:07.655" v="1065" actId="1076"/>
          <ac:spMkLst>
            <pc:docMk/>
            <pc:sldMk cId="2877813512" sldId="2147474886"/>
            <ac:spMk id="17" creationId="{68EF23AF-B8A2-5DBD-E5C2-30F1A74D5246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19" creationId="{305754A2-5095-395C-A38A-E7E62350DA51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20" creationId="{ECE38DD8-635F-778D-2CE5-2E674EA3DC87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21" creationId="{AA1B9829-F995-19DB-5942-6C069F73F966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22" creationId="{42F2EF81-3434-30C4-01C4-D013B939FCC7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23" creationId="{028740DB-B012-276B-2D4C-32CF455C6536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24" creationId="{4B0AFD6A-7F47-F30A-78F3-783A47A13EF6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25" creationId="{3760ADA1-6E2C-D04B-E8F9-102E0405543F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26" creationId="{89E9EE46-3B5B-370A-6827-3800743E9ABA}"/>
          </ac:spMkLst>
        </pc:spChg>
        <pc:spChg chg="mod">
          <ac:chgData name="Nagotu Dilip Kumar" userId="e960ee6c-1011-46fd-ab26-7447e3dfc484" providerId="ADAL" clId="{C537D0E1-F004-4867-A19F-CB629E995C3F}" dt="2026-06-29T12:23:23.797" v="1006" actId="113"/>
          <ac:spMkLst>
            <pc:docMk/>
            <pc:sldMk cId="2877813512" sldId="2147474886"/>
            <ac:spMk id="27" creationId="{3DC5A733-B4B9-02DD-7173-443EE80B4514}"/>
          </ac:spMkLst>
        </pc:spChg>
        <pc:spChg chg="mod">
          <ac:chgData name="Nagotu Dilip Kumar" userId="e960ee6c-1011-46fd-ab26-7447e3dfc484" providerId="ADAL" clId="{C537D0E1-F004-4867-A19F-CB629E995C3F}" dt="2026-06-29T12:23:32.647" v="1012" actId="14100"/>
          <ac:spMkLst>
            <pc:docMk/>
            <pc:sldMk cId="2877813512" sldId="2147474886"/>
            <ac:spMk id="28" creationId="{5DECFE57-7D9E-50C7-B63E-2A9AB6A34768}"/>
          </ac:spMkLst>
        </pc:spChg>
        <pc:spChg chg="add mod topLvl">
          <ac:chgData name="Nagotu Dilip Kumar" userId="e960ee6c-1011-46fd-ab26-7447e3dfc484" providerId="ADAL" clId="{C537D0E1-F004-4867-A19F-CB629E995C3F}" dt="2026-06-29T12:24:18.159" v="1026" actId="165"/>
          <ac:spMkLst>
            <pc:docMk/>
            <pc:sldMk cId="2877813512" sldId="2147474886"/>
            <ac:spMk id="29" creationId="{F98FDA66-5B6F-ADFD-E053-4C29271BADA3}"/>
          </ac:spMkLst>
        </pc:spChg>
        <pc:spChg chg="add mod">
          <ac:chgData name="Nagotu Dilip Kumar" userId="e960ee6c-1011-46fd-ab26-7447e3dfc484" providerId="ADAL" clId="{C537D0E1-F004-4867-A19F-CB629E995C3F}" dt="2026-06-29T12:26:19.102" v="1069" actId="1076"/>
          <ac:spMkLst>
            <pc:docMk/>
            <pc:sldMk cId="2877813512" sldId="2147474886"/>
            <ac:spMk id="37" creationId="{A9A9C43A-9205-8EDE-45F4-93B0B6561871}"/>
          </ac:spMkLst>
        </pc:spChg>
        <pc:spChg chg="add mod">
          <ac:chgData name="Nagotu Dilip Kumar" userId="e960ee6c-1011-46fd-ab26-7447e3dfc484" providerId="ADAL" clId="{C537D0E1-F004-4867-A19F-CB629E995C3F}" dt="2026-06-29T12:26:26.162" v="1077" actId="1076"/>
          <ac:spMkLst>
            <pc:docMk/>
            <pc:sldMk cId="2877813512" sldId="2147474886"/>
            <ac:spMk id="38" creationId="{EAE1DD00-12C3-7E33-8648-B415566467FB}"/>
          </ac:spMkLst>
        </pc:spChg>
        <pc:picChg chg="mod">
          <ac:chgData name="Nagotu Dilip Kumar" userId="e960ee6c-1011-46fd-ab26-7447e3dfc484" providerId="ADAL" clId="{C537D0E1-F004-4867-A19F-CB629E995C3F}" dt="2026-06-29T12:24:30.980" v="1031" actId="14100"/>
          <ac:picMkLst>
            <pc:docMk/>
            <pc:sldMk cId="2877813512" sldId="2147474886"/>
            <ac:picMk id="30" creationId="{0926EFFC-7123-3EE0-5DC8-E8DF012D69F9}"/>
          </ac:picMkLst>
        </pc:picChg>
        <pc:picChg chg="mod">
          <ac:chgData name="Nagotu Dilip Kumar" userId="e960ee6c-1011-46fd-ab26-7447e3dfc484" providerId="ADAL" clId="{C537D0E1-F004-4867-A19F-CB629E995C3F}" dt="2026-06-29T12:24:30.980" v="1031" actId="14100"/>
          <ac:picMkLst>
            <pc:docMk/>
            <pc:sldMk cId="2877813512" sldId="2147474886"/>
            <ac:picMk id="31" creationId="{CC6B19EC-2A00-6CBA-5E9C-2FE8C35245C4}"/>
          </ac:picMkLst>
        </pc:picChg>
        <pc:picChg chg="mod">
          <ac:chgData name="Nagotu Dilip Kumar" userId="e960ee6c-1011-46fd-ab26-7447e3dfc484" providerId="ADAL" clId="{C537D0E1-F004-4867-A19F-CB629E995C3F}" dt="2026-06-29T12:24:30.980" v="1031" actId="14100"/>
          <ac:picMkLst>
            <pc:docMk/>
            <pc:sldMk cId="2877813512" sldId="2147474886"/>
            <ac:picMk id="32" creationId="{3B5691BB-32A4-5B2E-6B0E-01BDE932661F}"/>
          </ac:picMkLst>
        </pc:picChg>
        <pc:picChg chg="mod">
          <ac:chgData name="Nagotu Dilip Kumar" userId="e960ee6c-1011-46fd-ab26-7447e3dfc484" providerId="ADAL" clId="{C537D0E1-F004-4867-A19F-CB629E995C3F}" dt="2026-06-29T12:24:30.980" v="1031" actId="14100"/>
          <ac:picMkLst>
            <pc:docMk/>
            <pc:sldMk cId="2877813512" sldId="2147474886"/>
            <ac:picMk id="33" creationId="{6C5BBDA4-9C6B-B745-E6C5-9E5C8722717A}"/>
          </ac:picMkLst>
        </pc:picChg>
        <pc:picChg chg="mod">
          <ac:chgData name="Nagotu Dilip Kumar" userId="e960ee6c-1011-46fd-ab26-7447e3dfc484" providerId="ADAL" clId="{C537D0E1-F004-4867-A19F-CB629E995C3F}" dt="2026-06-29T12:24:30.980" v="1031" actId="14100"/>
          <ac:picMkLst>
            <pc:docMk/>
            <pc:sldMk cId="2877813512" sldId="2147474886"/>
            <ac:picMk id="34" creationId="{235F8FF4-D862-316C-2F76-97A21786C5CC}"/>
          </ac:picMkLst>
        </pc:picChg>
        <pc:cxnChg chg="add mod">
          <ac:chgData name="Nagotu Dilip Kumar" userId="e960ee6c-1011-46fd-ab26-7447e3dfc484" providerId="ADAL" clId="{C537D0E1-F004-4867-A19F-CB629E995C3F}" dt="2026-06-29T12:21:31.799" v="969" actId="1076"/>
          <ac:cxnSpMkLst>
            <pc:docMk/>
            <pc:sldMk cId="2877813512" sldId="2147474886"/>
            <ac:cxnSpMk id="13" creationId="{9839EDB1-7D5C-A4FC-BB85-B5A67A8D47A7}"/>
          </ac:cxnSpMkLst>
        </pc:cxnChg>
        <pc:cxnChg chg="add mod">
          <ac:chgData name="Nagotu Dilip Kumar" userId="e960ee6c-1011-46fd-ab26-7447e3dfc484" providerId="ADAL" clId="{C537D0E1-F004-4867-A19F-CB629E995C3F}" dt="2026-06-29T12:23:46.022" v="1016" actId="14100"/>
          <ac:cxnSpMkLst>
            <pc:docMk/>
            <pc:sldMk cId="2877813512" sldId="2147474886"/>
            <ac:cxnSpMk id="15" creationId="{E11A279C-C93D-D8B9-8B7C-26A218B96DE3}"/>
          </ac:cxnSpMkLst>
        </pc:cxnChg>
        <pc:cxnChg chg="add mod">
          <ac:chgData name="Nagotu Dilip Kumar" userId="e960ee6c-1011-46fd-ab26-7447e3dfc484" providerId="ADAL" clId="{C537D0E1-F004-4867-A19F-CB629E995C3F}" dt="2026-06-29T12:26:23.422" v="1076" actId="1036"/>
          <ac:cxnSpMkLst>
            <pc:docMk/>
            <pc:sldMk cId="2877813512" sldId="2147474886"/>
            <ac:cxnSpMk id="42" creationId="{B9C4BEE6-1718-399D-49EB-EC41A089B131}"/>
          </ac:cxnSpMkLst>
        </pc:cxnChg>
      </pc:sldChg>
      <pc:sldChg chg="modSp mod">
        <pc:chgData name="Nagotu Dilip Kumar" userId="e960ee6c-1011-46fd-ab26-7447e3dfc484" providerId="ADAL" clId="{C537D0E1-F004-4867-A19F-CB629E995C3F}" dt="2026-06-29T13:46:55.615" v="1643" actId="14100"/>
        <pc:sldMkLst>
          <pc:docMk/>
          <pc:sldMk cId="3377972757" sldId="2147474889"/>
        </pc:sldMkLst>
        <pc:spChg chg="mod">
          <ac:chgData name="Nagotu Dilip Kumar" userId="e960ee6c-1011-46fd-ab26-7447e3dfc484" providerId="ADAL" clId="{C537D0E1-F004-4867-A19F-CB629E995C3F}" dt="2026-06-29T13:16:32.982" v="1437" actId="1035"/>
          <ac:spMkLst>
            <pc:docMk/>
            <pc:sldMk cId="3377972757" sldId="2147474889"/>
            <ac:spMk id="6" creationId="{FF89CF9F-D1E8-522B-BC36-4038C018DCA7}"/>
          </ac:spMkLst>
        </pc:spChg>
        <pc:spChg chg="mod">
          <ac:chgData name="Nagotu Dilip Kumar" userId="e960ee6c-1011-46fd-ab26-7447e3dfc484" providerId="ADAL" clId="{C537D0E1-F004-4867-A19F-CB629E995C3F}" dt="2026-06-29T13:16:54.978" v="1447" actId="14100"/>
          <ac:spMkLst>
            <pc:docMk/>
            <pc:sldMk cId="3377972757" sldId="2147474889"/>
            <ac:spMk id="7" creationId="{90BAA85B-09E1-721C-67F9-9E956C16E531}"/>
          </ac:spMkLst>
        </pc:spChg>
        <pc:spChg chg="mod">
          <ac:chgData name="Nagotu Dilip Kumar" userId="e960ee6c-1011-46fd-ab26-7447e3dfc484" providerId="ADAL" clId="{C537D0E1-F004-4867-A19F-CB629E995C3F}" dt="2026-06-29T13:16:54.978" v="1447" actId="14100"/>
          <ac:spMkLst>
            <pc:docMk/>
            <pc:sldMk cId="3377972757" sldId="2147474889"/>
            <ac:spMk id="8" creationId="{92E0A938-1482-140F-9E23-4636307EA6EE}"/>
          </ac:spMkLst>
        </pc:spChg>
        <pc:spChg chg="mod">
          <ac:chgData name="Nagotu Dilip Kumar" userId="e960ee6c-1011-46fd-ab26-7447e3dfc484" providerId="ADAL" clId="{C537D0E1-F004-4867-A19F-CB629E995C3F}" dt="2026-06-29T13:16:54.978" v="1447" actId="14100"/>
          <ac:spMkLst>
            <pc:docMk/>
            <pc:sldMk cId="3377972757" sldId="2147474889"/>
            <ac:spMk id="9" creationId="{0337A442-3C7A-E7EC-33EC-A0BCE082E772}"/>
          </ac:spMkLst>
        </pc:spChg>
        <pc:spChg chg="mod">
          <ac:chgData name="Nagotu Dilip Kumar" userId="e960ee6c-1011-46fd-ab26-7447e3dfc484" providerId="ADAL" clId="{C537D0E1-F004-4867-A19F-CB629E995C3F}" dt="2026-06-29T13:16:32.982" v="1437" actId="1035"/>
          <ac:spMkLst>
            <pc:docMk/>
            <pc:sldMk cId="3377972757" sldId="2147474889"/>
            <ac:spMk id="10" creationId="{324D3CD5-10E8-54EF-B197-59BEC254844A}"/>
          </ac:spMkLst>
        </pc:spChg>
        <pc:spChg chg="mod">
          <ac:chgData name="Nagotu Dilip Kumar" userId="e960ee6c-1011-46fd-ab26-7447e3dfc484" providerId="ADAL" clId="{C537D0E1-F004-4867-A19F-CB629E995C3F}" dt="2026-06-29T13:17:07.117" v="1458" actId="1036"/>
          <ac:spMkLst>
            <pc:docMk/>
            <pc:sldMk cId="3377972757" sldId="2147474889"/>
            <ac:spMk id="11" creationId="{DC8D9310-0F97-02CE-0D4D-6E645DB39ED5}"/>
          </ac:spMkLst>
        </pc:spChg>
        <pc:spChg chg="mod">
          <ac:chgData name="Nagotu Dilip Kumar" userId="e960ee6c-1011-46fd-ab26-7447e3dfc484" providerId="ADAL" clId="{C537D0E1-F004-4867-A19F-CB629E995C3F}" dt="2026-06-29T13:17:35.982" v="1475" actId="20577"/>
          <ac:spMkLst>
            <pc:docMk/>
            <pc:sldMk cId="3377972757" sldId="2147474889"/>
            <ac:spMk id="12" creationId="{D67CCE0F-B721-8161-5618-722B6C2B62BB}"/>
          </ac:spMkLst>
        </pc:spChg>
        <pc:spChg chg="mod">
          <ac:chgData name="Nagotu Dilip Kumar" userId="e960ee6c-1011-46fd-ab26-7447e3dfc484" providerId="ADAL" clId="{C537D0E1-F004-4867-A19F-CB629E995C3F}" dt="2026-06-29T13:17:37.776" v="1476" actId="20577"/>
          <ac:spMkLst>
            <pc:docMk/>
            <pc:sldMk cId="3377972757" sldId="2147474889"/>
            <ac:spMk id="13" creationId="{727A9CCC-F3ED-3AD2-60DA-E34F4FC41907}"/>
          </ac:spMkLst>
        </pc:spChg>
        <pc:spChg chg="mod">
          <ac:chgData name="Nagotu Dilip Kumar" userId="e960ee6c-1011-46fd-ab26-7447e3dfc484" providerId="ADAL" clId="{C537D0E1-F004-4867-A19F-CB629E995C3F}" dt="2026-06-29T13:17:39.041" v="1477" actId="20577"/>
          <ac:spMkLst>
            <pc:docMk/>
            <pc:sldMk cId="3377972757" sldId="2147474889"/>
            <ac:spMk id="14" creationId="{D3189416-FA64-AB74-247F-DE6FB3125A88}"/>
          </ac:spMkLst>
        </pc:spChg>
        <pc:spChg chg="mod">
          <ac:chgData name="Nagotu Dilip Kumar" userId="e960ee6c-1011-46fd-ab26-7447e3dfc484" providerId="ADAL" clId="{C537D0E1-F004-4867-A19F-CB629E995C3F}" dt="2026-06-29T13:17:44.014" v="1478" actId="1076"/>
          <ac:spMkLst>
            <pc:docMk/>
            <pc:sldMk cId="3377972757" sldId="2147474889"/>
            <ac:spMk id="15" creationId="{5964E8EC-F781-A5A0-8356-0949FF8F2498}"/>
          </ac:spMkLst>
        </pc:spChg>
        <pc:spChg chg="mod">
          <ac:chgData name="Nagotu Dilip Kumar" userId="e960ee6c-1011-46fd-ab26-7447e3dfc484" providerId="ADAL" clId="{C537D0E1-F004-4867-A19F-CB629E995C3F}" dt="2026-06-29T13:17:44.014" v="1478" actId="1076"/>
          <ac:spMkLst>
            <pc:docMk/>
            <pc:sldMk cId="3377972757" sldId="2147474889"/>
            <ac:spMk id="16" creationId="{A00B041C-3B85-9B4C-71B4-2CD2DD03A3AA}"/>
          </ac:spMkLst>
        </pc:spChg>
        <pc:spChg chg="mod">
          <ac:chgData name="Nagotu Dilip Kumar" userId="e960ee6c-1011-46fd-ab26-7447e3dfc484" providerId="ADAL" clId="{C537D0E1-F004-4867-A19F-CB629E995C3F}" dt="2026-06-29T13:17:32.700" v="1474" actId="1036"/>
          <ac:spMkLst>
            <pc:docMk/>
            <pc:sldMk cId="3377972757" sldId="2147474889"/>
            <ac:spMk id="17" creationId="{53E266C1-307A-9469-5988-0CD618824C36}"/>
          </ac:spMkLst>
        </pc:spChg>
        <pc:spChg chg="mod">
          <ac:chgData name="Nagotu Dilip Kumar" userId="e960ee6c-1011-46fd-ab26-7447e3dfc484" providerId="ADAL" clId="{C537D0E1-F004-4867-A19F-CB629E995C3F}" dt="2026-06-29T13:16:58.955" v="1455" actId="1036"/>
          <ac:spMkLst>
            <pc:docMk/>
            <pc:sldMk cId="3377972757" sldId="2147474889"/>
            <ac:spMk id="18" creationId="{1A89BF7C-2FD7-1117-0EBA-F99711C54BC9}"/>
          </ac:spMkLst>
        </pc:spChg>
        <pc:spChg chg="mod">
          <ac:chgData name="Nagotu Dilip Kumar" userId="e960ee6c-1011-46fd-ab26-7447e3dfc484" providerId="ADAL" clId="{C537D0E1-F004-4867-A19F-CB629E995C3F}" dt="2026-06-29T13:16:58.955" v="1455" actId="1036"/>
          <ac:spMkLst>
            <pc:docMk/>
            <pc:sldMk cId="3377972757" sldId="2147474889"/>
            <ac:spMk id="19" creationId="{1E8EE892-F9A4-35A8-00EA-87FBAA1635CA}"/>
          </ac:spMkLst>
        </pc:spChg>
        <pc:spChg chg="mod">
          <ac:chgData name="Nagotu Dilip Kumar" userId="e960ee6c-1011-46fd-ab26-7447e3dfc484" providerId="ADAL" clId="{C537D0E1-F004-4867-A19F-CB629E995C3F}" dt="2026-06-29T13:16:58.955" v="1455" actId="1036"/>
          <ac:spMkLst>
            <pc:docMk/>
            <pc:sldMk cId="3377972757" sldId="2147474889"/>
            <ac:spMk id="20" creationId="{00B6719F-8D3F-F8F3-977C-EF8CEA2AC8CD}"/>
          </ac:spMkLst>
        </pc:spChg>
        <pc:spChg chg="mod">
          <ac:chgData name="Nagotu Dilip Kumar" userId="e960ee6c-1011-46fd-ab26-7447e3dfc484" providerId="ADAL" clId="{C537D0E1-F004-4867-A19F-CB629E995C3F}" dt="2026-06-29T13:17:07.117" v="1458" actId="1036"/>
          <ac:spMkLst>
            <pc:docMk/>
            <pc:sldMk cId="3377972757" sldId="2147474889"/>
            <ac:spMk id="22" creationId="{8190BA32-9B66-2201-BFE5-D475E13DB4B3}"/>
          </ac:spMkLst>
        </pc:spChg>
        <pc:spChg chg="mod">
          <ac:chgData name="Nagotu Dilip Kumar" userId="e960ee6c-1011-46fd-ab26-7447e3dfc484" providerId="ADAL" clId="{C537D0E1-F004-4867-A19F-CB629E995C3F}" dt="2026-06-29T13:16:32.982" v="1437" actId="1035"/>
          <ac:spMkLst>
            <pc:docMk/>
            <pc:sldMk cId="3377972757" sldId="2147474889"/>
            <ac:spMk id="25" creationId="{4B1EB9B3-AF8F-0AC2-A8F9-0CA464C2145E}"/>
          </ac:spMkLst>
        </pc:spChg>
        <pc:spChg chg="mod">
          <ac:chgData name="Nagotu Dilip Kumar" userId="e960ee6c-1011-46fd-ab26-7447e3dfc484" providerId="ADAL" clId="{C537D0E1-F004-4867-A19F-CB629E995C3F}" dt="2026-06-29T13:17:03.159" v="1456" actId="1076"/>
          <ac:spMkLst>
            <pc:docMk/>
            <pc:sldMk cId="3377972757" sldId="2147474889"/>
            <ac:spMk id="27" creationId="{344ECBC5-8062-841D-95DD-6ACF1E7A795C}"/>
          </ac:spMkLst>
        </pc:spChg>
        <pc:picChg chg="mod">
          <ac:chgData name="Nagotu Dilip Kumar" userId="e960ee6c-1011-46fd-ab26-7447e3dfc484" providerId="ADAL" clId="{C537D0E1-F004-4867-A19F-CB629E995C3F}" dt="2026-06-29T13:46:33.532" v="1641" actId="14100"/>
          <ac:picMkLst>
            <pc:docMk/>
            <pc:sldMk cId="3377972757" sldId="2147474889"/>
            <ac:picMk id="30" creationId="{54942B82-A9FD-C727-E526-E088DDEEB8F6}"/>
          </ac:picMkLst>
        </pc:picChg>
        <pc:picChg chg="mod">
          <ac:chgData name="Nagotu Dilip Kumar" userId="e960ee6c-1011-46fd-ab26-7447e3dfc484" providerId="ADAL" clId="{C537D0E1-F004-4867-A19F-CB629E995C3F}" dt="2026-06-29T13:46:33.532" v="1641" actId="14100"/>
          <ac:picMkLst>
            <pc:docMk/>
            <pc:sldMk cId="3377972757" sldId="2147474889"/>
            <ac:picMk id="32" creationId="{5EE22ADD-B3ED-C9EB-DF7C-9C51C4395051}"/>
          </ac:picMkLst>
        </pc:picChg>
        <pc:picChg chg="mod">
          <ac:chgData name="Nagotu Dilip Kumar" userId="e960ee6c-1011-46fd-ab26-7447e3dfc484" providerId="ADAL" clId="{C537D0E1-F004-4867-A19F-CB629E995C3F}" dt="2026-06-29T13:46:33.532" v="1641" actId="14100"/>
          <ac:picMkLst>
            <pc:docMk/>
            <pc:sldMk cId="3377972757" sldId="2147474889"/>
            <ac:picMk id="34" creationId="{503C4998-29CE-64BA-F4C6-9EA34ACC0014}"/>
          </ac:picMkLst>
        </pc:picChg>
        <pc:picChg chg="mod">
          <ac:chgData name="Nagotu Dilip Kumar" userId="e960ee6c-1011-46fd-ab26-7447e3dfc484" providerId="ADAL" clId="{C537D0E1-F004-4867-A19F-CB629E995C3F}" dt="2026-06-29T13:46:55.615" v="1643" actId="14100"/>
          <ac:picMkLst>
            <pc:docMk/>
            <pc:sldMk cId="3377972757" sldId="2147474889"/>
            <ac:picMk id="36" creationId="{4D54368E-9DA7-EDC0-CA93-FFFAC649DEC5}"/>
          </ac:picMkLst>
        </pc:picChg>
        <pc:picChg chg="mod">
          <ac:chgData name="Nagotu Dilip Kumar" userId="e960ee6c-1011-46fd-ab26-7447e3dfc484" providerId="ADAL" clId="{C537D0E1-F004-4867-A19F-CB629E995C3F}" dt="2026-06-29T13:46:39.522" v="1642" actId="14100"/>
          <ac:picMkLst>
            <pc:docMk/>
            <pc:sldMk cId="3377972757" sldId="2147474889"/>
            <ac:picMk id="38" creationId="{9D7400B9-1C42-E6E0-E1FC-B44619E82888}"/>
          </ac:picMkLst>
        </pc:picChg>
        <pc:picChg chg="mod">
          <ac:chgData name="Nagotu Dilip Kumar" userId="e960ee6c-1011-46fd-ab26-7447e3dfc484" providerId="ADAL" clId="{C537D0E1-F004-4867-A19F-CB629E995C3F}" dt="2026-06-29T13:46:39.522" v="1642" actId="14100"/>
          <ac:picMkLst>
            <pc:docMk/>
            <pc:sldMk cId="3377972757" sldId="2147474889"/>
            <ac:picMk id="40" creationId="{EB2C3D6C-3083-807A-AE8A-897FDD7C61D8}"/>
          </ac:picMkLst>
        </pc:picChg>
        <pc:cxnChg chg="mod">
          <ac:chgData name="Nagotu Dilip Kumar" userId="e960ee6c-1011-46fd-ab26-7447e3dfc484" providerId="ADAL" clId="{C537D0E1-F004-4867-A19F-CB629E995C3F}" dt="2026-06-29T13:17:07.117" v="1458" actId="1036"/>
          <ac:cxnSpMkLst>
            <pc:docMk/>
            <pc:sldMk cId="3377972757" sldId="2147474889"/>
            <ac:cxnSpMk id="21" creationId="{F0EEB60E-67F2-6267-C812-830CA1C6AB65}"/>
          </ac:cxnSpMkLst>
        </pc:cxnChg>
        <pc:cxnChg chg="mod">
          <ac:chgData name="Nagotu Dilip Kumar" userId="e960ee6c-1011-46fd-ab26-7447e3dfc484" providerId="ADAL" clId="{C537D0E1-F004-4867-A19F-CB629E995C3F}" dt="2026-06-29T13:16:32.982" v="1437" actId="1035"/>
          <ac:cxnSpMkLst>
            <pc:docMk/>
            <pc:sldMk cId="3377972757" sldId="2147474889"/>
            <ac:cxnSpMk id="28" creationId="{72451C58-EEE3-D06B-3D50-5858C963EF79}"/>
          </ac:cxnSpMkLst>
        </pc:cxnChg>
      </pc:sldChg>
      <pc:sldChg chg="modSp mod">
        <pc:chgData name="Nagotu Dilip Kumar" userId="e960ee6c-1011-46fd-ab26-7447e3dfc484" providerId="ADAL" clId="{C537D0E1-F004-4867-A19F-CB629E995C3F}" dt="2026-06-29T13:46:21.906" v="1637" actId="14100"/>
        <pc:sldMkLst>
          <pc:docMk/>
          <pc:sldMk cId="2584111903" sldId="2147474891"/>
        </pc:sldMkLst>
        <pc:spChg chg="mod">
          <ac:chgData name="Nagotu Dilip Kumar" userId="e960ee6c-1011-46fd-ab26-7447e3dfc484" providerId="ADAL" clId="{C537D0E1-F004-4867-A19F-CB629E995C3F}" dt="2026-06-29T13:15:39.282" v="1389" actId="1076"/>
          <ac:spMkLst>
            <pc:docMk/>
            <pc:sldMk cId="2584111903" sldId="2147474891"/>
            <ac:spMk id="11" creationId="{4E2E2CF3-46FB-2794-2BF2-E83C0A7031B9}"/>
          </ac:spMkLst>
        </pc:spChg>
        <pc:spChg chg="mod">
          <ac:chgData name="Nagotu Dilip Kumar" userId="e960ee6c-1011-46fd-ab26-7447e3dfc484" providerId="ADAL" clId="{C537D0E1-F004-4867-A19F-CB629E995C3F}" dt="2026-06-29T13:15:17.313" v="1379" actId="14100"/>
          <ac:spMkLst>
            <pc:docMk/>
            <pc:sldMk cId="2584111903" sldId="2147474891"/>
            <ac:spMk id="12" creationId="{282ED38C-0569-BBDE-0615-DE5F05498B7D}"/>
          </ac:spMkLst>
        </pc:spChg>
        <pc:spChg chg="mod">
          <ac:chgData name="Nagotu Dilip Kumar" userId="e960ee6c-1011-46fd-ab26-7447e3dfc484" providerId="ADAL" clId="{C537D0E1-F004-4867-A19F-CB629E995C3F}" dt="2026-06-29T13:15:17.313" v="1379" actId="14100"/>
          <ac:spMkLst>
            <pc:docMk/>
            <pc:sldMk cId="2584111903" sldId="2147474891"/>
            <ac:spMk id="13" creationId="{D4FF26AB-4615-BAB0-72AA-FC418FDED75E}"/>
          </ac:spMkLst>
        </pc:spChg>
        <pc:spChg chg="mod">
          <ac:chgData name="Nagotu Dilip Kumar" userId="e960ee6c-1011-46fd-ab26-7447e3dfc484" providerId="ADAL" clId="{C537D0E1-F004-4867-A19F-CB629E995C3F}" dt="2026-06-29T13:15:20.159" v="1381" actId="14100"/>
          <ac:spMkLst>
            <pc:docMk/>
            <pc:sldMk cId="2584111903" sldId="2147474891"/>
            <ac:spMk id="14" creationId="{48DAFCA9-A171-B7E4-68AA-A9671BA75B0B}"/>
          </ac:spMkLst>
        </pc:spChg>
        <pc:spChg chg="mod">
          <ac:chgData name="Nagotu Dilip Kumar" userId="e960ee6c-1011-46fd-ab26-7447e3dfc484" providerId="ADAL" clId="{C537D0E1-F004-4867-A19F-CB629E995C3F}" dt="2026-06-29T13:15:11.060" v="1378" actId="1035"/>
          <ac:spMkLst>
            <pc:docMk/>
            <pc:sldMk cId="2584111903" sldId="2147474891"/>
            <ac:spMk id="15" creationId="{3AF17B08-C36C-D637-8A22-B68EB4651D8E}"/>
          </ac:spMkLst>
        </pc:spChg>
        <pc:spChg chg="mod">
          <ac:chgData name="Nagotu Dilip Kumar" userId="e960ee6c-1011-46fd-ab26-7447e3dfc484" providerId="ADAL" clId="{C537D0E1-F004-4867-A19F-CB629E995C3F}" dt="2026-06-29T13:15:11.060" v="1378" actId="1035"/>
          <ac:spMkLst>
            <pc:docMk/>
            <pc:sldMk cId="2584111903" sldId="2147474891"/>
            <ac:spMk id="16" creationId="{E4B8A311-22F8-BE3D-B31A-62E49A65B771}"/>
          </ac:spMkLst>
        </pc:spChg>
        <pc:spChg chg="mod">
          <ac:chgData name="Nagotu Dilip Kumar" userId="e960ee6c-1011-46fd-ab26-7447e3dfc484" providerId="ADAL" clId="{C537D0E1-F004-4867-A19F-CB629E995C3F}" dt="2026-06-29T13:15:11.060" v="1378" actId="1035"/>
          <ac:spMkLst>
            <pc:docMk/>
            <pc:sldMk cId="2584111903" sldId="2147474891"/>
            <ac:spMk id="17" creationId="{E6C670DA-DF7C-7452-F366-895814439CD8}"/>
          </ac:spMkLst>
        </pc:spChg>
        <pc:spChg chg="mod">
          <ac:chgData name="Nagotu Dilip Kumar" userId="e960ee6c-1011-46fd-ab26-7447e3dfc484" providerId="ADAL" clId="{C537D0E1-F004-4867-A19F-CB629E995C3F}" dt="2026-06-29T13:15:55.819" v="1408" actId="403"/>
          <ac:spMkLst>
            <pc:docMk/>
            <pc:sldMk cId="2584111903" sldId="2147474891"/>
            <ac:spMk id="22" creationId="{BFB24091-50A2-D8F6-984D-EB5D397ED562}"/>
          </ac:spMkLst>
        </pc:spChg>
        <pc:spChg chg="mod">
          <ac:chgData name="Nagotu Dilip Kumar" userId="e960ee6c-1011-46fd-ab26-7447e3dfc484" providerId="ADAL" clId="{C537D0E1-F004-4867-A19F-CB629E995C3F}" dt="2026-06-29T13:15:30.311" v="1385" actId="1076"/>
          <ac:spMkLst>
            <pc:docMk/>
            <pc:sldMk cId="2584111903" sldId="2147474891"/>
            <ac:spMk id="23" creationId="{F2717F0E-9D12-A853-3C91-AB8F9DB7D40B}"/>
          </ac:spMkLst>
        </pc:spChg>
        <pc:spChg chg="mod">
          <ac:chgData name="Nagotu Dilip Kumar" userId="e960ee6c-1011-46fd-ab26-7447e3dfc484" providerId="ADAL" clId="{C537D0E1-F004-4867-A19F-CB629E995C3F}" dt="2026-06-29T13:15:53.489" v="1407" actId="403"/>
          <ac:spMkLst>
            <pc:docMk/>
            <pc:sldMk cId="2584111903" sldId="2147474891"/>
            <ac:spMk id="32" creationId="{FBF4A846-0193-A5C1-E0D1-20AD34F57533}"/>
          </ac:spMkLst>
        </pc:spChg>
        <pc:spChg chg="mod">
          <ac:chgData name="Nagotu Dilip Kumar" userId="e960ee6c-1011-46fd-ab26-7447e3dfc484" providerId="ADAL" clId="{C537D0E1-F004-4867-A19F-CB629E995C3F}" dt="2026-06-29T13:15:07.253" v="1373" actId="1035"/>
          <ac:spMkLst>
            <pc:docMk/>
            <pc:sldMk cId="2584111903" sldId="2147474891"/>
            <ac:spMk id="33" creationId="{D27BA6B2-B312-FD53-7B5E-CF0220047998}"/>
          </ac:spMkLst>
        </pc:spChg>
        <pc:picChg chg="mod">
          <ac:chgData name="Nagotu Dilip Kumar" userId="e960ee6c-1011-46fd-ab26-7447e3dfc484" providerId="ADAL" clId="{C537D0E1-F004-4867-A19F-CB629E995C3F}" dt="2026-06-29T13:46:16.245" v="1636" actId="14100"/>
          <ac:picMkLst>
            <pc:docMk/>
            <pc:sldMk cId="2584111903" sldId="2147474891"/>
            <ac:picMk id="43" creationId="{38C83ECE-FF51-3D63-52D4-80D6B50A25BC}"/>
          </ac:picMkLst>
        </pc:picChg>
        <pc:picChg chg="mod">
          <ac:chgData name="Nagotu Dilip Kumar" userId="e960ee6c-1011-46fd-ab26-7447e3dfc484" providerId="ADAL" clId="{C537D0E1-F004-4867-A19F-CB629E995C3F}" dt="2026-06-29T13:46:16.245" v="1636" actId="14100"/>
          <ac:picMkLst>
            <pc:docMk/>
            <pc:sldMk cId="2584111903" sldId="2147474891"/>
            <ac:picMk id="45" creationId="{43721C34-D473-DC46-32E6-58D73FAC1CF4}"/>
          </ac:picMkLst>
        </pc:picChg>
        <pc:picChg chg="mod">
          <ac:chgData name="Nagotu Dilip Kumar" userId="e960ee6c-1011-46fd-ab26-7447e3dfc484" providerId="ADAL" clId="{C537D0E1-F004-4867-A19F-CB629E995C3F}" dt="2026-06-29T13:46:16.245" v="1636" actId="14100"/>
          <ac:picMkLst>
            <pc:docMk/>
            <pc:sldMk cId="2584111903" sldId="2147474891"/>
            <ac:picMk id="47" creationId="{F63739D7-87B8-B9F8-28B6-CF255CBBC2BF}"/>
          </ac:picMkLst>
        </pc:picChg>
        <pc:picChg chg="mod">
          <ac:chgData name="Nagotu Dilip Kumar" userId="e960ee6c-1011-46fd-ab26-7447e3dfc484" providerId="ADAL" clId="{C537D0E1-F004-4867-A19F-CB629E995C3F}" dt="2026-06-29T13:46:21.906" v="1637" actId="14100"/>
          <ac:picMkLst>
            <pc:docMk/>
            <pc:sldMk cId="2584111903" sldId="2147474891"/>
            <ac:picMk id="49" creationId="{0A92BFEC-48EE-B832-C580-2DB5A9F0B102}"/>
          </ac:picMkLst>
        </pc:picChg>
        <pc:picChg chg="mod">
          <ac:chgData name="Nagotu Dilip Kumar" userId="e960ee6c-1011-46fd-ab26-7447e3dfc484" providerId="ADAL" clId="{C537D0E1-F004-4867-A19F-CB629E995C3F}" dt="2026-06-29T13:46:21.906" v="1637" actId="14100"/>
          <ac:picMkLst>
            <pc:docMk/>
            <pc:sldMk cId="2584111903" sldId="2147474891"/>
            <ac:picMk id="51" creationId="{7375DB23-39D0-F74F-5AD6-CAA7286B2014}"/>
          </ac:picMkLst>
        </pc:picChg>
        <pc:cxnChg chg="mod">
          <ac:chgData name="Nagotu Dilip Kumar" userId="e960ee6c-1011-46fd-ab26-7447e3dfc484" providerId="ADAL" clId="{C537D0E1-F004-4867-A19F-CB629E995C3F}" dt="2026-06-29T13:15:44.743" v="1399" actId="1037"/>
          <ac:cxnSpMkLst>
            <pc:docMk/>
            <pc:sldMk cId="2584111903" sldId="2147474891"/>
            <ac:cxnSpMk id="21" creationId="{E700599A-EF85-6D59-9566-FA21C459EDFD}"/>
          </ac:cxnSpMkLst>
        </pc:cxnChg>
        <pc:cxnChg chg="mod">
          <ac:chgData name="Nagotu Dilip Kumar" userId="e960ee6c-1011-46fd-ab26-7447e3dfc484" providerId="ADAL" clId="{C537D0E1-F004-4867-A19F-CB629E995C3F}" dt="2026-06-29T13:15:44.743" v="1399" actId="1037"/>
          <ac:cxnSpMkLst>
            <pc:docMk/>
            <pc:sldMk cId="2584111903" sldId="2147474891"/>
            <ac:cxnSpMk id="31" creationId="{DEF71CF9-CF25-6655-6337-92DE0E396D00}"/>
          </ac:cxnSpMkLst>
        </pc:cxnChg>
      </pc:sldChg>
      <pc:sldChg chg="modSp mod">
        <pc:chgData name="Nagotu Dilip Kumar" userId="e960ee6c-1011-46fd-ab26-7447e3dfc484" providerId="ADAL" clId="{C537D0E1-F004-4867-A19F-CB629E995C3F}" dt="2026-07-02T04:35:58.074" v="1962" actId="1036"/>
        <pc:sldMkLst>
          <pc:docMk/>
          <pc:sldMk cId="790199280" sldId="2147481775"/>
        </pc:sldMkLst>
        <pc:spChg chg="mod">
          <ac:chgData name="Nagotu Dilip Kumar" userId="e960ee6c-1011-46fd-ab26-7447e3dfc484" providerId="ADAL" clId="{C537D0E1-F004-4867-A19F-CB629E995C3F}" dt="2026-07-02T04:35:22.140" v="1956" actId="1035"/>
          <ac:spMkLst>
            <pc:docMk/>
            <pc:sldMk cId="790199280" sldId="2147481775"/>
            <ac:spMk id="232" creationId="{421479C1-B56C-5B49-4149-1C5C1BDB131B}"/>
          </ac:spMkLst>
        </pc:spChg>
      </pc:sldChg>
      <pc:sldChg chg="modSp mod">
        <pc:chgData name="Nagotu Dilip Kumar" userId="e960ee6c-1011-46fd-ab26-7447e3dfc484" providerId="ADAL" clId="{C537D0E1-F004-4867-A19F-CB629E995C3F}" dt="2026-07-02T04:37:13.348" v="1971" actId="207"/>
        <pc:sldMkLst>
          <pc:docMk/>
          <pc:sldMk cId="0" sldId="2147481787"/>
        </pc:sldMkLst>
        <pc:spChg chg="mod">
          <ac:chgData name="Nagotu Dilip Kumar" userId="e960ee6c-1011-46fd-ab26-7447e3dfc484" providerId="ADAL" clId="{C537D0E1-F004-4867-A19F-CB629E995C3F}" dt="2026-07-02T04:37:13.348" v="1971" actId="207"/>
          <ac:spMkLst>
            <pc:docMk/>
            <pc:sldMk cId="0" sldId="2147481787"/>
            <ac:spMk id="18" creationId="{00000000-0000-0000-0000-000000000000}"/>
          </ac:spMkLst>
        </pc:spChg>
        <pc:spChg chg="mod">
          <ac:chgData name="Nagotu Dilip Kumar" userId="e960ee6c-1011-46fd-ab26-7447e3dfc484" providerId="ADAL" clId="{C537D0E1-F004-4867-A19F-CB629E995C3F}" dt="2026-07-02T04:37:13.348" v="1971" actId="207"/>
          <ac:spMkLst>
            <pc:docMk/>
            <pc:sldMk cId="0" sldId="2147481787"/>
            <ac:spMk id="23" creationId="{00000000-0000-0000-0000-000000000000}"/>
          </ac:spMkLst>
        </pc:spChg>
        <pc:spChg chg="mod">
          <ac:chgData name="Nagotu Dilip Kumar" userId="e960ee6c-1011-46fd-ab26-7447e3dfc484" providerId="ADAL" clId="{C537D0E1-F004-4867-A19F-CB629E995C3F}" dt="2026-07-02T04:37:13.348" v="1971" actId="207"/>
          <ac:spMkLst>
            <pc:docMk/>
            <pc:sldMk cId="0" sldId="2147481787"/>
            <ac:spMk id="28" creationId="{00000000-0000-0000-0000-000000000000}"/>
          </ac:spMkLst>
        </pc:spChg>
        <pc:spChg chg="mod">
          <ac:chgData name="Nagotu Dilip Kumar" userId="e960ee6c-1011-46fd-ab26-7447e3dfc484" providerId="ADAL" clId="{C537D0E1-F004-4867-A19F-CB629E995C3F}" dt="2026-07-02T04:37:13.348" v="1971" actId="207"/>
          <ac:spMkLst>
            <pc:docMk/>
            <pc:sldMk cId="0" sldId="2147481787"/>
            <ac:spMk id="33" creationId="{00000000-0000-0000-0000-000000000000}"/>
          </ac:spMkLst>
        </pc:spChg>
        <pc:spChg chg="mod">
          <ac:chgData name="Nagotu Dilip Kumar" userId="e960ee6c-1011-46fd-ab26-7447e3dfc484" providerId="ADAL" clId="{C537D0E1-F004-4867-A19F-CB629E995C3F}" dt="2026-07-02T04:37:13.348" v="1971" actId="207"/>
          <ac:spMkLst>
            <pc:docMk/>
            <pc:sldMk cId="0" sldId="2147481787"/>
            <ac:spMk id="38" creationId="{00000000-0000-0000-0000-000000000000}"/>
          </ac:spMkLst>
        </pc:spChg>
        <pc:spChg chg="mod">
          <ac:chgData name="Nagotu Dilip Kumar" userId="e960ee6c-1011-46fd-ab26-7447e3dfc484" providerId="ADAL" clId="{C537D0E1-F004-4867-A19F-CB629E995C3F}" dt="2026-07-02T04:37:13.348" v="1971" actId="207"/>
          <ac:spMkLst>
            <pc:docMk/>
            <pc:sldMk cId="0" sldId="2147481787"/>
            <ac:spMk id="43" creationId="{00000000-0000-0000-0000-000000000000}"/>
          </ac:spMkLst>
        </pc:spChg>
      </pc:sldChg>
      <pc:sldChg chg="modSp mod">
        <pc:chgData name="Nagotu Dilip Kumar" userId="e960ee6c-1011-46fd-ab26-7447e3dfc484" providerId="ADAL" clId="{C537D0E1-F004-4867-A19F-CB629E995C3F}" dt="2026-07-01T11:57:52.043" v="1945" actId="208"/>
        <pc:sldMkLst>
          <pc:docMk/>
          <pc:sldMk cId="1287577181" sldId="2147481790"/>
        </pc:sldMkLst>
        <pc:picChg chg="mod">
          <ac:chgData name="Nagotu Dilip Kumar" userId="e960ee6c-1011-46fd-ab26-7447e3dfc484" providerId="ADAL" clId="{C537D0E1-F004-4867-A19F-CB629E995C3F}" dt="2026-07-01T11:57:52.043" v="1945" actId="208"/>
          <ac:picMkLst>
            <pc:docMk/>
            <pc:sldMk cId="1287577181" sldId="2147481790"/>
            <ac:picMk id="40" creationId="{1FA65AAC-9D31-56B1-43FB-B63E86402424}"/>
          </ac:picMkLst>
        </pc:picChg>
      </pc:sldChg>
      <pc:sldChg chg="modSp mod">
        <pc:chgData name="Nagotu Dilip Kumar" userId="e960ee6c-1011-46fd-ab26-7447e3dfc484" providerId="ADAL" clId="{C537D0E1-F004-4867-A19F-CB629E995C3F}" dt="2026-07-01T11:53:33.651" v="1851" actId="207"/>
        <pc:sldMkLst>
          <pc:docMk/>
          <pc:sldMk cId="730580893" sldId="2147481792"/>
        </pc:sldMkLst>
        <pc:spChg chg="mod">
          <ac:chgData name="Nagotu Dilip Kumar" userId="e960ee6c-1011-46fd-ab26-7447e3dfc484" providerId="ADAL" clId="{C537D0E1-F004-4867-A19F-CB629E995C3F}" dt="2026-07-01T11:53:33.651" v="1851" actId="207"/>
          <ac:spMkLst>
            <pc:docMk/>
            <pc:sldMk cId="730580893" sldId="2147481792"/>
            <ac:spMk id="4" creationId="{482DBBAC-A9A0-8D32-15A7-FFBB2E92E5EB}"/>
          </ac:spMkLst>
        </pc:spChg>
      </pc:sldChg>
      <pc:sldChg chg="modSp mod">
        <pc:chgData name="Nagotu Dilip Kumar" userId="e960ee6c-1011-46fd-ab26-7447e3dfc484" providerId="ADAL" clId="{C537D0E1-F004-4867-A19F-CB629E995C3F}" dt="2026-07-02T04:36:58.978" v="1970" actId="207"/>
        <pc:sldMkLst>
          <pc:docMk/>
          <pc:sldMk cId="3153137025" sldId="2147481793"/>
        </pc:sldMkLst>
        <pc:spChg chg="mod">
          <ac:chgData name="Nagotu Dilip Kumar" userId="e960ee6c-1011-46fd-ab26-7447e3dfc484" providerId="ADAL" clId="{C537D0E1-F004-4867-A19F-CB629E995C3F}" dt="2026-07-02T04:36:58.978" v="1970" actId="207"/>
          <ac:spMkLst>
            <pc:docMk/>
            <pc:sldMk cId="3153137025" sldId="2147481793"/>
            <ac:spMk id="18" creationId="{ED0EC1D7-A939-88CB-8A63-BC57AC1D5CAB}"/>
          </ac:spMkLst>
        </pc:spChg>
        <pc:spChg chg="mod">
          <ac:chgData name="Nagotu Dilip Kumar" userId="e960ee6c-1011-46fd-ab26-7447e3dfc484" providerId="ADAL" clId="{C537D0E1-F004-4867-A19F-CB629E995C3F}" dt="2026-07-02T04:36:58.978" v="1970" actId="207"/>
          <ac:spMkLst>
            <pc:docMk/>
            <pc:sldMk cId="3153137025" sldId="2147481793"/>
            <ac:spMk id="23" creationId="{341F593D-8AC4-A0C2-99AE-31B733E94E3F}"/>
          </ac:spMkLst>
        </pc:spChg>
        <pc:spChg chg="mod">
          <ac:chgData name="Nagotu Dilip Kumar" userId="e960ee6c-1011-46fd-ab26-7447e3dfc484" providerId="ADAL" clId="{C537D0E1-F004-4867-A19F-CB629E995C3F}" dt="2026-07-02T04:36:58.978" v="1970" actId="207"/>
          <ac:spMkLst>
            <pc:docMk/>
            <pc:sldMk cId="3153137025" sldId="2147481793"/>
            <ac:spMk id="28" creationId="{C4D091F1-D39B-6B0C-8E4D-5189353E866A}"/>
          </ac:spMkLst>
        </pc:spChg>
        <pc:spChg chg="mod">
          <ac:chgData name="Nagotu Dilip Kumar" userId="e960ee6c-1011-46fd-ab26-7447e3dfc484" providerId="ADAL" clId="{C537D0E1-F004-4867-A19F-CB629E995C3F}" dt="2026-07-02T04:36:58.978" v="1970" actId="207"/>
          <ac:spMkLst>
            <pc:docMk/>
            <pc:sldMk cId="3153137025" sldId="2147481793"/>
            <ac:spMk id="33" creationId="{E221C24E-0F50-510F-8BF4-4D4911841745}"/>
          </ac:spMkLst>
        </pc:spChg>
        <pc:spChg chg="mod">
          <ac:chgData name="Nagotu Dilip Kumar" userId="e960ee6c-1011-46fd-ab26-7447e3dfc484" providerId="ADAL" clId="{C537D0E1-F004-4867-A19F-CB629E995C3F}" dt="2026-07-02T04:36:58.978" v="1970" actId="207"/>
          <ac:spMkLst>
            <pc:docMk/>
            <pc:sldMk cId="3153137025" sldId="2147481793"/>
            <ac:spMk id="38" creationId="{17EF5534-B8A1-FB1B-193D-A96616431290}"/>
          </ac:spMkLst>
        </pc:spChg>
        <pc:spChg chg="mod">
          <ac:chgData name="Nagotu Dilip Kumar" userId="e960ee6c-1011-46fd-ab26-7447e3dfc484" providerId="ADAL" clId="{C537D0E1-F004-4867-A19F-CB629E995C3F}" dt="2026-07-02T04:36:58.978" v="1970" actId="207"/>
          <ac:spMkLst>
            <pc:docMk/>
            <pc:sldMk cId="3153137025" sldId="2147481793"/>
            <ac:spMk id="43" creationId="{45A3D8D3-D365-D6DB-CDFB-6D4B483AD4A6}"/>
          </ac:spMkLst>
        </pc:spChg>
      </pc:sldChg>
      <pc:sldChg chg="delSp modSp mod">
        <pc:chgData name="Nagotu Dilip Kumar" userId="e960ee6c-1011-46fd-ab26-7447e3dfc484" providerId="ADAL" clId="{C537D0E1-F004-4867-A19F-CB629E995C3F}" dt="2026-07-01T11:57:04.187" v="1939" actId="1035"/>
        <pc:sldMkLst>
          <pc:docMk/>
          <pc:sldMk cId="757167522" sldId="2147481794"/>
        </pc:sldMkLst>
        <pc:spChg chg="mod">
          <ac:chgData name="Nagotu Dilip Kumar" userId="e960ee6c-1011-46fd-ab26-7447e3dfc484" providerId="ADAL" clId="{C537D0E1-F004-4867-A19F-CB629E995C3F}" dt="2026-07-01T11:56:33.338" v="1901" actId="207"/>
          <ac:spMkLst>
            <pc:docMk/>
            <pc:sldMk cId="757167522" sldId="2147481794"/>
            <ac:spMk id="14" creationId="{79F5A63F-66BC-3450-7D2A-1D4C32F5BFC7}"/>
          </ac:spMkLst>
        </pc:spChg>
        <pc:spChg chg="mod">
          <ac:chgData name="Nagotu Dilip Kumar" userId="e960ee6c-1011-46fd-ab26-7447e3dfc484" providerId="ADAL" clId="{C537D0E1-F004-4867-A19F-CB629E995C3F}" dt="2026-07-01T11:56:33.338" v="1901" actId="207"/>
          <ac:spMkLst>
            <pc:docMk/>
            <pc:sldMk cId="757167522" sldId="2147481794"/>
            <ac:spMk id="20" creationId="{B5903AAD-392E-3F1C-F1FE-A9AC3CABE6A2}"/>
          </ac:spMkLst>
        </pc:spChg>
        <pc:spChg chg="mod">
          <ac:chgData name="Nagotu Dilip Kumar" userId="e960ee6c-1011-46fd-ab26-7447e3dfc484" providerId="ADAL" clId="{C537D0E1-F004-4867-A19F-CB629E995C3F}" dt="2026-07-01T11:56:33.338" v="1901" actId="207"/>
          <ac:spMkLst>
            <pc:docMk/>
            <pc:sldMk cId="757167522" sldId="2147481794"/>
            <ac:spMk id="26" creationId="{B57A338A-EF90-AFBB-51D6-69BD0A427093}"/>
          </ac:spMkLst>
        </pc:spChg>
        <pc:spChg chg="mod">
          <ac:chgData name="Nagotu Dilip Kumar" userId="e960ee6c-1011-46fd-ab26-7447e3dfc484" providerId="ADAL" clId="{C537D0E1-F004-4867-A19F-CB629E995C3F}" dt="2026-07-01T11:56:33.338" v="1901" actId="207"/>
          <ac:spMkLst>
            <pc:docMk/>
            <pc:sldMk cId="757167522" sldId="2147481794"/>
            <ac:spMk id="32" creationId="{825BE3BB-0F93-932D-E2E1-33B8E6D1CB8E}"/>
          </ac:spMkLst>
        </pc:spChg>
        <pc:spChg chg="mod">
          <ac:chgData name="Nagotu Dilip Kumar" userId="e960ee6c-1011-46fd-ab26-7447e3dfc484" providerId="ADAL" clId="{C537D0E1-F004-4867-A19F-CB629E995C3F}" dt="2026-07-01T11:57:04.187" v="1939" actId="1035"/>
          <ac:spMkLst>
            <pc:docMk/>
            <pc:sldMk cId="757167522" sldId="2147481794"/>
            <ac:spMk id="52" creationId="{BB38DD89-2C45-C856-E833-40E8F04AFBF1}"/>
          </ac:spMkLst>
        </pc:spChg>
        <pc:spChg chg="mod">
          <ac:chgData name="Nagotu Dilip Kumar" userId="e960ee6c-1011-46fd-ab26-7447e3dfc484" providerId="ADAL" clId="{C537D0E1-F004-4867-A19F-CB629E995C3F}" dt="2026-07-01T11:57:04.187" v="1939" actId="1035"/>
          <ac:spMkLst>
            <pc:docMk/>
            <pc:sldMk cId="757167522" sldId="2147481794"/>
            <ac:spMk id="53" creationId="{58D941ED-315E-6FAB-EE05-85C8CEA07FB7}"/>
          </ac:spMkLst>
        </pc:spChg>
        <pc:picChg chg="mod">
          <ac:chgData name="Nagotu Dilip Kumar" userId="e960ee6c-1011-46fd-ab26-7447e3dfc484" providerId="ADAL" clId="{C537D0E1-F004-4867-A19F-CB629E995C3F}" dt="2026-07-01T11:57:04.187" v="1939" actId="1035"/>
          <ac:picMkLst>
            <pc:docMk/>
            <pc:sldMk cId="757167522" sldId="2147481794"/>
            <ac:picMk id="7" creationId="{C2689C72-DF10-208E-0AE0-D4BE49917139}"/>
          </ac:picMkLst>
        </pc:picChg>
      </pc:sldChg>
      <pc:sldChg chg="delSp modSp new mod">
        <pc:chgData name="Nagotu Dilip Kumar" userId="e960ee6c-1011-46fd-ab26-7447e3dfc484" providerId="ADAL" clId="{C537D0E1-F004-4867-A19F-CB629E995C3F}" dt="2026-07-01T11:54:14.182" v="1891" actId="1076"/>
        <pc:sldMkLst>
          <pc:docMk/>
          <pc:sldMk cId="123677467" sldId="2147481803"/>
        </pc:sldMkLst>
        <pc:spChg chg="mod">
          <ac:chgData name="Nagotu Dilip Kumar" userId="e960ee6c-1011-46fd-ab26-7447e3dfc484" providerId="ADAL" clId="{C537D0E1-F004-4867-A19F-CB629E995C3F}" dt="2026-07-01T11:54:14.182" v="1891" actId="1076"/>
          <ac:spMkLst>
            <pc:docMk/>
            <pc:sldMk cId="123677467" sldId="2147481803"/>
            <ac:spMk id="2" creationId="{6347BFE4-D4E7-ECEC-2A29-50849500268A}"/>
          </ac:spMkLst>
        </pc:spChg>
        <pc:spChg chg="mod">
          <ac:chgData name="Nagotu Dilip Kumar" userId="e960ee6c-1011-46fd-ab26-7447e3dfc484" providerId="ADAL" clId="{C537D0E1-F004-4867-A19F-CB629E995C3F}" dt="2026-07-01T11:54:02.602" v="1887" actId="20577"/>
          <ac:spMkLst>
            <pc:docMk/>
            <pc:sldMk cId="123677467" sldId="2147481803"/>
            <ac:spMk id="4" creationId="{612E2AB5-38B2-A6BA-F426-6FBFD9488403}"/>
          </ac:spMkLst>
        </pc:spChg>
      </pc:sldChg>
      <pc:sldChg chg="addSp modSp mod">
        <pc:chgData name="Nagotu Dilip Kumar" userId="e960ee6c-1011-46fd-ab26-7447e3dfc484" providerId="ADAL" clId="{C537D0E1-F004-4867-A19F-CB629E995C3F}" dt="2026-07-07T10:44:00.436" v="2619" actId="1076"/>
        <pc:sldMkLst>
          <pc:docMk/>
          <pc:sldMk cId="566397521" sldId="2147481804"/>
        </pc:sldMkLst>
        <pc:spChg chg="mod">
          <ac:chgData name="Nagotu Dilip Kumar" userId="e960ee6c-1011-46fd-ab26-7447e3dfc484" providerId="ADAL" clId="{C537D0E1-F004-4867-A19F-CB629E995C3F}" dt="2026-07-07T09:11:01.696" v="2064" actId="1076"/>
          <ac:spMkLst>
            <pc:docMk/>
            <pc:sldMk cId="566397521" sldId="2147481804"/>
            <ac:spMk id="4" creationId="{B86D690C-0DF1-D38E-7811-4F326CB62E97}"/>
          </ac:spMkLst>
        </pc:spChg>
        <pc:spChg chg="mod">
          <ac:chgData name="Nagotu Dilip Kumar" userId="e960ee6c-1011-46fd-ab26-7447e3dfc484" providerId="ADAL" clId="{C537D0E1-F004-4867-A19F-CB629E995C3F}" dt="2026-07-07T09:11:23.792" v="2069" actId="1076"/>
          <ac:spMkLst>
            <pc:docMk/>
            <pc:sldMk cId="566397521" sldId="2147481804"/>
            <ac:spMk id="5" creationId="{3BBB3D99-3A19-B32D-F9EC-EC08B8582391}"/>
          </ac:spMkLst>
        </pc:spChg>
        <pc:spChg chg="mod">
          <ac:chgData name="Nagotu Dilip Kumar" userId="e960ee6c-1011-46fd-ab26-7447e3dfc484" providerId="ADAL" clId="{C537D0E1-F004-4867-A19F-CB629E995C3F}" dt="2026-07-07T09:11:33.743" v="2075" actId="1036"/>
          <ac:spMkLst>
            <pc:docMk/>
            <pc:sldMk cId="566397521" sldId="2147481804"/>
            <ac:spMk id="6" creationId="{310B5265-F9F5-4D6A-A938-842271F824ED}"/>
          </ac:spMkLst>
        </pc:spChg>
        <pc:spChg chg="mod">
          <ac:chgData name="Nagotu Dilip Kumar" userId="e960ee6c-1011-46fd-ab26-7447e3dfc484" providerId="ADAL" clId="{C537D0E1-F004-4867-A19F-CB629E995C3F}" dt="2026-07-07T09:11:14.875" v="2067" actId="14100"/>
          <ac:spMkLst>
            <pc:docMk/>
            <pc:sldMk cId="566397521" sldId="2147481804"/>
            <ac:spMk id="8" creationId="{4DF77FFB-048A-6A9C-8125-9CA24840BF25}"/>
          </ac:spMkLst>
        </pc:spChg>
        <pc:spChg chg="mod">
          <ac:chgData name="Nagotu Dilip Kumar" userId="e960ee6c-1011-46fd-ab26-7447e3dfc484" providerId="ADAL" clId="{C537D0E1-F004-4867-A19F-CB629E995C3F}" dt="2026-07-07T09:13:06.026" v="2179" actId="554"/>
          <ac:spMkLst>
            <pc:docMk/>
            <pc:sldMk cId="566397521" sldId="2147481804"/>
            <ac:spMk id="10" creationId="{9061B9BB-3C67-34BB-BD9C-39744277678E}"/>
          </ac:spMkLst>
        </pc:spChg>
        <pc:spChg chg="mod">
          <ac:chgData name="Nagotu Dilip Kumar" userId="e960ee6c-1011-46fd-ab26-7447e3dfc484" providerId="ADAL" clId="{C537D0E1-F004-4867-A19F-CB629E995C3F}" dt="2026-07-07T09:13:32.490" v="2186" actId="12"/>
          <ac:spMkLst>
            <pc:docMk/>
            <pc:sldMk cId="566397521" sldId="2147481804"/>
            <ac:spMk id="11" creationId="{1F8517E5-10A1-7F7A-F19C-FC77D94C9F98}"/>
          </ac:spMkLst>
        </pc:spChg>
        <pc:spChg chg="mod">
          <ac:chgData name="Nagotu Dilip Kumar" userId="e960ee6c-1011-46fd-ab26-7447e3dfc484" providerId="ADAL" clId="{C537D0E1-F004-4867-A19F-CB629E995C3F}" dt="2026-07-07T09:11:14.875" v="2067" actId="14100"/>
          <ac:spMkLst>
            <pc:docMk/>
            <pc:sldMk cId="566397521" sldId="2147481804"/>
            <ac:spMk id="12" creationId="{D4C54A7A-7CE6-DBF7-B1D6-9545A7E06601}"/>
          </ac:spMkLst>
        </pc:spChg>
        <pc:spChg chg="mod">
          <ac:chgData name="Nagotu Dilip Kumar" userId="e960ee6c-1011-46fd-ab26-7447e3dfc484" providerId="ADAL" clId="{C537D0E1-F004-4867-A19F-CB629E995C3F}" dt="2026-07-07T09:11:14.875" v="2067" actId="14100"/>
          <ac:spMkLst>
            <pc:docMk/>
            <pc:sldMk cId="566397521" sldId="2147481804"/>
            <ac:spMk id="13" creationId="{575BBDFA-27F2-6DCB-B004-65D88EF55ACB}"/>
          </ac:spMkLst>
        </pc:spChg>
        <pc:spChg chg="mod">
          <ac:chgData name="Nagotu Dilip Kumar" userId="e960ee6c-1011-46fd-ab26-7447e3dfc484" providerId="ADAL" clId="{C537D0E1-F004-4867-A19F-CB629E995C3F}" dt="2026-07-07T09:13:06.026" v="2179" actId="554"/>
          <ac:spMkLst>
            <pc:docMk/>
            <pc:sldMk cId="566397521" sldId="2147481804"/>
            <ac:spMk id="16" creationId="{7D5894B0-391B-1526-ECFA-C17DCB6B5450}"/>
          </ac:spMkLst>
        </pc:spChg>
        <pc:spChg chg="mod">
          <ac:chgData name="Nagotu Dilip Kumar" userId="e960ee6c-1011-46fd-ab26-7447e3dfc484" providerId="ADAL" clId="{C537D0E1-F004-4867-A19F-CB629E995C3F}" dt="2026-07-07T09:13:35.113" v="2188" actId="12"/>
          <ac:spMkLst>
            <pc:docMk/>
            <pc:sldMk cId="566397521" sldId="2147481804"/>
            <ac:spMk id="17" creationId="{9A72C5C4-20CF-3ED8-5C5E-858116B65685}"/>
          </ac:spMkLst>
        </pc:spChg>
        <pc:spChg chg="mod">
          <ac:chgData name="Nagotu Dilip Kumar" userId="e960ee6c-1011-46fd-ab26-7447e3dfc484" providerId="ADAL" clId="{C537D0E1-F004-4867-A19F-CB629E995C3F}" dt="2026-07-07T09:11:14.875" v="2067" actId="14100"/>
          <ac:spMkLst>
            <pc:docMk/>
            <pc:sldMk cId="566397521" sldId="2147481804"/>
            <ac:spMk id="19" creationId="{6AFCCFFB-1508-E978-E204-FEA17FA813A6}"/>
          </ac:spMkLst>
        </pc:spChg>
        <pc:spChg chg="mod">
          <ac:chgData name="Nagotu Dilip Kumar" userId="e960ee6c-1011-46fd-ab26-7447e3dfc484" providerId="ADAL" clId="{C537D0E1-F004-4867-A19F-CB629E995C3F}" dt="2026-07-07T09:11:20.137" v="2068" actId="1076"/>
          <ac:spMkLst>
            <pc:docMk/>
            <pc:sldMk cId="566397521" sldId="2147481804"/>
            <ac:spMk id="20" creationId="{310DB18B-EE39-40D5-0604-84A4CD65B7DE}"/>
          </ac:spMkLst>
        </pc:spChg>
        <pc:spChg chg="mod">
          <ac:chgData name="Nagotu Dilip Kumar" userId="e960ee6c-1011-46fd-ab26-7447e3dfc484" providerId="ADAL" clId="{C537D0E1-F004-4867-A19F-CB629E995C3F}" dt="2026-07-07T09:13:06.026" v="2179" actId="554"/>
          <ac:spMkLst>
            <pc:docMk/>
            <pc:sldMk cId="566397521" sldId="2147481804"/>
            <ac:spMk id="22" creationId="{7B659F83-D1FE-1850-BA4F-DEACBB46DDDF}"/>
          </ac:spMkLst>
        </pc:spChg>
        <pc:spChg chg="mod">
          <ac:chgData name="Nagotu Dilip Kumar" userId="e960ee6c-1011-46fd-ab26-7447e3dfc484" providerId="ADAL" clId="{C537D0E1-F004-4867-A19F-CB629E995C3F}" dt="2026-07-07T09:13:38.088" v="2190" actId="12"/>
          <ac:spMkLst>
            <pc:docMk/>
            <pc:sldMk cId="566397521" sldId="2147481804"/>
            <ac:spMk id="23" creationId="{1B8BFB54-7090-3649-1BD6-0F624334CE56}"/>
          </ac:spMkLst>
        </pc:spChg>
        <pc:spChg chg="mod">
          <ac:chgData name="Nagotu Dilip Kumar" userId="e960ee6c-1011-46fd-ab26-7447e3dfc484" providerId="ADAL" clId="{C537D0E1-F004-4867-A19F-CB629E995C3F}" dt="2026-07-07T09:13:20.895" v="2181" actId="14100"/>
          <ac:spMkLst>
            <pc:docMk/>
            <pc:sldMk cId="566397521" sldId="2147481804"/>
            <ac:spMk id="24" creationId="{E9817BF7-043E-6017-FCC6-D1398B6DE28B}"/>
          </ac:spMkLst>
        </pc:spChg>
        <pc:spChg chg="mod">
          <ac:chgData name="Nagotu Dilip Kumar" userId="e960ee6c-1011-46fd-ab26-7447e3dfc484" providerId="ADAL" clId="{C537D0E1-F004-4867-A19F-CB629E995C3F}" dt="2026-07-07T09:13:06.026" v="2179" actId="554"/>
          <ac:spMkLst>
            <pc:docMk/>
            <pc:sldMk cId="566397521" sldId="2147481804"/>
            <ac:spMk id="25" creationId="{50160EC2-2DFA-6F24-E13F-2EFE021C6BBD}"/>
          </ac:spMkLst>
        </pc:spChg>
        <pc:spChg chg="mod">
          <ac:chgData name="Nagotu Dilip Kumar" userId="e960ee6c-1011-46fd-ab26-7447e3dfc484" providerId="ADAL" clId="{C537D0E1-F004-4867-A19F-CB629E995C3F}" dt="2026-07-07T09:11:20.137" v="2068" actId="1076"/>
          <ac:spMkLst>
            <pc:docMk/>
            <pc:sldMk cId="566397521" sldId="2147481804"/>
            <ac:spMk id="26" creationId="{115358C2-27FE-A62F-C2A8-2066C780D2D1}"/>
          </ac:spMkLst>
        </pc:spChg>
        <pc:spChg chg="mod">
          <ac:chgData name="Nagotu Dilip Kumar" userId="e960ee6c-1011-46fd-ab26-7447e3dfc484" providerId="ADAL" clId="{C537D0E1-F004-4867-A19F-CB629E995C3F}" dt="2026-07-07T09:11:20.137" v="2068" actId="1076"/>
          <ac:spMkLst>
            <pc:docMk/>
            <pc:sldMk cId="566397521" sldId="2147481804"/>
            <ac:spMk id="27" creationId="{53EA6D90-7235-D2F5-926A-47B3F56CD6BA}"/>
          </ac:spMkLst>
        </pc:spChg>
        <pc:spChg chg="mod">
          <ac:chgData name="Nagotu Dilip Kumar" userId="e960ee6c-1011-46fd-ab26-7447e3dfc484" providerId="ADAL" clId="{C537D0E1-F004-4867-A19F-CB629E995C3F}" dt="2026-07-07T09:13:43.084" v="2193" actId="6549"/>
          <ac:spMkLst>
            <pc:docMk/>
            <pc:sldMk cId="566397521" sldId="2147481804"/>
            <ac:spMk id="28" creationId="{69F75A02-9717-FFA2-76BA-577C349E6DAA}"/>
          </ac:spMkLst>
        </pc:spChg>
        <pc:spChg chg="mod">
          <ac:chgData name="Nagotu Dilip Kumar" userId="e960ee6c-1011-46fd-ab26-7447e3dfc484" providerId="ADAL" clId="{C537D0E1-F004-4867-A19F-CB629E995C3F}" dt="2026-07-07T09:11:20.137" v="2068" actId="1076"/>
          <ac:spMkLst>
            <pc:docMk/>
            <pc:sldMk cId="566397521" sldId="2147481804"/>
            <ac:spMk id="29" creationId="{242CFEF2-E7E6-AC57-81B5-DF97B6717DA8}"/>
          </ac:spMkLst>
        </pc:spChg>
        <pc:spChg chg="mod">
          <ac:chgData name="Nagotu Dilip Kumar" userId="e960ee6c-1011-46fd-ab26-7447e3dfc484" providerId="ADAL" clId="{C537D0E1-F004-4867-A19F-CB629E995C3F}" dt="2026-07-07T09:11:20.137" v="2068" actId="1076"/>
          <ac:spMkLst>
            <pc:docMk/>
            <pc:sldMk cId="566397521" sldId="2147481804"/>
            <ac:spMk id="30" creationId="{BD3C7E56-D0DF-1387-D4C1-FCAEDD16C643}"/>
          </ac:spMkLst>
        </pc:spChg>
        <pc:spChg chg="mod">
          <ac:chgData name="Nagotu Dilip Kumar" userId="e960ee6c-1011-46fd-ab26-7447e3dfc484" providerId="ADAL" clId="{C537D0E1-F004-4867-A19F-CB629E995C3F}" dt="2026-07-02T04:38:32.655" v="1993" actId="1076"/>
          <ac:spMkLst>
            <pc:docMk/>
            <pc:sldMk cId="566397521" sldId="2147481804"/>
            <ac:spMk id="45" creationId="{1491C942-ADE5-3EC4-66D1-218CF88E9B97}"/>
          </ac:spMkLst>
        </pc:spChg>
        <pc:spChg chg="mod">
          <ac:chgData name="Nagotu Dilip Kumar" userId="e960ee6c-1011-46fd-ab26-7447e3dfc484" providerId="ADAL" clId="{C537D0E1-F004-4867-A19F-CB629E995C3F}" dt="2026-07-07T08:58:06.009" v="2003" actId="1076"/>
          <ac:spMkLst>
            <pc:docMk/>
            <pc:sldMk cId="566397521" sldId="2147481804"/>
            <ac:spMk id="60" creationId="{C99CB9C7-5A07-A550-77C5-04EC42313976}"/>
          </ac:spMkLst>
        </pc:spChg>
        <pc:spChg chg="mod">
          <ac:chgData name="Nagotu Dilip Kumar" userId="e960ee6c-1011-46fd-ab26-7447e3dfc484" providerId="ADAL" clId="{C537D0E1-F004-4867-A19F-CB629E995C3F}" dt="2026-07-07T09:11:20.137" v="2068" actId="1076"/>
          <ac:spMkLst>
            <pc:docMk/>
            <pc:sldMk cId="566397521" sldId="2147481804"/>
            <ac:spMk id="61" creationId="{D87270FD-1534-571D-2952-A6F0062B5AC3}"/>
          </ac:spMkLst>
        </pc:spChg>
        <pc:spChg chg="mod">
          <ac:chgData name="Nagotu Dilip Kumar" userId="e960ee6c-1011-46fd-ab26-7447e3dfc484" providerId="ADAL" clId="{C537D0E1-F004-4867-A19F-CB629E995C3F}" dt="2026-07-07T08:58:06.009" v="2003" actId="1076"/>
          <ac:spMkLst>
            <pc:docMk/>
            <pc:sldMk cId="566397521" sldId="2147481804"/>
            <ac:spMk id="62" creationId="{ED7E2B27-FEC1-68BE-1D84-55002A192644}"/>
          </ac:spMkLst>
        </pc:spChg>
        <pc:spChg chg="mod">
          <ac:chgData name="Nagotu Dilip Kumar" userId="e960ee6c-1011-46fd-ab26-7447e3dfc484" providerId="ADAL" clId="{C537D0E1-F004-4867-A19F-CB629E995C3F}" dt="2026-07-07T09:11:20.137" v="2068" actId="1076"/>
          <ac:spMkLst>
            <pc:docMk/>
            <pc:sldMk cId="566397521" sldId="2147481804"/>
            <ac:spMk id="63" creationId="{2DE3384B-8E51-5BDD-2A78-265410A0C2FA}"/>
          </ac:spMkLst>
        </pc:spChg>
        <pc:spChg chg="mod">
          <ac:chgData name="Nagotu Dilip Kumar" userId="e960ee6c-1011-46fd-ab26-7447e3dfc484" providerId="ADAL" clId="{C537D0E1-F004-4867-A19F-CB629E995C3F}" dt="2026-07-07T09:11:20.137" v="2068" actId="1076"/>
          <ac:spMkLst>
            <pc:docMk/>
            <pc:sldMk cId="566397521" sldId="2147481804"/>
            <ac:spMk id="64" creationId="{9C0AFC99-0D94-3C0A-7B55-2E0ECA37AD4B}"/>
          </ac:spMkLst>
        </pc:spChg>
        <pc:spChg chg="mod">
          <ac:chgData name="Nagotu Dilip Kumar" userId="e960ee6c-1011-46fd-ab26-7447e3dfc484" providerId="ADAL" clId="{C537D0E1-F004-4867-A19F-CB629E995C3F}" dt="2026-07-07T10:44:00.436" v="2619" actId="1076"/>
          <ac:spMkLst>
            <pc:docMk/>
            <pc:sldMk cId="566397521" sldId="2147481804"/>
            <ac:spMk id="65" creationId="{A8E503B9-F1FF-5FD9-902D-D1EB3701E6FB}"/>
          </ac:spMkLst>
        </pc:spChg>
        <pc:spChg chg="mod">
          <ac:chgData name="Nagotu Dilip Kumar" userId="e960ee6c-1011-46fd-ab26-7447e3dfc484" providerId="ADAL" clId="{C537D0E1-F004-4867-A19F-CB629E995C3F}" dt="2026-07-07T10:43:56.990" v="2618" actId="1076"/>
          <ac:spMkLst>
            <pc:docMk/>
            <pc:sldMk cId="566397521" sldId="2147481804"/>
            <ac:spMk id="67" creationId="{C9412624-36CF-6734-FE6B-B27FDDB82ED0}"/>
          </ac:spMkLst>
        </pc:spChg>
        <pc:spChg chg="mod">
          <ac:chgData name="Nagotu Dilip Kumar" userId="e960ee6c-1011-46fd-ab26-7447e3dfc484" providerId="ADAL" clId="{C537D0E1-F004-4867-A19F-CB629E995C3F}" dt="2026-07-07T10:43:52.849" v="2617" actId="1076"/>
          <ac:spMkLst>
            <pc:docMk/>
            <pc:sldMk cId="566397521" sldId="2147481804"/>
            <ac:spMk id="69" creationId="{42CCED01-C8C3-CC2B-63A5-FE55BC14AAC3}"/>
          </ac:spMkLst>
        </pc:spChg>
        <pc:spChg chg="mod">
          <ac:chgData name="Nagotu Dilip Kumar" userId="e960ee6c-1011-46fd-ab26-7447e3dfc484" providerId="ADAL" clId="{C537D0E1-F004-4867-A19F-CB629E995C3F}" dt="2026-07-07T10:43:48.437" v="2616" actId="1076"/>
          <ac:spMkLst>
            <pc:docMk/>
            <pc:sldMk cId="566397521" sldId="2147481804"/>
            <ac:spMk id="71" creationId="{E111A5FE-8E6C-D65D-3CCB-1DF82F244906}"/>
          </ac:spMkLst>
        </pc:spChg>
        <pc:spChg chg="mod">
          <ac:chgData name="Nagotu Dilip Kumar" userId="e960ee6c-1011-46fd-ab26-7447e3dfc484" providerId="ADAL" clId="{C537D0E1-F004-4867-A19F-CB629E995C3F}" dt="2026-07-07T10:43:44.596" v="2615" actId="1076"/>
          <ac:spMkLst>
            <pc:docMk/>
            <pc:sldMk cId="566397521" sldId="2147481804"/>
            <ac:spMk id="73" creationId="{F5D60F2A-370C-9782-B32F-656BB8359CF1}"/>
          </ac:spMkLst>
        </pc:spChg>
        <pc:spChg chg="mod">
          <ac:chgData name="Nagotu Dilip Kumar" userId="e960ee6c-1011-46fd-ab26-7447e3dfc484" providerId="ADAL" clId="{C537D0E1-F004-4867-A19F-CB629E995C3F}" dt="2026-07-07T09:13:20.895" v="2181" actId="14100"/>
          <ac:spMkLst>
            <pc:docMk/>
            <pc:sldMk cId="566397521" sldId="2147481804"/>
            <ac:spMk id="75" creationId="{6E95FD6D-B9DB-CC3F-41FF-931FC655C893}"/>
          </ac:spMkLst>
        </pc:spChg>
        <pc:spChg chg="mod">
          <ac:chgData name="Nagotu Dilip Kumar" userId="e960ee6c-1011-46fd-ab26-7447e3dfc484" providerId="ADAL" clId="{C537D0E1-F004-4867-A19F-CB629E995C3F}" dt="2026-07-07T09:13:20.895" v="2181" actId="14100"/>
          <ac:spMkLst>
            <pc:docMk/>
            <pc:sldMk cId="566397521" sldId="2147481804"/>
            <ac:spMk id="76" creationId="{945541EC-ED6C-986A-2605-E79B13DD0D20}"/>
          </ac:spMkLst>
        </pc:spChg>
        <pc:spChg chg="mod">
          <ac:chgData name="Nagotu Dilip Kumar" userId="e960ee6c-1011-46fd-ab26-7447e3dfc484" providerId="ADAL" clId="{C537D0E1-F004-4867-A19F-CB629E995C3F}" dt="2026-07-07T09:13:20.895" v="2181" actId="14100"/>
          <ac:spMkLst>
            <pc:docMk/>
            <pc:sldMk cId="566397521" sldId="2147481804"/>
            <ac:spMk id="78" creationId="{7D770A79-7B1A-64D0-E94F-376BCCBAE9A0}"/>
          </ac:spMkLst>
        </pc:spChg>
        <pc:grpChg chg="mod">
          <ac:chgData name="Nagotu Dilip Kumar" userId="e960ee6c-1011-46fd-ab26-7447e3dfc484" providerId="ADAL" clId="{C537D0E1-F004-4867-A19F-CB629E995C3F}" dt="2026-07-07T09:13:26.694" v="2182" actId="1076"/>
          <ac:grpSpMkLst>
            <pc:docMk/>
            <pc:sldMk cId="566397521" sldId="2147481804"/>
            <ac:grpSpMk id="7" creationId="{C0E31D56-5E17-26E4-79FA-F459BAB871EE}"/>
          </ac:grpSpMkLst>
        </pc:grpChg>
        <pc:picChg chg="mod">
          <ac:chgData name="Nagotu Dilip Kumar" userId="e960ee6c-1011-46fd-ab26-7447e3dfc484" providerId="ADAL" clId="{C537D0E1-F004-4867-A19F-CB629E995C3F}" dt="2026-07-07T10:44:00.436" v="2619" actId="1076"/>
          <ac:picMkLst>
            <pc:docMk/>
            <pc:sldMk cId="566397521" sldId="2147481804"/>
            <ac:picMk id="66" creationId="{1FE98658-E4B9-52FF-4500-B51341636E2A}"/>
          </ac:picMkLst>
        </pc:picChg>
        <pc:picChg chg="mod">
          <ac:chgData name="Nagotu Dilip Kumar" userId="e960ee6c-1011-46fd-ab26-7447e3dfc484" providerId="ADAL" clId="{C537D0E1-F004-4867-A19F-CB629E995C3F}" dt="2026-07-07T10:43:56.990" v="2618" actId="1076"/>
          <ac:picMkLst>
            <pc:docMk/>
            <pc:sldMk cId="566397521" sldId="2147481804"/>
            <ac:picMk id="68" creationId="{A3D095B3-3E14-442F-96B6-9E45DC93850A}"/>
          </ac:picMkLst>
        </pc:picChg>
        <pc:picChg chg="mod">
          <ac:chgData name="Nagotu Dilip Kumar" userId="e960ee6c-1011-46fd-ab26-7447e3dfc484" providerId="ADAL" clId="{C537D0E1-F004-4867-A19F-CB629E995C3F}" dt="2026-07-07T10:43:52.849" v="2617" actId="1076"/>
          <ac:picMkLst>
            <pc:docMk/>
            <pc:sldMk cId="566397521" sldId="2147481804"/>
            <ac:picMk id="70" creationId="{14C431C0-93C8-C59A-DD5A-CC60944A51FE}"/>
          </ac:picMkLst>
        </pc:picChg>
        <pc:picChg chg="mod">
          <ac:chgData name="Nagotu Dilip Kumar" userId="e960ee6c-1011-46fd-ab26-7447e3dfc484" providerId="ADAL" clId="{C537D0E1-F004-4867-A19F-CB629E995C3F}" dt="2026-07-07T10:43:48.437" v="2616" actId="1076"/>
          <ac:picMkLst>
            <pc:docMk/>
            <pc:sldMk cId="566397521" sldId="2147481804"/>
            <ac:picMk id="72" creationId="{3FB4160D-467D-7D22-5E8F-8701CFDE3D59}"/>
          </ac:picMkLst>
        </pc:picChg>
        <pc:picChg chg="mod">
          <ac:chgData name="Nagotu Dilip Kumar" userId="e960ee6c-1011-46fd-ab26-7447e3dfc484" providerId="ADAL" clId="{C537D0E1-F004-4867-A19F-CB629E995C3F}" dt="2026-07-07T10:43:44.596" v="2615" actId="1076"/>
          <ac:picMkLst>
            <pc:docMk/>
            <pc:sldMk cId="566397521" sldId="2147481804"/>
            <ac:picMk id="74" creationId="{7186736A-019E-904B-EBF1-405C3DC3C281}"/>
          </ac:picMkLst>
        </pc:picChg>
      </pc:sldChg>
      <pc:sldChg chg="modSp mod">
        <pc:chgData name="Nagotu Dilip Kumar" userId="e960ee6c-1011-46fd-ab26-7447e3dfc484" providerId="ADAL" clId="{C537D0E1-F004-4867-A19F-CB629E995C3F}" dt="2026-07-10T17:03:14.891" v="2784" actId="14100"/>
        <pc:sldMkLst>
          <pc:docMk/>
          <pc:sldMk cId="2751744931" sldId="2147481808"/>
        </pc:sldMkLst>
        <pc:spChg chg="mod">
          <ac:chgData name="Nagotu Dilip Kumar" userId="e960ee6c-1011-46fd-ab26-7447e3dfc484" providerId="ADAL" clId="{C537D0E1-F004-4867-A19F-CB629E995C3F}" dt="2026-07-10T17:03:14.891" v="2784" actId="14100"/>
          <ac:spMkLst>
            <pc:docMk/>
            <pc:sldMk cId="2751744931" sldId="2147481808"/>
            <ac:spMk id="2" creationId="{D9DC9138-62FB-CCF1-2DC5-BEE106824EF4}"/>
          </ac:spMkLst>
        </pc:spChg>
        <pc:spChg chg="mod">
          <ac:chgData name="Nagotu Dilip Kumar" userId="e960ee6c-1011-46fd-ab26-7447e3dfc484" providerId="ADAL" clId="{C537D0E1-F004-4867-A19F-CB629E995C3F}" dt="2026-07-07T11:56:35.334" v="2693" actId="1076"/>
          <ac:spMkLst>
            <pc:docMk/>
            <pc:sldMk cId="2751744931" sldId="2147481808"/>
            <ac:spMk id="7" creationId="{AA585A39-F518-2E8D-011D-E4FB0354BFDA}"/>
          </ac:spMkLst>
        </pc:spChg>
        <pc:spChg chg="mod">
          <ac:chgData name="Nagotu Dilip Kumar" userId="e960ee6c-1011-46fd-ab26-7447e3dfc484" providerId="ADAL" clId="{C537D0E1-F004-4867-A19F-CB629E995C3F}" dt="2026-07-07T11:56:35.334" v="2693" actId="1076"/>
          <ac:spMkLst>
            <pc:docMk/>
            <pc:sldMk cId="2751744931" sldId="2147481808"/>
            <ac:spMk id="8" creationId="{285FB5D3-2A55-8468-096D-C76AB54318F6}"/>
          </ac:spMkLst>
        </pc:spChg>
        <pc:spChg chg="mod">
          <ac:chgData name="Nagotu Dilip Kumar" userId="e960ee6c-1011-46fd-ab26-7447e3dfc484" providerId="ADAL" clId="{C537D0E1-F004-4867-A19F-CB629E995C3F}" dt="2026-07-07T11:56:35.334" v="2693" actId="1076"/>
          <ac:spMkLst>
            <pc:docMk/>
            <pc:sldMk cId="2751744931" sldId="2147481808"/>
            <ac:spMk id="15" creationId="{33A9BFA1-693D-D7FF-22C1-947652A445A5}"/>
          </ac:spMkLst>
        </pc:spChg>
        <pc:spChg chg="mod">
          <ac:chgData name="Nagotu Dilip Kumar" userId="e960ee6c-1011-46fd-ab26-7447e3dfc484" providerId="ADAL" clId="{C537D0E1-F004-4867-A19F-CB629E995C3F}" dt="2026-07-07T11:56:35.334" v="2693" actId="1076"/>
          <ac:spMkLst>
            <pc:docMk/>
            <pc:sldMk cId="2751744931" sldId="2147481808"/>
            <ac:spMk id="16" creationId="{B84C084E-F8FE-A0B7-7F42-CF03BBFCBAD8}"/>
          </ac:spMkLst>
        </pc:spChg>
        <pc:spChg chg="mod">
          <ac:chgData name="Nagotu Dilip Kumar" userId="e960ee6c-1011-46fd-ab26-7447e3dfc484" providerId="ADAL" clId="{C537D0E1-F004-4867-A19F-CB629E995C3F}" dt="2026-07-10T17:02:50.822" v="2781" actId="2085"/>
          <ac:spMkLst>
            <pc:docMk/>
            <pc:sldMk cId="2751744931" sldId="2147481808"/>
            <ac:spMk id="48" creationId="{82E8C89A-9638-F1A3-B043-2BDE6E695FE2}"/>
          </ac:spMkLst>
        </pc:spChg>
        <pc:spChg chg="mod">
          <ac:chgData name="Nagotu Dilip Kumar" userId="e960ee6c-1011-46fd-ab26-7447e3dfc484" providerId="ADAL" clId="{C537D0E1-F004-4867-A19F-CB629E995C3F}" dt="2026-07-10T17:03:01.043" v="2783" actId="2085"/>
          <ac:spMkLst>
            <pc:docMk/>
            <pc:sldMk cId="2751744931" sldId="2147481808"/>
            <ac:spMk id="49" creationId="{3227C3B6-BFD0-EFB5-D68F-1C9EC0FFD12E}"/>
          </ac:spMkLst>
        </pc:spChg>
        <pc:spChg chg="mod">
          <ac:chgData name="Nagotu Dilip Kumar" userId="e960ee6c-1011-46fd-ab26-7447e3dfc484" providerId="ADAL" clId="{C537D0E1-F004-4867-A19F-CB629E995C3F}" dt="2026-07-07T11:56:43.766" v="2694" actId="14100"/>
          <ac:spMkLst>
            <pc:docMk/>
            <pc:sldMk cId="2751744931" sldId="2147481808"/>
            <ac:spMk id="120" creationId="{0623AF7D-CF61-F8A2-105D-D2DC549C1D72}"/>
          </ac:spMkLst>
        </pc:spChg>
        <pc:picChg chg="mod modCrop">
          <ac:chgData name="Nagotu Dilip Kumar" userId="e960ee6c-1011-46fd-ab26-7447e3dfc484" providerId="ADAL" clId="{C537D0E1-F004-4867-A19F-CB629E995C3F}" dt="2026-07-07T11:56:52.810" v="2695" actId="732"/>
          <ac:picMkLst>
            <pc:docMk/>
            <pc:sldMk cId="2751744931" sldId="2147481808"/>
            <ac:picMk id="119" creationId="{1DB26366-DBDD-E524-A07E-2995818F792F}"/>
          </ac:picMkLst>
        </pc:picChg>
      </pc:sldChg>
      <pc:sldChg chg="delSp modSp mod">
        <pc:chgData name="Nagotu Dilip Kumar" userId="e960ee6c-1011-46fd-ab26-7447e3dfc484" providerId="ADAL" clId="{C537D0E1-F004-4867-A19F-CB629E995C3F}" dt="2026-07-13T10:07:26.577" v="5763" actId="12789"/>
        <pc:sldMkLst>
          <pc:docMk/>
          <pc:sldMk cId="2408097752" sldId="2147481810"/>
        </pc:sldMkLst>
        <pc:spChg chg="mod">
          <ac:chgData name="Nagotu Dilip Kumar" userId="e960ee6c-1011-46fd-ab26-7447e3dfc484" providerId="ADAL" clId="{C537D0E1-F004-4867-A19F-CB629E995C3F}" dt="2026-07-07T12:02:46.427" v="2711" actId="1037"/>
          <ac:spMkLst>
            <pc:docMk/>
            <pc:sldMk cId="2408097752" sldId="2147481810"/>
            <ac:spMk id="2" creationId="{64DE0B33-55DE-4E5D-C550-F02F31B89513}"/>
          </ac:spMkLst>
        </pc:spChg>
        <pc:spChg chg="mod">
          <ac:chgData name="Nagotu Dilip Kumar" userId="e960ee6c-1011-46fd-ab26-7447e3dfc484" providerId="ADAL" clId="{C537D0E1-F004-4867-A19F-CB629E995C3F}" dt="2026-07-13T10:07:26.577" v="5763" actId="12789"/>
          <ac:spMkLst>
            <pc:docMk/>
            <pc:sldMk cId="2408097752" sldId="2147481810"/>
            <ac:spMk id="5" creationId="{40DFF124-1474-BD51-069E-9CE6CB2178E5}"/>
          </ac:spMkLst>
        </pc:spChg>
        <pc:spChg chg="mod">
          <ac:chgData name="Nagotu Dilip Kumar" userId="e960ee6c-1011-46fd-ab26-7447e3dfc484" providerId="ADAL" clId="{C537D0E1-F004-4867-A19F-CB629E995C3F}" dt="2026-07-07T12:03:02.960" v="2715" actId="14100"/>
          <ac:spMkLst>
            <pc:docMk/>
            <pc:sldMk cId="2408097752" sldId="2147481810"/>
            <ac:spMk id="8" creationId="{3BE8DC47-AA63-860B-4EF8-7B21E129D929}"/>
          </ac:spMkLst>
        </pc:spChg>
        <pc:spChg chg="mod">
          <ac:chgData name="Nagotu Dilip Kumar" userId="e960ee6c-1011-46fd-ab26-7447e3dfc484" providerId="ADAL" clId="{C537D0E1-F004-4867-A19F-CB629E995C3F}" dt="2026-07-10T17:03:31.127" v="2792" actId="1076"/>
          <ac:spMkLst>
            <pc:docMk/>
            <pc:sldMk cId="2408097752" sldId="2147481810"/>
            <ac:spMk id="38" creationId="{29CE369A-107D-19F8-539D-D65EE26DCD7B}"/>
          </ac:spMkLst>
        </pc:spChg>
        <pc:spChg chg="mod">
          <ac:chgData name="Nagotu Dilip Kumar" userId="e960ee6c-1011-46fd-ab26-7447e3dfc484" providerId="ADAL" clId="{C537D0E1-F004-4867-A19F-CB629E995C3F}" dt="2026-07-10T17:03:33.814" v="2793" actId="1076"/>
          <ac:spMkLst>
            <pc:docMk/>
            <pc:sldMk cId="2408097752" sldId="2147481810"/>
            <ac:spMk id="40" creationId="{848BEC48-0E35-5A1E-C15C-BC1F64DBC2DB}"/>
          </ac:spMkLst>
        </pc:spChg>
        <pc:spChg chg="mod">
          <ac:chgData name="Nagotu Dilip Kumar" userId="e960ee6c-1011-46fd-ab26-7447e3dfc484" providerId="ADAL" clId="{C537D0E1-F004-4867-A19F-CB629E995C3F}" dt="2026-07-10T17:03:36.016" v="2794" actId="1076"/>
          <ac:spMkLst>
            <pc:docMk/>
            <pc:sldMk cId="2408097752" sldId="2147481810"/>
            <ac:spMk id="50" creationId="{19192D97-ABE2-696D-9645-2DA0FAE54C03}"/>
          </ac:spMkLst>
        </pc:spChg>
        <pc:spChg chg="mod">
          <ac:chgData name="Nagotu Dilip Kumar" userId="e960ee6c-1011-46fd-ab26-7447e3dfc484" providerId="ADAL" clId="{C537D0E1-F004-4867-A19F-CB629E995C3F}" dt="2026-07-13T10:07:26.577" v="5763" actId="12789"/>
          <ac:spMkLst>
            <pc:docMk/>
            <pc:sldMk cId="2408097752" sldId="2147481810"/>
            <ac:spMk id="102" creationId="{92341661-86A7-D403-81C0-0AA89BF1E10A}"/>
          </ac:spMkLst>
        </pc:spChg>
        <pc:grpChg chg="mod">
          <ac:chgData name="Nagotu Dilip Kumar" userId="e960ee6c-1011-46fd-ab26-7447e3dfc484" providerId="ADAL" clId="{C537D0E1-F004-4867-A19F-CB629E995C3F}" dt="2026-07-13T08:46:52.626" v="4872" actId="1076"/>
          <ac:grpSpMkLst>
            <pc:docMk/>
            <pc:sldMk cId="2408097752" sldId="2147481810"/>
            <ac:grpSpMk id="33" creationId="{EA9D065B-9377-4B2F-9DA4-AA186B531B8A}"/>
          </ac:grpSpMkLst>
        </pc:grpChg>
      </pc:sldChg>
      <pc:sldChg chg="modSp mod">
        <pc:chgData name="Nagotu Dilip Kumar" userId="e960ee6c-1011-46fd-ab26-7447e3dfc484" providerId="ADAL" clId="{C537D0E1-F004-4867-A19F-CB629E995C3F}" dt="2026-07-07T11:55:29.072" v="2675" actId="166"/>
        <pc:sldMkLst>
          <pc:docMk/>
          <pc:sldMk cId="1011382387" sldId="2147481818"/>
        </pc:sldMkLst>
        <pc:spChg chg="ord">
          <ac:chgData name="Nagotu Dilip Kumar" userId="e960ee6c-1011-46fd-ab26-7447e3dfc484" providerId="ADAL" clId="{C537D0E1-F004-4867-A19F-CB629E995C3F}" dt="2026-07-07T11:55:29.072" v="2675" actId="166"/>
          <ac:spMkLst>
            <pc:docMk/>
            <pc:sldMk cId="1011382387" sldId="2147481818"/>
            <ac:spMk id="7" creationId="{E54D47B4-FBA8-8416-A974-A569D631307E}"/>
          </ac:spMkLst>
        </pc:spChg>
        <pc:spChg chg="ord">
          <ac:chgData name="Nagotu Dilip Kumar" userId="e960ee6c-1011-46fd-ab26-7447e3dfc484" providerId="ADAL" clId="{C537D0E1-F004-4867-A19F-CB629E995C3F}" dt="2026-07-07T11:55:27.035" v="2674" actId="166"/>
          <ac:spMkLst>
            <pc:docMk/>
            <pc:sldMk cId="1011382387" sldId="2147481818"/>
            <ac:spMk id="8" creationId="{E843E3C6-6451-F653-FDC8-40D96A479925}"/>
          </ac:spMkLst>
        </pc:spChg>
        <pc:spChg chg="ord">
          <ac:chgData name="Nagotu Dilip Kumar" userId="e960ee6c-1011-46fd-ab26-7447e3dfc484" providerId="ADAL" clId="{C537D0E1-F004-4867-A19F-CB629E995C3F}" dt="2026-07-07T11:55:25.209" v="2673" actId="166"/>
          <ac:spMkLst>
            <pc:docMk/>
            <pc:sldMk cId="1011382387" sldId="2147481818"/>
            <ac:spMk id="9" creationId="{C941721E-E321-1932-8525-F5F382421722}"/>
          </ac:spMkLst>
        </pc:spChg>
        <pc:spChg chg="mod">
          <ac:chgData name="Nagotu Dilip Kumar" userId="e960ee6c-1011-46fd-ab26-7447e3dfc484" providerId="ADAL" clId="{C537D0E1-F004-4867-A19F-CB629E995C3F}" dt="2026-07-07T09:37:45.729" v="2584"/>
          <ac:spMkLst>
            <pc:docMk/>
            <pc:sldMk cId="1011382387" sldId="2147481818"/>
            <ac:spMk id="33" creationId="{FFFD57D3-1E3F-6040-AECD-CFDC1416E085}"/>
          </ac:spMkLst>
        </pc:spChg>
        <pc:spChg chg="mod">
          <ac:chgData name="Nagotu Dilip Kumar" userId="e960ee6c-1011-46fd-ab26-7447e3dfc484" providerId="ADAL" clId="{C537D0E1-F004-4867-A19F-CB629E995C3F}" dt="2026-07-07T10:03:44.989" v="2608" actId="1076"/>
          <ac:spMkLst>
            <pc:docMk/>
            <pc:sldMk cId="1011382387" sldId="2147481818"/>
            <ac:spMk id="35" creationId="{91898596-D98B-3185-6B33-0FCB38BFBB80}"/>
          </ac:spMkLst>
        </pc:spChg>
        <pc:cxnChg chg="ord">
          <ac:chgData name="Nagotu Dilip Kumar" userId="e960ee6c-1011-46fd-ab26-7447e3dfc484" providerId="ADAL" clId="{C537D0E1-F004-4867-A19F-CB629E995C3F}" dt="2026-07-07T11:54:56.782" v="2669" actId="167"/>
          <ac:cxnSpMkLst>
            <pc:docMk/>
            <pc:sldMk cId="1011382387" sldId="2147481818"/>
            <ac:cxnSpMk id="46" creationId="{2FBF2912-0546-6061-F84D-E1C232171F0E}"/>
          </ac:cxnSpMkLst>
        </pc:cxnChg>
        <pc:cxnChg chg="mod ord">
          <ac:chgData name="Nagotu Dilip Kumar" userId="e960ee6c-1011-46fd-ab26-7447e3dfc484" providerId="ADAL" clId="{C537D0E1-F004-4867-A19F-CB629E995C3F}" dt="2026-07-07T11:55:09.295" v="2671" actId="167"/>
          <ac:cxnSpMkLst>
            <pc:docMk/>
            <pc:sldMk cId="1011382387" sldId="2147481818"/>
            <ac:cxnSpMk id="65" creationId="{220C0A4A-8CCB-E728-D4A9-6E45333CC897}"/>
          </ac:cxnSpMkLst>
        </pc:cxnChg>
        <pc:cxnChg chg="ord">
          <ac:chgData name="Nagotu Dilip Kumar" userId="e960ee6c-1011-46fd-ab26-7447e3dfc484" providerId="ADAL" clId="{C537D0E1-F004-4867-A19F-CB629E995C3F}" dt="2026-07-07T11:55:12.890" v="2672" actId="167"/>
          <ac:cxnSpMkLst>
            <pc:docMk/>
            <pc:sldMk cId="1011382387" sldId="2147481818"/>
            <ac:cxnSpMk id="71" creationId="{478B711E-44BB-46C3-2E34-99211DED8A2C}"/>
          </ac:cxnSpMkLst>
        </pc:cxnChg>
      </pc:sldChg>
      <pc:sldChg chg="modSp mod ord modShow">
        <pc:chgData name="Nagotu Dilip Kumar" userId="e960ee6c-1011-46fd-ab26-7447e3dfc484" providerId="ADAL" clId="{C537D0E1-F004-4867-A19F-CB629E995C3F}" dt="2026-07-11T16:40:21.873" v="2838"/>
        <pc:sldMkLst>
          <pc:docMk/>
          <pc:sldMk cId="1561129444" sldId="2147481819"/>
        </pc:sldMkLst>
        <pc:spChg chg="mod">
          <ac:chgData name="Nagotu Dilip Kumar" userId="e960ee6c-1011-46fd-ab26-7447e3dfc484" providerId="ADAL" clId="{C537D0E1-F004-4867-A19F-CB629E995C3F}" dt="2026-07-10T17:03:53.439" v="2798" actId="113"/>
          <ac:spMkLst>
            <pc:docMk/>
            <pc:sldMk cId="1561129444" sldId="2147481819"/>
            <ac:spMk id="5" creationId="{DB455E88-8470-39E4-B6BA-49AD4584304C}"/>
          </ac:spMkLst>
        </pc:spChg>
        <pc:spChg chg="mod">
          <ac:chgData name="Nagotu Dilip Kumar" userId="e960ee6c-1011-46fd-ab26-7447e3dfc484" providerId="ADAL" clId="{C537D0E1-F004-4867-A19F-CB629E995C3F}" dt="2026-07-10T17:03:42.685" v="2795" actId="403"/>
          <ac:spMkLst>
            <pc:docMk/>
            <pc:sldMk cId="1561129444" sldId="2147481819"/>
            <ac:spMk id="9" creationId="{B887F84E-78A3-F675-54E5-D4C7AB21610F}"/>
          </ac:spMkLst>
        </pc:spChg>
        <pc:spChg chg="mod">
          <ac:chgData name="Nagotu Dilip Kumar" userId="e960ee6c-1011-46fd-ab26-7447e3dfc484" providerId="ADAL" clId="{C537D0E1-F004-4867-A19F-CB629E995C3F}" dt="2026-07-07T12:03:44.377" v="2721" actId="207"/>
          <ac:spMkLst>
            <pc:docMk/>
            <pc:sldMk cId="1561129444" sldId="2147481819"/>
            <ac:spMk id="18" creationId="{C9E0616B-7B6B-4EF9-BA31-C09AB743F9E8}"/>
          </ac:spMkLst>
        </pc:spChg>
        <pc:spChg chg="mod">
          <ac:chgData name="Nagotu Dilip Kumar" userId="e960ee6c-1011-46fd-ab26-7447e3dfc484" providerId="ADAL" clId="{C537D0E1-F004-4867-A19F-CB629E995C3F}" dt="2026-07-07T12:03:44.377" v="2721" actId="207"/>
          <ac:spMkLst>
            <pc:docMk/>
            <pc:sldMk cId="1561129444" sldId="2147481819"/>
            <ac:spMk id="25" creationId="{2E0C6BC4-953A-8CB9-4D6A-9A73685BD922}"/>
          </ac:spMkLst>
        </pc:spChg>
        <pc:spChg chg="mod">
          <ac:chgData name="Nagotu Dilip Kumar" userId="e960ee6c-1011-46fd-ab26-7447e3dfc484" providerId="ADAL" clId="{C537D0E1-F004-4867-A19F-CB629E995C3F}" dt="2026-07-07T12:03:44.377" v="2721" actId="207"/>
          <ac:spMkLst>
            <pc:docMk/>
            <pc:sldMk cId="1561129444" sldId="2147481819"/>
            <ac:spMk id="28" creationId="{6C679FB8-662D-B149-1E9E-7B503B922252}"/>
          </ac:spMkLst>
        </pc:spChg>
        <pc:spChg chg="mod">
          <ac:chgData name="Nagotu Dilip Kumar" userId="e960ee6c-1011-46fd-ab26-7447e3dfc484" providerId="ADAL" clId="{C537D0E1-F004-4867-A19F-CB629E995C3F}" dt="2026-07-07T12:03:44.377" v="2721" actId="207"/>
          <ac:spMkLst>
            <pc:docMk/>
            <pc:sldMk cId="1561129444" sldId="2147481819"/>
            <ac:spMk id="32" creationId="{485216A9-2FBD-E206-8491-2B51EE3A208B}"/>
          </ac:spMkLst>
        </pc:spChg>
      </pc:sldChg>
      <pc:sldChg chg="modSp mod ord modShow">
        <pc:chgData name="Nagotu Dilip Kumar" userId="e960ee6c-1011-46fd-ab26-7447e3dfc484" providerId="ADAL" clId="{C537D0E1-F004-4867-A19F-CB629E995C3F}" dt="2026-07-11T16:40:21.873" v="2838"/>
        <pc:sldMkLst>
          <pc:docMk/>
          <pc:sldMk cId="525997240" sldId="2147481820"/>
        </pc:sldMkLst>
        <pc:spChg chg="mod">
          <ac:chgData name="Nagotu Dilip Kumar" userId="e960ee6c-1011-46fd-ab26-7447e3dfc484" providerId="ADAL" clId="{C537D0E1-F004-4867-A19F-CB629E995C3F}" dt="2026-07-10T17:03:50.094" v="2797" actId="113"/>
          <ac:spMkLst>
            <pc:docMk/>
            <pc:sldMk cId="525997240" sldId="2147481820"/>
            <ac:spMk id="5" creationId="{A139D6F6-13EF-92D3-618D-1346C1E4F0C3}"/>
          </ac:spMkLst>
        </pc:spChg>
        <pc:spChg chg="mod">
          <ac:chgData name="Nagotu Dilip Kumar" userId="e960ee6c-1011-46fd-ab26-7447e3dfc484" providerId="ADAL" clId="{C537D0E1-F004-4867-A19F-CB629E995C3F}" dt="2026-07-10T17:03:46.658" v="2796" actId="403"/>
          <ac:spMkLst>
            <pc:docMk/>
            <pc:sldMk cId="525997240" sldId="2147481820"/>
            <ac:spMk id="16" creationId="{F1D02281-392B-BF0A-9972-E576BE01AFD0}"/>
          </ac:spMkLst>
        </pc:spChg>
        <pc:spChg chg="mod">
          <ac:chgData name="Nagotu Dilip Kumar" userId="e960ee6c-1011-46fd-ab26-7447e3dfc484" providerId="ADAL" clId="{C537D0E1-F004-4867-A19F-CB629E995C3F}" dt="2026-07-07T12:03:49.235" v="2722" actId="207"/>
          <ac:spMkLst>
            <pc:docMk/>
            <pc:sldMk cId="525997240" sldId="2147481820"/>
            <ac:spMk id="41" creationId="{73666354-07E0-D8C5-AB88-B27DD6EEF41C}"/>
          </ac:spMkLst>
        </pc:spChg>
        <pc:spChg chg="mod">
          <ac:chgData name="Nagotu Dilip Kumar" userId="e960ee6c-1011-46fd-ab26-7447e3dfc484" providerId="ADAL" clId="{C537D0E1-F004-4867-A19F-CB629E995C3F}" dt="2026-07-07T12:03:49.235" v="2722" actId="207"/>
          <ac:spMkLst>
            <pc:docMk/>
            <pc:sldMk cId="525997240" sldId="2147481820"/>
            <ac:spMk id="42" creationId="{28C1EC57-922A-FDFB-01E0-4B9BC43A8A8C}"/>
          </ac:spMkLst>
        </pc:spChg>
        <pc:spChg chg="mod">
          <ac:chgData name="Nagotu Dilip Kumar" userId="e960ee6c-1011-46fd-ab26-7447e3dfc484" providerId="ADAL" clId="{C537D0E1-F004-4867-A19F-CB629E995C3F}" dt="2026-07-07T12:03:49.235" v="2722" actId="207"/>
          <ac:spMkLst>
            <pc:docMk/>
            <pc:sldMk cId="525997240" sldId="2147481820"/>
            <ac:spMk id="43" creationId="{3EC70896-8576-7812-F43E-848A1B60B6B9}"/>
          </ac:spMkLst>
        </pc:spChg>
        <pc:spChg chg="mod">
          <ac:chgData name="Nagotu Dilip Kumar" userId="e960ee6c-1011-46fd-ab26-7447e3dfc484" providerId="ADAL" clId="{C537D0E1-F004-4867-A19F-CB629E995C3F}" dt="2026-07-07T12:03:49.235" v="2722" actId="207"/>
          <ac:spMkLst>
            <pc:docMk/>
            <pc:sldMk cId="525997240" sldId="2147481820"/>
            <ac:spMk id="47" creationId="{43ADD294-6AE8-887D-89B0-99DC88A79B1A}"/>
          </ac:spMkLst>
        </pc:spChg>
      </pc:sldChg>
      <pc:sldChg chg="modSp mod">
        <pc:chgData name="Nagotu Dilip Kumar" userId="e960ee6c-1011-46fd-ab26-7447e3dfc484" providerId="ADAL" clId="{C537D0E1-F004-4867-A19F-CB629E995C3F}" dt="2026-07-12T05:29:21.063" v="2849" actId="113"/>
        <pc:sldMkLst>
          <pc:docMk/>
          <pc:sldMk cId="3323764323" sldId="2147481821"/>
        </pc:sldMkLst>
        <pc:spChg chg="mod">
          <ac:chgData name="Nagotu Dilip Kumar" userId="e960ee6c-1011-46fd-ab26-7447e3dfc484" providerId="ADAL" clId="{C537D0E1-F004-4867-A19F-CB629E995C3F}" dt="2026-07-12T05:29:21.063" v="2849" actId="113"/>
          <ac:spMkLst>
            <pc:docMk/>
            <pc:sldMk cId="3323764323" sldId="2147481821"/>
            <ac:spMk id="30" creationId="{C35026C3-2AA7-231B-306A-C6A28092BC45}"/>
          </ac:spMkLst>
        </pc:spChg>
        <pc:spChg chg="mod">
          <ac:chgData name="Nagotu Dilip Kumar" userId="e960ee6c-1011-46fd-ab26-7447e3dfc484" providerId="ADAL" clId="{C537D0E1-F004-4867-A19F-CB629E995C3F}" dt="2026-07-10T17:04:06.663" v="2800" actId="2085"/>
          <ac:spMkLst>
            <pc:docMk/>
            <pc:sldMk cId="3323764323" sldId="2147481821"/>
            <ac:spMk id="39" creationId="{DC99BD98-24C4-1D08-33D5-8F66777E3A01}"/>
          </ac:spMkLst>
        </pc:spChg>
        <pc:spChg chg="mod">
          <ac:chgData name="Nagotu Dilip Kumar" userId="e960ee6c-1011-46fd-ab26-7447e3dfc484" providerId="ADAL" clId="{C537D0E1-F004-4867-A19F-CB629E995C3F}" dt="2026-07-10T17:04:06.663" v="2800" actId="2085"/>
          <ac:spMkLst>
            <pc:docMk/>
            <pc:sldMk cId="3323764323" sldId="2147481821"/>
            <ac:spMk id="40" creationId="{DAF678FA-29DA-F38B-18C0-BC7F44641AD8}"/>
          </ac:spMkLst>
        </pc:spChg>
      </pc:sldChg>
      <pc:sldChg chg="addSp modSp mod">
        <pc:chgData name="Nagotu Dilip Kumar" userId="e960ee6c-1011-46fd-ab26-7447e3dfc484" providerId="ADAL" clId="{C537D0E1-F004-4867-A19F-CB629E995C3F}" dt="2026-07-10T17:08:01.370" v="2802" actId="1076"/>
        <pc:sldMkLst>
          <pc:docMk/>
          <pc:sldMk cId="2976658370" sldId="2147481824"/>
        </pc:sldMkLst>
        <pc:spChg chg="mod">
          <ac:chgData name="Nagotu Dilip Kumar" userId="e960ee6c-1011-46fd-ab26-7447e3dfc484" providerId="ADAL" clId="{C537D0E1-F004-4867-A19F-CB629E995C3F}" dt="2026-07-07T11:57:51.284" v="2703" actId="14100"/>
          <ac:spMkLst>
            <pc:docMk/>
            <pc:sldMk cId="2976658370" sldId="2147481824"/>
            <ac:spMk id="5" creationId="{B4687BFD-1EE4-30AE-D329-EB40D113FCCF}"/>
          </ac:spMkLst>
        </pc:spChg>
        <pc:spChg chg="mod">
          <ac:chgData name="Nagotu Dilip Kumar" userId="e960ee6c-1011-46fd-ab26-7447e3dfc484" providerId="ADAL" clId="{C537D0E1-F004-4867-A19F-CB629E995C3F}" dt="2026-07-07T09:15:22.437" v="2208" actId="552"/>
          <ac:spMkLst>
            <pc:docMk/>
            <pc:sldMk cId="2976658370" sldId="2147481824"/>
            <ac:spMk id="8" creationId="{0CDBBC60-5EE6-E1FE-DAF3-631BC0888514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9" creationId="{E31FA61D-8A6E-6774-7325-6454047E924B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10" creationId="{7BAABB32-ECDE-F41E-8E8E-6A97C0D556D2}"/>
          </ac:spMkLst>
        </pc:spChg>
        <pc:spChg chg="mod">
          <ac:chgData name="Nagotu Dilip Kumar" userId="e960ee6c-1011-46fd-ab26-7447e3dfc484" providerId="ADAL" clId="{C537D0E1-F004-4867-A19F-CB629E995C3F}" dt="2026-07-07T09:15:45.284" v="2215" actId="465"/>
          <ac:spMkLst>
            <pc:docMk/>
            <pc:sldMk cId="2976658370" sldId="2147481824"/>
            <ac:spMk id="11" creationId="{2995DE99-B392-CB2C-8F7F-CBD928509711}"/>
          </ac:spMkLst>
        </pc:spChg>
        <pc:spChg chg="mod">
          <ac:chgData name="Nagotu Dilip Kumar" userId="e960ee6c-1011-46fd-ab26-7447e3dfc484" providerId="ADAL" clId="{C537D0E1-F004-4867-A19F-CB629E995C3F}" dt="2026-07-07T09:17:21.232" v="2327" actId="1076"/>
          <ac:spMkLst>
            <pc:docMk/>
            <pc:sldMk cId="2976658370" sldId="2147481824"/>
            <ac:spMk id="13" creationId="{8451E895-CC7A-59E4-9E21-EE6545CA9C9F}"/>
          </ac:spMkLst>
        </pc:spChg>
        <pc:spChg chg="mod">
          <ac:chgData name="Nagotu Dilip Kumar" userId="e960ee6c-1011-46fd-ab26-7447e3dfc484" providerId="ADAL" clId="{C537D0E1-F004-4867-A19F-CB629E995C3F}" dt="2026-07-07T09:15:23.980" v="2209" actId="465"/>
          <ac:spMkLst>
            <pc:docMk/>
            <pc:sldMk cId="2976658370" sldId="2147481824"/>
            <ac:spMk id="15" creationId="{921C5EA4-C054-7BBD-2C9A-85171B5CAC9F}"/>
          </ac:spMkLst>
        </pc:spChg>
        <pc:spChg chg="mod">
          <ac:chgData name="Nagotu Dilip Kumar" userId="e960ee6c-1011-46fd-ab26-7447e3dfc484" providerId="ADAL" clId="{C537D0E1-F004-4867-A19F-CB629E995C3F}" dt="2026-07-07T09:15:31.288" v="2211" actId="465"/>
          <ac:spMkLst>
            <pc:docMk/>
            <pc:sldMk cId="2976658370" sldId="2147481824"/>
            <ac:spMk id="16" creationId="{E345EEC8-8107-9ABF-9566-564F2FBB9A69}"/>
          </ac:spMkLst>
        </pc:spChg>
        <pc:spChg chg="mod">
          <ac:chgData name="Nagotu Dilip Kumar" userId="e960ee6c-1011-46fd-ab26-7447e3dfc484" providerId="ADAL" clId="{C537D0E1-F004-4867-A19F-CB629E995C3F}" dt="2026-07-07T10:39:16.080" v="2610" actId="20577"/>
          <ac:spMkLst>
            <pc:docMk/>
            <pc:sldMk cId="2976658370" sldId="2147481824"/>
            <ac:spMk id="17" creationId="{BDAB3DBA-9EC1-465D-C630-F27C12D76FD4}"/>
          </ac:spMkLst>
        </pc:spChg>
        <pc:spChg chg="mod">
          <ac:chgData name="Nagotu Dilip Kumar" userId="e960ee6c-1011-46fd-ab26-7447e3dfc484" providerId="ADAL" clId="{C537D0E1-F004-4867-A19F-CB629E995C3F}" dt="2026-07-07T10:56:24" v="2656" actId="20577"/>
          <ac:spMkLst>
            <pc:docMk/>
            <pc:sldMk cId="2976658370" sldId="2147481824"/>
            <ac:spMk id="19" creationId="{500502C0-483C-D000-55B9-DFA54DF6B3A4}"/>
          </ac:spMkLst>
        </pc:spChg>
        <pc:spChg chg="mod">
          <ac:chgData name="Nagotu Dilip Kumar" userId="e960ee6c-1011-46fd-ab26-7447e3dfc484" providerId="ADAL" clId="{C537D0E1-F004-4867-A19F-CB629E995C3F}" dt="2026-07-07T09:17:21.232" v="2327" actId="1076"/>
          <ac:spMkLst>
            <pc:docMk/>
            <pc:sldMk cId="2976658370" sldId="2147481824"/>
            <ac:spMk id="20" creationId="{98B679F7-CDF2-84FC-B49C-483FCC72F79A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21" creationId="{D8C49D63-1285-490E-4A2A-BC74A4AB5022}"/>
          </ac:spMkLst>
        </pc:spChg>
        <pc:spChg chg="mod">
          <ac:chgData name="Nagotu Dilip Kumar" userId="e960ee6c-1011-46fd-ab26-7447e3dfc484" providerId="ADAL" clId="{C537D0E1-F004-4867-A19F-CB629E995C3F}" dt="2026-07-07T09:15:17.452" v="2207" actId="465"/>
          <ac:spMkLst>
            <pc:docMk/>
            <pc:sldMk cId="2976658370" sldId="2147481824"/>
            <ac:spMk id="22" creationId="{49A52694-3FA7-9384-1B3C-8FE22171F255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25" creationId="{1B46BBE4-5EE1-E08A-885C-7037B58C7E9E}"/>
          </ac:spMkLst>
        </pc:spChg>
        <pc:spChg chg="mod">
          <ac:chgData name="Nagotu Dilip Kumar" userId="e960ee6c-1011-46fd-ab26-7447e3dfc484" providerId="ADAL" clId="{C537D0E1-F004-4867-A19F-CB629E995C3F}" dt="2026-07-07T09:15:43.780" v="2214" actId="552"/>
          <ac:spMkLst>
            <pc:docMk/>
            <pc:sldMk cId="2976658370" sldId="2147481824"/>
            <ac:spMk id="26" creationId="{BD03E003-6C31-4A55-DE55-957C5F9FFE22}"/>
          </ac:spMkLst>
        </pc:spChg>
        <pc:spChg chg="mod">
          <ac:chgData name="Nagotu Dilip Kumar" userId="e960ee6c-1011-46fd-ab26-7447e3dfc484" providerId="ADAL" clId="{C537D0E1-F004-4867-A19F-CB629E995C3F}" dt="2026-07-07T09:15:58.647" v="2219" actId="1038"/>
          <ac:spMkLst>
            <pc:docMk/>
            <pc:sldMk cId="2976658370" sldId="2147481824"/>
            <ac:spMk id="27" creationId="{BBCC4013-FAF5-2BBC-CB77-44B0210D7A2E}"/>
          </ac:spMkLst>
        </pc:spChg>
        <pc:spChg chg="mod">
          <ac:chgData name="Nagotu Dilip Kumar" userId="e960ee6c-1011-46fd-ab26-7447e3dfc484" providerId="ADAL" clId="{C537D0E1-F004-4867-A19F-CB629E995C3F}" dt="2026-07-07T09:15:29.006" v="2210" actId="552"/>
          <ac:spMkLst>
            <pc:docMk/>
            <pc:sldMk cId="2976658370" sldId="2147481824"/>
            <ac:spMk id="28" creationId="{68EFE673-FFFB-3F51-56BB-9E15F745BBAF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29" creationId="{D27B094E-31E7-154A-6550-99068C8EC6A1}"/>
          </ac:spMkLst>
        </pc:spChg>
        <pc:spChg chg="mod">
          <ac:chgData name="Nagotu Dilip Kumar" userId="e960ee6c-1011-46fd-ab26-7447e3dfc484" providerId="ADAL" clId="{C537D0E1-F004-4867-A19F-CB629E995C3F}" dt="2026-07-10T17:08:01.370" v="2802" actId="1076"/>
          <ac:spMkLst>
            <pc:docMk/>
            <pc:sldMk cId="2976658370" sldId="2147481824"/>
            <ac:spMk id="45" creationId="{094AD343-6107-2CB6-BCAF-C10926CC4C63}"/>
          </ac:spMkLst>
        </pc:spChg>
        <pc:spChg chg="mod">
          <ac:chgData name="Nagotu Dilip Kumar" userId="e960ee6c-1011-46fd-ab26-7447e3dfc484" providerId="ADAL" clId="{C537D0E1-F004-4867-A19F-CB629E995C3F}" dt="2026-07-10T17:08:01.370" v="2802" actId="1076"/>
          <ac:spMkLst>
            <pc:docMk/>
            <pc:sldMk cId="2976658370" sldId="2147481824"/>
            <ac:spMk id="47" creationId="{A33BAB6D-DEDC-525A-078E-4B563537CD9D}"/>
          </ac:spMkLst>
        </pc:spChg>
        <pc:spChg chg="mod">
          <ac:chgData name="Nagotu Dilip Kumar" userId="e960ee6c-1011-46fd-ab26-7447e3dfc484" providerId="ADAL" clId="{C537D0E1-F004-4867-A19F-CB629E995C3F}" dt="2026-07-10T17:08:01.370" v="2802" actId="1076"/>
          <ac:spMkLst>
            <pc:docMk/>
            <pc:sldMk cId="2976658370" sldId="2147481824"/>
            <ac:spMk id="49" creationId="{13702A77-2167-593A-F5D7-16FFEF3C1496}"/>
          </ac:spMkLst>
        </pc:spChg>
        <pc:spChg chg="mod">
          <ac:chgData name="Nagotu Dilip Kumar" userId="e960ee6c-1011-46fd-ab26-7447e3dfc484" providerId="ADAL" clId="{C537D0E1-F004-4867-A19F-CB629E995C3F}" dt="2026-07-10T17:08:01.370" v="2802" actId="1076"/>
          <ac:spMkLst>
            <pc:docMk/>
            <pc:sldMk cId="2976658370" sldId="2147481824"/>
            <ac:spMk id="52" creationId="{4DA518F2-17CD-E9B0-395E-F43F9B7E1BCC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55" creationId="{161A0D31-67FD-BB19-E85F-400A1DE11DBD}"/>
          </ac:spMkLst>
        </pc:spChg>
        <pc:spChg chg="mod">
          <ac:chgData name="Nagotu Dilip Kumar" userId="e960ee6c-1011-46fd-ab26-7447e3dfc484" providerId="ADAL" clId="{C537D0E1-F004-4867-A19F-CB629E995C3F}" dt="2026-07-10T17:08:01.370" v="2802" actId="1076"/>
          <ac:spMkLst>
            <pc:docMk/>
            <pc:sldMk cId="2976658370" sldId="2147481824"/>
            <ac:spMk id="56" creationId="{77965B14-DFEA-64E0-8EA5-5925E67CC5CA}"/>
          </ac:spMkLst>
        </pc:spChg>
        <pc:spChg chg="mod">
          <ac:chgData name="Nagotu Dilip Kumar" userId="e960ee6c-1011-46fd-ab26-7447e3dfc484" providerId="ADAL" clId="{C537D0E1-F004-4867-A19F-CB629E995C3F}" dt="2026-07-10T17:08:01.370" v="2802" actId="1076"/>
          <ac:spMkLst>
            <pc:docMk/>
            <pc:sldMk cId="2976658370" sldId="2147481824"/>
            <ac:spMk id="58" creationId="{92F90A4B-758E-CE74-76F6-305FDD5013E1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60" creationId="{A41D2BC1-39E0-7DBB-B997-C1ADAC82FA28}"/>
          </ac:spMkLst>
        </pc:spChg>
        <pc:spChg chg="mod">
          <ac:chgData name="Nagotu Dilip Kumar" userId="e960ee6c-1011-46fd-ab26-7447e3dfc484" providerId="ADAL" clId="{C537D0E1-F004-4867-A19F-CB629E995C3F}" dt="2026-07-07T09:17:05.561" v="2324" actId="14100"/>
          <ac:spMkLst>
            <pc:docMk/>
            <pc:sldMk cId="2976658370" sldId="2147481824"/>
            <ac:spMk id="64" creationId="{FB5A5B68-A04D-7DB2-C358-1C52A85C121C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450" creationId="{0BF7D9BC-E52F-3D36-DA40-3FC7ED48F707}"/>
          </ac:spMkLst>
        </pc:spChg>
        <pc:spChg chg="mod">
          <ac:chgData name="Nagotu Dilip Kumar" userId="e960ee6c-1011-46fd-ab26-7447e3dfc484" providerId="ADAL" clId="{C537D0E1-F004-4867-A19F-CB629E995C3F}" dt="2026-07-07T09:15:51.800" v="2217" actId="465"/>
          <ac:spMkLst>
            <pc:docMk/>
            <pc:sldMk cId="2976658370" sldId="2147481824"/>
            <ac:spMk id="453" creationId="{47D3D45C-18D9-191D-0001-1D0629806550}"/>
          </ac:spMkLst>
        </pc:spChg>
        <pc:spChg chg="mod">
          <ac:chgData name="Nagotu Dilip Kumar" userId="e960ee6c-1011-46fd-ab26-7447e3dfc484" providerId="ADAL" clId="{C537D0E1-F004-4867-A19F-CB629E995C3F}" dt="2026-07-07T09:15:58.647" v="2219" actId="1038"/>
          <ac:spMkLst>
            <pc:docMk/>
            <pc:sldMk cId="2976658370" sldId="2147481824"/>
            <ac:spMk id="454" creationId="{B63699FD-572D-1789-CD26-840BA6E578EC}"/>
          </ac:spMkLst>
        </pc:spChg>
        <pc:spChg chg="mod">
          <ac:chgData name="Nagotu Dilip Kumar" userId="e960ee6c-1011-46fd-ab26-7447e3dfc484" providerId="ADAL" clId="{C537D0E1-F004-4867-A19F-CB629E995C3F}" dt="2026-07-07T09:15:17.452" v="2207" actId="465"/>
          <ac:spMkLst>
            <pc:docMk/>
            <pc:sldMk cId="2976658370" sldId="2147481824"/>
            <ac:spMk id="464" creationId="{DB5933A6-300E-2617-6DF3-0A7F8D950DCD}"/>
          </ac:spMkLst>
        </pc:spChg>
        <pc:spChg chg="mod">
          <ac:chgData name="Nagotu Dilip Kumar" userId="e960ee6c-1011-46fd-ab26-7447e3dfc484" providerId="ADAL" clId="{C537D0E1-F004-4867-A19F-CB629E995C3F}" dt="2026-07-07T09:15:29.006" v="2210" actId="552"/>
          <ac:spMkLst>
            <pc:docMk/>
            <pc:sldMk cId="2976658370" sldId="2147481824"/>
            <ac:spMk id="466" creationId="{5A26C58F-E626-78E4-998C-6ED1281D3C35}"/>
          </ac:spMkLst>
        </pc:spChg>
        <pc:spChg chg="mod">
          <ac:chgData name="Nagotu Dilip Kumar" userId="e960ee6c-1011-46fd-ab26-7447e3dfc484" providerId="ADAL" clId="{C537D0E1-F004-4867-A19F-CB629E995C3F}" dt="2026-07-07T09:15:23.980" v="2209" actId="465"/>
          <ac:spMkLst>
            <pc:docMk/>
            <pc:sldMk cId="2976658370" sldId="2147481824"/>
            <ac:spMk id="469" creationId="{30677C34-420A-47AA-6DB8-07772057F674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471" creationId="{4C2FA02B-D0E2-B818-D972-306012B7268A}"/>
          </ac:spMkLst>
        </pc:spChg>
        <pc:spChg chg="mod">
          <ac:chgData name="Nagotu Dilip Kumar" userId="e960ee6c-1011-46fd-ab26-7447e3dfc484" providerId="ADAL" clId="{C537D0E1-F004-4867-A19F-CB629E995C3F}" dt="2026-07-07T09:15:58.647" v="2219" actId="1038"/>
          <ac:spMkLst>
            <pc:docMk/>
            <pc:sldMk cId="2976658370" sldId="2147481824"/>
            <ac:spMk id="473" creationId="{5C95D64E-17BC-8E43-5F21-AF745187B7FB}"/>
          </ac:spMkLst>
        </pc:spChg>
        <pc:spChg chg="mod">
          <ac:chgData name="Nagotu Dilip Kumar" userId="e960ee6c-1011-46fd-ab26-7447e3dfc484" providerId="ADAL" clId="{C537D0E1-F004-4867-A19F-CB629E995C3F}" dt="2026-07-07T09:15:23.980" v="2209" actId="465"/>
          <ac:spMkLst>
            <pc:docMk/>
            <pc:sldMk cId="2976658370" sldId="2147481824"/>
            <ac:spMk id="480" creationId="{1843FEB5-D9D2-7B95-9AAB-A886B4337A86}"/>
          </ac:spMkLst>
        </pc:spChg>
        <pc:spChg chg="mod">
          <ac:chgData name="Nagotu Dilip Kumar" userId="e960ee6c-1011-46fd-ab26-7447e3dfc484" providerId="ADAL" clId="{C537D0E1-F004-4867-A19F-CB629E995C3F}" dt="2026-07-07T09:16:43.298" v="2319" actId="1076"/>
          <ac:spMkLst>
            <pc:docMk/>
            <pc:sldMk cId="2976658370" sldId="2147481824"/>
            <ac:spMk id="481" creationId="{3E38B26A-E517-2221-A0D3-F2B668BD96D4}"/>
          </ac:spMkLst>
        </pc:spChg>
        <pc:spChg chg="mod">
          <ac:chgData name="Nagotu Dilip Kumar" userId="e960ee6c-1011-46fd-ab26-7447e3dfc484" providerId="ADAL" clId="{C537D0E1-F004-4867-A19F-CB629E995C3F}" dt="2026-07-07T09:15:50.055" v="2216" actId="553"/>
          <ac:spMkLst>
            <pc:docMk/>
            <pc:sldMk cId="2976658370" sldId="2147481824"/>
            <ac:spMk id="497" creationId="{444E6393-8B22-97C7-2F6E-93A3B5E87C64}"/>
          </ac:spMkLst>
        </pc:spChg>
        <pc:spChg chg="mod">
          <ac:chgData name="Nagotu Dilip Kumar" userId="e960ee6c-1011-46fd-ab26-7447e3dfc484" providerId="ADAL" clId="{C537D0E1-F004-4867-A19F-CB629E995C3F}" dt="2026-07-07T09:15:31.288" v="2211" actId="465"/>
          <ac:spMkLst>
            <pc:docMk/>
            <pc:sldMk cId="2976658370" sldId="2147481824"/>
            <ac:spMk id="498" creationId="{5E118011-A41B-F94C-19A9-6F1005DDF5A3}"/>
          </ac:spMkLst>
        </pc:spChg>
        <pc:spChg chg="mod">
          <ac:chgData name="Nagotu Dilip Kumar" userId="e960ee6c-1011-46fd-ab26-7447e3dfc484" providerId="ADAL" clId="{C537D0E1-F004-4867-A19F-CB629E995C3F}" dt="2026-07-07T09:17:09.065" v="2325" actId="1076"/>
          <ac:spMkLst>
            <pc:docMk/>
            <pc:sldMk cId="2976658370" sldId="2147481824"/>
            <ac:spMk id="501" creationId="{0FA79160-E609-38C0-CA82-3C7FBFFC1171}"/>
          </ac:spMkLst>
        </pc:spChg>
        <pc:spChg chg="mod">
          <ac:chgData name="Nagotu Dilip Kumar" userId="e960ee6c-1011-46fd-ab26-7447e3dfc484" providerId="ADAL" clId="{C537D0E1-F004-4867-A19F-CB629E995C3F}" dt="2026-07-07T09:17:09.065" v="2325" actId="1076"/>
          <ac:spMkLst>
            <pc:docMk/>
            <pc:sldMk cId="2976658370" sldId="2147481824"/>
            <ac:spMk id="508" creationId="{F1587C24-2A3D-40E4-1D54-7893D0B0B17C}"/>
          </ac:spMkLst>
        </pc:spChg>
        <pc:grpChg chg="mod">
          <ac:chgData name="Nagotu Dilip Kumar" userId="e960ee6c-1011-46fd-ab26-7447e3dfc484" providerId="ADAL" clId="{C537D0E1-F004-4867-A19F-CB629E995C3F}" dt="2026-07-07T09:16:48.433" v="2320" actId="1076"/>
          <ac:grpSpMkLst>
            <pc:docMk/>
            <pc:sldMk cId="2976658370" sldId="2147481824"/>
            <ac:grpSpMk id="18" creationId="{926B49A6-887B-2F16-8BE5-97090DFDD33C}"/>
          </ac:grpSpMkLst>
        </pc:grpChg>
        <pc:picChg chg="mod">
          <ac:chgData name="Nagotu Dilip Kumar" userId="e960ee6c-1011-46fd-ab26-7447e3dfc484" providerId="ADAL" clId="{C537D0E1-F004-4867-A19F-CB629E995C3F}" dt="2026-07-10T17:08:01.370" v="2802" actId="1076"/>
          <ac:picMkLst>
            <pc:docMk/>
            <pc:sldMk cId="2976658370" sldId="2147481824"/>
            <ac:picMk id="46" creationId="{0E77F5AC-49E3-9A2C-5F1B-2701FCB0B6A6}"/>
          </ac:picMkLst>
        </pc:picChg>
        <pc:picChg chg="mod">
          <ac:chgData name="Nagotu Dilip Kumar" userId="e960ee6c-1011-46fd-ab26-7447e3dfc484" providerId="ADAL" clId="{C537D0E1-F004-4867-A19F-CB629E995C3F}" dt="2026-07-10T17:08:01.370" v="2802" actId="1076"/>
          <ac:picMkLst>
            <pc:docMk/>
            <pc:sldMk cId="2976658370" sldId="2147481824"/>
            <ac:picMk id="48" creationId="{56191464-990D-E35F-5537-F399D444A77A}"/>
          </ac:picMkLst>
        </pc:picChg>
        <pc:picChg chg="mod">
          <ac:chgData name="Nagotu Dilip Kumar" userId="e960ee6c-1011-46fd-ab26-7447e3dfc484" providerId="ADAL" clId="{C537D0E1-F004-4867-A19F-CB629E995C3F}" dt="2026-07-10T17:08:01.370" v="2802" actId="1076"/>
          <ac:picMkLst>
            <pc:docMk/>
            <pc:sldMk cId="2976658370" sldId="2147481824"/>
            <ac:picMk id="51" creationId="{16BA212C-C7B3-08C2-E791-8FBEE4BACD48}"/>
          </ac:picMkLst>
        </pc:picChg>
        <pc:picChg chg="mod">
          <ac:chgData name="Nagotu Dilip Kumar" userId="e960ee6c-1011-46fd-ab26-7447e3dfc484" providerId="ADAL" clId="{C537D0E1-F004-4867-A19F-CB629E995C3F}" dt="2026-07-10T17:08:01.370" v="2802" actId="1076"/>
          <ac:picMkLst>
            <pc:docMk/>
            <pc:sldMk cId="2976658370" sldId="2147481824"/>
            <ac:picMk id="54" creationId="{8A8985D2-E331-E27D-914B-246DEC65B20B}"/>
          </ac:picMkLst>
        </pc:picChg>
        <pc:cxnChg chg="mod">
          <ac:chgData name="Nagotu Dilip Kumar" userId="e960ee6c-1011-46fd-ab26-7447e3dfc484" providerId="ADAL" clId="{C537D0E1-F004-4867-A19F-CB629E995C3F}" dt="2026-07-07T09:17:21.232" v="2327" actId="1076"/>
          <ac:cxnSpMkLst>
            <pc:docMk/>
            <pc:sldMk cId="2976658370" sldId="2147481824"/>
            <ac:cxnSpMk id="32" creationId="{E0B788C7-DDAE-26B7-6D60-1B0003E897FE}"/>
          </ac:cxnSpMkLst>
        </pc:cxnChg>
        <pc:cxnChg chg="mod">
          <ac:chgData name="Nagotu Dilip Kumar" userId="e960ee6c-1011-46fd-ab26-7447e3dfc484" providerId="ADAL" clId="{C537D0E1-F004-4867-A19F-CB629E995C3F}" dt="2026-07-07T09:17:21.232" v="2327" actId="1076"/>
          <ac:cxnSpMkLst>
            <pc:docMk/>
            <pc:sldMk cId="2976658370" sldId="2147481824"/>
            <ac:cxnSpMk id="33" creationId="{79F7B003-3E37-48DC-B33E-3ACBA37A122F}"/>
          </ac:cxnSpMkLst>
        </pc:cxnChg>
        <pc:cxnChg chg="mod">
          <ac:chgData name="Nagotu Dilip Kumar" userId="e960ee6c-1011-46fd-ab26-7447e3dfc484" providerId="ADAL" clId="{C537D0E1-F004-4867-A19F-CB629E995C3F}" dt="2026-07-07T09:17:21.232" v="2327" actId="1076"/>
          <ac:cxnSpMkLst>
            <pc:docMk/>
            <pc:sldMk cId="2976658370" sldId="2147481824"/>
            <ac:cxnSpMk id="34" creationId="{73AB4B1A-4380-34E8-CB23-0AAC1E31ABA6}"/>
          </ac:cxnSpMkLst>
        </pc:cxnChg>
        <pc:cxnChg chg="mod">
          <ac:chgData name="Nagotu Dilip Kumar" userId="e960ee6c-1011-46fd-ab26-7447e3dfc484" providerId="ADAL" clId="{C537D0E1-F004-4867-A19F-CB629E995C3F}" dt="2026-07-07T09:17:14.890" v="2326" actId="14100"/>
          <ac:cxnSpMkLst>
            <pc:docMk/>
            <pc:sldMk cId="2976658370" sldId="2147481824"/>
            <ac:cxnSpMk id="50" creationId="{80319B02-434E-99CE-2693-ECA6B51786E6}"/>
          </ac:cxnSpMkLst>
        </pc:cxnChg>
      </pc:sldChg>
      <pc:sldChg chg="modSp mod">
        <pc:chgData name="Nagotu Dilip Kumar" userId="e960ee6c-1011-46fd-ab26-7447e3dfc484" providerId="ADAL" clId="{C537D0E1-F004-4867-A19F-CB629E995C3F}" dt="2026-07-12T05:28:26.184" v="2839" actId="113"/>
        <pc:sldMkLst>
          <pc:docMk/>
          <pc:sldMk cId="2399661326" sldId="2147481825"/>
        </pc:sldMkLst>
        <pc:spChg chg="mod">
          <ac:chgData name="Nagotu Dilip Kumar" userId="e960ee6c-1011-46fd-ab26-7447e3dfc484" providerId="ADAL" clId="{C537D0E1-F004-4867-A19F-CB629E995C3F}" dt="2026-07-12T05:28:26.184" v="2839" actId="113"/>
          <ac:spMkLst>
            <pc:docMk/>
            <pc:sldMk cId="2399661326" sldId="2147481825"/>
            <ac:spMk id="6" creationId="{5C71372B-44FB-D133-48FE-12A74200CF57}"/>
          </ac:spMkLst>
        </pc:spChg>
      </pc:sldChg>
      <pc:sldChg chg="modSp mod">
        <pc:chgData name="Nagotu Dilip Kumar" userId="e960ee6c-1011-46fd-ab26-7447e3dfc484" providerId="ADAL" clId="{C537D0E1-F004-4867-A19F-CB629E995C3F}" dt="2026-07-07T09:50:39.126" v="2603" actId="20577"/>
        <pc:sldMkLst>
          <pc:docMk/>
          <pc:sldMk cId="298930293" sldId="2147481827"/>
        </pc:sldMkLst>
        <pc:spChg chg="mod">
          <ac:chgData name="Nagotu Dilip Kumar" userId="e960ee6c-1011-46fd-ab26-7447e3dfc484" providerId="ADAL" clId="{C537D0E1-F004-4867-A19F-CB629E995C3F}" dt="2026-07-07T09:50:39.126" v="2603" actId="20577"/>
          <ac:spMkLst>
            <pc:docMk/>
            <pc:sldMk cId="298930293" sldId="2147481827"/>
            <ac:spMk id="19" creationId="{C230F4A9-9333-9F94-63CF-6CC62596A537}"/>
          </ac:spMkLst>
        </pc:spChg>
      </pc:sldChg>
      <pc:sldChg chg="modSp new mod">
        <pc:chgData name="Nagotu Dilip Kumar" userId="e960ee6c-1011-46fd-ab26-7447e3dfc484" providerId="ADAL" clId="{C537D0E1-F004-4867-A19F-CB629E995C3F}" dt="2026-07-07T09:04:16.837" v="2015" actId="207"/>
        <pc:sldMkLst>
          <pc:docMk/>
          <pc:sldMk cId="3381492664" sldId="2147481828"/>
        </pc:sldMkLst>
        <pc:spChg chg="mod">
          <ac:chgData name="Nagotu Dilip Kumar" userId="e960ee6c-1011-46fd-ab26-7447e3dfc484" providerId="ADAL" clId="{C537D0E1-F004-4867-A19F-CB629E995C3F}" dt="2026-07-07T09:04:12.385" v="2014" actId="207"/>
          <ac:spMkLst>
            <pc:docMk/>
            <pc:sldMk cId="3381492664" sldId="2147481828"/>
            <ac:spMk id="2" creationId="{1B4DA396-06C3-2451-EA79-CC6313EBDD57}"/>
          </ac:spMkLst>
        </pc:spChg>
      </pc:sldChg>
      <pc:sldChg chg="modSp add mod ord">
        <pc:chgData name="Nagotu Dilip Kumar" userId="e960ee6c-1011-46fd-ab26-7447e3dfc484" providerId="ADAL" clId="{C537D0E1-F004-4867-A19F-CB629E995C3F}" dt="2026-07-07T09:04:46.043" v="2020"/>
        <pc:sldMkLst>
          <pc:docMk/>
          <pc:sldMk cId="3979034339" sldId="2147481829"/>
        </pc:sldMkLst>
        <pc:spChg chg="mod">
          <ac:chgData name="Nagotu Dilip Kumar" userId="e960ee6c-1011-46fd-ab26-7447e3dfc484" providerId="ADAL" clId="{C537D0E1-F004-4867-A19F-CB629E995C3F}" dt="2026-07-07T09:04:46.043" v="2020"/>
          <ac:spMkLst>
            <pc:docMk/>
            <pc:sldMk cId="3979034339" sldId="2147481829"/>
            <ac:spMk id="2" creationId="{9E1B81AF-A358-79B0-C505-64632E645168}"/>
          </ac:spMkLst>
        </pc:spChg>
      </pc:sldChg>
      <pc:sldChg chg="modSp add mod ord">
        <pc:chgData name="Nagotu Dilip Kumar" userId="e960ee6c-1011-46fd-ab26-7447e3dfc484" providerId="ADAL" clId="{C537D0E1-F004-4867-A19F-CB629E995C3F}" dt="2026-07-07T09:04:58.682" v="2025"/>
        <pc:sldMkLst>
          <pc:docMk/>
          <pc:sldMk cId="818875059" sldId="2147481830"/>
        </pc:sldMkLst>
        <pc:spChg chg="mod">
          <ac:chgData name="Nagotu Dilip Kumar" userId="e960ee6c-1011-46fd-ab26-7447e3dfc484" providerId="ADAL" clId="{C537D0E1-F004-4867-A19F-CB629E995C3F}" dt="2026-07-07T09:04:58.682" v="2025"/>
          <ac:spMkLst>
            <pc:docMk/>
            <pc:sldMk cId="818875059" sldId="2147481830"/>
            <ac:spMk id="2" creationId="{A2C3D68F-7738-BBD3-F510-76515649DE88}"/>
          </ac:spMkLst>
        </pc:spChg>
      </pc:sldChg>
      <pc:sldChg chg="addSp delSp modSp add mod">
        <pc:chgData name="Nagotu Dilip Kumar" userId="e960ee6c-1011-46fd-ab26-7447e3dfc484" providerId="ADAL" clId="{C537D0E1-F004-4867-A19F-CB629E995C3F}" dt="2026-07-10T17:08:13.830" v="2803" actId="12788"/>
        <pc:sldMkLst>
          <pc:docMk/>
          <pc:sldMk cId="2897892704" sldId="2147481831"/>
        </pc:sldMkLst>
        <pc:spChg chg="mod">
          <ac:chgData name="Nagotu Dilip Kumar" userId="e960ee6c-1011-46fd-ab26-7447e3dfc484" providerId="ADAL" clId="{C537D0E1-F004-4867-A19F-CB629E995C3F}" dt="2026-07-07T09:18:38.070" v="2333" actId="207"/>
          <ac:spMkLst>
            <pc:docMk/>
            <pc:sldMk cId="2897892704" sldId="2147481831"/>
            <ac:spMk id="4" creationId="{07986DC7-EBAA-B313-E97B-34A604133F80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8" creationId="{D5D214CD-D40B-50C1-4870-FA8FE2F77A2B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9" creationId="{224E685C-4176-1C3B-5EE6-7AB39CA4C921}"/>
          </ac:spMkLst>
        </pc:spChg>
        <pc:spChg chg="add mod">
          <ac:chgData name="Nagotu Dilip Kumar" userId="e960ee6c-1011-46fd-ab26-7447e3dfc484" providerId="ADAL" clId="{C537D0E1-F004-4867-A19F-CB629E995C3F}" dt="2026-07-07T09:31:15.653" v="2564" actId="1038"/>
          <ac:spMkLst>
            <pc:docMk/>
            <pc:sldMk cId="2897892704" sldId="2147481831"/>
            <ac:spMk id="10" creationId="{C6C72552-1A50-2ACB-911F-B04B9B379E01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11" creationId="{4F073010-17DF-53A8-0D4F-19CF8C9856AA}"/>
          </ac:spMkLst>
        </pc:spChg>
        <pc:spChg chg="add mod">
          <ac:chgData name="Nagotu Dilip Kumar" userId="e960ee6c-1011-46fd-ab26-7447e3dfc484" providerId="ADAL" clId="{C537D0E1-F004-4867-A19F-CB629E995C3F}" dt="2026-07-07T10:49:31.958" v="2622" actId="404"/>
          <ac:spMkLst>
            <pc:docMk/>
            <pc:sldMk cId="2897892704" sldId="2147481831"/>
            <ac:spMk id="12" creationId="{1521BE35-8710-08C7-FC45-8E39EBC2C037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15" creationId="{D7DD2280-0793-B616-29F4-855D68A0657B}"/>
          </ac:spMkLst>
        </pc:spChg>
        <pc:spChg chg="add mod">
          <ac:chgData name="Nagotu Dilip Kumar" userId="e960ee6c-1011-46fd-ab26-7447e3dfc484" providerId="ADAL" clId="{C537D0E1-F004-4867-A19F-CB629E995C3F}" dt="2026-07-07T09:26:37.214" v="2383" actId="1076"/>
          <ac:spMkLst>
            <pc:docMk/>
            <pc:sldMk cId="2897892704" sldId="2147481831"/>
            <ac:spMk id="16" creationId="{A7FA0139-8FF2-F201-A4DA-92E37F9248DB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21" creationId="{D89E2DAF-87EA-7C4D-F210-F4544489FB30}"/>
          </ac:spMkLst>
        </pc:spChg>
        <pc:spChg chg="add mod">
          <ac:chgData name="Nagotu Dilip Kumar" userId="e960ee6c-1011-46fd-ab26-7447e3dfc484" providerId="ADAL" clId="{C537D0E1-F004-4867-A19F-CB629E995C3F}" dt="2026-07-07T09:30:05.678" v="2490" actId="1076"/>
          <ac:spMkLst>
            <pc:docMk/>
            <pc:sldMk cId="2897892704" sldId="2147481831"/>
            <ac:spMk id="22" creationId="{83131F7B-D085-BFE4-7AF2-BDC273DEC919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27" creationId="{295EEA53-FBE3-C466-8B92-34FE03DB5A94}"/>
          </ac:spMkLst>
        </pc:spChg>
        <pc:spChg chg="add mod">
          <ac:chgData name="Nagotu Dilip Kumar" userId="e960ee6c-1011-46fd-ab26-7447e3dfc484" providerId="ADAL" clId="{C537D0E1-F004-4867-A19F-CB629E995C3F}" dt="2026-07-07T09:30:05.678" v="2490" actId="1076"/>
          <ac:spMkLst>
            <pc:docMk/>
            <pc:sldMk cId="2897892704" sldId="2147481831"/>
            <ac:spMk id="28" creationId="{9B315900-0AF9-A872-8695-7A73F586F187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29" creationId="{5BAE45D1-5567-2512-EB2F-580C58D39E2E}"/>
          </ac:spMkLst>
        </pc:spChg>
        <pc:spChg chg="add mod">
          <ac:chgData name="Nagotu Dilip Kumar" userId="e960ee6c-1011-46fd-ab26-7447e3dfc484" providerId="ADAL" clId="{C537D0E1-F004-4867-A19F-CB629E995C3F}" dt="2026-07-07T09:30:05.678" v="2490" actId="1076"/>
          <ac:spMkLst>
            <pc:docMk/>
            <pc:sldMk cId="2897892704" sldId="2147481831"/>
            <ac:spMk id="31" creationId="{D6DEBCF8-CADA-AA47-E6BF-919A81EA4CAF}"/>
          </ac:spMkLst>
        </pc:spChg>
        <pc:spChg chg="add mod">
          <ac:chgData name="Nagotu Dilip Kumar" userId="e960ee6c-1011-46fd-ab26-7447e3dfc484" providerId="ADAL" clId="{C537D0E1-F004-4867-A19F-CB629E995C3F}" dt="2026-07-07T09:30:05.678" v="2490" actId="1076"/>
          <ac:spMkLst>
            <pc:docMk/>
            <pc:sldMk cId="2897892704" sldId="2147481831"/>
            <ac:spMk id="35" creationId="{68D33434-9FC8-91CF-43C9-4DF5E893C8FD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37" creationId="{830CDDEA-A582-091C-44A3-DB22807892EC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38" creationId="{AD52A8B3-2AD9-F791-CC63-8B0FD264C671}"/>
          </ac:spMkLst>
        </pc:spChg>
        <pc:spChg chg="add mod topLvl">
          <ac:chgData name="Nagotu Dilip Kumar" userId="e960ee6c-1011-46fd-ab26-7447e3dfc484" providerId="ADAL" clId="{C537D0E1-F004-4867-A19F-CB629E995C3F}" dt="2026-07-07T10:49:24.681" v="2620" actId="164"/>
          <ac:spMkLst>
            <pc:docMk/>
            <pc:sldMk cId="2897892704" sldId="2147481831"/>
            <ac:spMk id="39" creationId="{240A23D4-FFE1-3577-D24E-2EB1CA702EA4}"/>
          </ac:spMkLst>
        </pc:spChg>
        <pc:spChg chg="add mod">
          <ac:chgData name="Nagotu Dilip Kumar" userId="e960ee6c-1011-46fd-ab26-7447e3dfc484" providerId="ADAL" clId="{C537D0E1-F004-4867-A19F-CB629E995C3F}" dt="2026-07-10T17:08:13.830" v="2803" actId="12788"/>
          <ac:spMkLst>
            <pc:docMk/>
            <pc:sldMk cId="2897892704" sldId="2147481831"/>
            <ac:spMk id="47" creationId="{4171F92A-9BD4-B3C9-D1EF-B1B65DE719D8}"/>
          </ac:spMkLst>
        </pc:spChg>
        <pc:spChg chg="add mod">
          <ac:chgData name="Nagotu Dilip Kumar" userId="e960ee6c-1011-46fd-ab26-7447e3dfc484" providerId="ADAL" clId="{C537D0E1-F004-4867-A19F-CB629E995C3F}" dt="2026-07-10T17:08:13.830" v="2803" actId="12788"/>
          <ac:spMkLst>
            <pc:docMk/>
            <pc:sldMk cId="2897892704" sldId="2147481831"/>
            <ac:spMk id="48" creationId="{9A2E2F34-2636-99F4-B2DA-7AEEEDCB84FA}"/>
          </ac:spMkLst>
        </pc:spChg>
        <pc:spChg chg="add mod">
          <ac:chgData name="Nagotu Dilip Kumar" userId="e960ee6c-1011-46fd-ab26-7447e3dfc484" providerId="ADAL" clId="{C537D0E1-F004-4867-A19F-CB629E995C3F}" dt="2026-07-10T17:08:13.830" v="2803" actId="12788"/>
          <ac:spMkLst>
            <pc:docMk/>
            <pc:sldMk cId="2897892704" sldId="2147481831"/>
            <ac:spMk id="49" creationId="{A82ECEB4-10CB-F51B-3D0D-8BF16D28F295}"/>
          </ac:spMkLst>
        </pc:spChg>
        <pc:spChg chg="mod topLvl">
          <ac:chgData name="Nagotu Dilip Kumar" userId="e960ee6c-1011-46fd-ab26-7447e3dfc484" providerId="ADAL" clId="{C537D0E1-F004-4867-A19F-CB629E995C3F}" dt="2026-07-08T05:10:07.038" v="2776" actId="404"/>
          <ac:spMkLst>
            <pc:docMk/>
            <pc:sldMk cId="2897892704" sldId="2147481831"/>
            <ac:spMk id="50" creationId="{5CC6D2EE-53FA-6319-589F-7AF953647339}"/>
          </ac:spMkLst>
        </pc:spChg>
        <pc:spChg chg="mod topLvl">
          <ac:chgData name="Nagotu Dilip Kumar" userId="e960ee6c-1011-46fd-ab26-7447e3dfc484" providerId="ADAL" clId="{C537D0E1-F004-4867-A19F-CB629E995C3F}" dt="2026-07-08T05:10:10.834" v="2777" actId="404"/>
          <ac:spMkLst>
            <pc:docMk/>
            <pc:sldMk cId="2897892704" sldId="2147481831"/>
            <ac:spMk id="51" creationId="{2C31040E-2DA6-FD2F-7F88-CE373662E873}"/>
          </ac:spMkLst>
        </pc:spChg>
        <pc:spChg chg="mod">
          <ac:chgData name="Nagotu Dilip Kumar" userId="e960ee6c-1011-46fd-ab26-7447e3dfc484" providerId="ADAL" clId="{C537D0E1-F004-4867-A19F-CB629E995C3F}" dt="2026-07-08T05:09:14.282" v="2760" actId="122"/>
          <ac:spMkLst>
            <pc:docMk/>
            <pc:sldMk cId="2897892704" sldId="2147481831"/>
            <ac:spMk id="53" creationId="{AC2E0B09-B55F-A992-6A6A-9EBDA4A3CED6}"/>
          </ac:spMkLst>
        </pc:spChg>
        <pc:grpChg chg="mod">
          <ac:chgData name="Nagotu Dilip Kumar" userId="e960ee6c-1011-46fd-ab26-7447e3dfc484" providerId="ADAL" clId="{C537D0E1-F004-4867-A19F-CB629E995C3F}" dt="2026-07-07T10:51:08.581" v="2640" actId="14100"/>
          <ac:grpSpMkLst>
            <pc:docMk/>
            <pc:sldMk cId="2897892704" sldId="2147481831"/>
            <ac:grpSpMk id="46" creationId="{0BF20465-1177-343B-A1AE-6455FF9856E3}"/>
          </ac:grpSpMkLst>
        </pc:grpChg>
        <pc:cxnChg chg="add mod topLvl">
          <ac:chgData name="Nagotu Dilip Kumar" userId="e960ee6c-1011-46fd-ab26-7447e3dfc484" providerId="ADAL" clId="{C537D0E1-F004-4867-A19F-CB629E995C3F}" dt="2026-07-07T09:30:19.737" v="2495" actId="165"/>
          <ac:cxnSpMkLst>
            <pc:docMk/>
            <pc:sldMk cId="2897892704" sldId="2147481831"/>
            <ac:cxnSpMk id="25" creationId="{B30909F7-3D2F-D6ED-937C-BDBA0EB9D304}"/>
          </ac:cxnSpMkLst>
        </pc:cxnChg>
        <pc:cxnChg chg="add mod topLvl">
          <ac:chgData name="Nagotu Dilip Kumar" userId="e960ee6c-1011-46fd-ab26-7447e3dfc484" providerId="ADAL" clId="{C537D0E1-F004-4867-A19F-CB629E995C3F}" dt="2026-07-07T09:30:19.737" v="2495" actId="165"/>
          <ac:cxnSpMkLst>
            <pc:docMk/>
            <pc:sldMk cId="2897892704" sldId="2147481831"/>
            <ac:cxnSpMk id="26" creationId="{0ABF12C5-D08A-BB97-E785-251671DB3FCF}"/>
          </ac:cxnSpMkLst>
        </pc:cxnChg>
        <pc:cxnChg chg="add">
          <ac:chgData name="Nagotu Dilip Kumar" userId="e960ee6c-1011-46fd-ab26-7447e3dfc484" providerId="ADAL" clId="{C537D0E1-F004-4867-A19F-CB629E995C3F}" dt="2026-07-08T05:09:22.041" v="2761" actId="11529"/>
          <ac:cxnSpMkLst>
            <pc:docMk/>
            <pc:sldMk cId="2897892704" sldId="2147481831"/>
            <ac:cxnSpMk id="56" creationId="{D83D422F-3905-B0EE-5218-05E3B3EE6FE0}"/>
          </ac:cxnSpMkLst>
        </pc:cxnChg>
        <pc:cxnChg chg="add mod">
          <ac:chgData name="Nagotu Dilip Kumar" userId="e960ee6c-1011-46fd-ab26-7447e3dfc484" providerId="ADAL" clId="{C537D0E1-F004-4867-A19F-CB629E995C3F}" dt="2026-07-08T05:09:29.847" v="2764" actId="14100"/>
          <ac:cxnSpMkLst>
            <pc:docMk/>
            <pc:sldMk cId="2897892704" sldId="2147481831"/>
            <ac:cxnSpMk id="57" creationId="{B945586D-1DB5-0538-E4BA-D85B06789A8F}"/>
          </ac:cxnSpMkLst>
        </pc:cxnChg>
      </pc:sldChg>
      <pc:sldChg chg="addSp delSp modSp new mod">
        <pc:chgData name="Nagotu Dilip Kumar" userId="e960ee6c-1011-46fd-ab26-7447e3dfc484" providerId="ADAL" clId="{C537D0E1-F004-4867-A19F-CB629E995C3F}" dt="2026-07-07T12:05:39.195" v="2752"/>
        <pc:sldMkLst>
          <pc:docMk/>
          <pc:sldMk cId="3997856793" sldId="2147481832"/>
        </pc:sldMkLst>
        <pc:spChg chg="mod">
          <ac:chgData name="Nagotu Dilip Kumar" userId="e960ee6c-1011-46fd-ab26-7447e3dfc484" providerId="ADAL" clId="{C537D0E1-F004-4867-A19F-CB629E995C3F}" dt="2026-07-07T12:05:01.620" v="2749" actId="14100"/>
          <ac:spMkLst>
            <pc:docMk/>
            <pc:sldMk cId="3997856793" sldId="2147481832"/>
            <ac:spMk id="2" creationId="{7606CDFB-9F48-DA3D-5B71-14F9474F4524}"/>
          </ac:spMkLst>
        </pc:spChg>
        <pc:spChg chg="add mod">
          <ac:chgData name="Nagotu Dilip Kumar" userId="e960ee6c-1011-46fd-ab26-7447e3dfc484" providerId="ADAL" clId="{C537D0E1-F004-4867-A19F-CB629E995C3F}" dt="2026-07-07T12:05:34.617" v="2751" actId="1076"/>
          <ac:spMkLst>
            <pc:docMk/>
            <pc:sldMk cId="3997856793" sldId="2147481832"/>
            <ac:spMk id="5" creationId="{FFAB80BB-341C-622F-E606-8EA4899809E3}"/>
          </ac:spMkLst>
        </pc:spChg>
        <pc:spChg chg="add mod">
          <ac:chgData name="Nagotu Dilip Kumar" userId="e960ee6c-1011-46fd-ab26-7447e3dfc484" providerId="ADAL" clId="{C537D0E1-F004-4867-A19F-CB629E995C3F}" dt="2026-07-07T12:05:34.617" v="2751" actId="1076"/>
          <ac:spMkLst>
            <pc:docMk/>
            <pc:sldMk cId="3997856793" sldId="2147481832"/>
            <ac:spMk id="9" creationId="{75FDD24F-2B04-EEF0-4842-F3186B625DC4}"/>
          </ac:spMkLst>
        </pc:spChg>
        <pc:picChg chg="add mod">
          <ac:chgData name="Nagotu Dilip Kumar" userId="e960ee6c-1011-46fd-ab26-7447e3dfc484" providerId="ADAL" clId="{C537D0E1-F004-4867-A19F-CB629E995C3F}" dt="2026-07-07T12:05:39.195" v="2752"/>
          <ac:picMkLst>
            <pc:docMk/>
            <pc:sldMk cId="3997856793" sldId="2147481832"/>
            <ac:picMk id="6" creationId="{03AFF4C2-1AD2-743B-AF5F-6010A9E9ABCE}"/>
          </ac:picMkLst>
        </pc:picChg>
        <pc:picChg chg="add mod">
          <ac:chgData name="Nagotu Dilip Kumar" userId="e960ee6c-1011-46fd-ab26-7447e3dfc484" providerId="ADAL" clId="{C537D0E1-F004-4867-A19F-CB629E995C3F}" dt="2026-07-07T12:05:39.195" v="2752"/>
          <ac:picMkLst>
            <pc:docMk/>
            <pc:sldMk cId="3997856793" sldId="2147481832"/>
            <ac:picMk id="7" creationId="{26B99FDE-8CAE-9E2D-FA40-9083233A612F}"/>
          </ac:picMkLst>
        </pc:picChg>
        <pc:picChg chg="add mod">
          <ac:chgData name="Nagotu Dilip Kumar" userId="e960ee6c-1011-46fd-ab26-7447e3dfc484" providerId="ADAL" clId="{C537D0E1-F004-4867-A19F-CB629E995C3F}" dt="2026-07-07T12:05:39.195" v="2752"/>
          <ac:picMkLst>
            <pc:docMk/>
            <pc:sldMk cId="3997856793" sldId="2147481832"/>
            <ac:picMk id="8" creationId="{18074D99-CBB2-B006-64CC-820B424AB170}"/>
          </ac:picMkLst>
        </pc:picChg>
      </pc:sldChg>
      <pc:sldChg chg="addSp delSp modSp new mod ord">
        <pc:chgData name="Nagotu Dilip Kumar" userId="e960ee6c-1011-46fd-ab26-7447e3dfc484" providerId="ADAL" clId="{C537D0E1-F004-4867-A19F-CB629E995C3F}" dt="2026-07-13T10:41:40.229" v="5799" actId="1036"/>
        <pc:sldMkLst>
          <pc:docMk/>
          <pc:sldMk cId="2623331845" sldId="2147481835"/>
        </pc:sldMkLst>
        <pc:spChg chg="mod">
          <ac:chgData name="Nagotu Dilip Kumar" userId="e960ee6c-1011-46fd-ab26-7447e3dfc484" providerId="ADAL" clId="{C537D0E1-F004-4867-A19F-CB629E995C3F}" dt="2026-07-13T08:52:37.453" v="4941" actId="14100"/>
          <ac:spMkLst>
            <pc:docMk/>
            <pc:sldMk cId="2623331845" sldId="2147481835"/>
            <ac:spMk id="2" creationId="{3CEDC3F7-87A5-10D4-5B73-34DD4ABAA874}"/>
          </ac:spMkLst>
        </pc:spChg>
        <pc:spChg chg="add mod">
          <ac:chgData name="Nagotu Dilip Kumar" userId="e960ee6c-1011-46fd-ab26-7447e3dfc484" providerId="ADAL" clId="{C537D0E1-F004-4867-A19F-CB629E995C3F}" dt="2026-07-13T08:52:46.259" v="4942"/>
          <ac:spMkLst>
            <pc:docMk/>
            <pc:sldMk cId="2623331845" sldId="2147481835"/>
            <ac:spMk id="6" creationId="{56253688-1C9D-8BB6-A948-BAD8915F13E1}"/>
          </ac:spMkLst>
        </pc:spChg>
        <pc:spChg chg="del mod">
          <ac:chgData name="Nagotu Dilip Kumar" userId="e960ee6c-1011-46fd-ab26-7447e3dfc484" providerId="ADAL" clId="{C537D0E1-F004-4867-A19F-CB629E995C3F}" dt="2026-07-13T09:58:01.773" v="5546" actId="478"/>
          <ac:spMkLst>
            <pc:docMk/>
            <pc:sldMk cId="2623331845" sldId="2147481835"/>
            <ac:spMk id="7" creationId="{67DEF62A-1A0B-68AB-868A-FDCE2BC800B4}"/>
          </ac:spMkLst>
        </pc:spChg>
        <pc:spChg chg="add mod">
          <ac:chgData name="Nagotu Dilip Kumar" userId="e960ee6c-1011-46fd-ab26-7447e3dfc484" providerId="ADAL" clId="{C537D0E1-F004-4867-A19F-CB629E995C3F}" dt="2026-07-13T08:52:56.605" v="4944" actId="1076"/>
          <ac:spMkLst>
            <pc:docMk/>
            <pc:sldMk cId="2623331845" sldId="2147481835"/>
            <ac:spMk id="8" creationId="{0515018C-3B79-18FE-CF5F-8F261C23BD63}"/>
          </ac:spMkLst>
        </pc:spChg>
        <pc:spChg chg="add mod">
          <ac:chgData name="Nagotu Dilip Kumar" userId="e960ee6c-1011-46fd-ab26-7447e3dfc484" providerId="ADAL" clId="{C537D0E1-F004-4867-A19F-CB629E995C3F}" dt="2026-07-13T10:01:47.815" v="5710" actId="1036"/>
          <ac:spMkLst>
            <pc:docMk/>
            <pc:sldMk cId="2623331845" sldId="2147481835"/>
            <ac:spMk id="10" creationId="{1024AC7B-2F79-0CF7-6E95-6839B8A332A3}"/>
          </ac:spMkLst>
        </pc:spChg>
        <pc:spChg chg="add mod ord">
          <ac:chgData name="Nagotu Dilip Kumar" userId="e960ee6c-1011-46fd-ab26-7447e3dfc484" providerId="ADAL" clId="{C537D0E1-F004-4867-A19F-CB629E995C3F}" dt="2026-07-13T10:41:21.299" v="5789" actId="14100"/>
          <ac:spMkLst>
            <pc:docMk/>
            <pc:sldMk cId="2623331845" sldId="2147481835"/>
            <ac:spMk id="11" creationId="{1841C47F-DF0A-A256-AFD8-3B4D0231B036}"/>
          </ac:spMkLst>
        </pc:spChg>
        <pc:spChg chg="mod">
          <ac:chgData name="Nagotu Dilip Kumar" userId="e960ee6c-1011-46fd-ab26-7447e3dfc484" providerId="ADAL" clId="{C537D0E1-F004-4867-A19F-CB629E995C3F}" dt="2026-07-13T10:41:24.677" v="5790" actId="14100"/>
          <ac:spMkLst>
            <pc:docMk/>
            <pc:sldMk cId="2623331845" sldId="2147481835"/>
            <ac:spMk id="12" creationId="{A497E5D5-6DF5-88E5-FC0F-7FDCDB966411}"/>
          </ac:spMkLst>
        </pc:spChg>
        <pc:spChg chg="add mod">
          <ac:chgData name="Nagotu Dilip Kumar" userId="e960ee6c-1011-46fd-ab26-7447e3dfc484" providerId="ADAL" clId="{C537D0E1-F004-4867-A19F-CB629E995C3F}" dt="2026-07-13T08:54:01.439" v="5007"/>
          <ac:spMkLst>
            <pc:docMk/>
            <pc:sldMk cId="2623331845" sldId="2147481835"/>
            <ac:spMk id="13" creationId="{31ADE874-3E6F-C472-E110-29CFA123C2F4}"/>
          </ac:spMkLst>
        </pc:spChg>
        <pc:spChg chg="add mod">
          <ac:chgData name="Nagotu Dilip Kumar" userId="e960ee6c-1011-46fd-ab26-7447e3dfc484" providerId="ADAL" clId="{C537D0E1-F004-4867-A19F-CB629E995C3F}" dt="2026-07-13T09:30:57.218" v="5341"/>
          <ac:spMkLst>
            <pc:docMk/>
            <pc:sldMk cId="2623331845" sldId="2147481835"/>
            <ac:spMk id="14" creationId="{7C56B572-93D7-AC3D-B394-69AFFAD27EC5}"/>
          </ac:spMkLst>
        </pc:spChg>
        <pc:spChg chg="add mod">
          <ac:chgData name="Nagotu Dilip Kumar" userId="e960ee6c-1011-46fd-ab26-7447e3dfc484" providerId="ADAL" clId="{C537D0E1-F004-4867-A19F-CB629E995C3F}" dt="2026-07-13T08:55:08.669" v="5020"/>
          <ac:spMkLst>
            <pc:docMk/>
            <pc:sldMk cId="2623331845" sldId="2147481835"/>
            <ac:spMk id="15" creationId="{2C13820D-DECF-6F52-6ACF-E2FEB1C341A3}"/>
          </ac:spMkLst>
        </pc:spChg>
        <pc:spChg chg="add mod">
          <ac:chgData name="Nagotu Dilip Kumar" userId="e960ee6c-1011-46fd-ab26-7447e3dfc484" providerId="ADAL" clId="{C537D0E1-F004-4867-A19F-CB629E995C3F}" dt="2026-07-13T08:55:34.505" v="5023"/>
          <ac:spMkLst>
            <pc:docMk/>
            <pc:sldMk cId="2623331845" sldId="2147481835"/>
            <ac:spMk id="16" creationId="{102400DF-9DF6-1E8F-C73F-A0C1508606FF}"/>
          </ac:spMkLst>
        </pc:spChg>
        <pc:spChg chg="add mod">
          <ac:chgData name="Nagotu Dilip Kumar" userId="e960ee6c-1011-46fd-ab26-7447e3dfc484" providerId="ADAL" clId="{C537D0E1-F004-4867-A19F-CB629E995C3F}" dt="2026-07-13T08:55:57.394" v="5026"/>
          <ac:spMkLst>
            <pc:docMk/>
            <pc:sldMk cId="2623331845" sldId="2147481835"/>
            <ac:spMk id="17" creationId="{900827E4-1C73-CEC6-D2B0-57321A83F8F0}"/>
          </ac:spMkLst>
        </pc:spChg>
        <pc:spChg chg="add mod">
          <ac:chgData name="Nagotu Dilip Kumar" userId="e960ee6c-1011-46fd-ab26-7447e3dfc484" providerId="ADAL" clId="{C537D0E1-F004-4867-A19F-CB629E995C3F}" dt="2026-07-13T08:56:39.192" v="5030"/>
          <ac:spMkLst>
            <pc:docMk/>
            <pc:sldMk cId="2623331845" sldId="2147481835"/>
            <ac:spMk id="18" creationId="{64E55BAA-1043-3F8E-0038-83520C06ACF1}"/>
          </ac:spMkLst>
        </pc:spChg>
        <pc:spChg chg="add mod">
          <ac:chgData name="Nagotu Dilip Kumar" userId="e960ee6c-1011-46fd-ab26-7447e3dfc484" providerId="ADAL" clId="{C537D0E1-F004-4867-A19F-CB629E995C3F}" dt="2026-07-12T05:48:09.774" v="3096" actId="122"/>
          <ac:spMkLst>
            <pc:docMk/>
            <pc:sldMk cId="2623331845" sldId="2147481835"/>
            <ac:spMk id="19" creationId="{53B8CDBD-9108-CC52-DB38-6CFB504BC33D}"/>
          </ac:spMkLst>
        </pc:spChg>
        <pc:spChg chg="mod">
          <ac:chgData name="Nagotu Dilip Kumar" userId="e960ee6c-1011-46fd-ab26-7447e3dfc484" providerId="ADAL" clId="{C537D0E1-F004-4867-A19F-CB629E995C3F}" dt="2026-07-13T10:41:40.229" v="5799" actId="1036"/>
          <ac:spMkLst>
            <pc:docMk/>
            <pc:sldMk cId="2623331845" sldId="2147481835"/>
            <ac:spMk id="20" creationId="{BE29EFBE-48CE-6137-EF68-D39896D31102}"/>
          </ac:spMkLst>
        </pc:spChg>
        <pc:spChg chg="add mod">
          <ac:chgData name="Nagotu Dilip Kumar" userId="e960ee6c-1011-46fd-ab26-7447e3dfc484" providerId="ADAL" clId="{C537D0E1-F004-4867-A19F-CB629E995C3F}" dt="2026-07-12T05:48:09.774" v="3096" actId="122"/>
          <ac:spMkLst>
            <pc:docMk/>
            <pc:sldMk cId="2623331845" sldId="2147481835"/>
            <ac:spMk id="20" creationId="{DDBEB51E-35C8-488D-1601-7B71FBD6C50C}"/>
          </ac:spMkLst>
        </pc:spChg>
        <pc:spChg chg="mod">
          <ac:chgData name="Nagotu Dilip Kumar" userId="e960ee6c-1011-46fd-ab26-7447e3dfc484" providerId="ADAL" clId="{C537D0E1-F004-4867-A19F-CB629E995C3F}" dt="2026-07-13T10:41:40.229" v="5799" actId="1036"/>
          <ac:spMkLst>
            <pc:docMk/>
            <pc:sldMk cId="2623331845" sldId="2147481835"/>
            <ac:spMk id="21" creationId="{CACB29B2-115E-4D74-6E77-F9E11A2BCC51}"/>
          </ac:spMkLst>
        </pc:spChg>
        <pc:spChg chg="add mod">
          <ac:chgData name="Nagotu Dilip Kumar" userId="e960ee6c-1011-46fd-ab26-7447e3dfc484" providerId="ADAL" clId="{C537D0E1-F004-4867-A19F-CB629E995C3F}" dt="2026-07-13T08:54:53.189" v="5015"/>
          <ac:spMkLst>
            <pc:docMk/>
            <pc:sldMk cId="2623331845" sldId="2147481835"/>
            <ac:spMk id="22" creationId="{06DF86A0-C612-F06F-714D-EBE66894EB38}"/>
          </ac:spMkLst>
        </pc:spChg>
        <pc:spChg chg="add mod">
          <ac:chgData name="Nagotu Dilip Kumar" userId="e960ee6c-1011-46fd-ab26-7447e3dfc484" providerId="ADAL" clId="{C537D0E1-F004-4867-A19F-CB629E995C3F}" dt="2026-07-13T09:02:47.884" v="5042" actId="1076"/>
          <ac:spMkLst>
            <pc:docMk/>
            <pc:sldMk cId="2623331845" sldId="2147481835"/>
            <ac:spMk id="23" creationId="{DA4A17BA-4462-386C-1BC5-DCEE41F00E58}"/>
          </ac:spMkLst>
        </pc:spChg>
        <pc:spChg chg="add mod">
          <ac:chgData name="Nagotu Dilip Kumar" userId="e960ee6c-1011-46fd-ab26-7447e3dfc484" providerId="ADAL" clId="{C537D0E1-F004-4867-A19F-CB629E995C3F}" dt="2026-07-13T09:03:09.348" v="5049" actId="20577"/>
          <ac:spMkLst>
            <pc:docMk/>
            <pc:sldMk cId="2623331845" sldId="2147481835"/>
            <ac:spMk id="24" creationId="{EF5FC36F-7182-A0B9-7B16-EA89982C78B9}"/>
          </ac:spMkLst>
        </pc:spChg>
        <pc:spChg chg="add mod">
          <ac:chgData name="Nagotu Dilip Kumar" userId="e960ee6c-1011-46fd-ab26-7447e3dfc484" providerId="ADAL" clId="{C537D0E1-F004-4867-A19F-CB629E995C3F}" dt="2026-07-13T09:03:23.089" v="5051" actId="14100"/>
          <ac:spMkLst>
            <pc:docMk/>
            <pc:sldMk cId="2623331845" sldId="2147481835"/>
            <ac:spMk id="25" creationId="{CA3632BE-6DE9-9C4F-B1EC-6450C181DE74}"/>
          </ac:spMkLst>
        </pc:spChg>
        <pc:spChg chg="add mod">
          <ac:chgData name="Nagotu Dilip Kumar" userId="e960ee6c-1011-46fd-ab26-7447e3dfc484" providerId="ADAL" clId="{C537D0E1-F004-4867-A19F-CB629E995C3F}" dt="2026-07-13T09:03:03.219" v="5046" actId="14100"/>
          <ac:spMkLst>
            <pc:docMk/>
            <pc:sldMk cId="2623331845" sldId="2147481835"/>
            <ac:spMk id="26" creationId="{47AFFDD6-FAD8-2DDE-9421-6FA58C8C19D5}"/>
          </ac:spMkLst>
        </pc:spChg>
        <pc:spChg chg="add mod">
          <ac:chgData name="Nagotu Dilip Kumar" userId="e960ee6c-1011-46fd-ab26-7447e3dfc484" providerId="ADAL" clId="{C537D0E1-F004-4867-A19F-CB629E995C3F}" dt="2026-07-13T09:02:42.345" v="5040" actId="1076"/>
          <ac:spMkLst>
            <pc:docMk/>
            <pc:sldMk cId="2623331845" sldId="2147481835"/>
            <ac:spMk id="27" creationId="{26193C26-CBC4-63E2-DFE3-3CD35D8D020C}"/>
          </ac:spMkLst>
        </pc:spChg>
        <pc:spChg chg="add mod">
          <ac:chgData name="Nagotu Dilip Kumar" userId="e960ee6c-1011-46fd-ab26-7447e3dfc484" providerId="ADAL" clId="{C537D0E1-F004-4867-A19F-CB629E995C3F}" dt="2026-07-12T05:39:59.468" v="3031" actId="552"/>
          <ac:spMkLst>
            <pc:docMk/>
            <pc:sldMk cId="2623331845" sldId="2147481835"/>
            <ac:spMk id="28" creationId="{7EFEAE36-BF3E-6D8F-01B8-EF9E824D5EE3}"/>
          </ac:spMkLst>
        </pc:spChg>
        <pc:spChg chg="mod">
          <ac:chgData name="Nagotu Dilip Kumar" userId="e960ee6c-1011-46fd-ab26-7447e3dfc484" providerId="ADAL" clId="{C537D0E1-F004-4867-A19F-CB629E995C3F}" dt="2026-07-13T10:41:40.229" v="5799" actId="1036"/>
          <ac:spMkLst>
            <pc:docMk/>
            <pc:sldMk cId="2623331845" sldId="2147481835"/>
            <ac:spMk id="28" creationId="{A91E7DB7-73DC-0A48-DAB9-00A1FE86217F}"/>
          </ac:spMkLst>
        </pc:spChg>
        <pc:spChg chg="mod">
          <ac:chgData name="Nagotu Dilip Kumar" userId="e960ee6c-1011-46fd-ab26-7447e3dfc484" providerId="ADAL" clId="{C537D0E1-F004-4867-A19F-CB629E995C3F}" dt="2026-07-13T10:41:40.229" v="5799" actId="1036"/>
          <ac:spMkLst>
            <pc:docMk/>
            <pc:sldMk cId="2623331845" sldId="2147481835"/>
            <ac:spMk id="29" creationId="{43B7CDDA-14C3-FE71-8F97-4ABD741BC711}"/>
          </ac:spMkLst>
        </pc:spChg>
        <pc:spChg chg="add mod">
          <ac:chgData name="Nagotu Dilip Kumar" userId="e960ee6c-1011-46fd-ab26-7447e3dfc484" providerId="ADAL" clId="{C537D0E1-F004-4867-A19F-CB629E995C3F}" dt="2026-07-12T05:39:57.139" v="3030" actId="552"/>
          <ac:spMkLst>
            <pc:docMk/>
            <pc:sldMk cId="2623331845" sldId="2147481835"/>
            <ac:spMk id="29" creationId="{DABE2320-30A4-89D0-7964-B572FF7532FB}"/>
          </ac:spMkLst>
        </pc:spChg>
        <pc:spChg chg="mod">
          <ac:chgData name="Nagotu Dilip Kumar" userId="e960ee6c-1011-46fd-ab26-7447e3dfc484" providerId="ADAL" clId="{C537D0E1-F004-4867-A19F-CB629E995C3F}" dt="2026-07-13T10:41:40.229" v="5799" actId="1036"/>
          <ac:spMkLst>
            <pc:docMk/>
            <pc:sldMk cId="2623331845" sldId="2147481835"/>
            <ac:spMk id="30" creationId="{F651C565-73CB-987E-B55B-B1924AA18E0E}"/>
          </ac:spMkLst>
        </pc:spChg>
        <pc:spChg chg="mod">
          <ac:chgData name="Nagotu Dilip Kumar" userId="e960ee6c-1011-46fd-ab26-7447e3dfc484" providerId="ADAL" clId="{C537D0E1-F004-4867-A19F-CB629E995C3F}" dt="2026-07-13T10:41:40.229" v="5799" actId="1036"/>
          <ac:spMkLst>
            <pc:docMk/>
            <pc:sldMk cId="2623331845" sldId="2147481835"/>
            <ac:spMk id="36" creationId="{F4A1105D-86AE-38A4-987A-016935962E88}"/>
          </ac:spMkLst>
        </pc:spChg>
        <pc:grpChg chg="mod">
          <ac:chgData name="Nagotu Dilip Kumar" userId="e960ee6c-1011-46fd-ab26-7447e3dfc484" providerId="ADAL" clId="{C537D0E1-F004-4867-A19F-CB629E995C3F}" dt="2026-07-13T10:41:16.541" v="5788" actId="1076"/>
          <ac:grpSpMkLst>
            <pc:docMk/>
            <pc:sldMk cId="2623331845" sldId="2147481835"/>
            <ac:grpSpMk id="42" creationId="{7AF07018-8742-6799-504C-63DB5B6357D2}"/>
          </ac:grpSpMkLst>
        </pc:grpChg>
        <pc:grpChg chg="add mod">
          <ac:chgData name="Nagotu Dilip Kumar" userId="e960ee6c-1011-46fd-ab26-7447e3dfc484" providerId="ADAL" clId="{C537D0E1-F004-4867-A19F-CB629E995C3F}" dt="2026-07-12T17:19:07.334" v="4044" actId="1076"/>
          <ac:grpSpMkLst>
            <pc:docMk/>
            <pc:sldMk cId="2623331845" sldId="2147481835"/>
            <ac:grpSpMk id="43" creationId="{963886EB-0422-9C1E-FD76-C8DFA43CEBC9}"/>
          </ac:grpSpMkLst>
        </pc:grpChg>
        <pc:grpChg chg="mod">
          <ac:chgData name="Nagotu Dilip Kumar" userId="e960ee6c-1011-46fd-ab26-7447e3dfc484" providerId="ADAL" clId="{C537D0E1-F004-4867-A19F-CB629E995C3F}" dt="2026-07-13T10:41:16.541" v="5788" actId="1076"/>
          <ac:grpSpMkLst>
            <pc:docMk/>
            <pc:sldMk cId="2623331845" sldId="2147481835"/>
            <ac:grpSpMk id="60" creationId="{7DADED5D-2C16-A8D6-52F6-D293EBE9F4D4}"/>
          </ac:grpSpMkLst>
        </pc:grpChg>
        <pc:grpChg chg="del">
          <ac:chgData name="Nagotu Dilip Kumar" userId="e960ee6c-1011-46fd-ab26-7447e3dfc484" providerId="ADAL" clId="{C537D0E1-F004-4867-A19F-CB629E995C3F}" dt="2026-07-13T08:53:14.038" v="4946" actId="478"/>
          <ac:grpSpMkLst>
            <pc:docMk/>
            <pc:sldMk cId="2623331845" sldId="2147481835"/>
            <ac:grpSpMk id="61" creationId="{8B896B26-922D-FCDE-2FAA-602788225700}"/>
          </ac:grpSpMkLst>
        </pc:grpChg>
        <pc:grpChg chg="mod">
          <ac:chgData name="Nagotu Dilip Kumar" userId="e960ee6c-1011-46fd-ab26-7447e3dfc484" providerId="ADAL" clId="{C537D0E1-F004-4867-A19F-CB629E995C3F}" dt="2026-07-13T10:01:47.815" v="5710" actId="1036"/>
          <ac:grpSpMkLst>
            <pc:docMk/>
            <pc:sldMk cId="2623331845" sldId="2147481835"/>
            <ac:grpSpMk id="62" creationId="{92BC1F1C-A464-76B4-FE11-6DFB18BEF1B8}"/>
          </ac:grpSpMkLst>
        </pc:grpChg>
        <pc:grpChg chg="mod">
          <ac:chgData name="Nagotu Dilip Kumar" userId="e960ee6c-1011-46fd-ab26-7447e3dfc484" providerId="ADAL" clId="{C537D0E1-F004-4867-A19F-CB629E995C3F}" dt="2026-07-13T09:03:16.615" v="5050" actId="408"/>
          <ac:grpSpMkLst>
            <pc:docMk/>
            <pc:sldMk cId="2623331845" sldId="2147481835"/>
            <ac:grpSpMk id="63" creationId="{FF68B6D9-DF21-94E9-A752-A0A239126DC5}"/>
          </ac:grpSpMkLst>
        </pc:grpChg>
        <pc:grpChg chg="mod">
          <ac:chgData name="Nagotu Dilip Kumar" userId="e960ee6c-1011-46fd-ab26-7447e3dfc484" providerId="ADAL" clId="{C537D0E1-F004-4867-A19F-CB629E995C3F}" dt="2026-07-13T10:41:16.541" v="5788" actId="1076"/>
          <ac:grpSpMkLst>
            <pc:docMk/>
            <pc:sldMk cId="2623331845" sldId="2147481835"/>
            <ac:grpSpMk id="64" creationId="{F953A716-ACC1-9408-C8BF-4534DD6C0B5B}"/>
          </ac:grpSpMkLst>
        </pc:grpChg>
        <pc:grpChg chg="mod">
          <ac:chgData name="Nagotu Dilip Kumar" userId="e960ee6c-1011-46fd-ab26-7447e3dfc484" providerId="ADAL" clId="{C537D0E1-F004-4867-A19F-CB629E995C3F}" dt="2026-07-13T10:41:16.541" v="5788" actId="1076"/>
          <ac:grpSpMkLst>
            <pc:docMk/>
            <pc:sldMk cId="2623331845" sldId="2147481835"/>
            <ac:grpSpMk id="65" creationId="{AA9CD31B-A385-EF0C-5C75-731841C3E2F2}"/>
          </ac:grpSpMkLst>
        </pc:grpChg>
        <pc:grpChg chg="mod">
          <ac:chgData name="Nagotu Dilip Kumar" userId="e960ee6c-1011-46fd-ab26-7447e3dfc484" providerId="ADAL" clId="{C537D0E1-F004-4867-A19F-CB629E995C3F}" dt="2026-07-13T10:41:16.541" v="5788" actId="1076"/>
          <ac:grpSpMkLst>
            <pc:docMk/>
            <pc:sldMk cId="2623331845" sldId="2147481835"/>
            <ac:grpSpMk id="66" creationId="{7810C5C1-9444-A1C0-310C-0AE726ED0685}"/>
          </ac:grpSpMkLst>
        </pc:grpChg>
        <pc:picChg chg="mod">
          <ac:chgData name="Nagotu Dilip Kumar" userId="e960ee6c-1011-46fd-ab26-7447e3dfc484" providerId="ADAL" clId="{C537D0E1-F004-4867-A19F-CB629E995C3F}" dt="2026-07-13T10:41:30.071" v="5791" actId="1076"/>
          <ac:picMkLst>
            <pc:docMk/>
            <pc:sldMk cId="2623331845" sldId="2147481835"/>
            <ac:picMk id="5" creationId="{59E6000F-D54F-662A-8450-2C63EC374D35}"/>
          </ac:picMkLst>
        </pc:picChg>
        <pc:picChg chg="del">
          <ac:chgData name="Nagotu Dilip Kumar" userId="e960ee6c-1011-46fd-ab26-7447e3dfc484" providerId="ADAL" clId="{C537D0E1-F004-4867-A19F-CB629E995C3F}" dt="2026-07-13T08:49:46.680" v="4902" actId="478"/>
          <ac:picMkLst>
            <pc:docMk/>
            <pc:sldMk cId="2623331845" sldId="2147481835"/>
            <ac:picMk id="7" creationId="{435B8DB8-0B05-714E-46DD-EEBBDBA662F1}"/>
          </ac:picMkLst>
        </pc:picChg>
        <pc:picChg chg="mod">
          <ac:chgData name="Nagotu Dilip Kumar" userId="e960ee6c-1011-46fd-ab26-7447e3dfc484" providerId="ADAL" clId="{C537D0E1-F004-4867-A19F-CB629E995C3F}" dt="2026-07-13T10:41:30.071" v="5791" actId="1076"/>
          <ac:picMkLst>
            <pc:docMk/>
            <pc:sldMk cId="2623331845" sldId="2147481835"/>
            <ac:picMk id="9" creationId="{350B4FF5-3C4D-DC6E-0215-0CE3E3237B6C}"/>
          </ac:picMkLst>
        </pc:picChg>
        <pc:picChg chg="mod">
          <ac:chgData name="Nagotu Dilip Kumar" userId="e960ee6c-1011-46fd-ab26-7447e3dfc484" providerId="ADAL" clId="{C537D0E1-F004-4867-A19F-CB629E995C3F}" dt="2026-07-13T10:41:30.071" v="5791" actId="1076"/>
          <ac:picMkLst>
            <pc:docMk/>
            <pc:sldMk cId="2623331845" sldId="2147481835"/>
            <ac:picMk id="19" creationId="{A2636191-9C31-700E-8B7F-8940A54C395F}"/>
          </ac:picMkLst>
        </pc:picChg>
        <pc:picChg chg="mod">
          <ac:chgData name="Nagotu Dilip Kumar" userId="e960ee6c-1011-46fd-ab26-7447e3dfc484" providerId="ADAL" clId="{C537D0E1-F004-4867-A19F-CB629E995C3F}" dt="2026-07-13T10:41:30.071" v="5791" actId="1076"/>
          <ac:picMkLst>
            <pc:docMk/>
            <pc:sldMk cId="2623331845" sldId="2147481835"/>
            <ac:picMk id="38" creationId="{32ED3D6D-707D-6FD0-8CEA-2D1719493FD9}"/>
          </ac:picMkLst>
        </pc:picChg>
        <pc:picChg chg="del">
          <ac:chgData name="Nagotu Dilip Kumar" userId="e960ee6c-1011-46fd-ab26-7447e3dfc484" providerId="ADAL" clId="{C537D0E1-F004-4867-A19F-CB629E995C3F}" dt="2026-07-13T09:02:22.761" v="5032" actId="478"/>
          <ac:picMkLst>
            <pc:docMk/>
            <pc:sldMk cId="2623331845" sldId="2147481835"/>
            <ac:picMk id="38" creationId="{BB1B0944-7FD8-E880-8591-523924E52A66}"/>
          </ac:picMkLst>
        </pc:picChg>
        <pc:picChg chg="add del mod">
          <ac:chgData name="Nagotu Dilip Kumar" userId="e960ee6c-1011-46fd-ab26-7447e3dfc484" providerId="ADAL" clId="{C537D0E1-F004-4867-A19F-CB629E995C3F}" dt="2026-07-12T17:18:41.413" v="4037" actId="478"/>
          <ac:picMkLst>
            <pc:docMk/>
            <pc:sldMk cId="2623331845" sldId="2147481835"/>
            <ac:picMk id="39" creationId="{9C177574-5781-B7BE-1C65-90F3D30E7C4A}"/>
          </ac:picMkLst>
        </pc:picChg>
        <pc:picChg chg="mod">
          <ac:chgData name="Nagotu Dilip Kumar" userId="e960ee6c-1011-46fd-ab26-7447e3dfc484" providerId="ADAL" clId="{C537D0E1-F004-4867-A19F-CB629E995C3F}" dt="2026-07-13T10:41:30.071" v="5791" actId="1076"/>
          <ac:picMkLst>
            <pc:docMk/>
            <pc:sldMk cId="2623331845" sldId="2147481835"/>
            <ac:picMk id="39" creationId="{E73AD710-AA6F-9BB7-6A59-6AC6543B8605}"/>
          </ac:picMkLst>
        </pc:picChg>
        <pc:picChg chg="mod">
          <ac:chgData name="Nagotu Dilip Kumar" userId="e960ee6c-1011-46fd-ab26-7447e3dfc484" providerId="ADAL" clId="{C537D0E1-F004-4867-A19F-CB629E995C3F}" dt="2026-07-13T10:41:30.071" v="5791" actId="1076"/>
          <ac:picMkLst>
            <pc:docMk/>
            <pc:sldMk cId="2623331845" sldId="2147481835"/>
            <ac:picMk id="41" creationId="{A25A98D7-2BD3-1F0C-138E-E557D2DE7DA7}"/>
          </ac:picMkLst>
        </pc:picChg>
        <pc:picChg chg="add mod">
          <ac:chgData name="Nagotu Dilip Kumar" userId="e960ee6c-1011-46fd-ab26-7447e3dfc484" providerId="ADAL" clId="{C537D0E1-F004-4867-A19F-CB629E995C3F}" dt="2026-07-12T17:19:13.174" v="4046" actId="1582"/>
          <ac:picMkLst>
            <pc:docMk/>
            <pc:sldMk cId="2623331845" sldId="2147481835"/>
            <ac:picMk id="41" creationId="{FEE1A307-6FCA-41D4-44DD-EB7A7F952935}"/>
          </ac:picMkLst>
        </pc:picChg>
        <pc:picChg chg="add mod">
          <ac:chgData name="Nagotu Dilip Kumar" userId="e960ee6c-1011-46fd-ab26-7447e3dfc484" providerId="ADAL" clId="{C537D0E1-F004-4867-A19F-CB629E995C3F}" dt="2026-07-12T17:19:13.174" v="4046" actId="1582"/>
          <ac:picMkLst>
            <pc:docMk/>
            <pc:sldMk cId="2623331845" sldId="2147481835"/>
            <ac:picMk id="42" creationId="{8032DF57-FE6C-BD20-A187-ED45E047694C}"/>
          </ac:picMkLst>
        </pc:picChg>
        <pc:picChg chg="del">
          <ac:chgData name="Nagotu Dilip Kumar" userId="e960ee6c-1011-46fd-ab26-7447e3dfc484" providerId="ADAL" clId="{C537D0E1-F004-4867-A19F-CB629E995C3F}" dt="2026-07-13T09:02:24.297" v="5033" actId="478"/>
          <ac:picMkLst>
            <pc:docMk/>
            <pc:sldMk cId="2623331845" sldId="2147481835"/>
            <ac:picMk id="44" creationId="{32975E48-9BE8-B39B-37E8-BD0E6A282DE9}"/>
          </ac:picMkLst>
        </pc:picChg>
        <pc:picChg chg="add mod">
          <ac:chgData name="Nagotu Dilip Kumar" userId="e960ee6c-1011-46fd-ab26-7447e3dfc484" providerId="ADAL" clId="{C537D0E1-F004-4867-A19F-CB629E995C3F}" dt="2026-07-12T05:50:48.569" v="3113" actId="12789"/>
          <ac:picMkLst>
            <pc:docMk/>
            <pc:sldMk cId="2623331845" sldId="2147481835"/>
            <ac:picMk id="45" creationId="{A1F52AEC-7AA1-C977-4F45-E7834F76521B}"/>
          </ac:picMkLst>
        </pc:picChg>
        <pc:picChg chg="add del mod">
          <ac:chgData name="Nagotu Dilip Kumar" userId="e960ee6c-1011-46fd-ab26-7447e3dfc484" providerId="ADAL" clId="{C537D0E1-F004-4867-A19F-CB629E995C3F}" dt="2026-07-12T05:47:33.236" v="3091" actId="478"/>
          <ac:picMkLst>
            <pc:docMk/>
            <pc:sldMk cId="2623331845" sldId="2147481835"/>
            <ac:picMk id="46" creationId="{F13946A6-EC77-38B4-515C-A61ED015C9CC}"/>
          </ac:picMkLst>
        </pc:picChg>
        <pc:picChg chg="add mod">
          <ac:chgData name="Nagotu Dilip Kumar" userId="e960ee6c-1011-46fd-ab26-7447e3dfc484" providerId="ADAL" clId="{C537D0E1-F004-4867-A19F-CB629E995C3F}" dt="2026-07-12T05:50:48.569" v="3113" actId="12789"/>
          <ac:picMkLst>
            <pc:docMk/>
            <pc:sldMk cId="2623331845" sldId="2147481835"/>
            <ac:picMk id="48" creationId="{87D19333-A248-A3FD-CDEA-DB3A446B67BE}"/>
          </ac:picMkLst>
        </pc:picChg>
        <pc:picChg chg="del">
          <ac:chgData name="Nagotu Dilip Kumar" userId="e960ee6c-1011-46fd-ab26-7447e3dfc484" providerId="ADAL" clId="{C537D0E1-F004-4867-A19F-CB629E995C3F}" dt="2026-07-13T09:02:25.447" v="5034" actId="478"/>
          <ac:picMkLst>
            <pc:docMk/>
            <pc:sldMk cId="2623331845" sldId="2147481835"/>
            <ac:picMk id="49" creationId="{8B3CA259-82BA-F702-A708-55CE6E57036A}"/>
          </ac:picMkLst>
        </pc:picChg>
        <pc:picChg chg="add mod">
          <ac:chgData name="Nagotu Dilip Kumar" userId="e960ee6c-1011-46fd-ab26-7447e3dfc484" providerId="ADAL" clId="{C537D0E1-F004-4867-A19F-CB629E995C3F}" dt="2026-07-12T05:50:48.569" v="3113" actId="12789"/>
          <ac:picMkLst>
            <pc:docMk/>
            <pc:sldMk cId="2623331845" sldId="2147481835"/>
            <ac:picMk id="50" creationId="{AE972D8A-B157-0002-E4F3-8EE1D525D241}"/>
          </ac:picMkLst>
        </pc:picChg>
        <pc:picChg chg="add mod">
          <ac:chgData name="Nagotu Dilip Kumar" userId="e960ee6c-1011-46fd-ab26-7447e3dfc484" providerId="ADAL" clId="{C537D0E1-F004-4867-A19F-CB629E995C3F}" dt="2026-07-12T05:50:48.569" v="3113" actId="12789"/>
          <ac:picMkLst>
            <pc:docMk/>
            <pc:sldMk cId="2623331845" sldId="2147481835"/>
            <ac:picMk id="52" creationId="{A141BE85-3688-6F9B-29BE-8EC25099E12D}"/>
          </ac:picMkLst>
        </pc:picChg>
        <pc:picChg chg="add del mod">
          <ac:chgData name="Nagotu Dilip Kumar" userId="e960ee6c-1011-46fd-ab26-7447e3dfc484" providerId="ADAL" clId="{C537D0E1-F004-4867-A19F-CB629E995C3F}" dt="2026-07-13T09:02:29.488" v="5037" actId="478"/>
          <ac:picMkLst>
            <pc:docMk/>
            <pc:sldMk cId="2623331845" sldId="2147481835"/>
            <ac:picMk id="54" creationId="{03A7BD8F-DEB6-53CA-2F47-6F2AA441C708}"/>
          </ac:picMkLst>
        </pc:picChg>
        <pc:picChg chg="del mod">
          <ac:chgData name="Nagotu Dilip Kumar" userId="e960ee6c-1011-46fd-ab26-7447e3dfc484" providerId="ADAL" clId="{C537D0E1-F004-4867-A19F-CB629E995C3F}" dt="2026-07-13T09:02:26.770" v="5035" actId="478"/>
          <ac:picMkLst>
            <pc:docMk/>
            <pc:sldMk cId="2623331845" sldId="2147481835"/>
            <ac:picMk id="55" creationId="{D83917BF-418B-9738-8763-7FBEF56D53A6}"/>
          </ac:picMkLst>
        </pc:picChg>
        <pc:picChg chg="add mod">
          <ac:chgData name="Nagotu Dilip Kumar" userId="e960ee6c-1011-46fd-ab26-7447e3dfc484" providerId="ADAL" clId="{C537D0E1-F004-4867-A19F-CB629E995C3F}" dt="2026-07-12T05:50:48.569" v="3113" actId="12789"/>
          <ac:picMkLst>
            <pc:docMk/>
            <pc:sldMk cId="2623331845" sldId="2147481835"/>
            <ac:picMk id="56" creationId="{98021C12-B94B-BC28-88A0-495478B16265}"/>
          </ac:picMkLst>
        </pc:picChg>
        <pc:picChg chg="add mod">
          <ac:chgData name="Nagotu Dilip Kumar" userId="e960ee6c-1011-46fd-ab26-7447e3dfc484" providerId="ADAL" clId="{C537D0E1-F004-4867-A19F-CB629E995C3F}" dt="2026-07-12T17:19:16.701" v="4047" actId="1582"/>
          <ac:picMkLst>
            <pc:docMk/>
            <pc:sldMk cId="2623331845" sldId="2147481835"/>
            <ac:picMk id="58" creationId="{27CB0648-18B6-B9BA-E171-12E8CA646D99}"/>
          </ac:picMkLst>
        </pc:picChg>
        <pc:picChg chg="del mod">
          <ac:chgData name="Nagotu Dilip Kumar" userId="e960ee6c-1011-46fd-ab26-7447e3dfc484" providerId="ADAL" clId="{C537D0E1-F004-4867-A19F-CB629E995C3F}" dt="2026-07-13T09:02:28.051" v="5036" actId="478"/>
          <ac:picMkLst>
            <pc:docMk/>
            <pc:sldMk cId="2623331845" sldId="2147481835"/>
            <ac:picMk id="59" creationId="{F2341EFF-29E5-2165-1875-1DDD8D5674FE}"/>
          </ac:picMkLst>
        </pc:picChg>
        <pc:picChg chg="add mod">
          <ac:chgData name="Nagotu Dilip Kumar" userId="e960ee6c-1011-46fd-ab26-7447e3dfc484" providerId="ADAL" clId="{C537D0E1-F004-4867-A19F-CB629E995C3F}" dt="2026-07-13T10:41:16.541" v="5788" actId="1076"/>
          <ac:picMkLst>
            <pc:docMk/>
            <pc:sldMk cId="2623331845" sldId="2147481835"/>
            <ac:picMk id="71" creationId="{E2D11E78-6A91-34FA-1C1B-ED455008B99B}"/>
          </ac:picMkLst>
        </pc:picChg>
        <pc:picChg chg="add mod">
          <ac:chgData name="Nagotu Dilip Kumar" userId="e960ee6c-1011-46fd-ab26-7447e3dfc484" providerId="ADAL" clId="{C537D0E1-F004-4867-A19F-CB629E995C3F}" dt="2026-07-13T10:41:16.541" v="5788" actId="1076"/>
          <ac:picMkLst>
            <pc:docMk/>
            <pc:sldMk cId="2623331845" sldId="2147481835"/>
            <ac:picMk id="73" creationId="{E391C4F5-74A9-C0F0-8701-4CA4F85FB69D}"/>
          </ac:picMkLst>
        </pc:picChg>
        <pc:picChg chg="add mod">
          <ac:chgData name="Nagotu Dilip Kumar" userId="e960ee6c-1011-46fd-ab26-7447e3dfc484" providerId="ADAL" clId="{C537D0E1-F004-4867-A19F-CB629E995C3F}" dt="2026-07-13T10:41:16.541" v="5788" actId="1076"/>
          <ac:picMkLst>
            <pc:docMk/>
            <pc:sldMk cId="2623331845" sldId="2147481835"/>
            <ac:picMk id="75" creationId="{85B1ADC9-A133-7EEB-F82B-D993D5BE600D}"/>
          </ac:picMkLst>
        </pc:picChg>
        <pc:picChg chg="add mod">
          <ac:chgData name="Nagotu Dilip Kumar" userId="e960ee6c-1011-46fd-ab26-7447e3dfc484" providerId="ADAL" clId="{C537D0E1-F004-4867-A19F-CB629E995C3F}" dt="2026-07-13T10:41:16.541" v="5788" actId="1076"/>
          <ac:picMkLst>
            <pc:docMk/>
            <pc:sldMk cId="2623331845" sldId="2147481835"/>
            <ac:picMk id="77" creationId="{EAB79166-32C4-D381-4C16-BB20F764A975}"/>
          </ac:picMkLst>
        </pc:picChg>
        <pc:picChg chg="add mod">
          <ac:chgData name="Nagotu Dilip Kumar" userId="e960ee6c-1011-46fd-ab26-7447e3dfc484" providerId="ADAL" clId="{C537D0E1-F004-4867-A19F-CB629E995C3F}" dt="2026-07-13T10:41:16.541" v="5788" actId="1076"/>
          <ac:picMkLst>
            <pc:docMk/>
            <pc:sldMk cId="2623331845" sldId="2147481835"/>
            <ac:picMk id="79" creationId="{E96C4AD2-297E-D5C0-77AE-0598A7F3BEA0}"/>
          </ac:picMkLst>
        </pc:picChg>
        <pc:picChg chg="add mod">
          <ac:chgData name="Nagotu Dilip Kumar" userId="e960ee6c-1011-46fd-ab26-7447e3dfc484" providerId="ADAL" clId="{C537D0E1-F004-4867-A19F-CB629E995C3F}" dt="2026-07-13T10:01:47.815" v="5710" actId="1036"/>
          <ac:picMkLst>
            <pc:docMk/>
            <pc:sldMk cId="2623331845" sldId="2147481835"/>
            <ac:picMk id="80" creationId="{D0FAF3D8-FEC3-B192-66A5-B267C511758F}"/>
          </ac:picMkLst>
        </pc:picChg>
        <pc:cxnChg chg="add mod">
          <ac:chgData name="Nagotu Dilip Kumar" userId="e960ee6c-1011-46fd-ab26-7447e3dfc484" providerId="ADAL" clId="{C537D0E1-F004-4867-A19F-CB629E995C3F}" dt="2026-07-13T09:03:39.128" v="5066" actId="1076"/>
          <ac:cxnSpMkLst>
            <pc:docMk/>
            <pc:sldMk cId="2623331845" sldId="2147481835"/>
            <ac:cxnSpMk id="31" creationId="{0F4C518D-BDFA-DDCA-5B08-DC882907A348}"/>
          </ac:cxnSpMkLst>
        </pc:cxnChg>
        <pc:cxnChg chg="add mod">
          <ac:chgData name="Nagotu Dilip Kumar" userId="e960ee6c-1011-46fd-ab26-7447e3dfc484" providerId="ADAL" clId="{C537D0E1-F004-4867-A19F-CB629E995C3F}" dt="2026-07-13T09:34:24.611" v="5367" actId="12789"/>
          <ac:cxnSpMkLst>
            <pc:docMk/>
            <pc:sldMk cId="2623331845" sldId="2147481835"/>
            <ac:cxnSpMk id="32" creationId="{9452E21E-9678-3A60-F87D-96C95D564F08}"/>
          </ac:cxnSpMkLst>
        </pc:cxnChg>
        <pc:cxnChg chg="add mod">
          <ac:chgData name="Nagotu Dilip Kumar" userId="e960ee6c-1011-46fd-ab26-7447e3dfc484" providerId="ADAL" clId="{C537D0E1-F004-4867-A19F-CB629E995C3F}" dt="2026-07-13T09:34:24.611" v="5367" actId="12789"/>
          <ac:cxnSpMkLst>
            <pc:docMk/>
            <pc:sldMk cId="2623331845" sldId="2147481835"/>
            <ac:cxnSpMk id="33" creationId="{0E3A6D23-282F-2FE4-8032-CDA212C3F393}"/>
          </ac:cxnSpMkLst>
        </pc:cxnChg>
        <pc:cxnChg chg="add mod">
          <ac:chgData name="Nagotu Dilip Kumar" userId="e960ee6c-1011-46fd-ab26-7447e3dfc484" providerId="ADAL" clId="{C537D0E1-F004-4867-A19F-CB629E995C3F}" dt="2026-07-13T09:34:24.611" v="5367" actId="12789"/>
          <ac:cxnSpMkLst>
            <pc:docMk/>
            <pc:sldMk cId="2623331845" sldId="2147481835"/>
            <ac:cxnSpMk id="34" creationId="{479C2D6E-5901-0765-6920-2D11CB1FD810}"/>
          </ac:cxnSpMkLst>
        </pc:cxnChg>
        <pc:cxnChg chg="add mod">
          <ac:chgData name="Nagotu Dilip Kumar" userId="e960ee6c-1011-46fd-ab26-7447e3dfc484" providerId="ADAL" clId="{C537D0E1-F004-4867-A19F-CB629E995C3F}" dt="2026-07-13T09:34:24.611" v="5367" actId="12789"/>
          <ac:cxnSpMkLst>
            <pc:docMk/>
            <pc:sldMk cId="2623331845" sldId="2147481835"/>
            <ac:cxnSpMk id="35" creationId="{AF8B5070-9556-56C1-CD51-2984E83E975B}"/>
          </ac:cxnSpMkLst>
        </pc:cxnChg>
        <pc:cxnChg chg="add mod">
          <ac:chgData name="Nagotu Dilip Kumar" userId="e960ee6c-1011-46fd-ab26-7447e3dfc484" providerId="ADAL" clId="{C537D0E1-F004-4867-A19F-CB629E995C3F}" dt="2026-07-12T05:41:02.680" v="3057" actId="408"/>
          <ac:cxnSpMkLst>
            <pc:docMk/>
            <pc:sldMk cId="2623331845" sldId="2147481835"/>
            <ac:cxnSpMk id="36" creationId="{764845C6-903D-E869-BC7A-DAC3529FC692}"/>
          </ac:cxnSpMkLst>
        </pc:cxnChg>
        <pc:cxnChg chg="add del mod">
          <ac:chgData name="Nagotu Dilip Kumar" userId="e960ee6c-1011-46fd-ab26-7447e3dfc484" providerId="ADAL" clId="{C537D0E1-F004-4867-A19F-CB629E995C3F}" dt="2026-07-13T08:53:14.038" v="4946" actId="478"/>
          <ac:cxnSpMkLst>
            <pc:docMk/>
            <pc:sldMk cId="2623331845" sldId="2147481835"/>
            <ac:cxnSpMk id="37" creationId="{9EBB7058-5806-FA9F-F7C0-E3C574AC1632}"/>
          </ac:cxnSpMkLst>
        </pc:cxnChg>
      </pc:sldChg>
      <pc:sldChg chg="addSp delSp modSp new del mod modClrScheme chgLayout">
        <pc:chgData name="Nagotu Dilip Kumar" userId="e960ee6c-1011-46fd-ab26-7447e3dfc484" providerId="ADAL" clId="{C537D0E1-F004-4867-A19F-CB629E995C3F}" dt="2026-07-12T05:29:09.349" v="2844" actId="47"/>
        <pc:sldMkLst>
          <pc:docMk/>
          <pc:sldMk cId="2838768989" sldId="2147481835"/>
        </pc:sldMkLst>
      </pc:sldChg>
      <pc:sldChg chg="addSp delSp modSp add mod">
        <pc:chgData name="Nagotu Dilip Kumar" userId="e960ee6c-1011-46fd-ab26-7447e3dfc484" providerId="ADAL" clId="{C537D0E1-F004-4867-A19F-CB629E995C3F}" dt="2026-07-13T09:29:02.402" v="5335" actId="1036"/>
        <pc:sldMkLst>
          <pc:docMk/>
          <pc:sldMk cId="259591731" sldId="2147481836"/>
        </pc:sldMkLst>
        <pc:spChg chg="mod">
          <ac:chgData name="Nagotu Dilip Kumar" userId="e960ee6c-1011-46fd-ab26-7447e3dfc484" providerId="ADAL" clId="{C537D0E1-F004-4867-A19F-CB629E995C3F}" dt="2026-07-12T05:52:06.136" v="3118" actId="14100"/>
          <ac:spMkLst>
            <pc:docMk/>
            <pc:sldMk cId="259591731" sldId="2147481836"/>
            <ac:spMk id="2" creationId="{B5FCA7BF-5C58-D9F2-D48D-A05B2E602E94}"/>
          </ac:spMkLst>
        </pc:spChg>
        <pc:spChg chg="add mod">
          <ac:chgData name="Nagotu Dilip Kumar" userId="e960ee6c-1011-46fd-ab26-7447e3dfc484" providerId="ADAL" clId="{C537D0E1-F004-4867-A19F-CB629E995C3F}" dt="2026-07-12T16:23:39.270" v="3535" actId="14100"/>
          <ac:spMkLst>
            <pc:docMk/>
            <pc:sldMk cId="259591731" sldId="2147481836"/>
            <ac:spMk id="5" creationId="{3505931C-A9CF-AB39-D3F8-5BE897E82EFE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6" creationId="{4E54C2E2-4D71-7872-8CF8-EC9DF54C6262}"/>
          </ac:spMkLst>
        </pc:spChg>
        <pc:spChg chg="add mod">
          <ac:chgData name="Nagotu Dilip Kumar" userId="e960ee6c-1011-46fd-ab26-7447e3dfc484" providerId="ADAL" clId="{C537D0E1-F004-4867-A19F-CB629E995C3F}" dt="2026-07-12T16:23:49.384" v="3542" actId="1035"/>
          <ac:spMkLst>
            <pc:docMk/>
            <pc:sldMk cId="259591731" sldId="2147481836"/>
            <ac:spMk id="7" creationId="{11301654-BCE0-DDF2-9792-9B7EC80F78F3}"/>
          </ac:spMkLst>
        </pc:spChg>
        <pc:spChg chg="add mod">
          <ac:chgData name="Nagotu Dilip Kumar" userId="e960ee6c-1011-46fd-ab26-7447e3dfc484" providerId="ADAL" clId="{C537D0E1-F004-4867-A19F-CB629E995C3F}" dt="2026-07-12T16:23:57.947" v="3543" actId="1076"/>
          <ac:spMkLst>
            <pc:docMk/>
            <pc:sldMk cId="259591731" sldId="2147481836"/>
            <ac:spMk id="9" creationId="{8449620F-3FE8-9801-821B-280AA8DBF33D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11" creationId="{FD404F20-6848-8741-BC8C-9F92F8110722}"/>
          </ac:spMkLst>
        </pc:spChg>
        <pc:spChg chg="add mod">
          <ac:chgData name="Nagotu Dilip Kumar" userId="e960ee6c-1011-46fd-ab26-7447e3dfc484" providerId="ADAL" clId="{C537D0E1-F004-4867-A19F-CB629E995C3F}" dt="2026-07-12T16:24:01.657" v="3544" actId="14100"/>
          <ac:spMkLst>
            <pc:docMk/>
            <pc:sldMk cId="259591731" sldId="2147481836"/>
            <ac:spMk id="12" creationId="{B15967DF-BD81-9B22-71B9-1A02BEF5617A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15" creationId="{632CE5AA-EF1E-26F8-E4A1-FDA4621DD0CE}"/>
          </ac:spMkLst>
        </pc:spChg>
        <pc:spChg chg="add mod">
          <ac:chgData name="Nagotu Dilip Kumar" userId="e960ee6c-1011-46fd-ab26-7447e3dfc484" providerId="ADAL" clId="{C537D0E1-F004-4867-A19F-CB629E995C3F}" dt="2026-07-13T09:14:50.098" v="5206" actId="14100"/>
          <ac:spMkLst>
            <pc:docMk/>
            <pc:sldMk cId="259591731" sldId="2147481836"/>
            <ac:spMk id="16" creationId="{EE6CC4AF-40A3-8A25-8126-F20CDE9E6717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17" creationId="{AE17C551-D8EE-EE16-5D99-8C7EDA85ED5F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18" creationId="{BE9BC8F1-D9A7-A553-979A-64B155AB3850}"/>
          </ac:spMkLst>
        </pc:spChg>
        <pc:spChg chg="add mod">
          <ac:chgData name="Nagotu Dilip Kumar" userId="e960ee6c-1011-46fd-ab26-7447e3dfc484" providerId="ADAL" clId="{C537D0E1-F004-4867-A19F-CB629E995C3F}" dt="2026-07-13T09:20:54.494" v="5275"/>
          <ac:spMkLst>
            <pc:docMk/>
            <pc:sldMk cId="259591731" sldId="2147481836"/>
            <ac:spMk id="21" creationId="{DB43A14C-BF81-A1E4-2877-35510EAE0A9B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22" creationId="{90CB4A91-A598-ECFD-74D5-EF91594C096F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23" creationId="{475DA5BB-5A3B-295E-686A-68624D8F8137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24" creationId="{BEC1D70A-6AC6-841A-A1A3-95397DCCAF9F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25" creationId="{DED7A847-9853-09BB-6131-960F3FF94546}"/>
          </ac:spMkLst>
        </pc:spChg>
        <pc:spChg chg="del">
          <ac:chgData name="Nagotu Dilip Kumar" userId="e960ee6c-1011-46fd-ab26-7447e3dfc484" providerId="ADAL" clId="{C537D0E1-F004-4867-A19F-CB629E995C3F}" dt="2026-07-12T05:51:18.723" v="3115" actId="478"/>
          <ac:spMkLst>
            <pc:docMk/>
            <pc:sldMk cId="259591731" sldId="2147481836"/>
            <ac:spMk id="29" creationId="{28E104A9-9D64-076B-97E9-30AAED800E7F}"/>
          </ac:spMkLst>
        </pc:spChg>
        <pc:spChg chg="add mod">
          <ac:chgData name="Nagotu Dilip Kumar" userId="e960ee6c-1011-46fd-ab26-7447e3dfc484" providerId="ADAL" clId="{C537D0E1-F004-4867-A19F-CB629E995C3F}" dt="2026-07-12T16:24:01.657" v="3544" actId="14100"/>
          <ac:spMkLst>
            <pc:docMk/>
            <pc:sldMk cId="259591731" sldId="2147481836"/>
            <ac:spMk id="30" creationId="{22C52439-3336-38A6-AEF3-AE7070480B0B}"/>
          </ac:spMkLst>
        </pc:spChg>
        <pc:spChg chg="add mod">
          <ac:chgData name="Nagotu Dilip Kumar" userId="e960ee6c-1011-46fd-ab26-7447e3dfc484" providerId="ADAL" clId="{C537D0E1-F004-4867-A19F-CB629E995C3F}" dt="2026-07-13T09:04:12.356" v="5067"/>
          <ac:spMkLst>
            <pc:docMk/>
            <pc:sldMk cId="259591731" sldId="2147481836"/>
            <ac:spMk id="38" creationId="{275EE759-60AB-5E2E-2414-865C87E909D5}"/>
          </ac:spMkLst>
        </pc:spChg>
        <pc:spChg chg="add mod">
          <ac:chgData name="Nagotu Dilip Kumar" userId="e960ee6c-1011-46fd-ab26-7447e3dfc484" providerId="ADAL" clId="{C537D0E1-F004-4867-A19F-CB629E995C3F}" dt="2026-07-12T16:23:49.384" v="3542" actId="1035"/>
          <ac:spMkLst>
            <pc:docMk/>
            <pc:sldMk cId="259591731" sldId="2147481836"/>
            <ac:spMk id="40" creationId="{12839C16-294B-F8AF-0B36-BF5D1045781B}"/>
          </ac:spMkLst>
        </pc:spChg>
        <pc:spChg chg="add mod">
          <ac:chgData name="Nagotu Dilip Kumar" userId="e960ee6c-1011-46fd-ab26-7447e3dfc484" providerId="ADAL" clId="{C537D0E1-F004-4867-A19F-CB629E995C3F}" dt="2026-07-12T16:23:49.384" v="3542" actId="1035"/>
          <ac:spMkLst>
            <pc:docMk/>
            <pc:sldMk cId="259591731" sldId="2147481836"/>
            <ac:spMk id="46" creationId="{2B867906-E3D9-6440-9822-D8838413E9D9}"/>
          </ac:spMkLst>
        </pc:spChg>
        <pc:spChg chg="add mod">
          <ac:chgData name="Nagotu Dilip Kumar" userId="e960ee6c-1011-46fd-ab26-7447e3dfc484" providerId="ADAL" clId="{C537D0E1-F004-4867-A19F-CB629E995C3F}" dt="2026-07-13T09:14:57.314" v="5207"/>
          <ac:spMkLst>
            <pc:docMk/>
            <pc:sldMk cId="259591731" sldId="2147481836"/>
            <ac:spMk id="49" creationId="{0C2D01D7-19CE-4A9A-D2B9-7EF611C8DBC3}"/>
          </ac:spMkLst>
        </pc:spChg>
        <pc:spChg chg="add mod">
          <ac:chgData name="Nagotu Dilip Kumar" userId="e960ee6c-1011-46fd-ab26-7447e3dfc484" providerId="ADAL" clId="{C537D0E1-F004-4867-A19F-CB629E995C3F}" dt="2026-07-13T09:16:20.472" v="5232" actId="1038"/>
          <ac:spMkLst>
            <pc:docMk/>
            <pc:sldMk cId="259591731" sldId="2147481836"/>
            <ac:spMk id="51" creationId="{502980CF-599C-D951-B331-C85E3DBA9779}"/>
          </ac:spMkLst>
        </pc:spChg>
        <pc:spChg chg="add mod">
          <ac:chgData name="Nagotu Dilip Kumar" userId="e960ee6c-1011-46fd-ab26-7447e3dfc484" providerId="ADAL" clId="{C537D0E1-F004-4867-A19F-CB629E995C3F}" dt="2026-07-13T09:14:21.454" v="5195" actId="1076"/>
          <ac:spMkLst>
            <pc:docMk/>
            <pc:sldMk cId="259591731" sldId="2147481836"/>
            <ac:spMk id="55" creationId="{83CA200C-48A1-D5E7-C0E6-ADCE220654ED}"/>
          </ac:spMkLst>
        </pc:spChg>
        <pc:spChg chg="add mod">
          <ac:chgData name="Nagotu Dilip Kumar" userId="e960ee6c-1011-46fd-ab26-7447e3dfc484" providerId="ADAL" clId="{C537D0E1-F004-4867-A19F-CB629E995C3F}" dt="2026-07-13T09:14:25.968" v="5197" actId="14100"/>
          <ac:spMkLst>
            <pc:docMk/>
            <pc:sldMk cId="259591731" sldId="2147481836"/>
            <ac:spMk id="57" creationId="{A28D60DE-7E32-3761-5B3F-450E311A476C}"/>
          </ac:spMkLst>
        </pc:spChg>
        <pc:spChg chg="add mod">
          <ac:chgData name="Nagotu Dilip Kumar" userId="e960ee6c-1011-46fd-ab26-7447e3dfc484" providerId="ADAL" clId="{C537D0E1-F004-4867-A19F-CB629E995C3F}" dt="2026-07-13T09:14:32.857" v="5201" actId="14100"/>
          <ac:spMkLst>
            <pc:docMk/>
            <pc:sldMk cId="259591731" sldId="2147481836"/>
            <ac:spMk id="58" creationId="{759046C6-D02D-44CF-C483-2754453A28E8}"/>
          </ac:spMkLst>
        </pc:spChg>
        <pc:spChg chg="add mod">
          <ac:chgData name="Nagotu Dilip Kumar" userId="e960ee6c-1011-46fd-ab26-7447e3dfc484" providerId="ADAL" clId="{C537D0E1-F004-4867-A19F-CB629E995C3F}" dt="2026-07-13T09:14:36.199" v="5202" actId="1076"/>
          <ac:spMkLst>
            <pc:docMk/>
            <pc:sldMk cId="259591731" sldId="2147481836"/>
            <ac:spMk id="59" creationId="{3E79A30A-68E6-660D-5103-D14425258367}"/>
          </ac:spMkLst>
        </pc:spChg>
        <pc:spChg chg="add mod">
          <ac:chgData name="Nagotu Dilip Kumar" userId="e960ee6c-1011-46fd-ab26-7447e3dfc484" providerId="ADAL" clId="{C537D0E1-F004-4867-A19F-CB629E995C3F}" dt="2026-07-13T09:16:25.136" v="5233" actId="14100"/>
          <ac:spMkLst>
            <pc:docMk/>
            <pc:sldMk cId="259591731" sldId="2147481836"/>
            <ac:spMk id="60" creationId="{6EEFBFC5-A0C9-1341-3E6C-93BEFADDD31D}"/>
          </ac:spMkLst>
        </pc:spChg>
        <pc:spChg chg="add mod">
          <ac:chgData name="Nagotu Dilip Kumar" userId="e960ee6c-1011-46fd-ab26-7447e3dfc484" providerId="ADAL" clId="{C537D0E1-F004-4867-A19F-CB629E995C3F}" dt="2026-07-12T06:10:29.530" v="3399" actId="164"/>
          <ac:spMkLst>
            <pc:docMk/>
            <pc:sldMk cId="259591731" sldId="2147481836"/>
            <ac:spMk id="61" creationId="{291EA3CC-13B5-17BF-02F3-B04B8F867E68}"/>
          </ac:spMkLst>
        </pc:spChg>
        <pc:spChg chg="add mod">
          <ac:chgData name="Nagotu Dilip Kumar" userId="e960ee6c-1011-46fd-ab26-7447e3dfc484" providerId="ADAL" clId="{C537D0E1-F004-4867-A19F-CB629E995C3F}" dt="2026-07-12T06:10:29.530" v="3399" actId="164"/>
          <ac:spMkLst>
            <pc:docMk/>
            <pc:sldMk cId="259591731" sldId="2147481836"/>
            <ac:spMk id="62" creationId="{66409FB3-0D90-0D6F-148B-4F3312466D1B}"/>
          </ac:spMkLst>
        </pc:spChg>
        <pc:spChg chg="add mod">
          <ac:chgData name="Nagotu Dilip Kumar" userId="e960ee6c-1011-46fd-ab26-7447e3dfc484" providerId="ADAL" clId="{C537D0E1-F004-4867-A19F-CB629E995C3F}" dt="2026-07-12T06:10:29.530" v="3399" actId="164"/>
          <ac:spMkLst>
            <pc:docMk/>
            <pc:sldMk cId="259591731" sldId="2147481836"/>
            <ac:spMk id="63" creationId="{673D50FA-322F-7F62-FF1C-E6EA34239981}"/>
          </ac:spMkLst>
        </pc:spChg>
        <pc:spChg chg="add mod">
          <ac:chgData name="Nagotu Dilip Kumar" userId="e960ee6c-1011-46fd-ab26-7447e3dfc484" providerId="ADAL" clId="{C537D0E1-F004-4867-A19F-CB629E995C3F}" dt="2026-07-12T06:10:29.530" v="3399" actId="164"/>
          <ac:spMkLst>
            <pc:docMk/>
            <pc:sldMk cId="259591731" sldId="2147481836"/>
            <ac:spMk id="64" creationId="{7C2BFDB7-B5AC-1DE6-81DF-6F7564B050DB}"/>
          </ac:spMkLst>
        </pc:spChg>
        <pc:spChg chg="add mod">
          <ac:chgData name="Nagotu Dilip Kumar" userId="e960ee6c-1011-46fd-ab26-7447e3dfc484" providerId="ADAL" clId="{C537D0E1-F004-4867-A19F-CB629E995C3F}" dt="2026-07-12T06:10:29.530" v="3399" actId="164"/>
          <ac:spMkLst>
            <pc:docMk/>
            <pc:sldMk cId="259591731" sldId="2147481836"/>
            <ac:spMk id="65" creationId="{A5034F5F-BA32-BD0B-6DF4-ABFE4469E7A4}"/>
          </ac:spMkLst>
        </pc:spChg>
        <pc:spChg chg="add mod">
          <ac:chgData name="Nagotu Dilip Kumar" userId="e960ee6c-1011-46fd-ab26-7447e3dfc484" providerId="ADAL" clId="{C537D0E1-F004-4867-A19F-CB629E995C3F}" dt="2026-07-12T06:10:29.530" v="3399" actId="164"/>
          <ac:spMkLst>
            <pc:docMk/>
            <pc:sldMk cId="259591731" sldId="2147481836"/>
            <ac:spMk id="66" creationId="{F092ACB1-2A5F-683E-A03E-A0BBFD59A3CE}"/>
          </ac:spMkLst>
        </pc:spChg>
        <pc:spChg chg="add mod">
          <ac:chgData name="Nagotu Dilip Kumar" userId="e960ee6c-1011-46fd-ab26-7447e3dfc484" providerId="ADAL" clId="{C537D0E1-F004-4867-A19F-CB629E995C3F}" dt="2026-07-12T06:10:29.530" v="3399" actId="164"/>
          <ac:spMkLst>
            <pc:docMk/>
            <pc:sldMk cId="259591731" sldId="2147481836"/>
            <ac:spMk id="67" creationId="{884E4829-AD2E-21BA-743C-137A610DE74A}"/>
          </ac:spMkLst>
        </pc:spChg>
        <pc:spChg chg="add mod">
          <ac:chgData name="Nagotu Dilip Kumar" userId="e960ee6c-1011-46fd-ab26-7447e3dfc484" providerId="ADAL" clId="{C537D0E1-F004-4867-A19F-CB629E995C3F}" dt="2026-07-13T09:05:22.797" v="5071" actId="12"/>
          <ac:spMkLst>
            <pc:docMk/>
            <pc:sldMk cId="259591731" sldId="2147481836"/>
            <ac:spMk id="79" creationId="{8391646A-51D1-D0C4-5E9B-FAFB0F74B862}"/>
          </ac:spMkLst>
        </pc:spChg>
        <pc:spChg chg="add mod">
          <ac:chgData name="Nagotu Dilip Kumar" userId="e960ee6c-1011-46fd-ab26-7447e3dfc484" providerId="ADAL" clId="{C537D0E1-F004-4867-A19F-CB629E995C3F}" dt="2026-07-13T09:06:25.156" v="5087" actId="465"/>
          <ac:spMkLst>
            <pc:docMk/>
            <pc:sldMk cId="259591731" sldId="2147481836"/>
            <ac:spMk id="80" creationId="{B4FD0DD3-83CB-A75D-770A-E34F58885157}"/>
          </ac:spMkLst>
        </pc:spChg>
        <pc:spChg chg="add mod">
          <ac:chgData name="Nagotu Dilip Kumar" userId="e960ee6c-1011-46fd-ab26-7447e3dfc484" providerId="ADAL" clId="{C537D0E1-F004-4867-A19F-CB629E995C3F}" dt="2026-07-13T09:06:25.156" v="5087" actId="465"/>
          <ac:spMkLst>
            <pc:docMk/>
            <pc:sldMk cId="259591731" sldId="2147481836"/>
            <ac:spMk id="81" creationId="{FA04BA3E-38E1-06F8-4F3F-1AD9645BF6FA}"/>
          </ac:spMkLst>
        </pc:spChg>
        <pc:spChg chg="add mod">
          <ac:chgData name="Nagotu Dilip Kumar" userId="e960ee6c-1011-46fd-ab26-7447e3dfc484" providerId="ADAL" clId="{C537D0E1-F004-4867-A19F-CB629E995C3F}" dt="2026-07-13T09:06:19.162" v="5086" actId="12"/>
          <ac:spMkLst>
            <pc:docMk/>
            <pc:sldMk cId="259591731" sldId="2147481836"/>
            <ac:spMk id="82" creationId="{8FB44A41-BB29-5F89-55BB-F5A32CB48708}"/>
          </ac:spMkLst>
        </pc:spChg>
        <pc:spChg chg="add mod">
          <ac:chgData name="Nagotu Dilip Kumar" userId="e960ee6c-1011-46fd-ab26-7447e3dfc484" providerId="ADAL" clId="{C537D0E1-F004-4867-A19F-CB629E995C3F}" dt="2026-07-13T09:09:53.272" v="5133" actId="554"/>
          <ac:spMkLst>
            <pc:docMk/>
            <pc:sldMk cId="259591731" sldId="2147481836"/>
            <ac:spMk id="84" creationId="{6E42F298-4091-A3C4-2F68-D35B241CEDDC}"/>
          </ac:spMkLst>
        </pc:spChg>
        <pc:spChg chg="add mod">
          <ac:chgData name="Nagotu Dilip Kumar" userId="e960ee6c-1011-46fd-ab26-7447e3dfc484" providerId="ADAL" clId="{C537D0E1-F004-4867-A19F-CB629E995C3F}" dt="2026-07-13T09:09:53.272" v="5133" actId="554"/>
          <ac:spMkLst>
            <pc:docMk/>
            <pc:sldMk cId="259591731" sldId="2147481836"/>
            <ac:spMk id="85" creationId="{ACB5DDB3-9B72-4446-B733-44B4C3A198AB}"/>
          </ac:spMkLst>
        </pc:spChg>
        <pc:spChg chg="add mod">
          <ac:chgData name="Nagotu Dilip Kumar" userId="e960ee6c-1011-46fd-ab26-7447e3dfc484" providerId="ADAL" clId="{C537D0E1-F004-4867-A19F-CB629E995C3F}" dt="2026-07-13T09:09:53.272" v="5133" actId="554"/>
          <ac:spMkLst>
            <pc:docMk/>
            <pc:sldMk cId="259591731" sldId="2147481836"/>
            <ac:spMk id="86" creationId="{E939DF06-BA9B-3C17-EC69-C15B21FFF653}"/>
          </ac:spMkLst>
        </pc:spChg>
        <pc:spChg chg="add mod">
          <ac:chgData name="Nagotu Dilip Kumar" userId="e960ee6c-1011-46fd-ab26-7447e3dfc484" providerId="ADAL" clId="{C537D0E1-F004-4867-A19F-CB629E995C3F}" dt="2026-07-13T09:09:53.272" v="5133" actId="554"/>
          <ac:spMkLst>
            <pc:docMk/>
            <pc:sldMk cId="259591731" sldId="2147481836"/>
            <ac:spMk id="87" creationId="{B8F09C73-94B6-28F1-39A8-22BEF303EB38}"/>
          </ac:spMkLst>
        </pc:spChg>
        <pc:spChg chg="add mod">
          <ac:chgData name="Nagotu Dilip Kumar" userId="e960ee6c-1011-46fd-ab26-7447e3dfc484" providerId="ADAL" clId="{C537D0E1-F004-4867-A19F-CB629E995C3F}" dt="2026-07-13T09:09:53.272" v="5133" actId="554"/>
          <ac:spMkLst>
            <pc:docMk/>
            <pc:sldMk cId="259591731" sldId="2147481836"/>
            <ac:spMk id="88" creationId="{681B8093-7010-6A7F-2A03-D442BB74D6F8}"/>
          </ac:spMkLst>
        </pc:spChg>
        <pc:spChg chg="add mod">
          <ac:chgData name="Nagotu Dilip Kumar" userId="e960ee6c-1011-46fd-ab26-7447e3dfc484" providerId="ADAL" clId="{C537D0E1-F004-4867-A19F-CB629E995C3F}" dt="2026-07-13T09:09:53.272" v="5133" actId="554"/>
          <ac:spMkLst>
            <pc:docMk/>
            <pc:sldMk cId="259591731" sldId="2147481836"/>
            <ac:spMk id="89" creationId="{A3231A69-8865-0A06-2A69-340443B7DA61}"/>
          </ac:spMkLst>
        </pc:spChg>
        <pc:spChg chg="add mod">
          <ac:chgData name="Nagotu Dilip Kumar" userId="e960ee6c-1011-46fd-ab26-7447e3dfc484" providerId="ADAL" clId="{C537D0E1-F004-4867-A19F-CB629E995C3F}" dt="2026-07-13T09:09:38.371" v="5131"/>
          <ac:spMkLst>
            <pc:docMk/>
            <pc:sldMk cId="259591731" sldId="2147481836"/>
            <ac:spMk id="90" creationId="{F9C94018-F2D5-FBD2-4D50-2FC80FD98183}"/>
          </ac:spMkLst>
        </pc:spChg>
        <pc:spChg chg="add mod">
          <ac:chgData name="Nagotu Dilip Kumar" userId="e960ee6c-1011-46fd-ab26-7447e3dfc484" providerId="ADAL" clId="{C537D0E1-F004-4867-A19F-CB629E995C3F}" dt="2026-07-13T09:12:34.129" v="5174" actId="1036"/>
          <ac:spMkLst>
            <pc:docMk/>
            <pc:sldMk cId="259591731" sldId="2147481836"/>
            <ac:spMk id="102" creationId="{EB61C558-ED3F-C7E5-1DE5-B8334A46C4C6}"/>
          </ac:spMkLst>
        </pc:spChg>
        <pc:spChg chg="add mod">
          <ac:chgData name="Nagotu Dilip Kumar" userId="e960ee6c-1011-46fd-ab26-7447e3dfc484" providerId="ADAL" clId="{C537D0E1-F004-4867-A19F-CB629E995C3F}" dt="2026-07-13T09:12:34.129" v="5174" actId="1036"/>
          <ac:spMkLst>
            <pc:docMk/>
            <pc:sldMk cId="259591731" sldId="2147481836"/>
            <ac:spMk id="103" creationId="{199C2C35-2F7F-1EE7-735E-88F554A4EADE}"/>
          </ac:spMkLst>
        </pc:spChg>
        <pc:spChg chg="add mod">
          <ac:chgData name="Nagotu Dilip Kumar" userId="e960ee6c-1011-46fd-ab26-7447e3dfc484" providerId="ADAL" clId="{C537D0E1-F004-4867-A19F-CB629E995C3F}" dt="2026-07-13T09:12:34.129" v="5174" actId="1036"/>
          <ac:spMkLst>
            <pc:docMk/>
            <pc:sldMk cId="259591731" sldId="2147481836"/>
            <ac:spMk id="104" creationId="{09A8E779-D631-8FF6-46F0-266668F667E2}"/>
          </ac:spMkLst>
        </pc:spChg>
        <pc:spChg chg="add mod">
          <ac:chgData name="Nagotu Dilip Kumar" userId="e960ee6c-1011-46fd-ab26-7447e3dfc484" providerId="ADAL" clId="{C537D0E1-F004-4867-A19F-CB629E995C3F}" dt="2026-07-13T09:12:34.129" v="5174" actId="1036"/>
          <ac:spMkLst>
            <pc:docMk/>
            <pc:sldMk cId="259591731" sldId="2147481836"/>
            <ac:spMk id="105" creationId="{B760BF76-EBC0-CA53-CE65-18A87C835854}"/>
          </ac:spMkLst>
        </pc:spChg>
        <pc:spChg chg="add mod">
          <ac:chgData name="Nagotu Dilip Kumar" userId="e960ee6c-1011-46fd-ab26-7447e3dfc484" providerId="ADAL" clId="{C537D0E1-F004-4867-A19F-CB629E995C3F}" dt="2026-07-13T09:12:34.129" v="5174" actId="1036"/>
          <ac:spMkLst>
            <pc:docMk/>
            <pc:sldMk cId="259591731" sldId="2147481836"/>
            <ac:spMk id="106" creationId="{09FB4F95-BAA5-5F89-1FCF-34FE47336DE4}"/>
          </ac:spMkLst>
        </pc:spChg>
        <pc:spChg chg="add mod">
          <ac:chgData name="Nagotu Dilip Kumar" userId="e960ee6c-1011-46fd-ab26-7447e3dfc484" providerId="ADAL" clId="{C537D0E1-F004-4867-A19F-CB629E995C3F}" dt="2026-07-13T09:12:34.129" v="5174" actId="1036"/>
          <ac:spMkLst>
            <pc:docMk/>
            <pc:sldMk cId="259591731" sldId="2147481836"/>
            <ac:spMk id="107" creationId="{0AECDFAB-DCAA-D28D-5E18-F47B4EDC92FF}"/>
          </ac:spMkLst>
        </pc:spChg>
        <pc:spChg chg="add mod">
          <ac:chgData name="Nagotu Dilip Kumar" userId="e960ee6c-1011-46fd-ab26-7447e3dfc484" providerId="ADAL" clId="{C537D0E1-F004-4867-A19F-CB629E995C3F}" dt="2026-07-13T09:12:34.129" v="5174" actId="1036"/>
          <ac:spMkLst>
            <pc:docMk/>
            <pc:sldMk cId="259591731" sldId="2147481836"/>
            <ac:spMk id="108" creationId="{594901D6-E02A-2D4E-7AC5-7910A98CDDB3}"/>
          </ac:spMkLst>
        </pc:spChg>
        <pc:spChg chg="add mod">
          <ac:chgData name="Nagotu Dilip Kumar" userId="e960ee6c-1011-46fd-ab26-7447e3dfc484" providerId="ADAL" clId="{C537D0E1-F004-4867-A19F-CB629E995C3F}" dt="2026-07-13T09:28:56.414" v="5332" actId="1035"/>
          <ac:spMkLst>
            <pc:docMk/>
            <pc:sldMk cId="259591731" sldId="2147481836"/>
            <ac:spMk id="110" creationId="{01F16DAC-982A-8F64-E899-43D942C16B97}"/>
          </ac:spMkLst>
        </pc:spChg>
        <pc:spChg chg="add mod">
          <ac:chgData name="Nagotu Dilip Kumar" userId="e960ee6c-1011-46fd-ab26-7447e3dfc484" providerId="ADAL" clId="{C537D0E1-F004-4867-A19F-CB629E995C3F}" dt="2026-07-13T09:28:56.414" v="5332" actId="1035"/>
          <ac:spMkLst>
            <pc:docMk/>
            <pc:sldMk cId="259591731" sldId="2147481836"/>
            <ac:spMk id="111" creationId="{D3AE1539-3AB6-A87F-EADB-E1CCF6A3CCF7}"/>
          </ac:spMkLst>
        </pc:spChg>
        <pc:spChg chg="add mod">
          <ac:chgData name="Nagotu Dilip Kumar" userId="e960ee6c-1011-46fd-ab26-7447e3dfc484" providerId="ADAL" clId="{C537D0E1-F004-4867-A19F-CB629E995C3F}" dt="2026-07-13T09:28:56.414" v="5332" actId="1035"/>
          <ac:spMkLst>
            <pc:docMk/>
            <pc:sldMk cId="259591731" sldId="2147481836"/>
            <ac:spMk id="112" creationId="{943C60AD-BC98-1B87-667E-8ABC089CF702}"/>
          </ac:spMkLst>
        </pc:spChg>
        <pc:spChg chg="add mod">
          <ac:chgData name="Nagotu Dilip Kumar" userId="e960ee6c-1011-46fd-ab26-7447e3dfc484" providerId="ADAL" clId="{C537D0E1-F004-4867-A19F-CB629E995C3F}" dt="2026-07-13T09:28:56.414" v="5332" actId="1035"/>
          <ac:spMkLst>
            <pc:docMk/>
            <pc:sldMk cId="259591731" sldId="2147481836"/>
            <ac:spMk id="113" creationId="{98B588B3-A206-FB5F-CA0C-5E0158413917}"/>
          </ac:spMkLst>
        </pc:spChg>
        <pc:spChg chg="add mod">
          <ac:chgData name="Nagotu Dilip Kumar" userId="e960ee6c-1011-46fd-ab26-7447e3dfc484" providerId="ADAL" clId="{C537D0E1-F004-4867-A19F-CB629E995C3F}" dt="2026-07-13T09:28:56.414" v="5332" actId="1035"/>
          <ac:spMkLst>
            <pc:docMk/>
            <pc:sldMk cId="259591731" sldId="2147481836"/>
            <ac:spMk id="114" creationId="{4F53FAD5-912E-77E5-2614-006707DB2295}"/>
          </ac:spMkLst>
        </pc:spChg>
        <pc:spChg chg="add mod">
          <ac:chgData name="Nagotu Dilip Kumar" userId="e960ee6c-1011-46fd-ab26-7447e3dfc484" providerId="ADAL" clId="{C537D0E1-F004-4867-A19F-CB629E995C3F}" dt="2026-07-13T09:28:56.414" v="5332" actId="1035"/>
          <ac:spMkLst>
            <pc:docMk/>
            <pc:sldMk cId="259591731" sldId="2147481836"/>
            <ac:spMk id="115" creationId="{D90F3054-43AE-C2E4-9032-E35D3A590968}"/>
          </ac:spMkLst>
        </pc:spChg>
        <pc:spChg chg="add mod">
          <ac:chgData name="Nagotu Dilip Kumar" userId="e960ee6c-1011-46fd-ab26-7447e3dfc484" providerId="ADAL" clId="{C537D0E1-F004-4867-A19F-CB629E995C3F}" dt="2026-07-13T09:28:56.414" v="5332" actId="1035"/>
          <ac:spMkLst>
            <pc:docMk/>
            <pc:sldMk cId="259591731" sldId="2147481836"/>
            <ac:spMk id="116" creationId="{0129DD5C-54FE-BE2C-ED54-3B8426C4D50B}"/>
          </ac:spMkLst>
        </pc:spChg>
        <pc:spChg chg="add mod">
          <ac:chgData name="Nagotu Dilip Kumar" userId="e960ee6c-1011-46fd-ab26-7447e3dfc484" providerId="ADAL" clId="{C537D0E1-F004-4867-A19F-CB629E995C3F}" dt="2026-07-13T09:20:40.880" v="5274" actId="1038"/>
          <ac:spMkLst>
            <pc:docMk/>
            <pc:sldMk cId="259591731" sldId="2147481836"/>
            <ac:spMk id="124" creationId="{49164C2E-FFA6-3E7F-4E67-A1B5C0C11CF9}"/>
          </ac:spMkLst>
        </pc:spChg>
        <pc:spChg chg="add mod">
          <ac:chgData name="Nagotu Dilip Kumar" userId="e960ee6c-1011-46fd-ab26-7447e3dfc484" providerId="ADAL" clId="{C537D0E1-F004-4867-A19F-CB629E995C3F}" dt="2026-07-13T09:20:36.651" v="5268" actId="1076"/>
          <ac:spMkLst>
            <pc:docMk/>
            <pc:sldMk cId="259591731" sldId="2147481836"/>
            <ac:spMk id="125" creationId="{AC924A08-A4CA-4CF5-78AC-C3431D0684B1}"/>
          </ac:spMkLst>
        </pc:spChg>
        <pc:spChg chg="add mod">
          <ac:chgData name="Nagotu Dilip Kumar" userId="e960ee6c-1011-46fd-ab26-7447e3dfc484" providerId="ADAL" clId="{C537D0E1-F004-4867-A19F-CB629E995C3F}" dt="2026-07-13T09:20:28.909" v="5265" actId="1076"/>
          <ac:spMkLst>
            <pc:docMk/>
            <pc:sldMk cId="259591731" sldId="2147481836"/>
            <ac:spMk id="126" creationId="{CA9745B9-6988-FCA2-2E8A-2CE0B4A3331D}"/>
          </ac:spMkLst>
        </pc:spChg>
        <pc:spChg chg="add mod">
          <ac:chgData name="Nagotu Dilip Kumar" userId="e960ee6c-1011-46fd-ab26-7447e3dfc484" providerId="ADAL" clId="{C537D0E1-F004-4867-A19F-CB629E995C3F}" dt="2026-07-13T09:20:22.659" v="5263" actId="1076"/>
          <ac:spMkLst>
            <pc:docMk/>
            <pc:sldMk cId="259591731" sldId="2147481836"/>
            <ac:spMk id="127" creationId="{CF80D4CA-3C35-23F3-7FA6-91CDA334C787}"/>
          </ac:spMkLst>
        </pc:spChg>
        <pc:spChg chg="add mod">
          <ac:chgData name="Nagotu Dilip Kumar" userId="e960ee6c-1011-46fd-ab26-7447e3dfc484" providerId="ADAL" clId="{C537D0E1-F004-4867-A19F-CB629E995C3F}" dt="2026-07-13T09:19:50.079" v="5256" actId="1076"/>
          <ac:spMkLst>
            <pc:docMk/>
            <pc:sldMk cId="259591731" sldId="2147481836"/>
            <ac:spMk id="128" creationId="{68E3B400-A36C-A591-B121-C6016B1D7D9F}"/>
          </ac:spMkLst>
        </pc:spChg>
        <pc:spChg chg="add mod">
          <ac:chgData name="Nagotu Dilip Kumar" userId="e960ee6c-1011-46fd-ab26-7447e3dfc484" providerId="ADAL" clId="{C537D0E1-F004-4867-A19F-CB629E995C3F}" dt="2026-07-13T09:20:40.880" v="5274" actId="1038"/>
          <ac:spMkLst>
            <pc:docMk/>
            <pc:sldMk cId="259591731" sldId="2147481836"/>
            <ac:spMk id="130" creationId="{BFE611CF-0537-AD39-4726-1F7058A92A9E}"/>
          </ac:spMkLst>
        </pc:spChg>
        <pc:spChg chg="add mod">
          <ac:chgData name="Nagotu Dilip Kumar" userId="e960ee6c-1011-46fd-ab26-7447e3dfc484" providerId="ADAL" clId="{C537D0E1-F004-4867-A19F-CB629E995C3F}" dt="2026-07-13T09:20:36.651" v="5268" actId="1076"/>
          <ac:spMkLst>
            <pc:docMk/>
            <pc:sldMk cId="259591731" sldId="2147481836"/>
            <ac:spMk id="131" creationId="{5C101BA6-A5AE-21E0-7107-51533CD2D99F}"/>
          </ac:spMkLst>
        </pc:spChg>
        <pc:spChg chg="add mod">
          <ac:chgData name="Nagotu Dilip Kumar" userId="e960ee6c-1011-46fd-ab26-7447e3dfc484" providerId="ADAL" clId="{C537D0E1-F004-4867-A19F-CB629E995C3F}" dt="2026-07-13T09:20:31.480" v="5266" actId="14100"/>
          <ac:spMkLst>
            <pc:docMk/>
            <pc:sldMk cId="259591731" sldId="2147481836"/>
            <ac:spMk id="132" creationId="{1B795A77-9E2C-AAE3-6A79-9A9E4E43626C}"/>
          </ac:spMkLst>
        </pc:spChg>
        <pc:spChg chg="add mod">
          <ac:chgData name="Nagotu Dilip Kumar" userId="e960ee6c-1011-46fd-ab26-7447e3dfc484" providerId="ADAL" clId="{C537D0E1-F004-4867-A19F-CB629E995C3F}" dt="2026-07-13T09:20:22.659" v="5263" actId="1076"/>
          <ac:spMkLst>
            <pc:docMk/>
            <pc:sldMk cId="259591731" sldId="2147481836"/>
            <ac:spMk id="133" creationId="{14B58D64-8AB8-DE28-694A-5107BEF1070E}"/>
          </ac:spMkLst>
        </pc:spChg>
        <pc:spChg chg="add mod">
          <ac:chgData name="Nagotu Dilip Kumar" userId="e960ee6c-1011-46fd-ab26-7447e3dfc484" providerId="ADAL" clId="{C537D0E1-F004-4867-A19F-CB629E995C3F}" dt="2026-07-13T09:19:50.079" v="5256" actId="1076"/>
          <ac:spMkLst>
            <pc:docMk/>
            <pc:sldMk cId="259591731" sldId="2147481836"/>
            <ac:spMk id="134" creationId="{B95A2A05-70DD-4F4B-587C-2BE8F975AB46}"/>
          </ac:spMkLst>
        </pc:spChg>
        <pc:spChg chg="add mod">
          <ac:chgData name="Nagotu Dilip Kumar" userId="e960ee6c-1011-46fd-ab26-7447e3dfc484" providerId="ADAL" clId="{C537D0E1-F004-4867-A19F-CB629E995C3F}" dt="2026-07-13T09:22:23.375" v="5286" actId="1076"/>
          <ac:spMkLst>
            <pc:docMk/>
            <pc:sldMk cId="259591731" sldId="2147481836"/>
            <ac:spMk id="135" creationId="{E92A1356-FF71-39AE-2353-351042468C9B}"/>
          </ac:spMkLst>
        </pc:spChg>
        <pc:spChg chg="add del mod">
          <ac:chgData name="Nagotu Dilip Kumar" userId="e960ee6c-1011-46fd-ab26-7447e3dfc484" providerId="ADAL" clId="{C537D0E1-F004-4867-A19F-CB629E995C3F}" dt="2026-07-13T08:49:19.636" v="4890" actId="478"/>
          <ac:spMkLst>
            <pc:docMk/>
            <pc:sldMk cId="259591731" sldId="2147481836"/>
            <ac:spMk id="136" creationId="{7FB62D4C-4F03-17ED-1331-F43F8452574C}"/>
          </ac:spMkLst>
        </pc:spChg>
        <pc:spChg chg="add mod">
          <ac:chgData name="Nagotu Dilip Kumar" userId="e960ee6c-1011-46fd-ab26-7447e3dfc484" providerId="ADAL" clId="{C537D0E1-F004-4867-A19F-CB629E995C3F}" dt="2026-07-13T09:21:15.980" v="5278" actId="1076"/>
          <ac:spMkLst>
            <pc:docMk/>
            <pc:sldMk cId="259591731" sldId="2147481836"/>
            <ac:spMk id="137" creationId="{64EA2E4F-22D8-620D-8A94-DD4C63AD7A6C}"/>
          </ac:spMkLst>
        </pc:spChg>
        <pc:spChg chg="add mod">
          <ac:chgData name="Nagotu Dilip Kumar" userId="e960ee6c-1011-46fd-ab26-7447e3dfc484" providerId="ADAL" clId="{C537D0E1-F004-4867-A19F-CB629E995C3F}" dt="2026-07-12T17:11:04.861" v="3972" actId="207"/>
          <ac:spMkLst>
            <pc:docMk/>
            <pc:sldMk cId="259591731" sldId="2147481836"/>
            <ac:spMk id="138" creationId="{7307FD63-4D5A-820F-63B6-7BE50442D181}"/>
          </ac:spMkLst>
        </pc:spChg>
        <pc:spChg chg="add mod">
          <ac:chgData name="Nagotu Dilip Kumar" userId="e960ee6c-1011-46fd-ab26-7447e3dfc484" providerId="ADAL" clId="{C537D0E1-F004-4867-A19F-CB629E995C3F}" dt="2026-07-12T17:11:04.861" v="3972" actId="207"/>
          <ac:spMkLst>
            <pc:docMk/>
            <pc:sldMk cId="259591731" sldId="2147481836"/>
            <ac:spMk id="139" creationId="{DF86B957-8E11-7FA9-8B27-10625A74BF48}"/>
          </ac:spMkLst>
        </pc:spChg>
        <pc:spChg chg="add mod">
          <ac:chgData name="Nagotu Dilip Kumar" userId="e960ee6c-1011-46fd-ab26-7447e3dfc484" providerId="ADAL" clId="{C537D0E1-F004-4867-A19F-CB629E995C3F}" dt="2026-07-13T09:21:07.901" v="5276"/>
          <ac:spMkLst>
            <pc:docMk/>
            <pc:sldMk cId="259591731" sldId="2147481836"/>
            <ac:spMk id="140" creationId="{BCB533E3-2143-A9CD-1A5A-2995852B9333}"/>
          </ac:spMkLst>
        </pc:spChg>
        <pc:spChg chg="add mod">
          <ac:chgData name="Nagotu Dilip Kumar" userId="e960ee6c-1011-46fd-ab26-7447e3dfc484" providerId="ADAL" clId="{C537D0E1-F004-4867-A19F-CB629E995C3F}" dt="2026-07-13T09:21:30.788" v="5279"/>
          <ac:spMkLst>
            <pc:docMk/>
            <pc:sldMk cId="259591731" sldId="2147481836"/>
            <ac:spMk id="141" creationId="{94D64C3B-37BB-F6D8-6DE3-F29848FDEE59}"/>
          </ac:spMkLst>
        </pc:spChg>
        <pc:spChg chg="add del mod">
          <ac:chgData name="Nagotu Dilip Kumar" userId="e960ee6c-1011-46fd-ab26-7447e3dfc484" providerId="ADAL" clId="{C537D0E1-F004-4867-A19F-CB629E995C3F}" dt="2026-07-12T17:09:52.861" v="3957" actId="478"/>
          <ac:spMkLst>
            <pc:docMk/>
            <pc:sldMk cId="259591731" sldId="2147481836"/>
            <ac:spMk id="142" creationId="{4B0CA850-1617-A04D-0642-D9840513B23A}"/>
          </ac:spMkLst>
        </pc:spChg>
        <pc:spChg chg="add del mod">
          <ac:chgData name="Nagotu Dilip Kumar" userId="e960ee6c-1011-46fd-ab26-7447e3dfc484" providerId="ADAL" clId="{C537D0E1-F004-4867-A19F-CB629E995C3F}" dt="2026-07-12T17:09:52.861" v="3957" actId="478"/>
          <ac:spMkLst>
            <pc:docMk/>
            <pc:sldMk cId="259591731" sldId="2147481836"/>
            <ac:spMk id="143" creationId="{7D61FDD9-5453-C069-A773-B398FB49A278}"/>
          </ac:spMkLst>
        </pc:spChg>
        <pc:spChg chg="add del mod ord">
          <ac:chgData name="Nagotu Dilip Kumar" userId="e960ee6c-1011-46fd-ab26-7447e3dfc484" providerId="ADAL" clId="{C537D0E1-F004-4867-A19F-CB629E995C3F}" dt="2026-07-12T17:12:44.101" v="3998" actId="478"/>
          <ac:spMkLst>
            <pc:docMk/>
            <pc:sldMk cId="259591731" sldId="2147481836"/>
            <ac:spMk id="144" creationId="{F92EB9A8-2C5D-AC03-EB5E-8A20A075F5E7}"/>
          </ac:spMkLst>
        </pc:spChg>
        <pc:spChg chg="add mod">
          <ac:chgData name="Nagotu Dilip Kumar" userId="e960ee6c-1011-46fd-ab26-7447e3dfc484" providerId="ADAL" clId="{C537D0E1-F004-4867-A19F-CB629E995C3F}" dt="2026-07-12T17:13:00.886" v="4001"/>
          <ac:spMkLst>
            <pc:docMk/>
            <pc:sldMk cId="259591731" sldId="2147481836"/>
            <ac:spMk id="145" creationId="{FC396436-3128-D496-FA13-636ED5BA2FDC}"/>
          </ac:spMkLst>
        </pc:spChg>
        <pc:spChg chg="add mod">
          <ac:chgData name="Nagotu Dilip Kumar" userId="e960ee6c-1011-46fd-ab26-7447e3dfc484" providerId="ADAL" clId="{C537D0E1-F004-4867-A19F-CB629E995C3F}" dt="2026-07-12T17:13:00.886" v="4001"/>
          <ac:spMkLst>
            <pc:docMk/>
            <pc:sldMk cId="259591731" sldId="2147481836"/>
            <ac:spMk id="146" creationId="{7619B7EF-ED16-2AEC-8A98-C57F2C4F1B48}"/>
          </ac:spMkLst>
        </pc:spChg>
        <pc:spChg chg="add mod">
          <ac:chgData name="Nagotu Dilip Kumar" userId="e960ee6c-1011-46fd-ab26-7447e3dfc484" providerId="ADAL" clId="{C537D0E1-F004-4867-A19F-CB629E995C3F}" dt="2026-07-12T17:13:00.886" v="4001"/>
          <ac:spMkLst>
            <pc:docMk/>
            <pc:sldMk cId="259591731" sldId="2147481836"/>
            <ac:spMk id="147" creationId="{B24BFF6C-FA3E-4006-36B7-C6D81B5764BC}"/>
          </ac:spMkLst>
        </pc:spChg>
        <pc:spChg chg="add mod">
          <ac:chgData name="Nagotu Dilip Kumar" userId="e960ee6c-1011-46fd-ab26-7447e3dfc484" providerId="ADAL" clId="{C537D0E1-F004-4867-A19F-CB629E995C3F}" dt="2026-07-12T17:13:21.513" v="4005" actId="14100"/>
          <ac:spMkLst>
            <pc:docMk/>
            <pc:sldMk cId="259591731" sldId="2147481836"/>
            <ac:spMk id="148" creationId="{F9706AB8-37B7-3905-963D-1E7820E92CFF}"/>
          </ac:spMkLst>
        </pc:spChg>
        <pc:spChg chg="add mod">
          <ac:chgData name="Nagotu Dilip Kumar" userId="e960ee6c-1011-46fd-ab26-7447e3dfc484" providerId="ADAL" clId="{C537D0E1-F004-4867-A19F-CB629E995C3F}" dt="2026-07-12T17:13:00.886" v="4001"/>
          <ac:spMkLst>
            <pc:docMk/>
            <pc:sldMk cId="259591731" sldId="2147481836"/>
            <ac:spMk id="149" creationId="{2A7C254E-D090-86E4-E450-83AF0EAB5C3F}"/>
          </ac:spMkLst>
        </pc:spChg>
        <pc:grpChg chg="add mod">
          <ac:chgData name="Nagotu Dilip Kumar" userId="e960ee6c-1011-46fd-ab26-7447e3dfc484" providerId="ADAL" clId="{C537D0E1-F004-4867-A19F-CB629E995C3F}" dt="2026-07-12T06:10:32.657" v="3400" actId="14100"/>
          <ac:grpSpMkLst>
            <pc:docMk/>
            <pc:sldMk cId="259591731" sldId="2147481836"/>
            <ac:grpSpMk id="68" creationId="{1C27D449-150E-11E4-68E0-6BC2A08D81FE}"/>
          </ac:grpSpMkLst>
        </pc:grpChg>
        <pc:grpChg chg="add del mod">
          <ac:chgData name="Nagotu Dilip Kumar" userId="e960ee6c-1011-46fd-ab26-7447e3dfc484" providerId="ADAL" clId="{C537D0E1-F004-4867-A19F-CB629E995C3F}" dt="2026-07-12T16:24:09.463" v="3547" actId="165"/>
          <ac:grpSpMkLst>
            <pc:docMk/>
            <pc:sldMk cId="259591731" sldId="2147481836"/>
            <ac:grpSpMk id="91" creationId="{4E9B156E-03DE-E3E9-DDF1-2603A3149325}"/>
          </ac:grpSpMkLst>
        </pc:grpChg>
        <pc:picChg chg="add del mod">
          <ac:chgData name="Nagotu Dilip Kumar" userId="e960ee6c-1011-46fd-ab26-7447e3dfc484" providerId="ADAL" clId="{C537D0E1-F004-4867-A19F-CB629E995C3F}" dt="2026-07-13T09:09:47.147" v="5132" actId="478"/>
          <ac:picMkLst>
            <pc:docMk/>
            <pc:sldMk cId="259591731" sldId="2147481836"/>
            <ac:picMk id="8" creationId="{52D77355-0A5D-466C-141C-8116D8390227}"/>
          </ac:picMkLst>
        </pc:picChg>
        <pc:picChg chg="del">
          <ac:chgData name="Nagotu Dilip Kumar" userId="e960ee6c-1011-46fd-ab26-7447e3dfc484" providerId="ADAL" clId="{C537D0E1-F004-4867-A19F-CB629E995C3F}" dt="2026-07-13T08:49:43.686" v="4900" actId="478"/>
          <ac:picMkLst>
            <pc:docMk/>
            <pc:sldMk cId="259591731" sldId="2147481836"/>
            <ac:picMk id="11" creationId="{3C11C0B6-BB52-0837-E6B9-4454D4332B75}"/>
          </ac:picMkLst>
        </pc:picChg>
        <pc:picChg chg="del">
          <ac:chgData name="Nagotu Dilip Kumar" userId="e960ee6c-1011-46fd-ab26-7447e3dfc484" providerId="ADAL" clId="{C537D0E1-F004-4867-A19F-CB629E995C3F}" dt="2026-07-13T08:49:44.311" v="4901" actId="478"/>
          <ac:picMkLst>
            <pc:docMk/>
            <pc:sldMk cId="259591731" sldId="2147481836"/>
            <ac:picMk id="13" creationId="{989AA0F6-7AAC-E7FE-8B8D-3D77DE24B78F}"/>
          </ac:picMkLst>
        </pc:picChg>
        <pc:picChg chg="add del mod">
          <ac:chgData name="Nagotu Dilip Kumar" userId="e960ee6c-1011-46fd-ab26-7447e3dfc484" providerId="ADAL" clId="{C537D0E1-F004-4867-A19F-CB629E995C3F}" dt="2026-07-13T09:09:47.147" v="5132" actId="478"/>
          <ac:picMkLst>
            <pc:docMk/>
            <pc:sldMk cId="259591731" sldId="2147481836"/>
            <ac:picMk id="14" creationId="{37EBA062-EE74-B300-53FA-645ACF12E9A7}"/>
          </ac:picMkLst>
        </pc:picChg>
        <pc:picChg chg="add del mod">
          <ac:chgData name="Nagotu Dilip Kumar" userId="e960ee6c-1011-46fd-ab26-7447e3dfc484" providerId="ADAL" clId="{C537D0E1-F004-4867-A19F-CB629E995C3F}" dt="2026-07-13T09:21:38.900" v="5280" actId="478"/>
          <ac:picMkLst>
            <pc:docMk/>
            <pc:sldMk cId="259591731" sldId="2147481836"/>
            <ac:picMk id="15" creationId="{1EAFA78D-1C91-1787-058A-1B46763E087B}"/>
          </ac:picMkLst>
        </pc:picChg>
        <pc:picChg chg="add mod">
          <ac:chgData name="Nagotu Dilip Kumar" userId="e960ee6c-1011-46fd-ab26-7447e3dfc484" providerId="ADAL" clId="{C537D0E1-F004-4867-A19F-CB629E995C3F}" dt="2026-07-13T09:16:02.613" v="5211" actId="1076"/>
          <ac:picMkLst>
            <pc:docMk/>
            <pc:sldMk cId="259591731" sldId="2147481836"/>
            <ac:picMk id="18" creationId="{86620A7B-FE66-2BBD-DD78-27611C778E0E}"/>
          </ac:picMkLst>
        </pc:picChg>
        <pc:picChg chg="add mod">
          <ac:chgData name="Nagotu Dilip Kumar" userId="e960ee6c-1011-46fd-ab26-7447e3dfc484" providerId="ADAL" clId="{C537D0E1-F004-4867-A19F-CB629E995C3F}" dt="2026-07-13T09:22:34.313" v="5290" actId="2084"/>
          <ac:picMkLst>
            <pc:docMk/>
            <pc:sldMk cId="259591731" sldId="2147481836"/>
            <ac:picMk id="20" creationId="{38E38051-724F-DB24-0178-D5DA53CF1E13}"/>
          </ac:picMkLst>
        </pc:picChg>
        <pc:picChg chg="add mod">
          <ac:chgData name="Nagotu Dilip Kumar" userId="e960ee6c-1011-46fd-ab26-7447e3dfc484" providerId="ADAL" clId="{C537D0E1-F004-4867-A19F-CB629E995C3F}" dt="2026-07-13T09:22:55.802" v="5292" actId="1076"/>
          <ac:picMkLst>
            <pc:docMk/>
            <pc:sldMk cId="259591731" sldId="2147481836"/>
            <ac:picMk id="22" creationId="{68F76E10-3451-D5C1-4648-256AE03C8923}"/>
          </ac:picMkLst>
        </pc:picChg>
        <pc:picChg chg="add mod">
          <ac:chgData name="Nagotu Dilip Kumar" userId="e960ee6c-1011-46fd-ab26-7447e3dfc484" providerId="ADAL" clId="{C537D0E1-F004-4867-A19F-CB629E995C3F}" dt="2026-07-13T09:29:02.402" v="5335" actId="1036"/>
          <ac:picMkLst>
            <pc:docMk/>
            <pc:sldMk cId="259591731" sldId="2147481836"/>
            <ac:picMk id="24" creationId="{15A2D76B-2395-9770-7E74-04A0442794A2}"/>
          </ac:picMkLst>
        </pc:picChg>
        <pc:picChg chg="add mod">
          <ac:chgData name="Nagotu Dilip Kumar" userId="e960ee6c-1011-46fd-ab26-7447e3dfc484" providerId="ADAL" clId="{C537D0E1-F004-4867-A19F-CB629E995C3F}" dt="2026-07-13T09:29:02.402" v="5335" actId="1036"/>
          <ac:picMkLst>
            <pc:docMk/>
            <pc:sldMk cId="259591731" sldId="2147481836"/>
            <ac:picMk id="26" creationId="{430F9E7D-293E-BAEF-FC33-1831975CE310}"/>
          </ac:picMkLst>
        </pc:picChg>
        <pc:picChg chg="add mod">
          <ac:chgData name="Nagotu Dilip Kumar" userId="e960ee6c-1011-46fd-ab26-7447e3dfc484" providerId="ADAL" clId="{C537D0E1-F004-4867-A19F-CB629E995C3F}" dt="2026-07-13T09:29:02.402" v="5335" actId="1036"/>
          <ac:picMkLst>
            <pc:docMk/>
            <pc:sldMk cId="259591731" sldId="2147481836"/>
            <ac:picMk id="28" creationId="{7D22C19C-BAC9-3D3C-E498-4428512D5667}"/>
          </ac:picMkLst>
        </pc:picChg>
        <pc:picChg chg="add mod">
          <ac:chgData name="Nagotu Dilip Kumar" userId="e960ee6c-1011-46fd-ab26-7447e3dfc484" providerId="ADAL" clId="{C537D0E1-F004-4867-A19F-CB629E995C3F}" dt="2026-07-13T09:29:02.402" v="5335" actId="1036"/>
          <ac:picMkLst>
            <pc:docMk/>
            <pc:sldMk cId="259591731" sldId="2147481836"/>
            <ac:picMk id="31" creationId="{EA2813B3-A7D8-BFE9-7241-2F47D1D01B49}"/>
          </ac:picMkLst>
        </pc:picChg>
        <pc:picChg chg="add mod">
          <ac:chgData name="Nagotu Dilip Kumar" userId="e960ee6c-1011-46fd-ab26-7447e3dfc484" providerId="ADAL" clId="{C537D0E1-F004-4867-A19F-CB629E995C3F}" dt="2026-07-13T09:29:02.402" v="5335" actId="1036"/>
          <ac:picMkLst>
            <pc:docMk/>
            <pc:sldMk cId="259591731" sldId="2147481836"/>
            <ac:picMk id="32" creationId="{4C36E166-390E-BC54-D3D3-F38EEF8C21F1}"/>
          </ac:picMkLst>
        </pc:picChg>
        <pc:picChg chg="add mod">
          <ac:chgData name="Nagotu Dilip Kumar" userId="e960ee6c-1011-46fd-ab26-7447e3dfc484" providerId="ADAL" clId="{C537D0E1-F004-4867-A19F-CB629E995C3F}" dt="2026-07-13T09:29:02.402" v="5335" actId="1036"/>
          <ac:picMkLst>
            <pc:docMk/>
            <pc:sldMk cId="259591731" sldId="2147481836"/>
            <ac:picMk id="34" creationId="{75F3338B-4F63-3965-7535-AE7B4B15661C}"/>
          </ac:picMkLst>
        </pc:picChg>
        <pc:picChg chg="add mod">
          <ac:chgData name="Nagotu Dilip Kumar" userId="e960ee6c-1011-46fd-ab26-7447e3dfc484" providerId="ADAL" clId="{C537D0E1-F004-4867-A19F-CB629E995C3F}" dt="2026-07-13T09:29:02.402" v="5335" actId="1036"/>
          <ac:picMkLst>
            <pc:docMk/>
            <pc:sldMk cId="259591731" sldId="2147481836"/>
            <ac:picMk id="36" creationId="{23D88682-4253-91A2-51ED-526C659CCCE6}"/>
          </ac:picMkLst>
        </pc:picChg>
        <pc:picChg chg="add del mod">
          <ac:chgData name="Nagotu Dilip Kumar" userId="e960ee6c-1011-46fd-ab26-7447e3dfc484" providerId="ADAL" clId="{C537D0E1-F004-4867-A19F-CB629E995C3F}" dt="2026-07-13T09:06:49.349" v="5097" actId="478"/>
          <ac:picMkLst>
            <pc:docMk/>
            <pc:sldMk cId="259591731" sldId="2147481836"/>
            <ac:picMk id="151" creationId="{F35E349A-6398-BEDF-04E9-D4AADD743310}"/>
          </ac:picMkLst>
        </pc:picChg>
        <pc:picChg chg="add mod">
          <ac:chgData name="Nagotu Dilip Kumar" userId="e960ee6c-1011-46fd-ab26-7447e3dfc484" providerId="ADAL" clId="{C537D0E1-F004-4867-A19F-CB629E995C3F}" dt="2026-07-13T09:06:37.853" v="5093" actId="688"/>
          <ac:picMkLst>
            <pc:docMk/>
            <pc:sldMk cId="259591731" sldId="2147481836"/>
            <ac:picMk id="153" creationId="{EADD0478-E100-D4D5-803C-A68C6903299C}"/>
          </ac:picMkLst>
        </pc:picChg>
        <pc:picChg chg="add mod">
          <ac:chgData name="Nagotu Dilip Kumar" userId="e960ee6c-1011-46fd-ab26-7447e3dfc484" providerId="ADAL" clId="{C537D0E1-F004-4867-A19F-CB629E995C3F}" dt="2026-07-13T09:06:34.712" v="5091" actId="1076"/>
          <ac:picMkLst>
            <pc:docMk/>
            <pc:sldMk cId="259591731" sldId="2147481836"/>
            <ac:picMk id="155" creationId="{36CB311B-AB05-62E4-7D78-860ECEEF8ED8}"/>
          </ac:picMkLst>
        </pc:picChg>
        <pc:picChg chg="add mod">
          <ac:chgData name="Nagotu Dilip Kumar" userId="e960ee6c-1011-46fd-ab26-7447e3dfc484" providerId="ADAL" clId="{C537D0E1-F004-4867-A19F-CB629E995C3F}" dt="2026-07-13T09:06:32.919" v="5090" actId="1076"/>
          <ac:picMkLst>
            <pc:docMk/>
            <pc:sldMk cId="259591731" sldId="2147481836"/>
            <ac:picMk id="157" creationId="{A4E27DDB-6B74-BE6C-3CD2-5F5F56A3BF19}"/>
          </ac:picMkLst>
        </pc:picChg>
        <pc:picChg chg="add del mod">
          <ac:chgData name="Nagotu Dilip Kumar" userId="e960ee6c-1011-46fd-ab26-7447e3dfc484" providerId="ADAL" clId="{C537D0E1-F004-4867-A19F-CB629E995C3F}" dt="2026-07-13T09:09:54.858" v="5134" actId="478"/>
          <ac:picMkLst>
            <pc:docMk/>
            <pc:sldMk cId="259591731" sldId="2147481836"/>
            <ac:picMk id="159" creationId="{206495A8-F3CF-E1AF-7C37-DD57E20D0DDF}"/>
          </ac:picMkLst>
        </pc:picChg>
        <pc:picChg chg="add del mod modCrop">
          <ac:chgData name="Nagotu Dilip Kumar" userId="e960ee6c-1011-46fd-ab26-7447e3dfc484" providerId="ADAL" clId="{C537D0E1-F004-4867-A19F-CB629E995C3F}" dt="2026-07-13T08:47:10.974" v="4873" actId="478"/>
          <ac:picMkLst>
            <pc:docMk/>
            <pc:sldMk cId="259591731" sldId="2147481836"/>
            <ac:picMk id="160" creationId="{D7BF8391-F8D0-DC40-829F-56A831B0691E}"/>
          </ac:picMkLst>
        </pc:picChg>
        <pc:picChg chg="add del mod">
          <ac:chgData name="Nagotu Dilip Kumar" userId="e960ee6c-1011-46fd-ab26-7447e3dfc484" providerId="ADAL" clId="{C537D0E1-F004-4867-A19F-CB629E995C3F}" dt="2026-07-13T08:47:19.040" v="4874" actId="478"/>
          <ac:picMkLst>
            <pc:docMk/>
            <pc:sldMk cId="259591731" sldId="2147481836"/>
            <ac:picMk id="161" creationId="{6851D6D0-A969-AE87-A84B-BAB2ADDEC3E6}"/>
          </ac:picMkLst>
        </pc:picChg>
        <pc:picChg chg="add del mod">
          <ac:chgData name="Nagotu Dilip Kumar" userId="e960ee6c-1011-46fd-ab26-7447e3dfc484" providerId="ADAL" clId="{C537D0E1-F004-4867-A19F-CB629E995C3F}" dt="2026-07-13T09:09:47.147" v="5132" actId="478"/>
          <ac:picMkLst>
            <pc:docMk/>
            <pc:sldMk cId="259591731" sldId="2147481836"/>
            <ac:picMk id="163" creationId="{F9FCD0AD-3494-799A-9AA0-DC953B897A30}"/>
          </ac:picMkLst>
        </pc:picChg>
        <pc:picChg chg="add del mod">
          <ac:chgData name="Nagotu Dilip Kumar" userId="e960ee6c-1011-46fd-ab26-7447e3dfc484" providerId="ADAL" clId="{C537D0E1-F004-4867-A19F-CB629E995C3F}" dt="2026-07-13T09:09:47.147" v="5132" actId="478"/>
          <ac:picMkLst>
            <pc:docMk/>
            <pc:sldMk cId="259591731" sldId="2147481836"/>
            <ac:picMk id="165" creationId="{B7A6AB4A-BE1E-564D-2BE2-4EE539730A16}"/>
          </ac:picMkLst>
        </pc:picChg>
        <pc:picChg chg="add del mod">
          <ac:chgData name="Nagotu Dilip Kumar" userId="e960ee6c-1011-46fd-ab26-7447e3dfc484" providerId="ADAL" clId="{C537D0E1-F004-4867-A19F-CB629E995C3F}" dt="2026-07-13T09:09:47.147" v="5132" actId="478"/>
          <ac:picMkLst>
            <pc:docMk/>
            <pc:sldMk cId="259591731" sldId="2147481836"/>
            <ac:picMk id="167" creationId="{28613103-CB85-777A-0ADA-9F6547D80CD0}"/>
          </ac:picMkLst>
        </pc:picChg>
        <pc:picChg chg="add del mod">
          <ac:chgData name="Nagotu Dilip Kumar" userId="e960ee6c-1011-46fd-ab26-7447e3dfc484" providerId="ADAL" clId="{C537D0E1-F004-4867-A19F-CB629E995C3F}" dt="2026-07-13T09:09:47.147" v="5132" actId="478"/>
          <ac:picMkLst>
            <pc:docMk/>
            <pc:sldMk cId="259591731" sldId="2147481836"/>
            <ac:picMk id="169" creationId="{0C141DF8-87CB-1938-2AB1-B496536776DC}"/>
          </ac:picMkLst>
        </pc:picChg>
        <pc:picChg chg="add mod">
          <ac:chgData name="Nagotu Dilip Kumar" userId="e960ee6c-1011-46fd-ab26-7447e3dfc484" providerId="ADAL" clId="{C537D0E1-F004-4867-A19F-CB629E995C3F}" dt="2026-07-13T09:14:21.454" v="5195" actId="1076"/>
          <ac:picMkLst>
            <pc:docMk/>
            <pc:sldMk cId="259591731" sldId="2147481836"/>
            <ac:picMk id="171" creationId="{29AE5B12-1CD5-419F-8445-9030E75F0656}"/>
          </ac:picMkLst>
        </pc:picChg>
        <pc:picChg chg="add mod">
          <ac:chgData name="Nagotu Dilip Kumar" userId="e960ee6c-1011-46fd-ab26-7447e3dfc484" providerId="ADAL" clId="{C537D0E1-F004-4867-A19F-CB629E995C3F}" dt="2026-07-13T09:14:24.099" v="5196" actId="1076"/>
          <ac:picMkLst>
            <pc:docMk/>
            <pc:sldMk cId="259591731" sldId="2147481836"/>
            <ac:picMk id="173" creationId="{43B023DA-099F-ADAB-5F09-09CE2C801C5E}"/>
          </ac:picMkLst>
        </pc:picChg>
        <pc:picChg chg="add mod">
          <ac:chgData name="Nagotu Dilip Kumar" userId="e960ee6c-1011-46fd-ab26-7447e3dfc484" providerId="ADAL" clId="{C537D0E1-F004-4867-A19F-CB629E995C3F}" dt="2026-07-13T09:14:30.432" v="5200" actId="14100"/>
          <ac:picMkLst>
            <pc:docMk/>
            <pc:sldMk cId="259591731" sldId="2147481836"/>
            <ac:picMk id="175" creationId="{00DFF82D-08B2-A9AB-2F31-63CE71DD1D99}"/>
          </ac:picMkLst>
        </pc:picChg>
        <pc:picChg chg="add mod">
          <ac:chgData name="Nagotu Dilip Kumar" userId="e960ee6c-1011-46fd-ab26-7447e3dfc484" providerId="ADAL" clId="{C537D0E1-F004-4867-A19F-CB629E995C3F}" dt="2026-07-13T09:14:36.199" v="5202" actId="1076"/>
          <ac:picMkLst>
            <pc:docMk/>
            <pc:sldMk cId="259591731" sldId="2147481836"/>
            <ac:picMk id="177" creationId="{E4162EDE-9BCF-1423-DB83-FA3B6BBDEB31}"/>
          </ac:picMkLst>
        </pc:picChg>
        <pc:picChg chg="add mod">
          <ac:chgData name="Nagotu Dilip Kumar" userId="e960ee6c-1011-46fd-ab26-7447e3dfc484" providerId="ADAL" clId="{C537D0E1-F004-4867-A19F-CB629E995C3F}" dt="2026-07-13T09:14:18.394" v="5194" actId="1076"/>
          <ac:picMkLst>
            <pc:docMk/>
            <pc:sldMk cId="259591731" sldId="2147481836"/>
            <ac:picMk id="179" creationId="{65A3EE22-8C2B-73D3-43D7-CD3E2C372D7F}"/>
          </ac:picMkLst>
        </pc:picChg>
        <pc:cxnChg chg="add mod">
          <ac:chgData name="Nagotu Dilip Kumar" userId="e960ee6c-1011-46fd-ab26-7447e3dfc484" providerId="ADAL" clId="{C537D0E1-F004-4867-A19F-CB629E995C3F}" dt="2026-07-13T09:06:44.380" v="5095" actId="552"/>
          <ac:cxnSpMkLst>
            <pc:docMk/>
            <pc:sldMk cId="259591731" sldId="2147481836"/>
            <ac:cxnSpMk id="70" creationId="{8675B31B-0EE0-AF57-B3F7-B3614D395CCC}"/>
          </ac:cxnSpMkLst>
        </pc:cxnChg>
        <pc:cxnChg chg="add mod">
          <ac:chgData name="Nagotu Dilip Kumar" userId="e960ee6c-1011-46fd-ab26-7447e3dfc484" providerId="ADAL" clId="{C537D0E1-F004-4867-A19F-CB629E995C3F}" dt="2026-07-13T09:06:44.380" v="5095" actId="552"/>
          <ac:cxnSpMkLst>
            <pc:docMk/>
            <pc:sldMk cId="259591731" sldId="2147481836"/>
            <ac:cxnSpMk id="71" creationId="{C29182ED-C0DB-8D18-04B2-29128F8408E2}"/>
          </ac:cxnSpMkLst>
        </pc:cxnChg>
        <pc:cxnChg chg="add mod">
          <ac:chgData name="Nagotu Dilip Kumar" userId="e960ee6c-1011-46fd-ab26-7447e3dfc484" providerId="ADAL" clId="{C537D0E1-F004-4867-A19F-CB629E995C3F}" dt="2026-07-13T09:06:44.380" v="5095" actId="552"/>
          <ac:cxnSpMkLst>
            <pc:docMk/>
            <pc:sldMk cId="259591731" sldId="2147481836"/>
            <ac:cxnSpMk id="72" creationId="{96B002BF-0A18-E548-D0C7-5F5C33D3C31E}"/>
          </ac:cxnSpMkLst>
        </pc:cxnChg>
        <pc:cxnChg chg="add mod topLvl">
          <ac:chgData name="Nagotu Dilip Kumar" userId="e960ee6c-1011-46fd-ab26-7447e3dfc484" providerId="ADAL" clId="{C537D0E1-F004-4867-A19F-CB629E995C3F}" dt="2026-07-13T09:20:13.962" v="5260" actId="554"/>
          <ac:cxnSpMkLst>
            <pc:docMk/>
            <pc:sldMk cId="259591731" sldId="2147481836"/>
            <ac:cxnSpMk id="74" creationId="{A6A858F6-8987-21AC-3CE6-2F5B99D94640}"/>
          </ac:cxnSpMkLst>
        </pc:cxnChg>
        <pc:cxnChg chg="add mod topLvl">
          <ac:chgData name="Nagotu Dilip Kumar" userId="e960ee6c-1011-46fd-ab26-7447e3dfc484" providerId="ADAL" clId="{C537D0E1-F004-4867-A19F-CB629E995C3F}" dt="2026-07-13T09:20:15.624" v="5261" actId="408"/>
          <ac:cxnSpMkLst>
            <pc:docMk/>
            <pc:sldMk cId="259591731" sldId="2147481836"/>
            <ac:cxnSpMk id="75" creationId="{4F16A34E-DC38-3A9F-2231-F47523CC9B09}"/>
          </ac:cxnSpMkLst>
        </pc:cxnChg>
        <pc:cxnChg chg="add mod topLvl">
          <ac:chgData name="Nagotu Dilip Kumar" userId="e960ee6c-1011-46fd-ab26-7447e3dfc484" providerId="ADAL" clId="{C537D0E1-F004-4867-A19F-CB629E995C3F}" dt="2026-07-13T09:20:15.624" v="5261" actId="408"/>
          <ac:cxnSpMkLst>
            <pc:docMk/>
            <pc:sldMk cId="259591731" sldId="2147481836"/>
            <ac:cxnSpMk id="76" creationId="{E4537686-C7AB-3A09-C877-956F9689A689}"/>
          </ac:cxnSpMkLst>
        </pc:cxnChg>
        <pc:cxnChg chg="add mod topLvl">
          <ac:chgData name="Nagotu Dilip Kumar" userId="e960ee6c-1011-46fd-ab26-7447e3dfc484" providerId="ADAL" clId="{C537D0E1-F004-4867-A19F-CB629E995C3F}" dt="2026-07-13T09:20:13.962" v="5260" actId="554"/>
          <ac:cxnSpMkLst>
            <pc:docMk/>
            <pc:sldMk cId="259591731" sldId="2147481836"/>
            <ac:cxnSpMk id="77" creationId="{A2BBE882-6084-70D6-1A2C-90B6A436848D}"/>
          </ac:cxnSpMkLst>
        </pc:cxnChg>
        <pc:cxnChg chg="add mod">
          <ac:chgData name="Nagotu Dilip Kumar" userId="e960ee6c-1011-46fd-ab26-7447e3dfc484" providerId="ADAL" clId="{C537D0E1-F004-4867-A19F-CB629E995C3F}" dt="2026-07-13T09:12:49.381" v="5187" actId="1035"/>
          <ac:cxnSpMkLst>
            <pc:docMk/>
            <pc:sldMk cId="259591731" sldId="2147481836"/>
            <ac:cxnSpMk id="93" creationId="{AFE4D32D-2D7A-99B1-70D9-617053EEA1E2}"/>
          </ac:cxnSpMkLst>
        </pc:cxnChg>
        <pc:cxnChg chg="add mod">
          <ac:chgData name="Nagotu Dilip Kumar" userId="e960ee6c-1011-46fd-ab26-7447e3dfc484" providerId="ADAL" clId="{C537D0E1-F004-4867-A19F-CB629E995C3F}" dt="2026-07-13T09:12:49.381" v="5187" actId="1035"/>
          <ac:cxnSpMkLst>
            <pc:docMk/>
            <pc:sldMk cId="259591731" sldId="2147481836"/>
            <ac:cxnSpMk id="95" creationId="{26D0C897-6B1F-0947-D0AE-3EED8BDD0B1C}"/>
          </ac:cxnSpMkLst>
        </pc:cxnChg>
        <pc:cxnChg chg="add mod">
          <ac:chgData name="Nagotu Dilip Kumar" userId="e960ee6c-1011-46fd-ab26-7447e3dfc484" providerId="ADAL" clId="{C537D0E1-F004-4867-A19F-CB629E995C3F}" dt="2026-07-13T09:12:49.381" v="5187" actId="1035"/>
          <ac:cxnSpMkLst>
            <pc:docMk/>
            <pc:sldMk cId="259591731" sldId="2147481836"/>
            <ac:cxnSpMk id="96" creationId="{60D5E423-9A3B-66FF-92A9-0D749B1C4599}"/>
          </ac:cxnSpMkLst>
        </pc:cxnChg>
        <pc:cxnChg chg="add mod">
          <ac:chgData name="Nagotu Dilip Kumar" userId="e960ee6c-1011-46fd-ab26-7447e3dfc484" providerId="ADAL" clId="{C537D0E1-F004-4867-A19F-CB629E995C3F}" dt="2026-07-13T09:12:49.381" v="5187" actId="1035"/>
          <ac:cxnSpMkLst>
            <pc:docMk/>
            <pc:sldMk cId="259591731" sldId="2147481836"/>
            <ac:cxnSpMk id="97" creationId="{8E9785F8-E800-AEF1-90AF-4462F7AB476F}"/>
          </ac:cxnSpMkLst>
        </pc:cxnChg>
        <pc:cxnChg chg="add mod">
          <ac:chgData name="Nagotu Dilip Kumar" userId="e960ee6c-1011-46fd-ab26-7447e3dfc484" providerId="ADAL" clId="{C537D0E1-F004-4867-A19F-CB629E995C3F}" dt="2026-07-13T09:12:49.381" v="5187" actId="1035"/>
          <ac:cxnSpMkLst>
            <pc:docMk/>
            <pc:sldMk cId="259591731" sldId="2147481836"/>
            <ac:cxnSpMk id="98" creationId="{4FD1ADCF-3B60-58BB-FB94-9EAA2F76C3C5}"/>
          </ac:cxnSpMkLst>
        </pc:cxnChg>
        <pc:cxnChg chg="add mod">
          <ac:chgData name="Nagotu Dilip Kumar" userId="e960ee6c-1011-46fd-ab26-7447e3dfc484" providerId="ADAL" clId="{C537D0E1-F004-4867-A19F-CB629E995C3F}" dt="2026-07-13T09:12:49.381" v="5187" actId="1035"/>
          <ac:cxnSpMkLst>
            <pc:docMk/>
            <pc:sldMk cId="259591731" sldId="2147481836"/>
            <ac:cxnSpMk id="99" creationId="{FEF53145-204D-B24E-3336-4070610B2C99}"/>
          </ac:cxnSpMkLst>
        </pc:cxnChg>
        <pc:cxnChg chg="add mod">
          <ac:chgData name="Nagotu Dilip Kumar" userId="e960ee6c-1011-46fd-ab26-7447e3dfc484" providerId="ADAL" clId="{C537D0E1-F004-4867-A19F-CB629E995C3F}" dt="2026-07-13T09:12:49.381" v="5187" actId="1035"/>
          <ac:cxnSpMkLst>
            <pc:docMk/>
            <pc:sldMk cId="259591731" sldId="2147481836"/>
            <ac:cxnSpMk id="100" creationId="{20601010-C1AA-41BB-F51F-FC65B61089DC}"/>
          </ac:cxnSpMkLst>
        </pc:cxnChg>
        <pc:cxnChg chg="add mod">
          <ac:chgData name="Nagotu Dilip Kumar" userId="e960ee6c-1011-46fd-ab26-7447e3dfc484" providerId="ADAL" clId="{C537D0E1-F004-4867-A19F-CB629E995C3F}" dt="2026-07-12T16:52:04.319" v="3688" actId="14100"/>
          <ac:cxnSpMkLst>
            <pc:docMk/>
            <pc:sldMk cId="259591731" sldId="2147481836"/>
            <ac:cxnSpMk id="118" creationId="{81BF60C1-6EA8-0D32-11C0-62A33E9B2A89}"/>
          </ac:cxnSpMkLst>
        </pc:cxnChg>
        <pc:cxnChg chg="add mod">
          <ac:chgData name="Nagotu Dilip Kumar" userId="e960ee6c-1011-46fd-ab26-7447e3dfc484" providerId="ADAL" clId="{C537D0E1-F004-4867-A19F-CB629E995C3F}" dt="2026-07-12T16:52:09.843" v="3690" actId="1076"/>
          <ac:cxnSpMkLst>
            <pc:docMk/>
            <pc:sldMk cId="259591731" sldId="2147481836"/>
            <ac:cxnSpMk id="120" creationId="{978EAC57-B4D2-9B87-A64B-134666ED6D8F}"/>
          </ac:cxnSpMkLst>
        </pc:cxnChg>
        <pc:cxnChg chg="add del mod">
          <ac:chgData name="Nagotu Dilip Kumar" userId="e960ee6c-1011-46fd-ab26-7447e3dfc484" providerId="ADAL" clId="{C537D0E1-F004-4867-A19F-CB629E995C3F}" dt="2026-07-12T16:54:28.604" v="3699" actId="478"/>
          <ac:cxnSpMkLst>
            <pc:docMk/>
            <pc:sldMk cId="259591731" sldId="2147481836"/>
            <ac:cxnSpMk id="121" creationId="{C0294871-D089-14E3-4C16-7FA106B19F54}"/>
          </ac:cxnSpMkLst>
        </pc:cxnChg>
        <pc:cxnChg chg="add del mod">
          <ac:chgData name="Nagotu Dilip Kumar" userId="e960ee6c-1011-46fd-ab26-7447e3dfc484" providerId="ADAL" clId="{C537D0E1-F004-4867-A19F-CB629E995C3F}" dt="2026-07-12T16:54:27.300" v="3698" actId="478"/>
          <ac:cxnSpMkLst>
            <pc:docMk/>
            <pc:sldMk cId="259591731" sldId="2147481836"/>
            <ac:cxnSpMk id="122" creationId="{7A304907-9936-F323-4357-FE1284A98575}"/>
          </ac:cxnSpMkLst>
        </pc:cxnChg>
      </pc:sldChg>
      <pc:sldChg chg="delSp modSp add del mod ord">
        <pc:chgData name="Nagotu Dilip Kumar" userId="e960ee6c-1011-46fd-ab26-7447e3dfc484" providerId="ADAL" clId="{C537D0E1-F004-4867-A19F-CB629E995C3F}" dt="2026-07-12T05:29:08.505" v="2843" actId="47"/>
        <pc:sldMkLst>
          <pc:docMk/>
          <pc:sldMk cId="1359852313" sldId="2147481836"/>
        </pc:sldMkLst>
        <pc:picChg chg="del mod modCrop">
          <ac:chgData name="Nagotu Dilip Kumar" userId="e960ee6c-1011-46fd-ab26-7447e3dfc484" providerId="ADAL" clId="{C537D0E1-F004-4867-A19F-CB629E995C3F}" dt="2026-07-12T05:29:07.150" v="2842" actId="478"/>
          <ac:picMkLst>
            <pc:docMk/>
            <pc:sldMk cId="1359852313" sldId="2147481836"/>
            <ac:picMk id="5" creationId="{6A0ED0AB-CCB4-0436-9035-40BD14D588EE}"/>
          </ac:picMkLst>
        </pc:picChg>
      </pc:sldChg>
      <pc:sldChg chg="addSp delSp modSp new mod">
        <pc:chgData name="Nagotu Dilip Kumar" userId="e960ee6c-1011-46fd-ab26-7447e3dfc484" providerId="ADAL" clId="{C537D0E1-F004-4867-A19F-CB629E995C3F}" dt="2026-07-13T10:40:51.389" v="5787" actId="1035"/>
        <pc:sldMkLst>
          <pc:docMk/>
          <pc:sldMk cId="3281960500" sldId="2147481837"/>
        </pc:sldMkLst>
        <pc:spChg chg="mod">
          <ac:chgData name="Nagotu Dilip Kumar" userId="e960ee6c-1011-46fd-ab26-7447e3dfc484" providerId="ADAL" clId="{C537D0E1-F004-4867-A19F-CB629E995C3F}" dt="2026-07-12T17:37:54.957" v="4149" actId="20577"/>
          <ac:spMkLst>
            <pc:docMk/>
            <pc:sldMk cId="3281960500" sldId="2147481837"/>
            <ac:spMk id="2" creationId="{F8521190-433F-AA49-32E8-4351905AB7A3}"/>
          </ac:spMkLst>
        </pc:spChg>
        <pc:spChg chg="del">
          <ac:chgData name="Nagotu Dilip Kumar" userId="e960ee6c-1011-46fd-ab26-7447e3dfc484" providerId="ADAL" clId="{C537D0E1-F004-4867-A19F-CB629E995C3F}" dt="2026-07-13T09:46:13.008" v="5501" actId="478"/>
          <ac:spMkLst>
            <pc:docMk/>
            <pc:sldMk cId="3281960500" sldId="2147481837"/>
            <ac:spMk id="3" creationId="{25432C19-40E0-3415-B5FC-90472818CF97}"/>
          </ac:spMkLst>
        </pc:spChg>
        <pc:spChg chg="add mod">
          <ac:chgData name="Nagotu Dilip Kumar" userId="e960ee6c-1011-46fd-ab26-7447e3dfc484" providerId="ADAL" clId="{C537D0E1-F004-4867-A19F-CB629E995C3F}" dt="2026-07-12T17:47:16.503" v="4267" actId="14100"/>
          <ac:spMkLst>
            <pc:docMk/>
            <pc:sldMk cId="3281960500" sldId="2147481837"/>
            <ac:spMk id="5" creationId="{03DFD637-B4C0-E93E-7723-5D5C18226179}"/>
          </ac:spMkLst>
        </pc:spChg>
        <pc:spChg chg="add mod topLvl">
          <ac:chgData name="Nagotu Dilip Kumar" userId="e960ee6c-1011-46fd-ab26-7447e3dfc484" providerId="ADAL" clId="{C537D0E1-F004-4867-A19F-CB629E995C3F}" dt="2026-07-13T09:38:19.495" v="5401" actId="1036"/>
          <ac:spMkLst>
            <pc:docMk/>
            <pc:sldMk cId="3281960500" sldId="2147481837"/>
            <ac:spMk id="7" creationId="{DABAD9D0-BCA4-98FB-1CC4-F434E262A9CD}"/>
          </ac:spMkLst>
        </pc:spChg>
        <pc:spChg chg="add mod topLvl">
          <ac:chgData name="Nagotu Dilip Kumar" userId="e960ee6c-1011-46fd-ab26-7447e3dfc484" providerId="ADAL" clId="{C537D0E1-F004-4867-A19F-CB629E995C3F}" dt="2026-07-13T09:38:19.495" v="5401" actId="1036"/>
          <ac:spMkLst>
            <pc:docMk/>
            <pc:sldMk cId="3281960500" sldId="2147481837"/>
            <ac:spMk id="8" creationId="{F1446EEE-7170-0FF7-5292-C32719B65B24}"/>
          </ac:spMkLst>
        </pc:spChg>
        <pc:spChg chg="add mod topLvl">
          <ac:chgData name="Nagotu Dilip Kumar" userId="e960ee6c-1011-46fd-ab26-7447e3dfc484" providerId="ADAL" clId="{C537D0E1-F004-4867-A19F-CB629E995C3F}" dt="2026-07-13T09:38:19.495" v="5401" actId="1036"/>
          <ac:spMkLst>
            <pc:docMk/>
            <pc:sldMk cId="3281960500" sldId="2147481837"/>
            <ac:spMk id="9" creationId="{A3F4A38D-EE6A-7A24-9A7F-EB247576F19E}"/>
          </ac:spMkLst>
        </pc:spChg>
        <pc:spChg chg="add mod topLvl">
          <ac:chgData name="Nagotu Dilip Kumar" userId="e960ee6c-1011-46fd-ab26-7447e3dfc484" providerId="ADAL" clId="{C537D0E1-F004-4867-A19F-CB629E995C3F}" dt="2026-07-13T09:38:19.495" v="5401" actId="1036"/>
          <ac:spMkLst>
            <pc:docMk/>
            <pc:sldMk cId="3281960500" sldId="2147481837"/>
            <ac:spMk id="10" creationId="{439D9397-F69D-A5D2-53C2-CF0CD94699DD}"/>
          </ac:spMkLst>
        </pc:spChg>
        <pc:spChg chg="add mod topLvl">
          <ac:chgData name="Nagotu Dilip Kumar" userId="e960ee6c-1011-46fd-ab26-7447e3dfc484" providerId="ADAL" clId="{C537D0E1-F004-4867-A19F-CB629E995C3F}" dt="2026-07-13T09:38:19.495" v="5401" actId="1036"/>
          <ac:spMkLst>
            <pc:docMk/>
            <pc:sldMk cId="3281960500" sldId="2147481837"/>
            <ac:spMk id="11" creationId="{031D8BAF-F380-0ECF-44CA-4D32DEB76721}"/>
          </ac:spMkLst>
        </pc:spChg>
        <pc:spChg chg="add mod topLvl">
          <ac:chgData name="Nagotu Dilip Kumar" userId="e960ee6c-1011-46fd-ab26-7447e3dfc484" providerId="ADAL" clId="{C537D0E1-F004-4867-A19F-CB629E995C3F}" dt="2026-07-13T09:38:19.495" v="5401" actId="1036"/>
          <ac:spMkLst>
            <pc:docMk/>
            <pc:sldMk cId="3281960500" sldId="2147481837"/>
            <ac:spMk id="12" creationId="{19DE75EA-A01E-C0AA-D064-F08B7F39F991}"/>
          </ac:spMkLst>
        </pc:spChg>
        <pc:spChg chg="add del mod topLvl">
          <ac:chgData name="Nagotu Dilip Kumar" userId="e960ee6c-1011-46fd-ab26-7447e3dfc484" providerId="ADAL" clId="{C537D0E1-F004-4867-A19F-CB629E995C3F}" dt="2026-07-13T09:37:09.762" v="5383" actId="478"/>
          <ac:spMkLst>
            <pc:docMk/>
            <pc:sldMk cId="3281960500" sldId="2147481837"/>
            <ac:spMk id="13" creationId="{84D6F024-E80E-71AB-F489-C8ED2310E084}"/>
          </ac:spMkLst>
        </pc:spChg>
        <pc:spChg chg="add mod">
          <ac:chgData name="Nagotu Dilip Kumar" userId="e960ee6c-1011-46fd-ab26-7447e3dfc484" providerId="ADAL" clId="{C537D0E1-F004-4867-A19F-CB629E995C3F}" dt="2026-07-12T17:46:51.982" v="4264" actId="1076"/>
          <ac:spMkLst>
            <pc:docMk/>
            <pc:sldMk cId="3281960500" sldId="2147481837"/>
            <ac:spMk id="16" creationId="{4D4DE686-BE88-2264-F454-E7F9D2B0F4AD}"/>
          </ac:spMkLst>
        </pc:spChg>
        <pc:spChg chg="add mod">
          <ac:chgData name="Nagotu Dilip Kumar" userId="e960ee6c-1011-46fd-ab26-7447e3dfc484" providerId="ADAL" clId="{C537D0E1-F004-4867-A19F-CB629E995C3F}" dt="2026-07-12T18:26:43.740" v="4711" actId="1036"/>
          <ac:spMkLst>
            <pc:docMk/>
            <pc:sldMk cId="3281960500" sldId="2147481837"/>
            <ac:spMk id="17" creationId="{E606876A-5C8D-CFFE-6DDC-0847134B4607}"/>
          </ac:spMkLst>
        </pc:spChg>
        <pc:spChg chg="add mod">
          <ac:chgData name="Nagotu Dilip Kumar" userId="e960ee6c-1011-46fd-ab26-7447e3dfc484" providerId="ADAL" clId="{C537D0E1-F004-4867-A19F-CB629E995C3F}" dt="2026-07-12T18:26:58.945" v="4715" actId="14100"/>
          <ac:spMkLst>
            <pc:docMk/>
            <pc:sldMk cId="3281960500" sldId="2147481837"/>
            <ac:spMk id="18" creationId="{6B8505DB-545A-BAAE-DDB5-42BDF17B8AE7}"/>
          </ac:spMkLst>
        </pc:spChg>
        <pc:spChg chg="add mod topLvl">
          <ac:chgData name="Nagotu Dilip Kumar" userId="e960ee6c-1011-46fd-ab26-7447e3dfc484" providerId="ADAL" clId="{C537D0E1-F004-4867-A19F-CB629E995C3F}" dt="2026-07-12T18:26:50.284" v="4714" actId="1036"/>
          <ac:spMkLst>
            <pc:docMk/>
            <pc:sldMk cId="3281960500" sldId="2147481837"/>
            <ac:spMk id="19" creationId="{CFC0335F-3673-1F73-412C-81BDC4A90D88}"/>
          </ac:spMkLst>
        </pc:spChg>
        <pc:spChg chg="add mod topLvl">
          <ac:chgData name="Nagotu Dilip Kumar" userId="e960ee6c-1011-46fd-ab26-7447e3dfc484" providerId="ADAL" clId="{C537D0E1-F004-4867-A19F-CB629E995C3F}" dt="2026-07-12T18:26:50.284" v="4714" actId="1036"/>
          <ac:spMkLst>
            <pc:docMk/>
            <pc:sldMk cId="3281960500" sldId="2147481837"/>
            <ac:spMk id="20" creationId="{F85150C4-5C86-D98C-9804-F3DC049513FD}"/>
          </ac:spMkLst>
        </pc:spChg>
        <pc:spChg chg="add mod topLvl">
          <ac:chgData name="Nagotu Dilip Kumar" userId="e960ee6c-1011-46fd-ab26-7447e3dfc484" providerId="ADAL" clId="{C537D0E1-F004-4867-A19F-CB629E995C3F}" dt="2026-07-12T18:26:50.284" v="4714" actId="1036"/>
          <ac:spMkLst>
            <pc:docMk/>
            <pc:sldMk cId="3281960500" sldId="2147481837"/>
            <ac:spMk id="21" creationId="{B72DA92C-BDDD-30E0-7155-DD3613E70A19}"/>
          </ac:spMkLst>
        </pc:spChg>
        <pc:spChg chg="add mod topLvl">
          <ac:chgData name="Nagotu Dilip Kumar" userId="e960ee6c-1011-46fd-ab26-7447e3dfc484" providerId="ADAL" clId="{C537D0E1-F004-4867-A19F-CB629E995C3F}" dt="2026-07-12T18:26:50.284" v="4714" actId="1036"/>
          <ac:spMkLst>
            <pc:docMk/>
            <pc:sldMk cId="3281960500" sldId="2147481837"/>
            <ac:spMk id="22" creationId="{E144646D-D874-1561-2B2A-2105C9820C31}"/>
          </ac:spMkLst>
        </pc:spChg>
        <pc:spChg chg="add mod topLvl">
          <ac:chgData name="Nagotu Dilip Kumar" userId="e960ee6c-1011-46fd-ab26-7447e3dfc484" providerId="ADAL" clId="{C537D0E1-F004-4867-A19F-CB629E995C3F}" dt="2026-07-13T10:06:16.880" v="5754" actId="1036"/>
          <ac:spMkLst>
            <pc:docMk/>
            <pc:sldMk cId="3281960500" sldId="2147481837"/>
            <ac:spMk id="23" creationId="{2045F6BA-58C7-DB31-4283-3065AD4A7150}"/>
          </ac:spMkLst>
        </pc:spChg>
        <pc:spChg chg="add mod topLvl">
          <ac:chgData name="Nagotu Dilip Kumar" userId="e960ee6c-1011-46fd-ab26-7447e3dfc484" providerId="ADAL" clId="{C537D0E1-F004-4867-A19F-CB629E995C3F}" dt="2026-07-13T10:06:16.880" v="5754" actId="1036"/>
          <ac:spMkLst>
            <pc:docMk/>
            <pc:sldMk cId="3281960500" sldId="2147481837"/>
            <ac:spMk id="24" creationId="{14BA938A-671B-6445-0454-518D7F162A85}"/>
          </ac:spMkLst>
        </pc:spChg>
        <pc:spChg chg="add mod">
          <ac:chgData name="Nagotu Dilip Kumar" userId="e960ee6c-1011-46fd-ab26-7447e3dfc484" providerId="ADAL" clId="{C537D0E1-F004-4867-A19F-CB629E995C3F}" dt="2026-07-13T09:39:45.229" v="5432" actId="1076"/>
          <ac:spMkLst>
            <pc:docMk/>
            <pc:sldMk cId="3281960500" sldId="2147481837"/>
            <ac:spMk id="25" creationId="{4017C786-4656-63FC-A5AD-DE043B530E56}"/>
          </ac:spMkLst>
        </pc:spChg>
        <pc:spChg chg="add mod topLvl">
          <ac:chgData name="Nagotu Dilip Kumar" userId="e960ee6c-1011-46fd-ab26-7447e3dfc484" providerId="ADAL" clId="{C537D0E1-F004-4867-A19F-CB629E995C3F}" dt="2026-07-13T10:06:16.880" v="5754" actId="1036"/>
          <ac:spMkLst>
            <pc:docMk/>
            <pc:sldMk cId="3281960500" sldId="2147481837"/>
            <ac:spMk id="26" creationId="{0903EF80-3453-D880-52ED-4EE73E191438}"/>
          </ac:spMkLst>
        </pc:spChg>
        <pc:spChg chg="add mod">
          <ac:chgData name="Nagotu Dilip Kumar" userId="e960ee6c-1011-46fd-ab26-7447e3dfc484" providerId="ADAL" clId="{C537D0E1-F004-4867-A19F-CB629E995C3F}" dt="2026-07-12T17:51:32.510" v="4330"/>
          <ac:spMkLst>
            <pc:docMk/>
            <pc:sldMk cId="3281960500" sldId="2147481837"/>
            <ac:spMk id="26" creationId="{B2D71E7A-CCF7-C0CD-B750-9AC0E75915C5}"/>
          </ac:spMkLst>
        </pc:spChg>
        <pc:spChg chg="add mod">
          <ac:chgData name="Nagotu Dilip Kumar" userId="e960ee6c-1011-46fd-ab26-7447e3dfc484" providerId="ADAL" clId="{C537D0E1-F004-4867-A19F-CB629E995C3F}" dt="2026-07-12T18:26:50.284" v="4714" actId="1036"/>
          <ac:spMkLst>
            <pc:docMk/>
            <pc:sldMk cId="3281960500" sldId="2147481837"/>
            <ac:spMk id="27" creationId="{330274E1-85AA-161B-3D6E-C66238C963F1}"/>
          </ac:spMkLst>
        </pc:spChg>
        <pc:spChg chg="add mod">
          <ac:chgData name="Nagotu Dilip Kumar" userId="e960ee6c-1011-46fd-ab26-7447e3dfc484" providerId="ADAL" clId="{C537D0E1-F004-4867-A19F-CB629E995C3F}" dt="2026-07-13T09:42:54.810" v="5465"/>
          <ac:spMkLst>
            <pc:docMk/>
            <pc:sldMk cId="3281960500" sldId="2147481837"/>
            <ac:spMk id="28" creationId="{EB2A14ED-CE35-3B2E-3589-A7EC9255D6AA}"/>
          </ac:spMkLst>
        </pc:spChg>
        <pc:spChg chg="add mod">
          <ac:chgData name="Nagotu Dilip Kumar" userId="e960ee6c-1011-46fd-ab26-7447e3dfc484" providerId="ADAL" clId="{C537D0E1-F004-4867-A19F-CB629E995C3F}" dt="2026-07-13T09:42:22.476" v="5464"/>
          <ac:spMkLst>
            <pc:docMk/>
            <pc:sldMk cId="3281960500" sldId="2147481837"/>
            <ac:spMk id="29" creationId="{2742972C-3CE5-AC95-D023-E0CDF98B9A94}"/>
          </ac:spMkLst>
        </pc:spChg>
        <pc:spChg chg="add del mod">
          <ac:chgData name="Nagotu Dilip Kumar" userId="e960ee6c-1011-46fd-ab26-7447e3dfc484" providerId="ADAL" clId="{C537D0E1-F004-4867-A19F-CB629E995C3F}" dt="2026-07-12T17:55:02.184" v="4361" actId="478"/>
          <ac:spMkLst>
            <pc:docMk/>
            <pc:sldMk cId="3281960500" sldId="2147481837"/>
            <ac:spMk id="30" creationId="{C2877D8F-14D0-F125-3CF8-A494B784C046}"/>
          </ac:spMkLst>
        </pc:spChg>
        <pc:spChg chg="add mod topLvl">
          <ac:chgData name="Nagotu Dilip Kumar" userId="e960ee6c-1011-46fd-ab26-7447e3dfc484" providerId="ADAL" clId="{C537D0E1-F004-4867-A19F-CB629E995C3F}" dt="2026-07-13T10:06:16.880" v="5754" actId="1036"/>
          <ac:spMkLst>
            <pc:docMk/>
            <pc:sldMk cId="3281960500" sldId="2147481837"/>
            <ac:spMk id="30" creationId="{E0AE1E24-2DB7-BCB2-A7AD-B6EDD379CECD}"/>
          </ac:spMkLst>
        </pc:spChg>
        <pc:spChg chg="add mod">
          <ac:chgData name="Nagotu Dilip Kumar" userId="e960ee6c-1011-46fd-ab26-7447e3dfc484" providerId="ADAL" clId="{C537D0E1-F004-4867-A19F-CB629E995C3F}" dt="2026-07-13T09:43:33.664" v="5474"/>
          <ac:spMkLst>
            <pc:docMk/>
            <pc:sldMk cId="3281960500" sldId="2147481837"/>
            <ac:spMk id="31" creationId="{E306D409-B3E4-BF9C-9937-1BAC4159C24D}"/>
          </ac:spMkLst>
        </pc:spChg>
        <pc:spChg chg="add mod topLvl">
          <ac:chgData name="Nagotu Dilip Kumar" userId="e960ee6c-1011-46fd-ab26-7447e3dfc484" providerId="ADAL" clId="{C537D0E1-F004-4867-A19F-CB629E995C3F}" dt="2026-07-13T10:06:16.880" v="5754" actId="1036"/>
          <ac:spMkLst>
            <pc:docMk/>
            <pc:sldMk cId="3281960500" sldId="2147481837"/>
            <ac:spMk id="32" creationId="{C7BC5F89-0F31-4D5E-D200-374E175BAA8A}"/>
          </ac:spMkLst>
        </pc:spChg>
        <pc:spChg chg="add mod topLvl">
          <ac:chgData name="Nagotu Dilip Kumar" userId="e960ee6c-1011-46fd-ab26-7447e3dfc484" providerId="ADAL" clId="{C537D0E1-F004-4867-A19F-CB629E995C3F}" dt="2026-07-13T10:06:16.880" v="5754" actId="1036"/>
          <ac:spMkLst>
            <pc:docMk/>
            <pc:sldMk cId="3281960500" sldId="2147481837"/>
            <ac:spMk id="34" creationId="{6A0CF2C7-3D1E-4A31-15D6-3DE4E3569C3C}"/>
          </ac:spMkLst>
        </pc:spChg>
        <pc:spChg chg="add mod">
          <ac:chgData name="Nagotu Dilip Kumar" userId="e960ee6c-1011-46fd-ab26-7447e3dfc484" providerId="ADAL" clId="{C537D0E1-F004-4867-A19F-CB629E995C3F}" dt="2026-07-12T18:26:43.740" v="4711" actId="1036"/>
          <ac:spMkLst>
            <pc:docMk/>
            <pc:sldMk cId="3281960500" sldId="2147481837"/>
            <ac:spMk id="56" creationId="{F87D2B99-594B-C1FA-6C9E-550B8FB8756B}"/>
          </ac:spMkLst>
        </pc:spChg>
        <pc:spChg chg="add mod topLvl">
          <ac:chgData name="Nagotu Dilip Kumar" userId="e960ee6c-1011-46fd-ab26-7447e3dfc484" providerId="ADAL" clId="{C537D0E1-F004-4867-A19F-CB629E995C3F}" dt="2026-07-13T10:06:16.880" v="5754" actId="1036"/>
          <ac:spMkLst>
            <pc:docMk/>
            <pc:sldMk cId="3281960500" sldId="2147481837"/>
            <ac:spMk id="58" creationId="{C7EA633B-65C3-FFAA-BF90-0C9295B9EDD3}"/>
          </ac:spMkLst>
        </pc:spChg>
        <pc:spChg chg="add del mod">
          <ac:chgData name="Nagotu Dilip Kumar" userId="e960ee6c-1011-46fd-ab26-7447e3dfc484" providerId="ADAL" clId="{C537D0E1-F004-4867-A19F-CB629E995C3F}" dt="2026-07-13T08:44:48.274" v="4821" actId="478"/>
          <ac:spMkLst>
            <pc:docMk/>
            <pc:sldMk cId="3281960500" sldId="2147481837"/>
            <ac:spMk id="59" creationId="{7D98DA70-C493-15CD-566D-EE991C821769}"/>
          </ac:spMkLst>
        </pc:spChg>
        <pc:spChg chg="add del mod">
          <ac:chgData name="Nagotu Dilip Kumar" userId="e960ee6c-1011-46fd-ab26-7447e3dfc484" providerId="ADAL" clId="{C537D0E1-F004-4867-A19F-CB629E995C3F}" dt="2026-07-13T09:46:13.008" v="5501" actId="478"/>
          <ac:spMkLst>
            <pc:docMk/>
            <pc:sldMk cId="3281960500" sldId="2147481837"/>
            <ac:spMk id="60" creationId="{5BD30660-F005-7B92-EACB-B4AADB6B17AB}"/>
          </ac:spMkLst>
        </pc:spChg>
        <pc:spChg chg="add del mod">
          <ac:chgData name="Nagotu Dilip Kumar" userId="e960ee6c-1011-46fd-ab26-7447e3dfc484" providerId="ADAL" clId="{C537D0E1-F004-4867-A19F-CB629E995C3F}" dt="2026-07-13T09:46:13.008" v="5501" actId="478"/>
          <ac:spMkLst>
            <pc:docMk/>
            <pc:sldMk cId="3281960500" sldId="2147481837"/>
            <ac:spMk id="61" creationId="{32501BBF-D6F1-18B0-C2B1-A2ECC9323521}"/>
          </ac:spMkLst>
        </pc:spChg>
        <pc:spChg chg="add del mod">
          <ac:chgData name="Nagotu Dilip Kumar" userId="e960ee6c-1011-46fd-ab26-7447e3dfc484" providerId="ADAL" clId="{C537D0E1-F004-4867-A19F-CB629E995C3F}" dt="2026-07-13T09:46:13.008" v="5501" actId="478"/>
          <ac:spMkLst>
            <pc:docMk/>
            <pc:sldMk cId="3281960500" sldId="2147481837"/>
            <ac:spMk id="62" creationId="{DF8EBB73-0CC1-45C1-9F24-0F1A608097AA}"/>
          </ac:spMkLst>
        </pc:spChg>
        <pc:spChg chg="add del mod">
          <ac:chgData name="Nagotu Dilip Kumar" userId="e960ee6c-1011-46fd-ab26-7447e3dfc484" providerId="ADAL" clId="{C537D0E1-F004-4867-A19F-CB629E995C3F}" dt="2026-07-13T09:46:13.008" v="5501" actId="478"/>
          <ac:spMkLst>
            <pc:docMk/>
            <pc:sldMk cId="3281960500" sldId="2147481837"/>
            <ac:spMk id="63" creationId="{C014D73A-4583-9621-7BE7-EE31EF79DE03}"/>
          </ac:spMkLst>
        </pc:spChg>
        <pc:spChg chg="add del mod">
          <ac:chgData name="Nagotu Dilip Kumar" userId="e960ee6c-1011-46fd-ab26-7447e3dfc484" providerId="ADAL" clId="{C537D0E1-F004-4867-A19F-CB629E995C3F}" dt="2026-07-13T09:46:13.008" v="5501" actId="478"/>
          <ac:spMkLst>
            <pc:docMk/>
            <pc:sldMk cId="3281960500" sldId="2147481837"/>
            <ac:spMk id="64" creationId="{79249A7E-E7DE-FE28-5876-B255223C04B2}"/>
          </ac:spMkLst>
        </pc:spChg>
        <pc:spChg chg="add del mod">
          <ac:chgData name="Nagotu Dilip Kumar" userId="e960ee6c-1011-46fd-ab26-7447e3dfc484" providerId="ADAL" clId="{C537D0E1-F004-4867-A19F-CB629E995C3F}" dt="2026-07-13T09:46:13.008" v="5501" actId="478"/>
          <ac:spMkLst>
            <pc:docMk/>
            <pc:sldMk cId="3281960500" sldId="2147481837"/>
            <ac:spMk id="65" creationId="{15626C80-510D-8A18-0FD3-35276EA5EA7E}"/>
          </ac:spMkLst>
        </pc:spChg>
        <pc:spChg chg="add mod topLvl">
          <ac:chgData name="Nagotu Dilip Kumar" userId="e960ee6c-1011-46fd-ab26-7447e3dfc484" providerId="ADAL" clId="{C537D0E1-F004-4867-A19F-CB629E995C3F}" dt="2026-07-13T10:06:16.880" v="5754" actId="1036"/>
          <ac:spMkLst>
            <pc:docMk/>
            <pc:sldMk cId="3281960500" sldId="2147481837"/>
            <ac:spMk id="66" creationId="{8C00BE8E-9C4A-F8BE-601D-4408ED4248A4}"/>
          </ac:spMkLst>
        </pc:spChg>
        <pc:grpChg chg="add del mod">
          <ac:chgData name="Nagotu Dilip Kumar" userId="e960ee6c-1011-46fd-ab26-7447e3dfc484" providerId="ADAL" clId="{C537D0E1-F004-4867-A19F-CB629E995C3F}" dt="2026-07-12T17:41:45.062" v="4193" actId="165"/>
          <ac:grpSpMkLst>
            <pc:docMk/>
            <pc:sldMk cId="3281960500" sldId="2147481837"/>
            <ac:grpSpMk id="14" creationId="{9D5A1BB4-0997-2CBA-99EF-659BFF74B501}"/>
          </ac:grpSpMkLst>
        </pc:grpChg>
        <pc:grpChg chg="add del mod">
          <ac:chgData name="Nagotu Dilip Kumar" userId="e960ee6c-1011-46fd-ab26-7447e3dfc484" providerId="ADAL" clId="{C537D0E1-F004-4867-A19F-CB629E995C3F}" dt="2026-07-12T17:49:47.437" v="4290" actId="165"/>
          <ac:grpSpMkLst>
            <pc:docMk/>
            <pc:sldMk cId="3281960500" sldId="2147481837"/>
            <ac:grpSpMk id="23" creationId="{324BDE18-4D19-19BE-CB8D-8DA830E8DB8C}"/>
          </ac:grpSpMkLst>
        </pc:grpChg>
        <pc:grpChg chg="add del mod">
          <ac:chgData name="Nagotu Dilip Kumar" userId="e960ee6c-1011-46fd-ab26-7447e3dfc484" providerId="ADAL" clId="{C537D0E1-F004-4867-A19F-CB629E995C3F}" dt="2026-07-13T09:58:10.571" v="5547" actId="165"/>
          <ac:grpSpMkLst>
            <pc:docMk/>
            <pc:sldMk cId="3281960500" sldId="2147481837"/>
            <ac:grpSpMk id="35" creationId="{B923E9A9-922A-4AE6-E08B-137CAB5347B0}"/>
          </ac:grpSpMkLst>
        </pc:grpChg>
        <pc:grpChg chg="add del mod">
          <ac:chgData name="Nagotu Dilip Kumar" userId="e960ee6c-1011-46fd-ab26-7447e3dfc484" providerId="ADAL" clId="{C537D0E1-F004-4867-A19F-CB629E995C3F}" dt="2026-07-13T10:06:29.362" v="5758" actId="165"/>
          <ac:grpSpMkLst>
            <pc:docMk/>
            <pc:sldMk cId="3281960500" sldId="2147481837"/>
            <ac:grpSpMk id="88" creationId="{4935DBEE-7950-A64F-7CD1-7280427EBBAD}"/>
          </ac:grpSpMkLst>
        </pc:grpChg>
        <pc:picChg chg="del">
          <ac:chgData name="Nagotu Dilip Kumar" userId="e960ee6c-1011-46fd-ab26-7447e3dfc484" providerId="ADAL" clId="{C537D0E1-F004-4867-A19F-CB629E995C3F}" dt="2026-07-13T08:49:49.412" v="4903" actId="478"/>
          <ac:picMkLst>
            <pc:docMk/>
            <pc:sldMk cId="3281960500" sldId="2147481837"/>
            <ac:picMk id="6" creationId="{B79AEE32-D60F-C992-87C1-A17AA400587B}"/>
          </ac:picMkLst>
        </pc:picChg>
        <pc:picChg chg="add del mod">
          <ac:chgData name="Nagotu Dilip Kumar" userId="e960ee6c-1011-46fd-ab26-7447e3dfc484" providerId="ADAL" clId="{C537D0E1-F004-4867-A19F-CB629E995C3F}" dt="2026-07-13T10:06:19.439" v="5755" actId="478"/>
          <ac:picMkLst>
            <pc:docMk/>
            <pc:sldMk cId="3281960500" sldId="2147481837"/>
            <ac:picMk id="15" creationId="{AA61C85B-AD33-7298-7C34-41FEECD3DF23}"/>
          </ac:picMkLst>
        </pc:picChg>
        <pc:picChg chg="add mod modCrop">
          <ac:chgData name="Nagotu Dilip Kumar" userId="e960ee6c-1011-46fd-ab26-7447e3dfc484" providerId="ADAL" clId="{C537D0E1-F004-4867-A19F-CB629E995C3F}" dt="2026-07-12T17:56:33.266" v="4390" actId="732"/>
          <ac:picMkLst>
            <pc:docMk/>
            <pc:sldMk cId="3281960500" sldId="2147481837"/>
            <ac:picMk id="36" creationId="{4AC1D07C-61BF-25D2-10DA-8F9EA57B1338}"/>
          </ac:picMkLst>
        </pc:picChg>
        <pc:picChg chg="add del mod">
          <ac:chgData name="Nagotu Dilip Kumar" userId="e960ee6c-1011-46fd-ab26-7447e3dfc484" providerId="ADAL" clId="{C537D0E1-F004-4867-A19F-CB629E995C3F}" dt="2026-07-13T09:40:01.879" v="5445" actId="478"/>
          <ac:picMkLst>
            <pc:docMk/>
            <pc:sldMk cId="3281960500" sldId="2147481837"/>
            <ac:picMk id="44" creationId="{FE8094D7-D25E-1F82-B1AA-FC0342CEC335}"/>
          </ac:picMkLst>
        </pc:picChg>
        <pc:picChg chg="add del mod">
          <ac:chgData name="Nagotu Dilip Kumar" userId="e960ee6c-1011-46fd-ab26-7447e3dfc484" providerId="ADAL" clId="{C537D0E1-F004-4867-A19F-CB629E995C3F}" dt="2026-07-13T09:40:01.879" v="5445" actId="478"/>
          <ac:picMkLst>
            <pc:docMk/>
            <pc:sldMk cId="3281960500" sldId="2147481837"/>
            <ac:picMk id="46" creationId="{03D138AB-D43B-6FA8-12E5-DC18BC1897EE}"/>
          </ac:picMkLst>
        </pc:picChg>
        <pc:picChg chg="add del mod">
          <ac:chgData name="Nagotu Dilip Kumar" userId="e960ee6c-1011-46fd-ab26-7447e3dfc484" providerId="ADAL" clId="{C537D0E1-F004-4867-A19F-CB629E995C3F}" dt="2026-07-13T09:40:01.879" v="5445" actId="478"/>
          <ac:picMkLst>
            <pc:docMk/>
            <pc:sldMk cId="3281960500" sldId="2147481837"/>
            <ac:picMk id="48" creationId="{16613EB1-F6BF-B572-7EB9-7839EBF3378D}"/>
          </ac:picMkLst>
        </pc:picChg>
        <pc:picChg chg="add del mod">
          <ac:chgData name="Nagotu Dilip Kumar" userId="e960ee6c-1011-46fd-ab26-7447e3dfc484" providerId="ADAL" clId="{C537D0E1-F004-4867-A19F-CB629E995C3F}" dt="2026-07-13T09:40:01.879" v="5445" actId="478"/>
          <ac:picMkLst>
            <pc:docMk/>
            <pc:sldMk cId="3281960500" sldId="2147481837"/>
            <ac:picMk id="50" creationId="{854BD6C1-E0CD-97E6-FB6D-2C4B39A0E275}"/>
          </ac:picMkLst>
        </pc:picChg>
        <pc:picChg chg="add del mod">
          <ac:chgData name="Nagotu Dilip Kumar" userId="e960ee6c-1011-46fd-ab26-7447e3dfc484" providerId="ADAL" clId="{C537D0E1-F004-4867-A19F-CB629E995C3F}" dt="2026-07-13T09:39:42.382" v="5431" actId="478"/>
          <ac:picMkLst>
            <pc:docMk/>
            <pc:sldMk cId="3281960500" sldId="2147481837"/>
            <ac:picMk id="52" creationId="{A5B2A4A3-8B38-604C-72AC-D5F081087E08}"/>
          </ac:picMkLst>
        </pc:picChg>
        <pc:picChg chg="add del mod">
          <ac:chgData name="Nagotu Dilip Kumar" userId="e960ee6c-1011-46fd-ab26-7447e3dfc484" providerId="ADAL" clId="{C537D0E1-F004-4867-A19F-CB629E995C3F}" dt="2026-07-13T09:40:01.879" v="5445" actId="478"/>
          <ac:picMkLst>
            <pc:docMk/>
            <pc:sldMk cId="3281960500" sldId="2147481837"/>
            <ac:picMk id="54" creationId="{DA31CAE8-4C19-7109-D280-FC9C288643EF}"/>
          </ac:picMkLst>
        </pc:picChg>
        <pc:picChg chg="add mod">
          <ac:chgData name="Nagotu Dilip Kumar" userId="e960ee6c-1011-46fd-ab26-7447e3dfc484" providerId="ADAL" clId="{C537D0E1-F004-4867-A19F-CB629E995C3F}" dt="2026-07-13T10:02:31.623" v="5716" actId="1076"/>
          <ac:picMkLst>
            <pc:docMk/>
            <pc:sldMk cId="3281960500" sldId="2147481837"/>
            <ac:picMk id="55" creationId="{24176662-152A-A830-3965-847C7788ADF3}"/>
          </ac:picMkLst>
        </pc:picChg>
        <pc:picChg chg="add mod">
          <ac:chgData name="Nagotu Dilip Kumar" userId="e960ee6c-1011-46fd-ab26-7447e3dfc484" providerId="ADAL" clId="{C537D0E1-F004-4867-A19F-CB629E995C3F}" dt="2026-07-13T10:02:41.851" v="5718" actId="1076"/>
          <ac:picMkLst>
            <pc:docMk/>
            <pc:sldMk cId="3281960500" sldId="2147481837"/>
            <ac:picMk id="57" creationId="{5968CA16-EFA9-29B5-3A7F-39ED9C96097E}"/>
          </ac:picMkLst>
        </pc:picChg>
        <pc:picChg chg="add mod">
          <ac:chgData name="Nagotu Dilip Kumar" userId="e960ee6c-1011-46fd-ab26-7447e3dfc484" providerId="ADAL" clId="{C537D0E1-F004-4867-A19F-CB629E995C3F}" dt="2026-07-13T10:02:56.261" v="5722" actId="1076"/>
          <ac:picMkLst>
            <pc:docMk/>
            <pc:sldMk cId="3281960500" sldId="2147481837"/>
            <ac:picMk id="67" creationId="{E5F50338-5EF3-60A3-46A4-FE17C4FEECE3}"/>
          </ac:picMkLst>
        </pc:picChg>
        <pc:picChg chg="add mod">
          <ac:chgData name="Nagotu Dilip Kumar" userId="e960ee6c-1011-46fd-ab26-7447e3dfc484" providerId="ADAL" clId="{C537D0E1-F004-4867-A19F-CB629E995C3F}" dt="2026-07-12T18:22:19.860" v="4702" actId="1035"/>
          <ac:picMkLst>
            <pc:docMk/>
            <pc:sldMk cId="3281960500" sldId="2147481837"/>
            <ac:picMk id="76" creationId="{EA651A07-1A5E-A515-4FD0-52D717371DA6}"/>
          </ac:picMkLst>
        </pc:picChg>
        <pc:picChg chg="add del mod">
          <ac:chgData name="Nagotu Dilip Kumar" userId="e960ee6c-1011-46fd-ab26-7447e3dfc484" providerId="ADAL" clId="{C537D0E1-F004-4867-A19F-CB629E995C3F}" dt="2026-07-13T08:44:48.274" v="4821" actId="478"/>
          <ac:picMkLst>
            <pc:docMk/>
            <pc:sldMk cId="3281960500" sldId="2147481837"/>
            <ac:picMk id="77" creationId="{53425747-2BE7-E28E-8685-804B61DA4105}"/>
          </ac:picMkLst>
        </pc:picChg>
        <pc:picChg chg="add mod">
          <ac:chgData name="Nagotu Dilip Kumar" userId="e960ee6c-1011-46fd-ab26-7447e3dfc484" providerId="ADAL" clId="{C537D0E1-F004-4867-A19F-CB629E995C3F}" dt="2026-07-13T10:03:14.918" v="5727" actId="1076"/>
          <ac:picMkLst>
            <pc:docMk/>
            <pc:sldMk cId="3281960500" sldId="2147481837"/>
            <ac:picMk id="78" creationId="{A8E2C6A1-BAB3-C2F9-1885-6B104B51F99C}"/>
          </ac:picMkLst>
        </pc:picChg>
        <pc:picChg chg="add mod">
          <ac:chgData name="Nagotu Dilip Kumar" userId="e960ee6c-1011-46fd-ab26-7447e3dfc484" providerId="ADAL" clId="{C537D0E1-F004-4867-A19F-CB629E995C3F}" dt="2026-07-13T10:02:16.035" v="5712" actId="1076"/>
          <ac:picMkLst>
            <pc:docMk/>
            <pc:sldMk cId="3281960500" sldId="2147481837"/>
            <ac:picMk id="79" creationId="{FFC5B1E9-29CF-A9FE-1DE1-8411931CAC83}"/>
          </ac:picMkLst>
        </pc:picChg>
        <pc:picChg chg="add mod">
          <ac:chgData name="Nagotu Dilip Kumar" userId="e960ee6c-1011-46fd-ab26-7447e3dfc484" providerId="ADAL" clId="{C537D0E1-F004-4867-A19F-CB629E995C3F}" dt="2026-07-13T08:46:16.466" v="4861" actId="1076"/>
          <ac:picMkLst>
            <pc:docMk/>
            <pc:sldMk cId="3281960500" sldId="2147481837"/>
            <ac:picMk id="81" creationId="{2F8C8E1E-D22E-7FCA-7EE3-D722596C3397}"/>
          </ac:picMkLst>
        </pc:picChg>
        <pc:picChg chg="add mod">
          <ac:chgData name="Nagotu Dilip Kumar" userId="e960ee6c-1011-46fd-ab26-7447e3dfc484" providerId="ADAL" clId="{C537D0E1-F004-4867-A19F-CB629E995C3F}" dt="2026-07-13T10:03:50.667" v="5731" actId="1076"/>
          <ac:picMkLst>
            <pc:docMk/>
            <pc:sldMk cId="3281960500" sldId="2147481837"/>
            <ac:picMk id="82" creationId="{6E37CABA-26F6-CE12-1295-9F27D95D9FAD}"/>
          </ac:picMkLst>
        </pc:picChg>
        <pc:picChg chg="add del mod">
          <ac:chgData name="Nagotu Dilip Kumar" userId="e960ee6c-1011-46fd-ab26-7447e3dfc484" providerId="ADAL" clId="{C537D0E1-F004-4867-A19F-CB629E995C3F}" dt="2026-07-13T09:46:13.008" v="5501" actId="478"/>
          <ac:picMkLst>
            <pc:docMk/>
            <pc:sldMk cId="3281960500" sldId="2147481837"/>
            <ac:picMk id="83" creationId="{407EE3CC-B0E2-89C1-B503-B3664BF0C9CB}"/>
          </ac:picMkLst>
        </pc:picChg>
        <pc:picChg chg="add mod">
          <ac:chgData name="Nagotu Dilip Kumar" userId="e960ee6c-1011-46fd-ab26-7447e3dfc484" providerId="ADAL" clId="{C537D0E1-F004-4867-A19F-CB629E995C3F}" dt="2026-07-13T08:46:25.344" v="4866" actId="1076"/>
          <ac:picMkLst>
            <pc:docMk/>
            <pc:sldMk cId="3281960500" sldId="2147481837"/>
            <ac:picMk id="85" creationId="{ECD52F54-2AEC-0129-D398-37D970BE8215}"/>
          </ac:picMkLst>
        </pc:picChg>
        <pc:picChg chg="add mod">
          <ac:chgData name="Nagotu Dilip Kumar" userId="e960ee6c-1011-46fd-ab26-7447e3dfc484" providerId="ADAL" clId="{C537D0E1-F004-4867-A19F-CB629E995C3F}" dt="2026-07-13T10:06:08.906" v="5750" actId="1076"/>
          <ac:picMkLst>
            <pc:docMk/>
            <pc:sldMk cId="3281960500" sldId="2147481837"/>
            <ac:picMk id="86" creationId="{32FF3C91-07ED-0B69-8673-17B18BF79EFB}"/>
          </ac:picMkLst>
        </pc:picChg>
        <pc:picChg chg="add mod">
          <ac:chgData name="Nagotu Dilip Kumar" userId="e960ee6c-1011-46fd-ab26-7447e3dfc484" providerId="ADAL" clId="{C537D0E1-F004-4867-A19F-CB629E995C3F}" dt="2026-07-13T08:46:29.067" v="4868" actId="1076"/>
          <ac:picMkLst>
            <pc:docMk/>
            <pc:sldMk cId="3281960500" sldId="2147481837"/>
            <ac:picMk id="87" creationId="{87B5CDAA-E124-8136-4FEF-F113D9CD6F95}"/>
          </ac:picMkLst>
        </pc:picChg>
        <pc:picChg chg="add del mod">
          <ac:chgData name="Nagotu Dilip Kumar" userId="e960ee6c-1011-46fd-ab26-7447e3dfc484" providerId="ADAL" clId="{C537D0E1-F004-4867-A19F-CB629E995C3F}" dt="2026-07-13T09:46:13.008" v="5501" actId="478"/>
          <ac:picMkLst>
            <pc:docMk/>
            <pc:sldMk cId="3281960500" sldId="2147481837"/>
            <ac:picMk id="89" creationId="{84CF243F-05A4-BF31-7271-F992A64AAF50}"/>
          </ac:picMkLst>
        </pc:picChg>
        <pc:picChg chg="add mod">
          <ac:chgData name="Nagotu Dilip Kumar" userId="e960ee6c-1011-46fd-ab26-7447e3dfc484" providerId="ADAL" clId="{C537D0E1-F004-4867-A19F-CB629E995C3F}" dt="2026-07-13T10:20:28.345" v="5774" actId="1076"/>
          <ac:picMkLst>
            <pc:docMk/>
            <pc:sldMk cId="3281960500" sldId="2147481837"/>
            <ac:picMk id="90" creationId="{1E5DDFB6-7B31-08F8-3796-B13E77BA67E7}"/>
          </ac:picMkLst>
        </pc:picChg>
        <pc:picChg chg="add del mod">
          <ac:chgData name="Nagotu Dilip Kumar" userId="e960ee6c-1011-46fd-ab26-7447e3dfc484" providerId="ADAL" clId="{C537D0E1-F004-4867-A19F-CB629E995C3F}" dt="2026-07-13T09:46:13.008" v="5501" actId="478"/>
          <ac:picMkLst>
            <pc:docMk/>
            <pc:sldMk cId="3281960500" sldId="2147481837"/>
            <ac:picMk id="91" creationId="{7C929599-927F-BA09-7FA4-6030A707C4A3}"/>
          </ac:picMkLst>
        </pc:picChg>
        <pc:picChg chg="add mod">
          <ac:chgData name="Nagotu Dilip Kumar" userId="e960ee6c-1011-46fd-ab26-7447e3dfc484" providerId="ADAL" clId="{C537D0E1-F004-4867-A19F-CB629E995C3F}" dt="2026-07-13T10:20:26.781" v="5773" actId="1076"/>
          <ac:picMkLst>
            <pc:docMk/>
            <pc:sldMk cId="3281960500" sldId="2147481837"/>
            <ac:picMk id="92" creationId="{41A35228-0BF1-13B8-A6FE-762587B84B95}"/>
          </ac:picMkLst>
        </pc:picChg>
        <pc:picChg chg="add mod">
          <ac:chgData name="Nagotu Dilip Kumar" userId="e960ee6c-1011-46fd-ab26-7447e3dfc484" providerId="ADAL" clId="{C537D0E1-F004-4867-A19F-CB629E995C3F}" dt="2026-07-13T10:21:37.771" v="5778" actId="1076"/>
          <ac:picMkLst>
            <pc:docMk/>
            <pc:sldMk cId="3281960500" sldId="2147481837"/>
            <ac:picMk id="94" creationId="{B8259F5A-B9F7-C744-5359-01FA830C01DA}"/>
          </ac:picMkLst>
        </pc:picChg>
        <pc:picChg chg="add mod">
          <ac:chgData name="Nagotu Dilip Kumar" userId="e960ee6c-1011-46fd-ab26-7447e3dfc484" providerId="ADAL" clId="{C537D0E1-F004-4867-A19F-CB629E995C3F}" dt="2026-07-13T10:39:43.598" v="5782" actId="1076"/>
          <ac:picMkLst>
            <pc:docMk/>
            <pc:sldMk cId="3281960500" sldId="2147481837"/>
            <ac:picMk id="96" creationId="{36D089FB-05AB-0614-DD56-ED17025BBCAD}"/>
          </ac:picMkLst>
        </pc:picChg>
        <pc:picChg chg="add mod">
          <ac:chgData name="Nagotu Dilip Kumar" userId="e960ee6c-1011-46fd-ab26-7447e3dfc484" providerId="ADAL" clId="{C537D0E1-F004-4867-A19F-CB629E995C3F}" dt="2026-07-13T10:40:51.389" v="5787" actId="1035"/>
          <ac:picMkLst>
            <pc:docMk/>
            <pc:sldMk cId="3281960500" sldId="2147481837"/>
            <ac:picMk id="98" creationId="{8D743DCB-598D-2AF6-51D8-8EA58DA0510D}"/>
          </ac:picMkLst>
        </pc:picChg>
        <pc:picChg chg="add mod topLvl">
          <ac:chgData name="Nagotu Dilip Kumar" userId="e960ee6c-1011-46fd-ab26-7447e3dfc484" providerId="ADAL" clId="{C537D0E1-F004-4867-A19F-CB629E995C3F}" dt="2026-07-13T10:06:29.362" v="5758" actId="165"/>
          <ac:picMkLst>
            <pc:docMk/>
            <pc:sldMk cId="3281960500" sldId="2147481837"/>
            <ac:picMk id="1026" creationId="{7560501F-9AE3-961F-D36A-BA55220CC71D}"/>
          </ac:picMkLst>
        </pc:picChg>
        <pc:picChg chg="add mod topLvl">
          <ac:chgData name="Nagotu Dilip Kumar" userId="e960ee6c-1011-46fd-ab26-7447e3dfc484" providerId="ADAL" clId="{C537D0E1-F004-4867-A19F-CB629E995C3F}" dt="2026-07-13T10:06:29.362" v="5758" actId="165"/>
          <ac:picMkLst>
            <pc:docMk/>
            <pc:sldMk cId="3281960500" sldId="2147481837"/>
            <ac:picMk id="1028" creationId="{48E11257-03BC-A940-B61C-6D822AB46A36}"/>
          </ac:picMkLst>
        </pc:picChg>
        <pc:cxnChg chg="add mod">
          <ac:chgData name="Nagotu Dilip Kumar" userId="e960ee6c-1011-46fd-ab26-7447e3dfc484" providerId="ADAL" clId="{C537D0E1-F004-4867-A19F-CB629E995C3F}" dt="2026-07-12T17:55:59.871" v="4380" actId="1076"/>
          <ac:cxnSpMkLst>
            <pc:docMk/>
            <pc:sldMk cId="3281960500" sldId="2147481837"/>
            <ac:cxnSpMk id="33" creationId="{5727C224-41F8-9624-AC32-3E2F41A27EDC}"/>
          </ac:cxnSpMkLst>
        </pc:cxnChg>
        <pc:cxnChg chg="add mod">
          <ac:chgData name="Nagotu Dilip Kumar" userId="e960ee6c-1011-46fd-ab26-7447e3dfc484" providerId="ADAL" clId="{C537D0E1-F004-4867-A19F-CB629E995C3F}" dt="2026-07-13T09:40:15.822" v="5453" actId="1038"/>
          <ac:cxnSpMkLst>
            <pc:docMk/>
            <pc:sldMk cId="3281960500" sldId="2147481837"/>
            <ac:cxnSpMk id="38" creationId="{3646BE28-B0F1-9442-6E0A-A1724EB844CD}"/>
          </ac:cxnSpMkLst>
        </pc:cxnChg>
        <pc:cxnChg chg="add mod">
          <ac:chgData name="Nagotu Dilip Kumar" userId="e960ee6c-1011-46fd-ab26-7447e3dfc484" providerId="ADAL" clId="{C537D0E1-F004-4867-A19F-CB629E995C3F}" dt="2026-07-13T09:40:15.822" v="5453" actId="1038"/>
          <ac:cxnSpMkLst>
            <pc:docMk/>
            <pc:sldMk cId="3281960500" sldId="2147481837"/>
            <ac:cxnSpMk id="39" creationId="{20C8CCFC-E6CF-4793-93F3-F316EE11238B}"/>
          </ac:cxnSpMkLst>
        </pc:cxnChg>
        <pc:cxnChg chg="add mod">
          <ac:chgData name="Nagotu Dilip Kumar" userId="e960ee6c-1011-46fd-ab26-7447e3dfc484" providerId="ADAL" clId="{C537D0E1-F004-4867-A19F-CB629E995C3F}" dt="2026-07-13T09:40:15.822" v="5453" actId="1038"/>
          <ac:cxnSpMkLst>
            <pc:docMk/>
            <pc:sldMk cId="3281960500" sldId="2147481837"/>
            <ac:cxnSpMk id="40" creationId="{CB9872FF-B8CE-7375-3811-6614AABBDF2D}"/>
          </ac:cxnSpMkLst>
        </pc:cxnChg>
        <pc:cxnChg chg="add del mod">
          <ac:chgData name="Nagotu Dilip Kumar" userId="e960ee6c-1011-46fd-ab26-7447e3dfc484" providerId="ADAL" clId="{C537D0E1-F004-4867-A19F-CB629E995C3F}" dt="2026-07-13T09:39:56.300" v="5443" actId="478"/>
          <ac:cxnSpMkLst>
            <pc:docMk/>
            <pc:sldMk cId="3281960500" sldId="2147481837"/>
            <ac:cxnSpMk id="41" creationId="{42002F77-0E93-65B1-CB93-1AE2219530BF}"/>
          </ac:cxnSpMkLst>
        </pc:cxnChg>
        <pc:cxnChg chg="add mod">
          <ac:chgData name="Nagotu Dilip Kumar" userId="e960ee6c-1011-46fd-ab26-7447e3dfc484" providerId="ADAL" clId="{C537D0E1-F004-4867-A19F-CB629E995C3F}" dt="2026-07-13T09:40:15.822" v="5453" actId="1038"/>
          <ac:cxnSpMkLst>
            <pc:docMk/>
            <pc:sldMk cId="3281960500" sldId="2147481837"/>
            <ac:cxnSpMk id="42" creationId="{6579D07A-2206-0AE9-104E-8BD2C2704C07}"/>
          </ac:cxnSpMkLst>
        </pc:cxnChg>
        <pc:cxnChg chg="add mod">
          <ac:chgData name="Nagotu Dilip Kumar" userId="e960ee6c-1011-46fd-ab26-7447e3dfc484" providerId="ADAL" clId="{C537D0E1-F004-4867-A19F-CB629E995C3F}" dt="2026-07-13T10:00:53.427" v="5689" actId="1076"/>
          <ac:cxnSpMkLst>
            <pc:docMk/>
            <pc:sldMk cId="3281960500" sldId="2147481837"/>
            <ac:cxnSpMk id="43" creationId="{1E991DB4-BAFE-12C8-F6DB-B6E336544A0D}"/>
          </ac:cxnSpMkLst>
        </pc:cxnChg>
        <pc:cxnChg chg="add mod">
          <ac:chgData name="Nagotu Dilip Kumar" userId="e960ee6c-1011-46fd-ab26-7447e3dfc484" providerId="ADAL" clId="{C537D0E1-F004-4867-A19F-CB629E995C3F}" dt="2026-07-13T10:00:56.385" v="5691" actId="1076"/>
          <ac:cxnSpMkLst>
            <pc:docMk/>
            <pc:sldMk cId="3281960500" sldId="2147481837"/>
            <ac:cxnSpMk id="45" creationId="{10E6574D-FB0F-9301-D393-7512521A3618}"/>
          </ac:cxnSpMkLst>
        </pc:cxnChg>
        <pc:cxnChg chg="add mod">
          <ac:chgData name="Nagotu Dilip Kumar" userId="e960ee6c-1011-46fd-ab26-7447e3dfc484" providerId="ADAL" clId="{C537D0E1-F004-4867-A19F-CB629E995C3F}" dt="2026-07-13T10:00:58.860" v="5693" actId="1076"/>
          <ac:cxnSpMkLst>
            <pc:docMk/>
            <pc:sldMk cId="3281960500" sldId="2147481837"/>
            <ac:cxnSpMk id="47" creationId="{27CEFC9F-70B4-7F75-7670-D68B7407ED62}"/>
          </ac:cxnSpMkLst>
        </pc:cxnChg>
        <pc:cxnChg chg="add mod">
          <ac:chgData name="Nagotu Dilip Kumar" userId="e960ee6c-1011-46fd-ab26-7447e3dfc484" providerId="ADAL" clId="{C537D0E1-F004-4867-A19F-CB629E995C3F}" dt="2026-07-13T10:01:01.233" v="5695" actId="1076"/>
          <ac:cxnSpMkLst>
            <pc:docMk/>
            <pc:sldMk cId="3281960500" sldId="2147481837"/>
            <ac:cxnSpMk id="49" creationId="{70F60062-700E-B948-83DA-9BABF3489EC4}"/>
          </ac:cxnSpMkLst>
        </pc:cxnChg>
        <pc:cxnChg chg="add mod">
          <ac:chgData name="Nagotu Dilip Kumar" userId="e960ee6c-1011-46fd-ab26-7447e3dfc484" providerId="ADAL" clId="{C537D0E1-F004-4867-A19F-CB629E995C3F}" dt="2026-07-13T10:01:03.674" v="5697" actId="1076"/>
          <ac:cxnSpMkLst>
            <pc:docMk/>
            <pc:sldMk cId="3281960500" sldId="2147481837"/>
            <ac:cxnSpMk id="51" creationId="{2F6356EF-5883-C396-9DB5-D313A04E713F}"/>
          </ac:cxnSpMkLst>
        </pc:cxnChg>
        <pc:cxnChg chg="add mod">
          <ac:chgData name="Nagotu Dilip Kumar" userId="e960ee6c-1011-46fd-ab26-7447e3dfc484" providerId="ADAL" clId="{C537D0E1-F004-4867-A19F-CB629E995C3F}" dt="2026-07-13T10:01:06.514" v="5699" actId="1076"/>
          <ac:cxnSpMkLst>
            <pc:docMk/>
            <pc:sldMk cId="3281960500" sldId="2147481837"/>
            <ac:cxnSpMk id="53" creationId="{F3CB9392-63B0-21A0-4A8D-1B9AAA38E2D3}"/>
          </ac:cxnSpMkLst>
        </pc:cxnChg>
        <pc:cxnChg chg="add mod">
          <ac:chgData name="Nagotu Dilip Kumar" userId="e960ee6c-1011-46fd-ab26-7447e3dfc484" providerId="ADAL" clId="{C537D0E1-F004-4867-A19F-CB629E995C3F}" dt="2026-07-13T10:00:48.681" v="5687" actId="1038"/>
          <ac:cxnSpMkLst>
            <pc:docMk/>
            <pc:sldMk cId="3281960500" sldId="2147481837"/>
            <ac:cxnSpMk id="68" creationId="{7F2C8053-CB37-7435-150F-ED97973234A4}"/>
          </ac:cxnSpMkLst>
        </pc:cxnChg>
        <pc:cxnChg chg="add del mod">
          <ac:chgData name="Nagotu Dilip Kumar" userId="e960ee6c-1011-46fd-ab26-7447e3dfc484" providerId="ADAL" clId="{C537D0E1-F004-4867-A19F-CB629E995C3F}" dt="2026-07-13T08:44:49.442" v="4822" actId="478"/>
          <ac:cxnSpMkLst>
            <pc:docMk/>
            <pc:sldMk cId="3281960500" sldId="2147481837"/>
            <ac:cxnSpMk id="69" creationId="{5258DE72-C122-31A0-5DA7-91A1D3BEFC53}"/>
          </ac:cxnSpMkLst>
        </pc:cxnChg>
        <pc:cxnChg chg="add mod">
          <ac:chgData name="Nagotu Dilip Kumar" userId="e960ee6c-1011-46fd-ab26-7447e3dfc484" providerId="ADAL" clId="{C537D0E1-F004-4867-A19F-CB629E995C3F}" dt="2026-07-13T08:46:14.886" v="4860" actId="1076"/>
          <ac:cxnSpMkLst>
            <pc:docMk/>
            <pc:sldMk cId="3281960500" sldId="2147481837"/>
            <ac:cxnSpMk id="70" creationId="{99B2B501-030B-337F-69D8-B9D8E8F8CF9D}"/>
          </ac:cxnSpMkLst>
        </pc:cxnChg>
        <pc:cxnChg chg="add mod">
          <ac:chgData name="Nagotu Dilip Kumar" userId="e960ee6c-1011-46fd-ab26-7447e3dfc484" providerId="ADAL" clId="{C537D0E1-F004-4867-A19F-CB629E995C3F}" dt="2026-07-13T08:46:18.632" v="4862" actId="1076"/>
          <ac:cxnSpMkLst>
            <pc:docMk/>
            <pc:sldMk cId="3281960500" sldId="2147481837"/>
            <ac:cxnSpMk id="71" creationId="{D9BF007F-10E9-7FE0-FF05-06B30206BEE9}"/>
          </ac:cxnSpMkLst>
        </pc:cxnChg>
        <pc:cxnChg chg="add mod">
          <ac:chgData name="Nagotu Dilip Kumar" userId="e960ee6c-1011-46fd-ab26-7447e3dfc484" providerId="ADAL" clId="{C537D0E1-F004-4867-A19F-CB629E995C3F}" dt="2026-07-13T08:46:22.135" v="4864" actId="1076"/>
          <ac:cxnSpMkLst>
            <pc:docMk/>
            <pc:sldMk cId="3281960500" sldId="2147481837"/>
            <ac:cxnSpMk id="72" creationId="{1D6714E2-0774-BA36-270E-AB5902301D1C}"/>
          </ac:cxnSpMkLst>
        </pc:cxnChg>
        <pc:cxnChg chg="add mod">
          <ac:chgData name="Nagotu Dilip Kumar" userId="e960ee6c-1011-46fd-ab26-7447e3dfc484" providerId="ADAL" clId="{C537D0E1-F004-4867-A19F-CB629E995C3F}" dt="2026-07-13T08:46:24.010" v="4865" actId="1076"/>
          <ac:cxnSpMkLst>
            <pc:docMk/>
            <pc:sldMk cId="3281960500" sldId="2147481837"/>
            <ac:cxnSpMk id="73" creationId="{320EC433-80E6-B3D5-63DF-EBA1955EA4D2}"/>
          </ac:cxnSpMkLst>
        </pc:cxnChg>
        <pc:cxnChg chg="add mod">
          <ac:chgData name="Nagotu Dilip Kumar" userId="e960ee6c-1011-46fd-ab26-7447e3dfc484" providerId="ADAL" clId="{C537D0E1-F004-4867-A19F-CB629E995C3F}" dt="2026-07-13T08:46:27.241" v="4867" actId="1076"/>
          <ac:cxnSpMkLst>
            <pc:docMk/>
            <pc:sldMk cId="3281960500" sldId="2147481837"/>
            <ac:cxnSpMk id="74" creationId="{B64EF408-8E0F-84D2-8054-66D966F15465}"/>
          </ac:cxnSpMkLst>
        </pc:cxnChg>
        <pc:cxnChg chg="add mod">
          <ac:chgData name="Nagotu Dilip Kumar" userId="e960ee6c-1011-46fd-ab26-7447e3dfc484" providerId="ADAL" clId="{C537D0E1-F004-4867-A19F-CB629E995C3F}" dt="2026-07-13T08:46:34.755" v="4870" actId="1076"/>
          <ac:cxnSpMkLst>
            <pc:docMk/>
            <pc:sldMk cId="3281960500" sldId="2147481837"/>
            <ac:cxnSpMk id="75" creationId="{C4F4852A-D419-EE32-8040-93FF14BB8841}"/>
          </ac:cxnSpMkLst>
        </pc:cxnChg>
      </pc:sldChg>
      <pc:sldChg chg="addSp delSp modSp add mod">
        <pc:chgData name="Nagotu Dilip Kumar" userId="e960ee6c-1011-46fd-ab26-7447e3dfc484" providerId="ADAL" clId="{C537D0E1-F004-4867-A19F-CB629E995C3F}" dt="2026-07-13T10:02:49.147" v="5720" actId="21"/>
        <pc:sldMkLst>
          <pc:docMk/>
          <pc:sldMk cId="1700196350" sldId="2147481841"/>
        </pc:sldMkLst>
        <pc:picChg chg="add del mod">
          <ac:chgData name="Nagotu Dilip Kumar" userId="e960ee6c-1011-46fd-ab26-7447e3dfc484" providerId="ADAL" clId="{C537D0E1-F004-4867-A19F-CB629E995C3F}" dt="2026-07-13T10:02:49.147" v="5720" actId="21"/>
          <ac:picMkLst>
            <pc:docMk/>
            <pc:sldMk cId="1700196350" sldId="2147481841"/>
            <ac:picMk id="5" creationId="{E5F50338-5EF3-60A3-46A4-FE17C4FEECE3}"/>
          </ac:picMkLst>
        </pc:picChg>
      </pc:sldChg>
      <pc:sldChg chg="add">
        <pc:chgData name="Nagotu Dilip Kumar" userId="e960ee6c-1011-46fd-ab26-7447e3dfc484" providerId="ADAL" clId="{C537D0E1-F004-4867-A19F-CB629E995C3F}" dt="2026-07-13T08:51:49.403" v="4937"/>
        <pc:sldMkLst>
          <pc:docMk/>
          <pc:sldMk cId="1031067195" sldId="2147481842"/>
        </pc:sldMkLst>
      </pc:sldChg>
      <pc:sldChg chg="add">
        <pc:chgData name="Nagotu Dilip Kumar" userId="e960ee6c-1011-46fd-ab26-7447e3dfc484" providerId="ADAL" clId="{C537D0E1-F004-4867-A19F-CB629E995C3F}" dt="2026-07-13T08:51:49.403" v="4937"/>
        <pc:sldMkLst>
          <pc:docMk/>
          <pc:sldMk cId="4138652255" sldId="2147481843"/>
        </pc:sldMkLst>
      </pc:sldChg>
      <pc:sldChg chg="modSp mod">
        <pc:chgData name="Nagotu Dilip Kumar" userId="e960ee6c-1011-46fd-ab26-7447e3dfc484" providerId="ADAL" clId="{C537D0E1-F004-4867-A19F-CB629E995C3F}" dt="2026-07-13T10:07:12.023" v="5759" actId="14100"/>
        <pc:sldMkLst>
          <pc:docMk/>
          <pc:sldMk cId="3767215323" sldId="2147481844"/>
        </pc:sldMkLst>
        <pc:spChg chg="mod">
          <ac:chgData name="Nagotu Dilip Kumar" userId="e960ee6c-1011-46fd-ab26-7447e3dfc484" providerId="ADAL" clId="{C537D0E1-F004-4867-A19F-CB629E995C3F}" dt="2026-07-13T10:07:12.023" v="5759" actId="14100"/>
          <ac:spMkLst>
            <pc:docMk/>
            <pc:sldMk cId="3767215323" sldId="2147481844"/>
            <ac:spMk id="2" creationId="{BBE3C712-38E0-9F65-5D23-B72BDF69E356}"/>
          </ac:spMkLst>
        </pc:spChg>
      </pc:sldChg>
      <pc:sldMasterChg chg="modSldLayout">
        <pc:chgData name="Nagotu Dilip Kumar" userId="e960ee6c-1011-46fd-ab26-7447e3dfc484" providerId="ADAL" clId="{C537D0E1-F004-4867-A19F-CB629E995C3F}" dt="2026-07-01T10:22:23.617" v="1663" actId="167"/>
        <pc:sldMasterMkLst>
          <pc:docMk/>
          <pc:sldMasterMk cId="2912767171" sldId="2147483660"/>
        </pc:sldMasterMkLst>
        <pc:sldLayoutChg chg="addSp modSp mod">
          <pc:chgData name="Nagotu Dilip Kumar" userId="e960ee6c-1011-46fd-ab26-7447e3dfc484" providerId="ADAL" clId="{C537D0E1-F004-4867-A19F-CB629E995C3F}" dt="2026-07-01T10:22:23.617" v="1663" actId="167"/>
          <pc:sldLayoutMkLst>
            <pc:docMk/>
            <pc:sldMasterMk cId="2912767171" sldId="2147483660"/>
            <pc:sldLayoutMk cId="414535277" sldId="2147483670"/>
          </pc:sldLayoutMkLst>
          <pc:picChg chg="add mod ord">
            <ac:chgData name="Nagotu Dilip Kumar" userId="e960ee6c-1011-46fd-ab26-7447e3dfc484" providerId="ADAL" clId="{C537D0E1-F004-4867-A19F-CB629E995C3F}" dt="2026-07-01T10:22:23.617" v="1663" actId="167"/>
            <ac:picMkLst>
              <pc:docMk/>
              <pc:sldMasterMk cId="2912767171" sldId="2147483660"/>
              <pc:sldLayoutMk cId="414535277" sldId="2147483670"/>
              <ac:picMk id="5" creationId="{915BA9E9-80E2-6F21-A8AC-18B2BE212FA5}"/>
            </ac:picMkLst>
          </pc:picChg>
        </pc:sldLayoutChg>
      </pc:sldMasterChg>
      <pc:sldMasterChg chg="modSldLayout">
        <pc:chgData name="Nagotu Dilip Kumar" userId="e960ee6c-1011-46fd-ab26-7447e3dfc484" providerId="ADAL" clId="{C537D0E1-F004-4867-A19F-CB629E995C3F}" dt="2026-07-01T11:53:25.509" v="1850" actId="167"/>
        <pc:sldMasterMkLst>
          <pc:docMk/>
          <pc:sldMasterMk cId="2460954070" sldId="2147483704"/>
        </pc:sldMasterMkLst>
        <pc:sldLayoutChg chg="addSp delSp modSp mod">
          <pc:chgData name="Nagotu Dilip Kumar" userId="e960ee6c-1011-46fd-ab26-7447e3dfc484" providerId="ADAL" clId="{C537D0E1-F004-4867-A19F-CB629E995C3F}" dt="2026-06-29T10:35:42.642" v="147" actId="1076"/>
          <pc:sldLayoutMkLst>
            <pc:docMk/>
            <pc:sldMasterMk cId="2460954070" sldId="2147483704"/>
            <pc:sldLayoutMk cId="949138452" sldId="2147483707"/>
          </pc:sldLayoutMkLst>
          <pc:picChg chg="add mod ord">
            <ac:chgData name="Nagotu Dilip Kumar" userId="e960ee6c-1011-46fd-ab26-7447e3dfc484" providerId="ADAL" clId="{C537D0E1-F004-4867-A19F-CB629E995C3F}" dt="2026-06-29T10:35:42.642" v="147" actId="1076"/>
            <ac:picMkLst>
              <pc:docMk/>
              <pc:sldMasterMk cId="2460954070" sldId="2147483704"/>
              <pc:sldLayoutMk cId="949138452" sldId="2147483707"/>
              <ac:picMk id="12" creationId="{5345D0AA-4993-E0B4-38A4-7EF2AAC68EAA}"/>
            </ac:picMkLst>
          </pc:picChg>
        </pc:sldLayoutChg>
        <pc:sldLayoutChg chg="addSp modSp mod">
          <pc:chgData name="Nagotu Dilip Kumar" userId="e960ee6c-1011-46fd-ab26-7447e3dfc484" providerId="ADAL" clId="{C537D0E1-F004-4867-A19F-CB629E995C3F}" dt="2026-07-01T11:53:25.509" v="1850" actId="167"/>
          <pc:sldLayoutMkLst>
            <pc:docMk/>
            <pc:sldMasterMk cId="2460954070" sldId="2147483704"/>
            <pc:sldLayoutMk cId="2413618761" sldId="2147483710"/>
          </pc:sldLayoutMkLst>
          <pc:picChg chg="add mod ord">
            <ac:chgData name="Nagotu Dilip Kumar" userId="e960ee6c-1011-46fd-ab26-7447e3dfc484" providerId="ADAL" clId="{C537D0E1-F004-4867-A19F-CB629E995C3F}" dt="2026-07-01T11:53:25.509" v="1850" actId="167"/>
            <ac:picMkLst>
              <pc:docMk/>
              <pc:sldMasterMk cId="2460954070" sldId="2147483704"/>
              <pc:sldLayoutMk cId="2413618761" sldId="2147483710"/>
              <ac:picMk id="2" creationId="{7D0557C8-347B-F720-614C-A494B4FD009C}"/>
            </ac:picMkLst>
          </pc:picChg>
        </pc:sldLayoutChg>
        <pc:sldLayoutChg chg="addSp modSp mod">
          <pc:chgData name="Nagotu Dilip Kumar" userId="e960ee6c-1011-46fd-ab26-7447e3dfc484" providerId="ADAL" clId="{C537D0E1-F004-4867-A19F-CB629E995C3F}" dt="2026-06-29T11:38:01.069" v="371" actId="167"/>
          <pc:sldLayoutMkLst>
            <pc:docMk/>
            <pc:sldMasterMk cId="2460954070" sldId="2147483704"/>
            <pc:sldLayoutMk cId="4260237080" sldId="2147483711"/>
          </pc:sldLayoutMkLst>
          <pc:picChg chg="add mod ord">
            <ac:chgData name="Nagotu Dilip Kumar" userId="e960ee6c-1011-46fd-ab26-7447e3dfc484" providerId="ADAL" clId="{C537D0E1-F004-4867-A19F-CB629E995C3F}" dt="2026-06-29T11:38:01.069" v="371" actId="167"/>
            <ac:picMkLst>
              <pc:docMk/>
              <pc:sldMasterMk cId="2460954070" sldId="2147483704"/>
              <pc:sldLayoutMk cId="4260237080" sldId="2147483711"/>
              <ac:picMk id="4" creationId="{D10E0EC3-40EF-2176-A5EB-67D0FB141275}"/>
            </ac:picMkLst>
          </pc:picChg>
        </pc:sldLayoutChg>
        <pc:sldLayoutChg chg="addSp modSp mod">
          <pc:chgData name="Nagotu Dilip Kumar" userId="e960ee6c-1011-46fd-ab26-7447e3dfc484" providerId="ADAL" clId="{C537D0E1-F004-4867-A19F-CB629E995C3F}" dt="2026-07-01T10:29:07.863" v="1746" actId="167"/>
          <pc:sldLayoutMkLst>
            <pc:docMk/>
            <pc:sldMasterMk cId="2460954070" sldId="2147483704"/>
            <pc:sldLayoutMk cId="949138452" sldId="2147483760"/>
          </pc:sldLayoutMkLst>
          <pc:picChg chg="add mod ord">
            <ac:chgData name="Nagotu Dilip Kumar" userId="e960ee6c-1011-46fd-ab26-7447e3dfc484" providerId="ADAL" clId="{C537D0E1-F004-4867-A19F-CB629E995C3F}" dt="2026-07-01T10:29:07.863" v="1746" actId="167"/>
            <ac:picMkLst>
              <pc:docMk/>
              <pc:sldMasterMk cId="2460954070" sldId="2147483704"/>
              <pc:sldLayoutMk cId="949138452" sldId="2147483760"/>
              <ac:picMk id="4" creationId="{42FF1338-D93E-89AA-E58B-1EAEA4AEDC45}"/>
            </ac:picMkLst>
          </pc:picChg>
        </pc:sldLayoutChg>
        <pc:sldLayoutChg chg="addSp delSp mod">
          <pc:chgData name="Nagotu Dilip Kumar" userId="e960ee6c-1011-46fd-ab26-7447e3dfc484" providerId="ADAL" clId="{C537D0E1-F004-4867-A19F-CB629E995C3F}" dt="2026-06-29T12:13:01.801" v="842" actId="478"/>
          <pc:sldLayoutMkLst>
            <pc:docMk/>
            <pc:sldMasterMk cId="2460954070" sldId="2147483704"/>
            <pc:sldLayoutMk cId="549332080" sldId="2147484380"/>
          </pc:sldLayoutMkLst>
          <pc:picChg chg="add del">
            <ac:chgData name="Nagotu Dilip Kumar" userId="e960ee6c-1011-46fd-ab26-7447e3dfc484" providerId="ADAL" clId="{C537D0E1-F004-4867-A19F-CB629E995C3F}" dt="2026-06-29T12:12:59.665" v="841" actId="478"/>
            <ac:picMkLst>
              <pc:docMk/>
              <pc:sldMasterMk cId="2460954070" sldId="2147483704"/>
              <pc:sldLayoutMk cId="549332080" sldId="2147484380"/>
              <ac:picMk id="4" creationId="{D10E0EC3-40EF-2176-A5EB-67D0FB141275}"/>
            </ac:picMkLst>
          </pc:picChg>
        </pc:sldLayoutChg>
      </pc:sldMasterChg>
      <pc:sldMasterChg chg="modSldLayout">
        <pc:chgData name="Nagotu Dilip Kumar" userId="e960ee6c-1011-46fd-ab26-7447e3dfc484" providerId="ADAL" clId="{C537D0E1-F004-4867-A19F-CB629E995C3F}" dt="2026-07-01T11:57:31.288" v="1944"/>
        <pc:sldMasterMkLst>
          <pc:docMk/>
          <pc:sldMasterMk cId="3191752573" sldId="2147483804"/>
        </pc:sldMasterMkLst>
        <pc:sldLayoutChg chg="addSp modSp">
          <pc:chgData name="Nagotu Dilip Kumar" userId="e960ee6c-1011-46fd-ab26-7447e3dfc484" providerId="ADAL" clId="{C537D0E1-F004-4867-A19F-CB629E995C3F}" dt="2026-07-01T11:57:31.288" v="1944"/>
          <pc:sldLayoutMkLst>
            <pc:docMk/>
            <pc:sldMasterMk cId="3191752573" sldId="2147483804"/>
            <pc:sldLayoutMk cId="3295785455" sldId="2147484346"/>
          </pc:sldLayoutMkLst>
          <pc:picChg chg="add mod">
            <ac:chgData name="Nagotu Dilip Kumar" userId="e960ee6c-1011-46fd-ab26-7447e3dfc484" providerId="ADAL" clId="{C537D0E1-F004-4867-A19F-CB629E995C3F}" dt="2026-07-01T11:57:31.288" v="1944"/>
            <ac:picMkLst>
              <pc:docMk/>
              <pc:sldMasterMk cId="3191752573" sldId="2147483804"/>
              <pc:sldLayoutMk cId="3295785455" sldId="2147484346"/>
              <ac:picMk id="2" creationId="{837265AA-5BBC-2862-EA88-8F70D4B0B9C5}"/>
            </ac:picMkLst>
          </pc:picChg>
        </pc:sldLayoutChg>
      </pc:sldMasterChg>
      <pc:sldMasterChg chg="modSldLayout">
        <pc:chgData name="Nagotu Dilip Kumar" userId="e960ee6c-1011-46fd-ab26-7447e3dfc484" providerId="ADAL" clId="{C537D0E1-F004-4867-A19F-CB629E995C3F}" dt="2026-07-01T11:57:21.549" v="1943" actId="167"/>
        <pc:sldMasterMkLst>
          <pc:docMk/>
          <pc:sldMasterMk cId="3379824098" sldId="2147483816"/>
        </pc:sldMasterMkLst>
        <pc:sldLayoutChg chg="addSp modSp mod">
          <pc:chgData name="Nagotu Dilip Kumar" userId="e960ee6c-1011-46fd-ab26-7447e3dfc484" providerId="ADAL" clId="{C537D0E1-F004-4867-A19F-CB629E995C3F}" dt="2026-07-01T11:57:21.549" v="1943" actId="167"/>
          <pc:sldLayoutMkLst>
            <pc:docMk/>
            <pc:sldMasterMk cId="3379824098" sldId="2147483816"/>
            <pc:sldLayoutMk cId="629489151" sldId="2147483829"/>
          </pc:sldLayoutMkLst>
          <pc:picChg chg="add mod ord">
            <ac:chgData name="Nagotu Dilip Kumar" userId="e960ee6c-1011-46fd-ab26-7447e3dfc484" providerId="ADAL" clId="{C537D0E1-F004-4867-A19F-CB629E995C3F}" dt="2026-07-01T11:57:21.549" v="1943" actId="167"/>
            <ac:picMkLst>
              <pc:docMk/>
              <pc:sldMasterMk cId="3379824098" sldId="2147483816"/>
              <pc:sldLayoutMk cId="629489151" sldId="2147483829"/>
              <ac:picMk id="2" creationId="{27F47F17-A795-25D3-0ED9-40E7CEE5C9F8}"/>
            </ac:picMkLst>
          </pc:picChg>
        </pc:sldLayoutChg>
      </pc:sldMasterChg>
      <pc:sldMasterChg chg="modSldLayout">
        <pc:chgData name="Nagotu Dilip Kumar" userId="e960ee6c-1011-46fd-ab26-7447e3dfc484" providerId="ADAL" clId="{C537D0E1-F004-4867-A19F-CB629E995C3F}" dt="2026-07-01T10:28:33.377" v="1742" actId="167"/>
        <pc:sldMasterMkLst>
          <pc:docMk/>
          <pc:sldMasterMk cId="337595878" sldId="2147484351"/>
        </pc:sldMasterMkLst>
        <pc:sldLayoutChg chg="addSp modSp mod">
          <pc:chgData name="Nagotu Dilip Kumar" userId="e960ee6c-1011-46fd-ab26-7447e3dfc484" providerId="ADAL" clId="{C537D0E1-F004-4867-A19F-CB629E995C3F}" dt="2026-07-01T10:28:33.377" v="1742" actId="167"/>
          <pc:sldLayoutMkLst>
            <pc:docMk/>
            <pc:sldMasterMk cId="337595878" sldId="2147484351"/>
            <pc:sldLayoutMk cId="575023940" sldId="2147484360"/>
          </pc:sldLayoutMkLst>
          <pc:picChg chg="add mod ord">
            <ac:chgData name="Nagotu Dilip Kumar" userId="e960ee6c-1011-46fd-ab26-7447e3dfc484" providerId="ADAL" clId="{C537D0E1-F004-4867-A19F-CB629E995C3F}" dt="2026-07-01T10:28:33.377" v="1742" actId="167"/>
            <ac:picMkLst>
              <pc:docMk/>
              <pc:sldMasterMk cId="337595878" sldId="2147484351"/>
              <pc:sldLayoutMk cId="575023940" sldId="2147484360"/>
              <ac:picMk id="4" creationId="{C9C5035C-4754-CF66-A9E2-C9E05D51C657}"/>
            </ac:picMkLst>
          </pc:picChg>
        </pc:sldLayoutChg>
      </pc:sldMasterChg>
      <pc:sldMasterChg chg="modSldLayout">
        <pc:chgData name="Nagotu Dilip Kumar" userId="e960ee6c-1011-46fd-ab26-7447e3dfc484" providerId="ADAL" clId="{C537D0E1-F004-4867-A19F-CB629E995C3F}" dt="2026-07-07T09:03:51.123" v="2011"/>
        <pc:sldMasterMkLst>
          <pc:docMk/>
          <pc:sldMasterMk cId="1141844420" sldId="2147484370"/>
        </pc:sldMasterMkLst>
        <pc:sldLayoutChg chg="addSp delSp modSp mod setBg">
          <pc:chgData name="Nagotu Dilip Kumar" userId="e960ee6c-1011-46fd-ab26-7447e3dfc484" providerId="ADAL" clId="{C537D0E1-F004-4867-A19F-CB629E995C3F}" dt="2026-07-07T09:03:51.123" v="2011"/>
          <pc:sldLayoutMkLst>
            <pc:docMk/>
            <pc:sldMasterMk cId="1141844420" sldId="2147484370"/>
            <pc:sldLayoutMk cId="1064926354" sldId="2147483720"/>
          </pc:sldLayoutMkLst>
          <pc:picChg chg="add mod ord">
            <ac:chgData name="Nagotu Dilip Kumar" userId="e960ee6c-1011-46fd-ab26-7447e3dfc484" providerId="ADAL" clId="{C537D0E1-F004-4867-A19F-CB629E995C3F}" dt="2026-07-07T09:03:39.895" v="2009" actId="167"/>
            <ac:picMkLst>
              <pc:docMk/>
              <pc:sldMasterMk cId="1141844420" sldId="2147484370"/>
              <pc:sldLayoutMk cId="1064926354" sldId="2147483720"/>
              <ac:picMk id="3" creationId="{7B26D698-EC5E-4379-18DF-F39BA016695E}"/>
            </ac:picMkLst>
          </pc:picChg>
          <pc:picChg chg="add mod">
            <ac:chgData name="Nagotu Dilip Kumar" userId="e960ee6c-1011-46fd-ab26-7447e3dfc484" providerId="ADAL" clId="{C537D0E1-F004-4867-A19F-CB629E995C3F}" dt="2026-07-07T09:03:51.123" v="2011"/>
            <ac:picMkLst>
              <pc:docMk/>
              <pc:sldMasterMk cId="1141844420" sldId="2147484370"/>
              <pc:sldLayoutMk cId="1064926354" sldId="2147483720"/>
              <ac:picMk id="5" creationId="{73F88B3A-86D0-395B-05CB-269D6502A4A7}"/>
            </ac:picMkLst>
          </pc:picChg>
        </pc:sldLayoutChg>
        <pc:sldLayoutChg chg="addSp modSp mod">
          <pc:chgData name="Nagotu Dilip Kumar" userId="e960ee6c-1011-46fd-ab26-7447e3dfc484" providerId="ADAL" clId="{C537D0E1-F004-4867-A19F-CB629E995C3F}" dt="2026-07-01T10:21:54.872" v="1661" actId="167"/>
          <pc:sldLayoutMkLst>
            <pc:docMk/>
            <pc:sldMasterMk cId="1141844420" sldId="2147484370"/>
            <pc:sldLayoutMk cId="2608075528" sldId="2147483722"/>
          </pc:sldLayoutMkLst>
          <pc:picChg chg="add mod ord">
            <ac:chgData name="Nagotu Dilip Kumar" userId="e960ee6c-1011-46fd-ab26-7447e3dfc484" providerId="ADAL" clId="{C537D0E1-F004-4867-A19F-CB629E995C3F}" dt="2026-07-01T10:21:54.872" v="1661" actId="167"/>
            <ac:picMkLst>
              <pc:docMk/>
              <pc:sldMasterMk cId="1141844420" sldId="2147484370"/>
              <pc:sldLayoutMk cId="2608075528" sldId="2147483722"/>
              <ac:picMk id="4" creationId="{43031A1E-6ED6-EAFB-5E11-2509F4ABACD3}"/>
            </ac:picMkLst>
          </pc:picChg>
        </pc:sldLayoutChg>
        <pc:sldLayoutChg chg="addSp modSp mod">
          <pc:chgData name="Nagotu Dilip Kumar" userId="e960ee6c-1011-46fd-ab26-7447e3dfc484" providerId="ADAL" clId="{C537D0E1-F004-4867-A19F-CB629E995C3F}" dt="2026-06-29T12:08:33.276" v="792" actId="167"/>
          <pc:sldLayoutMkLst>
            <pc:docMk/>
            <pc:sldMasterMk cId="1141844420" sldId="2147484370"/>
            <pc:sldLayoutMk cId="3708584830" sldId="2147483727"/>
          </pc:sldLayoutMkLst>
          <pc:picChg chg="add mod ord">
            <ac:chgData name="Nagotu Dilip Kumar" userId="e960ee6c-1011-46fd-ab26-7447e3dfc484" providerId="ADAL" clId="{C537D0E1-F004-4867-A19F-CB629E995C3F}" dt="2026-06-29T12:08:33.276" v="792" actId="167"/>
            <ac:picMkLst>
              <pc:docMk/>
              <pc:sldMasterMk cId="1141844420" sldId="2147484370"/>
              <pc:sldLayoutMk cId="3708584830" sldId="2147483727"/>
              <ac:picMk id="4" creationId="{10E7F441-80FA-3503-CFF1-2B16719E0FCB}"/>
            </ac:picMkLst>
          </pc:picChg>
        </pc:sldLayoutChg>
      </pc:sldMasterChg>
    </pc:docChg>
  </pc:docChgLst>
  <pc:docChgLst>
    <pc:chgData name="Srikant Kalaga" userId="S::srikant.k@syrencloud.com::961c47af-c9bb-4225-b2a0-952af4799497" providerId="AD" clId="Web-{1C559D3C-F84A-42D4-8D9F-F3ED10844399}"/>
    <pc:docChg chg="addSld delSld modSld sldOrd modMainMaster addSection delSection modSection">
      <pc:chgData name="Srikant Kalaga" userId="S::srikant.k@syrencloud.com::961c47af-c9bb-4225-b2a0-952af4799497" providerId="AD" clId="Web-{1C559D3C-F84A-42D4-8D9F-F3ED10844399}" dt="2026-07-06T10:14:02.199" v="236" actId="20577"/>
      <pc:docMkLst>
        <pc:docMk/>
      </pc:docMkLst>
      <pc:sldChg chg="ord">
        <pc:chgData name="Srikant Kalaga" userId="S::srikant.k@syrencloud.com::961c47af-c9bb-4225-b2a0-952af4799497" providerId="AD" clId="Web-{1C559D3C-F84A-42D4-8D9F-F3ED10844399}" dt="2026-07-06T10:12:25.886" v="165"/>
        <pc:sldMkLst>
          <pc:docMk/>
          <pc:sldMk cId="6189717" sldId="2076137766"/>
        </pc:sldMkLst>
      </pc:sldChg>
      <pc:sldChg chg="ord">
        <pc:chgData name="Srikant Kalaga" userId="S::srikant.k@syrencloud.com::961c47af-c9bb-4225-b2a0-952af4799497" providerId="AD" clId="Web-{1C559D3C-F84A-42D4-8D9F-F3ED10844399}" dt="2026-07-06T09:59:36.376" v="58"/>
        <pc:sldMkLst>
          <pc:docMk/>
          <pc:sldMk cId="4221204706" sldId="2076137769"/>
        </pc:sldMkLst>
      </pc:sldChg>
      <pc:sldChg chg="ord">
        <pc:chgData name="Srikant Kalaga" userId="S::srikant.k@syrencloud.com::961c47af-c9bb-4225-b2a0-952af4799497" providerId="AD" clId="Web-{1C559D3C-F84A-42D4-8D9F-F3ED10844399}" dt="2026-07-06T09:59:36.376" v="57"/>
        <pc:sldMkLst>
          <pc:docMk/>
          <pc:sldMk cId="3981440326" sldId="2076137770"/>
        </pc:sldMkLst>
      </pc:sldChg>
      <pc:sldChg chg="mod ord modShow">
        <pc:chgData name="Srikant Kalaga" userId="S::srikant.k@syrencloud.com::961c47af-c9bb-4225-b2a0-952af4799497" providerId="AD" clId="Web-{1C559D3C-F84A-42D4-8D9F-F3ED10844399}" dt="2026-07-06T09:52:20.152" v="19"/>
        <pc:sldMkLst>
          <pc:docMk/>
          <pc:sldMk cId="2997420400" sldId="2076137774"/>
        </pc:sldMkLst>
      </pc:sldChg>
      <pc:sldChg chg="ord">
        <pc:chgData name="Srikant Kalaga" userId="S::srikant.k@syrencloud.com::961c47af-c9bb-4225-b2a0-952af4799497" providerId="AD" clId="Web-{1C559D3C-F84A-42D4-8D9F-F3ED10844399}" dt="2026-07-06T09:56:09.967" v="44"/>
        <pc:sldMkLst>
          <pc:docMk/>
          <pc:sldMk cId="2685246618" sldId="2147474883"/>
        </pc:sldMkLst>
      </pc:sldChg>
      <pc:sldChg chg="ord">
        <pc:chgData name="Srikant Kalaga" userId="S::srikant.k@syrencloud.com::961c47af-c9bb-4225-b2a0-952af4799497" providerId="AD" clId="Web-{1C559D3C-F84A-42D4-8D9F-F3ED10844399}" dt="2026-07-06T09:55:12.872" v="38"/>
        <pc:sldMkLst>
          <pc:docMk/>
          <pc:sldMk cId="3216750113" sldId="2147474885"/>
        </pc:sldMkLst>
      </pc:sldChg>
      <pc:sldChg chg="ord">
        <pc:chgData name="Srikant Kalaga" userId="S::srikant.k@syrencloud.com::961c47af-c9bb-4225-b2a0-952af4799497" providerId="AD" clId="Web-{1C559D3C-F84A-42D4-8D9F-F3ED10844399}" dt="2026-07-06T09:53:34.684" v="20"/>
        <pc:sldMkLst>
          <pc:docMk/>
          <pc:sldMk cId="2877813512" sldId="2147474886"/>
        </pc:sldMkLst>
      </pc:sldChg>
      <pc:sldChg chg="mod ord modShow">
        <pc:chgData name="Srikant Kalaga" userId="S::srikant.k@syrencloud.com::961c47af-c9bb-4225-b2a0-952af4799497" providerId="AD" clId="Web-{1C559D3C-F84A-42D4-8D9F-F3ED10844399}" dt="2026-07-06T09:52:20.152" v="18"/>
        <pc:sldMkLst>
          <pc:docMk/>
          <pc:sldMk cId="3377972757" sldId="2147474889"/>
        </pc:sldMkLst>
      </pc:sldChg>
      <pc:sldChg chg="mod ord modShow">
        <pc:chgData name="Srikant Kalaga" userId="S::srikant.k@syrencloud.com::961c47af-c9bb-4225-b2a0-952af4799497" providerId="AD" clId="Web-{1C559D3C-F84A-42D4-8D9F-F3ED10844399}" dt="2026-07-06T09:52:20.152" v="17"/>
        <pc:sldMkLst>
          <pc:docMk/>
          <pc:sldMk cId="2584111903" sldId="2147474891"/>
        </pc:sldMkLst>
      </pc:sldChg>
      <pc:sldChg chg="ord">
        <pc:chgData name="Srikant Kalaga" userId="S::srikant.k@syrencloud.com::961c47af-c9bb-4225-b2a0-952af4799497" providerId="AD" clId="Web-{1C559D3C-F84A-42D4-8D9F-F3ED10844399}" dt="2026-07-06T09:55:12.888" v="39"/>
        <pc:sldMkLst>
          <pc:docMk/>
          <pc:sldMk cId="790199280" sldId="2147481775"/>
        </pc:sldMkLst>
      </pc:sldChg>
      <pc:sldChg chg="modSp">
        <pc:chgData name="Srikant Kalaga" userId="S::srikant.k@syrencloud.com::961c47af-c9bb-4225-b2a0-952af4799497" providerId="AD" clId="Web-{1C559D3C-F84A-42D4-8D9F-F3ED10844399}" dt="2026-07-06T10:10:43.619" v="98" actId="20577"/>
        <pc:sldMkLst>
          <pc:docMk/>
          <pc:sldMk cId="123677467" sldId="2147481803"/>
        </pc:sldMkLst>
        <pc:spChg chg="mod">
          <ac:chgData name="Srikant Kalaga" userId="S::srikant.k@syrencloud.com::961c47af-c9bb-4225-b2a0-952af4799497" providerId="AD" clId="Web-{1C559D3C-F84A-42D4-8D9F-F3ED10844399}" dt="2026-07-06T10:10:43.619" v="98" actId="20577"/>
          <ac:spMkLst>
            <pc:docMk/>
            <pc:sldMk cId="123677467" sldId="2147481803"/>
            <ac:spMk id="2" creationId="{6347BFE4-D4E7-ECEC-2A29-50849500268A}"/>
          </ac:spMkLst>
        </pc:spChg>
      </pc:sldChg>
      <pc:sldChg chg="mod ord modShow">
        <pc:chgData name="Srikant Kalaga" userId="S::srikant.k@syrencloud.com::961c47af-c9bb-4225-b2a0-952af4799497" providerId="AD" clId="Web-{1C559D3C-F84A-42D4-8D9F-F3ED10844399}" dt="2026-07-06T09:56:55.624" v="47"/>
        <pc:sldMkLst>
          <pc:docMk/>
          <pc:sldMk cId="1927602274" sldId="2147481805"/>
        </pc:sldMkLst>
      </pc:sldChg>
      <pc:sldChg chg="mod ord modShow">
        <pc:chgData name="Srikant Kalaga" userId="S::srikant.k@syrencloud.com::961c47af-c9bb-4225-b2a0-952af4799497" providerId="AD" clId="Web-{1C559D3C-F84A-42D4-8D9F-F3ED10844399}" dt="2026-07-06T09:56:47.983" v="46"/>
        <pc:sldMkLst>
          <pc:docMk/>
          <pc:sldMk cId="1614789178" sldId="2147481806"/>
        </pc:sldMkLst>
      </pc:sldChg>
      <pc:sldChg chg="mod ord modShow">
        <pc:chgData name="Srikant Kalaga" userId="S::srikant.k@syrencloud.com::961c47af-c9bb-4225-b2a0-952af4799497" providerId="AD" clId="Web-{1C559D3C-F84A-42D4-8D9F-F3ED10844399}" dt="2026-07-06T09:57:04.358" v="49"/>
        <pc:sldMkLst>
          <pc:docMk/>
          <pc:sldMk cId="905749200" sldId="2147481807"/>
        </pc:sldMkLst>
      </pc:sldChg>
      <pc:sldChg chg="add ord">
        <pc:chgData name="Srikant Kalaga" userId="S::srikant.k@syrencloud.com::961c47af-c9bb-4225-b2a0-952af4799497" providerId="AD" clId="Web-{1C559D3C-F84A-42D4-8D9F-F3ED10844399}" dt="2026-07-06T09:51:35.276" v="4"/>
        <pc:sldMkLst>
          <pc:docMk/>
          <pc:sldMk cId="2751744931" sldId="2147481808"/>
        </pc:sldMkLst>
      </pc:sldChg>
      <pc:sldChg chg="add mod modShow">
        <pc:chgData name="Srikant Kalaga" userId="S::srikant.k@syrencloud.com::961c47af-c9bb-4225-b2a0-952af4799497" providerId="AD" clId="Web-{1C559D3C-F84A-42D4-8D9F-F3ED10844399}" dt="2026-07-06T09:56:41.874" v="45"/>
        <pc:sldMkLst>
          <pc:docMk/>
          <pc:sldMk cId="3909640683" sldId="2147481809"/>
        </pc:sldMkLst>
      </pc:sldChg>
      <pc:sldChg chg="add">
        <pc:chgData name="Srikant Kalaga" userId="S::srikant.k@syrencloud.com::961c47af-c9bb-4225-b2a0-952af4799497" providerId="AD" clId="Web-{1C559D3C-F84A-42D4-8D9F-F3ED10844399}" dt="2026-07-06T09:51:01.901" v="2"/>
        <pc:sldMkLst>
          <pc:docMk/>
          <pc:sldMk cId="2408097752" sldId="2147481810"/>
        </pc:sldMkLst>
      </pc:sldChg>
      <pc:sldChg chg="modSp add replId">
        <pc:chgData name="Srikant Kalaga" userId="S::srikant.k@syrencloud.com::961c47af-c9bb-4225-b2a0-952af4799497" providerId="AD" clId="Web-{1C559D3C-F84A-42D4-8D9F-F3ED10844399}" dt="2026-07-06T10:12:34.542" v="169" actId="14100"/>
        <pc:sldMkLst>
          <pc:docMk/>
          <pc:sldMk cId="3561570222" sldId="2147481813"/>
        </pc:sldMkLst>
        <pc:spChg chg="mod">
          <ac:chgData name="Srikant Kalaga" userId="S::srikant.k@syrencloud.com::961c47af-c9bb-4225-b2a0-952af4799497" providerId="AD" clId="Web-{1C559D3C-F84A-42D4-8D9F-F3ED10844399}" dt="2026-07-06T10:12:34.542" v="169" actId="14100"/>
          <ac:spMkLst>
            <pc:docMk/>
            <pc:sldMk cId="3561570222" sldId="2147481813"/>
            <ac:spMk id="2" creationId="{B4B96B2F-B961-B844-C23C-EDB23243CDD6}"/>
          </ac:spMkLst>
        </pc:spChg>
      </pc:sldChg>
      <pc:sldChg chg="modSp add replId">
        <pc:chgData name="Srikant Kalaga" userId="S::srikant.k@syrencloud.com::961c47af-c9bb-4225-b2a0-952af4799497" providerId="AD" clId="Web-{1C559D3C-F84A-42D4-8D9F-F3ED10844399}" dt="2026-07-06T10:13:20.386" v="214" actId="14100"/>
        <pc:sldMkLst>
          <pc:docMk/>
          <pc:sldMk cId="2276370040" sldId="2147481814"/>
        </pc:sldMkLst>
        <pc:spChg chg="mod">
          <ac:chgData name="Srikant Kalaga" userId="S::srikant.k@syrencloud.com::961c47af-c9bb-4225-b2a0-952af4799497" providerId="AD" clId="Web-{1C559D3C-F84A-42D4-8D9F-F3ED10844399}" dt="2026-07-06T10:13:20.386" v="214" actId="14100"/>
          <ac:spMkLst>
            <pc:docMk/>
            <pc:sldMk cId="2276370040" sldId="2147481814"/>
            <ac:spMk id="2" creationId="{54599FD3-F17A-7943-C718-BD188C5AFD6C}"/>
          </ac:spMkLst>
        </pc:spChg>
      </pc:sldChg>
      <pc:sldChg chg="modSp add replId">
        <pc:chgData name="Srikant Kalaga" userId="S::srikant.k@syrencloud.com::961c47af-c9bb-4225-b2a0-952af4799497" providerId="AD" clId="Web-{1C559D3C-F84A-42D4-8D9F-F3ED10844399}" dt="2026-07-06T10:14:02.199" v="236" actId="20577"/>
        <pc:sldMkLst>
          <pc:docMk/>
          <pc:sldMk cId="3082186354" sldId="2147481815"/>
        </pc:sldMkLst>
        <pc:spChg chg="mod">
          <ac:chgData name="Srikant Kalaga" userId="S::srikant.k@syrencloud.com::961c47af-c9bb-4225-b2a0-952af4799497" providerId="AD" clId="Web-{1C559D3C-F84A-42D4-8D9F-F3ED10844399}" dt="2026-07-06T10:14:02.199" v="236" actId="20577"/>
          <ac:spMkLst>
            <pc:docMk/>
            <pc:sldMk cId="3082186354" sldId="2147481815"/>
            <ac:spMk id="2" creationId="{7ED42208-E64C-DCB2-B145-085C7F52889E}"/>
          </ac:spMkLst>
        </pc:spChg>
      </pc:sldChg>
      <pc:sldMasterChg chg="addSldLayout">
        <pc:chgData name="Srikant Kalaga" userId="S::srikant.k@syrencloud.com::961c47af-c9bb-4225-b2a0-952af4799497" providerId="AD" clId="Web-{1C559D3C-F84A-42D4-8D9F-F3ED10844399}" dt="2026-07-06T09:50:27.057" v="0"/>
        <pc:sldMasterMkLst>
          <pc:docMk/>
          <pc:sldMasterMk cId="2460954070" sldId="2147483704"/>
        </pc:sldMasterMkLst>
        <pc:sldLayoutChg chg="add">
          <pc:chgData name="Srikant Kalaga" userId="S::srikant.k@syrencloud.com::961c47af-c9bb-4225-b2a0-952af4799497" providerId="AD" clId="Web-{1C559D3C-F84A-42D4-8D9F-F3ED10844399}" dt="2026-07-06T09:50:27.057" v="0"/>
          <pc:sldLayoutMkLst>
            <pc:docMk/>
            <pc:sldMasterMk cId="2460954070" sldId="2147483704"/>
            <pc:sldLayoutMk cId="1407904362" sldId="2147483721"/>
          </pc:sldLayoutMkLst>
        </pc:sldLayoutChg>
        <pc:sldLayoutChg chg="add">
          <pc:chgData name="Srikant Kalaga" userId="S::srikant.k@syrencloud.com::961c47af-c9bb-4225-b2a0-952af4799497" providerId="AD" clId="Web-{1C559D3C-F84A-42D4-8D9F-F3ED10844399}" dt="2026-07-06T09:50:27.057" v="0"/>
          <pc:sldLayoutMkLst>
            <pc:docMk/>
            <pc:sldMasterMk cId="2460954070" sldId="2147483704"/>
            <pc:sldLayoutMk cId="638023949" sldId="2147483748"/>
          </pc:sldLayoutMkLst>
        </pc:sldLayoutChg>
        <pc:sldLayoutChg chg="add">
          <pc:chgData name="Srikant Kalaga" userId="S::srikant.k@syrencloud.com::961c47af-c9bb-4225-b2a0-952af4799497" providerId="AD" clId="Web-{1C559D3C-F84A-42D4-8D9F-F3ED10844399}" dt="2026-07-06T09:50:27.057" v="0"/>
          <pc:sldLayoutMkLst>
            <pc:docMk/>
            <pc:sldMasterMk cId="2460954070" sldId="2147483704"/>
            <pc:sldLayoutMk cId="2385387890" sldId="2147484386"/>
          </pc:sldLayoutMkLst>
        </pc:sldLayoutChg>
        <pc:sldLayoutChg chg="add">
          <pc:chgData name="Srikant Kalaga" userId="S::srikant.k@syrencloud.com::961c47af-c9bb-4225-b2a0-952af4799497" providerId="AD" clId="Web-{1C559D3C-F84A-42D4-8D9F-F3ED10844399}" dt="2026-07-06T09:50:27.057" v="0"/>
          <pc:sldLayoutMkLst>
            <pc:docMk/>
            <pc:sldMasterMk cId="2460954070" sldId="2147483704"/>
            <pc:sldLayoutMk cId="2413618761" sldId="2147484387"/>
          </pc:sldLayoutMkLst>
        </pc:sldLayoutChg>
        <pc:sldLayoutChg chg="add">
          <pc:chgData name="Srikant Kalaga" userId="S::srikant.k@syrencloud.com::961c47af-c9bb-4225-b2a0-952af4799497" providerId="AD" clId="Web-{1C559D3C-F84A-42D4-8D9F-F3ED10844399}" dt="2026-07-06T09:50:27.057" v="0"/>
          <pc:sldLayoutMkLst>
            <pc:docMk/>
            <pc:sldMasterMk cId="2460954070" sldId="2147483704"/>
            <pc:sldLayoutMk cId="949138452" sldId="2147484388"/>
          </pc:sldLayoutMkLst>
        </pc:sldLayoutChg>
      </pc:sldMasterChg>
      <pc:sldMasterChg chg="addSldLayout modSldLayout">
        <pc:chgData name="Srikant Kalaga" userId="S::srikant.k@syrencloud.com::961c47af-c9bb-4225-b2a0-952af4799497" providerId="AD" clId="Web-{1C559D3C-F84A-42D4-8D9F-F3ED10844399}" dt="2026-07-06T09:50:45.057" v="1"/>
        <pc:sldMasterMkLst>
          <pc:docMk/>
          <pc:sldMasterMk cId="1141844420" sldId="2147484370"/>
        </pc:sldMasterMkLst>
        <pc:sldLayoutChg chg="add">
          <pc:chgData name="Srikant Kalaga" userId="S::srikant.k@syrencloud.com::961c47af-c9bb-4225-b2a0-952af4799497" providerId="AD" clId="Web-{1C559D3C-F84A-42D4-8D9F-F3ED10844399}" dt="2026-07-06T09:50:45.057" v="1"/>
          <pc:sldLayoutMkLst>
            <pc:docMk/>
            <pc:sldMasterMk cId="1141844420" sldId="2147484370"/>
            <pc:sldLayoutMk cId="2849482901" sldId="2147483729"/>
          </pc:sldLayoutMkLst>
        </pc:sldLayoutChg>
        <pc:sldLayoutChg chg="replId">
          <pc:chgData name="Srikant Kalaga" userId="S::srikant.k@syrencloud.com::961c47af-c9bb-4225-b2a0-952af4799497" providerId="AD" clId="Web-{1C559D3C-F84A-42D4-8D9F-F3ED10844399}" dt="2026-07-06T09:50:27.057" v="0"/>
          <pc:sldLayoutMkLst>
            <pc:docMk/>
            <pc:sldMasterMk cId="1141844420" sldId="2147484370"/>
            <pc:sldLayoutMk cId="1959399565" sldId="2147484390"/>
          </pc:sldLayoutMkLst>
        </pc:sldLayoutChg>
        <pc:sldLayoutChg chg="replId">
          <pc:chgData name="Srikant Kalaga" userId="S::srikant.k@syrencloud.com::961c47af-c9bb-4225-b2a0-952af4799497" providerId="AD" clId="Web-{1C559D3C-F84A-42D4-8D9F-F3ED10844399}" dt="2026-07-06T09:50:45.057" v="1"/>
          <pc:sldLayoutMkLst>
            <pc:docMk/>
            <pc:sldMasterMk cId="1141844420" sldId="2147484370"/>
            <pc:sldLayoutMk cId="2597177090" sldId="2147484391"/>
          </pc:sldLayoutMkLst>
        </pc:sldLayoutChg>
        <pc:sldLayoutChg chg="add">
          <pc:chgData name="Srikant Kalaga" userId="S::srikant.k@syrencloud.com::961c47af-c9bb-4225-b2a0-952af4799497" providerId="AD" clId="Web-{1C559D3C-F84A-42D4-8D9F-F3ED10844399}" dt="2026-07-06T09:50:45.057" v="1"/>
          <pc:sldLayoutMkLst>
            <pc:docMk/>
            <pc:sldMasterMk cId="1141844420" sldId="2147484370"/>
            <pc:sldLayoutMk cId="3144762223" sldId="2147484392"/>
          </pc:sldLayoutMkLst>
        </pc:sldLayoutChg>
      </pc:sldMasterChg>
    </pc:docChg>
  </pc:docChgLst>
  <pc:docChgLst>
    <pc:chgData name="Srikant Kalaga" userId="S::srikant.k@syrencloud.com::961c47af-c9bb-4225-b2a0-952af4799497" providerId="AD" clId="Web-{C4E9AD8B-C170-4F81-CABD-93EE989CA317}"/>
    <pc:docChg chg="addSld modSld modSection">
      <pc:chgData name="Srikant Kalaga" userId="S::srikant.k@syrencloud.com::961c47af-c9bb-4225-b2a0-952af4799497" providerId="AD" clId="Web-{C4E9AD8B-C170-4F81-CABD-93EE989CA317}" dt="2026-07-01T09:31:09.983" v="25" actId="1076"/>
      <pc:docMkLst>
        <pc:docMk/>
      </pc:docMkLst>
    </pc:docChg>
  </pc:docChgLst>
  <pc:docChgLst>
    <pc:chgData name="Srikant Kalaga" userId="S::srikant.k@syrencloud.com::961c47af-c9bb-4225-b2a0-952af4799497" providerId="AD" clId="Web-{A664210E-CAA5-E08F-CCB8-F64E73F3AD74}"/>
    <pc:docChg chg="modSld">
      <pc:chgData name="Srikant Kalaga" userId="S::srikant.k@syrencloud.com::961c47af-c9bb-4225-b2a0-952af4799497" providerId="AD" clId="Web-{A664210E-CAA5-E08F-CCB8-F64E73F3AD74}" dt="2026-07-02T12:27:16.797" v="2" actId="1076"/>
      <pc:docMkLst>
        <pc:docMk/>
      </pc:docMkLst>
      <pc:sldChg chg="modSp">
        <pc:chgData name="Srikant Kalaga" userId="S::srikant.k@syrencloud.com::961c47af-c9bb-4225-b2a0-952af4799497" providerId="AD" clId="Web-{A664210E-CAA5-E08F-CCB8-F64E73F3AD74}" dt="2026-07-02T12:26:47.312" v="0" actId="14100"/>
        <pc:sldMkLst>
          <pc:docMk/>
          <pc:sldMk cId="1927602274" sldId="2147481805"/>
        </pc:sldMkLst>
        <pc:picChg chg="mod">
          <ac:chgData name="Srikant Kalaga" userId="S::srikant.k@syrencloud.com::961c47af-c9bb-4225-b2a0-952af4799497" providerId="AD" clId="Web-{A664210E-CAA5-E08F-CCB8-F64E73F3AD74}" dt="2026-07-02T12:26:47.312" v="0" actId="14100"/>
          <ac:picMkLst>
            <pc:docMk/>
            <pc:sldMk cId="1927602274" sldId="2147481805"/>
            <ac:picMk id="5" creationId="{6A65FF8C-B8FE-6630-88C7-1E20D28A95B7}"/>
          </ac:picMkLst>
        </pc:picChg>
      </pc:sldChg>
      <pc:sldChg chg="modSp">
        <pc:chgData name="Srikant Kalaga" userId="S::srikant.k@syrencloud.com::961c47af-c9bb-4225-b2a0-952af4799497" providerId="AD" clId="Web-{A664210E-CAA5-E08F-CCB8-F64E73F3AD74}" dt="2026-07-02T12:27:16.797" v="2" actId="1076"/>
        <pc:sldMkLst>
          <pc:docMk/>
          <pc:sldMk cId="905749200" sldId="2147481807"/>
        </pc:sldMkLst>
        <pc:spChg chg="mod">
          <ac:chgData name="Srikant Kalaga" userId="S::srikant.k@syrencloud.com::961c47af-c9bb-4225-b2a0-952af4799497" providerId="AD" clId="Web-{A664210E-CAA5-E08F-CCB8-F64E73F3AD74}" dt="2026-07-02T12:27:16.797" v="2" actId="1076"/>
          <ac:spMkLst>
            <pc:docMk/>
            <pc:sldMk cId="905749200" sldId="2147481807"/>
            <ac:spMk id="6" creationId="{9690DCBA-F473-F9FD-FC31-89C5FB261B91}"/>
          </ac:spMkLst>
        </pc:spChg>
      </pc:sldChg>
    </pc:docChg>
  </pc:docChgLst>
  <pc:docChgLst>
    <pc:chgData name="Srikant Kalaga" userId="S::srikant.k@syrencloud.com::961c47af-c9bb-4225-b2a0-952af4799497" providerId="AD" clId="Web-{AFD5675C-97CB-FBFE-8041-638400D531B1}"/>
    <pc:docChg chg="addSld delSld modSld sldOrd addMainMaster modMainMaster">
      <pc:chgData name="Srikant Kalaga" userId="S::srikant.k@syrencloud.com::961c47af-c9bb-4225-b2a0-952af4799497" providerId="AD" clId="Web-{AFD5675C-97CB-FBFE-8041-638400D531B1}" dt="2026-06-29T16:39:43.898" v="513"/>
      <pc:docMkLst>
        <pc:docMk/>
      </pc:docMkLst>
      <pc:sldChg chg="delSp modSp">
        <pc:chgData name="Srikant Kalaga" userId="S::srikant.k@syrencloud.com::961c47af-c9bb-4225-b2a0-952af4799497" providerId="AD" clId="Web-{AFD5675C-97CB-FBFE-8041-638400D531B1}" dt="2026-06-29T16:10:52.117" v="213"/>
        <pc:sldMkLst>
          <pc:docMk/>
          <pc:sldMk cId="3348813402" sldId="2076137763"/>
        </pc:sldMkLst>
        <pc:spChg chg="mod">
          <ac:chgData name="Srikant Kalaga" userId="S::srikant.k@syrencloud.com::961c47af-c9bb-4225-b2a0-952af4799497" providerId="AD" clId="Web-{AFD5675C-97CB-FBFE-8041-638400D531B1}" dt="2026-06-29T16:10:42.695" v="211" actId="20577"/>
          <ac:spMkLst>
            <pc:docMk/>
            <pc:sldMk cId="3348813402" sldId="2076137763"/>
            <ac:spMk id="8" creationId="{C40EE419-AB26-3A2D-FF6D-12837EA61365}"/>
          </ac:spMkLst>
        </pc:spChg>
      </pc:sldChg>
      <pc:sldChg chg="delSp modSp">
        <pc:chgData name="Srikant Kalaga" userId="S::srikant.k@syrencloud.com::961c47af-c9bb-4225-b2a0-952af4799497" providerId="AD" clId="Web-{AFD5675C-97CB-FBFE-8041-638400D531B1}" dt="2026-06-29T16:10:56.195" v="215"/>
        <pc:sldMkLst>
          <pc:docMk/>
          <pc:sldMk cId="3882010242" sldId="2076137764"/>
        </pc:sldMkLst>
      </pc:sldChg>
      <pc:sldChg chg="delSp modSp">
        <pc:chgData name="Srikant Kalaga" userId="S::srikant.k@syrencloud.com::961c47af-c9bb-4225-b2a0-952af4799497" providerId="AD" clId="Web-{AFD5675C-97CB-FBFE-8041-638400D531B1}" dt="2026-06-29T16:11:07.477" v="221" actId="20577"/>
        <pc:sldMkLst>
          <pc:docMk/>
          <pc:sldMk cId="54263797" sldId="2076137765"/>
        </pc:sldMkLst>
        <pc:spChg chg="mod">
          <ac:chgData name="Srikant Kalaga" userId="S::srikant.k@syrencloud.com::961c47af-c9bb-4225-b2a0-952af4799497" providerId="AD" clId="Web-{AFD5675C-97CB-FBFE-8041-638400D531B1}" dt="2026-06-29T16:11:07.477" v="221" actId="20577"/>
          <ac:spMkLst>
            <pc:docMk/>
            <pc:sldMk cId="54263797" sldId="2076137765"/>
            <ac:spMk id="2" creationId="{EE89335B-AF71-D332-C152-DA4B4214B708}"/>
          </ac:spMkLst>
        </pc:spChg>
      </pc:sldChg>
      <pc:sldChg chg="modSp ord">
        <pc:chgData name="Srikant Kalaga" userId="S::srikant.k@syrencloud.com::961c47af-c9bb-4225-b2a0-952af4799497" providerId="AD" clId="Web-{AFD5675C-97CB-FBFE-8041-638400D531B1}" dt="2026-06-29T16:29:02.730" v="338"/>
        <pc:sldMkLst>
          <pc:docMk/>
          <pc:sldMk cId="6189717" sldId="2076137766"/>
        </pc:sldMkLst>
        <pc:spChg chg="mod">
          <ac:chgData name="Srikant Kalaga" userId="S::srikant.k@syrencloud.com::961c47af-c9bb-4225-b2a0-952af4799497" providerId="AD" clId="Web-{AFD5675C-97CB-FBFE-8041-638400D531B1}" dt="2026-06-29T16:26:10.129" v="311" actId="1076"/>
          <ac:spMkLst>
            <pc:docMk/>
            <pc:sldMk cId="6189717" sldId="2076137766"/>
            <ac:spMk id="40" creationId="{85FB13C4-B002-4E3A-D2B7-A9E311D0BAA4}"/>
          </ac:spMkLst>
        </pc:spChg>
      </pc:sldChg>
      <pc:sldChg chg="addSp delSp modSp ord">
        <pc:chgData name="Srikant Kalaga" userId="S::srikant.k@syrencloud.com::961c47af-c9bb-4225-b2a0-952af4799497" providerId="AD" clId="Web-{AFD5675C-97CB-FBFE-8041-638400D531B1}" dt="2026-06-29T16:30:01.170" v="353"/>
        <pc:sldMkLst>
          <pc:docMk/>
          <pc:sldMk cId="4221204706" sldId="2076137769"/>
        </pc:sldMkLst>
      </pc:sldChg>
      <pc:sldChg chg="addSp delSp modSp ord">
        <pc:chgData name="Srikant Kalaga" userId="S::srikant.k@syrencloud.com::961c47af-c9bb-4225-b2a0-952af4799497" providerId="AD" clId="Web-{AFD5675C-97CB-FBFE-8041-638400D531B1}" dt="2026-06-29T16:30:04.545" v="354"/>
        <pc:sldMkLst>
          <pc:docMk/>
          <pc:sldMk cId="3981440326" sldId="2076137770"/>
        </pc:sldMkLst>
      </pc:sldChg>
      <pc:sldChg chg="ord">
        <pc:chgData name="Srikant Kalaga" userId="S::srikant.k@syrencloud.com::961c47af-c9bb-4225-b2a0-952af4799497" providerId="AD" clId="Web-{AFD5675C-97CB-FBFE-8041-638400D531B1}" dt="2026-06-29T16:34:16.134" v="421"/>
        <pc:sldMkLst>
          <pc:docMk/>
          <pc:sldMk cId="3574877604" sldId="2076137771"/>
        </pc:sldMkLst>
      </pc:sldChg>
      <pc:sldChg chg="delSp ord">
        <pc:chgData name="Srikant Kalaga" userId="S::srikant.k@syrencloud.com::961c47af-c9bb-4225-b2a0-952af4799497" providerId="AD" clId="Web-{AFD5675C-97CB-FBFE-8041-638400D531B1}" dt="2026-06-29T16:30:32.577" v="369"/>
        <pc:sldMkLst>
          <pc:docMk/>
          <pc:sldMk cId="1642220967" sldId="2076137772"/>
        </pc:sldMkLst>
      </pc:sldChg>
      <pc:sldChg chg="ord">
        <pc:chgData name="Srikant Kalaga" userId="S::srikant.k@syrencloud.com::961c47af-c9bb-4225-b2a0-952af4799497" providerId="AD" clId="Web-{AFD5675C-97CB-FBFE-8041-638400D531B1}" dt="2026-06-29T16:33:00.240" v="414"/>
        <pc:sldMkLst>
          <pc:docMk/>
          <pc:sldMk cId="2997420400" sldId="2076137774"/>
        </pc:sldMkLst>
      </pc:sldChg>
      <pc:sldChg chg="mod ord modShow">
        <pc:chgData name="Srikant Kalaga" userId="S::srikant.k@syrencloud.com::961c47af-c9bb-4225-b2a0-952af4799497" providerId="AD" clId="Web-{AFD5675C-97CB-FBFE-8041-638400D531B1}" dt="2026-06-29T16:39:12.959" v="501"/>
        <pc:sldMkLst>
          <pc:docMk/>
          <pc:sldMk cId="2467562094" sldId="2076137775"/>
        </pc:sldMkLst>
      </pc:sldChg>
      <pc:sldChg chg="mod ord modShow">
        <pc:chgData name="Srikant Kalaga" userId="S::srikant.k@syrencloud.com::961c47af-c9bb-4225-b2a0-952af4799497" providerId="AD" clId="Web-{AFD5675C-97CB-FBFE-8041-638400D531B1}" dt="2026-06-29T16:39:12.959" v="500"/>
        <pc:sldMkLst>
          <pc:docMk/>
          <pc:sldMk cId="2709716531" sldId="2076137776"/>
        </pc:sldMkLst>
      </pc:sldChg>
      <pc:sldChg chg="mod ord modShow">
        <pc:chgData name="Srikant Kalaga" userId="S::srikant.k@syrencloud.com::961c47af-c9bb-4225-b2a0-952af4799497" providerId="AD" clId="Web-{AFD5675C-97CB-FBFE-8041-638400D531B1}" dt="2026-06-29T16:39:12.959" v="499"/>
        <pc:sldMkLst>
          <pc:docMk/>
          <pc:sldMk cId="2152366833" sldId="2076137777"/>
        </pc:sldMkLst>
      </pc:sldChg>
      <pc:sldChg chg="ord">
        <pc:chgData name="Srikant Kalaga" userId="S::srikant.k@syrencloud.com::961c47af-c9bb-4225-b2a0-952af4799497" providerId="AD" clId="Web-{AFD5675C-97CB-FBFE-8041-638400D531B1}" dt="2026-06-29T16:32:39.599" v="401"/>
        <pc:sldMkLst>
          <pc:docMk/>
          <pc:sldMk cId="67895314" sldId="2147474868"/>
        </pc:sldMkLst>
      </pc:sldChg>
      <pc:sldChg chg="ord">
        <pc:chgData name="Srikant Kalaga" userId="S::srikant.k@syrencloud.com::961c47af-c9bb-4225-b2a0-952af4799497" providerId="AD" clId="Web-{AFD5675C-97CB-FBFE-8041-638400D531B1}" dt="2026-06-29T16:37:12.376" v="484"/>
        <pc:sldMkLst>
          <pc:docMk/>
          <pc:sldMk cId="553572738" sldId="2147474869"/>
        </pc:sldMkLst>
      </pc:sldChg>
      <pc:sldChg chg="ord">
        <pc:chgData name="Srikant Kalaga" userId="S::srikant.k@syrencloud.com::961c47af-c9bb-4225-b2a0-952af4799497" providerId="AD" clId="Web-{AFD5675C-97CB-FBFE-8041-638400D531B1}" dt="2026-06-29T16:37:12.376" v="483"/>
        <pc:sldMkLst>
          <pc:docMk/>
          <pc:sldMk cId="1305668230" sldId="2147474870"/>
        </pc:sldMkLst>
      </pc:sldChg>
      <pc:sldChg chg="delSp modSp ord">
        <pc:chgData name="Srikant Kalaga" userId="S::srikant.k@syrencloud.com::961c47af-c9bb-4225-b2a0-952af4799497" providerId="AD" clId="Web-{AFD5675C-97CB-FBFE-8041-638400D531B1}" dt="2026-06-29T16:37:12.376" v="482"/>
        <pc:sldMkLst>
          <pc:docMk/>
          <pc:sldMk cId="1014566364" sldId="2147474871"/>
        </pc:sldMkLst>
        <pc:spChg chg="mod">
          <ac:chgData name="Srikant Kalaga" userId="S::srikant.k@syrencloud.com::961c47af-c9bb-4225-b2a0-952af4799497" providerId="AD" clId="Web-{AFD5675C-97CB-FBFE-8041-638400D531B1}" dt="2026-06-29T16:14:49.580" v="301" actId="1076"/>
          <ac:spMkLst>
            <pc:docMk/>
            <pc:sldMk cId="1014566364" sldId="2147474871"/>
            <ac:spMk id="9" creationId="{1D96AEE3-F21E-B812-C28C-33D107420E4E}"/>
          </ac:spMkLst>
        </pc:spChg>
        <pc:grpChg chg="mod">
          <ac:chgData name="Srikant Kalaga" userId="S::srikant.k@syrencloud.com::961c47af-c9bb-4225-b2a0-952af4799497" providerId="AD" clId="Web-{AFD5675C-97CB-FBFE-8041-638400D531B1}" dt="2026-06-29T16:14:49.658" v="302" actId="1076"/>
          <ac:grpSpMkLst>
            <pc:docMk/>
            <pc:sldMk cId="1014566364" sldId="2147474871"/>
            <ac:grpSpMk id="17" creationId="{F3100EFF-3B63-4AB9-35AB-956065E176F5}"/>
          </ac:grpSpMkLst>
        </pc:grpChg>
        <pc:picChg chg="mod">
          <ac:chgData name="Srikant Kalaga" userId="S::srikant.k@syrencloud.com::961c47af-c9bb-4225-b2a0-952af4799497" providerId="AD" clId="Web-{AFD5675C-97CB-FBFE-8041-638400D531B1}" dt="2026-06-29T16:14:49.690" v="303" actId="1076"/>
          <ac:picMkLst>
            <pc:docMk/>
            <pc:sldMk cId="1014566364" sldId="2147474871"/>
            <ac:picMk id="25" creationId="{823A3784-C5F7-EBC2-851C-B7F8D6658A59}"/>
          </ac:picMkLst>
        </pc:picChg>
        <pc:picChg chg="mod">
          <ac:chgData name="Srikant Kalaga" userId="S::srikant.k@syrencloud.com::961c47af-c9bb-4225-b2a0-952af4799497" providerId="AD" clId="Web-{AFD5675C-97CB-FBFE-8041-638400D531B1}" dt="2026-06-29T16:14:49.705" v="304" actId="1076"/>
          <ac:picMkLst>
            <pc:docMk/>
            <pc:sldMk cId="1014566364" sldId="2147474871"/>
            <ac:picMk id="27" creationId="{33F75728-5E18-F792-3D0B-22ACF204A754}"/>
          </ac:picMkLst>
        </pc:picChg>
        <pc:picChg chg="mod">
          <ac:chgData name="Srikant Kalaga" userId="S::srikant.k@syrencloud.com::961c47af-c9bb-4225-b2a0-952af4799497" providerId="AD" clId="Web-{AFD5675C-97CB-FBFE-8041-638400D531B1}" dt="2026-06-29T16:14:49.721" v="305" actId="1076"/>
          <ac:picMkLst>
            <pc:docMk/>
            <pc:sldMk cId="1014566364" sldId="2147474871"/>
            <ac:picMk id="29" creationId="{6D28BE67-2FEE-503A-9E40-77EAEABCB178}"/>
          </ac:picMkLst>
        </pc:picChg>
        <pc:picChg chg="mod">
          <ac:chgData name="Srikant Kalaga" userId="S::srikant.k@syrencloud.com::961c47af-c9bb-4225-b2a0-952af4799497" providerId="AD" clId="Web-{AFD5675C-97CB-FBFE-8041-638400D531B1}" dt="2026-06-29T16:14:49.736" v="306" actId="1076"/>
          <ac:picMkLst>
            <pc:docMk/>
            <pc:sldMk cId="1014566364" sldId="2147474871"/>
            <ac:picMk id="31" creationId="{3FCAC013-08B1-80F2-7C19-433C7EF8A3CD}"/>
          </ac:picMkLst>
        </pc:picChg>
        <pc:picChg chg="mod">
          <ac:chgData name="Srikant Kalaga" userId="S::srikant.k@syrencloud.com::961c47af-c9bb-4225-b2a0-952af4799497" providerId="AD" clId="Web-{AFD5675C-97CB-FBFE-8041-638400D531B1}" dt="2026-06-29T16:14:49.752" v="307" actId="1076"/>
          <ac:picMkLst>
            <pc:docMk/>
            <pc:sldMk cId="1014566364" sldId="2147474871"/>
            <ac:picMk id="33" creationId="{BC8EC285-047A-18E1-5A00-B265F48ADFBA}"/>
          </ac:picMkLst>
        </pc:picChg>
        <pc:picChg chg="mod">
          <ac:chgData name="Srikant Kalaga" userId="S::srikant.k@syrencloud.com::961c47af-c9bb-4225-b2a0-952af4799497" providerId="AD" clId="Web-{AFD5675C-97CB-FBFE-8041-638400D531B1}" dt="2026-06-29T16:14:49.783" v="308" actId="1076"/>
          <ac:picMkLst>
            <pc:docMk/>
            <pc:sldMk cId="1014566364" sldId="2147474871"/>
            <ac:picMk id="35" creationId="{671D57A8-F687-33A9-379D-F8041CEEB605}"/>
          </ac:picMkLst>
        </pc:picChg>
        <pc:picChg chg="mod">
          <ac:chgData name="Srikant Kalaga" userId="S::srikant.k@syrencloud.com::961c47af-c9bb-4225-b2a0-952af4799497" providerId="AD" clId="Web-{AFD5675C-97CB-FBFE-8041-638400D531B1}" dt="2026-06-29T16:14:49.799" v="309" actId="1076"/>
          <ac:picMkLst>
            <pc:docMk/>
            <pc:sldMk cId="1014566364" sldId="2147474871"/>
            <ac:picMk id="37" creationId="{8552EF34-A1CD-A90D-0F0D-F0E9E838A254}"/>
          </ac:picMkLst>
        </pc:picChg>
        <pc:picChg chg="mod">
          <ac:chgData name="Srikant Kalaga" userId="S::srikant.k@syrencloud.com::961c47af-c9bb-4225-b2a0-952af4799497" providerId="AD" clId="Web-{AFD5675C-97CB-FBFE-8041-638400D531B1}" dt="2026-06-29T16:14:49.815" v="310" actId="1076"/>
          <ac:picMkLst>
            <pc:docMk/>
            <pc:sldMk cId="1014566364" sldId="2147474871"/>
            <ac:picMk id="39" creationId="{FF0327D8-DD2D-291E-E861-052553A3EEDE}"/>
          </ac:picMkLst>
        </pc:picChg>
      </pc:sldChg>
      <pc:sldChg chg="delSp modSp">
        <pc:chgData name="Srikant Kalaga" userId="S::srikant.k@syrencloud.com::961c47af-c9bb-4225-b2a0-952af4799497" providerId="AD" clId="Web-{AFD5675C-97CB-FBFE-8041-638400D531B1}" dt="2026-06-29T16:10:32.944" v="208" actId="20577"/>
        <pc:sldMkLst>
          <pc:docMk/>
          <pc:sldMk cId="3002218494" sldId="2147474877"/>
        </pc:sldMkLst>
        <pc:spChg chg="mod">
          <ac:chgData name="Srikant Kalaga" userId="S::srikant.k@syrencloud.com::961c47af-c9bb-4225-b2a0-952af4799497" providerId="AD" clId="Web-{AFD5675C-97CB-FBFE-8041-638400D531B1}" dt="2026-06-29T16:10:32.944" v="208" actId="20577"/>
          <ac:spMkLst>
            <pc:docMk/>
            <pc:sldMk cId="3002218494" sldId="2147474877"/>
            <ac:spMk id="5" creationId="{C2D779C2-F15E-F5D7-419D-BCC46F9463AF}"/>
          </ac:spMkLst>
        </pc:spChg>
      </pc:sldChg>
      <pc:sldChg chg="addSp delSp modSp ord">
        <pc:chgData name="Srikant Kalaga" userId="S::srikant.k@syrencloud.com::961c47af-c9bb-4225-b2a0-952af4799497" providerId="AD" clId="Web-{AFD5675C-97CB-FBFE-8041-638400D531B1}" dt="2026-06-29T16:29:32.700" v="341"/>
        <pc:sldMkLst>
          <pc:docMk/>
          <pc:sldMk cId="1636211531" sldId="2147474879"/>
        </pc:sldMkLst>
        <pc:spChg chg="mod">
          <ac:chgData name="Srikant Kalaga" userId="S::srikant.k@syrencloud.com::961c47af-c9bb-4225-b2a0-952af4799497" providerId="AD" clId="Web-{AFD5675C-97CB-FBFE-8041-638400D531B1}" dt="2026-06-29T16:12:52.966" v="256" actId="20577"/>
          <ac:spMkLst>
            <pc:docMk/>
            <pc:sldMk cId="1636211531" sldId="2147474879"/>
            <ac:spMk id="2" creationId="{4A3D47B9-9300-2DA7-9C15-1D5E7E9989B7}"/>
          </ac:spMkLst>
        </pc:spChg>
      </pc:sldChg>
      <pc:sldChg chg="ord">
        <pc:chgData name="Srikant Kalaga" userId="S::srikant.k@syrencloud.com::961c47af-c9bb-4225-b2a0-952af4799497" providerId="AD" clId="Web-{AFD5675C-97CB-FBFE-8041-638400D531B1}" dt="2026-06-29T16:33:04.459" v="415"/>
        <pc:sldMkLst>
          <pc:docMk/>
          <pc:sldMk cId="3377972757" sldId="2147474889"/>
        </pc:sldMkLst>
      </pc:sldChg>
      <pc:sldChg chg="ord">
        <pc:chgData name="Srikant Kalaga" userId="S::srikant.k@syrencloud.com::961c47af-c9bb-4225-b2a0-952af4799497" providerId="AD" clId="Web-{AFD5675C-97CB-FBFE-8041-638400D531B1}" dt="2026-06-29T16:33:06.240" v="416"/>
        <pc:sldMkLst>
          <pc:docMk/>
          <pc:sldMk cId="2584111903" sldId="2147474891"/>
        </pc:sldMkLst>
      </pc:sldChg>
      <pc:sldChg chg="addSp delSp modSp add ord">
        <pc:chgData name="Srikant Kalaga" userId="S::srikant.k@syrencloud.com::961c47af-c9bb-4225-b2a0-952af4799497" providerId="AD" clId="Web-{AFD5675C-97CB-FBFE-8041-638400D531B1}" dt="2026-06-29T16:36:05.904" v="462" actId="1076"/>
        <pc:sldMkLst>
          <pc:docMk/>
          <pc:sldMk cId="790199280" sldId="2147481775"/>
        </pc:sldMkLst>
        <pc:spChg chg="add del">
          <ac:chgData name="Srikant Kalaga" userId="S::srikant.k@syrencloud.com::961c47af-c9bb-4225-b2a0-952af4799497" providerId="AD" clId="Web-{AFD5675C-97CB-FBFE-8041-638400D531B1}" dt="2026-06-29T16:08:43.236" v="157"/>
          <ac:spMkLst>
            <pc:docMk/>
            <pc:sldMk cId="790199280" sldId="2147481775"/>
            <ac:spMk id="7" creationId="{2C3EBFD8-8290-8F6F-7643-F99A39CDDFA5}"/>
          </ac:spMkLst>
        </pc:spChg>
        <pc:spChg chg="add del">
          <ac:chgData name="Srikant Kalaga" userId="S::srikant.k@syrencloud.com::961c47af-c9bb-4225-b2a0-952af4799497" providerId="AD" clId="Web-{AFD5675C-97CB-FBFE-8041-638400D531B1}" dt="2026-06-29T16:08:43.236" v="160"/>
          <ac:spMkLst>
            <pc:docMk/>
            <pc:sldMk cId="790199280" sldId="2147481775"/>
            <ac:spMk id="8" creationId="{1D78D040-C818-8CBA-6E3E-5022BEC24BB2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8:23.548" v="146" actId="1076"/>
          <ac:spMkLst>
            <pc:docMk/>
            <pc:sldMk cId="790199280" sldId="2147481775"/>
            <ac:spMk id="96" creationId="{21BFEA66-1F07-84C7-A348-369681172193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8:17.548" v="141" actId="1076"/>
          <ac:spMkLst>
            <pc:docMk/>
            <pc:sldMk cId="790199280" sldId="2147481775"/>
            <ac:spMk id="99" creationId="{DD5DC86E-282B-CF75-FB56-D747D6F7D5D5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8:10.844" v="136" actId="1076"/>
          <ac:spMkLst>
            <pc:docMk/>
            <pc:sldMk cId="790199280" sldId="2147481775"/>
            <ac:spMk id="101" creationId="{423C4721-C949-3909-5425-C9BDB353959E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7:52.140" v="130" actId="1076"/>
          <ac:spMkLst>
            <pc:docMk/>
            <pc:sldMk cId="790199280" sldId="2147481775"/>
            <ac:spMk id="103" creationId="{25C83453-106A-C1B3-09C5-2371F9CC9FEF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8:23.610" v="148" actId="1076"/>
          <ac:spMkLst>
            <pc:docMk/>
            <pc:sldMk cId="790199280" sldId="2147481775"/>
            <ac:spMk id="114" creationId="{3280A3C3-DA34-DFBA-AC29-708C4235CBEC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8:17.610" v="143" actId="1076"/>
          <ac:spMkLst>
            <pc:docMk/>
            <pc:sldMk cId="790199280" sldId="2147481775"/>
            <ac:spMk id="120" creationId="{B6BD6CDF-6671-7908-B2CB-8ABB1C24C8CA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8:10.907" v="138" actId="1076"/>
          <ac:spMkLst>
            <pc:docMk/>
            <pc:sldMk cId="790199280" sldId="2147481775"/>
            <ac:spMk id="128" creationId="{428148EE-52EF-E362-7B46-3EA958352E42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7:52.218" v="132" actId="1076"/>
          <ac:spMkLst>
            <pc:docMk/>
            <pc:sldMk cId="790199280" sldId="2147481775"/>
            <ac:spMk id="135" creationId="{C9B1370B-5BB6-F298-AD71-BE9DCFA49374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09:08.972" v="174" actId="1076"/>
          <ac:spMkLst>
            <pc:docMk/>
            <pc:sldMk cId="790199280" sldId="2147481775"/>
            <ac:spMk id="168" creationId="{64603A9D-03AC-EBF1-F68C-4717ACEEAC08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0.873" v="447" actId="1076"/>
          <ac:spMkLst>
            <pc:docMk/>
            <pc:sldMk cId="790199280" sldId="2147481775"/>
            <ac:spMk id="184" creationId="{6A47E9C7-EECD-50B4-F1B4-2D5281D2E341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326" v="448" actId="1076"/>
          <ac:spMkLst>
            <pc:docMk/>
            <pc:sldMk cId="790199280" sldId="2147481775"/>
            <ac:spMk id="186" creationId="{5CB7F45C-30FB-7B80-8669-2991363A4588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357" v="449" actId="1076"/>
          <ac:spMkLst>
            <pc:docMk/>
            <pc:sldMk cId="790199280" sldId="2147481775"/>
            <ac:spMk id="188" creationId="{0A916A29-8631-A80C-64A9-1B24168A0696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404" v="450" actId="1076"/>
          <ac:spMkLst>
            <pc:docMk/>
            <pc:sldMk cId="790199280" sldId="2147481775"/>
            <ac:spMk id="190" creationId="{4C0CA8F5-E3E0-94A7-9181-24174C78F41F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451" v="451" actId="1076"/>
          <ac:spMkLst>
            <pc:docMk/>
            <pc:sldMk cId="790199280" sldId="2147481775"/>
            <ac:spMk id="192" creationId="{8CF7883B-73BC-F10A-C9A6-D5E09E48F1A4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498" v="452" actId="1076"/>
          <ac:spMkLst>
            <pc:docMk/>
            <pc:sldMk cId="790199280" sldId="2147481775"/>
            <ac:spMk id="194" creationId="{BFAEF599-FE09-838F-6965-64420F0DE2AB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529" v="453" actId="1076"/>
          <ac:spMkLst>
            <pc:docMk/>
            <pc:sldMk cId="790199280" sldId="2147481775"/>
            <ac:spMk id="196" creationId="{77EF7D36-BF75-87F1-B7AB-7FFD1D3A7114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576" v="454" actId="1076"/>
          <ac:spMkLst>
            <pc:docMk/>
            <pc:sldMk cId="790199280" sldId="2147481775"/>
            <ac:spMk id="198" creationId="{7D861718-3EFD-30FC-F1BB-E00795FC48A5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623" v="455" actId="1076"/>
          <ac:spMkLst>
            <pc:docMk/>
            <pc:sldMk cId="790199280" sldId="2147481775"/>
            <ac:spMk id="210" creationId="{470B2344-4322-EB83-3A8E-8FA2A643416A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670" v="456" actId="1076"/>
          <ac:spMkLst>
            <pc:docMk/>
            <pc:sldMk cId="790199280" sldId="2147481775"/>
            <ac:spMk id="212" creationId="{C4E3B57B-F268-CF70-1BC4-B5A6600A0A35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857" v="461" actId="1076"/>
          <ac:spMkLst>
            <pc:docMk/>
            <pc:sldMk cId="790199280" sldId="2147481775"/>
            <ac:spMk id="228" creationId="{3CFF6768-1659-2631-DCEF-4C2969070239}"/>
          </ac:spMkLst>
        </pc:spChg>
        <pc:spChg chg="add mod">
          <ac:chgData name="Srikant Kalaga" userId="S::srikant.k@syrencloud.com::961c47af-c9bb-4225-b2a0-952af4799497" providerId="AD" clId="Web-{AFD5675C-97CB-FBFE-8041-638400D531B1}" dt="2026-06-29T16:36:05.904" v="462" actId="1076"/>
          <ac:spMkLst>
            <pc:docMk/>
            <pc:sldMk cId="790199280" sldId="2147481775"/>
            <ac:spMk id="232" creationId="{421479C1-B56C-5B49-4149-1C5C1BDB131B}"/>
          </ac:spMkLst>
        </pc:spChg>
        <pc:grpChg chg="mod">
          <ac:chgData name="Srikant Kalaga" userId="S::srikant.k@syrencloud.com::961c47af-c9bb-4225-b2a0-952af4799497" providerId="AD" clId="Web-{AFD5675C-97CB-FBFE-8041-638400D531B1}" dt="2026-06-29T16:07:59" v="135" actId="1076"/>
          <ac:grpSpMkLst>
            <pc:docMk/>
            <pc:sldMk cId="790199280" sldId="2147481775"/>
            <ac:grpSpMk id="219" creationId="{F3C5908F-5438-1089-C54A-019570F0B941}"/>
          </ac:grpSpMkLst>
        </pc:grpChg>
        <pc:picChg chg="add mod">
          <ac:chgData name="Srikant Kalaga" userId="S::srikant.k@syrencloud.com::961c47af-c9bb-4225-b2a0-952af4799497" providerId="AD" clId="Web-{AFD5675C-97CB-FBFE-8041-638400D531B1}" dt="2026-06-29T16:08:23.579" v="147" actId="1076"/>
          <ac:picMkLst>
            <pc:docMk/>
            <pc:sldMk cId="790199280" sldId="2147481775"/>
            <ac:picMk id="105" creationId="{8AEB3D88-5B56-FE44-4D34-C94B6CCFD0CA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08:17.579" v="142" actId="1076"/>
          <ac:picMkLst>
            <pc:docMk/>
            <pc:sldMk cId="790199280" sldId="2147481775"/>
            <ac:picMk id="107" creationId="{1A7E1BC8-C81F-F729-DEF4-AC91668588EC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08:10.876" v="137" actId="1076"/>
          <ac:picMkLst>
            <pc:docMk/>
            <pc:sldMk cId="790199280" sldId="2147481775"/>
            <ac:picMk id="109" creationId="{15E1EC47-BD78-8B35-6DA5-96F2C6E18A03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07:52.172" v="131" actId="1076"/>
          <ac:picMkLst>
            <pc:docMk/>
            <pc:sldMk cId="790199280" sldId="2147481775"/>
            <ac:picMk id="111" creationId="{66D3D556-325B-D352-C360-D7561D0EB95B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08:23.689" v="150" actId="1076"/>
          <ac:picMkLst>
            <pc:docMk/>
            <pc:sldMk cId="790199280" sldId="2147481775"/>
            <ac:picMk id="147" creationId="{CD53199E-8785-85B3-9663-F40551171BE8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08:10.969" v="140" actId="1076"/>
          <ac:picMkLst>
            <pc:docMk/>
            <pc:sldMk cId="790199280" sldId="2147481775"/>
            <ac:picMk id="149" creationId="{DA4D2897-B736-BEB5-C516-15C24E8A4561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07:52.297" v="134" actId="1076"/>
          <ac:picMkLst>
            <pc:docMk/>
            <pc:sldMk cId="790199280" sldId="2147481775"/>
            <ac:picMk id="155" creationId="{CB58DCD2-A295-408E-D614-1725C891ACD6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08:17.673" v="145" actId="1076"/>
          <ac:picMkLst>
            <pc:docMk/>
            <pc:sldMk cId="790199280" sldId="2147481775"/>
            <ac:picMk id="157" creationId="{ECA113A7-9C0E-6D1D-5BF2-7567D43A9CC2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36:05.701" v="457" actId="1076"/>
          <ac:picMkLst>
            <pc:docMk/>
            <pc:sldMk cId="790199280" sldId="2147481775"/>
            <ac:picMk id="217" creationId="{BCDD1888-EB82-2D98-0A16-5F57910F0286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36:05.748" v="458" actId="1076"/>
          <ac:picMkLst>
            <pc:docMk/>
            <pc:sldMk cId="790199280" sldId="2147481775"/>
            <ac:picMk id="220" creationId="{5B3B48C9-EA33-9C1F-C2D3-F9D4C6093F3D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36:05.779" v="459" actId="1076"/>
          <ac:picMkLst>
            <pc:docMk/>
            <pc:sldMk cId="790199280" sldId="2147481775"/>
            <ac:picMk id="224" creationId="{F347E99A-B173-22CB-56FA-388CEFBDB959}"/>
          </ac:picMkLst>
        </pc:picChg>
        <pc:picChg chg="add mod">
          <ac:chgData name="Srikant Kalaga" userId="S::srikant.k@syrencloud.com::961c47af-c9bb-4225-b2a0-952af4799497" providerId="AD" clId="Web-{AFD5675C-97CB-FBFE-8041-638400D531B1}" dt="2026-06-29T16:36:05.826" v="460" actId="1076"/>
          <ac:picMkLst>
            <pc:docMk/>
            <pc:sldMk cId="790199280" sldId="2147481775"/>
            <ac:picMk id="226" creationId="{3CFA5AA5-A25C-9FEF-6C1E-F26F804675CF}"/>
          </ac:picMkLst>
        </pc:picChg>
        <pc:cxnChg chg="mod">
          <ac:chgData name="Srikant Kalaga" userId="S::srikant.k@syrencloud.com::961c47af-c9bb-4225-b2a0-952af4799497" providerId="AD" clId="Web-{AFD5675C-97CB-FBFE-8041-638400D531B1}" dt="2026-06-29T16:07:44.999" v="129" actId="1076"/>
          <ac:cxnSpMkLst>
            <pc:docMk/>
            <pc:sldMk cId="790199280" sldId="2147481775"/>
            <ac:cxnSpMk id="64" creationId="{681CDC5D-75AD-7605-700A-BF0C28CC7255}"/>
          </ac:cxnSpMkLst>
        </pc:cxnChg>
        <pc:cxnChg chg="add mod">
          <ac:chgData name="Srikant Kalaga" userId="S::srikant.k@syrencloud.com::961c47af-c9bb-4225-b2a0-952af4799497" providerId="AD" clId="Web-{AFD5675C-97CB-FBFE-8041-638400D531B1}" dt="2026-06-29T16:08:23.657" v="149" actId="1076"/>
          <ac:cxnSpMkLst>
            <pc:docMk/>
            <pc:sldMk cId="790199280" sldId="2147481775"/>
            <ac:cxnSpMk id="116" creationId="{AEAA7B90-E1C1-8928-2A01-0E06BF4404A0}"/>
          </ac:cxnSpMkLst>
        </pc:cxnChg>
        <pc:cxnChg chg="add mod">
          <ac:chgData name="Srikant Kalaga" userId="S::srikant.k@syrencloud.com::961c47af-c9bb-4225-b2a0-952af4799497" providerId="AD" clId="Web-{AFD5675C-97CB-FBFE-8041-638400D531B1}" dt="2026-06-29T16:08:17.641" v="144" actId="1076"/>
          <ac:cxnSpMkLst>
            <pc:docMk/>
            <pc:sldMk cId="790199280" sldId="2147481775"/>
            <ac:cxnSpMk id="123" creationId="{9F31FBFD-A5D5-3420-1EBD-AB5EB9F2E76C}"/>
          </ac:cxnSpMkLst>
        </pc:cxnChg>
        <pc:cxnChg chg="add mod">
          <ac:chgData name="Srikant Kalaga" userId="S::srikant.k@syrencloud.com::961c47af-c9bb-4225-b2a0-952af4799497" providerId="AD" clId="Web-{AFD5675C-97CB-FBFE-8041-638400D531B1}" dt="2026-06-29T16:08:10.938" v="139" actId="1076"/>
          <ac:cxnSpMkLst>
            <pc:docMk/>
            <pc:sldMk cId="790199280" sldId="2147481775"/>
            <ac:cxnSpMk id="130" creationId="{4502C41E-222A-8801-DDB6-FD30C54244BA}"/>
          </ac:cxnSpMkLst>
        </pc:cxnChg>
        <pc:cxnChg chg="add mod">
          <ac:chgData name="Srikant Kalaga" userId="S::srikant.k@syrencloud.com::961c47af-c9bb-4225-b2a0-952af4799497" providerId="AD" clId="Web-{AFD5675C-97CB-FBFE-8041-638400D531B1}" dt="2026-06-29T16:07:52.250" v="133" actId="1076"/>
          <ac:cxnSpMkLst>
            <pc:docMk/>
            <pc:sldMk cId="790199280" sldId="2147481775"/>
            <ac:cxnSpMk id="141" creationId="{0DB04A9C-88F4-6EBE-76A0-A8AE1AB8E109}"/>
          </ac:cxnSpMkLst>
        </pc:cxnChg>
      </pc:sldChg>
      <pc:sldChg chg="modSp add ord replId">
        <pc:chgData name="Srikant Kalaga" userId="S::srikant.k@syrencloud.com::961c47af-c9bb-4225-b2a0-952af4799497" providerId="AD" clId="Web-{AFD5675C-97CB-FBFE-8041-638400D531B1}" dt="2026-06-29T16:39:31.210" v="510" actId="1076"/>
        <pc:sldMkLst>
          <pc:docMk/>
          <pc:sldMk cId="2117641374" sldId="2147481785"/>
        </pc:sldMkLst>
        <pc:spChg chg="mod">
          <ac:chgData name="Srikant Kalaga" userId="S::srikant.k@syrencloud.com::961c47af-c9bb-4225-b2a0-952af4799497" providerId="AD" clId="Web-{AFD5675C-97CB-FBFE-8041-638400D531B1}" dt="2026-06-29T16:39:31.210" v="510" actId="1076"/>
          <ac:spMkLst>
            <pc:docMk/>
            <pc:sldMk cId="2117641374" sldId="2147481785"/>
            <ac:spMk id="2" creationId="{B2C7E958-C883-D485-22C5-F45832A62BF4}"/>
          </ac:spMkLst>
        </pc:spChg>
      </pc:sldChg>
      <pc:sldMasterChg chg="add addSldLayout">
        <pc:chgData name="Srikant Kalaga" userId="S::srikant.k@syrencloud.com::961c47af-c9bb-4225-b2a0-952af4799497" providerId="AD" clId="Web-{AFD5675C-97CB-FBFE-8041-638400D531B1}" dt="2026-06-29T16:31:27.345" v="385"/>
        <pc:sldMasterMkLst>
          <pc:docMk/>
          <pc:sldMasterMk cId="2912767171" sldId="2147483660"/>
        </pc:sldMasterMkLst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443908142" sldId="2147483661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848923315" sldId="2147483662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392435538" sldId="2147483663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685829576" sldId="2147483664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120919414" sldId="2147483665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5482949" sldId="2147483666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890517447" sldId="2147483667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742390776" sldId="2147483668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233785792" sldId="2147483669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414535277" sldId="2147483670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418042215" sldId="2147483671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080163551" sldId="2147483672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873144182" sldId="2147483673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254525430" sldId="2147483677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718122964" sldId="2147483678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976593255" sldId="2147483679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620627767" sldId="2147483680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783570334" sldId="2147483681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783666842" sldId="2147483683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943284167" sldId="2147483684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860967624" sldId="2147483685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732288814" sldId="2147483686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078743132" sldId="2147483687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991530269" sldId="2147483688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3668559" sldId="2147483689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642080394" sldId="2147483690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948798309" sldId="2147483691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36322878" sldId="2147483692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14100304" sldId="2147483693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453805662" sldId="2147483694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669315339" sldId="2147483695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501429485" sldId="2147483696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038481990" sldId="2147483697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3557828761" sldId="2147483698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40137716" sldId="2147484309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653169663" sldId="2147484340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683181053" sldId="2147484341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1498540237" sldId="2147484342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912767171" sldId="2147483660"/>
            <pc:sldLayoutMk cId="2754597419" sldId="2147484343"/>
          </pc:sldLayoutMkLst>
        </pc:sldLayoutChg>
      </pc:sldMasterChg>
      <pc:sldMasterChg chg="addSldLayout modSldLayout">
        <pc:chgData name="Srikant Kalaga" userId="S::srikant.k@syrencloud.com::961c47af-c9bb-4225-b2a0-952af4799497" providerId="AD" clId="Web-{AFD5675C-97CB-FBFE-8041-638400D531B1}" dt="2026-06-29T16:31:27.345" v="385"/>
        <pc:sldMasterMkLst>
          <pc:docMk/>
          <pc:sldMasterMk cId="2460954070" sldId="2147483704"/>
        </pc:sldMasterMkLst>
        <pc:sldLayoutChg chg="add">
          <pc:chgData name="Srikant Kalaga" userId="S::srikant.k@syrencloud.com::961c47af-c9bb-4225-b2a0-952af4799497" providerId="AD" clId="Web-{AFD5675C-97CB-FBFE-8041-638400D531B1}" dt="2026-06-29T16:05:46.229" v="11"/>
          <pc:sldLayoutMkLst>
            <pc:docMk/>
            <pc:sldMasterMk cId="2460954070" sldId="2147483704"/>
            <pc:sldLayoutMk cId="2385387890" sldId="2147483759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05:46.229" v="11"/>
          <pc:sldLayoutMkLst>
            <pc:docMk/>
            <pc:sldMasterMk cId="2460954070" sldId="2147483704"/>
            <pc:sldLayoutMk cId="949138452" sldId="2147483760"/>
          </pc:sldLayoutMkLst>
        </pc:sldLayoutChg>
        <pc:sldLayoutChg chg="replI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460954070" sldId="2147483704"/>
            <pc:sldLayoutMk cId="2540149044" sldId="2147484344"/>
          </pc:sldLayoutMkLst>
        </pc:sldLayoutChg>
        <pc:sldLayoutChg chg="replId">
          <pc:chgData name="Srikant Kalaga" userId="S::srikant.k@syrencloud.com::961c47af-c9bb-4225-b2a0-952af4799497" providerId="AD" clId="Web-{AFD5675C-97CB-FBFE-8041-638400D531B1}" dt="2026-06-29T16:31:27.345" v="385"/>
          <pc:sldLayoutMkLst>
            <pc:docMk/>
            <pc:sldMasterMk cId="2460954070" sldId="2147483704"/>
            <pc:sldLayoutMk cId="2591524520" sldId="2147484345"/>
          </pc:sldLayoutMkLst>
        </pc:sldLayoutChg>
      </pc:sldMasterChg>
      <pc:sldMasterChg chg="add addSldLayout">
        <pc:chgData name="Srikant Kalaga" userId="S::srikant.k@syrencloud.com::961c47af-c9bb-4225-b2a0-952af4799497" providerId="AD" clId="Web-{AFD5675C-97CB-FBFE-8041-638400D531B1}" dt="2026-06-29T16:28:12.946" v="312"/>
        <pc:sldMasterMkLst>
          <pc:docMk/>
          <pc:sldMasterMk cId="3191752573" sldId="2147483804"/>
        </pc:sldMasterMkLst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162705572" sldId="2147483805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2961239816" sldId="2147483806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1193478382" sldId="2147483807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3348096452" sldId="2147483808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4218206018" sldId="2147483809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1143575942" sldId="2147483810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3440228473" sldId="2147483811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579196618" sldId="2147483812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2727904929" sldId="2147483813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2020320317" sldId="2147483814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3296114120" sldId="2147483815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1851619049" sldId="2147483818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2292369329" sldId="2147483848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1543349962" sldId="2147484347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2124998665" sldId="2147484348"/>
          </pc:sldLayoutMkLst>
        </pc:sldLayoutChg>
        <pc:sldLayoutChg chg="add">
          <pc:chgData name="Srikant Kalaga" userId="S::srikant.k@syrencloud.com::961c47af-c9bb-4225-b2a0-952af4799497" providerId="AD" clId="Web-{AFD5675C-97CB-FBFE-8041-638400D531B1}" dt="2026-06-29T16:28:12.946" v="312"/>
          <pc:sldLayoutMkLst>
            <pc:docMk/>
            <pc:sldMasterMk cId="3191752573" sldId="2147483804"/>
            <pc:sldLayoutMk cId="1632181467" sldId="2147484349"/>
          </pc:sldLayoutMkLst>
        </pc:sldLayoutChg>
      </pc:sldMasterChg>
    </pc:docChg>
  </pc:docChgLst>
  <pc:docChgLst>
    <pc:chgData name="Srikant Kalaga" userId="S::srikant.k@syrencloud.com::961c47af-c9bb-4225-b2a0-952af4799497" providerId="AD" clId="Web-{8E25B904-0FC4-6D76-6232-8083910B7FA1}"/>
    <pc:docChg chg="modSld">
      <pc:chgData name="Srikant Kalaga" userId="S::srikant.k@syrencloud.com::961c47af-c9bb-4225-b2a0-952af4799497" providerId="AD" clId="Web-{8E25B904-0FC4-6D76-6232-8083910B7FA1}" dt="2026-07-08T07:21:46.895" v="26" actId="20577"/>
      <pc:docMkLst>
        <pc:docMk/>
      </pc:docMkLst>
      <pc:sldChg chg="modSp">
        <pc:chgData name="Srikant Kalaga" userId="S::srikant.k@syrencloud.com::961c47af-c9bb-4225-b2a0-952af4799497" providerId="AD" clId="Web-{8E25B904-0FC4-6D76-6232-8083910B7FA1}" dt="2026-07-08T07:21:35.207" v="25" actId="20577"/>
        <pc:sldMkLst>
          <pc:docMk/>
          <pc:sldMk cId="1011382387" sldId="2147481818"/>
        </pc:sldMkLst>
        <pc:spChg chg="mod">
          <ac:chgData name="Srikant Kalaga" userId="S::srikant.k@syrencloud.com::961c47af-c9bb-4225-b2a0-952af4799497" providerId="AD" clId="Web-{8E25B904-0FC4-6D76-6232-8083910B7FA1}" dt="2026-07-08T07:20:54.363" v="8" actId="20577"/>
          <ac:spMkLst>
            <pc:docMk/>
            <pc:sldMk cId="1011382387" sldId="2147481818"/>
            <ac:spMk id="26" creationId="{DF715E7A-5699-7F59-66A5-DA0E101BA4FB}"/>
          </ac:spMkLst>
        </pc:spChg>
        <pc:spChg chg="mod">
          <ac:chgData name="Srikant Kalaga" userId="S::srikant.k@syrencloud.com::961c47af-c9bb-4225-b2a0-952af4799497" providerId="AD" clId="Web-{8E25B904-0FC4-6D76-6232-8083910B7FA1}" dt="2026-07-08T07:21:06.644" v="11" actId="20577"/>
          <ac:spMkLst>
            <pc:docMk/>
            <pc:sldMk cId="1011382387" sldId="2147481818"/>
            <ac:spMk id="35" creationId="{91898596-D98B-3185-6B33-0FCB38BFBB80}"/>
          </ac:spMkLst>
        </pc:spChg>
        <pc:spChg chg="mod">
          <ac:chgData name="Srikant Kalaga" userId="S::srikant.k@syrencloud.com::961c47af-c9bb-4225-b2a0-952af4799497" providerId="AD" clId="Web-{8E25B904-0FC4-6D76-6232-8083910B7FA1}" dt="2026-07-08T07:21:11.550" v="13" actId="20577"/>
          <ac:spMkLst>
            <pc:docMk/>
            <pc:sldMk cId="1011382387" sldId="2147481818"/>
            <ac:spMk id="37" creationId="{79CDBA6F-285B-6798-32AC-3A2128F5665D}"/>
          </ac:spMkLst>
        </pc:spChg>
        <pc:spChg chg="mod">
          <ac:chgData name="Srikant Kalaga" userId="S::srikant.k@syrencloud.com::961c47af-c9bb-4225-b2a0-952af4799497" providerId="AD" clId="Web-{8E25B904-0FC4-6D76-6232-8083910B7FA1}" dt="2026-07-08T07:21:16.144" v="15" actId="20577"/>
          <ac:spMkLst>
            <pc:docMk/>
            <pc:sldMk cId="1011382387" sldId="2147481818"/>
            <ac:spMk id="38" creationId="{C2DDDE99-CF62-54D1-7F95-87C50016C8D7}"/>
          </ac:spMkLst>
        </pc:spChg>
        <pc:spChg chg="mod">
          <ac:chgData name="Srikant Kalaga" userId="S::srikant.k@syrencloud.com::961c47af-c9bb-4225-b2a0-952af4799497" providerId="AD" clId="Web-{8E25B904-0FC4-6D76-6232-8083910B7FA1}" dt="2026-07-08T07:21:21.785" v="17" actId="20577"/>
          <ac:spMkLst>
            <pc:docMk/>
            <pc:sldMk cId="1011382387" sldId="2147481818"/>
            <ac:spMk id="41" creationId="{5A2D061F-011B-1546-33C5-EB1B4BCD6699}"/>
          </ac:spMkLst>
        </pc:spChg>
        <pc:spChg chg="mod">
          <ac:chgData name="Srikant Kalaga" userId="S::srikant.k@syrencloud.com::961c47af-c9bb-4225-b2a0-952af4799497" providerId="AD" clId="Web-{8E25B904-0FC4-6D76-6232-8083910B7FA1}" dt="2026-07-08T07:21:35.207" v="25" actId="20577"/>
          <ac:spMkLst>
            <pc:docMk/>
            <pc:sldMk cId="1011382387" sldId="2147481818"/>
            <ac:spMk id="45" creationId="{A2179DE8-7573-92CE-848E-7BD54798CB22}"/>
          </ac:spMkLst>
        </pc:spChg>
        <pc:spChg chg="mod">
          <ac:chgData name="Srikant Kalaga" userId="S::srikant.k@syrencloud.com::961c47af-c9bb-4225-b2a0-952af4799497" providerId="AD" clId="Web-{8E25B904-0FC4-6D76-6232-8083910B7FA1}" dt="2026-07-08T07:21:26.769" v="19" actId="20577"/>
          <ac:spMkLst>
            <pc:docMk/>
            <pc:sldMk cId="1011382387" sldId="2147481818"/>
            <ac:spMk id="56" creationId="{247A099E-6B24-363B-2D2F-DEB36C693E1A}"/>
          </ac:spMkLst>
        </pc:spChg>
      </pc:sldChg>
      <pc:sldChg chg="modSp">
        <pc:chgData name="Srikant Kalaga" userId="S::srikant.k@syrencloud.com::961c47af-c9bb-4225-b2a0-952af4799497" providerId="AD" clId="Web-{8E25B904-0FC4-6D76-6232-8083910B7FA1}" dt="2026-07-08T07:20:15.800" v="5" actId="20577"/>
        <pc:sldMkLst>
          <pc:docMk/>
          <pc:sldMk cId="2399661326" sldId="2147481825"/>
        </pc:sldMkLst>
        <pc:spChg chg="mod">
          <ac:chgData name="Srikant Kalaga" userId="S::srikant.k@syrencloud.com::961c47af-c9bb-4225-b2a0-952af4799497" providerId="AD" clId="Web-{8E25B904-0FC4-6D76-6232-8083910B7FA1}" dt="2026-07-08T07:20:15.800" v="5" actId="20577"/>
          <ac:spMkLst>
            <pc:docMk/>
            <pc:sldMk cId="2399661326" sldId="2147481825"/>
            <ac:spMk id="93" creationId="{8EAA20CE-983C-82DF-B0E2-0D70C33526CA}"/>
          </ac:spMkLst>
        </pc:spChg>
      </pc:sldChg>
      <pc:sldChg chg="modSp">
        <pc:chgData name="Srikant Kalaga" userId="S::srikant.k@syrencloud.com::961c47af-c9bb-4225-b2a0-952af4799497" providerId="AD" clId="Web-{8E25B904-0FC4-6D76-6232-8083910B7FA1}" dt="2026-07-08T07:21:46.895" v="26" actId="20577"/>
        <pc:sldMkLst>
          <pc:docMk/>
          <pc:sldMk cId="2897892704" sldId="2147481831"/>
        </pc:sldMkLst>
      </pc:sldChg>
    </pc:docChg>
  </pc:docChgLst>
  <pc:docChgLst>
    <pc:chgData name="Srikant Kalaga" userId="S::srikant.k@syrencloud.com::961c47af-c9bb-4225-b2a0-952af4799497" providerId="AD" clId="Web-{D900C3C8-8A1A-98C9-902F-4E9803954481}"/>
    <pc:docChg chg="delSld modSld">
      <pc:chgData name="Srikant Kalaga" userId="S::srikant.k@syrencloud.com::961c47af-c9bb-4225-b2a0-952af4799497" providerId="AD" clId="Web-{D900C3C8-8A1A-98C9-902F-4E9803954481}" dt="2026-07-13T00:02:03.618" v="28" actId="1076"/>
      <pc:docMkLst>
        <pc:docMk/>
      </pc:docMkLst>
      <pc:sldChg chg="delSp modSp">
        <pc:chgData name="Srikant Kalaga" userId="S::srikant.k@syrencloud.com::961c47af-c9bb-4225-b2a0-952af4799497" providerId="AD" clId="Web-{D900C3C8-8A1A-98C9-902F-4E9803954481}" dt="2026-07-12T23:59:23.721" v="3" actId="20577"/>
        <pc:sldMkLst>
          <pc:docMk/>
          <pc:sldMk cId="2751744931" sldId="2147481808"/>
        </pc:sldMkLst>
        <pc:spChg chg="mod">
          <ac:chgData name="Srikant Kalaga" userId="S::srikant.k@syrencloud.com::961c47af-c9bb-4225-b2a0-952af4799497" providerId="AD" clId="Web-{D900C3C8-8A1A-98C9-902F-4E9803954481}" dt="2026-07-12T23:59:23.721" v="3" actId="20577"/>
          <ac:spMkLst>
            <pc:docMk/>
            <pc:sldMk cId="2751744931" sldId="2147481808"/>
            <ac:spMk id="2" creationId="{D9DC9138-62FB-CCF1-2DC5-BEE106824EF4}"/>
          </ac:spMkLst>
        </pc:spChg>
        <pc:spChg chg="mod">
          <ac:chgData name="Srikant Kalaga" userId="S::srikant.k@syrencloud.com::961c47af-c9bb-4225-b2a0-952af4799497" providerId="AD" clId="Web-{D900C3C8-8A1A-98C9-902F-4E9803954481}" dt="2026-07-12T23:59:15.627" v="2" actId="1076"/>
          <ac:spMkLst>
            <pc:docMk/>
            <pc:sldMk cId="2751744931" sldId="2147481808"/>
            <ac:spMk id="91" creationId="{BABB77F2-CBB7-64B6-909C-033EC84C422B}"/>
          </ac:spMkLst>
        </pc:spChg>
        <pc:picChg chg="del">
          <ac:chgData name="Srikant Kalaga" userId="S::srikant.k@syrencloud.com::961c47af-c9bb-4225-b2a0-952af4799497" providerId="AD" clId="Web-{D900C3C8-8A1A-98C9-902F-4E9803954481}" dt="2026-07-12T23:59:08.065" v="1"/>
          <ac:picMkLst>
            <pc:docMk/>
            <pc:sldMk cId="2751744931" sldId="2147481808"/>
            <ac:picMk id="51" creationId="{0C0812AD-59E6-E48E-085C-89FD5A5CE688}"/>
          </ac:picMkLst>
        </pc:picChg>
      </pc:sldChg>
      <pc:sldChg chg="del">
        <pc:chgData name="Srikant Kalaga" userId="S::srikant.k@syrencloud.com::961c47af-c9bb-4225-b2a0-952af4799497" providerId="AD" clId="Web-{D900C3C8-8A1A-98C9-902F-4E9803954481}" dt="2026-07-12T23:58:21.813" v="0"/>
        <pc:sldMkLst>
          <pc:docMk/>
          <pc:sldMk cId="1070065017" sldId="2147481817"/>
        </pc:sldMkLst>
      </pc:sldChg>
      <pc:sldChg chg="addSp modSp">
        <pc:chgData name="Srikant Kalaga" userId="S::srikant.k@syrencloud.com::961c47af-c9bb-4225-b2a0-952af4799497" providerId="AD" clId="Web-{D900C3C8-8A1A-98C9-902F-4E9803954481}" dt="2026-07-13T00:01:42.961" v="26" actId="14100"/>
        <pc:sldMkLst>
          <pc:docMk/>
          <pc:sldMk cId="2976658370" sldId="2147481824"/>
        </pc:sldMkLst>
        <pc:spChg chg="add mod">
          <ac:chgData name="Srikant Kalaga" userId="S::srikant.k@syrencloud.com::961c47af-c9bb-4225-b2a0-952af4799497" providerId="AD" clId="Web-{D900C3C8-8A1A-98C9-902F-4E9803954481}" dt="2026-07-13T00:01:18.132" v="23" actId="1076"/>
          <ac:spMkLst>
            <pc:docMk/>
            <pc:sldMk cId="2976658370" sldId="2147481824"/>
            <ac:spMk id="6" creationId="{1F394F47-E2C8-48C5-F0F1-A1AEBFB102ED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0:36.146" v="17" actId="1076"/>
          <ac:spMkLst>
            <pc:docMk/>
            <pc:sldMk cId="2976658370" sldId="2147481824"/>
            <ac:spMk id="43" creationId="{6E592FE1-0EC2-1BE8-7873-A835C6DD4B07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0:09.098" v="4" actId="1076"/>
          <ac:spMkLst>
            <pc:docMk/>
            <pc:sldMk cId="2976658370" sldId="2147481824"/>
            <ac:spMk id="45" creationId="{094AD343-6107-2CB6-BCAF-C10926CC4C63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0:31.083" v="8" actId="1076"/>
          <ac:spMkLst>
            <pc:docMk/>
            <pc:sldMk cId="2976658370" sldId="2147481824"/>
            <ac:spMk id="47" creationId="{A33BAB6D-DEDC-525A-078E-4B563537CD9D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0:31.130" v="10" actId="1076"/>
          <ac:spMkLst>
            <pc:docMk/>
            <pc:sldMk cId="2976658370" sldId="2147481824"/>
            <ac:spMk id="49" creationId="{13702A77-2167-593A-F5D7-16FFEF3C1496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0:31.224" v="12" actId="1076"/>
          <ac:spMkLst>
            <pc:docMk/>
            <pc:sldMk cId="2976658370" sldId="2147481824"/>
            <ac:spMk id="52" creationId="{4DA518F2-17CD-E9B0-395E-F43F9B7E1BCC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0:31.271" v="14" actId="1076"/>
          <ac:spMkLst>
            <pc:docMk/>
            <pc:sldMk cId="2976658370" sldId="2147481824"/>
            <ac:spMk id="56" creationId="{77965B14-DFEA-64E0-8EA5-5925E67CC5CA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0:31.333" v="16" actId="1076"/>
          <ac:spMkLst>
            <pc:docMk/>
            <pc:sldMk cId="2976658370" sldId="2147481824"/>
            <ac:spMk id="58" creationId="{92F90A4B-758E-CE74-76F6-305FDD5013E1}"/>
          </ac:spMkLst>
        </pc:spChg>
        <pc:picChg chg="add mod">
          <ac:chgData name="Srikant Kalaga" userId="S::srikant.k@syrencloud.com::961c47af-c9bb-4225-b2a0-952af4799497" providerId="AD" clId="Web-{D900C3C8-8A1A-98C9-902F-4E9803954481}" dt="2026-07-13T00:01:42.961" v="26" actId="14100"/>
          <ac:picMkLst>
            <pc:docMk/>
            <pc:sldMk cId="2976658370" sldId="2147481824"/>
            <ac:picMk id="7" creationId="{98931E00-9BA2-57C5-5A66-7885877E634B}"/>
          </ac:picMkLst>
        </pc:picChg>
        <pc:picChg chg="mod">
          <ac:chgData name="Srikant Kalaga" userId="S::srikant.k@syrencloud.com::961c47af-c9bb-4225-b2a0-952af4799497" providerId="AD" clId="Web-{D900C3C8-8A1A-98C9-902F-4E9803954481}" dt="2026-07-13T00:00:12.630" v="5" actId="1076"/>
          <ac:picMkLst>
            <pc:docMk/>
            <pc:sldMk cId="2976658370" sldId="2147481824"/>
            <ac:picMk id="44" creationId="{8EE7A53B-F734-8518-75B5-427E13CE2CB0}"/>
          </ac:picMkLst>
        </pc:picChg>
        <pc:picChg chg="mod">
          <ac:chgData name="Srikant Kalaga" userId="S::srikant.k@syrencloud.com::961c47af-c9bb-4225-b2a0-952af4799497" providerId="AD" clId="Web-{D900C3C8-8A1A-98C9-902F-4E9803954481}" dt="2026-07-13T00:00:31.052" v="7" actId="1076"/>
          <ac:picMkLst>
            <pc:docMk/>
            <pc:sldMk cId="2976658370" sldId="2147481824"/>
            <ac:picMk id="46" creationId="{0E77F5AC-49E3-9A2C-5F1B-2701FCB0B6A6}"/>
          </ac:picMkLst>
        </pc:picChg>
        <pc:picChg chg="mod">
          <ac:chgData name="Srikant Kalaga" userId="S::srikant.k@syrencloud.com::961c47af-c9bb-4225-b2a0-952af4799497" providerId="AD" clId="Web-{D900C3C8-8A1A-98C9-902F-4E9803954481}" dt="2026-07-13T00:00:31.099" v="9" actId="1076"/>
          <ac:picMkLst>
            <pc:docMk/>
            <pc:sldMk cId="2976658370" sldId="2147481824"/>
            <ac:picMk id="48" creationId="{56191464-990D-E35F-5537-F399D444A77A}"/>
          </ac:picMkLst>
        </pc:picChg>
        <pc:picChg chg="mod">
          <ac:chgData name="Srikant Kalaga" userId="S::srikant.k@syrencloud.com::961c47af-c9bb-4225-b2a0-952af4799497" providerId="AD" clId="Web-{D900C3C8-8A1A-98C9-902F-4E9803954481}" dt="2026-07-13T00:00:31.162" v="11" actId="1076"/>
          <ac:picMkLst>
            <pc:docMk/>
            <pc:sldMk cId="2976658370" sldId="2147481824"/>
            <ac:picMk id="51" creationId="{16BA212C-C7B3-08C2-E791-8FBEE4BACD48}"/>
          </ac:picMkLst>
        </pc:picChg>
        <pc:picChg chg="mod">
          <ac:chgData name="Srikant Kalaga" userId="S::srikant.k@syrencloud.com::961c47af-c9bb-4225-b2a0-952af4799497" providerId="AD" clId="Web-{D900C3C8-8A1A-98C9-902F-4E9803954481}" dt="2026-07-13T00:00:31.255" v="13" actId="1076"/>
          <ac:picMkLst>
            <pc:docMk/>
            <pc:sldMk cId="2976658370" sldId="2147481824"/>
            <ac:picMk id="54" creationId="{8A8985D2-E331-E27D-914B-246DEC65B20B}"/>
          </ac:picMkLst>
        </pc:picChg>
        <pc:picChg chg="mod">
          <ac:chgData name="Srikant Kalaga" userId="S::srikant.k@syrencloud.com::961c47af-c9bb-4225-b2a0-952af4799497" providerId="AD" clId="Web-{D900C3C8-8A1A-98C9-902F-4E9803954481}" dt="2026-07-13T00:00:31.302" v="15" actId="1076"/>
          <ac:picMkLst>
            <pc:docMk/>
            <pc:sldMk cId="2976658370" sldId="2147481824"/>
            <ac:picMk id="57" creationId="{0F31E083-3F15-8A30-0E3C-5CB61DDE1FD8}"/>
          </ac:picMkLst>
        </pc:picChg>
      </pc:sldChg>
      <pc:sldChg chg="delSp modSp">
        <pc:chgData name="Srikant Kalaga" userId="S::srikant.k@syrencloud.com::961c47af-c9bb-4225-b2a0-952af4799497" providerId="AD" clId="Web-{D900C3C8-8A1A-98C9-902F-4E9803954481}" dt="2026-07-13T00:02:03.618" v="28" actId="1076"/>
        <pc:sldMkLst>
          <pc:docMk/>
          <pc:sldMk cId="2897892704" sldId="2147481831"/>
        </pc:sldMkLst>
        <pc:spChg chg="del">
          <ac:chgData name="Srikant Kalaga" userId="S::srikant.k@syrencloud.com::961c47af-c9bb-4225-b2a0-952af4799497" providerId="AD" clId="Web-{D900C3C8-8A1A-98C9-902F-4E9803954481}" dt="2026-07-13T00:00:53.241" v="18"/>
          <ac:spMkLst>
            <pc:docMk/>
            <pc:sldMk cId="2897892704" sldId="2147481831"/>
            <ac:spMk id="41" creationId="{1F394F47-E2C8-48C5-F0F1-A1AEBFB102ED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2:03.587" v="27" actId="1076"/>
          <ac:spMkLst>
            <pc:docMk/>
            <pc:sldMk cId="2897892704" sldId="2147481831"/>
            <ac:spMk id="50" creationId="{5CC6D2EE-53FA-6319-589F-7AF953647339}"/>
          </ac:spMkLst>
        </pc:spChg>
        <pc:spChg chg="mod">
          <ac:chgData name="Srikant Kalaga" userId="S::srikant.k@syrencloud.com::961c47af-c9bb-4225-b2a0-952af4799497" providerId="AD" clId="Web-{D900C3C8-8A1A-98C9-902F-4E9803954481}" dt="2026-07-13T00:02:03.618" v="28" actId="1076"/>
          <ac:spMkLst>
            <pc:docMk/>
            <pc:sldMk cId="2897892704" sldId="2147481831"/>
            <ac:spMk id="51" creationId="{2C31040E-2DA6-FD2F-7F88-CE373662E873}"/>
          </ac:spMkLst>
        </pc:spChg>
      </pc:sldChg>
    </pc:docChg>
  </pc:docChgLst>
  <pc:docChgLst>
    <pc:chgData name="Devanand Chintoju" userId="S::devanand.c@syrencloud.com::d8309b23-9736-40f9-b7cb-b8d53c5a2ef2" providerId="AD" clId="Web-{D1FDD0E8-8E90-75D8-C7B6-A86F8DAA865F}"/>
    <pc:docChg chg="modSld sldOrd">
      <pc:chgData name="Devanand Chintoju" userId="S::devanand.c@syrencloud.com::d8309b23-9736-40f9-b7cb-b8d53c5a2ef2" providerId="AD" clId="Web-{D1FDD0E8-8E90-75D8-C7B6-A86F8DAA865F}" dt="2026-07-13T07:05:51.982" v="37" actId="20577"/>
      <pc:docMkLst>
        <pc:docMk/>
      </pc:docMkLst>
      <pc:sldChg chg="modSp">
        <pc:chgData name="Devanand Chintoju" userId="S::devanand.c@syrencloud.com::d8309b23-9736-40f9-b7cb-b8d53c5a2ef2" providerId="AD" clId="Web-{D1FDD0E8-8E90-75D8-C7B6-A86F8DAA865F}" dt="2026-07-13T07:05:51.982" v="37" actId="20577"/>
        <pc:sldMkLst>
          <pc:docMk/>
          <pc:sldMk cId="2408097752" sldId="2147481810"/>
        </pc:sldMkLst>
        <pc:spChg chg="mod">
          <ac:chgData name="Devanand Chintoju" userId="S::devanand.c@syrencloud.com::d8309b23-9736-40f9-b7cb-b8d53c5a2ef2" providerId="AD" clId="Web-{D1FDD0E8-8E90-75D8-C7B6-A86F8DAA865F}" dt="2026-07-13T07:05:51.982" v="37" actId="20577"/>
          <ac:spMkLst>
            <pc:docMk/>
            <pc:sldMk cId="2408097752" sldId="2147481810"/>
            <ac:spMk id="21" creationId="{A30CB4F2-F8E4-D4E3-0C14-E6D3DBEAF5D1}"/>
          </ac:spMkLst>
        </pc:spChg>
      </pc:sldChg>
      <pc:sldChg chg="modSp ord">
        <pc:chgData name="Devanand Chintoju" userId="S::devanand.c@syrencloud.com::d8309b23-9736-40f9-b7cb-b8d53c5a2ef2" providerId="AD" clId="Web-{D1FDD0E8-8E90-75D8-C7B6-A86F8DAA865F}" dt="2026-07-13T07:05:19.716" v="36"/>
        <pc:sldMkLst>
          <pc:docMk/>
          <pc:sldMk cId="3996616115" sldId="2147481834"/>
        </pc:sldMkLst>
        <pc:spChg chg="mod">
          <ac:chgData name="Devanand Chintoju" userId="S::devanand.c@syrencloud.com::d8309b23-9736-40f9-b7cb-b8d53c5a2ef2" providerId="AD" clId="Web-{D1FDD0E8-8E90-75D8-C7B6-A86F8DAA865F}" dt="2026-07-13T06:23:50.182" v="25" actId="20577"/>
          <ac:spMkLst>
            <pc:docMk/>
            <pc:sldMk cId="3996616115" sldId="2147481834"/>
            <ac:spMk id="52" creationId="{1DDA33C5-CA2B-E085-2104-2351885C8FCC}"/>
          </ac:spMkLst>
        </pc:spChg>
        <pc:spChg chg="mod">
          <ac:chgData name="Devanand Chintoju" userId="S::devanand.c@syrencloud.com::d8309b23-9736-40f9-b7cb-b8d53c5a2ef2" providerId="AD" clId="Web-{D1FDD0E8-8E90-75D8-C7B6-A86F8DAA865F}" dt="2026-07-13T06:23:32.025" v="1" actId="20577"/>
          <ac:spMkLst>
            <pc:docMk/>
            <pc:sldMk cId="3996616115" sldId="2147481834"/>
            <ac:spMk id="58" creationId="{8B4B8E62-3BF3-811E-2A3F-B3838A04309F}"/>
          </ac:spMkLst>
        </pc:spChg>
        <pc:spChg chg="mod">
          <ac:chgData name="Devanand Chintoju" userId="S::devanand.c@syrencloud.com::d8309b23-9736-40f9-b7cb-b8d53c5a2ef2" providerId="AD" clId="Web-{D1FDD0E8-8E90-75D8-C7B6-A86F8DAA865F}" dt="2026-07-13T06:24:12.729" v="31" actId="20577"/>
          <ac:spMkLst>
            <pc:docMk/>
            <pc:sldMk cId="3996616115" sldId="2147481834"/>
            <ac:spMk id="65" creationId="{3C037A8D-1F61-87EF-4EDF-6ED8D6C55F0C}"/>
          </ac:spMkLst>
        </pc:spChg>
        <pc:spChg chg="mod">
          <ac:chgData name="Devanand Chintoju" userId="S::devanand.c@syrencloud.com::d8309b23-9736-40f9-b7cb-b8d53c5a2ef2" providerId="AD" clId="Web-{D1FDD0E8-8E90-75D8-C7B6-A86F8DAA865F}" dt="2026-07-13T06:24:30.636" v="34" actId="20577"/>
          <ac:spMkLst>
            <pc:docMk/>
            <pc:sldMk cId="3996616115" sldId="2147481834"/>
            <ac:spMk id="66" creationId="{1CA82AAC-069C-948B-1B50-61A35FFDB471}"/>
          </ac:spMkLst>
        </pc:spChg>
      </pc:sldChg>
    </pc:docChg>
  </pc:docChgLst>
  <pc:docChgLst>
    <pc:chgData name="Srikant Kalaga" userId="S::srikant.k@syrencloud.com::961c47af-c9bb-4225-b2a0-952af4799497" providerId="AD" clId="Web-{3231757F-8C76-6016-16D5-711E4D75E651}"/>
    <pc:docChg chg="modSld sldOrd">
      <pc:chgData name="Srikant Kalaga" userId="S::srikant.k@syrencloud.com::961c47af-c9bb-4225-b2a0-952af4799497" providerId="AD" clId="Web-{3231757F-8C76-6016-16D5-711E4D75E651}" dt="2026-07-13T00:06:10.829" v="31" actId="20577"/>
      <pc:docMkLst>
        <pc:docMk/>
      </pc:docMkLst>
      <pc:sldChg chg="mod ord modShow">
        <pc:chgData name="Srikant Kalaga" userId="S::srikant.k@syrencloud.com::961c47af-c9bb-4225-b2a0-952af4799497" providerId="AD" clId="Web-{3231757F-8C76-6016-16D5-711E4D75E651}" dt="2026-07-13T00:05:09.781" v="4"/>
        <pc:sldMkLst>
          <pc:docMk/>
          <pc:sldMk cId="1561129444" sldId="2147481819"/>
        </pc:sldMkLst>
      </pc:sldChg>
      <pc:sldChg chg="mod ord modShow">
        <pc:chgData name="Srikant Kalaga" userId="S::srikant.k@syrencloud.com::961c47af-c9bb-4225-b2a0-952af4799497" providerId="AD" clId="Web-{3231757F-8C76-6016-16D5-711E4D75E651}" dt="2026-07-13T00:05:10.140" v="5"/>
        <pc:sldMkLst>
          <pc:docMk/>
          <pc:sldMk cId="525997240" sldId="2147481820"/>
        </pc:sldMkLst>
      </pc:sldChg>
      <pc:sldChg chg="modSp">
        <pc:chgData name="Srikant Kalaga" userId="S::srikant.k@syrencloud.com::961c47af-c9bb-4225-b2a0-952af4799497" providerId="AD" clId="Web-{3231757F-8C76-6016-16D5-711E4D75E651}" dt="2026-07-13T00:06:10.829" v="31" actId="20577"/>
        <pc:sldMkLst>
          <pc:docMk/>
          <pc:sldMk cId="2399661326" sldId="2147481825"/>
        </pc:sldMkLst>
        <pc:spChg chg="mod">
          <ac:chgData name="Srikant Kalaga" userId="S::srikant.k@syrencloud.com::961c47af-c9bb-4225-b2a0-952af4799497" providerId="AD" clId="Web-{3231757F-8C76-6016-16D5-711E4D75E651}" dt="2026-07-13T00:06:10.829" v="31" actId="20577"/>
          <ac:spMkLst>
            <pc:docMk/>
            <pc:sldMk cId="2399661326" sldId="2147481825"/>
            <ac:spMk id="93" creationId="{8EAA20CE-983C-82DF-B0E2-0D70C33526CA}"/>
          </ac:spMkLst>
        </pc:spChg>
      </pc:sldChg>
      <pc:sldChg chg="modSp">
        <pc:chgData name="Srikant Kalaga" userId="S::srikant.k@syrencloud.com::961c47af-c9bb-4225-b2a0-952af4799497" providerId="AD" clId="Web-{3231757F-8C76-6016-16D5-711E4D75E651}" dt="2026-07-13T00:03:11.341" v="1" actId="20577"/>
        <pc:sldMkLst>
          <pc:docMk/>
          <pc:sldMk cId="3281960500" sldId="2147481837"/>
        </pc:sldMkLst>
        <pc:spChg chg="mod">
          <ac:chgData name="Srikant Kalaga" userId="S::srikant.k@syrencloud.com::961c47af-c9bb-4225-b2a0-952af4799497" providerId="AD" clId="Web-{3231757F-8C76-6016-16D5-711E4D75E651}" dt="2026-07-13T00:03:11.341" v="1" actId="20577"/>
          <ac:spMkLst>
            <pc:docMk/>
            <pc:sldMk cId="3281960500" sldId="2147481837"/>
            <ac:spMk id="27" creationId="{330274E1-85AA-161B-3D6E-C66238C963F1}"/>
          </ac:spMkLst>
        </pc:spChg>
      </pc:sldChg>
    </pc:docChg>
  </pc:docChgLst>
  <pc:docChgLst>
    <pc:chgData name="Venu Gopal Kakarla" userId="b31148d8-e7e9-4840-84b4-e644f96376f3" providerId="ADAL" clId="{734DAE48-A290-5D93-B08C-371D9F2AB47B}"/>
    <pc:docChg chg="custSel addSld modSld">
      <pc:chgData name="Venu Gopal Kakarla" userId="b31148d8-e7e9-4840-84b4-e644f96376f3" providerId="ADAL" clId="{734DAE48-A290-5D93-B08C-371D9F2AB47B}" dt="2026-06-29T23:38:16.398" v="6" actId="27636"/>
      <pc:docMkLst>
        <pc:docMk/>
      </pc:docMkLst>
      <pc:sldChg chg="modSp add mod setBg">
        <pc:chgData name="Venu Gopal Kakarla" userId="b31148d8-e7e9-4840-84b4-e644f96376f3" providerId="ADAL" clId="{734DAE48-A290-5D93-B08C-371D9F2AB47B}" dt="2026-06-29T23:38:16.342" v="1" actId="27636"/>
        <pc:sldMkLst>
          <pc:docMk/>
          <pc:sldMk cId="0" sldId="257"/>
        </pc:sldMkLst>
      </pc:sldChg>
      <pc:sldChg chg="modSp add mod setBg">
        <pc:chgData name="Venu Gopal Kakarla" userId="b31148d8-e7e9-4840-84b4-e644f96376f3" providerId="ADAL" clId="{734DAE48-A290-5D93-B08C-371D9F2AB47B}" dt="2026-06-29T23:38:16.398" v="6" actId="27636"/>
        <pc:sldMkLst>
          <pc:docMk/>
          <pc:sldMk cId="0" sldId="2147481787"/>
        </pc:sldMkLst>
      </pc:sldChg>
    </pc:docChg>
  </pc:docChgLst>
  <pc:docChgLst>
    <pc:chgData name="Srikant Kalaga" userId="S::srikant.k@syrencloud.com::961c47af-c9bb-4225-b2a0-952af4799497" providerId="AD" clId="Web-{240A148B-15AF-5FA6-618E-BC17B7236757}"/>
    <pc:docChg chg="delSld modSld">
      <pc:chgData name="Srikant Kalaga" userId="S::srikant.k@syrencloud.com::961c47af-c9bb-4225-b2a0-952af4799497" providerId="AD" clId="Web-{240A148B-15AF-5FA6-618E-BC17B7236757}" dt="2026-07-09T06:17:50.934" v="5"/>
      <pc:docMkLst>
        <pc:docMk/>
      </pc:docMkLst>
      <pc:sldChg chg="modSp">
        <pc:chgData name="Srikant Kalaga" userId="S::srikant.k@syrencloud.com::961c47af-c9bb-4225-b2a0-952af4799497" providerId="AD" clId="Web-{240A148B-15AF-5FA6-618E-BC17B7236757}" dt="2026-07-09T06:16:38.868" v="3"/>
        <pc:sldMkLst>
          <pc:docMk/>
          <pc:sldMk cId="3996616115" sldId="2147481834"/>
        </pc:sldMkLst>
        <pc:graphicFrameChg chg="modGraphic">
          <ac:chgData name="Srikant Kalaga" userId="S::srikant.k@syrencloud.com::961c47af-c9bb-4225-b2a0-952af4799497" providerId="AD" clId="Web-{240A148B-15AF-5FA6-618E-BC17B7236757}" dt="2026-07-09T06:16:36.790" v="1"/>
          <ac:graphicFrameMkLst>
            <pc:docMk/>
            <pc:sldMk cId="3996616115" sldId="2147481834"/>
            <ac:graphicFrameMk id="143" creationId="{1D0E189B-583A-DC49-FA12-5AD0CB28A4EF}"/>
          </ac:graphicFrameMkLst>
        </pc:graphicFrameChg>
        <pc:graphicFrameChg chg="modGraphic">
          <ac:chgData name="Srikant Kalaga" userId="S::srikant.k@syrencloud.com::961c47af-c9bb-4225-b2a0-952af4799497" providerId="AD" clId="Web-{240A148B-15AF-5FA6-618E-BC17B7236757}" dt="2026-07-09T06:16:38.868" v="3"/>
          <ac:graphicFrameMkLst>
            <pc:docMk/>
            <pc:sldMk cId="3996616115" sldId="2147481834"/>
            <ac:graphicFrameMk id="144" creationId="{5EA10140-CD65-AB27-40F6-28428DDF1173}"/>
          </ac:graphicFrameMkLst>
        </pc:graphicFrameChg>
      </pc:sldChg>
    </pc:docChg>
  </pc:docChgLst>
  <pc:docChgLst>
    <pc:chgData name="Srikant Kalaga" userId="S::srikant.k@syrencloud.com::961c47af-c9bb-4225-b2a0-952af4799497" providerId="AD" clId="Web-{6980EC76-3DDC-F0C1-DB2A-CDD755217ED8}"/>
    <pc:docChg chg="delSld modSld sldOrd addSection modSection">
      <pc:chgData name="Srikant Kalaga" userId="S::srikant.k@syrencloud.com::961c47af-c9bb-4225-b2a0-952af4799497" providerId="AD" clId="Web-{6980EC76-3DDC-F0C1-DB2A-CDD755217ED8}" dt="2026-06-30T07:30:52.714" v="30"/>
      <pc:docMkLst>
        <pc:docMk/>
      </pc:docMkLst>
      <pc:sldChg chg="modSp">
        <pc:chgData name="Srikant Kalaga" userId="S::srikant.k@syrencloud.com::961c47af-c9bb-4225-b2a0-952af4799497" providerId="AD" clId="Web-{6980EC76-3DDC-F0C1-DB2A-CDD755217ED8}" dt="2026-06-30T07:14:46.985" v="2" actId="20577"/>
        <pc:sldMkLst>
          <pc:docMk/>
          <pc:sldMk cId="2997420400" sldId="2076137774"/>
        </pc:sldMkLst>
        <pc:spChg chg="mod">
          <ac:chgData name="Srikant Kalaga" userId="S::srikant.k@syrencloud.com::961c47af-c9bb-4225-b2a0-952af4799497" providerId="AD" clId="Web-{6980EC76-3DDC-F0C1-DB2A-CDD755217ED8}" dt="2026-06-30T07:14:46.985" v="2" actId="20577"/>
          <ac:spMkLst>
            <pc:docMk/>
            <pc:sldMk cId="2997420400" sldId="2076137774"/>
            <ac:spMk id="2" creationId="{51B50F5C-7FB3-4C03-7B4B-36876841594B}"/>
          </ac:spMkLst>
        </pc:spChg>
      </pc:sldChg>
      <pc:sldChg chg="modSp">
        <pc:chgData name="Srikant Kalaga" userId="S::srikant.k@syrencloud.com::961c47af-c9bb-4225-b2a0-952af4799497" providerId="AD" clId="Web-{6980EC76-3DDC-F0C1-DB2A-CDD755217ED8}" dt="2026-06-30T07:14:52.563" v="4" actId="20577"/>
        <pc:sldMkLst>
          <pc:docMk/>
          <pc:sldMk cId="3377972757" sldId="2147474889"/>
        </pc:sldMkLst>
        <pc:spChg chg="mod">
          <ac:chgData name="Srikant Kalaga" userId="S::srikant.k@syrencloud.com::961c47af-c9bb-4225-b2a0-952af4799497" providerId="AD" clId="Web-{6980EC76-3DDC-F0C1-DB2A-CDD755217ED8}" dt="2026-06-30T07:14:52.563" v="4" actId="20577"/>
          <ac:spMkLst>
            <pc:docMk/>
            <pc:sldMk cId="3377972757" sldId="2147474889"/>
            <ac:spMk id="2" creationId="{3731CF47-B04F-C61B-7342-397E62654EF6}"/>
          </ac:spMkLst>
        </pc:spChg>
      </pc:sldChg>
      <pc:sldChg chg="modSp">
        <pc:chgData name="Srikant Kalaga" userId="S::srikant.k@syrencloud.com::961c47af-c9bb-4225-b2a0-952af4799497" providerId="AD" clId="Web-{6980EC76-3DDC-F0C1-DB2A-CDD755217ED8}" dt="2026-06-30T07:14:56.344" v="6" actId="20577"/>
        <pc:sldMkLst>
          <pc:docMk/>
          <pc:sldMk cId="2584111903" sldId="2147474891"/>
        </pc:sldMkLst>
        <pc:spChg chg="mod">
          <ac:chgData name="Srikant Kalaga" userId="S::srikant.k@syrencloud.com::961c47af-c9bb-4225-b2a0-952af4799497" providerId="AD" clId="Web-{6980EC76-3DDC-F0C1-DB2A-CDD755217ED8}" dt="2026-06-30T07:14:56.344" v="6" actId="20577"/>
          <ac:spMkLst>
            <pc:docMk/>
            <pc:sldMk cId="2584111903" sldId="2147474891"/>
            <ac:spMk id="2" creationId="{A005CD98-54F8-6A27-A840-6ED67987C8FD}"/>
          </ac:spMkLst>
        </pc:spChg>
      </pc:sldChg>
      <pc:sldChg chg="ord">
        <pc:chgData name="Srikant Kalaga" userId="S::srikant.k@syrencloud.com::961c47af-c9bb-4225-b2a0-952af4799497" providerId="AD" clId="Web-{6980EC76-3DDC-F0C1-DB2A-CDD755217ED8}" dt="2026-06-30T07:15:41.141" v="7"/>
        <pc:sldMkLst>
          <pc:docMk/>
          <pc:sldMk cId="1287577181" sldId="2147481790"/>
        </pc:sldMkLst>
      </pc:sldChg>
      <pc:sldChg chg="ord">
        <pc:chgData name="Srikant Kalaga" userId="S::srikant.k@syrencloud.com::961c47af-c9bb-4225-b2a0-952af4799497" providerId="AD" clId="Web-{6980EC76-3DDC-F0C1-DB2A-CDD755217ED8}" dt="2026-06-30T07:15:41.141" v="9"/>
        <pc:sldMkLst>
          <pc:docMk/>
          <pc:sldMk cId="3153137025" sldId="2147481793"/>
        </pc:sldMkLst>
      </pc:sldChg>
      <pc:sldChg chg="ord">
        <pc:chgData name="Srikant Kalaga" userId="S::srikant.k@syrencloud.com::961c47af-c9bb-4225-b2a0-952af4799497" providerId="AD" clId="Web-{6980EC76-3DDC-F0C1-DB2A-CDD755217ED8}" dt="2026-06-30T07:15:41.141" v="8"/>
        <pc:sldMkLst>
          <pc:docMk/>
          <pc:sldMk cId="757167522" sldId="2147481794"/>
        </pc:sldMkLst>
      </pc:sldChg>
    </pc:docChg>
  </pc:docChgLst>
  <pc:docChgLst>
    <pc:chgData name="Srikant Kalaga" userId="S::srikant.k@syrencloud.com::961c47af-c9bb-4225-b2a0-952af4799497" providerId="AD" clId="Web-{6AA9AB55-4C36-4A95-628D-DBB7506EA100}"/>
    <pc:docChg chg="modSld">
      <pc:chgData name="Srikant Kalaga" userId="S::srikant.k@syrencloud.com::961c47af-c9bb-4225-b2a0-952af4799497" providerId="AD" clId="Web-{6AA9AB55-4C36-4A95-628D-DBB7506EA100}" dt="2026-07-13T08:44:15.573" v="27"/>
      <pc:docMkLst>
        <pc:docMk/>
      </pc:docMkLst>
      <pc:sldChg chg="mod modShow">
        <pc:chgData name="Srikant Kalaga" userId="S::srikant.k@syrencloud.com::961c47af-c9bb-4225-b2a0-952af4799497" providerId="AD" clId="Web-{6AA9AB55-4C36-4A95-628D-DBB7506EA100}" dt="2026-07-13T08:44:06.447" v="8"/>
        <pc:sldMkLst>
          <pc:docMk/>
          <pc:sldMk cId="2640688575" sldId="2076137767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3.885" v="2"/>
        <pc:sldMkLst>
          <pc:docMk/>
          <pc:sldMk cId="3880626240" sldId="2147481798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3.447" v="1"/>
        <pc:sldMkLst>
          <pc:docMk/>
          <pc:sldMk cId="123677467" sldId="2147481803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8.760" v="13"/>
        <pc:sldMkLst>
          <pc:docMk/>
          <pc:sldMk cId="566397521" sldId="2147481804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8.276" v="12"/>
        <pc:sldMkLst>
          <pc:docMk/>
          <pc:sldMk cId="2751744931" sldId="2147481808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9.260" v="14"/>
        <pc:sldMkLst>
          <pc:docMk/>
          <pc:sldMk cId="2408097752" sldId="2147481810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2.994" v="0"/>
        <pc:sldMkLst>
          <pc:docMk/>
          <pc:sldMk cId="4238695353" sldId="2147481816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5.119" v="5"/>
        <pc:sldMkLst>
          <pc:docMk/>
          <pc:sldMk cId="1011382387" sldId="2147481818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3.010" v="21"/>
        <pc:sldMkLst>
          <pc:docMk/>
          <pc:sldMk cId="1561129444" sldId="2147481819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3.401" v="22"/>
        <pc:sldMkLst>
          <pc:docMk/>
          <pc:sldMk cId="525997240" sldId="2147481820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4.073" v="24"/>
        <pc:sldMkLst>
          <pc:docMk/>
          <pc:sldMk cId="3323764323" sldId="2147481821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4.948" v="26"/>
        <pc:sldMkLst>
          <pc:docMk/>
          <pc:sldMk cId="1557888020" sldId="2147481822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6.057" v="7"/>
        <pc:sldMkLst>
          <pc:docMk/>
          <pc:sldMk cId="2976658370" sldId="2147481824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4.588" v="4"/>
        <pc:sldMkLst>
          <pc:docMk/>
          <pc:sldMk cId="2399661326" sldId="2147481825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7.713" v="11"/>
        <pc:sldMkLst>
          <pc:docMk/>
          <pc:sldMk cId="3381492664" sldId="2147481828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5.651" v="6"/>
        <pc:sldMkLst>
          <pc:docMk/>
          <pc:sldMk cId="3979034339" sldId="2147481829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7.291" v="10"/>
        <pc:sldMkLst>
          <pc:docMk/>
          <pc:sldMk cId="818875059" sldId="2147481830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6.854" v="9"/>
        <pc:sldMkLst>
          <pc:docMk/>
          <pc:sldMk cId="2897892704" sldId="2147481831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4.541" v="25"/>
        <pc:sldMkLst>
          <pc:docMk/>
          <pc:sldMk cId="3997856793" sldId="2147481832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09.744" v="15"/>
        <pc:sldMkLst>
          <pc:docMk/>
          <pc:sldMk cId="3996616115" sldId="2147481834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0.369" v="16"/>
        <pc:sldMkLst>
          <pc:docMk/>
          <pc:sldMk cId="2623331845" sldId="2147481835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1.213" v="17"/>
        <pc:sldMkLst>
          <pc:docMk/>
          <pc:sldMk cId="259591731" sldId="2147481836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5.573" v="27"/>
        <pc:sldMkLst>
          <pc:docMk/>
          <pc:sldMk cId="3281960500" sldId="2147481837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1.604" v="18"/>
        <pc:sldMkLst>
          <pc:docMk/>
          <pc:sldMk cId="480491037" sldId="2147481838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2.166" v="19"/>
        <pc:sldMkLst>
          <pc:docMk/>
          <pc:sldMk cId="2879658209" sldId="2147481839"/>
        </pc:sldMkLst>
      </pc:sldChg>
      <pc:sldChg chg="mod modShow">
        <pc:chgData name="Srikant Kalaga" userId="S::srikant.k@syrencloud.com::961c47af-c9bb-4225-b2a0-952af4799497" providerId="AD" clId="Web-{6AA9AB55-4C36-4A95-628D-DBB7506EA100}" dt="2026-07-13T08:44:12.604" v="20"/>
        <pc:sldMkLst>
          <pc:docMk/>
          <pc:sldMk cId="3459248943" sldId="2147481840"/>
        </pc:sldMkLst>
      </pc:sldChg>
    </pc:docChg>
  </pc:docChgLst>
  <pc:docChgLst>
    <pc:chgData name="Avantika Ashish Joglekar" userId="S::avantika.j@syrencloud.com::f014a2bf-5918-46cd-9336-37d5792e0937" providerId="AD" clId="Web-{DE6457F5-72AE-922E-BBC9-ECC7B872A81A}"/>
    <pc:docChg chg="modSld">
      <pc:chgData name="Avantika Ashish Joglekar" userId="S::avantika.j@syrencloud.com::f014a2bf-5918-46cd-9336-37d5792e0937" providerId="AD" clId="Web-{DE6457F5-72AE-922E-BBC9-ECC7B872A81A}" dt="2026-07-13T08:01:22.851" v="1" actId="1076"/>
      <pc:docMkLst>
        <pc:docMk/>
      </pc:docMkLst>
      <pc:sldChg chg="modSp">
        <pc:chgData name="Avantika Ashish Joglekar" userId="S::avantika.j@syrencloud.com::f014a2bf-5918-46cd-9336-37d5792e0937" providerId="AD" clId="Web-{DE6457F5-72AE-922E-BBC9-ECC7B872A81A}" dt="2026-07-13T06:46:21.044" v="0" actId="1076"/>
        <pc:sldMkLst>
          <pc:docMk/>
          <pc:sldMk cId="259591731" sldId="2147481836"/>
        </pc:sldMkLst>
        <pc:picChg chg="mod">
          <ac:chgData name="Avantika Ashish Joglekar" userId="S::avantika.j@syrencloud.com::f014a2bf-5918-46cd-9336-37d5792e0937" providerId="AD" clId="Web-{DE6457F5-72AE-922E-BBC9-ECC7B872A81A}" dt="2026-07-13T06:46:21.044" v="0" actId="1076"/>
          <ac:picMkLst>
            <pc:docMk/>
            <pc:sldMk cId="259591731" sldId="2147481836"/>
            <ac:picMk id="13" creationId="{989AA0F6-7AAC-E7FE-8B8D-3D77DE24B78F}"/>
          </ac:picMkLst>
        </pc:picChg>
      </pc:sldChg>
      <pc:sldChg chg="modSp">
        <pc:chgData name="Avantika Ashish Joglekar" userId="S::avantika.j@syrencloud.com::f014a2bf-5918-46cd-9336-37d5792e0937" providerId="AD" clId="Web-{DE6457F5-72AE-922E-BBC9-ECC7B872A81A}" dt="2026-07-13T08:01:22.851" v="1" actId="1076"/>
        <pc:sldMkLst>
          <pc:docMk/>
          <pc:sldMk cId="480491037" sldId="2147481838"/>
        </pc:sldMkLst>
        <pc:spChg chg="mod">
          <ac:chgData name="Avantika Ashish Joglekar" userId="S::avantika.j@syrencloud.com::f014a2bf-5918-46cd-9336-37d5792e0937" providerId="AD" clId="Web-{DE6457F5-72AE-922E-BBC9-ECC7B872A81A}" dt="2026-07-13T08:01:22.851" v="1" actId="1076"/>
          <ac:spMkLst>
            <pc:docMk/>
            <pc:sldMk cId="480491037" sldId="2147481838"/>
            <ac:spMk id="15" creationId="{711A1659-259E-BCB7-28C2-3A28997809E4}"/>
          </ac:spMkLst>
        </pc:spChg>
      </pc:sldChg>
    </pc:docChg>
  </pc:docChgLst>
  <pc:docChgLst>
    <pc:chgData name="Venu Gopal Kakarla" userId="S::venugopal.k@syrencloud.com::b31148d8-e7e9-4840-84b4-e644f96376f3" providerId="AD" clId="Web-{A4500D1D-F423-B58D-58FA-DD2C7F8DB90F}"/>
    <pc:docChg chg="modSld">
      <pc:chgData name="Venu Gopal Kakarla" userId="S::venugopal.k@syrencloud.com::b31148d8-e7e9-4840-84b4-e644f96376f3" providerId="AD" clId="Web-{A4500D1D-F423-B58D-58FA-DD2C7F8DB90F}" dt="2026-06-29T23:41:31.469" v="17" actId="20577"/>
      <pc:docMkLst>
        <pc:docMk/>
      </pc:docMkLst>
      <pc:sldChg chg="modSp">
        <pc:chgData name="Venu Gopal Kakarla" userId="S::venugopal.k@syrencloud.com::b31148d8-e7e9-4840-84b4-e644f96376f3" providerId="AD" clId="Web-{A4500D1D-F423-B58D-58FA-DD2C7F8DB90F}" dt="2026-06-29T23:41:13.094" v="3" actId="20577"/>
        <pc:sldMkLst>
          <pc:docMk/>
          <pc:sldMk cId="0" sldId="257"/>
        </pc:sldMkLst>
      </pc:sldChg>
      <pc:sldChg chg="modSp">
        <pc:chgData name="Venu Gopal Kakarla" userId="S::venugopal.k@syrencloud.com::b31148d8-e7e9-4840-84b4-e644f96376f3" providerId="AD" clId="Web-{A4500D1D-F423-B58D-58FA-DD2C7F8DB90F}" dt="2026-06-29T23:40:40.109" v="1" actId="20577"/>
        <pc:sldMkLst>
          <pc:docMk/>
          <pc:sldMk cId="0" sldId="2147481787"/>
        </pc:sldMkLst>
      </pc:sldChg>
    </pc:docChg>
  </pc:docChgLst>
  <pc:docChgLst>
    <pc:chgData name="Srikant Kalaga" userId="S::srikant.k@syrencloud.com::961c47af-c9bb-4225-b2a0-952af4799497" providerId="AD" clId="Web-{3EC4CED1-E001-67FF-AE8A-0B7C8C5E443D}"/>
    <pc:docChg chg="addSld modSld modMainMaster modSection">
      <pc:chgData name="Srikant Kalaga" userId="S::srikant.k@syrencloud.com::961c47af-c9bb-4225-b2a0-952af4799497" providerId="AD" clId="Web-{3EC4CED1-E001-67FF-AE8A-0B7C8C5E443D}" dt="2026-07-01T09:41:29.665" v="23"/>
      <pc:docMkLst>
        <pc:docMk/>
      </pc:docMkLst>
      <pc:sldChg chg="mod modShow">
        <pc:chgData name="Srikant Kalaga" userId="S::srikant.k@syrencloud.com::961c47af-c9bb-4225-b2a0-952af4799497" providerId="AD" clId="Web-{3EC4CED1-E001-67FF-AE8A-0B7C8C5E443D}" dt="2026-07-01T09:41:28.508" v="21"/>
        <pc:sldMkLst>
          <pc:docMk/>
          <pc:sldMk cId="0" sldId="257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39:55.974" v="11"/>
        <pc:sldMkLst>
          <pc:docMk/>
          <pc:sldMk cId="3348813402" sldId="2076137763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0:01.365" v="12"/>
        <pc:sldMkLst>
          <pc:docMk/>
          <pc:sldMk cId="54263797" sldId="2076137765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0:17.506" v="13"/>
        <pc:sldMkLst>
          <pc:docMk/>
          <pc:sldMk cId="1642220967" sldId="2076137772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0:26.334" v="15"/>
        <pc:sldMkLst>
          <pc:docMk/>
          <pc:sldMk cId="67895314" sldId="2147474868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1:05.601" v="16"/>
        <pc:sldMkLst>
          <pc:docMk/>
          <pc:sldMk cId="1305668230" sldId="2147474870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1:06.086" v="17"/>
        <pc:sldMkLst>
          <pc:docMk/>
          <pc:sldMk cId="1014566364" sldId="2147474871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39:55.380" v="10"/>
        <pc:sldMkLst>
          <pc:docMk/>
          <pc:sldMk cId="3002218494" sldId="2147474877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1:27.899" v="20"/>
        <pc:sldMkLst>
          <pc:docMk/>
          <pc:sldMk cId="0" sldId="2147481787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1:29.665" v="23"/>
        <pc:sldMkLst>
          <pc:docMk/>
          <pc:sldMk cId="1378753998" sldId="2147481789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1:27.274" v="19"/>
        <pc:sldMkLst>
          <pc:docMk/>
          <pc:sldMk cId="1287577181" sldId="2147481790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39:54.786" v="9"/>
        <pc:sldMkLst>
          <pc:docMk/>
          <pc:sldMk cId="730580893" sldId="2147481792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1:29.243" v="22"/>
        <pc:sldMkLst>
          <pc:docMk/>
          <pc:sldMk cId="3153137025" sldId="2147481793"/>
        </pc:sldMkLst>
      </pc:sldChg>
      <pc:sldChg chg="mod modShow">
        <pc:chgData name="Srikant Kalaga" userId="S::srikant.k@syrencloud.com::961c47af-c9bb-4225-b2a0-952af4799497" providerId="AD" clId="Web-{3EC4CED1-E001-67FF-AE8A-0B7C8C5E443D}" dt="2026-07-01T09:41:26.993" v="18"/>
        <pc:sldMkLst>
          <pc:docMk/>
          <pc:sldMk cId="757167522" sldId="2147481794"/>
        </pc:sldMkLst>
      </pc:sldChg>
      <pc:sldChg chg="modSp add">
        <pc:chgData name="Srikant Kalaga" userId="S::srikant.k@syrencloud.com::961c47af-c9bb-4225-b2a0-952af4799497" providerId="AD" clId="Web-{3EC4CED1-E001-67FF-AE8A-0B7C8C5E443D}" dt="2026-07-01T09:39:42.317" v="8" actId="20577"/>
        <pc:sldMkLst>
          <pc:docMk/>
          <pc:sldMk cId="3880626240" sldId="2147481798"/>
        </pc:sldMkLst>
        <pc:spChg chg="mod">
          <ac:chgData name="Srikant Kalaga" userId="S::srikant.k@syrencloud.com::961c47af-c9bb-4225-b2a0-952af4799497" providerId="AD" clId="Web-{3EC4CED1-E001-67FF-AE8A-0B7C8C5E443D}" dt="2026-07-01T09:39:42.317" v="8" actId="20577"/>
          <ac:spMkLst>
            <pc:docMk/>
            <pc:sldMk cId="3880626240" sldId="2147481798"/>
            <ac:spMk id="101" creationId="{2F4F5274-8F66-5304-E528-40E474205A3C}"/>
          </ac:spMkLst>
        </pc:spChg>
      </pc:sldChg>
      <pc:sldMasterChg chg="modSldLayout">
        <pc:chgData name="Srikant Kalaga" userId="S::srikant.k@syrencloud.com::961c47af-c9bb-4225-b2a0-952af4799497" providerId="AD" clId="Web-{3EC4CED1-E001-67FF-AE8A-0B7C8C5E443D}" dt="2026-07-01T09:39:24.301" v="0"/>
        <pc:sldMasterMkLst>
          <pc:docMk/>
          <pc:sldMasterMk cId="2460954070" sldId="2147483704"/>
        </pc:sldMasterMkLst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2460954070" sldId="2147483704"/>
            <pc:sldLayoutMk cId="1484470864" sldId="2147484369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2460954070" sldId="2147483704"/>
            <pc:sldLayoutMk cId="549332080" sldId="2147484380"/>
          </pc:sldLayoutMkLst>
        </pc:sldLayoutChg>
      </pc:sldMasterChg>
      <pc:sldMasterChg chg="replId addSldLayout modSldLayout">
        <pc:chgData name="Srikant Kalaga" userId="S::srikant.k@syrencloud.com::961c47af-c9bb-4225-b2a0-952af4799497" providerId="AD" clId="Web-{3EC4CED1-E001-67FF-AE8A-0B7C8C5E443D}" dt="2026-07-01T09:39:24.301" v="0"/>
        <pc:sldMasterMkLst>
          <pc:docMk/>
          <pc:sldMasterMk cId="1141844420" sldId="2147484370"/>
        </pc:sldMasterMkLst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1223102465" sldId="2147483715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1064926354" sldId="2147483720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2608075528" sldId="2147483722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3442027283" sldId="2147483726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2853985785" sldId="2147483728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3144762223" sldId="2147483730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1583753956" sldId="2147483731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3599490746" sldId="2147483732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1249269985" sldId="2147483733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1933227099" sldId="2147483734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2762615512" sldId="2147483739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4239027968" sldId="2147483742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227418122" sldId="2147483743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953369925" sldId="2147483744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1817470423" sldId="2147483745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30761474" sldId="2147483746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2458929687" sldId="2147484371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4126719177" sldId="2147484372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1710552875" sldId="2147484373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1040988550" sldId="2147484374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3719740028" sldId="2147484375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3493265538" sldId="2147484376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2406619005" sldId="2147484377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2059846112" sldId="2147484378"/>
          </pc:sldLayoutMkLst>
        </pc:sldLayoutChg>
        <pc:sldLayoutChg chg="replI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736341449" sldId="2147484379"/>
          </pc:sldLayoutMkLst>
        </pc:sldLayoutChg>
        <pc:sldLayoutChg chg="add">
          <pc:chgData name="Srikant Kalaga" userId="S::srikant.k@syrencloud.com::961c47af-c9bb-4225-b2a0-952af4799497" providerId="AD" clId="Web-{3EC4CED1-E001-67FF-AE8A-0B7C8C5E443D}" dt="2026-07-01T09:39:24.301" v="0"/>
          <pc:sldLayoutMkLst>
            <pc:docMk/>
            <pc:sldMasterMk cId="1141844420" sldId="2147484370"/>
            <pc:sldLayoutMk cId="2597177090" sldId="2147484391"/>
          </pc:sldLayoutMkLst>
        </pc:sldLayoutChg>
      </pc:sldMasterChg>
    </pc:docChg>
  </pc:docChgLst>
  <pc:docChgLst>
    <pc:chgData name="Vasim Mohammed" userId="2b9d3a5a-e9a8-4cc9-a3ee-126717dfb735" providerId="ADAL" clId="{63621AE3-99E7-44D2-BACB-559A971BDEF1}"/>
    <pc:docChg chg="undo redo custSel addSld modSld sldOrd delMainMaster modMainMaster">
      <pc:chgData name="Vasim Mohammed" userId="2b9d3a5a-e9a8-4cc9-a3ee-126717dfb735" providerId="ADAL" clId="{63621AE3-99E7-44D2-BACB-559A971BDEF1}" dt="2026-07-10T13:58:07.305" v="139" actId="1076"/>
      <pc:docMkLst>
        <pc:docMk/>
      </pc:docMkLst>
      <pc:sldChg chg="ord">
        <pc:chgData name="Vasim Mohammed" userId="2b9d3a5a-e9a8-4cc9-a3ee-126717dfb735" providerId="ADAL" clId="{63621AE3-99E7-44D2-BACB-559A971BDEF1}" dt="2026-07-06T12:32:47.695" v="35"/>
        <pc:sldMkLst>
          <pc:docMk/>
          <pc:sldMk cId="1636211531" sldId="2147474879"/>
        </pc:sldMkLst>
      </pc:sldChg>
      <pc:sldChg chg="delSp modSp mod">
        <pc:chgData name="Vasim Mohammed" userId="2b9d3a5a-e9a8-4cc9-a3ee-126717dfb735" providerId="ADAL" clId="{63621AE3-99E7-44D2-BACB-559A971BDEF1}" dt="2026-07-10T13:58:07.305" v="139" actId="1076"/>
        <pc:sldMkLst>
          <pc:docMk/>
          <pc:sldMk cId="3216750113" sldId="2147474885"/>
        </pc:sldMkLst>
      </pc:sldChg>
      <pc:sldChg chg="modSp mod">
        <pc:chgData name="Vasim Mohammed" userId="2b9d3a5a-e9a8-4cc9-a3ee-126717dfb735" providerId="ADAL" clId="{63621AE3-99E7-44D2-BACB-559A971BDEF1}" dt="2026-07-06T12:26:08.311" v="33" actId="20577"/>
        <pc:sldMkLst>
          <pc:docMk/>
          <pc:sldMk cId="2751744931" sldId="2147481808"/>
        </pc:sldMkLst>
        <pc:spChg chg="mod">
          <ac:chgData name="Vasim Mohammed" userId="2b9d3a5a-e9a8-4cc9-a3ee-126717dfb735" providerId="ADAL" clId="{63621AE3-99E7-44D2-BACB-559A971BDEF1}" dt="2026-07-06T12:26:08.311" v="33" actId="20577"/>
          <ac:spMkLst>
            <pc:docMk/>
            <pc:sldMk cId="2751744931" sldId="2147481808"/>
            <ac:spMk id="2" creationId="{D9DC9138-62FB-CCF1-2DC5-BEE106824EF4}"/>
          </ac:spMkLst>
        </pc:spChg>
      </pc:sldChg>
      <pc:sldChg chg="ord">
        <pc:chgData name="Vasim Mohammed" userId="2b9d3a5a-e9a8-4cc9-a3ee-126717dfb735" providerId="ADAL" clId="{63621AE3-99E7-44D2-BACB-559A971BDEF1}" dt="2026-07-06T12:35:13.624" v="67"/>
        <pc:sldMkLst>
          <pc:docMk/>
          <pc:sldMk cId="2408097752" sldId="2147481810"/>
        </pc:sldMkLst>
      </pc:sldChg>
      <pc:sldChg chg="modSp add mod">
        <pc:chgData name="Vasim Mohammed" userId="2b9d3a5a-e9a8-4cc9-a3ee-126717dfb735" providerId="ADAL" clId="{63621AE3-99E7-44D2-BACB-559A971BDEF1}" dt="2026-07-06T12:39:25.066" v="134" actId="20577"/>
        <pc:sldMkLst>
          <pc:docMk/>
          <pc:sldMk cId="1011382387" sldId="2147481818"/>
        </pc:sldMkLst>
        <pc:spChg chg="mod">
          <ac:chgData name="Vasim Mohammed" userId="2b9d3a5a-e9a8-4cc9-a3ee-126717dfb735" providerId="ADAL" clId="{63621AE3-99E7-44D2-BACB-559A971BDEF1}" dt="2026-07-06T12:36:39.834" v="75" actId="20577"/>
          <ac:spMkLst>
            <pc:docMk/>
            <pc:sldMk cId="1011382387" sldId="2147481818"/>
            <ac:spMk id="6" creationId="{FB8FC2C6-5041-B35C-F241-853E10D6AA8D}"/>
          </ac:spMkLst>
        </pc:spChg>
        <pc:spChg chg="mod">
          <ac:chgData name="Vasim Mohammed" userId="2b9d3a5a-e9a8-4cc9-a3ee-126717dfb735" providerId="ADAL" clId="{63621AE3-99E7-44D2-BACB-559A971BDEF1}" dt="2026-07-06T12:38:12.324" v="104" actId="20577"/>
          <ac:spMkLst>
            <pc:docMk/>
            <pc:sldMk cId="1011382387" sldId="2147481818"/>
            <ac:spMk id="8" creationId="{E843E3C6-6451-F653-FDC8-40D96A479925}"/>
          </ac:spMkLst>
        </pc:spChg>
        <pc:spChg chg="mod">
          <ac:chgData name="Vasim Mohammed" userId="2b9d3a5a-e9a8-4cc9-a3ee-126717dfb735" providerId="ADAL" clId="{63621AE3-99E7-44D2-BACB-559A971BDEF1}" dt="2026-07-06T12:39:25.066" v="134" actId="20577"/>
          <ac:spMkLst>
            <pc:docMk/>
            <pc:sldMk cId="1011382387" sldId="2147481818"/>
            <ac:spMk id="9" creationId="{C941721E-E321-1932-8525-F5F382421722}"/>
          </ac:spMkLst>
        </pc:spChg>
        <pc:spChg chg="mod">
          <ac:chgData name="Vasim Mohammed" userId="2b9d3a5a-e9a8-4cc9-a3ee-126717dfb735" providerId="ADAL" clId="{63621AE3-99E7-44D2-BACB-559A971BDEF1}" dt="2026-07-06T12:39:12.085" v="118" actId="20577"/>
          <ac:spMkLst>
            <pc:docMk/>
            <pc:sldMk cId="1011382387" sldId="2147481818"/>
            <ac:spMk id="10" creationId="{B972E486-0E84-DFEA-C38B-B3A755E2A7F0}"/>
          </ac:spMkLst>
        </pc:spChg>
      </pc:sldChg>
      <pc:sldChg chg="add">
        <pc:chgData name="Vasim Mohammed" userId="2b9d3a5a-e9a8-4cc9-a3ee-126717dfb735" providerId="ADAL" clId="{63621AE3-99E7-44D2-BACB-559A971BDEF1}" dt="2026-07-06T12:41:34.905" v="135"/>
        <pc:sldMkLst>
          <pc:docMk/>
          <pc:sldMk cId="1561129444" sldId="2147481819"/>
        </pc:sldMkLst>
      </pc:sldChg>
      <pc:sldChg chg="add">
        <pc:chgData name="Vasim Mohammed" userId="2b9d3a5a-e9a8-4cc9-a3ee-126717dfb735" providerId="ADAL" clId="{63621AE3-99E7-44D2-BACB-559A971BDEF1}" dt="2026-07-06T12:41:34.905" v="135"/>
        <pc:sldMkLst>
          <pc:docMk/>
          <pc:sldMk cId="525997240" sldId="2147481820"/>
        </pc:sldMkLst>
      </pc:sldChg>
      <pc:sldChg chg="delSp modSp add mod">
        <pc:chgData name="Vasim Mohammed" userId="2b9d3a5a-e9a8-4cc9-a3ee-126717dfb735" providerId="ADAL" clId="{63621AE3-99E7-44D2-BACB-559A971BDEF1}" dt="2026-07-10T13:57:54.772" v="137" actId="1076"/>
        <pc:sldMkLst>
          <pc:docMk/>
          <pc:sldMk cId="3323764323" sldId="2147481821"/>
        </pc:sldMkLst>
      </pc:sldChg>
      <pc:sldMasterChg chg="delSldLayout modSldLayout sldLayoutOrd">
        <pc:chgData name="Vasim Mohammed" userId="2b9d3a5a-e9a8-4cc9-a3ee-126717dfb735" providerId="ADAL" clId="{63621AE3-99E7-44D2-BACB-559A971BDEF1}" dt="2026-07-06T12:21:17.708" v="2"/>
        <pc:sldMasterMkLst>
          <pc:docMk/>
          <pc:sldMasterMk cId="2460954070" sldId="2147483704"/>
        </pc:sldMasterMkLst>
      </pc:sldMasterChg>
    </pc:docChg>
  </pc:docChgLst>
  <pc:docChgLst>
    <pc:chgData name="Srikant Kalaga" userId="S::srikant.k@syrencloud.com::961c47af-c9bb-4225-b2a0-952af4799497" providerId="AD" clId="Web-{F1AF6EC7-C3BC-ADE2-6A41-524F4FFB1FE6}"/>
    <pc:docChg chg="addSld modSld sldOrd addMainMaster">
      <pc:chgData name="Srikant Kalaga" userId="S::srikant.k@syrencloud.com::961c47af-c9bb-4225-b2a0-952af4799497" providerId="AD" clId="Web-{F1AF6EC7-C3BC-ADE2-6A41-524F4FFB1FE6}" dt="2026-07-06T15:26:36.122" v="54"/>
      <pc:docMkLst>
        <pc:docMk/>
      </pc:docMkLst>
      <pc:sldChg chg="modSp ord">
        <pc:chgData name="Srikant Kalaga" userId="S::srikant.k@syrencloud.com::961c47af-c9bb-4225-b2a0-952af4799497" providerId="AD" clId="Web-{F1AF6EC7-C3BC-ADE2-6A41-524F4FFB1FE6}" dt="2026-07-06T15:26:27.247" v="53" actId="20577"/>
        <pc:sldMkLst>
          <pc:docMk/>
          <pc:sldMk cId="3216750113" sldId="2147474885"/>
        </pc:sldMkLst>
      </pc:sldChg>
      <pc:sldChg chg="modSp">
        <pc:chgData name="Srikant Kalaga" userId="S::srikant.k@syrencloud.com::961c47af-c9bb-4225-b2a0-952af4799497" providerId="AD" clId="Web-{F1AF6EC7-C3BC-ADE2-6A41-524F4FFB1FE6}" dt="2026-07-06T15:18:42.508" v="6" actId="20577"/>
        <pc:sldMkLst>
          <pc:docMk/>
          <pc:sldMk cId="2751744931" sldId="2147481808"/>
        </pc:sldMkLst>
        <pc:spChg chg="mod">
          <ac:chgData name="Srikant Kalaga" userId="S::srikant.k@syrencloud.com::961c47af-c9bb-4225-b2a0-952af4799497" providerId="AD" clId="Web-{F1AF6EC7-C3BC-ADE2-6A41-524F4FFB1FE6}" dt="2026-07-06T15:18:42.508" v="6" actId="20577"/>
          <ac:spMkLst>
            <pc:docMk/>
            <pc:sldMk cId="2751744931" sldId="2147481808"/>
            <ac:spMk id="2" creationId="{D9DC9138-62FB-CCF1-2DC5-BEE106824EF4}"/>
          </ac:spMkLst>
        </pc:spChg>
      </pc:sldChg>
      <pc:sldChg chg="ord">
        <pc:chgData name="Srikant Kalaga" userId="S::srikant.k@syrencloud.com::961c47af-c9bb-4225-b2a0-952af4799497" providerId="AD" clId="Web-{F1AF6EC7-C3BC-ADE2-6A41-524F4FFB1FE6}" dt="2026-07-06T15:26:36.122" v="54"/>
        <pc:sldMkLst>
          <pc:docMk/>
          <pc:sldMk cId="3323764323" sldId="2147481821"/>
        </pc:sldMkLst>
      </pc:sldChg>
      <pc:sldChg chg="addSp delSp modSp add replId">
        <pc:chgData name="Srikant Kalaga" userId="S::srikant.k@syrencloud.com::961c47af-c9bb-4225-b2a0-952af4799497" providerId="AD" clId="Web-{F1AF6EC7-C3BC-ADE2-6A41-524F4FFB1FE6}" dt="2026-07-06T15:24:50.152" v="47" actId="20577"/>
        <pc:sldMkLst>
          <pc:docMk/>
          <pc:sldMk cId="2976658370" sldId="2147481824"/>
        </pc:sldMkLst>
        <pc:spChg chg="mod">
          <ac:chgData name="Srikant Kalaga" userId="S::srikant.k@syrencloud.com::961c47af-c9bb-4225-b2a0-952af4799497" providerId="AD" clId="Web-{F1AF6EC7-C3BC-ADE2-6A41-524F4FFB1FE6}" dt="2026-07-06T15:21:49.494" v="21" actId="20577"/>
          <ac:spMkLst>
            <pc:docMk/>
            <pc:sldMk cId="2976658370" sldId="2147481824"/>
            <ac:spMk id="5" creationId="{B4687BFD-1EE4-30AE-D329-EB40D113FCCF}"/>
          </ac:spMkLst>
        </pc:spChg>
        <pc:spChg chg="mod">
          <ac:chgData name="Srikant Kalaga" userId="S::srikant.k@syrencloud.com::961c47af-c9bb-4225-b2a0-952af4799497" providerId="AD" clId="Web-{F1AF6EC7-C3BC-ADE2-6A41-524F4FFB1FE6}" dt="2026-07-06T15:22:50.620" v="33" actId="20577"/>
          <ac:spMkLst>
            <pc:docMk/>
            <pc:sldMk cId="2976658370" sldId="2147481824"/>
            <ac:spMk id="9" creationId="{E31FA61D-8A6E-6774-7325-6454047E924B}"/>
          </ac:spMkLst>
        </pc:spChg>
        <pc:spChg chg="mod">
          <ac:chgData name="Srikant Kalaga" userId="S::srikant.k@syrencloud.com::961c47af-c9bb-4225-b2a0-952af4799497" providerId="AD" clId="Web-{F1AF6EC7-C3BC-ADE2-6A41-524F4FFB1FE6}" dt="2026-07-06T15:23:33.948" v="38"/>
          <ac:spMkLst>
            <pc:docMk/>
            <pc:sldMk cId="2976658370" sldId="2147481824"/>
            <ac:spMk id="15" creationId="{921C5EA4-C054-7BBD-2C9A-85171B5CAC9F}"/>
          </ac:spMkLst>
        </pc:spChg>
        <pc:spChg chg="mod">
          <ac:chgData name="Srikant Kalaga" userId="S::srikant.k@syrencloud.com::961c47af-c9bb-4225-b2a0-952af4799497" providerId="AD" clId="Web-{F1AF6EC7-C3BC-ADE2-6A41-524F4FFB1FE6}" dt="2026-07-06T15:24:50.152" v="47" actId="20577"/>
          <ac:spMkLst>
            <pc:docMk/>
            <pc:sldMk cId="2976658370" sldId="2147481824"/>
            <ac:spMk id="454" creationId="{B63699FD-572D-1789-CD26-840BA6E578EC}"/>
          </ac:spMkLst>
        </pc:spChg>
        <pc:spChg chg="mod">
          <ac:chgData name="Srikant Kalaga" userId="S::srikant.k@syrencloud.com::961c47af-c9bb-4225-b2a0-952af4799497" providerId="AD" clId="Web-{F1AF6EC7-C3BC-ADE2-6A41-524F4FFB1FE6}" dt="2026-07-06T15:23:21.464" v="36" actId="20577"/>
          <ac:spMkLst>
            <pc:docMk/>
            <pc:sldMk cId="2976658370" sldId="2147481824"/>
            <ac:spMk id="481" creationId="{3E38B26A-E517-2221-A0D3-F2B668BD96D4}"/>
          </ac:spMkLst>
        </pc:spChg>
        <pc:spChg chg="mod">
          <ac:chgData name="Srikant Kalaga" userId="S::srikant.k@syrencloud.com::961c47af-c9bb-4225-b2a0-952af4799497" providerId="AD" clId="Web-{F1AF6EC7-C3BC-ADE2-6A41-524F4FFB1FE6}" dt="2026-07-06T15:24:46.340" v="46" actId="20577"/>
          <ac:spMkLst>
            <pc:docMk/>
            <pc:sldMk cId="2976658370" sldId="2147481824"/>
            <ac:spMk id="498" creationId="{5E118011-A41B-F94C-19A9-6F1005DDF5A3}"/>
          </ac:spMkLst>
        </pc:spChg>
        <pc:spChg chg="mod">
          <ac:chgData name="Srikant Kalaga" userId="S::srikant.k@syrencloud.com::961c47af-c9bb-4225-b2a0-952af4799497" providerId="AD" clId="Web-{F1AF6EC7-C3BC-ADE2-6A41-524F4FFB1FE6}" dt="2026-07-06T15:23:43.370" v="39"/>
          <ac:spMkLst>
            <pc:docMk/>
            <pc:sldMk cId="2976658370" sldId="2147481824"/>
            <ac:spMk id="503" creationId="{4813FD82-ABBA-A740-CB6C-A8E12B22E93C}"/>
          </ac:spMkLst>
        </pc:spChg>
        <pc:grpChg chg="add del">
          <ac:chgData name="Srikant Kalaga" userId="S::srikant.k@syrencloud.com::961c47af-c9bb-4225-b2a0-952af4799497" providerId="AD" clId="Web-{F1AF6EC7-C3BC-ADE2-6A41-524F4FFB1FE6}" dt="2026-07-06T15:23:49.292" v="41"/>
          <ac:grpSpMkLst>
            <pc:docMk/>
            <pc:sldMk cId="2976658370" sldId="2147481824"/>
            <ac:grpSpMk id="18" creationId="{926B49A6-887B-2F16-8BE5-97090DFDD33C}"/>
          </ac:grpSpMkLst>
        </pc:grpChg>
      </pc:sldChg>
    </pc:docChg>
  </pc:docChgLst>
  <pc:docChgLst>
    <pc:chgData name="Srikant Kalaga" userId="961c47af-c9bb-4225-b2a0-952af4799497" providerId="ADAL" clId="{D6148BFB-762D-4554-9CEC-E58224A3C632}"/>
    <pc:docChg chg="undo custSel modSld">
      <pc:chgData name="Srikant Kalaga" userId="961c47af-c9bb-4225-b2a0-952af4799497" providerId="ADAL" clId="{D6148BFB-762D-4554-9CEC-E58224A3C632}" dt="2026-07-13T14:13:08.086" v="117" actId="1076"/>
      <pc:docMkLst>
        <pc:docMk/>
      </pc:docMkLst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0" sldId="257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348813402" sldId="2076137763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882010242" sldId="2076137764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54263797" sldId="2076137765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2640688575" sldId="2076137767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4221204706" sldId="2076137769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981440326" sldId="2076137770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574877604" sldId="2076137771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642220967" sldId="2076137772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997420400" sldId="2076137774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467562094" sldId="2076137775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709716531" sldId="2076137776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152366833" sldId="2076137777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67895314" sldId="2147474868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553572738" sldId="2147474869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305668230" sldId="2147474870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014566364" sldId="2147474871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002218494" sldId="2147474877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685246618" sldId="2147474883"/>
        </pc:sldMkLst>
      </pc:sldChg>
      <pc:sldChg chg="modSp mod modShow">
        <pc:chgData name="Srikant Kalaga" userId="961c47af-c9bb-4225-b2a0-952af4799497" providerId="ADAL" clId="{D6148BFB-762D-4554-9CEC-E58224A3C632}" dt="2026-07-13T11:44:32.068" v="109" actId="729"/>
        <pc:sldMkLst>
          <pc:docMk/>
          <pc:sldMk cId="3216750113" sldId="2147474885"/>
        </pc:sldMkLst>
      </pc:sldChg>
      <pc:sldChg chg="modSp 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877813512" sldId="2147474886"/>
        </pc:sldMkLst>
        <pc:spChg chg="mod">
          <ac:chgData name="Srikant Kalaga" userId="961c47af-c9bb-4225-b2a0-952af4799497" providerId="ADAL" clId="{D6148BFB-762D-4554-9CEC-E58224A3C632}" dt="2026-06-30T15:17:09.363" v="11" actId="20577"/>
          <ac:spMkLst>
            <pc:docMk/>
            <pc:sldMk cId="2877813512" sldId="2147474886"/>
            <ac:spMk id="2" creationId="{A26D8EDC-7C71-26FE-1DE2-054B569FB184}"/>
          </ac:spMkLst>
        </pc:spChg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377972757" sldId="2147474889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584111903" sldId="2147474891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051771287" sldId="2147481731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790199280" sldId="2147481775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117641374" sldId="2147481785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0" sldId="2147481787"/>
        </pc:sldMkLst>
      </pc:sldChg>
      <pc:sldChg chg="delSp 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378753998" sldId="2147481789"/>
        </pc:sldMkLst>
      </pc:sldChg>
      <pc:sldChg chg="delSp modSp 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287577181" sldId="2147481790"/>
        </pc:sldMkLst>
        <pc:spChg chg="mod">
          <ac:chgData name="Srikant Kalaga" userId="961c47af-c9bb-4225-b2a0-952af4799497" providerId="ADAL" clId="{D6148BFB-762D-4554-9CEC-E58224A3C632}" dt="2026-06-30T15:18:06.834" v="27" actId="20577"/>
          <ac:spMkLst>
            <pc:docMk/>
            <pc:sldMk cId="1287577181" sldId="2147481790"/>
            <ac:spMk id="11" creationId="{171E32AF-29DF-EB34-61B7-31B55CD9CBE7}"/>
          </ac:spMkLst>
        </pc:spChg>
        <pc:picChg chg="mod">
          <ac:chgData name="Srikant Kalaga" userId="961c47af-c9bb-4225-b2a0-952af4799497" providerId="ADAL" clId="{D6148BFB-762D-4554-9CEC-E58224A3C632}" dt="2026-06-30T15:18:23.316" v="32" actId="1076"/>
          <ac:picMkLst>
            <pc:docMk/>
            <pc:sldMk cId="1287577181" sldId="2147481790"/>
            <ac:picMk id="40" creationId="{1FA65AAC-9D31-56B1-43FB-B63E86402424}"/>
          </ac:picMkLst>
        </pc:picChg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008410391" sldId="2147481791"/>
        </pc:sldMkLst>
      </pc:sldChg>
      <pc:sldChg chg="modSp mod modAnim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730580893" sldId="2147481792"/>
        </pc:sldMkLst>
        <pc:spChg chg="mod">
          <ac:chgData name="Srikant Kalaga" userId="961c47af-c9bb-4225-b2a0-952af4799497" providerId="ADAL" clId="{D6148BFB-762D-4554-9CEC-E58224A3C632}" dt="2026-06-30T15:24:22.926" v="40" actId="20577"/>
          <ac:spMkLst>
            <pc:docMk/>
            <pc:sldMk cId="730580893" sldId="2147481792"/>
            <ac:spMk id="2" creationId="{56597EDC-D777-DA99-F047-59FAFE3B61E0}"/>
          </ac:spMkLst>
        </pc:spChg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153137025" sldId="2147481793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757167522" sldId="2147481794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3880626240" sldId="2147481798"/>
        </pc:sldMkLst>
      </pc:sldChg>
      <pc:sldChg chg="modSp mod modShow">
        <pc:chgData name="Srikant Kalaga" userId="961c47af-c9bb-4225-b2a0-952af4799497" providerId="ADAL" clId="{D6148BFB-762D-4554-9CEC-E58224A3C632}" dt="2026-07-13T11:42:05.926" v="106" actId="1076"/>
        <pc:sldMkLst>
          <pc:docMk/>
          <pc:sldMk cId="123677467" sldId="2147481803"/>
        </pc:sldMkLst>
        <pc:spChg chg="mod">
          <ac:chgData name="Srikant Kalaga" userId="961c47af-c9bb-4225-b2a0-952af4799497" providerId="ADAL" clId="{D6148BFB-762D-4554-9CEC-E58224A3C632}" dt="2026-07-13T11:42:05.926" v="106" actId="1076"/>
          <ac:spMkLst>
            <pc:docMk/>
            <pc:sldMk cId="123677467" sldId="2147481803"/>
            <ac:spMk id="2" creationId="{6347BFE4-D4E7-ECEC-2A29-50849500268A}"/>
          </ac:spMkLst>
        </pc:spChg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566397521" sldId="2147481804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927602274" sldId="2147481805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614789178" sldId="2147481806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905749200" sldId="2147481807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2751744931" sldId="2147481808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909640683" sldId="2147481809"/>
        </pc:sldMkLst>
      </pc:sldChg>
      <pc:sldChg chg="delSp modSp mod modShow">
        <pc:chgData name="Srikant Kalaga" userId="961c47af-c9bb-4225-b2a0-952af4799497" providerId="ADAL" clId="{D6148BFB-762D-4554-9CEC-E58224A3C632}" dt="2026-07-13T14:13:08.086" v="117" actId="1076"/>
        <pc:sldMkLst>
          <pc:docMk/>
          <pc:sldMk cId="2408097752" sldId="2147481810"/>
        </pc:sldMkLst>
        <pc:spChg chg="mod">
          <ac:chgData name="Srikant Kalaga" userId="961c47af-c9bb-4225-b2a0-952af4799497" providerId="ADAL" clId="{D6148BFB-762D-4554-9CEC-E58224A3C632}" dt="2026-07-13T14:13:08.086" v="117" actId="1076"/>
          <ac:spMkLst>
            <pc:docMk/>
            <pc:sldMk cId="2408097752" sldId="2147481810"/>
            <ac:spMk id="5" creationId="{40DFF124-1474-BD51-069E-9CE6CB2178E5}"/>
          </ac:spMkLst>
        </pc:spChg>
        <pc:spChg chg="mod">
          <ac:chgData name="Srikant Kalaga" userId="961c47af-c9bb-4225-b2a0-952af4799497" providerId="ADAL" clId="{D6148BFB-762D-4554-9CEC-E58224A3C632}" dt="2026-07-13T14:12:59.538" v="116" actId="1076"/>
          <ac:spMkLst>
            <pc:docMk/>
            <pc:sldMk cId="2408097752" sldId="2147481810"/>
            <ac:spMk id="8" creationId="{3BE8DC47-AA63-860B-4EF8-7B21E129D929}"/>
          </ac:spMkLst>
        </pc:spChg>
        <pc:spChg chg="mod">
          <ac:chgData name="Srikant Kalaga" userId="961c47af-c9bb-4225-b2a0-952af4799497" providerId="ADAL" clId="{D6148BFB-762D-4554-9CEC-E58224A3C632}" dt="2026-07-13T14:12:55.651" v="114" actId="1076"/>
          <ac:spMkLst>
            <pc:docMk/>
            <pc:sldMk cId="2408097752" sldId="2147481810"/>
            <ac:spMk id="102" creationId="{92341661-86A7-D403-81C0-0AA89BF1E10A}"/>
          </ac:spMkLst>
        </pc:spChg>
        <pc:spChg chg="del">
          <ac:chgData name="Srikant Kalaga" userId="961c47af-c9bb-4225-b2a0-952af4799497" providerId="ADAL" clId="{D6148BFB-762D-4554-9CEC-E58224A3C632}" dt="2026-07-13T14:12:47.437" v="113" actId="478"/>
          <ac:spMkLst>
            <pc:docMk/>
            <pc:sldMk cId="2408097752" sldId="2147481810"/>
            <ac:spMk id="110" creationId="{00000000-0000-0000-0000-000000000000}"/>
          </ac:spMkLst>
        </pc:spChg>
        <pc:picChg chg="del">
          <ac:chgData name="Srikant Kalaga" userId="961c47af-c9bb-4225-b2a0-952af4799497" providerId="ADAL" clId="{D6148BFB-762D-4554-9CEC-E58224A3C632}" dt="2026-07-13T14:12:45.166" v="112" actId="478"/>
          <ac:picMkLst>
            <pc:docMk/>
            <pc:sldMk cId="2408097752" sldId="2147481810"/>
            <ac:picMk id="111" creationId="{00000000-0000-0000-0000-000000000000}"/>
          </ac:picMkLst>
        </pc:picChg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609134388" sldId="2147481812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561570222" sldId="2147481813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276370040" sldId="2147481814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3082186354" sldId="2147481815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4238695353" sldId="2147481816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1011382387" sldId="2147481818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561129444" sldId="2147481819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525997240" sldId="2147481820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3323764323" sldId="2147481821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1557888020" sldId="2147481822"/>
        </pc:sldMkLst>
      </pc:sldChg>
      <pc:sldChg chg="modSp mod modShow">
        <pc:chgData name="Srikant Kalaga" userId="961c47af-c9bb-4225-b2a0-952af4799497" providerId="ADAL" clId="{D6148BFB-762D-4554-9CEC-E58224A3C632}" dt="2026-07-13T11:43:05.615" v="108" actId="208"/>
        <pc:sldMkLst>
          <pc:docMk/>
          <pc:sldMk cId="2976658370" sldId="2147481824"/>
        </pc:sldMkLst>
        <pc:spChg chg="mod">
          <ac:chgData name="Srikant Kalaga" userId="961c47af-c9bb-4225-b2a0-952af4799497" providerId="ADAL" clId="{D6148BFB-762D-4554-9CEC-E58224A3C632}" dt="2026-07-13T08:48:11.455" v="104" actId="313"/>
          <ac:spMkLst>
            <pc:docMk/>
            <pc:sldMk cId="2976658370" sldId="2147481824"/>
            <ac:spMk id="47" creationId="{A33BAB6D-DEDC-525A-078E-4B563537CD9D}"/>
          </ac:spMkLst>
        </pc:spChg>
        <pc:spChg chg="mod">
          <ac:chgData name="Srikant Kalaga" userId="961c47af-c9bb-4225-b2a0-952af4799497" providerId="ADAL" clId="{D6148BFB-762D-4554-9CEC-E58224A3C632}" dt="2026-07-13T11:43:00.845" v="107" actId="208"/>
          <ac:spMkLst>
            <pc:docMk/>
            <pc:sldMk cId="2976658370" sldId="2147481824"/>
            <ac:spMk id="501" creationId="{0FA79160-E609-38C0-CA82-3C7FBFFC1171}"/>
          </ac:spMkLst>
        </pc:spChg>
        <pc:spChg chg="mod">
          <ac:chgData name="Srikant Kalaga" userId="961c47af-c9bb-4225-b2a0-952af4799497" providerId="ADAL" clId="{D6148BFB-762D-4554-9CEC-E58224A3C632}" dt="2026-07-13T11:43:05.615" v="108" actId="208"/>
          <ac:spMkLst>
            <pc:docMk/>
            <pc:sldMk cId="2976658370" sldId="2147481824"/>
            <ac:spMk id="503" creationId="{4813FD82-ABBA-A740-CB6C-A8E12B22E93C}"/>
          </ac:spMkLst>
        </pc:spChg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2399661326" sldId="2147481825"/>
        </pc:sldMkLst>
      </pc:sldChg>
      <pc:sldChg chg="mod modShow">
        <pc:chgData name="Srikant Kalaga" userId="961c47af-c9bb-4225-b2a0-952af4799497" providerId="ADAL" clId="{D6148BFB-762D-4554-9CEC-E58224A3C632}" dt="2026-07-13T11:38:18.735" v="105" actId="729"/>
        <pc:sldMkLst>
          <pc:docMk/>
          <pc:sldMk cId="298930293" sldId="2147481827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3381492664" sldId="2147481828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3979034339" sldId="2147481829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818875059" sldId="2147481830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2897892704" sldId="2147481831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3997856793" sldId="2147481832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3996616115" sldId="2147481834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2623331845" sldId="2147481835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259591731" sldId="2147481836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3281960500" sldId="2147481837"/>
        </pc:sldMkLst>
      </pc:sldChg>
      <pc:sldChg chg="modSp mod modShow">
        <pc:chgData name="Srikant Kalaga" userId="961c47af-c9bb-4225-b2a0-952af4799497" providerId="ADAL" clId="{D6148BFB-762D-4554-9CEC-E58224A3C632}" dt="2026-07-13T11:44:42.093" v="110" actId="1076"/>
        <pc:sldMkLst>
          <pc:docMk/>
          <pc:sldMk cId="480491037" sldId="2147481838"/>
        </pc:sldMkLst>
        <pc:spChg chg="mod">
          <ac:chgData name="Srikant Kalaga" userId="961c47af-c9bb-4225-b2a0-952af4799497" providerId="ADAL" clId="{D6148BFB-762D-4554-9CEC-E58224A3C632}" dt="2026-07-13T11:44:42.093" v="110" actId="1076"/>
          <ac:spMkLst>
            <pc:docMk/>
            <pc:sldMk cId="480491037" sldId="2147481838"/>
            <ac:spMk id="2" creationId="{86F379CD-C47E-92E0-DB32-6B7977E7987B}"/>
          </ac:spMkLst>
        </pc:spChg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2879658209" sldId="2147481839"/>
        </pc:sldMkLst>
      </pc:sldChg>
      <pc:sldChg chg="mod modShow">
        <pc:chgData name="Srikant Kalaga" userId="961c47af-c9bb-4225-b2a0-952af4799497" providerId="ADAL" clId="{D6148BFB-762D-4554-9CEC-E58224A3C632}" dt="2026-07-13T08:47:09.170" v="42" actId="34476"/>
        <pc:sldMkLst>
          <pc:docMk/>
          <pc:sldMk cId="3459248943" sldId="2147481840"/>
        </pc:sldMkLst>
      </pc:sldChg>
      <pc:sldChg chg="modSp mod">
        <pc:chgData name="Srikant Kalaga" userId="961c47af-c9bb-4225-b2a0-952af4799497" providerId="ADAL" clId="{D6148BFB-762D-4554-9CEC-E58224A3C632}" dt="2026-07-13T11:44:50.771" v="111" actId="1076"/>
        <pc:sldMkLst>
          <pc:docMk/>
          <pc:sldMk cId="1700196350" sldId="2147481841"/>
        </pc:sldMkLst>
        <pc:spChg chg="mod">
          <ac:chgData name="Srikant Kalaga" userId="961c47af-c9bb-4225-b2a0-952af4799497" providerId="ADAL" clId="{D6148BFB-762D-4554-9CEC-E58224A3C632}" dt="2026-07-13T11:44:50.771" v="111" actId="1076"/>
          <ac:spMkLst>
            <pc:docMk/>
            <pc:sldMk cId="1700196350" sldId="2147481841"/>
            <ac:spMk id="2" creationId="{1777F522-D95C-A041-60A4-9FE66FF80C61}"/>
          </ac:spMkLst>
        </pc:spChg>
      </pc:sldChg>
    </pc:docChg>
  </pc:docChgLst>
  <pc:docChgLst>
    <pc:chgData name="D Joseph Raju" userId="b9a24e6f-3e46-401d-8356-9626aaf9862d" providerId="ADAL" clId="{5961F228-3E03-56FF-A844-6577694440E4}"/>
    <pc:docChg chg="custSel modSld">
      <pc:chgData name="D Joseph Raju" userId="b9a24e6f-3e46-401d-8356-9626aaf9862d" providerId="ADAL" clId="{5961F228-3E03-56FF-A844-6577694440E4}" dt="2026-07-10T15:41:31.227" v="8" actId="21"/>
      <pc:docMkLst>
        <pc:docMk/>
      </pc:docMkLst>
      <pc:sldChg chg="addSp delSp modSp mod">
        <pc:chgData name="D Joseph Raju" userId="b9a24e6f-3e46-401d-8356-9626aaf9862d" providerId="ADAL" clId="{5961F228-3E03-56FF-A844-6577694440E4}" dt="2026-07-10T15:39:25.696" v="6" actId="21"/>
        <pc:sldMkLst>
          <pc:docMk/>
          <pc:sldMk cId="3880626240" sldId="2147481798"/>
        </pc:sldMkLst>
      </pc:sldChg>
      <pc:sldChg chg="addSp delSp modSp mod">
        <pc:chgData name="D Joseph Raju" userId="b9a24e6f-3e46-401d-8356-9626aaf9862d" providerId="ADAL" clId="{5961F228-3E03-56FF-A844-6577694440E4}" dt="2026-07-10T15:39:20.617" v="4" actId="21"/>
        <pc:sldMkLst>
          <pc:docMk/>
          <pc:sldMk cId="123677467" sldId="2147481803"/>
        </pc:sldMkLst>
      </pc:sldChg>
      <pc:sldChg chg="modSp mod">
        <pc:chgData name="D Joseph Raju" userId="b9a24e6f-3e46-401d-8356-9626aaf9862d" providerId="ADAL" clId="{5961F228-3E03-56FF-A844-6577694440E4}" dt="2026-07-10T14:29:41.034" v="0" actId="555"/>
        <pc:sldMkLst>
          <pc:docMk/>
          <pc:sldMk cId="566397521" sldId="2147481804"/>
        </pc:sldMkLst>
        <pc:spChg chg="mod">
          <ac:chgData name="D Joseph Raju" userId="b9a24e6f-3e46-401d-8356-9626aaf9862d" providerId="ADAL" clId="{5961F228-3E03-56FF-A844-6577694440E4}" dt="2026-07-10T14:29:41.034" v="0" actId="555"/>
          <ac:spMkLst>
            <pc:docMk/>
            <pc:sldMk cId="566397521" sldId="2147481804"/>
            <ac:spMk id="4" creationId="{B86D690C-0DF1-D38E-7811-4F326CB62E97}"/>
          </ac:spMkLst>
        </pc:spChg>
      </pc:sldChg>
      <pc:sldChg chg="addSp delSp modSp mod">
        <pc:chgData name="D Joseph Raju" userId="b9a24e6f-3e46-401d-8356-9626aaf9862d" providerId="ADAL" clId="{5961F228-3E03-56FF-A844-6577694440E4}" dt="2026-07-10T15:41:31.227" v="8" actId="21"/>
        <pc:sldMkLst>
          <pc:docMk/>
          <pc:sldMk cId="3997856793" sldId="2147481832"/>
        </pc:sldMkLst>
      </pc:sldChg>
    </pc:docChg>
  </pc:docChgLst>
  <pc:docChgLst>
    <pc:chgData name="Devanand Chintoju" userId="S::devanand.c@syrencloud.com::d8309b23-9736-40f9-b7cb-b8d53c5a2ef2" providerId="AD" clId="Web-{65CE09C9-DA36-CB08-E3FA-6057279578E1}"/>
    <pc:docChg chg="addSld modSld modSection">
      <pc:chgData name="Devanand Chintoju" userId="S::devanand.c@syrencloud.com::d8309b23-9736-40f9-b7cb-b8d53c5a2ef2" providerId="AD" clId="Web-{65CE09C9-DA36-CB08-E3FA-6057279578E1}" dt="2026-06-30T12:06:58.514" v="578" actId="20577"/>
      <pc:docMkLst>
        <pc:docMk/>
      </pc:docMkLst>
      <pc:sldChg chg="addSp delSp modSp">
        <pc:chgData name="Devanand Chintoju" userId="S::devanand.c@syrencloud.com::d8309b23-9736-40f9-b7cb-b8d53c5a2ef2" providerId="AD" clId="Web-{65CE09C9-DA36-CB08-E3FA-6057279578E1}" dt="2026-06-30T12:02:04.370" v="570" actId="20577"/>
        <pc:sldMkLst>
          <pc:docMk/>
          <pc:sldMk cId="6189717" sldId="2076137766"/>
        </pc:sldMkLst>
        <pc:spChg chg="add del mod">
          <ac:chgData name="Devanand Chintoju" userId="S::devanand.c@syrencloud.com::d8309b23-9736-40f9-b7cb-b8d53c5a2ef2" providerId="AD" clId="Web-{65CE09C9-DA36-CB08-E3FA-6057279578E1}" dt="2026-06-30T12:02:04.370" v="570" actId="20577"/>
          <ac:spMkLst>
            <pc:docMk/>
            <pc:sldMk cId="6189717" sldId="2076137766"/>
            <ac:spMk id="64" creationId="{28DFE0D3-3C06-2338-15FD-0B32BA315DD4}"/>
          </ac:spMkLst>
        </pc:spChg>
        <pc:grpChg chg="mod">
          <ac:chgData name="Devanand Chintoju" userId="S::devanand.c@syrencloud.com::d8309b23-9736-40f9-b7cb-b8d53c5a2ef2" providerId="AD" clId="Web-{65CE09C9-DA36-CB08-E3FA-6057279578E1}" dt="2026-06-30T12:01:50.885" v="560" actId="1076"/>
          <ac:grpSpMkLst>
            <pc:docMk/>
            <pc:sldMk cId="6189717" sldId="2076137766"/>
            <ac:grpSpMk id="85" creationId="{587F4DFC-E15A-8939-A18D-62B4B6B78F83}"/>
          </ac:grpSpMkLst>
        </pc:grpChg>
      </pc:sldChg>
      <pc:sldChg chg="modSp">
        <pc:chgData name="Devanand Chintoju" userId="S::devanand.c@syrencloud.com::d8309b23-9736-40f9-b7cb-b8d53c5a2ef2" providerId="AD" clId="Web-{65CE09C9-DA36-CB08-E3FA-6057279578E1}" dt="2026-06-30T06:49:51.127" v="1" actId="20577"/>
        <pc:sldMkLst>
          <pc:docMk/>
          <pc:sldMk cId="1642220967" sldId="2076137772"/>
        </pc:sldMkLst>
        <pc:spChg chg="mod">
          <ac:chgData name="Devanand Chintoju" userId="S::devanand.c@syrencloud.com::d8309b23-9736-40f9-b7cb-b8d53c5a2ef2" providerId="AD" clId="Web-{65CE09C9-DA36-CB08-E3FA-6057279578E1}" dt="2026-06-30T06:49:51.127" v="1" actId="20577"/>
          <ac:spMkLst>
            <pc:docMk/>
            <pc:sldMk cId="1642220967" sldId="2076137772"/>
            <ac:spMk id="2" creationId="{8AFA4066-09E0-52E0-A118-7C3569E663C0}"/>
          </ac:spMkLst>
        </pc:spChg>
      </pc:sldChg>
      <pc:sldChg chg="modSp">
        <pc:chgData name="Devanand Chintoju" userId="S::devanand.c@syrencloud.com::d8309b23-9736-40f9-b7cb-b8d53c5a2ef2" providerId="AD" clId="Web-{65CE09C9-DA36-CB08-E3FA-6057279578E1}" dt="2026-06-30T12:06:58.514" v="578" actId="20577"/>
        <pc:sldMkLst>
          <pc:docMk/>
          <pc:sldMk cId="1636211531" sldId="2147474879"/>
        </pc:sldMkLst>
        <pc:spChg chg="mod">
          <ac:chgData name="Devanand Chintoju" userId="S::devanand.c@syrencloud.com::d8309b23-9736-40f9-b7cb-b8d53c5a2ef2" providerId="AD" clId="Web-{65CE09C9-DA36-CB08-E3FA-6057279578E1}" dt="2026-06-30T12:06:29.920" v="577" actId="20577"/>
          <ac:spMkLst>
            <pc:docMk/>
            <pc:sldMk cId="1636211531" sldId="2147474879"/>
            <ac:spMk id="9" creationId="{F8485356-CDB7-B1CF-93CF-76FC645BFB7F}"/>
          </ac:spMkLst>
        </pc:spChg>
        <pc:spChg chg="mod">
          <ac:chgData name="Devanand Chintoju" userId="S::devanand.c@syrencloud.com::d8309b23-9736-40f9-b7cb-b8d53c5a2ef2" providerId="AD" clId="Web-{65CE09C9-DA36-CB08-E3FA-6057279578E1}" dt="2026-06-30T12:06:58.514" v="578" actId="20577"/>
          <ac:spMkLst>
            <pc:docMk/>
            <pc:sldMk cId="1636211531" sldId="2147474879"/>
            <ac:spMk id="43" creationId="{79DC98FB-11A7-E82B-5027-EA20FD6EB0F2}"/>
          </ac:spMkLst>
        </pc:spChg>
      </pc:sldChg>
      <pc:sldChg chg="modSp">
        <pc:chgData name="Devanand Chintoju" userId="S::devanand.c@syrencloud.com::d8309b23-9736-40f9-b7cb-b8d53c5a2ef2" providerId="AD" clId="Web-{65CE09C9-DA36-CB08-E3FA-6057279578E1}" dt="2026-06-30T12:00:59.072" v="559" actId="20577"/>
        <pc:sldMkLst>
          <pc:docMk/>
          <pc:sldMk cId="790199280" sldId="2147481775"/>
        </pc:sldMkLst>
        <pc:spChg chg="mod">
          <ac:chgData name="Devanand Chintoju" userId="S::devanand.c@syrencloud.com::d8309b23-9736-40f9-b7cb-b8d53c5a2ef2" providerId="AD" clId="Web-{65CE09C9-DA36-CB08-E3FA-6057279578E1}" dt="2026-06-30T11:53:59.974" v="314" actId="20577"/>
          <ac:spMkLst>
            <pc:docMk/>
            <pc:sldMk cId="790199280" sldId="2147481775"/>
            <ac:spMk id="87" creationId="{A8F722EA-D98B-BBCA-325C-AA896760A925}"/>
          </ac:spMkLst>
        </pc:spChg>
        <pc:spChg chg="mod">
          <ac:chgData name="Devanand Chintoju" userId="S::devanand.c@syrencloud.com::d8309b23-9736-40f9-b7cb-b8d53c5a2ef2" providerId="AD" clId="Web-{65CE09C9-DA36-CB08-E3FA-6057279578E1}" dt="2026-06-30T11:55:21.943" v="434" actId="20577"/>
          <ac:spMkLst>
            <pc:docMk/>
            <pc:sldMk cId="790199280" sldId="2147481775"/>
            <ac:spMk id="126" creationId="{D52F0FE4-5464-C974-9417-E635E2E7BBE5}"/>
          </ac:spMkLst>
        </pc:spChg>
        <pc:spChg chg="mod">
          <ac:chgData name="Devanand Chintoju" userId="S::devanand.c@syrencloud.com::d8309b23-9736-40f9-b7cb-b8d53c5a2ef2" providerId="AD" clId="Web-{65CE09C9-DA36-CB08-E3FA-6057279578E1}" dt="2026-06-30T12:00:32.025" v="500" actId="20577"/>
          <ac:spMkLst>
            <pc:docMk/>
            <pc:sldMk cId="790199280" sldId="2147481775"/>
            <ac:spMk id="127" creationId="{22F5D94C-9C45-BCB2-28B9-C34048E603A1}"/>
          </ac:spMkLst>
        </pc:spChg>
        <pc:spChg chg="mod">
          <ac:chgData name="Devanand Chintoju" userId="S::devanand.c@syrencloud.com::d8309b23-9736-40f9-b7cb-b8d53c5a2ef2" providerId="AD" clId="Web-{65CE09C9-DA36-CB08-E3FA-6057279578E1}" dt="2026-06-30T11:54:54.474" v="374" actId="20577"/>
          <ac:spMkLst>
            <pc:docMk/>
            <pc:sldMk cId="790199280" sldId="2147481775"/>
            <ac:spMk id="138" creationId="{35D92200-C87A-84BC-6D5A-947A4BB50F0C}"/>
          </ac:spMkLst>
        </pc:spChg>
        <pc:spChg chg="mod">
          <ac:chgData name="Devanand Chintoju" userId="S::devanand.c@syrencloud.com::d8309b23-9736-40f9-b7cb-b8d53c5a2ef2" providerId="AD" clId="Web-{65CE09C9-DA36-CB08-E3FA-6057279578E1}" dt="2026-06-30T11:55:46.569" v="478" actId="20577"/>
          <ac:spMkLst>
            <pc:docMk/>
            <pc:sldMk cId="790199280" sldId="2147481775"/>
            <ac:spMk id="139" creationId="{A5BEB094-7591-8393-3727-3D69953F3781}"/>
          </ac:spMkLst>
        </pc:spChg>
        <pc:spChg chg="mod">
          <ac:chgData name="Devanand Chintoju" userId="S::devanand.c@syrencloud.com::d8309b23-9736-40f9-b7cb-b8d53c5a2ef2" providerId="AD" clId="Web-{65CE09C9-DA36-CB08-E3FA-6057279578E1}" dt="2026-06-30T12:00:46.838" v="532" actId="20577"/>
          <ac:spMkLst>
            <pc:docMk/>
            <pc:sldMk cId="790199280" sldId="2147481775"/>
            <ac:spMk id="140" creationId="{38834FD4-C507-C3EF-B0FD-E2B82B965121}"/>
          </ac:spMkLst>
        </pc:spChg>
        <pc:spChg chg="mod">
          <ac:chgData name="Devanand Chintoju" userId="S::devanand.c@syrencloud.com::d8309b23-9736-40f9-b7cb-b8d53c5a2ef2" providerId="AD" clId="Web-{65CE09C9-DA36-CB08-E3FA-6057279578E1}" dt="2026-06-30T11:54:31.302" v="358" actId="20577"/>
          <ac:spMkLst>
            <pc:docMk/>
            <pc:sldMk cId="790199280" sldId="2147481775"/>
            <ac:spMk id="150" creationId="{90312ECA-DB3D-A0AB-904D-EC9F02820E9B}"/>
          </ac:spMkLst>
        </pc:spChg>
        <pc:spChg chg="mod">
          <ac:chgData name="Devanand Chintoju" userId="S::devanand.c@syrencloud.com::d8309b23-9736-40f9-b7cb-b8d53c5a2ef2" providerId="AD" clId="Web-{65CE09C9-DA36-CB08-E3FA-6057279578E1}" dt="2026-06-30T12:00:59.072" v="559" actId="20577"/>
          <ac:spMkLst>
            <pc:docMk/>
            <pc:sldMk cId="790199280" sldId="2147481775"/>
            <ac:spMk id="152" creationId="{297B2B31-A38E-DFDC-C8FB-1DAEAFC1C912}"/>
          </ac:spMkLst>
        </pc:spChg>
      </pc:sldChg>
    </pc:docChg>
  </pc:docChgLst>
  <pc:docChgLst>
    <pc:chgData name="Devanand Chintoju" userId="S::devanand.c@syrencloud.com::d8309b23-9736-40f9-b7cb-b8d53c5a2ef2" providerId="AD" clId="Web-{E51E2CD9-F0A1-38B1-DD97-6EE6A745BF91}"/>
    <pc:docChg chg="modSld">
      <pc:chgData name="Devanand Chintoju" userId="S::devanand.c@syrencloud.com::d8309b23-9736-40f9-b7cb-b8d53c5a2ef2" providerId="AD" clId="Web-{E51E2CD9-F0A1-38B1-DD97-6EE6A745BF91}" dt="2026-07-13T12:11:27.868" v="8" actId="20577"/>
      <pc:docMkLst>
        <pc:docMk/>
      </pc:docMkLst>
      <pc:sldChg chg="modSp">
        <pc:chgData name="Devanand Chintoju" userId="S::devanand.c@syrencloud.com::d8309b23-9736-40f9-b7cb-b8d53c5a2ef2" providerId="AD" clId="Web-{E51E2CD9-F0A1-38B1-DD97-6EE6A745BF91}" dt="2026-07-13T12:11:27.868" v="8" actId="20577"/>
        <pc:sldMkLst>
          <pc:docMk/>
          <pc:sldMk cId="3767215323" sldId="2147481844"/>
        </pc:sldMkLst>
        <pc:spChg chg="mod">
          <ac:chgData name="Devanand Chintoju" userId="S::devanand.c@syrencloud.com::d8309b23-9736-40f9-b7cb-b8d53c5a2ef2" providerId="AD" clId="Web-{E51E2CD9-F0A1-38B1-DD97-6EE6A745BF91}" dt="2026-07-13T12:11:27.868" v="8" actId="20577"/>
          <ac:spMkLst>
            <pc:docMk/>
            <pc:sldMk cId="3767215323" sldId="2147481844"/>
            <ac:spMk id="2" creationId="{BBE3C712-38E0-9F65-5D23-B72BDF69E356}"/>
          </ac:spMkLst>
        </pc:spChg>
      </pc:sldChg>
    </pc:docChg>
  </pc:docChgLst>
  <pc:docChgLst>
    <pc:chgData name="Kannepamula Mahesh Babu" userId="391c5b16-0897-4eca-a028-a97f935a3bd2" providerId="ADAL" clId="{9E3353FE-7EFD-4D1F-85AC-2D3001641A94}"/>
    <pc:docChg chg="undo redo custSel addSld delSld modSld sldOrd delMainMaster modMainMaster">
      <pc:chgData name="Kannepamula Mahesh Babu" userId="391c5b16-0897-4eca-a028-a97f935a3bd2" providerId="ADAL" clId="{9E3353FE-7EFD-4D1F-85AC-2D3001641A94}" dt="2026-07-13T10:35:35.190" v="10533" actId="12788"/>
      <pc:docMkLst>
        <pc:docMk/>
      </pc:docMkLst>
      <pc:sldChg chg="addSp delSp modSp mod modClrScheme chgLayout">
        <pc:chgData name="Kannepamula Mahesh Babu" userId="391c5b16-0897-4eca-a028-a97f935a3bd2" providerId="ADAL" clId="{9E3353FE-7EFD-4D1F-85AC-2D3001641A94}" dt="2026-06-30T07:16:32.231" v="6734"/>
        <pc:sldMkLst>
          <pc:docMk/>
          <pc:sldMk cId="0" sldId="257"/>
        </pc:sldMkLst>
        <pc:spChg chg="mod">
          <ac:chgData name="Kannepamula Mahesh Babu" userId="391c5b16-0897-4eca-a028-a97f935a3bd2" providerId="ADAL" clId="{9E3353FE-7EFD-4D1F-85AC-2D3001641A94}" dt="2026-06-30T06:53:16.657" v="6573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52:41.513" v="6566" actId="1410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3:22.625" v="6717" actId="20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3:25.713" v="6718" actId="20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6:33.224" v="6531" actId="20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3:22.625" v="6717" actId="20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3:25.713" v="6718" actId="20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6:33.224" v="6531" actId="20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3:22.625" v="6717" actId="20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3:25.713" v="6718" actId="20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0:36.939" v="6674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3:22.625" v="6717" actId="207"/>
          <ac:spMkLst>
            <pc:docMk/>
            <pc:sldMk cId="0" sldId="257"/>
            <ac:spMk id="36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03:25.713" v="6718" actId="207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8:50.401" v="6555" actId="107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8:50.401" v="6555" actId="1076"/>
          <ac:spMkLst>
            <pc:docMk/>
            <pc:sldMk cId="0" sldId="257"/>
            <ac:spMk id="39" creationId="{00000000-0000-0000-0000-000000000000}"/>
          </ac:spMkLst>
        </pc:spChg>
        <pc:spChg chg="add mod ord">
          <ac:chgData name="Kannepamula Mahesh Babu" userId="391c5b16-0897-4eca-a028-a97f935a3bd2" providerId="ADAL" clId="{9E3353FE-7EFD-4D1F-85AC-2D3001641A94}" dt="2026-06-30T06:53:19.922" v="6575" actId="1076"/>
          <ac:spMkLst>
            <pc:docMk/>
            <pc:sldMk cId="0" sldId="257"/>
            <ac:spMk id="43" creationId="{9B69436B-D725-52D7-3A20-7FE0B48B7E12}"/>
          </ac:spMkLst>
        </pc:spChg>
        <pc:spChg chg="add mod">
          <ac:chgData name="Kannepamula Mahesh Babu" userId="391c5b16-0897-4eca-a028-a97f935a3bd2" providerId="ADAL" clId="{9E3353FE-7EFD-4D1F-85AC-2D3001641A94}" dt="2026-06-30T06:45:38.132" v="6518"/>
          <ac:spMkLst>
            <pc:docMk/>
            <pc:sldMk cId="0" sldId="257"/>
            <ac:spMk id="46" creationId="{DCC7F036-AB88-9F29-A324-5CC25A1B05C7}"/>
          </ac:spMkLst>
        </pc:spChg>
        <pc:spChg chg="add mod">
          <ac:chgData name="Kannepamula Mahesh Babu" userId="391c5b16-0897-4eca-a028-a97f935a3bd2" providerId="ADAL" clId="{9E3353FE-7EFD-4D1F-85AC-2D3001641A94}" dt="2026-06-30T06:52:44.457" v="6567" actId="1076"/>
          <ac:spMkLst>
            <pc:docMk/>
            <pc:sldMk cId="0" sldId="257"/>
            <ac:spMk id="47" creationId="{30A2A3B2-F178-B531-841F-56301C37AA65}"/>
          </ac:spMkLst>
        </pc:spChg>
        <pc:spChg chg="add mod">
          <ac:chgData name="Kannepamula Mahesh Babu" userId="391c5b16-0897-4eca-a028-a97f935a3bd2" providerId="ADAL" clId="{9E3353FE-7EFD-4D1F-85AC-2D3001641A94}" dt="2026-06-30T06:52:53.083" v="6570" actId="552"/>
          <ac:spMkLst>
            <pc:docMk/>
            <pc:sldMk cId="0" sldId="257"/>
            <ac:spMk id="48" creationId="{1E36AD2D-A251-42E2-6A62-47C532BBE855}"/>
          </ac:spMkLst>
        </pc:spChg>
        <pc:spChg chg="add mod">
          <ac:chgData name="Kannepamula Mahesh Babu" userId="391c5b16-0897-4eca-a028-a97f935a3bd2" providerId="ADAL" clId="{9E3353FE-7EFD-4D1F-85AC-2D3001641A94}" dt="2026-06-30T06:52:49.437" v="6568" actId="552"/>
          <ac:spMkLst>
            <pc:docMk/>
            <pc:sldMk cId="0" sldId="257"/>
            <ac:spMk id="50" creationId="{4D990D13-717B-53E9-F3D7-D7C003F113A1}"/>
          </ac:spMkLst>
        </pc:spChg>
        <pc:spChg chg="add mod">
          <ac:chgData name="Kannepamula Mahesh Babu" userId="391c5b16-0897-4eca-a028-a97f935a3bd2" providerId="ADAL" clId="{9E3353FE-7EFD-4D1F-85AC-2D3001641A94}" dt="2026-06-30T06:52:56.149" v="6571" actId="552"/>
          <ac:spMkLst>
            <pc:docMk/>
            <pc:sldMk cId="0" sldId="257"/>
            <ac:spMk id="51" creationId="{1CD60CB0-EE30-2413-BC6D-A25B7C69BE1D}"/>
          </ac:spMkLst>
        </pc:spChg>
        <pc:spChg chg="add mod">
          <ac:chgData name="Kannepamula Mahesh Babu" userId="391c5b16-0897-4eca-a028-a97f935a3bd2" providerId="ADAL" clId="{9E3353FE-7EFD-4D1F-85AC-2D3001641A94}" dt="2026-06-30T07:16:32.231" v="6734"/>
          <ac:spMkLst>
            <pc:docMk/>
            <pc:sldMk cId="0" sldId="257"/>
            <ac:spMk id="52" creationId="{228329C6-48F4-A697-6A67-3685A67D1562}"/>
          </ac:spMkLst>
        </pc:spChg>
        <pc:spChg chg="add mod">
          <ac:chgData name="Kannepamula Mahesh Babu" userId="391c5b16-0897-4eca-a028-a97f935a3bd2" providerId="ADAL" clId="{9E3353FE-7EFD-4D1F-85AC-2D3001641A94}" dt="2026-06-30T06:49:30.409" v="6562" actId="122"/>
          <ac:spMkLst>
            <pc:docMk/>
            <pc:sldMk cId="0" sldId="257"/>
            <ac:spMk id="53" creationId="{6621FA15-E53A-5FAC-788A-0156A0C9DD01}"/>
          </ac:spMkLst>
        </pc:spChg>
      </pc:sldChg>
      <pc:sldChg chg="addSp delSp modSp new mod chgLayout">
        <pc:chgData name="Kannepamula Mahesh Babu" userId="391c5b16-0897-4eca-a028-a97f935a3bd2" providerId="ADAL" clId="{9E3353FE-7EFD-4D1F-85AC-2D3001641A94}" dt="2026-06-29T13:05:16.667" v="5832" actId="1038"/>
        <pc:sldMkLst>
          <pc:docMk/>
          <pc:sldMk cId="3348813402" sldId="2076137763"/>
        </pc:sldMkLst>
        <pc:spChg chg="mod ord">
          <ac:chgData name="Kannepamula Mahesh Babu" userId="391c5b16-0897-4eca-a028-a97f935a3bd2" providerId="ADAL" clId="{9E3353FE-7EFD-4D1F-85AC-2D3001641A94}" dt="2026-06-29T11:24:15.038" v="4698" actId="700"/>
          <ac:spMkLst>
            <pc:docMk/>
            <pc:sldMk cId="3348813402" sldId="2076137763"/>
            <ac:spMk id="4" creationId="{E33E692A-5939-9C2B-F8E7-3346C0A84B78}"/>
          </ac:spMkLst>
        </pc:spChg>
        <pc:spChg chg="mod ord">
          <ac:chgData name="Kannepamula Mahesh Babu" userId="391c5b16-0897-4eca-a028-a97f935a3bd2" providerId="ADAL" clId="{9E3353FE-7EFD-4D1F-85AC-2D3001641A94}" dt="2026-06-29T11:24:15.038" v="4698" actId="700"/>
          <ac:spMkLst>
            <pc:docMk/>
            <pc:sldMk cId="3348813402" sldId="2076137763"/>
            <ac:spMk id="5" creationId="{F5ED487A-8754-9419-BD37-5C5A6DE75F10}"/>
          </ac:spMkLst>
        </pc:spChg>
        <pc:spChg chg="add mod ord">
          <ac:chgData name="Kannepamula Mahesh Babu" userId="391c5b16-0897-4eca-a028-a97f935a3bd2" providerId="ADAL" clId="{9E3353FE-7EFD-4D1F-85AC-2D3001641A94}" dt="2026-06-29T11:24:15.038" v="4698" actId="700"/>
          <ac:spMkLst>
            <pc:docMk/>
            <pc:sldMk cId="3348813402" sldId="2076137763"/>
            <ac:spMk id="8" creationId="{C40EE419-AB26-3A2D-FF6D-12837EA61365}"/>
          </ac:spMkLst>
        </pc:spChg>
        <pc:spChg chg="add mod">
          <ac:chgData name="Kannepamula Mahesh Babu" userId="391c5b16-0897-4eca-a028-a97f935a3bd2" providerId="ADAL" clId="{9E3353FE-7EFD-4D1F-85AC-2D3001641A94}" dt="2026-06-29T13:05:16.667" v="5832" actId="1038"/>
          <ac:spMkLst>
            <pc:docMk/>
            <pc:sldMk cId="3348813402" sldId="2076137763"/>
            <ac:spMk id="10" creationId="{286D9D7D-0517-E8FA-87DF-557CFE73BD92}"/>
          </ac:spMkLst>
        </pc:spChg>
        <pc:spChg chg="add mod">
          <ac:chgData name="Kannepamula Mahesh Babu" userId="391c5b16-0897-4eca-a028-a97f935a3bd2" providerId="ADAL" clId="{9E3353FE-7EFD-4D1F-85AC-2D3001641A94}" dt="2026-06-29T13:02:36.643" v="5790" actId="948"/>
          <ac:spMkLst>
            <pc:docMk/>
            <pc:sldMk cId="3348813402" sldId="2076137763"/>
            <ac:spMk id="11" creationId="{DAE3A7C7-FF6A-CD87-7693-C04D2007713F}"/>
          </ac:spMkLst>
        </pc:spChg>
        <pc:spChg chg="add mod">
          <ac:chgData name="Kannepamula Mahesh Babu" userId="391c5b16-0897-4eca-a028-a97f935a3bd2" providerId="ADAL" clId="{9E3353FE-7EFD-4D1F-85AC-2D3001641A94}" dt="2026-06-29T13:02:38.556" v="5792"/>
          <ac:spMkLst>
            <pc:docMk/>
            <pc:sldMk cId="3348813402" sldId="2076137763"/>
            <ac:spMk id="15" creationId="{8ADF2357-56E0-534C-DE28-9791C74E9189}"/>
          </ac:spMkLst>
        </pc:spChg>
        <pc:spChg chg="add mod">
          <ac:chgData name="Kannepamula Mahesh Babu" userId="391c5b16-0897-4eca-a028-a97f935a3bd2" providerId="ADAL" clId="{9E3353FE-7EFD-4D1F-85AC-2D3001641A94}" dt="2026-06-29T13:02:40.054" v="5794"/>
          <ac:spMkLst>
            <pc:docMk/>
            <pc:sldMk cId="3348813402" sldId="2076137763"/>
            <ac:spMk id="16" creationId="{B9B0BF40-FDF0-AECF-130F-A7BD555372DB}"/>
          </ac:spMkLst>
        </pc:spChg>
        <pc:spChg chg="add mod">
          <ac:chgData name="Kannepamula Mahesh Babu" userId="391c5b16-0897-4eca-a028-a97f935a3bd2" providerId="ADAL" clId="{9E3353FE-7EFD-4D1F-85AC-2D3001641A94}" dt="2026-06-29T13:02:41.632" v="5796"/>
          <ac:spMkLst>
            <pc:docMk/>
            <pc:sldMk cId="3348813402" sldId="2076137763"/>
            <ac:spMk id="17" creationId="{42C159E4-8653-35E1-8153-73114991C44C}"/>
          </ac:spMkLst>
        </pc:spChg>
        <pc:spChg chg="add mod">
          <ac:chgData name="Kannepamula Mahesh Babu" userId="391c5b16-0897-4eca-a028-a97f935a3bd2" providerId="ADAL" clId="{9E3353FE-7EFD-4D1F-85AC-2D3001641A94}" dt="2026-06-29T13:04:50.596" v="5824" actId="948"/>
          <ac:spMkLst>
            <pc:docMk/>
            <pc:sldMk cId="3348813402" sldId="2076137763"/>
            <ac:spMk id="19" creationId="{0515D4AC-80A6-4A11-AC13-C6D969A544BE}"/>
          </ac:spMkLst>
        </pc:spChg>
        <pc:spChg chg="add mod">
          <ac:chgData name="Kannepamula Mahesh Babu" userId="391c5b16-0897-4eca-a028-a97f935a3bd2" providerId="ADAL" clId="{9E3353FE-7EFD-4D1F-85AC-2D3001641A94}" dt="2026-06-29T13:04:50.596" v="5824" actId="948"/>
          <ac:spMkLst>
            <pc:docMk/>
            <pc:sldMk cId="3348813402" sldId="2076137763"/>
            <ac:spMk id="20" creationId="{E92AF479-5ED7-1C9B-26C3-5205AD84CD7C}"/>
          </ac:spMkLst>
        </pc:spChg>
        <pc:spChg chg="add mod">
          <ac:chgData name="Kannepamula Mahesh Babu" userId="391c5b16-0897-4eca-a028-a97f935a3bd2" providerId="ADAL" clId="{9E3353FE-7EFD-4D1F-85AC-2D3001641A94}" dt="2026-06-29T13:04:50.596" v="5824" actId="948"/>
          <ac:spMkLst>
            <pc:docMk/>
            <pc:sldMk cId="3348813402" sldId="2076137763"/>
            <ac:spMk id="21" creationId="{3AD28BEC-3ED9-6596-1E47-349523B18945}"/>
          </ac:spMkLst>
        </pc:spChg>
        <pc:spChg chg="add mod">
          <ac:chgData name="Kannepamula Mahesh Babu" userId="391c5b16-0897-4eca-a028-a97f935a3bd2" providerId="ADAL" clId="{9E3353FE-7EFD-4D1F-85AC-2D3001641A94}" dt="2026-06-29T13:04:50.596" v="5824" actId="948"/>
          <ac:spMkLst>
            <pc:docMk/>
            <pc:sldMk cId="3348813402" sldId="2076137763"/>
            <ac:spMk id="22" creationId="{6AFAD6A4-5C1F-51B9-9CDD-1AE0B7AF8685}"/>
          </ac:spMkLst>
        </pc:spChg>
        <pc:spChg chg="add mod topLvl">
          <ac:chgData name="Kannepamula Mahesh Babu" userId="391c5b16-0897-4eca-a028-a97f935a3bd2" providerId="ADAL" clId="{9E3353FE-7EFD-4D1F-85AC-2D3001641A94}" dt="2026-06-29T12:55:15.555" v="5764" actId="1076"/>
          <ac:spMkLst>
            <pc:docMk/>
            <pc:sldMk cId="3348813402" sldId="2076137763"/>
            <ac:spMk id="28" creationId="{D9950C8A-197A-A287-1E29-5CBD9AF2EE5B}"/>
          </ac:spMkLst>
        </pc:spChg>
        <pc:spChg chg="add mod topLvl">
          <ac:chgData name="Kannepamula Mahesh Babu" userId="391c5b16-0897-4eca-a028-a97f935a3bd2" providerId="ADAL" clId="{9E3353FE-7EFD-4D1F-85AC-2D3001641A94}" dt="2026-06-29T12:55:15.555" v="5764" actId="1076"/>
          <ac:spMkLst>
            <pc:docMk/>
            <pc:sldMk cId="3348813402" sldId="2076137763"/>
            <ac:spMk id="29" creationId="{6EA348D2-16BC-7F6A-49FB-3911DF63A2D8}"/>
          </ac:spMkLst>
        </pc:spChg>
        <pc:spChg chg="mod topLvl">
          <ac:chgData name="Kannepamula Mahesh Babu" userId="391c5b16-0897-4eca-a028-a97f935a3bd2" providerId="ADAL" clId="{9E3353FE-7EFD-4D1F-85AC-2D3001641A94}" dt="2026-06-29T12:55:07.591" v="5763" actId="1076"/>
          <ac:spMkLst>
            <pc:docMk/>
            <pc:sldMk cId="3348813402" sldId="2076137763"/>
            <ac:spMk id="32" creationId="{10DAA8B7-6CED-305F-2B99-52C3BE0CEE4C}"/>
          </ac:spMkLst>
        </pc:spChg>
        <pc:spChg chg="mod topLvl">
          <ac:chgData name="Kannepamula Mahesh Babu" userId="391c5b16-0897-4eca-a028-a97f935a3bd2" providerId="ADAL" clId="{9E3353FE-7EFD-4D1F-85AC-2D3001641A94}" dt="2026-06-29T12:55:07.591" v="5763" actId="1076"/>
          <ac:spMkLst>
            <pc:docMk/>
            <pc:sldMk cId="3348813402" sldId="2076137763"/>
            <ac:spMk id="33" creationId="{80F22BF3-EC6E-96CC-22A5-D2373FF4BB96}"/>
          </ac:spMkLst>
        </pc:spChg>
        <pc:spChg chg="mod topLvl">
          <ac:chgData name="Kannepamula Mahesh Babu" userId="391c5b16-0897-4eca-a028-a97f935a3bd2" providerId="ADAL" clId="{9E3353FE-7EFD-4D1F-85AC-2D3001641A94}" dt="2026-06-29T12:55:01.592" v="5762" actId="1076"/>
          <ac:spMkLst>
            <pc:docMk/>
            <pc:sldMk cId="3348813402" sldId="2076137763"/>
            <ac:spMk id="35" creationId="{4CF10119-B7CC-CAE2-AA00-1F2CA1A44FE6}"/>
          </ac:spMkLst>
        </pc:spChg>
        <pc:spChg chg="mod topLvl">
          <ac:chgData name="Kannepamula Mahesh Babu" userId="391c5b16-0897-4eca-a028-a97f935a3bd2" providerId="ADAL" clId="{9E3353FE-7EFD-4D1F-85AC-2D3001641A94}" dt="2026-06-29T12:55:01.592" v="5762" actId="1076"/>
          <ac:spMkLst>
            <pc:docMk/>
            <pc:sldMk cId="3348813402" sldId="2076137763"/>
            <ac:spMk id="36" creationId="{CACD8C97-F950-D1F0-7759-F04C6501D48A}"/>
          </ac:spMkLst>
        </pc:spChg>
        <pc:picChg chg="add mod">
          <ac:chgData name="Kannepamula Mahesh Babu" userId="391c5b16-0897-4eca-a028-a97f935a3bd2" providerId="ADAL" clId="{9E3353FE-7EFD-4D1F-85AC-2D3001641A94}" dt="2026-06-29T05:10:45.476" v="1257" actId="207"/>
          <ac:picMkLst>
            <pc:docMk/>
            <pc:sldMk cId="3348813402" sldId="2076137763"/>
            <ac:picMk id="38" creationId="{CF7B9CCB-C028-C2B3-FB64-57E337870683}"/>
          </ac:picMkLst>
        </pc:picChg>
        <pc:picChg chg="add mod">
          <ac:chgData name="Kannepamula Mahesh Babu" userId="391c5b16-0897-4eca-a028-a97f935a3bd2" providerId="ADAL" clId="{9E3353FE-7EFD-4D1F-85AC-2D3001641A94}" dt="2026-06-29T05:10:45.476" v="1257" actId="207"/>
          <ac:picMkLst>
            <pc:docMk/>
            <pc:sldMk cId="3348813402" sldId="2076137763"/>
            <ac:picMk id="40" creationId="{BA5810EC-AB0E-0615-6D0E-C18C41BB2673}"/>
          </ac:picMkLst>
        </pc:picChg>
        <pc:picChg chg="add mod">
          <ac:chgData name="Kannepamula Mahesh Babu" userId="391c5b16-0897-4eca-a028-a97f935a3bd2" providerId="ADAL" clId="{9E3353FE-7EFD-4D1F-85AC-2D3001641A94}" dt="2026-06-29T05:10:45.476" v="1257" actId="207"/>
          <ac:picMkLst>
            <pc:docMk/>
            <pc:sldMk cId="3348813402" sldId="2076137763"/>
            <ac:picMk id="42" creationId="{72DD9C38-33E2-E4AA-7AF1-ED9F2E61AA7F}"/>
          </ac:picMkLst>
        </pc:picChg>
        <pc:picChg chg="add mod">
          <ac:chgData name="Kannepamula Mahesh Babu" userId="391c5b16-0897-4eca-a028-a97f935a3bd2" providerId="ADAL" clId="{9E3353FE-7EFD-4D1F-85AC-2D3001641A94}" dt="2026-06-29T05:10:45.476" v="1257" actId="207"/>
          <ac:picMkLst>
            <pc:docMk/>
            <pc:sldMk cId="3348813402" sldId="2076137763"/>
            <ac:picMk id="44" creationId="{80BAE3CE-CD8A-79D6-37CE-0B20A73946CA}"/>
          </ac:picMkLst>
        </pc:picChg>
        <pc:cxnChg chg="add mod">
          <ac:chgData name="Kannepamula Mahesh Babu" userId="391c5b16-0897-4eca-a028-a97f935a3bd2" providerId="ADAL" clId="{9E3353FE-7EFD-4D1F-85AC-2D3001641A94}" dt="2026-06-29T13:04:42.141" v="5823" actId="12789"/>
          <ac:cxnSpMkLst>
            <pc:docMk/>
            <pc:sldMk cId="3348813402" sldId="2076137763"/>
            <ac:cxnSpMk id="24" creationId="{3392D3DE-576C-6E49-DDE9-FF7ED67DF112}"/>
          </ac:cxnSpMkLst>
        </pc:cxnChg>
        <pc:cxnChg chg="add mod">
          <ac:chgData name="Kannepamula Mahesh Babu" userId="391c5b16-0897-4eca-a028-a97f935a3bd2" providerId="ADAL" clId="{9E3353FE-7EFD-4D1F-85AC-2D3001641A94}" dt="2026-06-29T13:04:42.141" v="5823" actId="12789"/>
          <ac:cxnSpMkLst>
            <pc:docMk/>
            <pc:sldMk cId="3348813402" sldId="2076137763"/>
            <ac:cxnSpMk id="25" creationId="{7DEFC6AE-F4D5-4FE1-CFDD-E01BB53538A8}"/>
          </ac:cxnSpMkLst>
        </pc:cxnChg>
        <pc:cxnChg chg="add mod">
          <ac:chgData name="Kannepamula Mahesh Babu" userId="391c5b16-0897-4eca-a028-a97f935a3bd2" providerId="ADAL" clId="{9E3353FE-7EFD-4D1F-85AC-2D3001641A94}" dt="2026-06-29T13:04:42.141" v="5823" actId="12789"/>
          <ac:cxnSpMkLst>
            <pc:docMk/>
            <pc:sldMk cId="3348813402" sldId="2076137763"/>
            <ac:cxnSpMk id="26" creationId="{043564CC-179A-A6FF-EDA1-AAC1F9368933}"/>
          </ac:cxnSpMkLst>
        </pc:cxnChg>
        <pc:cxnChg chg="add mod">
          <ac:chgData name="Kannepamula Mahesh Babu" userId="391c5b16-0897-4eca-a028-a97f935a3bd2" providerId="ADAL" clId="{9E3353FE-7EFD-4D1F-85AC-2D3001641A94}" dt="2026-06-29T13:04:42.141" v="5823" actId="12789"/>
          <ac:cxnSpMkLst>
            <pc:docMk/>
            <pc:sldMk cId="3348813402" sldId="2076137763"/>
            <ac:cxnSpMk id="27" creationId="{8A1E4780-2EFF-ED73-F653-8A715A98BDC9}"/>
          </ac:cxnSpMkLst>
        </pc:cxnChg>
      </pc:sldChg>
      <pc:sldChg chg="addSp delSp modSp new mod">
        <pc:chgData name="Kannepamula Mahesh Babu" userId="391c5b16-0897-4eca-a028-a97f935a3bd2" providerId="ADAL" clId="{9E3353FE-7EFD-4D1F-85AC-2D3001641A94}" dt="2026-06-29T13:05:08.264" v="5828" actId="108"/>
        <pc:sldMkLst>
          <pc:docMk/>
          <pc:sldMk cId="3882010242" sldId="2076137764"/>
        </pc:sldMkLst>
        <pc:spChg chg="mod">
          <ac:chgData name="Kannepamula Mahesh Babu" userId="391c5b16-0897-4eca-a028-a97f935a3bd2" providerId="ADAL" clId="{9E3353FE-7EFD-4D1F-85AC-2D3001641A94}" dt="2026-06-29T04:23:50.021" v="823" actId="20577"/>
          <ac:spMkLst>
            <pc:docMk/>
            <pc:sldMk cId="3882010242" sldId="2076137764"/>
            <ac:spMk id="2" creationId="{91DFA755-CF94-CFDE-D41E-45C9F6FEA9BF}"/>
          </ac:spMkLst>
        </pc:spChg>
        <pc:spChg chg="add mod">
          <ac:chgData name="Kannepamula Mahesh Babu" userId="391c5b16-0897-4eca-a028-a97f935a3bd2" providerId="ADAL" clId="{9E3353FE-7EFD-4D1F-85AC-2D3001641A94}" dt="2026-06-29T13:05:08.264" v="5828" actId="108"/>
          <ac:spMkLst>
            <pc:docMk/>
            <pc:sldMk cId="3882010242" sldId="2076137764"/>
            <ac:spMk id="6" creationId="{1DCF7B37-B164-8DD4-4F58-78021522AA09}"/>
          </ac:spMkLst>
        </pc:spChg>
        <pc:spChg chg="add mod topLvl">
          <ac:chgData name="Kannepamula Mahesh Babu" userId="391c5b16-0897-4eca-a028-a97f935a3bd2" providerId="ADAL" clId="{9E3353FE-7EFD-4D1F-85AC-2D3001641A94}" dt="2026-06-29T08:58:59.268" v="3451" actId="1076"/>
          <ac:spMkLst>
            <pc:docMk/>
            <pc:sldMk cId="3882010242" sldId="2076137764"/>
            <ac:spMk id="9" creationId="{76F4E0EE-DC77-8898-021A-171C21F9F48A}"/>
          </ac:spMkLst>
        </pc:spChg>
        <pc:spChg chg="add mod topLvl">
          <ac:chgData name="Kannepamula Mahesh Babu" userId="391c5b16-0897-4eca-a028-a97f935a3bd2" providerId="ADAL" clId="{9E3353FE-7EFD-4D1F-85AC-2D3001641A94}" dt="2026-06-29T08:58:59.268" v="3451" actId="1076"/>
          <ac:spMkLst>
            <pc:docMk/>
            <pc:sldMk cId="3882010242" sldId="2076137764"/>
            <ac:spMk id="10" creationId="{3D724E3F-AE2E-34BB-FC9E-48BF903F5E48}"/>
          </ac:spMkLst>
        </pc:spChg>
        <pc:spChg chg="add mod topLvl">
          <ac:chgData name="Kannepamula Mahesh Babu" userId="391c5b16-0897-4eca-a028-a97f935a3bd2" providerId="ADAL" clId="{9E3353FE-7EFD-4D1F-85AC-2D3001641A94}" dt="2026-06-29T04:51:43.980" v="964" actId="14100"/>
          <ac:spMkLst>
            <pc:docMk/>
            <pc:sldMk cId="3882010242" sldId="2076137764"/>
            <ac:spMk id="11" creationId="{E033AC18-85CF-2C25-B311-BAC09835CF39}"/>
          </ac:spMkLst>
        </pc:spChg>
        <pc:spChg chg="add mod topLvl">
          <ac:chgData name="Kannepamula Mahesh Babu" userId="391c5b16-0897-4eca-a028-a97f935a3bd2" providerId="ADAL" clId="{9E3353FE-7EFD-4D1F-85AC-2D3001641A94}" dt="2026-06-29T04:51:43.980" v="964" actId="14100"/>
          <ac:spMkLst>
            <pc:docMk/>
            <pc:sldMk cId="3882010242" sldId="2076137764"/>
            <ac:spMk id="12" creationId="{75EEFDB6-83D7-1179-2C7D-64246F4A2B6C}"/>
          </ac:spMkLst>
        </pc:spChg>
        <pc:spChg chg="add mod topLvl">
          <ac:chgData name="Kannepamula Mahesh Babu" userId="391c5b16-0897-4eca-a028-a97f935a3bd2" providerId="ADAL" clId="{9E3353FE-7EFD-4D1F-85AC-2D3001641A94}" dt="2026-06-29T04:52:22.009" v="974" actId="554"/>
          <ac:spMkLst>
            <pc:docMk/>
            <pc:sldMk cId="3882010242" sldId="2076137764"/>
            <ac:spMk id="13" creationId="{10301D4D-D85E-6398-5A8F-2118603D9FA8}"/>
          </ac:spMkLst>
        </pc:spChg>
        <pc:spChg chg="add mod topLvl">
          <ac:chgData name="Kannepamula Mahesh Babu" userId="391c5b16-0897-4eca-a028-a97f935a3bd2" providerId="ADAL" clId="{9E3353FE-7EFD-4D1F-85AC-2D3001641A94}" dt="2026-06-29T04:52:22.009" v="974" actId="554"/>
          <ac:spMkLst>
            <pc:docMk/>
            <pc:sldMk cId="3882010242" sldId="2076137764"/>
            <ac:spMk id="14" creationId="{446B5BA0-7F1D-EC11-37D9-655EF3E4EF44}"/>
          </ac:spMkLst>
        </pc:spChg>
        <pc:spChg chg="add mod topLvl">
          <ac:chgData name="Kannepamula Mahesh Babu" userId="391c5b16-0897-4eca-a028-a97f935a3bd2" providerId="ADAL" clId="{9E3353FE-7EFD-4D1F-85AC-2D3001641A94}" dt="2026-06-29T04:52:22.009" v="974" actId="554"/>
          <ac:spMkLst>
            <pc:docMk/>
            <pc:sldMk cId="3882010242" sldId="2076137764"/>
            <ac:spMk id="15" creationId="{685070D7-0EF0-3614-DB07-A023C12F2101}"/>
          </ac:spMkLst>
        </pc:spChg>
        <pc:spChg chg="add mod topLvl">
          <ac:chgData name="Kannepamula Mahesh Babu" userId="391c5b16-0897-4eca-a028-a97f935a3bd2" providerId="ADAL" clId="{9E3353FE-7EFD-4D1F-85AC-2D3001641A94}" dt="2026-06-29T04:52:22.009" v="974" actId="554"/>
          <ac:spMkLst>
            <pc:docMk/>
            <pc:sldMk cId="3882010242" sldId="2076137764"/>
            <ac:spMk id="16" creationId="{8AE9CA4A-4701-A61E-5A54-A8E8DF7CA41E}"/>
          </ac:spMkLst>
        </pc:spChg>
        <pc:spChg chg="add mod">
          <ac:chgData name="Kannepamula Mahesh Babu" userId="391c5b16-0897-4eca-a028-a97f935a3bd2" providerId="ADAL" clId="{9E3353FE-7EFD-4D1F-85AC-2D3001641A94}" dt="2026-06-29T05:10:34.895" v="1256" actId="207"/>
          <ac:spMkLst>
            <pc:docMk/>
            <pc:sldMk cId="3882010242" sldId="2076137764"/>
            <ac:spMk id="19" creationId="{74C5B41B-81BD-86AE-82D4-2E7B965CA24F}"/>
          </ac:spMkLst>
        </pc:spChg>
        <pc:picChg chg="add mod">
          <ac:chgData name="Kannepamula Mahesh Babu" userId="391c5b16-0897-4eca-a028-a97f935a3bd2" providerId="ADAL" clId="{9E3353FE-7EFD-4D1F-85AC-2D3001641A94}" dt="2026-06-29T10:29:58.864" v="4076" actId="12789"/>
          <ac:picMkLst>
            <pc:docMk/>
            <pc:sldMk cId="3882010242" sldId="2076137764"/>
            <ac:picMk id="8" creationId="{8FFCA2E3-6171-D53D-3B09-84E0B12D8A9F}"/>
          </ac:picMkLst>
        </pc:picChg>
        <pc:picChg chg="add mod">
          <ac:chgData name="Kannepamula Mahesh Babu" userId="391c5b16-0897-4eca-a028-a97f935a3bd2" providerId="ADAL" clId="{9E3353FE-7EFD-4D1F-85AC-2D3001641A94}" dt="2026-06-29T10:29:58.864" v="4076" actId="12789"/>
          <ac:picMkLst>
            <pc:docMk/>
            <pc:sldMk cId="3882010242" sldId="2076137764"/>
            <ac:picMk id="18" creationId="{BD4EEE92-B7CD-563B-B1D0-A34E91CF686C}"/>
          </ac:picMkLst>
        </pc:picChg>
        <pc:picChg chg="add mod">
          <ac:chgData name="Kannepamula Mahesh Babu" userId="391c5b16-0897-4eca-a028-a97f935a3bd2" providerId="ADAL" clId="{9E3353FE-7EFD-4D1F-85AC-2D3001641A94}" dt="2026-06-29T10:29:58.864" v="4076" actId="12789"/>
          <ac:picMkLst>
            <pc:docMk/>
            <pc:sldMk cId="3882010242" sldId="2076137764"/>
            <ac:picMk id="21" creationId="{FA565733-A96D-A280-4F64-37682C573DDB}"/>
          </ac:picMkLst>
        </pc:picChg>
        <pc:picChg chg="add mod">
          <ac:chgData name="Kannepamula Mahesh Babu" userId="391c5b16-0897-4eca-a028-a97f935a3bd2" providerId="ADAL" clId="{9E3353FE-7EFD-4D1F-85AC-2D3001641A94}" dt="2026-06-29T10:29:58.864" v="4076" actId="12789"/>
          <ac:picMkLst>
            <pc:docMk/>
            <pc:sldMk cId="3882010242" sldId="2076137764"/>
            <ac:picMk id="23" creationId="{BF9580AF-77D4-8347-23E7-D080378131A8}"/>
          </ac:picMkLst>
        </pc:picChg>
        <pc:picChg chg="add mod">
          <ac:chgData name="Kannepamula Mahesh Babu" userId="391c5b16-0897-4eca-a028-a97f935a3bd2" providerId="ADAL" clId="{9E3353FE-7EFD-4D1F-85AC-2D3001641A94}" dt="2026-06-29T10:32:49.225" v="4089" actId="12789"/>
          <ac:picMkLst>
            <pc:docMk/>
            <pc:sldMk cId="3882010242" sldId="2076137764"/>
            <ac:picMk id="25" creationId="{238CD56D-7EB7-36B5-397E-CDC417A6A724}"/>
          </ac:picMkLst>
        </pc:picChg>
        <pc:picChg chg="add mod">
          <ac:chgData name="Kannepamula Mahesh Babu" userId="391c5b16-0897-4eca-a028-a97f935a3bd2" providerId="ADAL" clId="{9E3353FE-7EFD-4D1F-85AC-2D3001641A94}" dt="2026-06-29T10:32:49.225" v="4089" actId="12789"/>
          <ac:picMkLst>
            <pc:docMk/>
            <pc:sldMk cId="3882010242" sldId="2076137764"/>
            <ac:picMk id="26" creationId="{303B205C-274A-B0A0-CCA9-4BD7F9D205F5}"/>
          </ac:picMkLst>
        </pc:picChg>
        <pc:picChg chg="add mod">
          <ac:chgData name="Kannepamula Mahesh Babu" userId="391c5b16-0897-4eca-a028-a97f935a3bd2" providerId="ADAL" clId="{9E3353FE-7EFD-4D1F-85AC-2D3001641A94}" dt="2026-06-29T10:32:49.225" v="4089" actId="12789"/>
          <ac:picMkLst>
            <pc:docMk/>
            <pc:sldMk cId="3882010242" sldId="2076137764"/>
            <ac:picMk id="27" creationId="{D711131F-C198-BAD6-F998-27074F7FD60F}"/>
          </ac:picMkLst>
        </pc:picChg>
        <pc:picChg chg="add mod">
          <ac:chgData name="Kannepamula Mahesh Babu" userId="391c5b16-0897-4eca-a028-a97f935a3bd2" providerId="ADAL" clId="{9E3353FE-7EFD-4D1F-85AC-2D3001641A94}" dt="2026-06-29T10:32:49.225" v="4089" actId="12789"/>
          <ac:picMkLst>
            <pc:docMk/>
            <pc:sldMk cId="3882010242" sldId="2076137764"/>
            <ac:picMk id="29" creationId="{26EF3442-046C-BFD0-6799-E993B3F8BDE2}"/>
          </ac:picMkLst>
        </pc:picChg>
      </pc:sldChg>
      <pc:sldChg chg="addSp modSp new mod">
        <pc:chgData name="Kannepamula Mahesh Babu" userId="391c5b16-0897-4eca-a028-a97f935a3bd2" providerId="ADAL" clId="{9E3353FE-7EFD-4D1F-85AC-2D3001641A94}" dt="2026-06-29T13:05:26.909" v="5838" actId="1037"/>
        <pc:sldMkLst>
          <pc:docMk/>
          <pc:sldMk cId="54263797" sldId="2076137765"/>
        </pc:sldMkLst>
        <pc:spChg chg="mod">
          <ac:chgData name="Kannepamula Mahesh Babu" userId="391c5b16-0897-4eca-a028-a97f935a3bd2" providerId="ADAL" clId="{9E3353FE-7EFD-4D1F-85AC-2D3001641A94}" dt="2026-06-29T04:54:21.967" v="989" actId="20577"/>
          <ac:spMkLst>
            <pc:docMk/>
            <pc:sldMk cId="54263797" sldId="2076137765"/>
            <ac:spMk id="2" creationId="{EE89335B-AF71-D332-C152-DA4B4214B708}"/>
          </ac:spMkLst>
        </pc:spChg>
        <pc:spChg chg="add mod">
          <ac:chgData name="Kannepamula Mahesh Babu" userId="391c5b16-0897-4eca-a028-a97f935a3bd2" providerId="ADAL" clId="{9E3353FE-7EFD-4D1F-85AC-2D3001641A94}" dt="2026-06-29T13:05:26.909" v="5838" actId="1037"/>
          <ac:spMkLst>
            <pc:docMk/>
            <pc:sldMk cId="54263797" sldId="2076137765"/>
            <ac:spMk id="6" creationId="{474D61C8-4F89-DD2D-5E53-727D5ACC35F4}"/>
          </ac:spMkLst>
        </pc:spChg>
        <pc:spChg chg="add mod">
          <ac:chgData name="Kannepamula Mahesh Babu" userId="391c5b16-0897-4eca-a028-a97f935a3bd2" providerId="ADAL" clId="{9E3353FE-7EFD-4D1F-85AC-2D3001641A94}" dt="2026-06-29T05:05:14.296" v="1181" actId="12"/>
          <ac:spMkLst>
            <pc:docMk/>
            <pc:sldMk cId="54263797" sldId="2076137765"/>
            <ac:spMk id="7" creationId="{A2FD170E-9768-16C8-4465-A265EFC0DED3}"/>
          </ac:spMkLst>
        </pc:spChg>
        <pc:spChg chg="add mod">
          <ac:chgData name="Kannepamula Mahesh Babu" userId="391c5b16-0897-4eca-a028-a97f935a3bd2" providerId="ADAL" clId="{9E3353FE-7EFD-4D1F-85AC-2D3001641A94}" dt="2026-06-29T05:05:13.619" v="1180" actId="108"/>
          <ac:spMkLst>
            <pc:docMk/>
            <pc:sldMk cId="54263797" sldId="2076137765"/>
            <ac:spMk id="8" creationId="{C20CA76F-3B54-E508-37EC-A86684939A26}"/>
          </ac:spMkLst>
        </pc:spChg>
        <pc:spChg chg="add mod">
          <ac:chgData name="Kannepamula Mahesh Babu" userId="391c5b16-0897-4eca-a028-a97f935a3bd2" providerId="ADAL" clId="{9E3353FE-7EFD-4D1F-85AC-2D3001641A94}" dt="2026-06-29T05:05:13.458" v="1179" actId="108"/>
          <ac:spMkLst>
            <pc:docMk/>
            <pc:sldMk cId="54263797" sldId="2076137765"/>
            <ac:spMk id="9" creationId="{FD7A0426-F7A5-A10F-25FF-29FDAD52211E}"/>
          </ac:spMkLst>
        </pc:spChg>
        <pc:spChg chg="add mod">
          <ac:chgData name="Kannepamula Mahesh Babu" userId="391c5b16-0897-4eca-a028-a97f935a3bd2" providerId="ADAL" clId="{9E3353FE-7EFD-4D1F-85AC-2D3001641A94}" dt="2026-06-29T05:00:54.492" v="1084" actId="164"/>
          <ac:spMkLst>
            <pc:docMk/>
            <pc:sldMk cId="54263797" sldId="2076137765"/>
            <ac:spMk id="10" creationId="{B7A313DF-3D32-A4DC-A561-9396E2709DE3}"/>
          </ac:spMkLst>
        </pc:spChg>
        <pc:spChg chg="add mod">
          <ac:chgData name="Kannepamula Mahesh Babu" userId="391c5b16-0897-4eca-a028-a97f935a3bd2" providerId="ADAL" clId="{9E3353FE-7EFD-4D1F-85AC-2D3001641A94}" dt="2026-06-29T05:00:54.492" v="1084" actId="164"/>
          <ac:spMkLst>
            <pc:docMk/>
            <pc:sldMk cId="54263797" sldId="2076137765"/>
            <ac:spMk id="11" creationId="{87FF6E68-7583-9D6F-2FCB-3E60F9CD15AC}"/>
          </ac:spMkLst>
        </pc:spChg>
        <pc:spChg chg="add mod">
          <ac:chgData name="Kannepamula Mahesh Babu" userId="391c5b16-0897-4eca-a028-a97f935a3bd2" providerId="ADAL" clId="{9E3353FE-7EFD-4D1F-85AC-2D3001641A94}" dt="2026-06-29T05:00:54.492" v="1084" actId="164"/>
          <ac:spMkLst>
            <pc:docMk/>
            <pc:sldMk cId="54263797" sldId="2076137765"/>
            <ac:spMk id="12" creationId="{9CFE38BE-64D0-ACAE-7F3C-DB2A27C9EED4}"/>
          </ac:spMkLst>
        </pc:spChg>
        <pc:spChg chg="add mod">
          <ac:chgData name="Kannepamula Mahesh Babu" userId="391c5b16-0897-4eca-a028-a97f935a3bd2" providerId="ADAL" clId="{9E3353FE-7EFD-4D1F-85AC-2D3001641A94}" dt="2026-06-29T05:10:00.483" v="1250" actId="1076"/>
          <ac:spMkLst>
            <pc:docMk/>
            <pc:sldMk cId="54263797" sldId="2076137765"/>
            <ac:spMk id="19" creationId="{BA7ACE9C-3D64-E23D-7D86-1C69D122960A}"/>
          </ac:spMkLst>
        </pc:spChg>
        <pc:spChg chg="add mod">
          <ac:chgData name="Kannepamula Mahesh Babu" userId="391c5b16-0897-4eca-a028-a97f935a3bd2" providerId="ADAL" clId="{9E3353FE-7EFD-4D1F-85AC-2D3001641A94}" dt="2026-06-29T05:10:00.483" v="1250" actId="1076"/>
          <ac:spMkLst>
            <pc:docMk/>
            <pc:sldMk cId="54263797" sldId="2076137765"/>
            <ac:spMk id="20" creationId="{C93A6C63-6346-FA76-2EF0-79B9FFCA4702}"/>
          </ac:spMkLst>
        </pc:spChg>
        <pc:spChg chg="add mod">
          <ac:chgData name="Kannepamula Mahesh Babu" userId="391c5b16-0897-4eca-a028-a97f935a3bd2" providerId="ADAL" clId="{9E3353FE-7EFD-4D1F-85AC-2D3001641A94}" dt="2026-06-29T05:10:00.483" v="1250" actId="1076"/>
          <ac:spMkLst>
            <pc:docMk/>
            <pc:sldMk cId="54263797" sldId="2076137765"/>
            <ac:spMk id="21" creationId="{BCA1D69A-C16A-D8F6-B494-B56C5E8FBCD0}"/>
          </ac:spMkLst>
        </pc:spChg>
        <pc:spChg chg="add mod">
          <ac:chgData name="Kannepamula Mahesh Babu" userId="391c5b16-0897-4eca-a028-a97f935a3bd2" providerId="ADAL" clId="{9E3353FE-7EFD-4D1F-85AC-2D3001641A94}" dt="2026-06-29T06:09:04.840" v="1938" actId="120"/>
          <ac:spMkLst>
            <pc:docMk/>
            <pc:sldMk cId="54263797" sldId="2076137765"/>
            <ac:spMk id="25" creationId="{E220B33A-74EF-EB39-1D0F-2C8D30F99E76}"/>
          </ac:spMkLst>
        </pc:spChg>
        <pc:spChg chg="add mod">
          <ac:chgData name="Kannepamula Mahesh Babu" userId="391c5b16-0897-4eca-a028-a97f935a3bd2" providerId="ADAL" clId="{9E3353FE-7EFD-4D1F-85AC-2D3001641A94}" dt="2026-06-29T06:09:04.840" v="1938" actId="120"/>
          <ac:spMkLst>
            <pc:docMk/>
            <pc:sldMk cId="54263797" sldId="2076137765"/>
            <ac:spMk id="26" creationId="{9E40C801-BA21-0919-C02E-C0E20D28004F}"/>
          </ac:spMkLst>
        </pc:spChg>
        <pc:spChg chg="add mod">
          <ac:chgData name="Kannepamula Mahesh Babu" userId="391c5b16-0897-4eca-a028-a97f935a3bd2" providerId="ADAL" clId="{9E3353FE-7EFD-4D1F-85AC-2D3001641A94}" dt="2026-06-29T06:09:04.840" v="1938" actId="120"/>
          <ac:spMkLst>
            <pc:docMk/>
            <pc:sldMk cId="54263797" sldId="2076137765"/>
            <ac:spMk id="27" creationId="{3C60342A-167D-622E-DFF1-632393342921}"/>
          </ac:spMkLst>
        </pc:spChg>
        <pc:spChg chg="add mod">
          <ac:chgData name="Kannepamula Mahesh Babu" userId="391c5b16-0897-4eca-a028-a97f935a3bd2" providerId="ADAL" clId="{9E3353FE-7EFD-4D1F-85AC-2D3001641A94}" dt="2026-06-29T05:10:00.483" v="1250" actId="1076"/>
          <ac:spMkLst>
            <pc:docMk/>
            <pc:sldMk cId="54263797" sldId="2076137765"/>
            <ac:spMk id="28" creationId="{EA7A3000-10C4-DA5E-35FC-F2269D37FA82}"/>
          </ac:spMkLst>
        </pc:spChg>
        <pc:spChg chg="add mod">
          <ac:chgData name="Kannepamula Mahesh Babu" userId="391c5b16-0897-4eca-a028-a97f935a3bd2" providerId="ADAL" clId="{9E3353FE-7EFD-4D1F-85AC-2D3001641A94}" dt="2026-06-29T05:10:15.385" v="1252" actId="164"/>
          <ac:spMkLst>
            <pc:docMk/>
            <pc:sldMk cId="54263797" sldId="2076137765"/>
            <ac:spMk id="32" creationId="{84E192F5-A0F7-F76F-9BE1-2FF51A242A16}"/>
          </ac:spMkLst>
        </pc:spChg>
        <pc:spChg chg="add mod">
          <ac:chgData name="Kannepamula Mahesh Babu" userId="391c5b16-0897-4eca-a028-a97f935a3bd2" providerId="ADAL" clId="{9E3353FE-7EFD-4D1F-85AC-2D3001641A94}" dt="2026-06-29T05:10:15.385" v="1252" actId="164"/>
          <ac:spMkLst>
            <pc:docMk/>
            <pc:sldMk cId="54263797" sldId="2076137765"/>
            <ac:spMk id="33" creationId="{CACD4CF6-2369-A66F-6C3C-E4BB45349B75}"/>
          </ac:spMkLst>
        </pc:spChg>
        <pc:spChg chg="add mod">
          <ac:chgData name="Kannepamula Mahesh Babu" userId="391c5b16-0897-4eca-a028-a97f935a3bd2" providerId="ADAL" clId="{9E3353FE-7EFD-4D1F-85AC-2D3001641A94}" dt="2026-06-29T05:10:15.385" v="1252" actId="164"/>
          <ac:spMkLst>
            <pc:docMk/>
            <pc:sldMk cId="54263797" sldId="2076137765"/>
            <ac:spMk id="34" creationId="{A1FB1DA5-56C1-34A1-D784-9B34AAC4B7D1}"/>
          </ac:spMkLst>
        </pc:spChg>
        <pc:spChg chg="add mod">
          <ac:chgData name="Kannepamula Mahesh Babu" userId="391c5b16-0897-4eca-a028-a97f935a3bd2" providerId="ADAL" clId="{9E3353FE-7EFD-4D1F-85AC-2D3001641A94}" dt="2026-06-29T05:10:15.385" v="1252" actId="164"/>
          <ac:spMkLst>
            <pc:docMk/>
            <pc:sldMk cId="54263797" sldId="2076137765"/>
            <ac:spMk id="35" creationId="{F0318ED2-40D5-1534-EF37-F71A78B68846}"/>
          </ac:spMkLst>
        </pc:spChg>
        <pc:spChg chg="add mod">
          <ac:chgData name="Kannepamula Mahesh Babu" userId="391c5b16-0897-4eca-a028-a97f935a3bd2" providerId="ADAL" clId="{9E3353FE-7EFD-4D1F-85AC-2D3001641A94}" dt="2026-06-29T05:10:15.385" v="1252" actId="164"/>
          <ac:spMkLst>
            <pc:docMk/>
            <pc:sldMk cId="54263797" sldId="2076137765"/>
            <ac:spMk id="36" creationId="{B091294A-5592-2204-6B30-F5FD2CB485AD}"/>
          </ac:spMkLst>
        </pc:spChg>
        <pc:spChg chg="add mod">
          <ac:chgData name="Kannepamula Mahesh Babu" userId="391c5b16-0897-4eca-a028-a97f935a3bd2" providerId="ADAL" clId="{9E3353FE-7EFD-4D1F-85AC-2D3001641A94}" dt="2026-06-29T05:10:15.385" v="1252" actId="164"/>
          <ac:spMkLst>
            <pc:docMk/>
            <pc:sldMk cId="54263797" sldId="2076137765"/>
            <ac:spMk id="37" creationId="{B522B287-A57B-E29F-BD60-1008CEEF4B74}"/>
          </ac:spMkLst>
        </pc:spChg>
        <pc:spChg chg="add mod">
          <ac:chgData name="Kannepamula Mahesh Babu" userId="391c5b16-0897-4eca-a028-a97f935a3bd2" providerId="ADAL" clId="{9E3353FE-7EFD-4D1F-85AC-2D3001641A94}" dt="2026-06-29T05:10:15.385" v="1252" actId="164"/>
          <ac:spMkLst>
            <pc:docMk/>
            <pc:sldMk cId="54263797" sldId="2076137765"/>
            <ac:spMk id="38" creationId="{D73AE558-6439-1EC6-4261-F7B12965418F}"/>
          </ac:spMkLst>
        </pc:spChg>
        <pc:grpChg chg="add mod">
          <ac:chgData name="Kannepamula Mahesh Babu" userId="391c5b16-0897-4eca-a028-a97f935a3bd2" providerId="ADAL" clId="{9E3353FE-7EFD-4D1F-85AC-2D3001641A94}" dt="2026-06-29T05:10:18.090" v="1253" actId="1076"/>
          <ac:grpSpMkLst>
            <pc:docMk/>
            <pc:sldMk cId="54263797" sldId="2076137765"/>
            <ac:grpSpMk id="39" creationId="{C6FBC678-E28A-85BE-1521-B1E202BA55A0}"/>
          </ac:grpSpMkLst>
        </pc:grpChg>
        <pc:cxnChg chg="add mod">
          <ac:chgData name="Kannepamula Mahesh Babu" userId="391c5b16-0897-4eca-a028-a97f935a3bd2" providerId="ADAL" clId="{9E3353FE-7EFD-4D1F-85AC-2D3001641A94}" dt="2026-06-29T06:03:26.888" v="1862" actId="108"/>
          <ac:cxnSpMkLst>
            <pc:docMk/>
            <pc:sldMk cId="54263797" sldId="2076137765"/>
            <ac:cxnSpMk id="14" creationId="{3E8E66EE-D2D8-FD4B-850B-050E546A0025}"/>
          </ac:cxnSpMkLst>
        </pc:cxnChg>
        <pc:cxnChg chg="add mod">
          <ac:chgData name="Kannepamula Mahesh Babu" userId="391c5b16-0897-4eca-a028-a97f935a3bd2" providerId="ADAL" clId="{9E3353FE-7EFD-4D1F-85AC-2D3001641A94}" dt="2026-06-29T06:03:26.888" v="1862" actId="108"/>
          <ac:cxnSpMkLst>
            <pc:docMk/>
            <pc:sldMk cId="54263797" sldId="2076137765"/>
            <ac:cxnSpMk id="15" creationId="{C165755E-448A-C2F3-72E7-0BD240884BC0}"/>
          </ac:cxnSpMkLst>
        </pc:cxnChg>
        <pc:cxnChg chg="add mod">
          <ac:chgData name="Kannepamula Mahesh Babu" userId="391c5b16-0897-4eca-a028-a97f935a3bd2" providerId="ADAL" clId="{9E3353FE-7EFD-4D1F-85AC-2D3001641A94}" dt="2026-06-29T05:10:00.483" v="1250" actId="1076"/>
          <ac:cxnSpMkLst>
            <pc:docMk/>
            <pc:sldMk cId="54263797" sldId="2076137765"/>
            <ac:cxnSpMk id="29" creationId="{18A08BEA-C395-0E28-DCFD-9E4AD46723D0}"/>
          </ac:cxnSpMkLst>
        </pc:cxnChg>
        <pc:cxnChg chg="add mod">
          <ac:chgData name="Kannepamula Mahesh Babu" userId="391c5b16-0897-4eca-a028-a97f935a3bd2" providerId="ADAL" clId="{9E3353FE-7EFD-4D1F-85AC-2D3001641A94}" dt="2026-06-29T05:10:00.483" v="1250" actId="1076"/>
          <ac:cxnSpMkLst>
            <pc:docMk/>
            <pc:sldMk cId="54263797" sldId="2076137765"/>
            <ac:cxnSpMk id="31" creationId="{84A46358-A061-9134-5DFB-59823CC6827C}"/>
          </ac:cxnSpMkLst>
        </pc:cxnChg>
      </pc:sldChg>
      <pc:sldChg chg="addSp delSp modSp new mod setBg">
        <pc:chgData name="Kannepamula Mahesh Babu" userId="391c5b16-0897-4eca-a028-a97f935a3bd2" providerId="ADAL" clId="{9E3353FE-7EFD-4D1F-85AC-2D3001641A94}" dt="2026-06-29T11:37:23.732" v="4778" actId="554"/>
        <pc:sldMkLst>
          <pc:docMk/>
          <pc:sldMk cId="6189717" sldId="2076137766"/>
        </pc:sldMkLst>
        <pc:spChg chg="mod">
          <ac:chgData name="Kannepamula Mahesh Babu" userId="391c5b16-0897-4eca-a028-a97f935a3bd2" providerId="ADAL" clId="{9E3353FE-7EFD-4D1F-85AC-2D3001641A94}" dt="2026-06-29T10:45:05.770" v="4229" actId="207"/>
          <ac:spMkLst>
            <pc:docMk/>
            <pc:sldMk cId="6189717" sldId="2076137766"/>
            <ac:spMk id="2" creationId="{43408F94-47E9-EB0E-4235-FDDF63B3F668}"/>
          </ac:spMkLst>
        </pc:spChg>
        <pc:spChg chg="mod">
          <ac:chgData name="Kannepamula Mahesh Babu" userId="391c5b16-0897-4eca-a028-a97f935a3bd2" providerId="ADAL" clId="{9E3353FE-7EFD-4D1F-85AC-2D3001641A94}" dt="2026-06-29T11:36:22.260" v="4766" actId="208"/>
          <ac:spMkLst>
            <pc:docMk/>
            <pc:sldMk cId="6189717" sldId="2076137766"/>
            <ac:spMk id="6" creationId="{44221266-B653-A63C-CC3D-31B96A6BA433}"/>
          </ac:spMkLst>
        </pc:spChg>
        <pc:spChg chg="mod">
          <ac:chgData name="Kannepamula Mahesh Babu" userId="391c5b16-0897-4eca-a028-a97f935a3bd2" providerId="ADAL" clId="{9E3353FE-7EFD-4D1F-85AC-2D3001641A94}" dt="2026-06-29T05:19:31.381" v="1360" actId="14100"/>
          <ac:spMkLst>
            <pc:docMk/>
            <pc:sldMk cId="6189717" sldId="2076137766"/>
            <ac:spMk id="7" creationId="{B882FEF6-45DB-3F01-BB8F-AD8F3EE87531}"/>
          </ac:spMkLst>
        </pc:spChg>
        <pc:spChg chg="mod">
          <ac:chgData name="Kannepamula Mahesh Babu" userId="391c5b16-0897-4eca-a028-a97f935a3bd2" providerId="ADAL" clId="{9E3353FE-7EFD-4D1F-85AC-2D3001641A94}" dt="2026-06-29T11:36:02.924" v="4765" actId="1076"/>
          <ac:spMkLst>
            <pc:docMk/>
            <pc:sldMk cId="6189717" sldId="2076137766"/>
            <ac:spMk id="8" creationId="{6D7ACA84-655E-34CD-4C8A-EC8834C31C83}"/>
          </ac:spMkLst>
        </pc:spChg>
        <pc:spChg chg="mod">
          <ac:chgData name="Kannepamula Mahesh Babu" userId="391c5b16-0897-4eca-a028-a97f935a3bd2" providerId="ADAL" clId="{9E3353FE-7EFD-4D1F-85AC-2D3001641A94}" dt="2026-06-29T06:01:45.670" v="1848" actId="12788"/>
          <ac:spMkLst>
            <pc:docMk/>
            <pc:sldMk cId="6189717" sldId="2076137766"/>
            <ac:spMk id="9" creationId="{D822808F-E1B5-7D04-F87C-92AF1823B565}"/>
          </ac:spMkLst>
        </pc:spChg>
        <pc:spChg chg="add mod topLvl">
          <ac:chgData name="Kannepamula Mahesh Babu" userId="391c5b16-0897-4eca-a028-a97f935a3bd2" providerId="ADAL" clId="{9E3353FE-7EFD-4D1F-85AC-2D3001641A94}" dt="2026-06-29T06:01:48.959" v="1849" actId="12788"/>
          <ac:spMkLst>
            <pc:docMk/>
            <pc:sldMk cId="6189717" sldId="2076137766"/>
            <ac:spMk id="10" creationId="{3AB6A453-EB0E-0430-2E02-4E04A0F82CE9}"/>
          </ac:spMkLst>
        </pc:spChg>
        <pc:spChg chg="mod">
          <ac:chgData name="Kannepamula Mahesh Babu" userId="391c5b16-0897-4eca-a028-a97f935a3bd2" providerId="ADAL" clId="{9E3353FE-7EFD-4D1F-85AC-2D3001641A94}" dt="2026-06-29T06:01:51.786" v="1850" actId="12788"/>
          <ac:spMkLst>
            <pc:docMk/>
            <pc:sldMk cId="6189717" sldId="2076137766"/>
            <ac:spMk id="11" creationId="{4C194BF0-DDF1-C6DE-43FD-17C28D194B88}"/>
          </ac:spMkLst>
        </pc:spChg>
        <pc:spChg chg="mod">
          <ac:chgData name="Kannepamula Mahesh Babu" userId="391c5b16-0897-4eca-a028-a97f935a3bd2" providerId="ADAL" clId="{9E3353FE-7EFD-4D1F-85AC-2D3001641A94}" dt="2026-06-29T10:45:09.860" v="4230" actId="207"/>
          <ac:spMkLst>
            <pc:docMk/>
            <pc:sldMk cId="6189717" sldId="2076137766"/>
            <ac:spMk id="12" creationId="{60219A8F-5915-67B1-1342-A622CD6C806F}"/>
          </ac:spMkLst>
        </pc:spChg>
        <pc:spChg chg="mod">
          <ac:chgData name="Kannepamula Mahesh Babu" userId="391c5b16-0897-4eca-a028-a97f935a3bd2" providerId="ADAL" clId="{9E3353FE-7EFD-4D1F-85AC-2D3001641A94}" dt="2026-06-29T10:45:09.860" v="4230" actId="207"/>
          <ac:spMkLst>
            <pc:docMk/>
            <pc:sldMk cId="6189717" sldId="2076137766"/>
            <ac:spMk id="13" creationId="{DBC02823-CB77-3BC3-B1DA-6665E5EE9C68}"/>
          </ac:spMkLst>
        </pc:spChg>
        <pc:spChg chg="mod">
          <ac:chgData name="Kannepamula Mahesh Babu" userId="391c5b16-0897-4eca-a028-a97f935a3bd2" providerId="ADAL" clId="{9E3353FE-7EFD-4D1F-85AC-2D3001641A94}" dt="2026-06-29T10:45:09.860" v="4230" actId="207"/>
          <ac:spMkLst>
            <pc:docMk/>
            <pc:sldMk cId="6189717" sldId="2076137766"/>
            <ac:spMk id="14" creationId="{681DB466-B936-2328-D1E1-E07DB7B8164C}"/>
          </ac:spMkLst>
        </pc:spChg>
        <pc:spChg chg="mod">
          <ac:chgData name="Kannepamula Mahesh Babu" userId="391c5b16-0897-4eca-a028-a97f935a3bd2" providerId="ADAL" clId="{9E3353FE-7EFD-4D1F-85AC-2D3001641A94}" dt="2026-06-29T10:45:09.860" v="4230" actId="207"/>
          <ac:spMkLst>
            <pc:docMk/>
            <pc:sldMk cId="6189717" sldId="2076137766"/>
            <ac:spMk id="15" creationId="{8E7500A7-D248-378F-407F-F968A2BDC2BD}"/>
          </ac:spMkLst>
        </pc:spChg>
        <pc:spChg chg="mod">
          <ac:chgData name="Kannepamula Mahesh Babu" userId="391c5b16-0897-4eca-a028-a97f935a3bd2" providerId="ADAL" clId="{9E3353FE-7EFD-4D1F-85AC-2D3001641A94}" dt="2026-06-29T10:45:09.860" v="4230" actId="207"/>
          <ac:spMkLst>
            <pc:docMk/>
            <pc:sldMk cId="6189717" sldId="2076137766"/>
            <ac:spMk id="16" creationId="{CD145346-E9CA-4C81-DCED-584A4018F7E8}"/>
          </ac:spMkLst>
        </pc:spChg>
        <pc:spChg chg="mod">
          <ac:chgData name="Kannepamula Mahesh Babu" userId="391c5b16-0897-4eca-a028-a97f935a3bd2" providerId="ADAL" clId="{9E3353FE-7EFD-4D1F-85AC-2D3001641A94}" dt="2026-06-29T10:45:13.046" v="4231" actId="207"/>
          <ac:spMkLst>
            <pc:docMk/>
            <pc:sldMk cId="6189717" sldId="2076137766"/>
            <ac:spMk id="17" creationId="{42C05E8E-DAC4-9365-0BA4-146A893C7DF3}"/>
          </ac:spMkLst>
        </pc:spChg>
        <pc:spChg chg="mod">
          <ac:chgData name="Kannepamula Mahesh Babu" userId="391c5b16-0897-4eca-a028-a97f935a3bd2" providerId="ADAL" clId="{9E3353FE-7EFD-4D1F-85AC-2D3001641A94}" dt="2026-06-29T11:36:56.956" v="4776" actId="12788"/>
          <ac:spMkLst>
            <pc:docMk/>
            <pc:sldMk cId="6189717" sldId="2076137766"/>
            <ac:spMk id="18" creationId="{A868DA55-6DC3-EE17-CD4B-03161C6E5E6E}"/>
          </ac:spMkLst>
        </pc:spChg>
        <pc:spChg chg="add mod topLvl">
          <ac:chgData name="Kannepamula Mahesh Babu" userId="391c5b16-0897-4eca-a028-a97f935a3bd2" providerId="ADAL" clId="{9E3353FE-7EFD-4D1F-85AC-2D3001641A94}" dt="2026-06-29T11:36:49.046" v="4775" actId="12788"/>
          <ac:spMkLst>
            <pc:docMk/>
            <pc:sldMk cId="6189717" sldId="2076137766"/>
            <ac:spMk id="19" creationId="{F00EA86D-CFE6-62F4-4035-BEF842963FE8}"/>
          </ac:spMkLst>
        </pc:spChg>
        <pc:spChg chg="mod">
          <ac:chgData name="Kannepamula Mahesh Babu" userId="391c5b16-0897-4eca-a028-a97f935a3bd2" providerId="ADAL" clId="{9E3353FE-7EFD-4D1F-85AC-2D3001641A94}" dt="2026-06-29T11:36:43.965" v="4774" actId="688"/>
          <ac:spMkLst>
            <pc:docMk/>
            <pc:sldMk cId="6189717" sldId="2076137766"/>
            <ac:spMk id="20" creationId="{717F4DF0-6607-5DC3-407C-9D83B1B961B1}"/>
          </ac:spMkLst>
        </pc:spChg>
        <pc:spChg chg="mod">
          <ac:chgData name="Kannepamula Mahesh Babu" userId="391c5b16-0897-4eca-a028-a97f935a3bd2" providerId="ADAL" clId="{9E3353FE-7EFD-4D1F-85AC-2D3001641A94}" dt="2026-06-29T11:37:02.694" v="4777" actId="12788"/>
          <ac:spMkLst>
            <pc:docMk/>
            <pc:sldMk cId="6189717" sldId="2076137766"/>
            <ac:spMk id="21" creationId="{25EB830A-AF08-3883-8B9F-299CD7891583}"/>
          </ac:spMkLst>
        </pc:spChg>
        <pc:spChg chg="mod">
          <ac:chgData name="Kannepamula Mahesh Babu" userId="391c5b16-0897-4eca-a028-a97f935a3bd2" providerId="ADAL" clId="{9E3353FE-7EFD-4D1F-85AC-2D3001641A94}" dt="2026-06-29T10:46:04.009" v="4240" actId="14100"/>
          <ac:spMkLst>
            <pc:docMk/>
            <pc:sldMk cId="6189717" sldId="2076137766"/>
            <ac:spMk id="27" creationId="{452D1494-ED4E-7F74-BE91-84581B5CDFC8}"/>
          </ac:spMkLst>
        </pc:spChg>
        <pc:spChg chg="add mod topLvl">
          <ac:chgData name="Kannepamula Mahesh Babu" userId="391c5b16-0897-4eca-a028-a97f935a3bd2" providerId="ADAL" clId="{9E3353FE-7EFD-4D1F-85AC-2D3001641A94}" dt="2026-06-29T11:36:56.956" v="4776" actId="12788"/>
          <ac:spMkLst>
            <pc:docMk/>
            <pc:sldMk cId="6189717" sldId="2076137766"/>
            <ac:spMk id="28" creationId="{DB4BE65E-3585-99C8-6F38-CEF1596A450D}"/>
          </ac:spMkLst>
        </pc:spChg>
        <pc:spChg chg="add mod topLvl">
          <ac:chgData name="Kannepamula Mahesh Babu" userId="391c5b16-0897-4eca-a028-a97f935a3bd2" providerId="ADAL" clId="{9E3353FE-7EFD-4D1F-85AC-2D3001641A94}" dt="2026-06-29T11:36:49.046" v="4775" actId="12788"/>
          <ac:spMkLst>
            <pc:docMk/>
            <pc:sldMk cId="6189717" sldId="2076137766"/>
            <ac:spMk id="29" creationId="{A184D86F-0F3F-AD39-2DFE-AFE623043B35}"/>
          </ac:spMkLst>
        </pc:spChg>
        <pc:spChg chg="mod">
          <ac:chgData name="Kannepamula Mahesh Babu" userId="391c5b16-0897-4eca-a028-a97f935a3bd2" providerId="ADAL" clId="{9E3353FE-7EFD-4D1F-85AC-2D3001641A94}" dt="2026-06-29T10:46:14.770" v="4244" actId="1076"/>
          <ac:spMkLst>
            <pc:docMk/>
            <pc:sldMk cId="6189717" sldId="2076137766"/>
            <ac:spMk id="30" creationId="{A97189C0-FA3F-BD83-55DF-A6138A458FE5}"/>
          </ac:spMkLst>
        </pc:spChg>
        <pc:spChg chg="mod">
          <ac:chgData name="Kannepamula Mahesh Babu" userId="391c5b16-0897-4eca-a028-a97f935a3bd2" providerId="ADAL" clId="{9E3353FE-7EFD-4D1F-85AC-2D3001641A94}" dt="2026-06-29T11:37:02.694" v="4777" actId="12788"/>
          <ac:spMkLst>
            <pc:docMk/>
            <pc:sldMk cId="6189717" sldId="2076137766"/>
            <ac:spMk id="31" creationId="{AC665C4B-FFCC-D582-D072-1F3C235D8E4E}"/>
          </ac:spMkLst>
        </pc:spChg>
        <pc:spChg chg="add mod">
          <ac:chgData name="Kannepamula Mahesh Babu" userId="391c5b16-0897-4eca-a028-a97f935a3bd2" providerId="ADAL" clId="{9E3353FE-7EFD-4D1F-85AC-2D3001641A94}" dt="2026-06-29T10:45:31.429" v="4235" actId="207"/>
          <ac:spMkLst>
            <pc:docMk/>
            <pc:sldMk cId="6189717" sldId="2076137766"/>
            <ac:spMk id="34" creationId="{7A0D8703-9142-75FE-EEF8-F312CD8A579C}"/>
          </ac:spMkLst>
        </pc:spChg>
        <pc:spChg chg="mod">
          <ac:chgData name="Kannepamula Mahesh Babu" userId="391c5b16-0897-4eca-a028-a97f935a3bd2" providerId="ADAL" clId="{9E3353FE-7EFD-4D1F-85AC-2D3001641A94}" dt="2026-06-29T06:10:02.904" v="1946" actId="14100"/>
          <ac:spMkLst>
            <pc:docMk/>
            <pc:sldMk cId="6189717" sldId="2076137766"/>
            <ac:spMk id="37" creationId="{72F965CE-5DEF-A3A2-D78B-83255FE15EAA}"/>
          </ac:spMkLst>
        </pc:spChg>
        <pc:spChg chg="mod topLvl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38" creationId="{0E059E77-79C3-F1AC-560A-B7050B3C747B}"/>
          </ac:spMkLst>
        </pc:spChg>
        <pc:spChg chg="add mod">
          <ac:chgData name="Kannepamula Mahesh Babu" userId="391c5b16-0897-4eca-a028-a97f935a3bd2" providerId="ADAL" clId="{9E3353FE-7EFD-4D1F-85AC-2D3001641A94}" dt="2026-06-29T10:45:29.014" v="4234" actId="207"/>
          <ac:spMkLst>
            <pc:docMk/>
            <pc:sldMk cId="6189717" sldId="2076137766"/>
            <ac:spMk id="39" creationId="{59AF7B43-6919-EB5E-071B-161A678C2F3D}"/>
          </ac:spMkLst>
        </pc:spChg>
        <pc:spChg chg="add mod topLvl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40" creationId="{85FB13C4-B002-4E3A-D2B7-A9E311D0BAA4}"/>
          </ac:spMkLst>
        </pc:spChg>
        <pc:spChg chg="mod topLvl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42" creationId="{E54D3055-3BD5-DC4D-9DA1-83A049BAF726}"/>
          </ac:spMkLst>
        </pc:spChg>
        <pc:spChg chg="mod topLvl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44" creationId="{3161FCD3-EA2E-B38F-B740-92A66B138B6C}"/>
          </ac:spMkLst>
        </pc:spChg>
        <pc:spChg chg="mod topLvl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46" creationId="{69CFB0EE-88CD-9EC4-62B7-CFD0567944B3}"/>
          </ac:spMkLst>
        </pc:spChg>
        <pc:spChg chg="add mod topLvl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48" creationId="{C98E8968-1988-1798-0BBA-221EC796FFCA}"/>
          </ac:spMkLst>
        </pc:spChg>
        <pc:spChg chg="mod topLvl">
          <ac:chgData name="Kannepamula Mahesh Babu" userId="391c5b16-0897-4eca-a028-a97f935a3bd2" providerId="ADAL" clId="{9E3353FE-7EFD-4D1F-85AC-2D3001641A94}" dt="2026-06-29T11:37:23.732" v="4778" actId="554"/>
          <ac:spMkLst>
            <pc:docMk/>
            <pc:sldMk cId="6189717" sldId="2076137766"/>
            <ac:spMk id="50" creationId="{24421AB3-0F53-2428-F529-4B7C3AB8C57A}"/>
          </ac:spMkLst>
        </pc:spChg>
        <pc:spChg chg="mod topLvl">
          <ac:chgData name="Kannepamula Mahesh Babu" userId="391c5b16-0897-4eca-a028-a97f935a3bd2" providerId="ADAL" clId="{9E3353FE-7EFD-4D1F-85AC-2D3001641A94}" dt="2026-06-29T11:37:23.732" v="4778" actId="554"/>
          <ac:spMkLst>
            <pc:docMk/>
            <pc:sldMk cId="6189717" sldId="2076137766"/>
            <ac:spMk id="52" creationId="{3B5F4E5B-8038-EC82-EE73-4FABC198B271}"/>
          </ac:spMkLst>
        </pc:spChg>
        <pc:spChg chg="add mod topLvl">
          <ac:chgData name="Kannepamula Mahesh Babu" userId="391c5b16-0897-4eca-a028-a97f935a3bd2" providerId="ADAL" clId="{9E3353FE-7EFD-4D1F-85AC-2D3001641A94}" dt="2026-06-29T05:28:08.680" v="1436" actId="164"/>
          <ac:spMkLst>
            <pc:docMk/>
            <pc:sldMk cId="6189717" sldId="2076137766"/>
            <ac:spMk id="54" creationId="{AE9A456A-0A95-1337-B4E4-D85FEA1E9A37}"/>
          </ac:spMkLst>
        </pc:spChg>
        <pc:spChg chg="mod topLvl">
          <ac:chgData name="Kannepamula Mahesh Babu" userId="391c5b16-0897-4eca-a028-a97f935a3bd2" providerId="ADAL" clId="{9E3353FE-7EFD-4D1F-85AC-2D3001641A94}" dt="2026-06-29T05:28:08.680" v="1436" actId="164"/>
          <ac:spMkLst>
            <pc:docMk/>
            <pc:sldMk cId="6189717" sldId="2076137766"/>
            <ac:spMk id="56" creationId="{6CBBB936-AD8E-2BE2-CCCF-53051158E05F}"/>
          </ac:spMkLst>
        </pc:spChg>
        <pc:spChg chg="mod topLvl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58" creationId="{6D26B250-EF35-597E-638F-3843A3036569}"/>
          </ac:spMkLst>
        </pc:spChg>
        <pc:spChg chg="mod topLvl">
          <ac:chgData name="Kannepamula Mahesh Babu" userId="391c5b16-0897-4eca-a028-a97f935a3bd2" providerId="ADAL" clId="{9E3353FE-7EFD-4D1F-85AC-2D3001641A94}" dt="2026-06-29T05:28:04.690" v="1435" actId="164"/>
          <ac:spMkLst>
            <pc:docMk/>
            <pc:sldMk cId="6189717" sldId="2076137766"/>
            <ac:spMk id="60" creationId="{A96653B3-6D0B-3AEF-B202-80DAF86E06E0}"/>
          </ac:spMkLst>
        </pc:spChg>
        <pc:spChg chg="mod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62" creationId="{D0CC8C17-2BED-668D-F0BA-FC1BE3987424}"/>
          </ac:spMkLst>
        </pc:spChg>
        <pc:spChg chg="mod topLvl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64" creationId="{28DFE0D3-3C06-2338-15FD-0B32BA315DD4}"/>
          </ac:spMkLst>
        </pc:spChg>
        <pc:spChg chg="add mod topLvl">
          <ac:chgData name="Kannepamula Mahesh Babu" userId="391c5b16-0897-4eca-a028-a97f935a3bd2" providerId="ADAL" clId="{9E3353FE-7EFD-4D1F-85AC-2D3001641A94}" dt="2026-06-29T11:37:23.732" v="4778" actId="554"/>
          <ac:spMkLst>
            <pc:docMk/>
            <pc:sldMk cId="6189717" sldId="2076137766"/>
            <ac:spMk id="66" creationId="{8028A0DE-3D48-49B3-A430-D8CC1908FA67}"/>
          </ac:spMkLst>
        </pc:spChg>
        <pc:spChg chg="mod topLvl">
          <ac:chgData name="Kannepamula Mahesh Babu" userId="391c5b16-0897-4eca-a028-a97f935a3bd2" providerId="ADAL" clId="{9E3353FE-7EFD-4D1F-85AC-2D3001641A94}" dt="2026-06-29T11:37:23.732" v="4778" actId="554"/>
          <ac:spMkLst>
            <pc:docMk/>
            <pc:sldMk cId="6189717" sldId="2076137766"/>
            <ac:spMk id="68" creationId="{8333CCAE-98A3-0FA4-D234-241B6E494575}"/>
          </ac:spMkLst>
        </pc:spChg>
        <pc:spChg chg="mod topLvl">
          <ac:chgData name="Kannepamula Mahesh Babu" userId="391c5b16-0897-4eca-a028-a97f935a3bd2" providerId="ADAL" clId="{9E3353FE-7EFD-4D1F-85AC-2D3001641A94}" dt="2026-06-29T11:37:23.732" v="4778" actId="554"/>
          <ac:spMkLst>
            <pc:docMk/>
            <pc:sldMk cId="6189717" sldId="2076137766"/>
            <ac:spMk id="70" creationId="{4FFB0D39-A68B-A7C7-6373-21C22B08846C}"/>
          </ac:spMkLst>
        </pc:spChg>
        <pc:spChg chg="add mod">
          <ac:chgData name="Kannepamula Mahesh Babu" userId="391c5b16-0897-4eca-a028-a97f935a3bd2" providerId="ADAL" clId="{9E3353FE-7EFD-4D1F-85AC-2D3001641A94}" dt="2026-06-29T06:03:59.955" v="1866" actId="207"/>
          <ac:spMkLst>
            <pc:docMk/>
            <pc:sldMk cId="6189717" sldId="2076137766"/>
            <ac:spMk id="81" creationId="{03EF4788-36D1-C3C0-27BC-710EA3071859}"/>
          </ac:spMkLst>
        </pc:spChg>
        <pc:spChg chg="add mod">
          <ac:chgData name="Kannepamula Mahesh Babu" userId="391c5b16-0897-4eca-a028-a97f935a3bd2" providerId="ADAL" clId="{9E3353FE-7EFD-4D1F-85AC-2D3001641A94}" dt="2026-06-29T05:27:58.577" v="1434" actId="164"/>
          <ac:spMkLst>
            <pc:docMk/>
            <pc:sldMk cId="6189717" sldId="2076137766"/>
            <ac:spMk id="82" creationId="{4947282F-5910-C357-AD30-C8539FEB8429}"/>
          </ac:spMkLst>
        </pc:spChg>
        <pc:spChg chg="add mod">
          <ac:chgData name="Kannepamula Mahesh Babu" userId="391c5b16-0897-4eca-a028-a97f935a3bd2" providerId="ADAL" clId="{9E3353FE-7EFD-4D1F-85AC-2D3001641A94}" dt="2026-06-29T05:27:58.577" v="1434" actId="164"/>
          <ac:spMkLst>
            <pc:docMk/>
            <pc:sldMk cId="6189717" sldId="2076137766"/>
            <ac:spMk id="83" creationId="{CCB8F618-B2D2-615A-5AD6-100B2751034B}"/>
          </ac:spMkLst>
        </pc:spChg>
        <pc:grpChg chg="add mod">
          <ac:chgData name="Kannepamula Mahesh Babu" userId="391c5b16-0897-4eca-a028-a97f935a3bd2" providerId="ADAL" clId="{9E3353FE-7EFD-4D1F-85AC-2D3001641A94}" dt="2026-06-29T05:28:39.666" v="1441" actId="164"/>
          <ac:grpSpMkLst>
            <pc:docMk/>
            <pc:sldMk cId="6189717" sldId="2076137766"/>
            <ac:grpSpMk id="84" creationId="{D4E66089-FF5D-89C7-AEA3-266969E097B2}"/>
          </ac:grpSpMkLst>
        </pc:grpChg>
        <pc:grpChg chg="add mod">
          <ac:chgData name="Kannepamula Mahesh Babu" userId="391c5b16-0897-4eca-a028-a97f935a3bd2" providerId="ADAL" clId="{9E3353FE-7EFD-4D1F-85AC-2D3001641A94}" dt="2026-06-29T05:28:39.666" v="1441" actId="164"/>
          <ac:grpSpMkLst>
            <pc:docMk/>
            <pc:sldMk cId="6189717" sldId="2076137766"/>
            <ac:grpSpMk id="85" creationId="{587F4DFC-E15A-8939-A18D-62B4B6B78F83}"/>
          </ac:grpSpMkLst>
        </pc:grpChg>
        <pc:grpChg chg="add mod">
          <ac:chgData name="Kannepamula Mahesh Babu" userId="391c5b16-0897-4eca-a028-a97f935a3bd2" providerId="ADAL" clId="{9E3353FE-7EFD-4D1F-85AC-2D3001641A94}" dt="2026-06-29T05:28:39.666" v="1441" actId="164"/>
          <ac:grpSpMkLst>
            <pc:docMk/>
            <pc:sldMk cId="6189717" sldId="2076137766"/>
            <ac:grpSpMk id="86" creationId="{27E5A3F0-8948-B61E-1123-BF75A6AEDC23}"/>
          </ac:grpSpMkLst>
        </pc:grpChg>
        <pc:grpChg chg="add mod">
          <ac:chgData name="Kannepamula Mahesh Babu" userId="391c5b16-0897-4eca-a028-a97f935a3bd2" providerId="ADAL" clId="{9E3353FE-7EFD-4D1F-85AC-2D3001641A94}" dt="2026-06-29T05:28:39.666" v="1441" actId="164"/>
          <ac:grpSpMkLst>
            <pc:docMk/>
            <pc:sldMk cId="6189717" sldId="2076137766"/>
            <ac:grpSpMk id="87" creationId="{73427FBD-C0B8-0B14-05E7-3769941A70E8}"/>
          </ac:grpSpMkLst>
        </pc:grpChg>
        <pc:grpChg chg="add mod">
          <ac:chgData name="Kannepamula Mahesh Babu" userId="391c5b16-0897-4eca-a028-a97f935a3bd2" providerId="ADAL" clId="{9E3353FE-7EFD-4D1F-85AC-2D3001641A94}" dt="2026-06-29T05:28:39.666" v="1441" actId="164"/>
          <ac:grpSpMkLst>
            <pc:docMk/>
            <pc:sldMk cId="6189717" sldId="2076137766"/>
            <ac:grpSpMk id="88" creationId="{1A7D53C9-4946-7076-AD42-090AD5EFE117}"/>
          </ac:grpSpMkLst>
        </pc:grpChg>
        <pc:picChg chg="mod">
          <ac:chgData name="Kannepamula Mahesh Babu" userId="391c5b16-0897-4eca-a028-a97f935a3bd2" providerId="ADAL" clId="{9E3353FE-7EFD-4D1F-85AC-2D3001641A94}" dt="2026-06-29T11:36:33.262" v="4769" actId="207"/>
          <ac:picMkLst>
            <pc:docMk/>
            <pc:sldMk cId="6189717" sldId="2076137766"/>
            <ac:picMk id="22" creationId="{65DD1BEF-09EF-B777-759F-9C684959A496}"/>
          </ac:picMkLst>
        </pc:picChg>
        <pc:picChg chg="mod">
          <ac:chgData name="Kannepamula Mahesh Babu" userId="391c5b16-0897-4eca-a028-a97f935a3bd2" providerId="ADAL" clId="{9E3353FE-7EFD-4D1F-85AC-2D3001641A94}" dt="2026-06-29T11:36:56.956" v="4776" actId="12788"/>
          <ac:picMkLst>
            <pc:docMk/>
            <pc:sldMk cId="6189717" sldId="2076137766"/>
            <ac:picMk id="23" creationId="{03B77201-E27B-209D-4CD4-37CB5D690A1C}"/>
          </ac:picMkLst>
        </pc:picChg>
        <pc:picChg chg="mod">
          <ac:chgData name="Kannepamula Mahesh Babu" userId="391c5b16-0897-4eca-a028-a97f935a3bd2" providerId="ADAL" clId="{9E3353FE-7EFD-4D1F-85AC-2D3001641A94}" dt="2026-06-29T11:36:49.046" v="4775" actId="12788"/>
          <ac:picMkLst>
            <pc:docMk/>
            <pc:sldMk cId="6189717" sldId="2076137766"/>
            <ac:picMk id="24" creationId="{11BB62BA-18EF-B006-8F2B-05E9837B60AB}"/>
          </ac:picMkLst>
        </pc:picChg>
        <pc:picChg chg="mod">
          <ac:chgData name="Kannepamula Mahesh Babu" userId="391c5b16-0897-4eca-a028-a97f935a3bd2" providerId="ADAL" clId="{9E3353FE-7EFD-4D1F-85AC-2D3001641A94}" dt="2026-06-29T11:36:38.993" v="4772" actId="207"/>
          <ac:picMkLst>
            <pc:docMk/>
            <pc:sldMk cId="6189717" sldId="2076137766"/>
            <ac:picMk id="25" creationId="{4D60966A-E56A-E356-D597-018878EE43B4}"/>
          </ac:picMkLst>
        </pc:picChg>
        <pc:picChg chg="mod">
          <ac:chgData name="Kannepamula Mahesh Babu" userId="391c5b16-0897-4eca-a028-a97f935a3bd2" providerId="ADAL" clId="{9E3353FE-7EFD-4D1F-85AC-2D3001641A94}" dt="2026-06-29T11:37:02.694" v="4777" actId="12788"/>
          <ac:picMkLst>
            <pc:docMk/>
            <pc:sldMk cId="6189717" sldId="2076137766"/>
            <ac:picMk id="26" creationId="{2017E7C0-D0AF-61C9-A1F7-2DEE905575B5}"/>
          </ac:picMkLst>
        </pc:picChg>
        <pc:picChg chg="add mod">
          <ac:chgData name="Kannepamula Mahesh Babu" userId="391c5b16-0897-4eca-a028-a97f935a3bd2" providerId="ADAL" clId="{9E3353FE-7EFD-4D1F-85AC-2D3001641A94}" dt="2026-06-29T11:34:51.515" v="4764" actId="12788"/>
          <ac:picMkLst>
            <pc:docMk/>
            <pc:sldMk cId="6189717" sldId="2076137766"/>
            <ac:picMk id="59" creationId="{E736F73F-673E-6464-8D10-1EFDC3623AF1}"/>
          </ac:picMkLst>
        </pc:picChg>
        <pc:picChg chg="add mod">
          <ac:chgData name="Kannepamula Mahesh Babu" userId="391c5b16-0897-4eca-a028-a97f935a3bd2" providerId="ADAL" clId="{9E3353FE-7EFD-4D1F-85AC-2D3001641A94}" dt="2026-06-29T11:34:48.493" v="4763" actId="12788"/>
          <ac:picMkLst>
            <pc:docMk/>
            <pc:sldMk cId="6189717" sldId="2076137766"/>
            <ac:picMk id="63" creationId="{C3EF7C87-648B-7A78-0B0E-CFF730B56F4E}"/>
          </ac:picMkLst>
        </pc:picChg>
        <pc:picChg chg="add mod">
          <ac:chgData name="Kannepamula Mahesh Babu" userId="391c5b16-0897-4eca-a028-a97f935a3bd2" providerId="ADAL" clId="{9E3353FE-7EFD-4D1F-85AC-2D3001641A94}" dt="2026-06-29T11:34:45.670" v="4762" actId="12788"/>
          <ac:picMkLst>
            <pc:docMk/>
            <pc:sldMk cId="6189717" sldId="2076137766"/>
            <ac:picMk id="72" creationId="{93E8C227-C6D1-9A09-AF3B-DFEC59C0A6E5}"/>
          </ac:picMkLst>
        </pc:picChg>
        <pc:picChg chg="add mod">
          <ac:chgData name="Kannepamula Mahesh Babu" userId="391c5b16-0897-4eca-a028-a97f935a3bd2" providerId="ADAL" clId="{9E3353FE-7EFD-4D1F-85AC-2D3001641A94}" dt="2026-06-29T11:34:42.830" v="4761" actId="12788"/>
          <ac:picMkLst>
            <pc:docMk/>
            <pc:sldMk cId="6189717" sldId="2076137766"/>
            <ac:picMk id="74" creationId="{61CC88B2-2070-FE6E-8B92-5AAF51BD8357}"/>
          </ac:picMkLst>
        </pc:picChg>
        <pc:picChg chg="add mod">
          <ac:chgData name="Kannepamula Mahesh Babu" userId="391c5b16-0897-4eca-a028-a97f935a3bd2" providerId="ADAL" clId="{9E3353FE-7EFD-4D1F-85AC-2D3001641A94}" dt="2026-06-29T11:34:39.922" v="4760" actId="12788"/>
          <ac:picMkLst>
            <pc:docMk/>
            <pc:sldMk cId="6189717" sldId="2076137766"/>
            <ac:picMk id="76" creationId="{F8DB211B-683B-1A62-7CFE-CD718F50E090}"/>
          </ac:picMkLst>
        </pc:picChg>
        <pc:cxnChg chg="mod">
          <ac:chgData name="Kannepamula Mahesh Babu" userId="391c5b16-0897-4eca-a028-a97f935a3bd2" providerId="ADAL" clId="{9E3353FE-7EFD-4D1F-85AC-2D3001641A94}" dt="2026-06-29T10:45:17.939" v="4232" actId="208"/>
          <ac:cxnSpMkLst>
            <pc:docMk/>
            <pc:sldMk cId="6189717" sldId="2076137766"/>
            <ac:cxnSpMk id="32" creationId="{C7E60B1B-0380-31B9-4F37-5DCCA04E40DF}"/>
          </ac:cxnSpMkLst>
        </pc:cxnChg>
        <pc:cxnChg chg="mod">
          <ac:chgData name="Kannepamula Mahesh Babu" userId="391c5b16-0897-4eca-a028-a97f935a3bd2" providerId="ADAL" clId="{9E3353FE-7EFD-4D1F-85AC-2D3001641A94}" dt="2026-06-29T10:45:17.939" v="4232" actId="208"/>
          <ac:cxnSpMkLst>
            <pc:docMk/>
            <pc:sldMk cId="6189717" sldId="2076137766"/>
            <ac:cxnSpMk id="35" creationId="{DBA49DDF-6BE0-6A45-A093-402794885EC0}"/>
          </ac:cxnSpMkLst>
        </pc:cxnChg>
        <pc:cxnChg chg="mod">
          <ac:chgData name="Kannepamula Mahesh Babu" userId="391c5b16-0897-4eca-a028-a97f935a3bd2" providerId="ADAL" clId="{9E3353FE-7EFD-4D1F-85AC-2D3001641A94}" dt="2026-06-29T10:45:17.939" v="4232" actId="208"/>
          <ac:cxnSpMkLst>
            <pc:docMk/>
            <pc:sldMk cId="6189717" sldId="2076137766"/>
            <ac:cxnSpMk id="36" creationId="{2CD868BD-6E2D-1424-7718-9363A37E75E1}"/>
          </ac:cxnSpMkLst>
        </pc:cxnChg>
        <pc:cxnChg chg="add mod">
          <ac:chgData name="Kannepamula Mahesh Babu" userId="391c5b16-0897-4eca-a028-a97f935a3bd2" providerId="ADAL" clId="{9E3353FE-7EFD-4D1F-85AC-2D3001641A94}" dt="2026-06-29T10:45:17.939" v="4232" actId="208"/>
          <ac:cxnSpMkLst>
            <pc:docMk/>
            <pc:sldMk cId="6189717" sldId="2076137766"/>
            <ac:cxnSpMk id="77" creationId="{0153CC4C-9279-0A0F-A4E8-778A8567CA55}"/>
          </ac:cxnSpMkLst>
        </pc:cxnChg>
        <pc:cxnChg chg="add mod">
          <ac:chgData name="Kannepamula Mahesh Babu" userId="391c5b16-0897-4eca-a028-a97f935a3bd2" providerId="ADAL" clId="{9E3353FE-7EFD-4D1F-85AC-2D3001641A94}" dt="2026-06-29T10:45:17.939" v="4232" actId="208"/>
          <ac:cxnSpMkLst>
            <pc:docMk/>
            <pc:sldMk cId="6189717" sldId="2076137766"/>
            <ac:cxnSpMk id="78" creationId="{317CB3B4-20D1-04F7-CF8F-8BC9CC3867DE}"/>
          </ac:cxnSpMkLst>
        </pc:cxnChg>
      </pc:sldChg>
      <pc:sldChg chg="addSp delSp modSp mod modClrScheme chgLayout">
        <pc:chgData name="Kannepamula Mahesh Babu" userId="391c5b16-0897-4eca-a028-a97f935a3bd2" providerId="ADAL" clId="{9E3353FE-7EFD-4D1F-85AC-2D3001641A94}" dt="2026-07-10T15:32:59.899" v="9062" actId="12788"/>
        <pc:sldMkLst>
          <pc:docMk/>
          <pc:sldMk cId="2640688575" sldId="2076137767"/>
        </pc:sldMkLst>
        <pc:spChg chg="mod ord">
          <ac:chgData name="Kannepamula Mahesh Babu" userId="391c5b16-0897-4eca-a028-a97f935a3bd2" providerId="ADAL" clId="{9E3353FE-7EFD-4D1F-85AC-2D3001641A94}" dt="2026-07-10T14:34:17.212" v="8574" actId="113"/>
          <ac:spMkLst>
            <pc:docMk/>
            <pc:sldMk cId="2640688575" sldId="2076137767"/>
            <ac:spMk id="2" creationId="{AC0D0FBC-336A-FAA2-BBB8-829F6310FE70}"/>
          </ac:spMkLst>
        </pc:spChg>
        <pc:spChg chg="mod ord">
          <ac:chgData name="Kannepamula Mahesh Babu" userId="391c5b16-0897-4eca-a028-a97f935a3bd2" providerId="ADAL" clId="{9E3353FE-7EFD-4D1F-85AC-2D3001641A94}" dt="2026-07-10T14:34:08.103" v="8572" actId="6264"/>
          <ac:spMkLst>
            <pc:docMk/>
            <pc:sldMk cId="2640688575" sldId="2076137767"/>
            <ac:spMk id="3" creationId="{95C14383-52D7-50BE-E25D-64D694F0B1F5}"/>
          </ac:spMkLst>
        </pc:spChg>
        <pc:spChg chg="mod ord">
          <ac:chgData name="Kannepamula Mahesh Babu" userId="391c5b16-0897-4eca-a028-a97f935a3bd2" providerId="ADAL" clId="{9E3353FE-7EFD-4D1F-85AC-2D3001641A94}" dt="2026-07-10T14:34:08.103" v="8572" actId="6264"/>
          <ac:spMkLst>
            <pc:docMk/>
            <pc:sldMk cId="2640688575" sldId="2076137767"/>
            <ac:spMk id="4" creationId="{5E6CF0A3-963C-783C-8C74-4A07C0B5FB30}"/>
          </ac:spMkLst>
        </pc:spChg>
        <pc:spChg chg="mod">
          <ac:chgData name="Kannepamula Mahesh Babu" userId="391c5b16-0897-4eca-a028-a97f935a3bd2" providerId="ADAL" clId="{9E3353FE-7EFD-4D1F-85AC-2D3001641A94}" dt="2026-07-10T14:34:31.026" v="8578" actId="1076"/>
          <ac:spMkLst>
            <pc:docMk/>
            <pc:sldMk cId="2640688575" sldId="2076137767"/>
            <ac:spMk id="6" creationId="{F1FA2FCA-8368-93B5-FFCA-017C5346201F}"/>
          </ac:spMkLst>
        </pc:spChg>
        <pc:spChg chg="mod">
          <ac:chgData name="Kannepamula Mahesh Babu" userId="391c5b16-0897-4eca-a028-a97f935a3bd2" providerId="ADAL" clId="{9E3353FE-7EFD-4D1F-85AC-2D3001641A94}" dt="2026-07-10T14:34:30.714" v="8577" actId="1076"/>
          <ac:spMkLst>
            <pc:docMk/>
            <pc:sldMk cId="2640688575" sldId="2076137767"/>
            <ac:spMk id="8" creationId="{FBEDAB8B-5942-6E73-2AD6-7E12938B0507}"/>
          </ac:spMkLst>
        </pc:spChg>
        <pc:spChg chg="mod">
          <ac:chgData name="Kannepamula Mahesh Babu" userId="391c5b16-0897-4eca-a028-a97f935a3bd2" providerId="ADAL" clId="{9E3353FE-7EFD-4D1F-85AC-2D3001641A94}" dt="2026-07-10T15:32:55.494" v="9061" actId="552"/>
          <ac:spMkLst>
            <pc:docMk/>
            <pc:sldMk cId="2640688575" sldId="2076137767"/>
            <ac:spMk id="16" creationId="{425FC7BF-C3FF-30F7-25E0-9FED79CE89D7}"/>
          </ac:spMkLst>
        </pc:spChg>
        <pc:spChg chg="mod">
          <ac:chgData name="Kannepamula Mahesh Babu" userId="391c5b16-0897-4eca-a028-a97f935a3bd2" providerId="ADAL" clId="{9E3353FE-7EFD-4D1F-85AC-2D3001641A94}" dt="2026-07-10T15:32:55.494" v="9061" actId="552"/>
          <ac:spMkLst>
            <pc:docMk/>
            <pc:sldMk cId="2640688575" sldId="2076137767"/>
            <ac:spMk id="17" creationId="{C2B539B3-3630-6B89-E146-D82061CADF10}"/>
          </ac:spMkLst>
        </pc:spChg>
        <pc:spChg chg="mod">
          <ac:chgData name="Kannepamula Mahesh Babu" userId="391c5b16-0897-4eca-a028-a97f935a3bd2" providerId="ADAL" clId="{9E3353FE-7EFD-4D1F-85AC-2D3001641A94}" dt="2026-07-10T15:32:55.494" v="9061" actId="552"/>
          <ac:spMkLst>
            <pc:docMk/>
            <pc:sldMk cId="2640688575" sldId="2076137767"/>
            <ac:spMk id="18" creationId="{861A530C-C5E7-C89E-BE11-5C0F48F4FC6B}"/>
          </ac:spMkLst>
        </pc:spChg>
        <pc:spChg chg="mod">
          <ac:chgData name="Kannepamula Mahesh Babu" userId="391c5b16-0897-4eca-a028-a97f935a3bd2" providerId="ADAL" clId="{9E3353FE-7EFD-4D1F-85AC-2D3001641A94}" dt="2026-07-10T15:32:55.494" v="9061" actId="552"/>
          <ac:spMkLst>
            <pc:docMk/>
            <pc:sldMk cId="2640688575" sldId="2076137767"/>
            <ac:spMk id="19" creationId="{1A6FD3F3-C7AD-CBF5-28E1-5DCA59339084}"/>
          </ac:spMkLst>
        </pc:spChg>
        <pc:spChg chg="mod">
          <ac:chgData name="Kannepamula Mahesh Babu" userId="391c5b16-0897-4eca-a028-a97f935a3bd2" providerId="ADAL" clId="{9E3353FE-7EFD-4D1F-85AC-2D3001641A94}" dt="2026-07-10T15:32:55.494" v="9061" actId="552"/>
          <ac:spMkLst>
            <pc:docMk/>
            <pc:sldMk cId="2640688575" sldId="2076137767"/>
            <ac:spMk id="20" creationId="{62045135-39E2-B5D8-329D-9FCB0AC629A8}"/>
          </ac:spMkLst>
        </pc:spChg>
        <pc:spChg chg="mod">
          <ac:chgData name="Kannepamula Mahesh Babu" userId="391c5b16-0897-4eca-a028-a97f935a3bd2" providerId="ADAL" clId="{9E3353FE-7EFD-4D1F-85AC-2D3001641A94}" dt="2026-07-10T15:32:59.899" v="9062" actId="12788"/>
          <ac:spMkLst>
            <pc:docMk/>
            <pc:sldMk cId="2640688575" sldId="2076137767"/>
            <ac:spMk id="46" creationId="{89753100-950A-6E90-B3A1-7BF8F2BDA3DB}"/>
          </ac:spMkLst>
        </pc:spChg>
        <pc:spChg chg="mod">
          <ac:chgData name="Kannepamula Mahesh Babu" userId="391c5b16-0897-4eca-a028-a97f935a3bd2" providerId="ADAL" clId="{9E3353FE-7EFD-4D1F-85AC-2D3001641A94}" dt="2026-07-10T15:32:59.899" v="9062" actId="12788"/>
          <ac:spMkLst>
            <pc:docMk/>
            <pc:sldMk cId="2640688575" sldId="2076137767"/>
            <ac:spMk id="47" creationId="{052969B4-678D-CD91-610E-AC9242EEBC43}"/>
          </ac:spMkLst>
        </pc:spChg>
        <pc:spChg chg="mod">
          <ac:chgData name="Kannepamula Mahesh Babu" userId="391c5b16-0897-4eca-a028-a97f935a3bd2" providerId="ADAL" clId="{9E3353FE-7EFD-4D1F-85AC-2D3001641A94}" dt="2026-07-10T15:32:59.899" v="9062" actId="12788"/>
          <ac:spMkLst>
            <pc:docMk/>
            <pc:sldMk cId="2640688575" sldId="2076137767"/>
            <ac:spMk id="48" creationId="{02C40B33-1805-EEBF-BF74-8D4A0F15C510}"/>
          </ac:spMkLst>
        </pc:spChg>
        <pc:spChg chg="mod">
          <ac:chgData name="Kannepamula Mahesh Babu" userId="391c5b16-0897-4eca-a028-a97f935a3bd2" providerId="ADAL" clId="{9E3353FE-7EFD-4D1F-85AC-2D3001641A94}" dt="2026-07-10T15:32:59.899" v="9062" actId="12788"/>
          <ac:spMkLst>
            <pc:docMk/>
            <pc:sldMk cId="2640688575" sldId="2076137767"/>
            <ac:spMk id="49" creationId="{E57B67AD-A64E-AB12-709E-120765403DB8}"/>
          </ac:spMkLst>
        </pc:spChg>
        <pc:spChg chg="mod">
          <ac:chgData name="Kannepamula Mahesh Babu" userId="391c5b16-0897-4eca-a028-a97f935a3bd2" providerId="ADAL" clId="{9E3353FE-7EFD-4D1F-85AC-2D3001641A94}" dt="2026-07-10T15:32:59.899" v="9062" actId="12788"/>
          <ac:spMkLst>
            <pc:docMk/>
            <pc:sldMk cId="2640688575" sldId="2076137767"/>
            <ac:spMk id="50" creationId="{CF74CCA9-01A0-DF2D-0750-2F4CFF301D56}"/>
          </ac:spMkLst>
        </pc:spChg>
        <pc:picChg chg="mod">
          <ac:chgData name="Kannepamula Mahesh Babu" userId="391c5b16-0897-4eca-a028-a97f935a3bd2" providerId="ADAL" clId="{9E3353FE-7EFD-4D1F-85AC-2D3001641A94}" dt="2026-07-10T15:32:59.899" v="9062" actId="12788"/>
          <ac:picMkLst>
            <pc:docMk/>
            <pc:sldMk cId="2640688575" sldId="2076137767"/>
            <ac:picMk id="56" creationId="{30274562-095E-1B50-AD91-FA1AF54CC0EC}"/>
          </ac:picMkLst>
        </pc:picChg>
        <pc:picChg chg="mod">
          <ac:chgData name="Kannepamula Mahesh Babu" userId="391c5b16-0897-4eca-a028-a97f935a3bd2" providerId="ADAL" clId="{9E3353FE-7EFD-4D1F-85AC-2D3001641A94}" dt="2026-07-10T15:32:59.899" v="9062" actId="12788"/>
          <ac:picMkLst>
            <pc:docMk/>
            <pc:sldMk cId="2640688575" sldId="2076137767"/>
            <ac:picMk id="57" creationId="{EE0A8A1E-C793-DF7F-82FA-74A708A79409}"/>
          </ac:picMkLst>
        </pc:picChg>
        <pc:picChg chg="mod">
          <ac:chgData name="Kannepamula Mahesh Babu" userId="391c5b16-0897-4eca-a028-a97f935a3bd2" providerId="ADAL" clId="{9E3353FE-7EFD-4D1F-85AC-2D3001641A94}" dt="2026-07-10T15:32:59.899" v="9062" actId="12788"/>
          <ac:picMkLst>
            <pc:docMk/>
            <pc:sldMk cId="2640688575" sldId="2076137767"/>
            <ac:picMk id="58" creationId="{5DD23A86-D386-B613-5CBB-93C12DACB1D2}"/>
          </ac:picMkLst>
        </pc:picChg>
        <pc:picChg chg="mod">
          <ac:chgData name="Kannepamula Mahesh Babu" userId="391c5b16-0897-4eca-a028-a97f935a3bd2" providerId="ADAL" clId="{9E3353FE-7EFD-4D1F-85AC-2D3001641A94}" dt="2026-07-10T15:32:59.899" v="9062" actId="12788"/>
          <ac:picMkLst>
            <pc:docMk/>
            <pc:sldMk cId="2640688575" sldId="2076137767"/>
            <ac:picMk id="59" creationId="{393A3643-14AF-1F85-90AB-6614518FCFDD}"/>
          </ac:picMkLst>
        </pc:picChg>
        <pc:picChg chg="mod">
          <ac:chgData name="Kannepamula Mahesh Babu" userId="391c5b16-0897-4eca-a028-a97f935a3bd2" providerId="ADAL" clId="{9E3353FE-7EFD-4D1F-85AC-2D3001641A94}" dt="2026-07-10T15:32:59.899" v="9062" actId="12788"/>
          <ac:picMkLst>
            <pc:docMk/>
            <pc:sldMk cId="2640688575" sldId="2076137767"/>
            <ac:picMk id="60" creationId="{DC968BA6-F969-EE4E-3A67-B67EF40FFCA3}"/>
          </ac:picMkLst>
        </pc:picChg>
      </pc:sldChg>
      <pc:sldChg chg="addSp delSp modSp new mod">
        <pc:chgData name="Kannepamula Mahesh Babu" userId="391c5b16-0897-4eca-a028-a97f935a3bd2" providerId="ADAL" clId="{9E3353FE-7EFD-4D1F-85AC-2D3001641A94}" dt="2026-06-29T11:39:02.819" v="4805"/>
        <pc:sldMkLst>
          <pc:docMk/>
          <pc:sldMk cId="4221204706" sldId="2076137769"/>
        </pc:sldMkLst>
        <pc:spChg chg="mod">
          <ac:chgData name="Kannepamula Mahesh Babu" userId="391c5b16-0897-4eca-a028-a97f935a3bd2" providerId="ADAL" clId="{9E3353FE-7EFD-4D1F-85AC-2D3001641A94}" dt="2026-06-29T06:31:58.753" v="2015" actId="20577"/>
          <ac:spMkLst>
            <pc:docMk/>
            <pc:sldMk cId="4221204706" sldId="2076137769"/>
            <ac:spMk id="2" creationId="{4E7F04BB-4FE3-7AC9-1A31-9CC7DA723999}"/>
          </ac:spMkLst>
        </pc:spChg>
        <pc:spChg chg="add mod">
          <ac:chgData name="Kannepamula Mahesh Babu" userId="391c5b16-0897-4eca-a028-a97f935a3bd2" providerId="ADAL" clId="{9E3353FE-7EFD-4D1F-85AC-2D3001641A94}" dt="2026-06-29T06:33:44.683" v="2026"/>
          <ac:spMkLst>
            <pc:docMk/>
            <pc:sldMk cId="4221204706" sldId="2076137769"/>
            <ac:spMk id="6" creationId="{B0B55B44-DDB3-D277-3874-57DBA2392336}"/>
          </ac:spMkLst>
        </pc:spChg>
        <pc:spChg chg="add mod ord topLvl">
          <ac:chgData name="Kannepamula Mahesh Babu" userId="391c5b16-0897-4eca-a028-a97f935a3bd2" providerId="ADAL" clId="{9E3353FE-7EFD-4D1F-85AC-2D3001641A94}" dt="2026-06-29T06:59:27.331" v="2331" actId="12788"/>
          <ac:spMkLst>
            <pc:docMk/>
            <pc:sldMk cId="4221204706" sldId="2076137769"/>
            <ac:spMk id="8" creationId="{8E689D79-C0D9-A96C-D77E-2B8B43102C12}"/>
          </ac:spMkLst>
        </pc:spChg>
        <pc:spChg chg="add mod ord topLvl">
          <ac:chgData name="Kannepamula Mahesh Babu" userId="391c5b16-0897-4eca-a028-a97f935a3bd2" providerId="ADAL" clId="{9E3353FE-7EFD-4D1F-85AC-2D3001641A94}" dt="2026-06-29T06:59:15.930" v="2328" actId="12788"/>
          <ac:spMkLst>
            <pc:docMk/>
            <pc:sldMk cId="4221204706" sldId="2076137769"/>
            <ac:spMk id="9" creationId="{1CE80BDF-F0D8-D720-9A93-70042D3EE8EE}"/>
          </ac:spMkLst>
        </pc:spChg>
        <pc:spChg chg="add mod ord topLvl">
          <ac:chgData name="Kannepamula Mahesh Babu" userId="391c5b16-0897-4eca-a028-a97f935a3bd2" providerId="ADAL" clId="{9E3353FE-7EFD-4D1F-85AC-2D3001641A94}" dt="2026-06-29T06:59:20.173" v="2329" actId="12788"/>
          <ac:spMkLst>
            <pc:docMk/>
            <pc:sldMk cId="4221204706" sldId="2076137769"/>
            <ac:spMk id="10" creationId="{22661D1A-0F06-1E6E-854E-CB3F294CA1FB}"/>
          </ac:spMkLst>
        </pc:spChg>
        <pc:spChg chg="add mod topLvl">
          <ac:chgData name="Kannepamula Mahesh Babu" userId="391c5b16-0897-4eca-a028-a97f935a3bd2" providerId="ADAL" clId="{9E3353FE-7EFD-4D1F-85AC-2D3001641A94}" dt="2026-06-29T06:59:23.482" v="2330" actId="12788"/>
          <ac:spMkLst>
            <pc:docMk/>
            <pc:sldMk cId="4221204706" sldId="2076137769"/>
            <ac:spMk id="11" creationId="{5F6AA195-BA1E-78A5-5B71-4F01080ED7D5}"/>
          </ac:spMkLst>
        </pc:spChg>
        <pc:spChg chg="add mod topLvl">
          <ac:chgData name="Kannepamula Mahesh Babu" userId="391c5b16-0897-4eca-a028-a97f935a3bd2" providerId="ADAL" clId="{9E3353FE-7EFD-4D1F-85AC-2D3001641A94}" dt="2026-06-29T06:58:16.858" v="2307" actId="165"/>
          <ac:spMkLst>
            <pc:docMk/>
            <pc:sldMk cId="4221204706" sldId="2076137769"/>
            <ac:spMk id="14" creationId="{14B3171C-2EE3-3286-92CE-D688BECF58D2}"/>
          </ac:spMkLst>
        </pc:spChg>
        <pc:spChg chg="add mod topLvl">
          <ac:chgData name="Kannepamula Mahesh Babu" userId="391c5b16-0897-4eca-a028-a97f935a3bd2" providerId="ADAL" clId="{9E3353FE-7EFD-4D1F-85AC-2D3001641A94}" dt="2026-06-29T06:58:16.858" v="2307" actId="165"/>
          <ac:spMkLst>
            <pc:docMk/>
            <pc:sldMk cId="4221204706" sldId="2076137769"/>
            <ac:spMk id="16" creationId="{F4BB9C5B-C71C-ED5B-675D-8806A4CED592}"/>
          </ac:spMkLst>
        </pc:spChg>
        <pc:spChg chg="add mod topLvl">
          <ac:chgData name="Kannepamula Mahesh Babu" userId="391c5b16-0897-4eca-a028-a97f935a3bd2" providerId="ADAL" clId="{9E3353FE-7EFD-4D1F-85AC-2D3001641A94}" dt="2026-06-29T10:58:03.523" v="4402" actId="313"/>
          <ac:spMkLst>
            <pc:docMk/>
            <pc:sldMk cId="4221204706" sldId="2076137769"/>
            <ac:spMk id="18" creationId="{C3DFF4FC-D040-F7EE-5236-D2590F949888}"/>
          </ac:spMkLst>
        </pc:spChg>
        <pc:spChg chg="add mod topLvl">
          <ac:chgData name="Kannepamula Mahesh Babu" userId="391c5b16-0897-4eca-a028-a97f935a3bd2" providerId="ADAL" clId="{9E3353FE-7EFD-4D1F-85AC-2D3001641A94}" dt="2026-06-29T06:58:16.858" v="2307" actId="165"/>
          <ac:spMkLst>
            <pc:docMk/>
            <pc:sldMk cId="4221204706" sldId="2076137769"/>
            <ac:spMk id="19" creationId="{F76FA983-2F65-AAB9-1CE1-41B2CBA6F4FD}"/>
          </ac:spMkLst>
        </pc:spChg>
        <pc:spChg chg="add mod ord">
          <ac:chgData name="Kannepamula Mahesh Babu" userId="391c5b16-0897-4eca-a028-a97f935a3bd2" providerId="ADAL" clId="{9E3353FE-7EFD-4D1F-85AC-2D3001641A94}" dt="2026-06-29T06:54:18.059" v="2278" actId="12789"/>
          <ac:spMkLst>
            <pc:docMk/>
            <pc:sldMk cId="4221204706" sldId="2076137769"/>
            <ac:spMk id="20" creationId="{066E3D7C-20DA-13A3-66FF-05406D5DAFB9}"/>
          </ac:spMkLst>
        </pc:spChg>
        <pc:spChg chg="add mod">
          <ac:chgData name="Kannepamula Mahesh Babu" userId="391c5b16-0897-4eca-a028-a97f935a3bd2" providerId="ADAL" clId="{9E3353FE-7EFD-4D1F-85AC-2D3001641A94}" dt="2026-06-29T11:38:56.116" v="4799" actId="12"/>
          <ac:spMkLst>
            <pc:docMk/>
            <pc:sldMk cId="4221204706" sldId="2076137769"/>
            <ac:spMk id="22" creationId="{98139A1C-6D81-C786-07EE-AF7A409BFC0F}"/>
          </ac:spMkLst>
        </pc:spChg>
        <pc:spChg chg="add mod">
          <ac:chgData name="Kannepamula Mahesh Babu" userId="391c5b16-0897-4eca-a028-a97f935a3bd2" providerId="ADAL" clId="{9E3353FE-7EFD-4D1F-85AC-2D3001641A94}" dt="2026-06-29T11:38:57.512" v="4801"/>
          <ac:spMkLst>
            <pc:docMk/>
            <pc:sldMk cId="4221204706" sldId="2076137769"/>
            <ac:spMk id="24" creationId="{22C3AE78-FC6A-0A0B-7F67-98D1865398F5}"/>
          </ac:spMkLst>
        </pc:spChg>
        <pc:spChg chg="add mod">
          <ac:chgData name="Kannepamula Mahesh Babu" userId="391c5b16-0897-4eca-a028-a97f935a3bd2" providerId="ADAL" clId="{9E3353FE-7EFD-4D1F-85AC-2D3001641A94}" dt="2026-06-29T11:39:02.819" v="4805"/>
          <ac:spMkLst>
            <pc:docMk/>
            <pc:sldMk cId="4221204706" sldId="2076137769"/>
            <ac:spMk id="25" creationId="{CE59E47F-C729-E3FB-6372-70296D0BE71D}"/>
          </ac:spMkLst>
        </pc:spChg>
        <pc:spChg chg="add mod">
          <ac:chgData name="Kannepamula Mahesh Babu" userId="391c5b16-0897-4eca-a028-a97f935a3bd2" providerId="ADAL" clId="{9E3353FE-7EFD-4D1F-85AC-2D3001641A94}" dt="2026-06-29T10:19:45.584" v="4037"/>
          <ac:spMkLst>
            <pc:docMk/>
            <pc:sldMk cId="4221204706" sldId="2076137769"/>
            <ac:spMk id="46" creationId="{B945BACF-2E3F-DE65-70E2-B77D3B17E0D2}"/>
          </ac:spMkLst>
        </pc:spChg>
        <pc:spChg chg="add mod">
          <ac:chgData name="Kannepamula Mahesh Babu" userId="391c5b16-0897-4eca-a028-a97f935a3bd2" providerId="ADAL" clId="{9E3353FE-7EFD-4D1F-85AC-2D3001641A94}" dt="2026-06-29T10:19:45.584" v="4037"/>
          <ac:spMkLst>
            <pc:docMk/>
            <pc:sldMk cId="4221204706" sldId="2076137769"/>
            <ac:spMk id="47" creationId="{A9FBE6C4-631F-7BF7-5CA4-C9CE06D8D370}"/>
          </ac:spMkLst>
        </pc:spChg>
        <pc:picChg chg="add mod">
          <ac:chgData name="Kannepamula Mahesh Babu" userId="391c5b16-0897-4eca-a028-a97f935a3bd2" providerId="ADAL" clId="{9E3353FE-7EFD-4D1F-85AC-2D3001641A94}" dt="2026-06-29T06:54:07.181" v="2275" actId="1076"/>
          <ac:picMkLst>
            <pc:docMk/>
            <pc:sldMk cId="4221204706" sldId="2076137769"/>
            <ac:picMk id="28" creationId="{7E4572B2-D3A4-6A17-7EB3-6E216E2E5B48}"/>
          </ac:picMkLst>
        </pc:picChg>
        <pc:picChg chg="add mod">
          <ac:chgData name="Kannepamula Mahesh Babu" userId="391c5b16-0897-4eca-a028-a97f935a3bd2" providerId="ADAL" clId="{9E3353FE-7EFD-4D1F-85AC-2D3001641A94}" dt="2026-06-29T06:54:07.181" v="2275" actId="1076"/>
          <ac:picMkLst>
            <pc:docMk/>
            <pc:sldMk cId="4221204706" sldId="2076137769"/>
            <ac:picMk id="30" creationId="{B18CC465-8782-9A9C-4BED-E69489C2F69A}"/>
          </ac:picMkLst>
        </pc:picChg>
        <pc:picChg chg="add mod">
          <ac:chgData name="Kannepamula Mahesh Babu" userId="391c5b16-0897-4eca-a028-a97f935a3bd2" providerId="ADAL" clId="{9E3353FE-7EFD-4D1F-85AC-2D3001641A94}" dt="2026-06-29T07:01:25.797" v="2359" actId="12789"/>
          <ac:picMkLst>
            <pc:docMk/>
            <pc:sldMk cId="4221204706" sldId="2076137769"/>
            <ac:picMk id="40" creationId="{906B5327-D1FD-5DA7-B2E3-DBED38C85FED}"/>
          </ac:picMkLst>
        </pc:picChg>
        <pc:picChg chg="add del mod">
          <ac:chgData name="Kannepamula Mahesh Babu" userId="391c5b16-0897-4eca-a028-a97f935a3bd2" providerId="ADAL" clId="{9E3353FE-7EFD-4D1F-85AC-2D3001641A94}" dt="2026-06-29T09:29:26.355" v="3779" actId="21"/>
          <ac:picMkLst>
            <pc:docMk/>
            <pc:sldMk cId="4221204706" sldId="2076137769"/>
            <ac:picMk id="41" creationId="{1DA96047-843F-07D2-A96C-22FD6BA36A53}"/>
          </ac:picMkLst>
        </pc:picChg>
        <pc:picChg chg="add mod">
          <ac:chgData name="Kannepamula Mahesh Babu" userId="391c5b16-0897-4eca-a028-a97f935a3bd2" providerId="ADAL" clId="{9E3353FE-7EFD-4D1F-85AC-2D3001641A94}" dt="2026-06-29T07:01:25.797" v="2359" actId="12789"/>
          <ac:picMkLst>
            <pc:docMk/>
            <pc:sldMk cId="4221204706" sldId="2076137769"/>
            <ac:picMk id="42" creationId="{1721301D-A8DE-39D8-4716-AE78A531A599}"/>
          </ac:picMkLst>
        </pc:picChg>
        <pc:picChg chg="add mod">
          <ac:chgData name="Kannepamula Mahesh Babu" userId="391c5b16-0897-4eca-a028-a97f935a3bd2" providerId="ADAL" clId="{9E3353FE-7EFD-4D1F-85AC-2D3001641A94}" dt="2026-06-29T07:01:25.797" v="2359" actId="12789"/>
          <ac:picMkLst>
            <pc:docMk/>
            <pc:sldMk cId="4221204706" sldId="2076137769"/>
            <ac:picMk id="44" creationId="{6CBCA2FB-088B-A25C-2FDA-961B6CC89462}"/>
          </ac:picMkLst>
        </pc:picChg>
        <pc:picChg chg="add mod">
          <ac:chgData name="Kannepamula Mahesh Babu" userId="391c5b16-0897-4eca-a028-a97f935a3bd2" providerId="ADAL" clId="{9E3353FE-7EFD-4D1F-85AC-2D3001641A94}" dt="2026-06-29T10:19:45.584" v="4037"/>
          <ac:picMkLst>
            <pc:docMk/>
            <pc:sldMk cId="4221204706" sldId="2076137769"/>
            <ac:picMk id="48" creationId="{0FFFD764-0A43-6E54-CBF4-053BA61C84AE}"/>
          </ac:picMkLst>
        </pc:picChg>
        <pc:cxnChg chg="add mod">
          <ac:chgData name="Kannepamula Mahesh Babu" userId="391c5b16-0897-4eca-a028-a97f935a3bd2" providerId="ADAL" clId="{9E3353FE-7EFD-4D1F-85AC-2D3001641A94}" dt="2026-06-29T06:54:10.427" v="2276" actId="164"/>
          <ac:cxnSpMkLst>
            <pc:docMk/>
            <pc:sldMk cId="4221204706" sldId="2076137769"/>
            <ac:cxnSpMk id="33" creationId="{8069DC8F-CDD3-BB99-A83C-4AD8CB1711FB}"/>
          </ac:cxnSpMkLst>
        </pc:cxnChg>
        <pc:cxnChg chg="add mod">
          <ac:chgData name="Kannepamula Mahesh Babu" userId="391c5b16-0897-4eca-a028-a97f935a3bd2" providerId="ADAL" clId="{9E3353FE-7EFD-4D1F-85AC-2D3001641A94}" dt="2026-06-29T06:54:10.427" v="2276" actId="164"/>
          <ac:cxnSpMkLst>
            <pc:docMk/>
            <pc:sldMk cId="4221204706" sldId="2076137769"/>
            <ac:cxnSpMk id="35" creationId="{4D6CDDA8-32FF-B75A-DCE6-68B2C4115B30}"/>
          </ac:cxnSpMkLst>
        </pc:cxnChg>
      </pc:sldChg>
      <pc:sldChg chg="addSp delSp modSp new mod modClrScheme chgLayout">
        <pc:chgData name="Kannepamula Mahesh Babu" userId="391c5b16-0897-4eca-a028-a97f935a3bd2" providerId="ADAL" clId="{9E3353FE-7EFD-4D1F-85AC-2D3001641A94}" dt="2026-06-29T12:42:01.974" v="5647" actId="207"/>
        <pc:sldMkLst>
          <pc:docMk/>
          <pc:sldMk cId="3981440326" sldId="2076137770"/>
        </pc:sldMkLst>
        <pc:spChg chg="mod ord">
          <ac:chgData name="Kannepamula Mahesh Babu" userId="391c5b16-0897-4eca-a028-a97f935a3bd2" providerId="ADAL" clId="{9E3353FE-7EFD-4D1F-85AC-2D3001641A94}" dt="2026-06-29T12:24:12.555" v="5454" actId="1076"/>
          <ac:spMkLst>
            <pc:docMk/>
            <pc:sldMk cId="3981440326" sldId="2076137770"/>
            <ac:spMk id="2" creationId="{E1F6A3A9-062E-20FB-590F-F9AA76259A9D}"/>
          </ac:spMkLst>
        </pc:spChg>
        <pc:spChg chg="mod ord">
          <ac:chgData name="Kannepamula Mahesh Babu" userId="391c5b16-0897-4eca-a028-a97f935a3bd2" providerId="ADAL" clId="{9E3353FE-7EFD-4D1F-85AC-2D3001641A94}" dt="2026-06-29T11:23:34.439" v="4697" actId="700"/>
          <ac:spMkLst>
            <pc:docMk/>
            <pc:sldMk cId="3981440326" sldId="2076137770"/>
            <ac:spMk id="3" creationId="{B44CE6FF-D670-D36A-9E98-0F707CAC9C44}"/>
          </ac:spMkLst>
        </pc:spChg>
        <pc:spChg chg="mod ord">
          <ac:chgData name="Kannepamula Mahesh Babu" userId="391c5b16-0897-4eca-a028-a97f935a3bd2" providerId="ADAL" clId="{9E3353FE-7EFD-4D1F-85AC-2D3001641A94}" dt="2026-06-29T11:23:34.439" v="4697" actId="700"/>
          <ac:spMkLst>
            <pc:docMk/>
            <pc:sldMk cId="3981440326" sldId="2076137770"/>
            <ac:spMk id="4" creationId="{016C0C0E-111D-2003-8E81-22575B19D679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6" creationId="{3DFE8A41-1933-337A-BF8A-755432913409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7" creationId="{2998120A-C0D1-BF26-7FC9-CB354AE0E604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8" creationId="{BC587974-BFF4-E398-432D-CD4FD5AA7491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9" creationId="{83FBF3F7-89A3-2237-D7C1-3AA79043683E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10" creationId="{EACFE25C-C6D4-87B9-1F49-7A33D147DFA9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11" creationId="{0577CBFA-8036-BEC4-925C-2FEC6FB8CEFC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12" creationId="{F226BF5C-0A79-EFDC-24EB-8AA4E744A6FD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13" creationId="{17A201A1-5356-D9D6-3B6D-FEC8DE770D40}"/>
          </ac:spMkLst>
        </pc:spChg>
        <pc:spChg chg="add mod topLvl">
          <ac:chgData name="Kannepamula Mahesh Babu" userId="391c5b16-0897-4eca-a028-a97f935a3bd2" providerId="ADAL" clId="{9E3353FE-7EFD-4D1F-85AC-2D3001641A94}" dt="2026-06-29T12:26:46.980" v="5489" actId="1076"/>
          <ac:spMkLst>
            <pc:docMk/>
            <pc:sldMk cId="3981440326" sldId="2076137770"/>
            <ac:spMk id="14" creationId="{75E0B58E-467D-1A41-FDEC-3E8257D8DA38}"/>
          </ac:spMkLst>
        </pc:spChg>
        <pc:spChg chg="add mod">
          <ac:chgData name="Kannepamula Mahesh Babu" userId="391c5b16-0897-4eca-a028-a97f935a3bd2" providerId="ADAL" clId="{9E3353FE-7EFD-4D1F-85AC-2D3001641A94}" dt="2026-06-29T11:43:08.652" v="4898" actId="207"/>
          <ac:spMkLst>
            <pc:docMk/>
            <pc:sldMk cId="3981440326" sldId="2076137770"/>
            <ac:spMk id="26" creationId="{A92FD058-F26C-589F-CD7E-9ABCAC3570BC}"/>
          </ac:spMkLst>
        </pc:spChg>
        <pc:spChg chg="add mod">
          <ac:chgData name="Kannepamula Mahesh Babu" userId="391c5b16-0897-4eca-a028-a97f935a3bd2" providerId="ADAL" clId="{9E3353FE-7EFD-4D1F-85AC-2D3001641A94}" dt="2026-06-29T08:00:10.391" v="2890" actId="14100"/>
          <ac:spMkLst>
            <pc:docMk/>
            <pc:sldMk cId="3981440326" sldId="2076137770"/>
            <ac:spMk id="27" creationId="{BEFD8600-6F2A-B8F5-0FEF-60F7ABC4C3E5}"/>
          </ac:spMkLst>
        </pc:spChg>
        <pc:spChg chg="add mod">
          <ac:chgData name="Kannepamula Mahesh Babu" userId="391c5b16-0897-4eca-a028-a97f935a3bd2" providerId="ADAL" clId="{9E3353FE-7EFD-4D1F-85AC-2D3001641A94}" dt="2026-06-29T07:58:50.271" v="2878" actId="1076"/>
          <ac:spMkLst>
            <pc:docMk/>
            <pc:sldMk cId="3981440326" sldId="2076137770"/>
            <ac:spMk id="28" creationId="{B1AF8E08-1B53-06C9-7FCA-A48BA9042668}"/>
          </ac:spMkLst>
        </pc:spChg>
        <pc:spChg chg="add mod">
          <ac:chgData name="Kannepamula Mahesh Babu" userId="391c5b16-0897-4eca-a028-a97f935a3bd2" providerId="ADAL" clId="{9E3353FE-7EFD-4D1F-85AC-2D3001641A94}" dt="2026-06-29T07:58:50.271" v="2878" actId="1076"/>
          <ac:spMkLst>
            <pc:docMk/>
            <pc:sldMk cId="3981440326" sldId="2076137770"/>
            <ac:spMk id="29" creationId="{8481396C-4AB7-5E0F-B427-8805B91852A7}"/>
          </ac:spMkLst>
        </pc:spChg>
        <pc:spChg chg="add mod">
          <ac:chgData name="Kannepamula Mahesh Babu" userId="391c5b16-0897-4eca-a028-a97f935a3bd2" providerId="ADAL" clId="{9E3353FE-7EFD-4D1F-85AC-2D3001641A94}" dt="2026-06-29T07:58:50.271" v="2878" actId="1076"/>
          <ac:spMkLst>
            <pc:docMk/>
            <pc:sldMk cId="3981440326" sldId="2076137770"/>
            <ac:spMk id="30" creationId="{4893F198-ACDB-BD37-8C59-7750FAB849F8}"/>
          </ac:spMkLst>
        </pc:spChg>
        <pc:spChg chg="add mod">
          <ac:chgData name="Kannepamula Mahesh Babu" userId="391c5b16-0897-4eca-a028-a97f935a3bd2" providerId="ADAL" clId="{9E3353FE-7EFD-4D1F-85AC-2D3001641A94}" dt="2026-06-29T07:58:50.271" v="2878" actId="1076"/>
          <ac:spMkLst>
            <pc:docMk/>
            <pc:sldMk cId="3981440326" sldId="2076137770"/>
            <ac:spMk id="31" creationId="{4A2DF0BF-0279-3876-11D6-109A5FE78EE3}"/>
          </ac:spMkLst>
        </pc:spChg>
        <pc:spChg chg="add mod">
          <ac:chgData name="Kannepamula Mahesh Babu" userId="391c5b16-0897-4eca-a028-a97f935a3bd2" providerId="ADAL" clId="{9E3353FE-7EFD-4D1F-85AC-2D3001641A94}" dt="2026-06-29T07:58:50.271" v="2878" actId="1076"/>
          <ac:spMkLst>
            <pc:docMk/>
            <pc:sldMk cId="3981440326" sldId="2076137770"/>
            <ac:spMk id="32" creationId="{64502996-16D3-BD19-6EED-EC67D2A95EB9}"/>
          </ac:spMkLst>
        </pc:spChg>
        <pc:spChg chg="add mod">
          <ac:chgData name="Kannepamula Mahesh Babu" userId="391c5b16-0897-4eca-a028-a97f935a3bd2" providerId="ADAL" clId="{9E3353FE-7EFD-4D1F-85AC-2D3001641A94}" dt="2026-06-29T08:00:04.553" v="2889" actId="12789"/>
          <ac:spMkLst>
            <pc:docMk/>
            <pc:sldMk cId="3981440326" sldId="2076137770"/>
            <ac:spMk id="44" creationId="{3DB5ABFF-4AA6-A6F1-8960-97DA4CEA1FE3}"/>
          </ac:spMkLst>
        </pc:spChg>
        <pc:spChg chg="add mod">
          <ac:chgData name="Kannepamula Mahesh Babu" userId="391c5b16-0897-4eca-a028-a97f935a3bd2" providerId="ADAL" clId="{9E3353FE-7EFD-4D1F-85AC-2D3001641A94}" dt="2026-06-29T10:19:47.836" v="4038"/>
          <ac:spMkLst>
            <pc:docMk/>
            <pc:sldMk cId="3981440326" sldId="2076137770"/>
            <ac:spMk id="77" creationId="{D5E64A96-6270-024A-1511-63245DA834BA}"/>
          </ac:spMkLst>
        </pc:spChg>
        <pc:spChg chg="add mod">
          <ac:chgData name="Kannepamula Mahesh Babu" userId="391c5b16-0897-4eca-a028-a97f935a3bd2" providerId="ADAL" clId="{9E3353FE-7EFD-4D1F-85AC-2D3001641A94}" dt="2026-06-29T10:19:47.836" v="4038"/>
          <ac:spMkLst>
            <pc:docMk/>
            <pc:sldMk cId="3981440326" sldId="2076137770"/>
            <ac:spMk id="78" creationId="{EF510D98-616B-F412-A02C-F2EC1341260D}"/>
          </ac:spMkLst>
        </pc:spChg>
        <pc:spChg chg="add mod ord">
          <ac:chgData name="Kannepamula Mahesh Babu" userId="391c5b16-0897-4eca-a028-a97f935a3bd2" providerId="ADAL" clId="{9E3353FE-7EFD-4D1F-85AC-2D3001641A94}" dt="2026-06-29T12:26:25.774" v="5484" actId="12789"/>
          <ac:spMkLst>
            <pc:docMk/>
            <pc:sldMk cId="3981440326" sldId="2076137770"/>
            <ac:spMk id="80" creationId="{D5F7211D-E0C1-BFA7-EBCF-301BA8ED976C}"/>
          </ac:spMkLst>
        </pc:spChg>
        <pc:spChg chg="add mod ord">
          <ac:chgData name="Kannepamula Mahesh Babu" userId="391c5b16-0897-4eca-a028-a97f935a3bd2" providerId="ADAL" clId="{9E3353FE-7EFD-4D1F-85AC-2D3001641A94}" dt="2026-06-29T12:26:30.058" v="5485" actId="12789"/>
          <ac:spMkLst>
            <pc:docMk/>
            <pc:sldMk cId="3981440326" sldId="2076137770"/>
            <ac:spMk id="81" creationId="{45170C6B-BAAB-43E9-CC53-36B7EC8949E9}"/>
          </ac:spMkLst>
        </pc:spChg>
        <pc:spChg chg="add mod ord">
          <ac:chgData name="Kannepamula Mahesh Babu" userId="391c5b16-0897-4eca-a028-a97f935a3bd2" providerId="ADAL" clId="{9E3353FE-7EFD-4D1F-85AC-2D3001641A94}" dt="2026-06-29T12:26:34.958" v="5486" actId="12789"/>
          <ac:spMkLst>
            <pc:docMk/>
            <pc:sldMk cId="3981440326" sldId="2076137770"/>
            <ac:spMk id="82" creationId="{A057103E-17B0-CE37-C750-103DD3BFAE52}"/>
          </ac:spMkLst>
        </pc:spChg>
        <pc:spChg chg="add mod ord">
          <ac:chgData name="Kannepamula Mahesh Babu" userId="391c5b16-0897-4eca-a028-a97f935a3bd2" providerId="ADAL" clId="{9E3353FE-7EFD-4D1F-85AC-2D3001641A94}" dt="2026-06-29T12:41:52.309" v="5644"/>
          <ac:spMkLst>
            <pc:docMk/>
            <pc:sldMk cId="3981440326" sldId="2076137770"/>
            <ac:spMk id="83" creationId="{A7A1C1B2-C3D2-B333-8B55-39C8BF963156}"/>
          </ac:spMkLst>
        </pc:spChg>
        <pc:spChg chg="add mod ord">
          <ac:chgData name="Kannepamula Mahesh Babu" userId="391c5b16-0897-4eca-a028-a97f935a3bd2" providerId="ADAL" clId="{9E3353FE-7EFD-4D1F-85AC-2D3001641A94}" dt="2026-06-29T12:41:52.309" v="5644"/>
          <ac:spMkLst>
            <pc:docMk/>
            <pc:sldMk cId="3981440326" sldId="2076137770"/>
            <ac:spMk id="84" creationId="{2AAA65F5-66C6-3459-9482-66C37793EF84}"/>
          </ac:spMkLst>
        </pc:spChg>
        <pc:spChg chg="add mod ord">
          <ac:chgData name="Kannepamula Mahesh Babu" userId="391c5b16-0897-4eca-a028-a97f935a3bd2" providerId="ADAL" clId="{9E3353FE-7EFD-4D1F-85AC-2D3001641A94}" dt="2026-06-29T12:41:52.309" v="5644"/>
          <ac:spMkLst>
            <pc:docMk/>
            <pc:sldMk cId="3981440326" sldId="2076137770"/>
            <ac:spMk id="85" creationId="{9DFC47CC-FA67-6488-5E52-AD4CDA73BCA2}"/>
          </ac:spMkLst>
        </pc:spChg>
        <pc:spChg chg="add mod ord">
          <ac:chgData name="Kannepamula Mahesh Babu" userId="391c5b16-0897-4eca-a028-a97f935a3bd2" providerId="ADAL" clId="{9E3353FE-7EFD-4D1F-85AC-2D3001641A94}" dt="2026-06-29T12:41:55.872" v="5646"/>
          <ac:spMkLst>
            <pc:docMk/>
            <pc:sldMk cId="3981440326" sldId="2076137770"/>
            <ac:spMk id="86" creationId="{EA29BD16-2B06-0124-7F34-4365AC70BA67}"/>
          </ac:spMkLst>
        </pc:spChg>
        <pc:spChg chg="add mod ord">
          <ac:chgData name="Kannepamula Mahesh Babu" userId="391c5b16-0897-4eca-a028-a97f935a3bd2" providerId="ADAL" clId="{9E3353FE-7EFD-4D1F-85AC-2D3001641A94}" dt="2026-06-29T12:41:55.872" v="5646"/>
          <ac:spMkLst>
            <pc:docMk/>
            <pc:sldMk cId="3981440326" sldId="2076137770"/>
            <ac:spMk id="87" creationId="{96D61C96-E4CB-6068-D64D-8D593EF978A0}"/>
          </ac:spMkLst>
        </pc:spChg>
        <pc:spChg chg="add mod ord">
          <ac:chgData name="Kannepamula Mahesh Babu" userId="391c5b16-0897-4eca-a028-a97f935a3bd2" providerId="ADAL" clId="{9E3353FE-7EFD-4D1F-85AC-2D3001641A94}" dt="2026-06-29T12:41:55.872" v="5646"/>
          <ac:spMkLst>
            <pc:docMk/>
            <pc:sldMk cId="3981440326" sldId="2076137770"/>
            <ac:spMk id="88" creationId="{61457C18-FDD4-43D2-1548-6FE57852979A}"/>
          </ac:spMkLst>
        </pc:spChg>
        <pc:picChg chg="add mod">
          <ac:chgData name="Kannepamula Mahesh Babu" userId="391c5b16-0897-4eca-a028-a97f935a3bd2" providerId="ADAL" clId="{9E3353FE-7EFD-4D1F-85AC-2D3001641A94}" dt="2026-06-29T12:26:25.774" v="5484" actId="12789"/>
          <ac:picMkLst>
            <pc:docMk/>
            <pc:sldMk cId="3981440326" sldId="2076137770"/>
            <ac:picMk id="47" creationId="{5C0A5625-CFA6-01D6-518C-32359A7EDEBE}"/>
          </ac:picMkLst>
        </pc:picChg>
        <pc:picChg chg="add mod">
          <ac:chgData name="Kannepamula Mahesh Babu" userId="391c5b16-0897-4eca-a028-a97f935a3bd2" providerId="ADAL" clId="{9E3353FE-7EFD-4D1F-85AC-2D3001641A94}" dt="2026-06-29T12:26:34.958" v="5486" actId="12789"/>
          <ac:picMkLst>
            <pc:docMk/>
            <pc:sldMk cId="3981440326" sldId="2076137770"/>
            <ac:picMk id="49" creationId="{E9286398-1572-8BD0-5B4D-62269F62C25A}"/>
          </ac:picMkLst>
        </pc:picChg>
        <pc:picChg chg="add mod">
          <ac:chgData name="Kannepamula Mahesh Babu" userId="391c5b16-0897-4eca-a028-a97f935a3bd2" providerId="ADAL" clId="{9E3353FE-7EFD-4D1F-85AC-2D3001641A94}" dt="2026-06-29T12:42:01.974" v="5647" actId="207"/>
          <ac:picMkLst>
            <pc:docMk/>
            <pc:sldMk cId="3981440326" sldId="2076137770"/>
            <ac:picMk id="51" creationId="{7DA90C89-A727-9399-32B6-89CE98FF40CC}"/>
          </ac:picMkLst>
        </pc:picChg>
        <pc:picChg chg="add mod">
          <ac:chgData name="Kannepamula Mahesh Babu" userId="391c5b16-0897-4eca-a028-a97f935a3bd2" providerId="ADAL" clId="{9E3353FE-7EFD-4D1F-85AC-2D3001641A94}" dt="2026-06-29T12:26:30.058" v="5485" actId="12789"/>
          <ac:picMkLst>
            <pc:docMk/>
            <pc:sldMk cId="3981440326" sldId="2076137770"/>
            <ac:picMk id="55" creationId="{31D2FCCB-AB86-5C2D-92F4-B0F80C3A59B9}"/>
          </ac:picMkLst>
        </pc:picChg>
        <pc:picChg chg="add mod">
          <ac:chgData name="Kannepamula Mahesh Babu" userId="391c5b16-0897-4eca-a028-a97f935a3bd2" providerId="ADAL" clId="{9E3353FE-7EFD-4D1F-85AC-2D3001641A94}" dt="2026-06-29T12:42:01.974" v="5647" actId="207"/>
          <ac:picMkLst>
            <pc:docMk/>
            <pc:sldMk cId="3981440326" sldId="2076137770"/>
            <ac:picMk id="57" creationId="{0DF9812D-19EA-06E7-611C-09792D03CB59}"/>
          </ac:picMkLst>
        </pc:picChg>
        <pc:picChg chg="add mod">
          <ac:chgData name="Kannepamula Mahesh Babu" userId="391c5b16-0897-4eca-a028-a97f935a3bd2" providerId="ADAL" clId="{9E3353FE-7EFD-4D1F-85AC-2D3001641A94}" dt="2026-06-29T12:42:01.974" v="5647" actId="207"/>
          <ac:picMkLst>
            <pc:docMk/>
            <pc:sldMk cId="3981440326" sldId="2076137770"/>
            <ac:picMk id="59" creationId="{0BDA0618-1A75-FD54-12FF-C86138D8DD57}"/>
          </ac:picMkLst>
        </pc:picChg>
        <pc:picChg chg="add mod">
          <ac:chgData name="Kannepamula Mahesh Babu" userId="391c5b16-0897-4eca-a028-a97f935a3bd2" providerId="ADAL" clId="{9E3353FE-7EFD-4D1F-85AC-2D3001641A94}" dt="2026-06-29T12:42:01.974" v="5647" actId="207"/>
          <ac:picMkLst>
            <pc:docMk/>
            <pc:sldMk cId="3981440326" sldId="2076137770"/>
            <ac:picMk id="61" creationId="{F3C28929-5F51-823D-0BF3-BA2D53BA3572}"/>
          </ac:picMkLst>
        </pc:picChg>
        <pc:picChg chg="add mod">
          <ac:chgData name="Kannepamula Mahesh Babu" userId="391c5b16-0897-4eca-a028-a97f935a3bd2" providerId="ADAL" clId="{9E3353FE-7EFD-4D1F-85AC-2D3001641A94}" dt="2026-06-29T12:42:01.974" v="5647" actId="207"/>
          <ac:picMkLst>
            <pc:docMk/>
            <pc:sldMk cId="3981440326" sldId="2076137770"/>
            <ac:picMk id="63" creationId="{A12A1531-9E66-191B-1679-00AF84FCE7A2}"/>
          </ac:picMkLst>
        </pc:picChg>
        <pc:picChg chg="add mod">
          <ac:chgData name="Kannepamula Mahesh Babu" userId="391c5b16-0897-4eca-a028-a97f935a3bd2" providerId="ADAL" clId="{9E3353FE-7EFD-4D1F-85AC-2D3001641A94}" dt="2026-06-29T12:42:01.974" v="5647" actId="207"/>
          <ac:picMkLst>
            <pc:docMk/>
            <pc:sldMk cId="3981440326" sldId="2076137770"/>
            <ac:picMk id="65" creationId="{74A3A11E-BC36-7772-B7FB-0E7C62B358B4}"/>
          </ac:picMkLst>
        </pc:picChg>
        <pc:picChg chg="add mod">
          <ac:chgData name="Kannepamula Mahesh Babu" userId="391c5b16-0897-4eca-a028-a97f935a3bd2" providerId="ADAL" clId="{9E3353FE-7EFD-4D1F-85AC-2D3001641A94}" dt="2026-06-29T10:05:35.352" v="3933" actId="14100"/>
          <ac:picMkLst>
            <pc:docMk/>
            <pc:sldMk cId="3981440326" sldId="2076137770"/>
            <ac:picMk id="66" creationId="{5E56F28F-B972-A717-19A0-F151A4518CA5}"/>
          </ac:picMkLst>
        </pc:picChg>
        <pc:picChg chg="add mod">
          <ac:chgData name="Kannepamula Mahesh Babu" userId="391c5b16-0897-4eca-a028-a97f935a3bd2" providerId="ADAL" clId="{9E3353FE-7EFD-4D1F-85AC-2D3001641A94}" dt="2026-06-29T10:05:35.352" v="3933" actId="14100"/>
          <ac:picMkLst>
            <pc:docMk/>
            <pc:sldMk cId="3981440326" sldId="2076137770"/>
            <ac:picMk id="68" creationId="{D2DC758B-09EA-E64E-2309-2C40158B7A4F}"/>
          </ac:picMkLst>
        </pc:picChg>
        <pc:picChg chg="add mod">
          <ac:chgData name="Kannepamula Mahesh Babu" userId="391c5b16-0897-4eca-a028-a97f935a3bd2" providerId="ADAL" clId="{9E3353FE-7EFD-4D1F-85AC-2D3001641A94}" dt="2026-06-29T10:05:35.352" v="3933" actId="14100"/>
          <ac:picMkLst>
            <pc:docMk/>
            <pc:sldMk cId="3981440326" sldId="2076137770"/>
            <ac:picMk id="70" creationId="{9BB6F047-AF6B-6989-1212-8E84F4C2A7C6}"/>
          </ac:picMkLst>
        </pc:picChg>
        <pc:picChg chg="add mod">
          <ac:chgData name="Kannepamula Mahesh Babu" userId="391c5b16-0897-4eca-a028-a97f935a3bd2" providerId="ADAL" clId="{9E3353FE-7EFD-4D1F-85AC-2D3001641A94}" dt="2026-06-29T10:05:35.352" v="3933" actId="14100"/>
          <ac:picMkLst>
            <pc:docMk/>
            <pc:sldMk cId="3981440326" sldId="2076137770"/>
            <ac:picMk id="72" creationId="{2A9B14E2-6096-3C16-7FF1-DC3999FA8A19}"/>
          </ac:picMkLst>
        </pc:picChg>
        <pc:picChg chg="add mod">
          <ac:chgData name="Kannepamula Mahesh Babu" userId="391c5b16-0897-4eca-a028-a97f935a3bd2" providerId="ADAL" clId="{9E3353FE-7EFD-4D1F-85AC-2D3001641A94}" dt="2026-06-29T10:05:35.352" v="3933" actId="14100"/>
          <ac:picMkLst>
            <pc:docMk/>
            <pc:sldMk cId="3981440326" sldId="2076137770"/>
            <ac:picMk id="74" creationId="{4E4266AB-4A5D-C1C2-AC90-BA141B8ABB8E}"/>
          </ac:picMkLst>
        </pc:picChg>
        <pc:picChg chg="add mod">
          <ac:chgData name="Kannepamula Mahesh Babu" userId="391c5b16-0897-4eca-a028-a97f935a3bd2" providerId="ADAL" clId="{9E3353FE-7EFD-4D1F-85AC-2D3001641A94}" dt="2026-06-29T10:05:35.352" v="3933" actId="14100"/>
          <ac:picMkLst>
            <pc:docMk/>
            <pc:sldMk cId="3981440326" sldId="2076137770"/>
            <ac:picMk id="76" creationId="{75D2FF66-DF35-43BB-0C83-AD256DBFFE57}"/>
          </ac:picMkLst>
        </pc:picChg>
        <pc:picChg chg="add mod">
          <ac:chgData name="Kannepamula Mahesh Babu" userId="391c5b16-0897-4eca-a028-a97f935a3bd2" providerId="ADAL" clId="{9E3353FE-7EFD-4D1F-85AC-2D3001641A94}" dt="2026-06-29T10:19:47.836" v="4038"/>
          <ac:picMkLst>
            <pc:docMk/>
            <pc:sldMk cId="3981440326" sldId="2076137770"/>
            <ac:picMk id="79" creationId="{4FC4758D-D5A6-7BED-A0F4-C410367D0A45}"/>
          </ac:picMkLst>
        </pc:picChg>
        <pc:cxnChg chg="mod topLvl">
          <ac:chgData name="Kannepamula Mahesh Babu" userId="391c5b16-0897-4eca-a028-a97f935a3bd2" providerId="ADAL" clId="{9E3353FE-7EFD-4D1F-85AC-2D3001641A94}" dt="2026-06-29T07:58:50.271" v="2878" actId="1076"/>
          <ac:cxnSpMkLst>
            <pc:docMk/>
            <pc:sldMk cId="3981440326" sldId="2076137770"/>
            <ac:cxnSpMk id="35" creationId="{C44C65E4-C022-AC43-AB0E-A5C5699ABE81}"/>
          </ac:cxnSpMkLst>
        </pc:cxnChg>
        <pc:cxnChg chg="add mod">
          <ac:chgData name="Kannepamula Mahesh Babu" userId="391c5b16-0897-4eca-a028-a97f935a3bd2" providerId="ADAL" clId="{9E3353FE-7EFD-4D1F-85AC-2D3001641A94}" dt="2026-06-29T07:58:50.271" v="2878" actId="1076"/>
          <ac:cxnSpMkLst>
            <pc:docMk/>
            <pc:sldMk cId="3981440326" sldId="2076137770"/>
            <ac:cxnSpMk id="37" creationId="{F440BC53-CE98-F52A-CF16-831FA482A422}"/>
          </ac:cxnSpMkLst>
        </pc:cxnChg>
        <pc:cxnChg chg="add mod">
          <ac:chgData name="Kannepamula Mahesh Babu" userId="391c5b16-0897-4eca-a028-a97f935a3bd2" providerId="ADAL" clId="{9E3353FE-7EFD-4D1F-85AC-2D3001641A94}" dt="2026-06-29T07:58:50.271" v="2878" actId="1076"/>
          <ac:cxnSpMkLst>
            <pc:docMk/>
            <pc:sldMk cId="3981440326" sldId="2076137770"/>
            <ac:cxnSpMk id="38" creationId="{4C30DD10-00F7-0AD2-2075-FC2A7E608D1D}"/>
          </ac:cxnSpMkLst>
        </pc:cxnChg>
        <pc:cxnChg chg="add mod">
          <ac:chgData name="Kannepamula Mahesh Babu" userId="391c5b16-0897-4eca-a028-a97f935a3bd2" providerId="ADAL" clId="{9E3353FE-7EFD-4D1F-85AC-2D3001641A94}" dt="2026-06-29T07:28:25.749" v="2612" actId="408"/>
          <ac:cxnSpMkLst>
            <pc:docMk/>
            <pc:sldMk cId="3981440326" sldId="2076137770"/>
            <ac:cxnSpMk id="39" creationId="{101F8A28-E22E-5B4F-569B-299958BB14CC}"/>
          </ac:cxnSpMkLst>
        </pc:cxnChg>
        <pc:cxnChg chg="add mod">
          <ac:chgData name="Kannepamula Mahesh Babu" userId="391c5b16-0897-4eca-a028-a97f935a3bd2" providerId="ADAL" clId="{9E3353FE-7EFD-4D1F-85AC-2D3001641A94}" dt="2026-06-29T07:58:50.271" v="2878" actId="1076"/>
          <ac:cxnSpMkLst>
            <pc:docMk/>
            <pc:sldMk cId="3981440326" sldId="2076137770"/>
            <ac:cxnSpMk id="40" creationId="{D12E0045-F66F-37EF-037F-581AAF42A17B}"/>
          </ac:cxnSpMkLst>
        </pc:cxnChg>
      </pc:sldChg>
      <pc:sldChg chg="addSp delSp modSp new mod">
        <pc:chgData name="Kannepamula Mahesh Babu" userId="391c5b16-0897-4eca-a028-a97f935a3bd2" providerId="ADAL" clId="{9E3353FE-7EFD-4D1F-85AC-2D3001641A94}" dt="2026-06-29T13:08:13.111" v="5862"/>
        <pc:sldMkLst>
          <pc:docMk/>
          <pc:sldMk cId="3574877604" sldId="2076137771"/>
        </pc:sldMkLst>
        <pc:spChg chg="mod">
          <ac:chgData name="Kannepamula Mahesh Babu" userId="391c5b16-0897-4eca-a028-a97f935a3bd2" providerId="ADAL" clId="{9E3353FE-7EFD-4D1F-85AC-2D3001641A94}" dt="2026-06-29T07:31:30.842" v="2624" actId="20577"/>
          <ac:spMkLst>
            <pc:docMk/>
            <pc:sldMk cId="3574877604" sldId="2076137771"/>
            <ac:spMk id="2" creationId="{7EBA8907-0DDF-1F53-BED9-BD63BA211E0A}"/>
          </ac:spMkLst>
        </pc:spChg>
        <pc:spChg chg="add mod">
          <ac:chgData name="Kannepamula Mahesh Babu" userId="391c5b16-0897-4eca-a028-a97f935a3bd2" providerId="ADAL" clId="{9E3353FE-7EFD-4D1F-85AC-2D3001641A94}" dt="2026-06-29T13:08:13.111" v="5862"/>
          <ac:spMkLst>
            <pc:docMk/>
            <pc:sldMk cId="3574877604" sldId="2076137771"/>
            <ac:spMk id="6" creationId="{D5F8ED62-3030-8BAE-2D12-16D009EDFBD0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15" creationId="{2482D6FB-AB28-2388-5571-214965455439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16" creationId="{2D0835C8-8AD3-F5A1-F224-1338EBDB4A1B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17" creationId="{08F9B8E8-DCFA-37DB-9EB8-9D627FF6193C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18" creationId="{53719CF6-8307-66C4-1504-22134A88C087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19" creationId="{00A60B07-91F8-FD7C-AA9F-22AE8A85B349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20" creationId="{18BECEF9-A801-CCBA-1C56-21BCE2E8E191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21" creationId="{ACD3DD30-9AF8-58BB-03DC-B266E59DCFFC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22" creationId="{5615D495-ED39-E57C-8674-684F9F67049C}"/>
          </ac:spMkLst>
        </pc:spChg>
        <pc:spChg chg="add mod">
          <ac:chgData name="Kannepamula Mahesh Babu" userId="391c5b16-0897-4eca-a028-a97f935a3bd2" providerId="ADAL" clId="{9E3353FE-7EFD-4D1F-85AC-2D3001641A94}" dt="2026-06-29T12:27:57.582" v="5502" actId="3064"/>
          <ac:spMkLst>
            <pc:docMk/>
            <pc:sldMk cId="3574877604" sldId="2076137771"/>
            <ac:spMk id="23" creationId="{8E6C8A43-2999-05C4-4D7D-0A77FB7EC52A}"/>
          </ac:spMkLst>
        </pc:spChg>
        <pc:spChg chg="add mod">
          <ac:chgData name="Kannepamula Mahesh Babu" userId="391c5b16-0897-4eca-a028-a97f935a3bd2" providerId="ADAL" clId="{9E3353FE-7EFD-4D1F-85AC-2D3001641A94}" dt="2026-06-29T12:30:07.910" v="5523" actId="1076"/>
          <ac:spMkLst>
            <pc:docMk/>
            <pc:sldMk cId="3574877604" sldId="2076137771"/>
            <ac:spMk id="25" creationId="{8A652704-C3E0-4C46-9C69-49A94077DC71}"/>
          </ac:spMkLst>
        </pc:spChg>
        <pc:spChg chg="add mod ord">
          <ac:chgData name="Kannepamula Mahesh Babu" userId="391c5b16-0897-4eca-a028-a97f935a3bd2" providerId="ADAL" clId="{9E3353FE-7EFD-4D1F-85AC-2D3001641A94}" dt="2026-06-29T12:56:30.850" v="5771" actId="12789"/>
          <ac:spMkLst>
            <pc:docMk/>
            <pc:sldMk cId="3574877604" sldId="2076137771"/>
            <ac:spMk id="45" creationId="{F07F7767-6102-235F-2B67-CEE2E0A4CE0F}"/>
          </ac:spMkLst>
        </pc:spChg>
        <pc:spChg chg="add mod ord">
          <ac:chgData name="Kannepamula Mahesh Babu" userId="391c5b16-0897-4eca-a028-a97f935a3bd2" providerId="ADAL" clId="{9E3353FE-7EFD-4D1F-85AC-2D3001641A94}" dt="2026-06-29T12:42:15.758" v="5651"/>
          <ac:spMkLst>
            <pc:docMk/>
            <pc:sldMk cId="3574877604" sldId="2076137771"/>
            <ac:spMk id="46" creationId="{626D1507-B0E8-260E-6132-1A9F1C38C976}"/>
          </ac:spMkLst>
        </pc:spChg>
        <pc:spChg chg="add mod ord">
          <ac:chgData name="Kannepamula Mahesh Babu" userId="391c5b16-0897-4eca-a028-a97f935a3bd2" providerId="ADAL" clId="{9E3353FE-7EFD-4D1F-85AC-2D3001641A94}" dt="2026-06-29T12:42:15.758" v="5651"/>
          <ac:spMkLst>
            <pc:docMk/>
            <pc:sldMk cId="3574877604" sldId="2076137771"/>
            <ac:spMk id="47" creationId="{BA600DAD-DA0D-C6E9-07D1-31CD68A3B81F}"/>
          </ac:spMkLst>
        </pc:spChg>
        <pc:spChg chg="add mod ord">
          <ac:chgData name="Kannepamula Mahesh Babu" userId="391c5b16-0897-4eca-a028-a97f935a3bd2" providerId="ADAL" clId="{9E3353FE-7EFD-4D1F-85AC-2D3001641A94}" dt="2026-06-29T12:56:30.850" v="5771" actId="12789"/>
          <ac:spMkLst>
            <pc:docMk/>
            <pc:sldMk cId="3574877604" sldId="2076137771"/>
            <ac:spMk id="48" creationId="{4204603D-52F0-5B57-8B69-82174C4C1E51}"/>
          </ac:spMkLst>
        </pc:spChg>
        <pc:spChg chg="add mod ord">
          <ac:chgData name="Kannepamula Mahesh Babu" userId="391c5b16-0897-4eca-a028-a97f935a3bd2" providerId="ADAL" clId="{9E3353FE-7EFD-4D1F-85AC-2D3001641A94}" dt="2026-06-29T12:42:15.758" v="5651"/>
          <ac:spMkLst>
            <pc:docMk/>
            <pc:sldMk cId="3574877604" sldId="2076137771"/>
            <ac:spMk id="49" creationId="{53857BE3-9197-61D8-8B09-E96373CE389F}"/>
          </ac:spMkLst>
        </pc:spChg>
        <pc:spChg chg="add mod ord">
          <ac:chgData name="Kannepamula Mahesh Babu" userId="391c5b16-0897-4eca-a028-a97f935a3bd2" providerId="ADAL" clId="{9E3353FE-7EFD-4D1F-85AC-2D3001641A94}" dt="2026-06-29T12:42:15.758" v="5651"/>
          <ac:spMkLst>
            <pc:docMk/>
            <pc:sldMk cId="3574877604" sldId="2076137771"/>
            <ac:spMk id="50" creationId="{807D7CC1-5A00-A058-7B7E-998377E6DF96}"/>
          </ac:spMkLst>
        </pc:spChg>
        <pc:spChg chg="add mod ord">
          <ac:chgData name="Kannepamula Mahesh Babu" userId="391c5b16-0897-4eca-a028-a97f935a3bd2" providerId="ADAL" clId="{9E3353FE-7EFD-4D1F-85AC-2D3001641A94}" dt="2026-06-29T12:56:30.850" v="5771" actId="12789"/>
          <ac:spMkLst>
            <pc:docMk/>
            <pc:sldMk cId="3574877604" sldId="2076137771"/>
            <ac:spMk id="51" creationId="{B8868BBC-F281-D86F-9BE1-B69A4D8C20F8}"/>
          </ac:spMkLst>
        </pc:spChg>
        <pc:spChg chg="add mod ord">
          <ac:chgData name="Kannepamula Mahesh Babu" userId="391c5b16-0897-4eca-a028-a97f935a3bd2" providerId="ADAL" clId="{9E3353FE-7EFD-4D1F-85AC-2D3001641A94}" dt="2026-06-29T12:42:15.758" v="5651"/>
          <ac:spMkLst>
            <pc:docMk/>
            <pc:sldMk cId="3574877604" sldId="2076137771"/>
            <ac:spMk id="52" creationId="{7AD7C00E-1289-9EEC-371D-843F143FE668}"/>
          </ac:spMkLst>
        </pc:spChg>
        <pc:spChg chg="add mod ord">
          <ac:chgData name="Kannepamula Mahesh Babu" userId="391c5b16-0897-4eca-a028-a97f935a3bd2" providerId="ADAL" clId="{9E3353FE-7EFD-4D1F-85AC-2D3001641A94}" dt="2026-06-29T12:42:15.758" v="5651"/>
          <ac:spMkLst>
            <pc:docMk/>
            <pc:sldMk cId="3574877604" sldId="2076137771"/>
            <ac:spMk id="53" creationId="{46A62DB5-FA56-BFDA-A5DD-7F4861109E7D}"/>
          </ac:spMkLst>
        </pc:spChg>
        <pc:grpChg chg="add mod">
          <ac:chgData name="Kannepamula Mahesh Babu" userId="391c5b16-0897-4eca-a028-a97f935a3bd2" providerId="ADAL" clId="{9E3353FE-7EFD-4D1F-85AC-2D3001641A94}" dt="2026-06-29T07:32:44.273" v="2640" actId="14100"/>
          <ac:grpSpMkLst>
            <pc:docMk/>
            <pc:sldMk cId="3574877604" sldId="2076137771"/>
            <ac:grpSpMk id="24" creationId="{5E0ACCEC-9E09-68A0-2686-934F180FA01B}"/>
          </ac:grpSpMkLst>
        </pc:grpChg>
        <pc:picChg chg="add mod">
          <ac:chgData name="Kannepamula Mahesh Babu" userId="391c5b16-0897-4eca-a028-a97f935a3bd2" providerId="ADAL" clId="{9E3353FE-7EFD-4D1F-85AC-2D3001641A94}" dt="2026-06-29T12:56:30.850" v="5771" actId="12789"/>
          <ac:picMkLst>
            <pc:docMk/>
            <pc:sldMk cId="3574877604" sldId="2076137771"/>
            <ac:picMk id="27" creationId="{337836C4-5BEA-3530-5FAC-C696F4780A8A}"/>
          </ac:picMkLst>
        </pc:picChg>
        <pc:picChg chg="add mod">
          <ac:chgData name="Kannepamula Mahesh Babu" userId="391c5b16-0897-4eca-a028-a97f935a3bd2" providerId="ADAL" clId="{9E3353FE-7EFD-4D1F-85AC-2D3001641A94}" dt="2026-06-29T12:56:30.850" v="5771" actId="12789"/>
          <ac:picMkLst>
            <pc:docMk/>
            <pc:sldMk cId="3574877604" sldId="2076137771"/>
            <ac:picMk id="29" creationId="{3D48C999-A7D4-80C0-817D-0C2FC9F35CF2}"/>
          </ac:picMkLst>
        </pc:picChg>
        <pc:picChg chg="add mod">
          <ac:chgData name="Kannepamula Mahesh Babu" userId="391c5b16-0897-4eca-a028-a97f935a3bd2" providerId="ADAL" clId="{9E3353FE-7EFD-4D1F-85AC-2D3001641A94}" dt="2026-06-29T12:56:30.850" v="5771" actId="12789"/>
          <ac:picMkLst>
            <pc:docMk/>
            <pc:sldMk cId="3574877604" sldId="2076137771"/>
            <ac:picMk id="31" creationId="{4ACC6D46-1ECA-45BD-494D-0B5AC42C06BD}"/>
          </ac:picMkLst>
        </pc:picChg>
        <pc:picChg chg="add mod">
          <ac:chgData name="Kannepamula Mahesh Babu" userId="391c5b16-0897-4eca-a028-a97f935a3bd2" providerId="ADAL" clId="{9E3353FE-7EFD-4D1F-85AC-2D3001641A94}" dt="2026-06-29T12:42:25.097" v="5652" actId="207"/>
          <ac:picMkLst>
            <pc:docMk/>
            <pc:sldMk cId="3574877604" sldId="2076137771"/>
            <ac:picMk id="33" creationId="{473C266A-5844-BCFD-53BF-6577221091A5}"/>
          </ac:picMkLst>
        </pc:picChg>
        <pc:picChg chg="add mod">
          <ac:chgData name="Kannepamula Mahesh Babu" userId="391c5b16-0897-4eca-a028-a97f935a3bd2" providerId="ADAL" clId="{9E3353FE-7EFD-4D1F-85AC-2D3001641A94}" dt="2026-06-29T12:42:25.097" v="5652" actId="207"/>
          <ac:picMkLst>
            <pc:docMk/>
            <pc:sldMk cId="3574877604" sldId="2076137771"/>
            <ac:picMk id="35" creationId="{8B2C9E97-6601-43F0-28D4-902ED944BDFD}"/>
          </ac:picMkLst>
        </pc:picChg>
        <pc:picChg chg="add mod">
          <ac:chgData name="Kannepamula Mahesh Babu" userId="391c5b16-0897-4eca-a028-a97f935a3bd2" providerId="ADAL" clId="{9E3353FE-7EFD-4D1F-85AC-2D3001641A94}" dt="2026-06-29T12:42:25.097" v="5652" actId="207"/>
          <ac:picMkLst>
            <pc:docMk/>
            <pc:sldMk cId="3574877604" sldId="2076137771"/>
            <ac:picMk id="37" creationId="{E32B2A5A-BF24-B868-FAF4-14F8CA09AC54}"/>
          </ac:picMkLst>
        </pc:picChg>
        <pc:picChg chg="add mod">
          <ac:chgData name="Kannepamula Mahesh Babu" userId="391c5b16-0897-4eca-a028-a97f935a3bd2" providerId="ADAL" clId="{9E3353FE-7EFD-4D1F-85AC-2D3001641A94}" dt="2026-06-29T12:42:25.097" v="5652" actId="207"/>
          <ac:picMkLst>
            <pc:docMk/>
            <pc:sldMk cId="3574877604" sldId="2076137771"/>
            <ac:picMk id="39" creationId="{A3127C9C-E46B-222F-D43C-9634779A6BB0}"/>
          </ac:picMkLst>
        </pc:picChg>
        <pc:picChg chg="add mod">
          <ac:chgData name="Kannepamula Mahesh Babu" userId="391c5b16-0897-4eca-a028-a97f935a3bd2" providerId="ADAL" clId="{9E3353FE-7EFD-4D1F-85AC-2D3001641A94}" dt="2026-06-29T12:42:25.097" v="5652" actId="207"/>
          <ac:picMkLst>
            <pc:docMk/>
            <pc:sldMk cId="3574877604" sldId="2076137771"/>
            <ac:picMk id="41" creationId="{BDB3AED3-EEDA-C066-83C7-26FFD0E96856}"/>
          </ac:picMkLst>
        </pc:picChg>
        <pc:picChg chg="add mod">
          <ac:chgData name="Kannepamula Mahesh Babu" userId="391c5b16-0897-4eca-a028-a97f935a3bd2" providerId="ADAL" clId="{9E3353FE-7EFD-4D1F-85AC-2D3001641A94}" dt="2026-06-29T12:42:25.097" v="5652" actId="207"/>
          <ac:picMkLst>
            <pc:docMk/>
            <pc:sldMk cId="3574877604" sldId="2076137771"/>
            <ac:picMk id="43" creationId="{1912B574-CF74-C05A-1D42-B2E808317C68}"/>
          </ac:picMkLst>
        </pc:picChg>
      </pc:sldChg>
      <pc:sldChg chg="addSp delSp modSp new mod">
        <pc:chgData name="Kannepamula Mahesh Babu" userId="391c5b16-0897-4eca-a028-a97f935a3bd2" providerId="ADAL" clId="{9E3353FE-7EFD-4D1F-85AC-2D3001641A94}" dt="2026-06-29T13:09:31.016" v="5868" actId="1076"/>
        <pc:sldMkLst>
          <pc:docMk/>
          <pc:sldMk cId="1642220967" sldId="2076137772"/>
        </pc:sldMkLst>
        <pc:spChg chg="mod">
          <ac:chgData name="Kannepamula Mahesh Babu" userId="391c5b16-0897-4eca-a028-a97f935a3bd2" providerId="ADAL" clId="{9E3353FE-7EFD-4D1F-85AC-2D3001641A94}" dt="2026-06-29T09:40:00.175" v="3809" actId="207"/>
          <ac:spMkLst>
            <pc:docMk/>
            <pc:sldMk cId="1642220967" sldId="2076137772"/>
            <ac:spMk id="2" creationId="{8AFA4066-09E0-52E0-A118-7C3569E663C0}"/>
          </ac:spMkLst>
        </pc:spChg>
        <pc:spChg chg="add mod">
          <ac:chgData name="Kannepamula Mahesh Babu" userId="391c5b16-0897-4eca-a028-a97f935a3bd2" providerId="ADAL" clId="{9E3353FE-7EFD-4D1F-85AC-2D3001641A94}" dt="2026-06-29T07:47:02.903" v="2695" actId="14100"/>
          <ac:spMkLst>
            <pc:docMk/>
            <pc:sldMk cId="1642220967" sldId="2076137772"/>
            <ac:spMk id="5" creationId="{F49267EE-955D-1262-E343-ED88F18EDF7E}"/>
          </ac:spMkLst>
        </pc:spChg>
        <pc:spChg chg="add mod">
          <ac:chgData name="Kannepamula Mahesh Babu" userId="391c5b16-0897-4eca-a028-a97f935a3bd2" providerId="ADAL" clId="{9E3353FE-7EFD-4D1F-85AC-2D3001641A94}" dt="2026-06-29T11:39:52.915" v="4848" actId="404"/>
          <ac:spMkLst>
            <pc:docMk/>
            <pc:sldMk cId="1642220967" sldId="2076137772"/>
            <ac:spMk id="6" creationId="{E1064A8F-620A-C56D-7D0C-92415646456B}"/>
          </ac:spMkLst>
        </pc:spChg>
        <pc:spChg chg="add mod">
          <ac:chgData name="Kannepamula Mahesh Babu" userId="391c5b16-0897-4eca-a028-a97f935a3bd2" providerId="ADAL" clId="{9E3353FE-7EFD-4D1F-85AC-2D3001641A94}" dt="2026-06-29T11:39:54.312" v="4850"/>
          <ac:spMkLst>
            <pc:docMk/>
            <pc:sldMk cId="1642220967" sldId="2076137772"/>
            <ac:spMk id="14" creationId="{AE0B0EFD-8EC9-6656-6D8B-48B0FBE51566}"/>
          </ac:spMkLst>
        </pc:spChg>
        <pc:spChg chg="add mod">
          <ac:chgData name="Kannepamula Mahesh Babu" userId="391c5b16-0897-4eca-a028-a97f935a3bd2" providerId="ADAL" clId="{9E3353FE-7EFD-4D1F-85AC-2D3001641A94}" dt="2026-06-29T11:39:55.572" v="4852"/>
          <ac:spMkLst>
            <pc:docMk/>
            <pc:sldMk cId="1642220967" sldId="2076137772"/>
            <ac:spMk id="15" creationId="{D88824E2-A6AA-C917-4952-0982232DA0DC}"/>
          </ac:spMkLst>
        </pc:spChg>
        <pc:spChg chg="add mod">
          <ac:chgData name="Kannepamula Mahesh Babu" userId="391c5b16-0897-4eca-a028-a97f935a3bd2" providerId="ADAL" clId="{9E3353FE-7EFD-4D1F-85AC-2D3001641A94}" dt="2026-06-29T11:40:00.722" v="4857"/>
          <ac:spMkLst>
            <pc:docMk/>
            <pc:sldMk cId="1642220967" sldId="2076137772"/>
            <ac:spMk id="16" creationId="{79093A38-7F13-76A1-FF1D-C3549773FA2B}"/>
          </ac:spMkLst>
        </pc:spChg>
        <pc:spChg chg="add mod">
          <ac:chgData name="Kannepamula Mahesh Babu" userId="391c5b16-0897-4eca-a028-a97f935a3bd2" providerId="ADAL" clId="{9E3353FE-7EFD-4D1F-85AC-2D3001641A94}" dt="2026-06-29T11:40:02.536" v="4859"/>
          <ac:spMkLst>
            <pc:docMk/>
            <pc:sldMk cId="1642220967" sldId="2076137772"/>
            <ac:spMk id="17" creationId="{F30EBA8D-7D0D-912B-B5BE-8160F7837AF9}"/>
          </ac:spMkLst>
        </pc:spChg>
        <pc:spChg chg="add mod">
          <ac:chgData name="Kannepamula Mahesh Babu" userId="391c5b16-0897-4eca-a028-a97f935a3bd2" providerId="ADAL" clId="{9E3353FE-7EFD-4D1F-85AC-2D3001641A94}" dt="2026-06-29T11:40:04.560" v="4861"/>
          <ac:spMkLst>
            <pc:docMk/>
            <pc:sldMk cId="1642220967" sldId="2076137772"/>
            <ac:spMk id="18" creationId="{1EEE8171-3D3F-592C-E462-F6CFFC2CA5DC}"/>
          </ac:spMkLst>
        </pc:spChg>
        <pc:spChg chg="add mod">
          <ac:chgData name="Kannepamula Mahesh Babu" userId="391c5b16-0897-4eca-a028-a97f935a3bd2" providerId="ADAL" clId="{9E3353FE-7EFD-4D1F-85AC-2D3001641A94}" dt="2026-06-29T11:40:06.426" v="4863"/>
          <ac:spMkLst>
            <pc:docMk/>
            <pc:sldMk cId="1642220967" sldId="2076137772"/>
            <ac:spMk id="19" creationId="{2AB5AAED-F854-F987-02D9-C6153E7779D6}"/>
          </ac:spMkLst>
        </pc:spChg>
        <pc:spChg chg="add mod">
          <ac:chgData name="Kannepamula Mahesh Babu" userId="391c5b16-0897-4eca-a028-a97f935a3bd2" providerId="ADAL" clId="{9E3353FE-7EFD-4D1F-85AC-2D3001641A94}" dt="2026-06-29T07:57:27.009" v="2862" actId="164"/>
          <ac:spMkLst>
            <pc:docMk/>
            <pc:sldMk cId="1642220967" sldId="2076137772"/>
            <ac:spMk id="20" creationId="{BC40975C-574E-92FC-B112-581DB90A5F91}"/>
          </ac:spMkLst>
        </pc:spChg>
        <pc:spChg chg="add mod">
          <ac:chgData name="Kannepamula Mahesh Babu" userId="391c5b16-0897-4eca-a028-a97f935a3bd2" providerId="ADAL" clId="{9E3353FE-7EFD-4D1F-85AC-2D3001641A94}" dt="2026-06-29T12:42:49.452" v="5655" actId="242"/>
          <ac:spMkLst>
            <pc:docMk/>
            <pc:sldMk cId="1642220967" sldId="2076137772"/>
            <ac:spMk id="23" creationId="{B8DFF5B5-113F-881D-61B8-3222B1ED3D25}"/>
          </ac:spMkLst>
        </pc:spChg>
        <pc:spChg chg="add mod">
          <ac:chgData name="Kannepamula Mahesh Babu" userId="391c5b16-0897-4eca-a028-a97f935a3bd2" providerId="ADAL" clId="{9E3353FE-7EFD-4D1F-85AC-2D3001641A94}" dt="2026-06-29T13:09:31.016" v="5868" actId="1076"/>
          <ac:spMkLst>
            <pc:docMk/>
            <pc:sldMk cId="1642220967" sldId="2076137772"/>
            <ac:spMk id="24" creationId="{8CD77976-7868-EAA7-59B6-EA6EE14596A3}"/>
          </ac:spMkLst>
        </pc:spChg>
        <pc:spChg chg="add mod ord">
          <ac:chgData name="Kannepamula Mahesh Babu" userId="391c5b16-0897-4eca-a028-a97f935a3bd2" providerId="ADAL" clId="{9E3353FE-7EFD-4D1F-85AC-2D3001641A94}" dt="2026-06-29T13:09:24.461" v="5867" actId="1076"/>
          <ac:spMkLst>
            <pc:docMk/>
            <pc:sldMk cId="1642220967" sldId="2076137772"/>
            <ac:spMk id="25" creationId="{B777667C-3A5A-2005-9EDA-2033616E46AE}"/>
          </ac:spMkLst>
        </pc:spChg>
        <pc:spChg chg="add mod">
          <ac:chgData name="Kannepamula Mahesh Babu" userId="391c5b16-0897-4eca-a028-a97f935a3bd2" providerId="ADAL" clId="{9E3353FE-7EFD-4D1F-85AC-2D3001641A94}" dt="2026-06-29T13:09:31.016" v="5868" actId="1076"/>
          <ac:spMkLst>
            <pc:docMk/>
            <pc:sldMk cId="1642220967" sldId="2076137772"/>
            <ac:spMk id="26" creationId="{1C556CD6-F811-1284-6F50-9370576867F5}"/>
          </ac:spMkLst>
        </pc:spChg>
        <pc:spChg chg="add mod">
          <ac:chgData name="Kannepamula Mahesh Babu" userId="391c5b16-0897-4eca-a028-a97f935a3bd2" providerId="ADAL" clId="{9E3353FE-7EFD-4D1F-85AC-2D3001641A94}" dt="2026-06-29T13:09:31.016" v="5868" actId="1076"/>
          <ac:spMkLst>
            <pc:docMk/>
            <pc:sldMk cId="1642220967" sldId="2076137772"/>
            <ac:spMk id="27" creationId="{9B7265D0-7311-2F88-3437-F08EE6515D77}"/>
          </ac:spMkLst>
        </pc:spChg>
        <pc:spChg chg="add mod">
          <ac:chgData name="Kannepamula Mahesh Babu" userId="391c5b16-0897-4eca-a028-a97f935a3bd2" providerId="ADAL" clId="{9E3353FE-7EFD-4D1F-85AC-2D3001641A94}" dt="2026-06-29T10:19:55.134" v="4039"/>
          <ac:spMkLst>
            <pc:docMk/>
            <pc:sldMk cId="1642220967" sldId="2076137772"/>
            <ac:spMk id="31" creationId="{834F26B8-E09C-987D-848E-EE7B37E6D6CC}"/>
          </ac:spMkLst>
        </pc:spChg>
        <pc:spChg chg="add mod">
          <ac:chgData name="Kannepamula Mahesh Babu" userId="391c5b16-0897-4eca-a028-a97f935a3bd2" providerId="ADAL" clId="{9E3353FE-7EFD-4D1F-85AC-2D3001641A94}" dt="2026-06-29T10:19:55.134" v="4039"/>
          <ac:spMkLst>
            <pc:docMk/>
            <pc:sldMk cId="1642220967" sldId="2076137772"/>
            <ac:spMk id="32" creationId="{4706EE0C-109D-39D0-E2B4-58D45563D12D}"/>
          </ac:spMkLst>
        </pc:spChg>
        <pc:grpChg chg="add mod">
          <ac:chgData name="Kannepamula Mahesh Babu" userId="391c5b16-0897-4eca-a028-a97f935a3bd2" providerId="ADAL" clId="{9E3353FE-7EFD-4D1F-85AC-2D3001641A94}" dt="2026-06-29T07:57:30.311" v="2863" actId="14100"/>
          <ac:grpSpMkLst>
            <pc:docMk/>
            <pc:sldMk cId="1642220967" sldId="2076137772"/>
            <ac:grpSpMk id="21" creationId="{50C36734-3823-323C-3C31-3C411D120B9B}"/>
          </ac:grpSpMkLst>
        </pc:grpChg>
        <pc:grpChg chg="add mod">
          <ac:chgData name="Kannepamula Mahesh Babu" userId="391c5b16-0897-4eca-a028-a97f935a3bd2" providerId="ADAL" clId="{9E3353FE-7EFD-4D1F-85AC-2D3001641A94}" dt="2026-06-29T13:09:31.016" v="5868" actId="1076"/>
          <ac:grpSpMkLst>
            <pc:docMk/>
            <pc:sldMk cId="1642220967" sldId="2076137772"/>
            <ac:grpSpMk id="39" creationId="{16D7070F-C765-BFEA-6905-CFECD23F5801}"/>
          </ac:grpSpMkLst>
        </pc:grpChg>
        <pc:picChg chg="add mod">
          <ac:chgData name="Kannepamula Mahesh Babu" userId="391c5b16-0897-4eca-a028-a97f935a3bd2" providerId="ADAL" clId="{9E3353FE-7EFD-4D1F-85AC-2D3001641A94}" dt="2026-06-29T10:19:55.134" v="4039"/>
          <ac:picMkLst>
            <pc:docMk/>
            <pc:sldMk cId="1642220967" sldId="2076137772"/>
            <ac:picMk id="33" creationId="{4F9D3F11-E5E0-6F0B-F7E0-56C55CAB214B}"/>
          </ac:picMkLst>
        </pc:picChg>
        <pc:cxnChg chg="add mod">
          <ac:chgData name="Kannepamula Mahesh Babu" userId="391c5b16-0897-4eca-a028-a97f935a3bd2" providerId="ADAL" clId="{9E3353FE-7EFD-4D1F-85AC-2D3001641A94}" dt="2026-06-29T13:09:11.534" v="5863" actId="164"/>
          <ac:cxnSpMkLst>
            <pc:docMk/>
            <pc:sldMk cId="1642220967" sldId="2076137772"/>
            <ac:cxnSpMk id="28" creationId="{BFCACC64-F13A-8A60-C7DB-9ABE91B8AF93}"/>
          </ac:cxnSpMkLst>
        </pc:cxnChg>
        <pc:cxnChg chg="add mod">
          <ac:chgData name="Kannepamula Mahesh Babu" userId="391c5b16-0897-4eca-a028-a97f935a3bd2" providerId="ADAL" clId="{9E3353FE-7EFD-4D1F-85AC-2D3001641A94}" dt="2026-06-29T13:09:11.534" v="5863" actId="164"/>
          <ac:cxnSpMkLst>
            <pc:docMk/>
            <pc:sldMk cId="1642220967" sldId="2076137772"/>
            <ac:cxnSpMk id="30" creationId="{03BC873A-7A47-2E2E-7CDE-1A57E1E2D7A3}"/>
          </ac:cxnSpMkLst>
        </pc:cxnChg>
      </pc:sldChg>
      <pc:sldChg chg="addSp delSp modSp new mod">
        <pc:chgData name="Kannepamula Mahesh Babu" userId="391c5b16-0897-4eca-a028-a97f935a3bd2" providerId="ADAL" clId="{9E3353FE-7EFD-4D1F-85AC-2D3001641A94}" dt="2026-06-29T13:26:24.002" v="5984" actId="554"/>
        <pc:sldMkLst>
          <pc:docMk/>
          <pc:sldMk cId="2997420400" sldId="2076137774"/>
        </pc:sldMkLst>
        <pc:spChg chg="mod">
          <ac:chgData name="Kannepamula Mahesh Babu" userId="391c5b16-0897-4eca-a028-a97f935a3bd2" providerId="ADAL" clId="{9E3353FE-7EFD-4D1F-85AC-2D3001641A94}" dt="2026-06-29T08:24:03.402" v="3047"/>
          <ac:spMkLst>
            <pc:docMk/>
            <pc:sldMk cId="2997420400" sldId="2076137774"/>
            <ac:spMk id="2" creationId="{51B50F5C-7FB3-4C03-7B4B-36876841594B}"/>
          </ac:spMkLst>
        </pc:spChg>
        <pc:spChg chg="add mod">
          <ac:chgData name="Kannepamula Mahesh Babu" userId="391c5b16-0897-4eca-a028-a97f935a3bd2" providerId="ADAL" clId="{9E3353FE-7EFD-4D1F-85AC-2D3001641A94}" dt="2026-06-29T11:41:08.349" v="4868" actId="207"/>
          <ac:spMkLst>
            <pc:docMk/>
            <pc:sldMk cId="2997420400" sldId="2076137774"/>
            <ac:spMk id="6" creationId="{05FE3B0E-5DD3-CB63-1C98-233DBCDBB179}"/>
          </ac:spMkLst>
        </pc:spChg>
        <pc:spChg chg="add mod topLvl">
          <ac:chgData name="Kannepamula Mahesh Babu" userId="391c5b16-0897-4eca-a028-a97f935a3bd2" providerId="ADAL" clId="{9E3353FE-7EFD-4D1F-85AC-2D3001641A94}" dt="2026-06-29T12:19:15.299" v="5379" actId="20577"/>
          <ac:spMkLst>
            <pc:docMk/>
            <pc:sldMk cId="2997420400" sldId="2076137774"/>
            <ac:spMk id="7" creationId="{CE5883E7-4D37-04F1-FA99-0384CE9C75AE}"/>
          </ac:spMkLst>
        </pc:spChg>
        <pc:spChg chg="add mod topLvl">
          <ac:chgData name="Kannepamula Mahesh Babu" userId="391c5b16-0897-4eca-a028-a97f935a3bd2" providerId="ADAL" clId="{9E3353FE-7EFD-4D1F-85AC-2D3001641A94}" dt="2026-06-29T12:19:16.977" v="5380" actId="20577"/>
          <ac:spMkLst>
            <pc:docMk/>
            <pc:sldMk cId="2997420400" sldId="2076137774"/>
            <ac:spMk id="8" creationId="{7E20D44E-CB73-A2E9-E831-367C709FD42A}"/>
          </ac:spMkLst>
        </pc:spChg>
        <pc:spChg chg="add mod topLvl">
          <ac:chgData name="Kannepamula Mahesh Babu" userId="391c5b16-0897-4eca-a028-a97f935a3bd2" providerId="ADAL" clId="{9E3353FE-7EFD-4D1F-85AC-2D3001641A94}" dt="2026-06-29T12:19:19.246" v="5381" actId="20577"/>
          <ac:spMkLst>
            <pc:docMk/>
            <pc:sldMk cId="2997420400" sldId="2076137774"/>
            <ac:spMk id="9" creationId="{206C8C1F-BB3E-DC0B-1995-41D87268D753}"/>
          </ac:spMkLst>
        </pc:spChg>
        <pc:spChg chg="mod topLvl">
          <ac:chgData name="Kannepamula Mahesh Babu" userId="391c5b16-0897-4eca-a028-a97f935a3bd2" providerId="ADAL" clId="{9E3353FE-7EFD-4D1F-85AC-2D3001641A94}" dt="2026-06-29T12:19:23.978" v="5382" actId="20577"/>
          <ac:spMkLst>
            <pc:docMk/>
            <pc:sldMk cId="2997420400" sldId="2076137774"/>
            <ac:spMk id="12" creationId="{21ECEA29-C86D-4D1A-4178-CAACDC169D2B}"/>
          </ac:spMkLst>
        </pc:spChg>
        <pc:spChg chg="mod topLvl">
          <ac:chgData name="Kannepamula Mahesh Babu" userId="391c5b16-0897-4eca-a028-a97f935a3bd2" providerId="ADAL" clId="{9E3353FE-7EFD-4D1F-85AC-2D3001641A94}" dt="2026-06-29T12:19:25.668" v="5383" actId="20577"/>
          <ac:spMkLst>
            <pc:docMk/>
            <pc:sldMk cId="2997420400" sldId="2076137774"/>
            <ac:spMk id="13" creationId="{96AF99A2-71C8-BB32-C8CC-32CC8D563AA9}"/>
          </ac:spMkLst>
        </pc:spChg>
        <pc:spChg chg="add mod">
          <ac:chgData name="Kannepamula Mahesh Babu" userId="391c5b16-0897-4eca-a028-a97f935a3bd2" providerId="ADAL" clId="{9E3353FE-7EFD-4D1F-85AC-2D3001641A94}" dt="2026-06-29T08:54:01.484" v="3375" actId="122"/>
          <ac:spMkLst>
            <pc:docMk/>
            <pc:sldMk cId="2997420400" sldId="2076137774"/>
            <ac:spMk id="16" creationId="{CF484258-AE57-EE78-9AF9-2CB262AEDBF6}"/>
          </ac:spMkLst>
        </pc:spChg>
        <pc:spChg chg="add mod">
          <ac:chgData name="Kannepamula Mahesh Babu" userId="391c5b16-0897-4eca-a028-a97f935a3bd2" providerId="ADAL" clId="{9E3353FE-7EFD-4D1F-85AC-2D3001641A94}" dt="2026-06-29T13:07:39.817" v="5855" actId="1076"/>
          <ac:spMkLst>
            <pc:docMk/>
            <pc:sldMk cId="2997420400" sldId="2076137774"/>
            <ac:spMk id="18" creationId="{686D4D8F-68ED-E2B4-1367-4B09E233143D}"/>
          </ac:spMkLst>
        </pc:spChg>
        <pc:spChg chg="add mod">
          <ac:chgData name="Kannepamula Mahesh Babu" userId="391c5b16-0897-4eca-a028-a97f935a3bd2" providerId="ADAL" clId="{9E3353FE-7EFD-4D1F-85AC-2D3001641A94}" dt="2026-06-29T13:07:39.817" v="5855" actId="1076"/>
          <ac:spMkLst>
            <pc:docMk/>
            <pc:sldMk cId="2997420400" sldId="2076137774"/>
            <ac:spMk id="19" creationId="{81D85850-A105-AE5A-88E7-61C18427BC0E}"/>
          </ac:spMkLst>
        </pc:spChg>
        <pc:spChg chg="add mod">
          <ac:chgData name="Kannepamula Mahesh Babu" userId="391c5b16-0897-4eca-a028-a97f935a3bd2" providerId="ADAL" clId="{9E3353FE-7EFD-4D1F-85AC-2D3001641A94}" dt="2026-06-29T13:07:39.817" v="5855" actId="1076"/>
          <ac:spMkLst>
            <pc:docMk/>
            <pc:sldMk cId="2997420400" sldId="2076137774"/>
            <ac:spMk id="20" creationId="{88A4BCC5-A000-1AEE-3F19-8335FE8837D0}"/>
          </ac:spMkLst>
        </pc:spChg>
        <pc:spChg chg="add mod">
          <ac:chgData name="Kannepamula Mahesh Babu" userId="391c5b16-0897-4eca-a028-a97f935a3bd2" providerId="ADAL" clId="{9E3353FE-7EFD-4D1F-85AC-2D3001641A94}" dt="2026-06-29T13:07:43.939" v="5856" actId="1076"/>
          <ac:spMkLst>
            <pc:docMk/>
            <pc:sldMk cId="2997420400" sldId="2076137774"/>
            <ac:spMk id="21" creationId="{CE20E095-5EDB-035F-6FA1-061872087D47}"/>
          </ac:spMkLst>
        </pc:spChg>
        <pc:spChg chg="add mod">
          <ac:chgData name="Kannepamula Mahesh Babu" userId="391c5b16-0897-4eca-a028-a97f935a3bd2" providerId="ADAL" clId="{9E3353FE-7EFD-4D1F-85AC-2D3001641A94}" dt="2026-06-29T13:07:43.939" v="5856" actId="1076"/>
          <ac:spMkLst>
            <pc:docMk/>
            <pc:sldMk cId="2997420400" sldId="2076137774"/>
            <ac:spMk id="22" creationId="{D9B3322D-F7FA-74F5-0256-D4EDA1313533}"/>
          </ac:spMkLst>
        </pc:spChg>
        <pc:picChg chg="add mod">
          <ac:chgData name="Kannepamula Mahesh Babu" userId="391c5b16-0897-4eca-a028-a97f935a3bd2" providerId="ADAL" clId="{9E3353FE-7EFD-4D1F-85AC-2D3001641A94}" dt="2026-06-29T13:26:24.002" v="5984" actId="554"/>
          <ac:picMkLst>
            <pc:docMk/>
            <pc:sldMk cId="2997420400" sldId="2076137774"/>
            <ac:picMk id="11" creationId="{0597B0FC-095F-F494-035C-42B43B7637FC}"/>
          </ac:picMkLst>
        </pc:picChg>
        <pc:picChg chg="add mod">
          <ac:chgData name="Kannepamula Mahesh Babu" userId="391c5b16-0897-4eca-a028-a97f935a3bd2" providerId="ADAL" clId="{9E3353FE-7EFD-4D1F-85AC-2D3001641A94}" dt="2026-06-29T13:26:24.002" v="5984" actId="554"/>
          <ac:picMkLst>
            <pc:docMk/>
            <pc:sldMk cId="2997420400" sldId="2076137774"/>
            <ac:picMk id="15" creationId="{51A48599-7921-5669-BB0A-ED72F8CA3EEB}"/>
          </ac:picMkLst>
        </pc:picChg>
        <pc:picChg chg="add mod">
          <ac:chgData name="Kannepamula Mahesh Babu" userId="391c5b16-0897-4eca-a028-a97f935a3bd2" providerId="ADAL" clId="{9E3353FE-7EFD-4D1F-85AC-2D3001641A94}" dt="2026-06-29T13:26:15.900" v="5983" actId="12789"/>
          <ac:picMkLst>
            <pc:docMk/>
            <pc:sldMk cId="2997420400" sldId="2076137774"/>
            <ac:picMk id="17" creationId="{7E8B1D6A-35A1-7B53-46E1-609F3A87E5FE}"/>
          </ac:picMkLst>
        </pc:picChg>
        <pc:picChg chg="add mod">
          <ac:chgData name="Kannepamula Mahesh Babu" userId="391c5b16-0897-4eca-a028-a97f935a3bd2" providerId="ADAL" clId="{9E3353FE-7EFD-4D1F-85AC-2D3001641A94}" dt="2026-06-29T13:26:24.002" v="5984" actId="554"/>
          <ac:picMkLst>
            <pc:docMk/>
            <pc:sldMk cId="2997420400" sldId="2076137774"/>
            <ac:picMk id="23" creationId="{609D33A2-FB34-9DB1-F4CE-07D0FBF9B912}"/>
          </ac:picMkLst>
        </pc:picChg>
        <pc:picChg chg="add mod">
          <ac:chgData name="Kannepamula Mahesh Babu" userId="391c5b16-0897-4eca-a028-a97f935a3bd2" providerId="ADAL" clId="{9E3353FE-7EFD-4D1F-85AC-2D3001641A94}" dt="2026-06-29T13:26:15.900" v="5983" actId="12789"/>
          <ac:picMkLst>
            <pc:docMk/>
            <pc:sldMk cId="2997420400" sldId="2076137774"/>
            <ac:picMk id="25" creationId="{95F96DD5-BFF3-AE63-6CE0-2E60623F905E}"/>
          </ac:picMkLst>
        </pc:picChg>
        <pc:cxnChg chg="add mod">
          <ac:chgData name="Kannepamula Mahesh Babu" userId="391c5b16-0897-4eca-a028-a97f935a3bd2" providerId="ADAL" clId="{9E3353FE-7EFD-4D1F-85AC-2D3001641A94}" dt="2026-06-29T08:54:29.034" v="3382" actId="1076"/>
          <ac:cxnSpMkLst>
            <pc:docMk/>
            <pc:sldMk cId="2997420400" sldId="2076137774"/>
            <ac:cxnSpMk id="28" creationId="{D72F8549-DE05-577A-3FCD-D97D014371F3}"/>
          </ac:cxnSpMkLst>
        </pc:cxnChg>
      </pc:sldChg>
      <pc:sldChg chg="addSp delSp modSp new mod">
        <pc:chgData name="Kannepamula Mahesh Babu" userId="391c5b16-0897-4eca-a028-a97f935a3bd2" providerId="ADAL" clId="{9E3353FE-7EFD-4D1F-85AC-2D3001641A94}" dt="2026-06-29T13:44:35.727" v="6224" actId="3064"/>
        <pc:sldMkLst>
          <pc:docMk/>
          <pc:sldMk cId="2467562094" sldId="2076137775"/>
        </pc:sldMkLst>
        <pc:spChg chg="mod">
          <ac:chgData name="Kannepamula Mahesh Babu" userId="391c5b16-0897-4eca-a028-a97f935a3bd2" providerId="ADAL" clId="{9E3353FE-7EFD-4D1F-85AC-2D3001641A94}" dt="2026-06-29T09:37:17.991" v="3797" actId="207"/>
          <ac:spMkLst>
            <pc:docMk/>
            <pc:sldMk cId="2467562094" sldId="2076137775"/>
            <ac:spMk id="2" creationId="{3CA2A961-9A23-5E9B-1B65-B29FFEC0CBA1}"/>
          </ac:spMkLst>
        </pc:spChg>
        <pc:spChg chg="mod">
          <ac:chgData name="Kannepamula Mahesh Babu" userId="391c5b16-0897-4eca-a028-a97f935a3bd2" providerId="ADAL" clId="{9E3353FE-7EFD-4D1F-85AC-2D3001641A94}" dt="2026-06-29T13:36:16.200" v="6106" actId="14100"/>
          <ac:spMkLst>
            <pc:docMk/>
            <pc:sldMk cId="2467562094" sldId="2076137775"/>
            <ac:spMk id="3" creationId="{621602F3-34C8-48EA-713A-B10BF5E4BE9D}"/>
          </ac:spMkLst>
        </pc:spChg>
        <pc:spChg chg="add mod">
          <ac:chgData name="Kannepamula Mahesh Babu" userId="391c5b16-0897-4eca-a028-a97f935a3bd2" providerId="ADAL" clId="{9E3353FE-7EFD-4D1F-85AC-2D3001641A94}" dt="2026-06-29T08:55:50.452" v="3391"/>
          <ac:spMkLst>
            <pc:docMk/>
            <pc:sldMk cId="2467562094" sldId="2076137775"/>
            <ac:spMk id="5" creationId="{9E332B9D-844C-FD7C-D44C-0BF0FBF0CB4E}"/>
          </ac:spMkLst>
        </pc:spChg>
        <pc:spChg chg="add mod">
          <ac:chgData name="Kannepamula Mahesh Babu" userId="391c5b16-0897-4eca-a028-a97f935a3bd2" providerId="ADAL" clId="{9E3353FE-7EFD-4D1F-85AC-2D3001641A94}" dt="2026-06-29T11:44:44.931" v="4901" actId="207"/>
          <ac:spMkLst>
            <pc:docMk/>
            <pc:sldMk cId="2467562094" sldId="2076137775"/>
            <ac:spMk id="6" creationId="{985A8C32-4648-B746-3E3E-6738AC08E2D0}"/>
          </ac:spMkLst>
        </pc:spChg>
        <pc:spChg chg="add mod">
          <ac:chgData name="Kannepamula Mahesh Babu" userId="391c5b16-0897-4eca-a028-a97f935a3bd2" providerId="ADAL" clId="{9E3353FE-7EFD-4D1F-85AC-2D3001641A94}" dt="2026-06-29T11:44:44.931" v="4901" actId="207"/>
          <ac:spMkLst>
            <pc:docMk/>
            <pc:sldMk cId="2467562094" sldId="2076137775"/>
            <ac:spMk id="7" creationId="{8793C4EC-732C-E54A-30BF-CEA5FCAF9555}"/>
          </ac:spMkLst>
        </pc:spChg>
        <pc:spChg chg="add mod">
          <ac:chgData name="Kannepamula Mahesh Babu" userId="391c5b16-0897-4eca-a028-a97f935a3bd2" providerId="ADAL" clId="{9E3353FE-7EFD-4D1F-85AC-2D3001641A94}" dt="2026-06-29T11:41:32.802" v="4873" actId="207"/>
          <ac:spMkLst>
            <pc:docMk/>
            <pc:sldMk cId="2467562094" sldId="2076137775"/>
            <ac:spMk id="8" creationId="{B77D1FFA-78DB-AE20-D467-04949666D9AF}"/>
          </ac:spMkLst>
        </pc:spChg>
        <pc:spChg chg="add mod">
          <ac:chgData name="Kannepamula Mahesh Babu" userId="391c5b16-0897-4eca-a028-a97f935a3bd2" providerId="ADAL" clId="{9E3353FE-7EFD-4D1F-85AC-2D3001641A94}" dt="2026-06-29T11:41:32.802" v="4873" actId="207"/>
          <ac:spMkLst>
            <pc:docMk/>
            <pc:sldMk cId="2467562094" sldId="2076137775"/>
            <ac:spMk id="9" creationId="{83058E3D-FA23-2517-3FF3-0CE66F531FD0}"/>
          </ac:spMkLst>
        </pc:spChg>
        <pc:spChg chg="add mod">
          <ac:chgData name="Kannepamula Mahesh Babu" userId="391c5b16-0897-4eca-a028-a97f935a3bd2" providerId="ADAL" clId="{9E3353FE-7EFD-4D1F-85AC-2D3001641A94}" dt="2026-06-29T11:41:32.802" v="4873" actId="207"/>
          <ac:spMkLst>
            <pc:docMk/>
            <pc:sldMk cId="2467562094" sldId="2076137775"/>
            <ac:spMk id="10" creationId="{6D68E2B5-FF0A-36C1-5C83-5B7CB456E87D}"/>
          </ac:spMkLst>
        </pc:spChg>
        <pc:spChg chg="add mod">
          <ac:chgData name="Kannepamula Mahesh Babu" userId="391c5b16-0897-4eca-a028-a97f935a3bd2" providerId="ADAL" clId="{9E3353FE-7EFD-4D1F-85AC-2D3001641A94}" dt="2026-06-29T13:34:44.326" v="6080" actId="1076"/>
          <ac:spMkLst>
            <pc:docMk/>
            <pc:sldMk cId="2467562094" sldId="2076137775"/>
            <ac:spMk id="11" creationId="{C7470DCA-4056-491B-5EA1-40353AD432D8}"/>
          </ac:spMkLst>
        </pc:spChg>
        <pc:spChg chg="add mod">
          <ac:chgData name="Kannepamula Mahesh Babu" userId="391c5b16-0897-4eca-a028-a97f935a3bd2" providerId="ADAL" clId="{9E3353FE-7EFD-4D1F-85AC-2D3001641A94}" dt="2026-06-29T13:33:12.451" v="6055" actId="3064"/>
          <ac:spMkLst>
            <pc:docMk/>
            <pc:sldMk cId="2467562094" sldId="2076137775"/>
            <ac:spMk id="12" creationId="{EAE1E09A-45D5-E445-F470-DB24A8B3A8D8}"/>
          </ac:spMkLst>
        </pc:spChg>
        <pc:spChg chg="add mod">
          <ac:chgData name="Kannepamula Mahesh Babu" userId="391c5b16-0897-4eca-a028-a97f935a3bd2" providerId="ADAL" clId="{9E3353FE-7EFD-4D1F-85AC-2D3001641A94}" dt="2026-06-29T13:33:12.451" v="6055" actId="3064"/>
          <ac:spMkLst>
            <pc:docMk/>
            <pc:sldMk cId="2467562094" sldId="2076137775"/>
            <ac:spMk id="13" creationId="{3E330EEA-C0F6-6CF5-5CDF-974B77739806}"/>
          </ac:spMkLst>
        </pc:spChg>
        <pc:spChg chg="add mod">
          <ac:chgData name="Kannepamula Mahesh Babu" userId="391c5b16-0897-4eca-a028-a97f935a3bd2" providerId="ADAL" clId="{9E3353FE-7EFD-4D1F-85AC-2D3001641A94}" dt="2026-06-29T13:44:35.727" v="6224" actId="3064"/>
          <ac:spMkLst>
            <pc:docMk/>
            <pc:sldMk cId="2467562094" sldId="2076137775"/>
            <ac:spMk id="14" creationId="{5AFA5231-F61C-8836-0F61-67E4D64044DB}"/>
          </ac:spMkLst>
        </pc:spChg>
        <pc:spChg chg="add mod">
          <ac:chgData name="Kannepamula Mahesh Babu" userId="391c5b16-0897-4eca-a028-a97f935a3bd2" providerId="ADAL" clId="{9E3353FE-7EFD-4D1F-85AC-2D3001641A94}" dt="2026-06-29T13:35:55.149" v="6096" actId="1076"/>
          <ac:spMkLst>
            <pc:docMk/>
            <pc:sldMk cId="2467562094" sldId="2076137775"/>
            <ac:spMk id="15" creationId="{E1D6247A-9E94-AFD1-9C6E-07F50CFBCB38}"/>
          </ac:spMkLst>
        </pc:spChg>
        <pc:spChg chg="add mod">
          <ac:chgData name="Kannepamula Mahesh Babu" userId="391c5b16-0897-4eca-a028-a97f935a3bd2" providerId="ADAL" clId="{9E3353FE-7EFD-4D1F-85AC-2D3001641A94}" dt="2026-06-29T13:35:55.149" v="6096" actId="1076"/>
          <ac:spMkLst>
            <pc:docMk/>
            <pc:sldMk cId="2467562094" sldId="2076137775"/>
            <ac:spMk id="16" creationId="{8A77C5F6-FCA6-EAAB-DABC-996257D60E65}"/>
          </ac:spMkLst>
        </pc:spChg>
        <pc:spChg chg="add mod">
          <ac:chgData name="Kannepamula Mahesh Babu" userId="391c5b16-0897-4eca-a028-a97f935a3bd2" providerId="ADAL" clId="{9E3353FE-7EFD-4D1F-85AC-2D3001641A94}" dt="2026-06-29T13:35:28.593" v="6089" actId="164"/>
          <ac:spMkLst>
            <pc:docMk/>
            <pc:sldMk cId="2467562094" sldId="2076137775"/>
            <ac:spMk id="24" creationId="{60D853FC-FB63-0BB5-34FD-B4CEFC9A50DD}"/>
          </ac:spMkLst>
        </pc:spChg>
        <pc:spChg chg="add mod ord">
          <ac:chgData name="Kannepamula Mahesh Babu" userId="391c5b16-0897-4eca-a028-a97f935a3bd2" providerId="ADAL" clId="{9E3353FE-7EFD-4D1F-85AC-2D3001641A94}" dt="2026-06-29T13:35:28.593" v="6089" actId="164"/>
          <ac:spMkLst>
            <pc:docMk/>
            <pc:sldMk cId="2467562094" sldId="2076137775"/>
            <ac:spMk id="27" creationId="{ADA88813-D13F-BBC8-5CF7-B6C694096D9F}"/>
          </ac:spMkLst>
        </pc:spChg>
        <pc:spChg chg="mod topLvl">
          <ac:chgData name="Kannepamula Mahesh Babu" userId="391c5b16-0897-4eca-a028-a97f935a3bd2" providerId="ADAL" clId="{9E3353FE-7EFD-4D1F-85AC-2D3001641A94}" dt="2026-06-29T13:36:41.593" v="6114" actId="165"/>
          <ac:spMkLst>
            <pc:docMk/>
            <pc:sldMk cId="2467562094" sldId="2076137775"/>
            <ac:spMk id="35" creationId="{46F2FB94-83C2-E9FD-7783-F3DAC83E4E49}"/>
          </ac:spMkLst>
        </pc:spChg>
        <pc:spChg chg="mod topLvl">
          <ac:chgData name="Kannepamula Mahesh Babu" userId="391c5b16-0897-4eca-a028-a97f935a3bd2" providerId="ADAL" clId="{9E3353FE-7EFD-4D1F-85AC-2D3001641A94}" dt="2026-06-29T13:37:17.321" v="6126" actId="12789"/>
          <ac:spMkLst>
            <pc:docMk/>
            <pc:sldMk cId="2467562094" sldId="2076137775"/>
            <ac:spMk id="36" creationId="{18CE23D1-FB30-1A13-F041-524C221A83AE}"/>
          </ac:spMkLst>
        </pc:spChg>
        <pc:spChg chg="mod topLvl">
          <ac:chgData name="Kannepamula Mahesh Babu" userId="391c5b16-0897-4eca-a028-a97f935a3bd2" providerId="ADAL" clId="{9E3353FE-7EFD-4D1F-85AC-2D3001641A94}" dt="2026-06-29T13:36:41.593" v="6114" actId="165"/>
          <ac:spMkLst>
            <pc:docMk/>
            <pc:sldMk cId="2467562094" sldId="2076137775"/>
            <ac:spMk id="39" creationId="{ED17CE4E-971D-3406-DF86-4C3CB169A955}"/>
          </ac:spMkLst>
        </pc:spChg>
        <pc:spChg chg="mod topLvl">
          <ac:chgData name="Kannepamula Mahesh Babu" userId="391c5b16-0897-4eca-a028-a97f935a3bd2" providerId="ADAL" clId="{9E3353FE-7EFD-4D1F-85AC-2D3001641A94}" dt="2026-06-29T13:37:10.068" v="6124" actId="12789"/>
          <ac:spMkLst>
            <pc:docMk/>
            <pc:sldMk cId="2467562094" sldId="2076137775"/>
            <ac:spMk id="40" creationId="{5B87D483-3037-3107-FCDE-A70C2D7ED615}"/>
          </ac:spMkLst>
        </pc:spChg>
        <pc:spChg chg="mod topLvl">
          <ac:chgData name="Kannepamula Mahesh Babu" userId="391c5b16-0897-4eca-a028-a97f935a3bd2" providerId="ADAL" clId="{9E3353FE-7EFD-4D1F-85AC-2D3001641A94}" dt="2026-06-29T13:36:41.593" v="6114" actId="165"/>
          <ac:spMkLst>
            <pc:docMk/>
            <pc:sldMk cId="2467562094" sldId="2076137775"/>
            <ac:spMk id="42" creationId="{D422386D-F5C3-FB2D-E1F2-25E126ABDDF7}"/>
          </ac:spMkLst>
        </pc:spChg>
        <pc:spChg chg="mod topLvl">
          <ac:chgData name="Kannepamula Mahesh Babu" userId="391c5b16-0897-4eca-a028-a97f935a3bd2" providerId="ADAL" clId="{9E3353FE-7EFD-4D1F-85AC-2D3001641A94}" dt="2026-06-29T13:36:50.432" v="6116" actId="12789"/>
          <ac:spMkLst>
            <pc:docMk/>
            <pc:sldMk cId="2467562094" sldId="2076137775"/>
            <ac:spMk id="43" creationId="{D89EFF70-F76C-D4C8-5091-FA6DBD27B76D}"/>
          </ac:spMkLst>
        </pc:spChg>
        <pc:spChg chg="mod topLvl">
          <ac:chgData name="Kannepamula Mahesh Babu" userId="391c5b16-0897-4eca-a028-a97f935a3bd2" providerId="ADAL" clId="{9E3353FE-7EFD-4D1F-85AC-2D3001641A94}" dt="2026-06-29T13:36:41.593" v="6114" actId="165"/>
          <ac:spMkLst>
            <pc:docMk/>
            <pc:sldMk cId="2467562094" sldId="2076137775"/>
            <ac:spMk id="46" creationId="{E311A347-98F9-D397-3836-5C8C7F55B3F0}"/>
          </ac:spMkLst>
        </pc:spChg>
        <pc:spChg chg="mod topLvl">
          <ac:chgData name="Kannepamula Mahesh Babu" userId="391c5b16-0897-4eca-a028-a97f935a3bd2" providerId="ADAL" clId="{9E3353FE-7EFD-4D1F-85AC-2D3001641A94}" dt="2026-06-29T13:36:59.375" v="6120" actId="12789"/>
          <ac:spMkLst>
            <pc:docMk/>
            <pc:sldMk cId="2467562094" sldId="2076137775"/>
            <ac:spMk id="47" creationId="{CD553C33-CDD4-DCE4-CB1D-A85E262E37D6}"/>
          </ac:spMkLst>
        </pc:spChg>
        <pc:spChg chg="mod topLvl">
          <ac:chgData name="Kannepamula Mahesh Babu" userId="391c5b16-0897-4eca-a028-a97f935a3bd2" providerId="ADAL" clId="{9E3353FE-7EFD-4D1F-85AC-2D3001641A94}" dt="2026-06-29T13:36:41.593" v="6114" actId="165"/>
          <ac:spMkLst>
            <pc:docMk/>
            <pc:sldMk cId="2467562094" sldId="2076137775"/>
            <ac:spMk id="49" creationId="{8FB71C5A-8E30-4223-6B27-06D6CE6446B1}"/>
          </ac:spMkLst>
        </pc:spChg>
        <pc:spChg chg="mod topLvl">
          <ac:chgData name="Kannepamula Mahesh Babu" userId="391c5b16-0897-4eca-a028-a97f935a3bd2" providerId="ADAL" clId="{9E3353FE-7EFD-4D1F-85AC-2D3001641A94}" dt="2026-06-29T13:37:04.718" v="6122" actId="12789"/>
          <ac:spMkLst>
            <pc:docMk/>
            <pc:sldMk cId="2467562094" sldId="2076137775"/>
            <ac:spMk id="50" creationId="{7C8BC77E-8AA2-FA9F-868E-745E455243F2}"/>
          </ac:spMkLst>
        </pc:spChg>
        <pc:grpChg chg="add mod">
          <ac:chgData name="Kannepamula Mahesh Babu" userId="391c5b16-0897-4eca-a028-a97f935a3bd2" providerId="ADAL" clId="{9E3353FE-7EFD-4D1F-85AC-2D3001641A94}" dt="2026-06-29T13:35:28.593" v="6089" actId="164"/>
          <ac:grpSpMkLst>
            <pc:docMk/>
            <pc:sldMk cId="2467562094" sldId="2076137775"/>
            <ac:grpSpMk id="29" creationId="{F0098266-6552-9CB7-73BA-D7A88CDE3626}"/>
          </ac:grpSpMkLst>
        </pc:grpChg>
        <pc:picChg chg="add mod">
          <ac:chgData name="Kannepamula Mahesh Babu" userId="391c5b16-0897-4eca-a028-a97f935a3bd2" providerId="ADAL" clId="{9E3353FE-7EFD-4D1F-85AC-2D3001641A94}" dt="2026-06-29T13:35:28.593" v="6089" actId="164"/>
          <ac:picMkLst>
            <pc:docMk/>
            <pc:sldMk cId="2467562094" sldId="2076137775"/>
            <ac:picMk id="25" creationId="{EE253F5D-8E19-BF32-FF8F-10D78F3D04FB}"/>
          </ac:picMkLst>
        </pc:picChg>
        <pc:picChg chg="add mod">
          <ac:chgData name="Kannepamula Mahesh Babu" userId="391c5b16-0897-4eca-a028-a97f935a3bd2" providerId="ADAL" clId="{9E3353FE-7EFD-4D1F-85AC-2D3001641A94}" dt="2026-06-29T13:37:17.321" v="6126" actId="12789"/>
          <ac:picMkLst>
            <pc:docMk/>
            <pc:sldMk cId="2467562094" sldId="2076137775"/>
            <ac:picMk id="51" creationId="{8AB00C69-EB93-E742-9B0F-52FC2790CBD9}"/>
          </ac:picMkLst>
        </pc:picChg>
        <pc:picChg chg="add mod">
          <ac:chgData name="Kannepamula Mahesh Babu" userId="391c5b16-0897-4eca-a028-a97f935a3bd2" providerId="ADAL" clId="{9E3353FE-7EFD-4D1F-85AC-2D3001641A94}" dt="2026-06-29T13:37:10.068" v="6124" actId="12789"/>
          <ac:picMkLst>
            <pc:docMk/>
            <pc:sldMk cId="2467562094" sldId="2076137775"/>
            <ac:picMk id="52" creationId="{C465C5ED-EDBA-C47E-8B7B-572909B4132E}"/>
          </ac:picMkLst>
        </pc:picChg>
        <pc:picChg chg="add mod">
          <ac:chgData name="Kannepamula Mahesh Babu" userId="391c5b16-0897-4eca-a028-a97f935a3bd2" providerId="ADAL" clId="{9E3353FE-7EFD-4D1F-85AC-2D3001641A94}" dt="2026-06-29T13:36:50.432" v="6116" actId="12789"/>
          <ac:picMkLst>
            <pc:docMk/>
            <pc:sldMk cId="2467562094" sldId="2076137775"/>
            <ac:picMk id="55" creationId="{ACF501F6-DD4C-1FD0-37C0-1A93990E385D}"/>
          </ac:picMkLst>
        </pc:picChg>
        <pc:picChg chg="add mod">
          <ac:chgData name="Kannepamula Mahesh Babu" userId="391c5b16-0897-4eca-a028-a97f935a3bd2" providerId="ADAL" clId="{9E3353FE-7EFD-4D1F-85AC-2D3001641A94}" dt="2026-06-29T13:36:59.375" v="6120" actId="12789"/>
          <ac:picMkLst>
            <pc:docMk/>
            <pc:sldMk cId="2467562094" sldId="2076137775"/>
            <ac:picMk id="56" creationId="{6AD903EC-C006-9656-84B5-2B8ED9AFC533}"/>
          </ac:picMkLst>
        </pc:picChg>
        <pc:picChg chg="add mod">
          <ac:chgData name="Kannepamula Mahesh Babu" userId="391c5b16-0897-4eca-a028-a97f935a3bd2" providerId="ADAL" clId="{9E3353FE-7EFD-4D1F-85AC-2D3001641A94}" dt="2026-06-29T13:37:04.718" v="6122" actId="12789"/>
          <ac:picMkLst>
            <pc:docMk/>
            <pc:sldMk cId="2467562094" sldId="2076137775"/>
            <ac:picMk id="57" creationId="{C7B23780-A28B-B0D2-A889-A9E69DAFB74B}"/>
          </ac:picMkLst>
        </pc:picChg>
      </pc:sldChg>
      <pc:sldChg chg="addSp delSp modSp new mod">
        <pc:chgData name="Kannepamula Mahesh Babu" userId="391c5b16-0897-4eca-a028-a97f935a3bd2" providerId="ADAL" clId="{9E3353FE-7EFD-4D1F-85AC-2D3001641A94}" dt="2026-06-29T13:45:37.707" v="6234" actId="12789"/>
        <pc:sldMkLst>
          <pc:docMk/>
          <pc:sldMk cId="2709716531" sldId="2076137776"/>
        </pc:sldMkLst>
        <pc:spChg chg="mod">
          <ac:chgData name="Kannepamula Mahesh Babu" userId="391c5b16-0897-4eca-a028-a97f935a3bd2" providerId="ADAL" clId="{9E3353FE-7EFD-4D1F-85AC-2D3001641A94}" dt="2026-06-29T13:41:30.102" v="6198" actId="1076"/>
          <ac:spMkLst>
            <pc:docMk/>
            <pc:sldMk cId="2709716531" sldId="2076137776"/>
            <ac:spMk id="2" creationId="{9C1B0CB2-C63C-1BA8-5264-9DBBE70EC73E}"/>
          </ac:spMkLst>
        </pc:spChg>
        <pc:spChg chg="mod">
          <ac:chgData name="Kannepamula Mahesh Babu" userId="391c5b16-0897-4eca-a028-a97f935a3bd2" providerId="ADAL" clId="{9E3353FE-7EFD-4D1F-85AC-2D3001641A94}" dt="2026-06-29T10:17:39.674" v="4021" actId="207"/>
          <ac:spMkLst>
            <pc:docMk/>
            <pc:sldMk cId="2709716531" sldId="2076137776"/>
            <ac:spMk id="3" creationId="{D51ED836-60BC-1D2A-B61E-938718C32A9C}"/>
          </ac:spMkLst>
        </pc:spChg>
        <pc:spChg chg="add mod">
          <ac:chgData name="Kannepamula Mahesh Babu" userId="391c5b16-0897-4eca-a028-a97f935a3bd2" providerId="ADAL" clId="{9E3353FE-7EFD-4D1F-85AC-2D3001641A94}" dt="2026-06-29T13:41:31.393" v="6200" actId="1076"/>
          <ac:spMkLst>
            <pc:docMk/>
            <pc:sldMk cId="2709716531" sldId="2076137776"/>
            <ac:spMk id="5" creationId="{6C6D51A4-FBD2-A863-E258-882D400872AF}"/>
          </ac:spMkLst>
        </pc:spChg>
        <pc:spChg chg="add mod">
          <ac:chgData name="Kannepamula Mahesh Babu" userId="391c5b16-0897-4eca-a028-a97f935a3bd2" providerId="ADAL" clId="{9E3353FE-7EFD-4D1F-85AC-2D3001641A94}" dt="2026-06-29T13:40:53.589" v="6192" actId="1076"/>
          <ac:spMkLst>
            <pc:docMk/>
            <pc:sldMk cId="2709716531" sldId="2076137776"/>
            <ac:spMk id="6" creationId="{E42D5698-5494-E604-2FB4-86C1D835522F}"/>
          </ac:spMkLst>
        </pc:spChg>
        <pc:spChg chg="mod">
          <ac:chgData name="Kannepamula Mahesh Babu" userId="391c5b16-0897-4eca-a028-a97f935a3bd2" providerId="ADAL" clId="{9E3353FE-7EFD-4D1F-85AC-2D3001641A94}" dt="2026-06-29T13:38:38.047" v="6142" actId="1076"/>
          <ac:spMkLst>
            <pc:docMk/>
            <pc:sldMk cId="2709716531" sldId="2076137776"/>
            <ac:spMk id="8" creationId="{FE72FB30-9972-308D-454B-9A76256B2D62}"/>
          </ac:spMkLst>
        </pc:spChg>
        <pc:spChg chg="mod">
          <ac:chgData name="Kannepamula Mahesh Babu" userId="391c5b16-0897-4eca-a028-a97f935a3bd2" providerId="ADAL" clId="{9E3353FE-7EFD-4D1F-85AC-2D3001641A94}" dt="2026-06-29T13:38:38.047" v="6142" actId="1076"/>
          <ac:spMkLst>
            <pc:docMk/>
            <pc:sldMk cId="2709716531" sldId="2076137776"/>
            <ac:spMk id="9" creationId="{F3834F32-FF4D-9774-BA34-EC02B12BC670}"/>
          </ac:spMkLst>
        </pc:spChg>
        <pc:spChg chg="mod">
          <ac:chgData name="Kannepamula Mahesh Babu" userId="391c5b16-0897-4eca-a028-a97f935a3bd2" providerId="ADAL" clId="{9E3353FE-7EFD-4D1F-85AC-2D3001641A94}" dt="2026-06-29T13:41:47.878" v="6206" actId="1076"/>
          <ac:spMkLst>
            <pc:docMk/>
            <pc:sldMk cId="2709716531" sldId="2076137776"/>
            <ac:spMk id="10" creationId="{1E1F942A-2802-4523-E086-E34028688A14}"/>
          </ac:spMkLst>
        </pc:spChg>
        <pc:spChg chg="mod">
          <ac:chgData name="Kannepamula Mahesh Babu" userId="391c5b16-0897-4eca-a028-a97f935a3bd2" providerId="ADAL" clId="{9E3353FE-7EFD-4D1F-85AC-2D3001641A94}" dt="2026-06-29T13:38:45.738" v="6143" actId="1076"/>
          <ac:spMkLst>
            <pc:docMk/>
            <pc:sldMk cId="2709716531" sldId="2076137776"/>
            <ac:spMk id="11" creationId="{414E40E4-0859-4434-9C06-9D3717F3FDA3}"/>
          </ac:spMkLst>
        </pc:spChg>
        <pc:spChg chg="mod">
          <ac:chgData name="Kannepamula Mahesh Babu" userId="391c5b16-0897-4eca-a028-a97f935a3bd2" providerId="ADAL" clId="{9E3353FE-7EFD-4D1F-85AC-2D3001641A94}" dt="2026-06-29T13:38:45.738" v="6143" actId="1076"/>
          <ac:spMkLst>
            <pc:docMk/>
            <pc:sldMk cId="2709716531" sldId="2076137776"/>
            <ac:spMk id="12" creationId="{495C2726-CD78-D906-6127-3E0FB7A76BC3}"/>
          </ac:spMkLst>
        </pc:spChg>
        <pc:spChg chg="mod">
          <ac:chgData name="Kannepamula Mahesh Babu" userId="391c5b16-0897-4eca-a028-a97f935a3bd2" providerId="ADAL" clId="{9E3353FE-7EFD-4D1F-85AC-2D3001641A94}" dt="2026-06-29T13:38:45.738" v="6143" actId="1076"/>
          <ac:spMkLst>
            <pc:docMk/>
            <pc:sldMk cId="2709716531" sldId="2076137776"/>
            <ac:spMk id="13" creationId="{3CD49103-F254-F406-106E-DA28239A8349}"/>
          </ac:spMkLst>
        </pc:spChg>
        <pc:spChg chg="mod topLvl">
          <ac:chgData name="Kannepamula Mahesh Babu" userId="391c5b16-0897-4eca-a028-a97f935a3bd2" providerId="ADAL" clId="{9E3353FE-7EFD-4D1F-85AC-2D3001641A94}" dt="2026-06-29T13:39:13.268" v="6158" actId="165"/>
          <ac:spMkLst>
            <pc:docMk/>
            <pc:sldMk cId="2709716531" sldId="2076137776"/>
            <ac:spMk id="27" creationId="{7A33A733-F886-6C15-3818-EEFA0041AB0A}"/>
          </ac:spMkLst>
        </pc:spChg>
        <pc:spChg chg="mod topLvl">
          <ac:chgData name="Kannepamula Mahesh Babu" userId="391c5b16-0897-4eca-a028-a97f935a3bd2" providerId="ADAL" clId="{9E3353FE-7EFD-4D1F-85AC-2D3001641A94}" dt="2026-06-29T13:45:27.032" v="6230" actId="12789"/>
          <ac:spMkLst>
            <pc:docMk/>
            <pc:sldMk cId="2709716531" sldId="2076137776"/>
            <ac:spMk id="28" creationId="{E90AA28D-5A55-D078-FC40-11A5FA9032DB}"/>
          </ac:spMkLst>
        </pc:spChg>
        <pc:spChg chg="mod topLvl">
          <ac:chgData name="Kannepamula Mahesh Babu" userId="391c5b16-0897-4eca-a028-a97f935a3bd2" providerId="ADAL" clId="{9E3353FE-7EFD-4D1F-85AC-2D3001641A94}" dt="2026-06-29T13:42:57.391" v="6221" actId="554"/>
          <ac:spMkLst>
            <pc:docMk/>
            <pc:sldMk cId="2709716531" sldId="2076137776"/>
            <ac:spMk id="31" creationId="{B8AA23A0-CFF4-94C2-4D15-EE0F40C4FEF6}"/>
          </ac:spMkLst>
        </pc:spChg>
        <pc:spChg chg="mod topLvl">
          <ac:chgData name="Kannepamula Mahesh Babu" userId="391c5b16-0897-4eca-a028-a97f935a3bd2" providerId="ADAL" clId="{9E3353FE-7EFD-4D1F-85AC-2D3001641A94}" dt="2026-06-29T13:45:31.061" v="6232" actId="12789"/>
          <ac:spMkLst>
            <pc:docMk/>
            <pc:sldMk cId="2709716531" sldId="2076137776"/>
            <ac:spMk id="32" creationId="{5AA32F08-BD30-A65D-1397-6888F3876716}"/>
          </ac:spMkLst>
        </pc:spChg>
        <pc:spChg chg="mod topLvl">
          <ac:chgData name="Kannepamula Mahesh Babu" userId="391c5b16-0897-4eca-a028-a97f935a3bd2" providerId="ADAL" clId="{9E3353FE-7EFD-4D1F-85AC-2D3001641A94}" dt="2026-06-29T13:39:13.268" v="6158" actId="165"/>
          <ac:spMkLst>
            <pc:docMk/>
            <pc:sldMk cId="2709716531" sldId="2076137776"/>
            <ac:spMk id="35" creationId="{38A1D0D5-E155-898C-34C7-42B822AEF51A}"/>
          </ac:spMkLst>
        </pc:spChg>
        <pc:spChg chg="mod topLvl">
          <ac:chgData name="Kannepamula Mahesh Babu" userId="391c5b16-0897-4eca-a028-a97f935a3bd2" providerId="ADAL" clId="{9E3353FE-7EFD-4D1F-85AC-2D3001641A94}" dt="2026-06-29T13:45:37.707" v="6234" actId="12789"/>
          <ac:spMkLst>
            <pc:docMk/>
            <pc:sldMk cId="2709716531" sldId="2076137776"/>
            <ac:spMk id="36" creationId="{4CA9AA25-FDDD-B9B9-739D-9A5A2877E05D}"/>
          </ac:spMkLst>
        </pc:spChg>
        <pc:spChg chg="mod topLvl">
          <ac:chgData name="Kannepamula Mahesh Babu" userId="391c5b16-0897-4eca-a028-a97f935a3bd2" providerId="ADAL" clId="{9E3353FE-7EFD-4D1F-85AC-2D3001641A94}" dt="2026-06-29T13:39:13.268" v="6158" actId="165"/>
          <ac:spMkLst>
            <pc:docMk/>
            <pc:sldMk cId="2709716531" sldId="2076137776"/>
            <ac:spMk id="39" creationId="{030B4442-D683-0828-58C9-0175747B925D}"/>
          </ac:spMkLst>
        </pc:spChg>
        <pc:spChg chg="mod">
          <ac:chgData name="Kannepamula Mahesh Babu" userId="391c5b16-0897-4eca-a028-a97f935a3bd2" providerId="ADAL" clId="{9E3353FE-7EFD-4D1F-85AC-2D3001641A94}" dt="2026-06-29T13:45:21.836" v="6228" actId="12789"/>
          <ac:spMkLst>
            <pc:docMk/>
            <pc:sldMk cId="2709716531" sldId="2076137776"/>
            <ac:spMk id="40" creationId="{AE7D071C-1248-30D3-7D50-93BEF7EAD9EC}"/>
          </ac:spMkLst>
        </pc:spChg>
        <pc:spChg chg="mod topLvl">
          <ac:chgData name="Kannepamula Mahesh Babu" userId="391c5b16-0897-4eca-a028-a97f935a3bd2" providerId="ADAL" clId="{9E3353FE-7EFD-4D1F-85AC-2D3001641A94}" dt="2026-06-29T13:43:12.620" v="6223" actId="554"/>
          <ac:spMkLst>
            <pc:docMk/>
            <pc:sldMk cId="2709716531" sldId="2076137776"/>
            <ac:spMk id="43" creationId="{3CB04588-A3CD-87EC-C975-A21069D66FFA}"/>
          </ac:spMkLst>
        </pc:spChg>
        <pc:spChg chg="mod topLvl">
          <ac:chgData name="Kannepamula Mahesh Babu" userId="391c5b16-0897-4eca-a028-a97f935a3bd2" providerId="ADAL" clId="{9E3353FE-7EFD-4D1F-85AC-2D3001641A94}" dt="2026-06-29T13:43:12.620" v="6223" actId="554"/>
          <ac:spMkLst>
            <pc:docMk/>
            <pc:sldMk cId="2709716531" sldId="2076137776"/>
            <ac:spMk id="44" creationId="{7362F829-FE3B-C21D-9755-FB5969E0AD31}"/>
          </ac:spMkLst>
        </pc:spChg>
        <pc:spChg chg="mod">
          <ac:chgData name="Kannepamula Mahesh Babu" userId="391c5b16-0897-4eca-a028-a97f935a3bd2" providerId="ADAL" clId="{9E3353FE-7EFD-4D1F-85AC-2D3001641A94}" dt="2026-06-29T13:38:56.059" v="6146" actId="571"/>
          <ac:spMkLst>
            <pc:docMk/>
            <pc:sldMk cId="2709716531" sldId="2076137776"/>
            <ac:spMk id="47" creationId="{5B6343EF-FDE7-095E-EA83-02A64BF7BC06}"/>
          </ac:spMkLst>
        </pc:spChg>
        <pc:spChg chg="mod topLvl">
          <ac:chgData name="Kannepamula Mahesh Babu" userId="391c5b16-0897-4eca-a028-a97f935a3bd2" providerId="ADAL" clId="{9E3353FE-7EFD-4D1F-85AC-2D3001641A94}" dt="2026-06-29T13:45:16.223" v="6226" actId="12789"/>
          <ac:spMkLst>
            <pc:docMk/>
            <pc:sldMk cId="2709716531" sldId="2076137776"/>
            <ac:spMk id="48" creationId="{675B6C45-0F7A-9CE4-3F65-C5A2E828352E}"/>
          </ac:spMkLst>
        </pc:spChg>
        <pc:picChg chg="add mod">
          <ac:chgData name="Kannepamula Mahesh Babu" userId="391c5b16-0897-4eca-a028-a97f935a3bd2" providerId="ADAL" clId="{9E3353FE-7EFD-4D1F-85AC-2D3001641A94}" dt="2026-06-29T13:45:27.032" v="6230" actId="12789"/>
          <ac:picMkLst>
            <pc:docMk/>
            <pc:sldMk cId="2709716531" sldId="2076137776"/>
            <ac:picMk id="50" creationId="{395DD9C7-0F20-DFE7-434A-E96D71A5426E}"/>
          </ac:picMkLst>
        </pc:picChg>
        <pc:picChg chg="add mod">
          <ac:chgData name="Kannepamula Mahesh Babu" userId="391c5b16-0897-4eca-a028-a97f935a3bd2" providerId="ADAL" clId="{9E3353FE-7EFD-4D1F-85AC-2D3001641A94}" dt="2026-06-29T13:45:31.061" v="6232" actId="12789"/>
          <ac:picMkLst>
            <pc:docMk/>
            <pc:sldMk cId="2709716531" sldId="2076137776"/>
            <ac:picMk id="51" creationId="{BB915F3E-4AEB-FCB1-705F-EB0E5E53D08F}"/>
          </ac:picMkLst>
        </pc:picChg>
        <pc:picChg chg="add mod">
          <ac:chgData name="Kannepamula Mahesh Babu" userId="391c5b16-0897-4eca-a028-a97f935a3bd2" providerId="ADAL" clId="{9E3353FE-7EFD-4D1F-85AC-2D3001641A94}" dt="2026-06-29T13:45:37.707" v="6234" actId="12789"/>
          <ac:picMkLst>
            <pc:docMk/>
            <pc:sldMk cId="2709716531" sldId="2076137776"/>
            <ac:picMk id="52" creationId="{0A4DBD0A-0B48-F614-904E-F526C34526F8}"/>
          </ac:picMkLst>
        </pc:picChg>
        <pc:picChg chg="add mod">
          <ac:chgData name="Kannepamula Mahesh Babu" userId="391c5b16-0897-4eca-a028-a97f935a3bd2" providerId="ADAL" clId="{9E3353FE-7EFD-4D1F-85AC-2D3001641A94}" dt="2026-06-29T13:45:21.836" v="6228" actId="12789"/>
          <ac:picMkLst>
            <pc:docMk/>
            <pc:sldMk cId="2709716531" sldId="2076137776"/>
            <ac:picMk id="53" creationId="{F0B8FC68-BA9D-060B-A854-7C3C07F69C1C}"/>
          </ac:picMkLst>
        </pc:picChg>
        <pc:picChg chg="add mod">
          <ac:chgData name="Kannepamula Mahesh Babu" userId="391c5b16-0897-4eca-a028-a97f935a3bd2" providerId="ADAL" clId="{9E3353FE-7EFD-4D1F-85AC-2D3001641A94}" dt="2026-06-29T13:45:16.223" v="6226" actId="12789"/>
          <ac:picMkLst>
            <pc:docMk/>
            <pc:sldMk cId="2709716531" sldId="2076137776"/>
            <ac:picMk id="54" creationId="{39EFDFE8-A64E-67C8-4C5C-E27035241FAA}"/>
          </ac:picMkLst>
        </pc:picChg>
        <pc:picChg chg="add mod">
          <ac:chgData name="Kannepamula Mahesh Babu" userId="391c5b16-0897-4eca-a028-a97f935a3bd2" providerId="ADAL" clId="{9E3353FE-7EFD-4D1F-85AC-2D3001641A94}" dt="2026-06-29T13:42:46.237" v="6218" actId="14100"/>
          <ac:picMkLst>
            <pc:docMk/>
            <pc:sldMk cId="2709716531" sldId="2076137776"/>
            <ac:picMk id="55" creationId="{6CE59F2E-4EA8-B84A-263E-B5ED53FF1893}"/>
          </ac:picMkLst>
        </pc:picChg>
      </pc:sldChg>
      <pc:sldChg chg="addSp delSp modSp new mod">
        <pc:chgData name="Kannepamula Mahesh Babu" userId="391c5b16-0897-4eca-a028-a97f935a3bd2" providerId="ADAL" clId="{9E3353FE-7EFD-4D1F-85AC-2D3001641A94}" dt="2026-06-29T13:47:45.086" v="6239" actId="1076"/>
        <pc:sldMkLst>
          <pc:docMk/>
          <pc:sldMk cId="2152366833" sldId="2076137777"/>
        </pc:sldMkLst>
        <pc:spChg chg="mod">
          <ac:chgData name="Kannepamula Mahesh Babu" userId="391c5b16-0897-4eca-a028-a97f935a3bd2" providerId="ADAL" clId="{9E3353FE-7EFD-4D1F-85AC-2D3001641A94}" dt="2026-06-29T09:06:10.228" v="3549" actId="14100"/>
          <ac:spMkLst>
            <pc:docMk/>
            <pc:sldMk cId="2152366833" sldId="2076137777"/>
            <ac:spMk id="2" creationId="{EAEE0C13-7CC1-BB10-0428-785145EC1CDE}"/>
          </ac:spMkLst>
        </pc:spChg>
        <pc:spChg chg="add mod">
          <ac:chgData name="Kannepamula Mahesh Babu" userId="391c5b16-0897-4eca-a028-a97f935a3bd2" providerId="ADAL" clId="{9E3353FE-7EFD-4D1F-85AC-2D3001641A94}" dt="2026-06-29T13:08:02.912" v="5860"/>
          <ac:spMkLst>
            <pc:docMk/>
            <pc:sldMk cId="2152366833" sldId="2076137777"/>
            <ac:spMk id="5" creationId="{F61E60E8-AE25-34E4-9FE9-9CC91E766A32}"/>
          </ac:spMkLst>
        </pc:spChg>
        <pc:spChg chg="add mod">
          <ac:chgData name="Kannepamula Mahesh Babu" userId="391c5b16-0897-4eca-a028-a97f935a3bd2" providerId="ADAL" clId="{9E3353FE-7EFD-4D1F-85AC-2D3001641A94}" dt="2026-06-29T09:06:36.224" v="3558"/>
          <ac:spMkLst>
            <pc:docMk/>
            <pc:sldMk cId="2152366833" sldId="2076137777"/>
            <ac:spMk id="6" creationId="{3C0D1C00-01BE-9BC2-CC36-B64D1410160C}"/>
          </ac:spMkLst>
        </pc:spChg>
        <pc:spChg chg="add mod">
          <ac:chgData name="Kannepamula Mahesh Babu" userId="391c5b16-0897-4eca-a028-a97f935a3bd2" providerId="ADAL" clId="{9E3353FE-7EFD-4D1F-85AC-2D3001641A94}" dt="2026-06-29T12:47:53.755" v="5714" actId="3064"/>
          <ac:spMkLst>
            <pc:docMk/>
            <pc:sldMk cId="2152366833" sldId="2076137777"/>
            <ac:spMk id="7" creationId="{33DADD18-517F-D8D3-5905-F06EA370AE96}"/>
          </ac:spMkLst>
        </pc:spChg>
        <pc:spChg chg="add mod">
          <ac:chgData name="Kannepamula Mahesh Babu" userId="391c5b16-0897-4eca-a028-a97f935a3bd2" providerId="ADAL" clId="{9E3353FE-7EFD-4D1F-85AC-2D3001641A94}" dt="2026-06-29T12:47:53.755" v="5714" actId="3064"/>
          <ac:spMkLst>
            <pc:docMk/>
            <pc:sldMk cId="2152366833" sldId="2076137777"/>
            <ac:spMk id="8" creationId="{06DF9E2A-5A57-05A4-AD53-C8466AC2B3BF}"/>
          </ac:spMkLst>
        </pc:spChg>
        <pc:spChg chg="add mod">
          <ac:chgData name="Kannepamula Mahesh Babu" userId="391c5b16-0897-4eca-a028-a97f935a3bd2" providerId="ADAL" clId="{9E3353FE-7EFD-4D1F-85AC-2D3001641A94}" dt="2026-06-29T12:47:53.755" v="5714" actId="3064"/>
          <ac:spMkLst>
            <pc:docMk/>
            <pc:sldMk cId="2152366833" sldId="2076137777"/>
            <ac:spMk id="9" creationId="{EFB4072A-940D-0ADD-4A95-68E27C22F1D8}"/>
          </ac:spMkLst>
        </pc:spChg>
        <pc:spChg chg="add mod">
          <ac:chgData name="Kannepamula Mahesh Babu" userId="391c5b16-0897-4eca-a028-a97f935a3bd2" providerId="ADAL" clId="{9E3353FE-7EFD-4D1F-85AC-2D3001641A94}" dt="2026-06-29T12:47:53.755" v="5714" actId="3064"/>
          <ac:spMkLst>
            <pc:docMk/>
            <pc:sldMk cId="2152366833" sldId="2076137777"/>
            <ac:spMk id="10" creationId="{7DF20CF3-446F-273E-4A84-AB1D0F0D4DB2}"/>
          </ac:spMkLst>
        </pc:spChg>
        <pc:spChg chg="add mod">
          <ac:chgData name="Kannepamula Mahesh Babu" userId="391c5b16-0897-4eca-a028-a97f935a3bd2" providerId="ADAL" clId="{9E3353FE-7EFD-4D1F-85AC-2D3001641A94}" dt="2026-06-29T12:47:53.755" v="5714" actId="3064"/>
          <ac:spMkLst>
            <pc:docMk/>
            <pc:sldMk cId="2152366833" sldId="2076137777"/>
            <ac:spMk id="11" creationId="{80E6A302-F3A3-6217-7C00-8EBDDA94F065}"/>
          </ac:spMkLst>
        </pc:spChg>
        <pc:spChg chg="add mod">
          <ac:chgData name="Kannepamula Mahesh Babu" userId="391c5b16-0897-4eca-a028-a97f935a3bd2" providerId="ADAL" clId="{9E3353FE-7EFD-4D1F-85AC-2D3001641A94}" dt="2026-06-29T10:58:40.761" v="4407" actId="207"/>
          <ac:spMkLst>
            <pc:docMk/>
            <pc:sldMk cId="2152366833" sldId="2076137777"/>
            <ac:spMk id="15" creationId="{7D33D367-6945-E0AA-AB2E-913FD1B510D9}"/>
          </ac:spMkLst>
        </pc:spChg>
        <pc:spChg chg="add mod">
          <ac:chgData name="Kannepamula Mahesh Babu" userId="391c5b16-0897-4eca-a028-a97f935a3bd2" providerId="ADAL" clId="{9E3353FE-7EFD-4D1F-85AC-2D3001641A94}" dt="2026-06-29T11:41:40.163" v="4874" actId="207"/>
          <ac:spMkLst>
            <pc:docMk/>
            <pc:sldMk cId="2152366833" sldId="2076137777"/>
            <ac:spMk id="16" creationId="{2FA040D7-308F-3647-BE79-2D791CF30D06}"/>
          </ac:spMkLst>
        </pc:spChg>
        <pc:spChg chg="add mod">
          <ac:chgData name="Kannepamula Mahesh Babu" userId="391c5b16-0897-4eca-a028-a97f935a3bd2" providerId="ADAL" clId="{9E3353FE-7EFD-4D1F-85AC-2D3001641A94}" dt="2026-06-29T11:41:40.163" v="4874" actId="207"/>
          <ac:spMkLst>
            <pc:docMk/>
            <pc:sldMk cId="2152366833" sldId="2076137777"/>
            <ac:spMk id="17" creationId="{1044463A-89B3-6BDB-2099-E9875CE5A752}"/>
          </ac:spMkLst>
        </pc:spChg>
        <pc:spChg chg="add mod">
          <ac:chgData name="Kannepamula Mahesh Babu" userId="391c5b16-0897-4eca-a028-a97f935a3bd2" providerId="ADAL" clId="{9E3353FE-7EFD-4D1F-85AC-2D3001641A94}" dt="2026-06-29T11:41:40.163" v="4874" actId="207"/>
          <ac:spMkLst>
            <pc:docMk/>
            <pc:sldMk cId="2152366833" sldId="2076137777"/>
            <ac:spMk id="18" creationId="{901023BB-9E55-342A-3230-47D51C7A65B1}"/>
          </ac:spMkLst>
        </pc:spChg>
        <pc:spChg chg="add mod">
          <ac:chgData name="Kannepamula Mahesh Babu" userId="391c5b16-0897-4eca-a028-a97f935a3bd2" providerId="ADAL" clId="{9E3353FE-7EFD-4D1F-85AC-2D3001641A94}" dt="2026-06-29T11:41:40.163" v="4874" actId="207"/>
          <ac:spMkLst>
            <pc:docMk/>
            <pc:sldMk cId="2152366833" sldId="2076137777"/>
            <ac:spMk id="19" creationId="{D8D97D30-8B84-0111-E42B-2B39A1C37D06}"/>
          </ac:spMkLst>
        </pc:spChg>
        <pc:spChg chg="add mod">
          <ac:chgData name="Kannepamula Mahesh Babu" userId="391c5b16-0897-4eca-a028-a97f935a3bd2" providerId="ADAL" clId="{9E3353FE-7EFD-4D1F-85AC-2D3001641A94}" dt="2026-06-29T11:41:40.163" v="4874" actId="207"/>
          <ac:spMkLst>
            <pc:docMk/>
            <pc:sldMk cId="2152366833" sldId="2076137777"/>
            <ac:spMk id="20" creationId="{5B2DA9AF-7F8C-E8AD-B947-59BB2D8EA5F6}"/>
          </ac:spMkLst>
        </pc:spChg>
        <pc:spChg chg="add mod">
          <ac:chgData name="Kannepamula Mahesh Babu" userId="391c5b16-0897-4eca-a028-a97f935a3bd2" providerId="ADAL" clId="{9E3353FE-7EFD-4D1F-85AC-2D3001641A94}" dt="2026-06-29T11:41:40.163" v="4874" actId="207"/>
          <ac:spMkLst>
            <pc:docMk/>
            <pc:sldMk cId="2152366833" sldId="2076137777"/>
            <ac:spMk id="21" creationId="{D8904177-7425-BF45-E1E6-A57DDD08A51C}"/>
          </ac:spMkLst>
        </pc:spChg>
        <pc:spChg chg="add mod">
          <ac:chgData name="Kannepamula Mahesh Babu" userId="391c5b16-0897-4eca-a028-a97f935a3bd2" providerId="ADAL" clId="{9E3353FE-7EFD-4D1F-85AC-2D3001641A94}" dt="2026-06-29T11:41:40.163" v="4874" actId="207"/>
          <ac:spMkLst>
            <pc:docMk/>
            <pc:sldMk cId="2152366833" sldId="2076137777"/>
            <ac:spMk id="22" creationId="{0A2DC86E-9405-4CF6-F1F2-C5B434055386}"/>
          </ac:spMkLst>
        </pc:spChg>
        <pc:spChg chg="add mod">
          <ac:chgData name="Kannepamula Mahesh Babu" userId="391c5b16-0897-4eca-a028-a97f935a3bd2" providerId="ADAL" clId="{9E3353FE-7EFD-4D1F-85AC-2D3001641A94}" dt="2026-06-29T11:41:40.163" v="4874" actId="207"/>
          <ac:spMkLst>
            <pc:docMk/>
            <pc:sldMk cId="2152366833" sldId="2076137777"/>
            <ac:spMk id="23" creationId="{1C0CC0B4-F281-A7F1-99C4-78A5E9C32A32}"/>
          </ac:spMkLst>
        </pc:spChg>
        <pc:grpChg chg="add mod">
          <ac:chgData name="Kannepamula Mahesh Babu" userId="391c5b16-0897-4eca-a028-a97f935a3bd2" providerId="ADAL" clId="{9E3353FE-7EFD-4D1F-85AC-2D3001641A94}" dt="2026-06-29T11:41:40.163" v="4874" actId="207"/>
          <ac:grpSpMkLst>
            <pc:docMk/>
            <pc:sldMk cId="2152366833" sldId="2076137777"/>
            <ac:grpSpMk id="24" creationId="{22CFBD9F-2140-C587-717D-C1973A421DBF}"/>
          </ac:grpSpMkLst>
        </pc:grpChg>
        <pc:picChg chg="add mod">
          <ac:chgData name="Kannepamula Mahesh Babu" userId="391c5b16-0897-4eca-a028-a97f935a3bd2" providerId="ADAL" clId="{9E3353FE-7EFD-4D1F-85AC-2D3001641A94}" dt="2026-06-29T13:47:45.086" v="6239" actId="1076"/>
          <ac:picMkLst>
            <pc:docMk/>
            <pc:sldMk cId="2152366833" sldId="2076137777"/>
            <ac:picMk id="28" creationId="{C3734B6A-E7D5-E0FD-3D66-D92DB72A18C3}"/>
          </ac:picMkLst>
        </pc:picChg>
        <pc:picChg chg="add mod">
          <ac:chgData name="Kannepamula Mahesh Babu" userId="391c5b16-0897-4eca-a028-a97f935a3bd2" providerId="ADAL" clId="{9E3353FE-7EFD-4D1F-85AC-2D3001641A94}" dt="2026-06-29T13:47:45.086" v="6239" actId="1076"/>
          <ac:picMkLst>
            <pc:docMk/>
            <pc:sldMk cId="2152366833" sldId="2076137777"/>
            <ac:picMk id="30" creationId="{5FD01CD6-27AB-5E7E-C418-5EA891BC0534}"/>
          </ac:picMkLst>
        </pc:picChg>
        <pc:picChg chg="add mod">
          <ac:chgData name="Kannepamula Mahesh Babu" userId="391c5b16-0897-4eca-a028-a97f935a3bd2" providerId="ADAL" clId="{9E3353FE-7EFD-4D1F-85AC-2D3001641A94}" dt="2026-06-29T13:47:45.086" v="6239" actId="1076"/>
          <ac:picMkLst>
            <pc:docMk/>
            <pc:sldMk cId="2152366833" sldId="2076137777"/>
            <ac:picMk id="32" creationId="{AA6AC023-97B9-EB85-09D1-5FFF689CB7F3}"/>
          </ac:picMkLst>
        </pc:picChg>
        <pc:picChg chg="add mod">
          <ac:chgData name="Kannepamula Mahesh Babu" userId="391c5b16-0897-4eca-a028-a97f935a3bd2" providerId="ADAL" clId="{9E3353FE-7EFD-4D1F-85AC-2D3001641A94}" dt="2026-06-29T13:47:45.086" v="6239" actId="1076"/>
          <ac:picMkLst>
            <pc:docMk/>
            <pc:sldMk cId="2152366833" sldId="2076137777"/>
            <ac:picMk id="34" creationId="{7C680B6B-209A-CF73-CD04-2E6FCFF08465}"/>
          </ac:picMkLst>
        </pc:picChg>
        <pc:picChg chg="add mod">
          <ac:chgData name="Kannepamula Mahesh Babu" userId="391c5b16-0897-4eca-a028-a97f935a3bd2" providerId="ADAL" clId="{9E3353FE-7EFD-4D1F-85AC-2D3001641A94}" dt="2026-06-29T13:47:45.086" v="6239" actId="1076"/>
          <ac:picMkLst>
            <pc:docMk/>
            <pc:sldMk cId="2152366833" sldId="2076137777"/>
            <ac:picMk id="36" creationId="{E96299A9-67E2-5D1D-012A-0B703CBABCD7}"/>
          </ac:picMkLst>
        </pc:picChg>
        <pc:cxnChg chg="add mod">
          <ac:chgData name="Kannepamula Mahesh Babu" userId="391c5b16-0897-4eca-a028-a97f935a3bd2" providerId="ADAL" clId="{9E3353FE-7EFD-4D1F-85AC-2D3001641A94}" dt="2026-06-29T10:58:58.001" v="4412" actId="14100"/>
          <ac:cxnSpMkLst>
            <pc:docMk/>
            <pc:sldMk cId="2152366833" sldId="2076137777"/>
            <ac:cxnSpMk id="14" creationId="{52085E63-2848-6AE8-82AB-199088385A5B}"/>
          </ac:cxnSpMkLst>
        </pc:cxnChg>
        <pc:cxnChg chg="add mod">
          <ac:chgData name="Kannepamula Mahesh Babu" userId="391c5b16-0897-4eca-a028-a97f935a3bd2" providerId="ADAL" clId="{9E3353FE-7EFD-4D1F-85AC-2D3001641A94}" dt="2026-06-29T10:59:02.309" v="4413" actId="14100"/>
          <ac:cxnSpMkLst>
            <pc:docMk/>
            <pc:sldMk cId="2152366833" sldId="2076137777"/>
            <ac:cxnSpMk id="38" creationId="{5DBD036C-608E-09D7-96C1-7A5C100D321C}"/>
          </ac:cxnSpMkLst>
        </pc:cxnChg>
      </pc:sldChg>
      <pc:sldChg chg="addSp modSp mod modClrScheme chgLayout">
        <pc:chgData name="Kannepamula Mahesh Babu" userId="391c5b16-0897-4eca-a028-a97f935a3bd2" providerId="ADAL" clId="{9E3353FE-7EFD-4D1F-85AC-2D3001641A94}" dt="2026-07-01T11:21:44.363" v="6736"/>
        <pc:sldMkLst>
          <pc:docMk/>
          <pc:sldMk cId="67895314" sldId="2147474868"/>
        </pc:sldMkLst>
        <pc:spChg chg="mod">
          <ac:chgData name="Kannepamula Mahesh Babu" userId="391c5b16-0897-4eca-a028-a97f935a3bd2" providerId="ADAL" clId="{9E3353FE-7EFD-4D1F-85AC-2D3001641A94}" dt="2026-06-29T11:42:18.350" v="4886" actId="208"/>
          <ac:spMkLst>
            <pc:docMk/>
            <pc:sldMk cId="67895314" sldId="2147474868"/>
            <ac:spMk id="2" creationId="{746A82FF-4C1D-3A0D-AD58-5401564C3C07}"/>
          </ac:spMkLst>
        </pc:spChg>
        <pc:spChg chg="mod ord">
          <ac:chgData name="Kannepamula Mahesh Babu" userId="391c5b16-0897-4eca-a028-a97f935a3bd2" providerId="ADAL" clId="{9E3353FE-7EFD-4D1F-85AC-2D3001641A94}" dt="2026-07-01T11:21:44.363" v="6736"/>
          <ac:spMkLst>
            <pc:docMk/>
            <pc:sldMk cId="67895314" sldId="2147474868"/>
            <ac:spMk id="3" creationId="{D8FC8BFB-3BC1-381E-8473-0DF477A4B9F4}"/>
          </ac:spMkLst>
        </pc:spChg>
        <pc:spChg chg="mod ord">
          <ac:chgData name="Kannepamula Mahesh Babu" userId="391c5b16-0897-4eca-a028-a97f935a3bd2" providerId="ADAL" clId="{9E3353FE-7EFD-4D1F-85AC-2D3001641A94}" dt="2026-07-01T11:21:44.363" v="6736"/>
          <ac:spMkLst>
            <pc:docMk/>
            <pc:sldMk cId="67895314" sldId="2147474868"/>
            <ac:spMk id="4" creationId="{F288A8CD-ECAB-119B-698A-F28CC08E8E5C}"/>
          </ac:spMkLst>
        </pc:spChg>
        <pc:spChg chg="mod ord">
          <ac:chgData name="Kannepamula Mahesh Babu" userId="391c5b16-0897-4eca-a028-a97f935a3bd2" providerId="ADAL" clId="{9E3353FE-7EFD-4D1F-85AC-2D3001641A94}" dt="2026-07-01T11:21:44.363" v="6736"/>
          <ac:spMkLst>
            <pc:docMk/>
            <pc:sldMk cId="67895314" sldId="2147474868"/>
            <ac:spMk id="5" creationId="{43EEE701-243C-DE03-4B96-3465FA49B189}"/>
          </ac:spMkLst>
        </pc:spChg>
        <pc:spChg chg="mod">
          <ac:chgData name="Kannepamula Mahesh Babu" userId="391c5b16-0897-4eca-a028-a97f935a3bd2" providerId="ADAL" clId="{9E3353FE-7EFD-4D1F-85AC-2D3001641A94}" dt="2026-06-29T11:42:18.350" v="4886" actId="208"/>
          <ac:spMkLst>
            <pc:docMk/>
            <pc:sldMk cId="67895314" sldId="2147474868"/>
            <ac:spMk id="6" creationId="{44703BBF-B653-A76A-152A-9BC43D10ADA9}"/>
          </ac:spMkLst>
        </pc:spChg>
      </pc:sldChg>
      <pc:sldChg chg="addSp delSp modSp add mod">
        <pc:chgData name="Kannepamula Mahesh Babu" userId="391c5b16-0897-4eca-a028-a97f935a3bd2" providerId="ADAL" clId="{9E3353FE-7EFD-4D1F-85AC-2D3001641A94}" dt="2026-06-29T11:03:30.749" v="4439" actId="14100"/>
        <pc:sldMkLst>
          <pc:docMk/>
          <pc:sldMk cId="553572738" sldId="2147474869"/>
        </pc:sldMkLst>
        <pc:spChg chg="mod">
          <ac:chgData name="Kannepamula Mahesh Babu" userId="391c5b16-0897-4eca-a028-a97f935a3bd2" providerId="ADAL" clId="{9E3353FE-7EFD-4D1F-85AC-2D3001641A94}" dt="2026-06-29T10:33:55.323" v="4099" actId="20577"/>
          <ac:spMkLst>
            <pc:docMk/>
            <pc:sldMk cId="553572738" sldId="2147474869"/>
            <ac:spMk id="2" creationId="{54497779-77D0-558B-19BA-E9D8D2B40494}"/>
          </ac:spMkLst>
        </pc:spChg>
        <pc:spChg chg="add mod">
          <ac:chgData name="Kannepamula Mahesh Babu" userId="391c5b16-0897-4eca-a028-a97f935a3bd2" providerId="ADAL" clId="{9E3353FE-7EFD-4D1F-85AC-2D3001641A94}" dt="2026-06-29T10:42:43.182" v="4207" actId="948"/>
          <ac:spMkLst>
            <pc:docMk/>
            <pc:sldMk cId="553572738" sldId="2147474869"/>
            <ac:spMk id="13" creationId="{C73FA2F4-791A-5CA6-67AD-E3AE2CEBFCF1}"/>
          </ac:spMkLst>
        </pc:spChg>
        <pc:spChg chg="add mod">
          <ac:chgData name="Kannepamula Mahesh Babu" userId="391c5b16-0897-4eca-a028-a97f935a3bd2" providerId="ADAL" clId="{9E3353FE-7EFD-4D1F-85AC-2D3001641A94}" dt="2026-06-29T10:44:38.720" v="4228" actId="1582"/>
          <ac:spMkLst>
            <pc:docMk/>
            <pc:sldMk cId="553572738" sldId="2147474869"/>
            <ac:spMk id="25" creationId="{62B20E9E-587E-80B7-0176-98BAA1A1263E}"/>
          </ac:spMkLst>
        </pc:spChg>
        <pc:spChg chg="add mod">
          <ac:chgData name="Kannepamula Mahesh Babu" userId="391c5b16-0897-4eca-a028-a97f935a3bd2" providerId="ADAL" clId="{9E3353FE-7EFD-4D1F-85AC-2D3001641A94}" dt="2026-06-29T11:03:25.939" v="4438" actId="164"/>
          <ac:spMkLst>
            <pc:docMk/>
            <pc:sldMk cId="553572738" sldId="2147474869"/>
            <ac:spMk id="26" creationId="{30D8C49F-DD7C-363C-6AFE-D36E80D21CD9}"/>
          </ac:spMkLst>
        </pc:spChg>
        <pc:spChg chg="add mod">
          <ac:chgData name="Kannepamula Mahesh Babu" userId="391c5b16-0897-4eca-a028-a97f935a3bd2" providerId="ADAL" clId="{9E3353FE-7EFD-4D1F-85AC-2D3001641A94}" dt="2026-06-29T11:03:25.939" v="4438" actId="164"/>
          <ac:spMkLst>
            <pc:docMk/>
            <pc:sldMk cId="553572738" sldId="2147474869"/>
            <ac:spMk id="27" creationId="{A8617FEB-B78B-C491-7CC9-94CBC65A3B73}"/>
          </ac:spMkLst>
        </pc:spChg>
        <pc:spChg chg="add mod">
          <ac:chgData name="Kannepamula Mahesh Babu" userId="391c5b16-0897-4eca-a028-a97f935a3bd2" providerId="ADAL" clId="{9E3353FE-7EFD-4D1F-85AC-2D3001641A94}" dt="2026-06-29T11:03:25.939" v="4438" actId="164"/>
          <ac:spMkLst>
            <pc:docMk/>
            <pc:sldMk cId="553572738" sldId="2147474869"/>
            <ac:spMk id="29" creationId="{B509AB51-1874-942D-30F3-69D8E54C4FB4}"/>
          </ac:spMkLst>
        </pc:spChg>
        <pc:spChg chg="add mod">
          <ac:chgData name="Kannepamula Mahesh Babu" userId="391c5b16-0897-4eca-a028-a97f935a3bd2" providerId="ADAL" clId="{9E3353FE-7EFD-4D1F-85AC-2D3001641A94}" dt="2026-06-29T11:03:25.939" v="4438" actId="164"/>
          <ac:spMkLst>
            <pc:docMk/>
            <pc:sldMk cId="553572738" sldId="2147474869"/>
            <ac:spMk id="31" creationId="{274D546F-9776-C998-39F3-4519C51D9D08}"/>
          </ac:spMkLst>
        </pc:spChg>
        <pc:spChg chg="add mod">
          <ac:chgData name="Kannepamula Mahesh Babu" userId="391c5b16-0897-4eca-a028-a97f935a3bd2" providerId="ADAL" clId="{9E3353FE-7EFD-4D1F-85AC-2D3001641A94}" dt="2026-06-29T11:03:25.939" v="4438" actId="164"/>
          <ac:spMkLst>
            <pc:docMk/>
            <pc:sldMk cId="553572738" sldId="2147474869"/>
            <ac:spMk id="33" creationId="{B91773E1-8086-E408-3EDE-5CFC0FE461E1}"/>
          </ac:spMkLst>
        </pc:spChg>
        <pc:spChg chg="add mod">
          <ac:chgData name="Kannepamula Mahesh Babu" userId="391c5b16-0897-4eca-a028-a97f935a3bd2" providerId="ADAL" clId="{9E3353FE-7EFD-4D1F-85AC-2D3001641A94}" dt="2026-06-29T11:01:04.769" v="4416" actId="12788"/>
          <ac:spMkLst>
            <pc:docMk/>
            <pc:sldMk cId="553572738" sldId="2147474869"/>
            <ac:spMk id="35" creationId="{EBA92BB7-09E0-6F0B-7E98-AD029A34C4A5}"/>
          </ac:spMkLst>
        </pc:spChg>
        <pc:spChg chg="add mod">
          <ac:chgData name="Kannepamula Mahesh Babu" userId="391c5b16-0897-4eca-a028-a97f935a3bd2" providerId="ADAL" clId="{9E3353FE-7EFD-4D1F-85AC-2D3001641A94}" dt="2026-06-29T10:47:37.742" v="4258" actId="208"/>
          <ac:spMkLst>
            <pc:docMk/>
            <pc:sldMk cId="553572738" sldId="2147474869"/>
            <ac:spMk id="37" creationId="{9F853993-C0EA-71F1-2E3B-B0407D1D5AAD}"/>
          </ac:spMkLst>
        </pc:spChg>
        <pc:spChg chg="add mod">
          <ac:chgData name="Kannepamula Mahesh Babu" userId="391c5b16-0897-4eca-a028-a97f935a3bd2" providerId="ADAL" clId="{9E3353FE-7EFD-4D1F-85AC-2D3001641A94}" dt="2026-06-29T11:01:04.769" v="4416" actId="12788"/>
          <ac:spMkLst>
            <pc:docMk/>
            <pc:sldMk cId="553572738" sldId="2147474869"/>
            <ac:spMk id="41" creationId="{2C6AC5B3-F11E-CCA2-88FA-E124B3A0996B}"/>
          </ac:spMkLst>
        </pc:spChg>
        <pc:grpChg chg="add mod">
          <ac:chgData name="Kannepamula Mahesh Babu" userId="391c5b16-0897-4eca-a028-a97f935a3bd2" providerId="ADAL" clId="{9E3353FE-7EFD-4D1F-85AC-2D3001641A94}" dt="2026-06-29T11:03:30.749" v="4439" actId="14100"/>
          <ac:grpSpMkLst>
            <pc:docMk/>
            <pc:sldMk cId="553572738" sldId="2147474869"/>
            <ac:grpSpMk id="42" creationId="{E4681C43-6D6B-7A09-A00C-71C176C5949D}"/>
          </ac:grpSpMkLst>
        </pc:grpChg>
      </pc:sldChg>
      <pc:sldChg chg="addSp delSp modSp add mod">
        <pc:chgData name="Kannepamula Mahesh Babu" userId="391c5b16-0897-4eca-a028-a97f935a3bd2" providerId="ADAL" clId="{9E3353FE-7EFD-4D1F-85AC-2D3001641A94}" dt="2026-06-29T11:07:10.504" v="4476" actId="1076"/>
        <pc:sldMkLst>
          <pc:docMk/>
          <pc:sldMk cId="1305668230" sldId="2147474870"/>
        </pc:sldMkLst>
        <pc:spChg chg="mod">
          <ac:chgData name="Kannepamula Mahesh Babu" userId="391c5b16-0897-4eca-a028-a97f935a3bd2" providerId="ADAL" clId="{9E3353FE-7EFD-4D1F-85AC-2D3001641A94}" dt="2026-06-29T11:00:54.219" v="4415" actId="12"/>
          <ac:spMkLst>
            <pc:docMk/>
            <pc:sldMk cId="1305668230" sldId="2147474870"/>
            <ac:spMk id="2" creationId="{968681D6-64C0-BA03-9675-29B0FAAE32E7}"/>
          </ac:spMkLst>
        </pc:spChg>
        <pc:spChg chg="add mod">
          <ac:chgData name="Kannepamula Mahesh Babu" userId="391c5b16-0897-4eca-a028-a97f935a3bd2" providerId="ADAL" clId="{9E3353FE-7EFD-4D1F-85AC-2D3001641A94}" dt="2026-06-29T11:02:14.599" v="4428" actId="208"/>
          <ac:spMkLst>
            <pc:docMk/>
            <pc:sldMk cId="1305668230" sldId="2147474870"/>
            <ac:spMk id="5" creationId="{9D7B668B-29CC-93EF-840B-6513605CEC87}"/>
          </ac:spMkLst>
        </pc:spChg>
        <pc:spChg chg="add mod">
          <ac:chgData name="Kannepamula Mahesh Babu" userId="391c5b16-0897-4eca-a028-a97f935a3bd2" providerId="ADAL" clId="{9E3353FE-7EFD-4D1F-85AC-2D3001641A94}" dt="2026-06-29T11:02:14.599" v="4428" actId="208"/>
          <ac:spMkLst>
            <pc:docMk/>
            <pc:sldMk cId="1305668230" sldId="2147474870"/>
            <ac:spMk id="7" creationId="{02B10BC9-D374-4548-85B2-871CBDCB23A3}"/>
          </ac:spMkLst>
        </pc:spChg>
        <pc:spChg chg="add mod">
          <ac:chgData name="Kannepamula Mahesh Babu" userId="391c5b16-0897-4eca-a028-a97f935a3bd2" providerId="ADAL" clId="{9E3353FE-7EFD-4D1F-85AC-2D3001641A94}" dt="2026-06-29T11:02:14.599" v="4428" actId="208"/>
          <ac:spMkLst>
            <pc:docMk/>
            <pc:sldMk cId="1305668230" sldId="2147474870"/>
            <ac:spMk id="8" creationId="{0E04D7F7-2D46-86D6-4CA7-92FF4D66AF2F}"/>
          </ac:spMkLst>
        </pc:spChg>
        <pc:spChg chg="add mod">
          <ac:chgData name="Kannepamula Mahesh Babu" userId="391c5b16-0897-4eca-a028-a97f935a3bd2" providerId="ADAL" clId="{9E3353FE-7EFD-4D1F-85AC-2D3001641A94}" dt="2026-06-29T11:02:26.646" v="4431" actId="207"/>
          <ac:spMkLst>
            <pc:docMk/>
            <pc:sldMk cId="1305668230" sldId="2147474870"/>
            <ac:spMk id="9" creationId="{A7868FAD-0876-6366-6BE0-404723573760}"/>
          </ac:spMkLst>
        </pc:spChg>
        <pc:spChg chg="add mod">
          <ac:chgData name="Kannepamula Mahesh Babu" userId="391c5b16-0897-4eca-a028-a97f935a3bd2" providerId="ADAL" clId="{9E3353FE-7EFD-4D1F-85AC-2D3001641A94}" dt="2026-06-29T11:02:26.646" v="4431" actId="207"/>
          <ac:spMkLst>
            <pc:docMk/>
            <pc:sldMk cId="1305668230" sldId="2147474870"/>
            <ac:spMk id="10" creationId="{0CDD7D23-B28C-4CB1-827D-0E763227457D}"/>
          </ac:spMkLst>
        </pc:spChg>
        <pc:spChg chg="add mod">
          <ac:chgData name="Kannepamula Mahesh Babu" userId="391c5b16-0897-4eca-a028-a97f935a3bd2" providerId="ADAL" clId="{9E3353FE-7EFD-4D1F-85AC-2D3001641A94}" dt="2026-06-29T11:02:26.646" v="4431" actId="207"/>
          <ac:spMkLst>
            <pc:docMk/>
            <pc:sldMk cId="1305668230" sldId="2147474870"/>
            <ac:spMk id="11" creationId="{6A8DC635-761E-0495-E910-7B76307FBBA2}"/>
          </ac:spMkLst>
        </pc:spChg>
        <pc:spChg chg="add mod">
          <ac:chgData name="Kannepamula Mahesh Babu" userId="391c5b16-0897-4eca-a028-a97f935a3bd2" providerId="ADAL" clId="{9E3353FE-7EFD-4D1F-85AC-2D3001641A94}" dt="2026-06-29T10:57:34.519" v="4401" actId="14100"/>
          <ac:spMkLst>
            <pc:docMk/>
            <pc:sldMk cId="1305668230" sldId="2147474870"/>
            <ac:spMk id="12" creationId="{26A37F64-5B11-AA1D-86D1-09703195E302}"/>
          </ac:spMkLst>
        </pc:spChg>
        <pc:spChg chg="mod">
          <ac:chgData name="Kannepamula Mahesh Babu" userId="391c5b16-0897-4eca-a028-a97f935a3bd2" providerId="ADAL" clId="{9E3353FE-7EFD-4D1F-85AC-2D3001641A94}" dt="2026-06-29T10:49:04.295" v="4289" actId="20577"/>
          <ac:spMkLst>
            <pc:docMk/>
            <pc:sldMk cId="1305668230" sldId="2147474870"/>
            <ac:spMk id="13" creationId="{6789B036-2EC3-F80D-51B5-C02017DFF239}"/>
          </ac:spMkLst>
        </pc:spChg>
        <pc:spChg chg="add mod">
          <ac:chgData name="Kannepamula Mahesh Babu" userId="391c5b16-0897-4eca-a028-a97f935a3bd2" providerId="ADAL" clId="{9E3353FE-7EFD-4D1F-85AC-2D3001641A94}" dt="2026-06-29T11:05:28.779" v="4451" actId="1076"/>
          <ac:spMkLst>
            <pc:docMk/>
            <pc:sldMk cId="1305668230" sldId="2147474870"/>
            <ac:spMk id="14" creationId="{B27B45DC-47DB-1B7F-DA45-EDB4CA357554}"/>
          </ac:spMkLst>
        </pc:spChg>
        <pc:spChg chg="add mod">
          <ac:chgData name="Kannepamula Mahesh Babu" userId="391c5b16-0897-4eca-a028-a97f935a3bd2" providerId="ADAL" clId="{9E3353FE-7EFD-4D1F-85AC-2D3001641A94}" dt="2026-06-29T10:57:34.519" v="4401" actId="14100"/>
          <ac:spMkLst>
            <pc:docMk/>
            <pc:sldMk cId="1305668230" sldId="2147474870"/>
            <ac:spMk id="15" creationId="{806D33A2-AAC5-58DA-143B-EDC6CBDAC0B9}"/>
          </ac:spMkLst>
        </pc:spChg>
        <pc:spChg chg="add mod">
          <ac:chgData name="Kannepamula Mahesh Babu" userId="391c5b16-0897-4eca-a028-a97f935a3bd2" providerId="ADAL" clId="{9E3353FE-7EFD-4D1F-85AC-2D3001641A94}" dt="2026-06-29T10:57:34.519" v="4401" actId="14100"/>
          <ac:spMkLst>
            <pc:docMk/>
            <pc:sldMk cId="1305668230" sldId="2147474870"/>
            <ac:spMk id="16" creationId="{2BA8C38F-57B8-6FC5-9D7E-77C82E5A107D}"/>
          </ac:spMkLst>
        </pc:spChg>
        <pc:spChg chg="add mod">
          <ac:chgData name="Kannepamula Mahesh Babu" userId="391c5b16-0897-4eca-a028-a97f935a3bd2" providerId="ADAL" clId="{9E3353FE-7EFD-4D1F-85AC-2D3001641A94}" dt="2026-06-29T10:57:34.519" v="4401" actId="14100"/>
          <ac:spMkLst>
            <pc:docMk/>
            <pc:sldMk cId="1305668230" sldId="2147474870"/>
            <ac:spMk id="17" creationId="{7057D962-0C89-E7A6-C1BB-C1A4A432A3A8}"/>
          </ac:spMkLst>
        </pc:spChg>
        <pc:picChg chg="add mod">
          <ac:chgData name="Kannepamula Mahesh Babu" userId="391c5b16-0897-4eca-a028-a97f935a3bd2" providerId="ADAL" clId="{9E3353FE-7EFD-4D1F-85AC-2D3001641A94}" dt="2026-06-29T11:07:04.519" v="4475" actId="12789"/>
          <ac:picMkLst>
            <pc:docMk/>
            <pc:sldMk cId="1305668230" sldId="2147474870"/>
            <ac:picMk id="19" creationId="{E70BEE86-20E2-67FD-E60D-247AB4A9E900}"/>
          </ac:picMkLst>
        </pc:picChg>
        <pc:picChg chg="add mod">
          <ac:chgData name="Kannepamula Mahesh Babu" userId="391c5b16-0897-4eca-a028-a97f935a3bd2" providerId="ADAL" clId="{9E3353FE-7EFD-4D1F-85AC-2D3001641A94}" dt="2026-06-29T11:07:04.519" v="4475" actId="12789"/>
          <ac:picMkLst>
            <pc:docMk/>
            <pc:sldMk cId="1305668230" sldId="2147474870"/>
            <ac:picMk id="21" creationId="{8335FAC5-DCA3-4B1C-06B9-996FAC8FF295}"/>
          </ac:picMkLst>
        </pc:picChg>
        <pc:picChg chg="add mod">
          <ac:chgData name="Kannepamula Mahesh Babu" userId="391c5b16-0897-4eca-a028-a97f935a3bd2" providerId="ADAL" clId="{9E3353FE-7EFD-4D1F-85AC-2D3001641A94}" dt="2026-06-29T11:07:04.519" v="4475" actId="12789"/>
          <ac:picMkLst>
            <pc:docMk/>
            <pc:sldMk cId="1305668230" sldId="2147474870"/>
            <ac:picMk id="23" creationId="{ADFBB8F0-093A-BA32-2167-2C343FFDB1BC}"/>
          </ac:picMkLst>
        </pc:picChg>
        <pc:picChg chg="add mod">
          <ac:chgData name="Kannepamula Mahesh Babu" userId="391c5b16-0897-4eca-a028-a97f935a3bd2" providerId="ADAL" clId="{9E3353FE-7EFD-4D1F-85AC-2D3001641A94}" dt="2026-06-29T11:07:10.504" v="4476" actId="1076"/>
          <ac:picMkLst>
            <pc:docMk/>
            <pc:sldMk cId="1305668230" sldId="2147474870"/>
            <ac:picMk id="28" creationId="{5B3418BA-588B-2706-9C28-340CC40CD9D2}"/>
          </ac:picMkLst>
        </pc:picChg>
      </pc:sldChg>
      <pc:sldChg chg="addSp delSp modSp new mod">
        <pc:chgData name="Kannepamula Mahesh Babu" userId="391c5b16-0897-4eca-a028-a97f935a3bd2" providerId="ADAL" clId="{9E3353FE-7EFD-4D1F-85AC-2D3001641A94}" dt="2026-06-29T13:32:37.760" v="6044" actId="12788"/>
        <pc:sldMkLst>
          <pc:docMk/>
          <pc:sldMk cId="1014566364" sldId="2147474871"/>
        </pc:sldMkLst>
        <pc:spChg chg="mod">
          <ac:chgData name="Kannepamula Mahesh Babu" userId="391c5b16-0897-4eca-a028-a97f935a3bd2" providerId="ADAL" clId="{9E3353FE-7EFD-4D1F-85AC-2D3001641A94}" dt="2026-06-29T13:32:25.582" v="6040" actId="1076"/>
          <ac:spMkLst>
            <pc:docMk/>
            <pc:sldMk cId="1014566364" sldId="2147474871"/>
            <ac:spMk id="2" creationId="{B46F23DD-93DC-2285-17FC-7ED69BE3884F}"/>
          </ac:spMkLst>
        </pc:spChg>
        <pc:spChg chg="add mod">
          <ac:chgData name="Kannepamula Mahesh Babu" userId="391c5b16-0897-4eca-a028-a97f935a3bd2" providerId="ADAL" clId="{9E3353FE-7EFD-4D1F-85AC-2D3001641A94}" dt="2026-06-29T11:20:58.344" v="4692" actId="948"/>
          <ac:spMkLst>
            <pc:docMk/>
            <pc:sldMk cId="1014566364" sldId="2147474871"/>
            <ac:spMk id="9" creationId="{1D96AEE3-F21E-B812-C28C-33D107420E4E}"/>
          </ac:spMkLst>
        </pc:spChg>
        <pc:spChg chg="add mod topLvl">
          <ac:chgData name="Kannepamula Mahesh Babu" userId="391c5b16-0897-4eca-a028-a97f935a3bd2" providerId="ADAL" clId="{9E3353FE-7EFD-4D1F-85AC-2D3001641A94}" dt="2026-06-29T11:20:51.294" v="4691"/>
          <ac:spMkLst>
            <pc:docMk/>
            <pc:sldMk cId="1014566364" sldId="2147474871"/>
            <ac:spMk id="10" creationId="{19144049-A704-B343-4DDA-0D5CF81403E2}"/>
          </ac:spMkLst>
        </pc:spChg>
        <pc:spChg chg="add mod topLvl">
          <ac:chgData name="Kannepamula Mahesh Babu" userId="391c5b16-0897-4eca-a028-a97f935a3bd2" providerId="ADAL" clId="{9E3353FE-7EFD-4D1F-85AC-2D3001641A94}" dt="2026-06-29T11:20:43.813" v="4677" actId="404"/>
          <ac:spMkLst>
            <pc:docMk/>
            <pc:sldMk cId="1014566364" sldId="2147474871"/>
            <ac:spMk id="11" creationId="{6845D74F-BD1E-3D49-80E7-11A3A3A6BAE5}"/>
          </ac:spMkLst>
        </pc:spChg>
        <pc:spChg chg="add mod topLvl">
          <ac:chgData name="Kannepamula Mahesh Babu" userId="391c5b16-0897-4eca-a028-a97f935a3bd2" providerId="ADAL" clId="{9E3353FE-7EFD-4D1F-85AC-2D3001641A94}" dt="2026-06-29T11:20:50.066" v="4689"/>
          <ac:spMkLst>
            <pc:docMk/>
            <pc:sldMk cId="1014566364" sldId="2147474871"/>
            <ac:spMk id="12" creationId="{3F45132F-CB5F-75B4-2CCC-ECFFC18E29C5}"/>
          </ac:spMkLst>
        </pc:spChg>
        <pc:spChg chg="add mod topLvl">
          <ac:chgData name="Kannepamula Mahesh Babu" userId="391c5b16-0897-4eca-a028-a97f935a3bd2" providerId="ADAL" clId="{9E3353FE-7EFD-4D1F-85AC-2D3001641A94}" dt="2026-06-29T11:20:45.164" v="4679"/>
          <ac:spMkLst>
            <pc:docMk/>
            <pc:sldMk cId="1014566364" sldId="2147474871"/>
            <ac:spMk id="13" creationId="{300F1CF4-6AFA-CCA3-F643-519CEFA6796C}"/>
          </ac:spMkLst>
        </pc:spChg>
        <pc:spChg chg="add mod topLvl">
          <ac:chgData name="Kannepamula Mahesh Babu" userId="391c5b16-0897-4eca-a028-a97f935a3bd2" providerId="ADAL" clId="{9E3353FE-7EFD-4D1F-85AC-2D3001641A94}" dt="2026-06-29T11:20:49.064" v="4687"/>
          <ac:spMkLst>
            <pc:docMk/>
            <pc:sldMk cId="1014566364" sldId="2147474871"/>
            <ac:spMk id="14" creationId="{1B1F87F8-2E84-FCF0-11DF-5BB79633F79D}"/>
          </ac:spMkLst>
        </pc:spChg>
        <pc:spChg chg="add mod topLvl">
          <ac:chgData name="Kannepamula Mahesh Babu" userId="391c5b16-0897-4eca-a028-a97f935a3bd2" providerId="ADAL" clId="{9E3353FE-7EFD-4D1F-85AC-2D3001641A94}" dt="2026-06-29T11:20:45.974" v="4681"/>
          <ac:spMkLst>
            <pc:docMk/>
            <pc:sldMk cId="1014566364" sldId="2147474871"/>
            <ac:spMk id="15" creationId="{73F407CA-005C-A810-F2A3-783D1461D257}"/>
          </ac:spMkLst>
        </pc:spChg>
        <pc:spChg chg="add mod">
          <ac:chgData name="Kannepamula Mahesh Babu" userId="391c5b16-0897-4eca-a028-a97f935a3bd2" providerId="ADAL" clId="{9E3353FE-7EFD-4D1F-85AC-2D3001641A94}" dt="2026-06-29T11:20:48.164" v="4685"/>
          <ac:spMkLst>
            <pc:docMk/>
            <pc:sldMk cId="1014566364" sldId="2147474871"/>
            <ac:spMk id="18" creationId="{C415A144-3B02-34D4-6D35-6872FFBAAEF5}"/>
          </ac:spMkLst>
        </pc:spChg>
        <pc:spChg chg="add mod">
          <ac:chgData name="Kannepamula Mahesh Babu" userId="391c5b16-0897-4eca-a028-a97f935a3bd2" providerId="ADAL" clId="{9E3353FE-7EFD-4D1F-85AC-2D3001641A94}" dt="2026-06-29T11:20:46.794" v="4683"/>
          <ac:spMkLst>
            <pc:docMk/>
            <pc:sldMk cId="1014566364" sldId="2147474871"/>
            <ac:spMk id="19" creationId="{BCD9E66E-17CD-ADA6-34A9-10ACB2020FB0}"/>
          </ac:spMkLst>
        </pc:spChg>
        <pc:grpChg chg="add mod">
          <ac:chgData name="Kannepamula Mahesh Babu" userId="391c5b16-0897-4eca-a028-a97f935a3bd2" providerId="ADAL" clId="{9E3353FE-7EFD-4D1F-85AC-2D3001641A94}" dt="2026-06-29T11:20:17.681" v="4666" actId="14100"/>
          <ac:grpSpMkLst>
            <pc:docMk/>
            <pc:sldMk cId="1014566364" sldId="2147474871"/>
            <ac:grpSpMk id="17" creationId="{F3100EFF-3B63-4AB9-35AB-956065E176F5}"/>
          </ac:grpSpMkLst>
        </pc:grpChg>
        <pc:picChg chg="add mod">
          <ac:chgData name="Kannepamula Mahesh Babu" userId="391c5b16-0897-4eca-a028-a97f935a3bd2" providerId="ADAL" clId="{9E3353FE-7EFD-4D1F-85AC-2D3001641A94}" dt="2026-06-29T13:32:37.760" v="6044" actId="12788"/>
          <ac:picMkLst>
            <pc:docMk/>
            <pc:sldMk cId="1014566364" sldId="2147474871"/>
            <ac:picMk id="25" creationId="{823A3784-C5F7-EBC2-851C-B7F8D6658A59}"/>
          </ac:picMkLst>
        </pc:picChg>
        <pc:picChg chg="add mod">
          <ac:chgData name="Kannepamula Mahesh Babu" userId="391c5b16-0897-4eca-a028-a97f935a3bd2" providerId="ADAL" clId="{9E3353FE-7EFD-4D1F-85AC-2D3001641A94}" dt="2026-06-29T13:32:31.499" v="6042" actId="12788"/>
          <ac:picMkLst>
            <pc:docMk/>
            <pc:sldMk cId="1014566364" sldId="2147474871"/>
            <ac:picMk id="27" creationId="{33F75728-5E18-F792-3D0B-22ACF204A754}"/>
          </ac:picMkLst>
        </pc:picChg>
        <pc:picChg chg="add mod">
          <ac:chgData name="Kannepamula Mahesh Babu" userId="391c5b16-0897-4eca-a028-a97f935a3bd2" providerId="ADAL" clId="{9E3353FE-7EFD-4D1F-85AC-2D3001641A94}" dt="2026-06-29T13:32:28.201" v="6041" actId="12788"/>
          <ac:picMkLst>
            <pc:docMk/>
            <pc:sldMk cId="1014566364" sldId="2147474871"/>
            <ac:picMk id="29" creationId="{6D28BE67-2FEE-503A-9E40-77EAEABCB178}"/>
          </ac:picMkLst>
        </pc:picChg>
        <pc:picChg chg="add mod">
          <ac:chgData name="Kannepamula Mahesh Babu" userId="391c5b16-0897-4eca-a028-a97f935a3bd2" providerId="ADAL" clId="{9E3353FE-7EFD-4D1F-85AC-2D3001641A94}" dt="2026-06-29T13:32:23.753" v="6038" actId="12788"/>
          <ac:picMkLst>
            <pc:docMk/>
            <pc:sldMk cId="1014566364" sldId="2147474871"/>
            <ac:picMk id="31" creationId="{3FCAC013-08B1-80F2-7C19-433C7EF8A3CD}"/>
          </ac:picMkLst>
        </pc:picChg>
        <pc:picChg chg="add mod">
          <ac:chgData name="Kannepamula Mahesh Babu" userId="391c5b16-0897-4eca-a028-a97f935a3bd2" providerId="ADAL" clId="{9E3353FE-7EFD-4D1F-85AC-2D3001641A94}" dt="2026-06-29T13:32:37.760" v="6044" actId="12788"/>
          <ac:picMkLst>
            <pc:docMk/>
            <pc:sldMk cId="1014566364" sldId="2147474871"/>
            <ac:picMk id="33" creationId="{BC8EC285-047A-18E1-5A00-B265F48ADFBA}"/>
          </ac:picMkLst>
        </pc:picChg>
        <pc:picChg chg="add mod">
          <ac:chgData name="Kannepamula Mahesh Babu" userId="391c5b16-0897-4eca-a028-a97f935a3bd2" providerId="ADAL" clId="{9E3353FE-7EFD-4D1F-85AC-2D3001641A94}" dt="2026-06-29T13:32:31.499" v="6042" actId="12788"/>
          <ac:picMkLst>
            <pc:docMk/>
            <pc:sldMk cId="1014566364" sldId="2147474871"/>
            <ac:picMk id="35" creationId="{671D57A8-F687-33A9-379D-F8041CEEB605}"/>
          </ac:picMkLst>
        </pc:picChg>
        <pc:picChg chg="add mod">
          <ac:chgData name="Kannepamula Mahesh Babu" userId="391c5b16-0897-4eca-a028-a97f935a3bd2" providerId="ADAL" clId="{9E3353FE-7EFD-4D1F-85AC-2D3001641A94}" dt="2026-06-29T13:32:28.201" v="6041" actId="12788"/>
          <ac:picMkLst>
            <pc:docMk/>
            <pc:sldMk cId="1014566364" sldId="2147474871"/>
            <ac:picMk id="37" creationId="{8552EF34-A1CD-A90D-0F0D-F0E9E838A254}"/>
          </ac:picMkLst>
        </pc:picChg>
        <pc:picChg chg="add mod">
          <ac:chgData name="Kannepamula Mahesh Babu" userId="391c5b16-0897-4eca-a028-a97f935a3bd2" providerId="ADAL" clId="{9E3353FE-7EFD-4D1F-85AC-2D3001641A94}" dt="2026-06-29T13:32:23.753" v="6038" actId="12788"/>
          <ac:picMkLst>
            <pc:docMk/>
            <pc:sldMk cId="1014566364" sldId="2147474871"/>
            <ac:picMk id="39" creationId="{FF0327D8-DD2D-291E-E861-052553A3EEDE}"/>
          </ac:picMkLst>
        </pc:picChg>
      </pc:sldChg>
      <pc:sldChg chg="addSp modSp mod">
        <pc:chgData name="Kannepamula Mahesh Babu" userId="391c5b16-0897-4eca-a028-a97f935a3bd2" providerId="ADAL" clId="{9E3353FE-7EFD-4D1F-85AC-2D3001641A94}" dt="2026-06-29T13:04:34.189" v="5822" actId="12788"/>
        <pc:sldMkLst>
          <pc:docMk/>
          <pc:sldMk cId="3002218494" sldId="2147474877"/>
        </pc:sldMkLst>
        <pc:spChg chg="mod">
          <ac:chgData name="Kannepamula Mahesh Babu" userId="391c5b16-0897-4eca-a028-a97f935a3bd2" providerId="ADAL" clId="{9E3353FE-7EFD-4D1F-85AC-2D3001641A94}" dt="2026-06-29T13:04:19.330" v="5818" actId="12788"/>
          <ac:spMkLst>
            <pc:docMk/>
            <pc:sldMk cId="3002218494" sldId="2147474877"/>
            <ac:spMk id="3" creationId="{8C2BDCA4-A765-4EDC-268D-6345C9CB6CFA}"/>
          </ac:spMkLst>
        </pc:spChg>
        <pc:spChg chg="mod">
          <ac:chgData name="Kannepamula Mahesh Babu" userId="391c5b16-0897-4eca-a028-a97f935a3bd2" providerId="ADAL" clId="{9E3353FE-7EFD-4D1F-85AC-2D3001641A94}" dt="2026-06-29T13:04:19.330" v="5818" actId="12788"/>
          <ac:spMkLst>
            <pc:docMk/>
            <pc:sldMk cId="3002218494" sldId="2147474877"/>
            <ac:spMk id="6" creationId="{3A5D230B-DA61-5BD6-2DFD-093DFEB7CC8B}"/>
          </ac:spMkLst>
        </pc:spChg>
        <pc:spChg chg="mod">
          <ac:chgData name="Kannepamula Mahesh Babu" userId="391c5b16-0897-4eca-a028-a97f935a3bd2" providerId="ADAL" clId="{9E3353FE-7EFD-4D1F-85AC-2D3001641A94}" dt="2026-06-29T13:04:01.268" v="5816" actId="12788"/>
          <ac:spMkLst>
            <pc:docMk/>
            <pc:sldMk cId="3002218494" sldId="2147474877"/>
            <ac:spMk id="7" creationId="{02B69F8F-EB1A-85CE-C3B1-32DC6D84F799}"/>
          </ac:spMkLst>
        </pc:spChg>
        <pc:spChg chg="mod">
          <ac:chgData name="Kannepamula Mahesh Babu" userId="391c5b16-0897-4eca-a028-a97f935a3bd2" providerId="ADAL" clId="{9E3353FE-7EFD-4D1F-85AC-2D3001641A94}" dt="2026-06-29T13:04:22.985" v="5819" actId="12788"/>
          <ac:spMkLst>
            <pc:docMk/>
            <pc:sldMk cId="3002218494" sldId="2147474877"/>
            <ac:spMk id="8" creationId="{B935D890-11B7-9BDB-E890-BD5B1F41077E}"/>
          </ac:spMkLst>
        </pc:spChg>
        <pc:spChg chg="mod">
          <ac:chgData name="Kannepamula Mahesh Babu" userId="391c5b16-0897-4eca-a028-a97f935a3bd2" providerId="ADAL" clId="{9E3353FE-7EFD-4D1F-85AC-2D3001641A94}" dt="2026-06-29T13:03:55.425" v="5814" actId="12788"/>
          <ac:spMkLst>
            <pc:docMk/>
            <pc:sldMk cId="3002218494" sldId="2147474877"/>
            <ac:spMk id="9" creationId="{98F1B05D-44AC-C23A-151C-757ABAA15483}"/>
          </ac:spMkLst>
        </pc:spChg>
        <pc:spChg chg="mod">
          <ac:chgData name="Kannepamula Mahesh Babu" userId="391c5b16-0897-4eca-a028-a97f935a3bd2" providerId="ADAL" clId="{9E3353FE-7EFD-4D1F-85AC-2D3001641A94}" dt="2026-06-29T13:04:25.906" v="5820" actId="12788"/>
          <ac:spMkLst>
            <pc:docMk/>
            <pc:sldMk cId="3002218494" sldId="2147474877"/>
            <ac:spMk id="10" creationId="{9143BED2-33B6-627C-C3E6-9E59BDAB54C6}"/>
          </ac:spMkLst>
        </pc:spChg>
        <pc:spChg chg="mod">
          <ac:chgData name="Kannepamula Mahesh Babu" userId="391c5b16-0897-4eca-a028-a97f935a3bd2" providerId="ADAL" clId="{9E3353FE-7EFD-4D1F-85AC-2D3001641A94}" dt="2026-06-29T13:04:19.330" v="5818" actId="12788"/>
          <ac:spMkLst>
            <pc:docMk/>
            <pc:sldMk cId="3002218494" sldId="2147474877"/>
            <ac:spMk id="11" creationId="{B97D6573-82EF-9C0B-45C3-6A1707E6BAC0}"/>
          </ac:spMkLst>
        </pc:spChg>
        <pc:spChg chg="mod">
          <ac:chgData name="Kannepamula Mahesh Babu" userId="391c5b16-0897-4eca-a028-a97f935a3bd2" providerId="ADAL" clId="{9E3353FE-7EFD-4D1F-85AC-2D3001641A94}" dt="2026-06-29T13:03:41.730" v="5813" actId="948"/>
          <ac:spMkLst>
            <pc:docMk/>
            <pc:sldMk cId="3002218494" sldId="2147474877"/>
            <ac:spMk id="12" creationId="{88817465-24DC-2C2B-B5F6-09CF4000C47D}"/>
          </ac:spMkLst>
        </pc:spChg>
        <pc:spChg chg="mod">
          <ac:chgData name="Kannepamula Mahesh Babu" userId="391c5b16-0897-4eca-a028-a97f935a3bd2" providerId="ADAL" clId="{9E3353FE-7EFD-4D1F-85AC-2D3001641A94}" dt="2026-06-29T13:04:30.787" v="5821" actId="12788"/>
          <ac:spMkLst>
            <pc:docMk/>
            <pc:sldMk cId="3002218494" sldId="2147474877"/>
            <ac:spMk id="13" creationId="{C63F94D5-37C2-A9C2-9D29-CE1657837FA9}"/>
          </ac:spMkLst>
        </pc:spChg>
        <pc:spChg chg="mod">
          <ac:chgData name="Kannepamula Mahesh Babu" userId="391c5b16-0897-4eca-a028-a97f935a3bd2" providerId="ADAL" clId="{9E3353FE-7EFD-4D1F-85AC-2D3001641A94}" dt="2026-06-29T13:03:41.730" v="5813" actId="948"/>
          <ac:spMkLst>
            <pc:docMk/>
            <pc:sldMk cId="3002218494" sldId="2147474877"/>
            <ac:spMk id="14" creationId="{C45E0ABC-0B76-DDD9-7CE4-544DCBB3F49A}"/>
          </ac:spMkLst>
        </pc:spChg>
        <pc:spChg chg="mod">
          <ac:chgData name="Kannepamula Mahesh Babu" userId="391c5b16-0897-4eca-a028-a97f935a3bd2" providerId="ADAL" clId="{9E3353FE-7EFD-4D1F-85AC-2D3001641A94}" dt="2026-06-29T13:04:34.189" v="5822" actId="12788"/>
          <ac:spMkLst>
            <pc:docMk/>
            <pc:sldMk cId="3002218494" sldId="2147474877"/>
            <ac:spMk id="15" creationId="{CF98385C-D343-18FA-80F4-C80DAE769C3B}"/>
          </ac:spMkLst>
        </pc:spChg>
        <pc:spChg chg="add mod">
          <ac:chgData name="Kannepamula Mahesh Babu" userId="391c5b16-0897-4eca-a028-a97f935a3bd2" providerId="ADAL" clId="{9E3353FE-7EFD-4D1F-85AC-2D3001641A94}" dt="2026-06-29T11:43:44.104" v="4900"/>
          <ac:spMkLst>
            <pc:docMk/>
            <pc:sldMk cId="3002218494" sldId="2147474877"/>
            <ac:spMk id="16" creationId="{2B10EEB7-D4D9-766F-E3D1-53DE16D34946}"/>
          </ac:spMkLst>
        </pc:spChg>
        <pc:spChg chg="add mod">
          <ac:chgData name="Kannepamula Mahesh Babu" userId="391c5b16-0897-4eca-a028-a97f935a3bd2" providerId="ADAL" clId="{9E3353FE-7EFD-4D1F-85AC-2D3001641A94}" dt="2026-06-29T11:43:44.104" v="4900"/>
          <ac:spMkLst>
            <pc:docMk/>
            <pc:sldMk cId="3002218494" sldId="2147474877"/>
            <ac:spMk id="18" creationId="{BACB356E-E127-AB5D-BDE7-A36748514449}"/>
          </ac:spMkLst>
        </pc:spChg>
        <pc:spChg chg="mod">
          <ac:chgData name="Kannepamula Mahesh Babu" userId="391c5b16-0897-4eca-a028-a97f935a3bd2" providerId="ADAL" clId="{9E3353FE-7EFD-4D1F-85AC-2D3001641A94}" dt="2026-06-29T13:04:22.985" v="5819" actId="12788"/>
          <ac:spMkLst>
            <pc:docMk/>
            <pc:sldMk cId="3002218494" sldId="2147474877"/>
            <ac:spMk id="19" creationId="{80035505-6F5D-B3CE-946A-4CA7DE122B1F}"/>
          </ac:spMkLst>
        </pc:spChg>
        <pc:spChg chg="mod">
          <ac:chgData name="Kannepamula Mahesh Babu" userId="391c5b16-0897-4eca-a028-a97f935a3bd2" providerId="ADAL" clId="{9E3353FE-7EFD-4D1F-85AC-2D3001641A94}" dt="2026-06-29T13:04:25.906" v="5820" actId="12788"/>
          <ac:spMkLst>
            <pc:docMk/>
            <pc:sldMk cId="3002218494" sldId="2147474877"/>
            <ac:spMk id="20" creationId="{1D0410BC-95D5-FAF9-5F2E-DAD41A735B8F}"/>
          </ac:spMkLst>
        </pc:spChg>
        <pc:spChg chg="mod">
          <ac:chgData name="Kannepamula Mahesh Babu" userId="391c5b16-0897-4eca-a028-a97f935a3bd2" providerId="ADAL" clId="{9E3353FE-7EFD-4D1F-85AC-2D3001641A94}" dt="2026-06-29T13:04:30.787" v="5821" actId="12788"/>
          <ac:spMkLst>
            <pc:docMk/>
            <pc:sldMk cId="3002218494" sldId="2147474877"/>
            <ac:spMk id="21" creationId="{002E904B-5F2C-9DF7-4C73-325AF2009A3F}"/>
          </ac:spMkLst>
        </pc:spChg>
        <pc:spChg chg="mod">
          <ac:chgData name="Kannepamula Mahesh Babu" userId="391c5b16-0897-4eca-a028-a97f935a3bd2" providerId="ADAL" clId="{9E3353FE-7EFD-4D1F-85AC-2D3001641A94}" dt="2026-06-29T13:04:34.189" v="5822" actId="12788"/>
          <ac:spMkLst>
            <pc:docMk/>
            <pc:sldMk cId="3002218494" sldId="2147474877"/>
            <ac:spMk id="22" creationId="{7FDC05A5-A5B1-540A-DC60-1528C1C9CEF6}"/>
          </ac:spMkLst>
        </pc:spChg>
      </pc:sldChg>
      <pc:sldChg chg="addSp delSp modSp mod chgLayout">
        <pc:chgData name="Kannepamula Mahesh Babu" userId="391c5b16-0897-4eca-a028-a97f935a3bd2" providerId="ADAL" clId="{9E3353FE-7EFD-4D1F-85AC-2D3001641A94}" dt="2026-07-10T15:51:25.948" v="9150" actId="208"/>
        <pc:sldMkLst>
          <pc:docMk/>
          <pc:sldMk cId="1636211531" sldId="2147474879"/>
        </pc:sldMkLst>
        <pc:spChg chg="mod ord">
          <ac:chgData name="Kannepamula Mahesh Babu" userId="391c5b16-0897-4eca-a028-a97f935a3bd2" providerId="ADAL" clId="{9E3353FE-7EFD-4D1F-85AC-2D3001641A94}" dt="2026-07-10T14:53:09.211" v="8759" actId="113"/>
          <ac:spMkLst>
            <pc:docMk/>
            <pc:sldMk cId="1636211531" sldId="2147474879"/>
            <ac:spMk id="2" creationId="{4A3D47B9-9300-2DA7-9C15-1D5E7E9989B7}"/>
          </ac:spMkLst>
        </pc:spChg>
        <pc:spChg chg="mod ord">
          <ac:chgData name="Kannepamula Mahesh Babu" userId="391c5b16-0897-4eca-a028-a97f935a3bd2" providerId="ADAL" clId="{9E3353FE-7EFD-4D1F-85AC-2D3001641A94}" dt="2026-07-10T14:34:47.143" v="8582" actId="700"/>
          <ac:spMkLst>
            <pc:docMk/>
            <pc:sldMk cId="1636211531" sldId="2147474879"/>
            <ac:spMk id="3" creationId="{22F7F0BE-0CAF-D8BC-695D-B8D6280A19CE}"/>
          </ac:spMkLst>
        </pc:spChg>
        <pc:spChg chg="mod ord">
          <ac:chgData name="Kannepamula Mahesh Babu" userId="391c5b16-0897-4eca-a028-a97f935a3bd2" providerId="ADAL" clId="{9E3353FE-7EFD-4D1F-85AC-2D3001641A94}" dt="2026-07-10T14:34:47.143" v="8582" actId="700"/>
          <ac:spMkLst>
            <pc:docMk/>
            <pc:sldMk cId="1636211531" sldId="2147474879"/>
            <ac:spMk id="4" creationId="{C38C5C45-F04D-CD74-8F10-D449C6E3150C}"/>
          </ac:spMkLst>
        </pc:spChg>
        <pc:spChg chg="mod">
          <ac:chgData name="Kannepamula Mahesh Babu" userId="391c5b16-0897-4eca-a028-a97f935a3bd2" providerId="ADAL" clId="{9E3353FE-7EFD-4D1F-85AC-2D3001641A94}" dt="2026-07-10T15:51:25.948" v="9150" actId="208"/>
          <ac:spMkLst>
            <pc:docMk/>
            <pc:sldMk cId="1636211531" sldId="2147474879"/>
            <ac:spMk id="7" creationId="{B93664D7-EB4D-2C1A-A884-1A1B9B98F83F}"/>
          </ac:spMkLst>
        </pc:spChg>
        <pc:spChg chg="mod">
          <ac:chgData name="Kannepamula Mahesh Babu" userId="391c5b16-0897-4eca-a028-a97f935a3bd2" providerId="ADAL" clId="{9E3353FE-7EFD-4D1F-85AC-2D3001641A94}" dt="2026-07-10T15:51:25.948" v="9150" actId="208"/>
          <ac:spMkLst>
            <pc:docMk/>
            <pc:sldMk cId="1636211531" sldId="2147474879"/>
            <ac:spMk id="32" creationId="{09AFF4C9-C530-6442-13EE-FC8AB8E3C689}"/>
          </ac:spMkLst>
        </pc:spChg>
        <pc:spChg chg="mod">
          <ac:chgData name="Kannepamula Mahesh Babu" userId="391c5b16-0897-4eca-a028-a97f935a3bd2" providerId="ADAL" clId="{9E3353FE-7EFD-4D1F-85AC-2D3001641A94}" dt="2026-07-10T15:51:25.948" v="9150" actId="208"/>
          <ac:spMkLst>
            <pc:docMk/>
            <pc:sldMk cId="1636211531" sldId="2147474879"/>
            <ac:spMk id="41" creationId="{EA673C35-8FBB-C407-5A29-3296E00E72C9}"/>
          </ac:spMkLst>
        </pc:spChg>
        <pc:spChg chg="mod">
          <ac:chgData name="Kannepamula Mahesh Babu" userId="391c5b16-0897-4eca-a028-a97f935a3bd2" providerId="ADAL" clId="{9E3353FE-7EFD-4D1F-85AC-2D3001641A94}" dt="2026-07-10T15:51:25.948" v="9150" actId="208"/>
          <ac:spMkLst>
            <pc:docMk/>
            <pc:sldMk cId="1636211531" sldId="2147474879"/>
            <ac:spMk id="45" creationId="{6A737FC1-76A8-CAA3-4110-FDEC6A732916}"/>
          </ac:spMkLst>
        </pc:spChg>
      </pc:sldChg>
      <pc:sldChg chg="modSp mod">
        <pc:chgData name="Kannepamula Mahesh Babu" userId="391c5b16-0897-4eca-a028-a97f935a3bd2" providerId="ADAL" clId="{9E3353FE-7EFD-4D1F-85AC-2D3001641A94}" dt="2026-06-29T12:58:32.878" v="5776" actId="1076"/>
        <pc:sldMkLst>
          <pc:docMk/>
          <pc:sldMk cId="2685246618" sldId="2147474883"/>
        </pc:sldMkLst>
        <pc:spChg chg="mod">
          <ac:chgData name="Kannepamula Mahesh Babu" userId="391c5b16-0897-4eca-a028-a97f935a3bd2" providerId="ADAL" clId="{9E3353FE-7EFD-4D1F-85AC-2D3001641A94}" dt="2026-06-29T12:58:22.482" v="5775" actId="1076"/>
          <ac:spMkLst>
            <pc:docMk/>
            <pc:sldMk cId="2685246618" sldId="2147474883"/>
            <ac:spMk id="23" creationId="{E5189EEB-F81C-30E7-9076-00E424857AF1}"/>
          </ac:spMkLst>
        </pc:spChg>
        <pc:spChg chg="mod">
          <ac:chgData name="Kannepamula Mahesh Babu" userId="391c5b16-0897-4eca-a028-a97f935a3bd2" providerId="ADAL" clId="{9E3353FE-7EFD-4D1F-85AC-2D3001641A94}" dt="2026-06-29T12:58:22.482" v="5775" actId="1076"/>
          <ac:spMkLst>
            <pc:docMk/>
            <pc:sldMk cId="2685246618" sldId="2147474883"/>
            <ac:spMk id="24" creationId="{B4255396-3993-7CA9-CEF9-674B7AF4589B}"/>
          </ac:spMkLst>
        </pc:spChg>
        <pc:spChg chg="mod">
          <ac:chgData name="Kannepamula Mahesh Babu" userId="391c5b16-0897-4eca-a028-a97f935a3bd2" providerId="ADAL" clId="{9E3353FE-7EFD-4D1F-85AC-2D3001641A94}" dt="2026-06-29T12:58:22.482" v="5775" actId="1076"/>
          <ac:spMkLst>
            <pc:docMk/>
            <pc:sldMk cId="2685246618" sldId="2147474883"/>
            <ac:spMk id="25" creationId="{BD0FCE8C-83BC-9732-4A07-9A3AC2489BFD}"/>
          </ac:spMkLst>
        </pc:spChg>
        <pc:spChg chg="mod">
          <ac:chgData name="Kannepamula Mahesh Babu" userId="391c5b16-0897-4eca-a028-a97f935a3bd2" providerId="ADAL" clId="{9E3353FE-7EFD-4D1F-85AC-2D3001641A94}" dt="2026-06-29T12:58:22.482" v="5775" actId="1076"/>
          <ac:spMkLst>
            <pc:docMk/>
            <pc:sldMk cId="2685246618" sldId="2147474883"/>
            <ac:spMk id="26" creationId="{0D5657D2-B64E-DF52-2863-3AEC5151A4F8}"/>
          </ac:spMkLst>
        </pc:spChg>
        <pc:spChg chg="mod">
          <ac:chgData name="Kannepamula Mahesh Babu" userId="391c5b16-0897-4eca-a028-a97f935a3bd2" providerId="ADAL" clId="{9E3353FE-7EFD-4D1F-85AC-2D3001641A94}" dt="2026-06-29T12:58:22.482" v="5775" actId="1076"/>
          <ac:spMkLst>
            <pc:docMk/>
            <pc:sldMk cId="2685246618" sldId="2147474883"/>
            <ac:spMk id="27" creationId="{16FC3D3E-87A3-6E4E-1720-E541199DDB55}"/>
          </ac:spMkLst>
        </pc:spChg>
        <pc:spChg chg="mod">
          <ac:chgData name="Kannepamula Mahesh Babu" userId="391c5b16-0897-4eca-a028-a97f935a3bd2" providerId="ADAL" clId="{9E3353FE-7EFD-4D1F-85AC-2D3001641A94}" dt="2026-06-29T12:58:32.878" v="5776" actId="1076"/>
          <ac:spMkLst>
            <pc:docMk/>
            <pc:sldMk cId="2685246618" sldId="2147474883"/>
            <ac:spMk id="29" creationId="{4A75144F-5584-EC61-FF4A-17681B559EF2}"/>
          </ac:spMkLst>
        </pc:spChg>
        <pc:spChg chg="mod">
          <ac:chgData name="Kannepamula Mahesh Babu" userId="391c5b16-0897-4eca-a028-a97f935a3bd2" providerId="ADAL" clId="{9E3353FE-7EFD-4D1F-85AC-2D3001641A94}" dt="2026-06-29T12:58:32.878" v="5776" actId="1076"/>
          <ac:spMkLst>
            <pc:docMk/>
            <pc:sldMk cId="2685246618" sldId="2147474883"/>
            <ac:spMk id="30" creationId="{73808F9C-CB3C-03E9-7F52-0B93412BBB99}"/>
          </ac:spMkLst>
        </pc:spChg>
        <pc:spChg chg="mod">
          <ac:chgData name="Kannepamula Mahesh Babu" userId="391c5b16-0897-4eca-a028-a97f935a3bd2" providerId="ADAL" clId="{9E3353FE-7EFD-4D1F-85AC-2D3001641A94}" dt="2026-06-29T12:58:22.482" v="5775" actId="1076"/>
          <ac:spMkLst>
            <pc:docMk/>
            <pc:sldMk cId="2685246618" sldId="2147474883"/>
            <ac:spMk id="32" creationId="{EFE8C25B-F3D1-8314-6834-4EE229940E86}"/>
          </ac:spMkLst>
        </pc:spChg>
        <pc:spChg chg="mod">
          <ac:chgData name="Kannepamula Mahesh Babu" userId="391c5b16-0897-4eca-a028-a97f935a3bd2" providerId="ADAL" clId="{9E3353FE-7EFD-4D1F-85AC-2D3001641A94}" dt="2026-06-29T12:58:32.878" v="5776" actId="1076"/>
          <ac:spMkLst>
            <pc:docMk/>
            <pc:sldMk cId="2685246618" sldId="2147474883"/>
            <ac:spMk id="34" creationId="{2CC126C0-9BD8-AB3F-33F8-2E230583ADB0}"/>
          </ac:spMkLst>
        </pc:spChg>
        <pc:spChg chg="mod">
          <ac:chgData name="Kannepamula Mahesh Babu" userId="391c5b16-0897-4eca-a028-a97f935a3bd2" providerId="ADAL" clId="{9E3353FE-7EFD-4D1F-85AC-2D3001641A94}" dt="2026-06-29T12:58:32.878" v="5776" actId="1076"/>
          <ac:spMkLst>
            <pc:docMk/>
            <pc:sldMk cId="2685246618" sldId="2147474883"/>
            <ac:spMk id="35" creationId="{51D0EFE7-1F95-8FCA-CE88-FB23052E4C44}"/>
          </ac:spMkLst>
        </pc:spChg>
        <pc:spChg chg="mod">
          <ac:chgData name="Kannepamula Mahesh Babu" userId="391c5b16-0897-4eca-a028-a97f935a3bd2" providerId="ADAL" clId="{9E3353FE-7EFD-4D1F-85AC-2D3001641A94}" dt="2026-06-29T12:58:22.482" v="5775" actId="1076"/>
          <ac:spMkLst>
            <pc:docMk/>
            <pc:sldMk cId="2685246618" sldId="2147474883"/>
            <ac:spMk id="36" creationId="{46FFDA48-6127-5355-ED77-4AD69529AA52}"/>
          </ac:spMkLst>
        </pc:spChg>
        <pc:spChg chg="mod">
          <ac:chgData name="Kannepamula Mahesh Babu" userId="391c5b16-0897-4eca-a028-a97f935a3bd2" providerId="ADAL" clId="{9E3353FE-7EFD-4D1F-85AC-2D3001641A94}" dt="2026-06-29T12:58:22.482" v="5775" actId="1076"/>
          <ac:spMkLst>
            <pc:docMk/>
            <pc:sldMk cId="2685246618" sldId="2147474883"/>
            <ac:spMk id="37" creationId="{79B1CDA6-DB1C-61B5-9A17-D682A82474DF}"/>
          </ac:spMkLst>
        </pc:spChg>
        <pc:spChg chg="mod">
          <ac:chgData name="Kannepamula Mahesh Babu" userId="391c5b16-0897-4eca-a028-a97f935a3bd2" providerId="ADAL" clId="{9E3353FE-7EFD-4D1F-85AC-2D3001641A94}" dt="2026-06-29T12:58:32.878" v="5776" actId="1076"/>
          <ac:spMkLst>
            <pc:docMk/>
            <pc:sldMk cId="2685246618" sldId="2147474883"/>
            <ac:spMk id="39" creationId="{C4B11C53-3CEC-1148-ABA4-66616B23D4A6}"/>
          </ac:spMkLst>
        </pc:spChg>
        <pc:spChg chg="mod">
          <ac:chgData name="Kannepamula Mahesh Babu" userId="391c5b16-0897-4eca-a028-a97f935a3bd2" providerId="ADAL" clId="{9E3353FE-7EFD-4D1F-85AC-2D3001641A94}" dt="2026-06-29T12:58:32.878" v="5776" actId="1076"/>
          <ac:spMkLst>
            <pc:docMk/>
            <pc:sldMk cId="2685246618" sldId="2147474883"/>
            <ac:spMk id="40" creationId="{DDD5F829-F59E-A781-6784-4975101BB460}"/>
          </ac:spMkLst>
        </pc:spChg>
        <pc:picChg chg="mod">
          <ac:chgData name="Kannepamula Mahesh Babu" userId="391c5b16-0897-4eca-a028-a97f935a3bd2" providerId="ADAL" clId="{9E3353FE-7EFD-4D1F-85AC-2D3001641A94}" dt="2026-06-29T12:58:32.878" v="5776" actId="1076"/>
          <ac:picMkLst>
            <pc:docMk/>
            <pc:sldMk cId="2685246618" sldId="2147474883"/>
            <ac:picMk id="43" creationId="{2C515384-99ED-3983-E8A2-45FA7DE8D05B}"/>
          </ac:picMkLst>
        </pc:picChg>
        <pc:picChg chg="mod">
          <ac:chgData name="Kannepamula Mahesh Babu" userId="391c5b16-0897-4eca-a028-a97f935a3bd2" providerId="ADAL" clId="{9E3353FE-7EFD-4D1F-85AC-2D3001641A94}" dt="2026-06-29T12:58:32.878" v="5776" actId="1076"/>
          <ac:picMkLst>
            <pc:docMk/>
            <pc:sldMk cId="2685246618" sldId="2147474883"/>
            <ac:picMk id="46" creationId="{BCC8FE69-7744-E749-C0DB-D1093A232CB1}"/>
          </ac:picMkLst>
        </pc:picChg>
        <pc:picChg chg="mod">
          <ac:chgData name="Kannepamula Mahesh Babu" userId="391c5b16-0897-4eca-a028-a97f935a3bd2" providerId="ADAL" clId="{9E3353FE-7EFD-4D1F-85AC-2D3001641A94}" dt="2026-06-29T12:58:32.878" v="5776" actId="1076"/>
          <ac:picMkLst>
            <pc:docMk/>
            <pc:sldMk cId="2685246618" sldId="2147474883"/>
            <ac:picMk id="47" creationId="{9DA8AF67-3625-045E-F0C5-6554CE0B8E1C}"/>
          </ac:picMkLst>
        </pc:picChg>
      </pc:sldChg>
      <pc:sldChg chg="addSp delSp modSp mod modClrScheme chgLayout">
        <pc:chgData name="Kannepamula Mahesh Babu" userId="391c5b16-0897-4eca-a028-a97f935a3bd2" providerId="ADAL" clId="{9E3353FE-7EFD-4D1F-85AC-2D3001641A94}" dt="2026-07-10T15:41:11.437" v="9106" actId="113"/>
        <pc:sldMkLst>
          <pc:docMk/>
          <pc:sldMk cId="3216750113" sldId="2147474885"/>
        </pc:sldMkLst>
        <pc:spChg chg="mod ord">
          <ac:chgData name="Kannepamula Mahesh Babu" userId="391c5b16-0897-4eca-a028-a97f935a3bd2" providerId="ADAL" clId="{9E3353FE-7EFD-4D1F-85AC-2D3001641A94}" dt="2026-07-10T15:35:39" v="9094" actId="1076"/>
          <ac:spMkLst>
            <pc:docMk/>
            <pc:sldMk cId="3216750113" sldId="2147474885"/>
            <ac:spMk id="2" creationId="{AF0F509A-5CE4-5432-C965-76ECD6905CD5}"/>
          </ac:spMkLst>
        </pc:spChg>
        <pc:spChg chg="mod ord">
          <ac:chgData name="Kannepamula Mahesh Babu" userId="391c5b16-0897-4eca-a028-a97f935a3bd2" providerId="ADAL" clId="{9E3353FE-7EFD-4D1F-85AC-2D3001641A94}" dt="2026-07-10T15:04:44.934" v="8875" actId="6264"/>
          <ac:spMkLst>
            <pc:docMk/>
            <pc:sldMk cId="3216750113" sldId="2147474885"/>
            <ac:spMk id="3" creationId="{6801D0B5-B52C-CBAE-344D-27A2B70398C3}"/>
          </ac:spMkLst>
        </pc:spChg>
        <pc:spChg chg="mod">
          <ac:chgData name="Kannepamula Mahesh Babu" userId="391c5b16-0897-4eca-a028-a97f935a3bd2" providerId="ADAL" clId="{9E3353FE-7EFD-4D1F-85AC-2D3001641A94}" dt="2026-07-10T15:02:56.327" v="8852" actId="554"/>
          <ac:spMkLst>
            <pc:docMk/>
            <pc:sldMk cId="3216750113" sldId="2147474885"/>
            <ac:spMk id="12" creationId="{28496D7D-617F-FD28-B682-FF0308FC5522}"/>
          </ac:spMkLst>
        </pc:spChg>
        <pc:spChg chg="mod">
          <ac:chgData name="Kannepamula Mahesh Babu" userId="391c5b16-0897-4eca-a028-a97f935a3bd2" providerId="ADAL" clId="{9E3353FE-7EFD-4D1F-85AC-2D3001641A94}" dt="2026-07-10T15:03:29.632" v="8862" actId="2085"/>
          <ac:spMkLst>
            <pc:docMk/>
            <pc:sldMk cId="3216750113" sldId="2147474885"/>
            <ac:spMk id="13" creationId="{0AB2A229-46D9-A1F1-FAEA-5010D067B3BF}"/>
          </ac:spMkLst>
        </pc:spChg>
        <pc:spChg chg="add mod ord">
          <ac:chgData name="Kannepamula Mahesh Babu" userId="391c5b16-0897-4eca-a028-a97f935a3bd2" providerId="ADAL" clId="{9E3353FE-7EFD-4D1F-85AC-2D3001641A94}" dt="2026-07-10T15:04:44.934" v="8875" actId="6264"/>
          <ac:spMkLst>
            <pc:docMk/>
            <pc:sldMk cId="3216750113" sldId="2147474885"/>
            <ac:spMk id="33" creationId="{EBC4B3CC-6506-5B0C-5389-200BCFE35AAC}"/>
          </ac:spMkLst>
        </pc:spChg>
        <pc:spChg chg="add mod">
          <ac:chgData name="Kannepamula Mahesh Babu" userId="391c5b16-0897-4eca-a028-a97f935a3bd2" providerId="ADAL" clId="{9E3353FE-7EFD-4D1F-85AC-2D3001641A94}" dt="2026-07-10T15:04:12.946" v="8869"/>
          <ac:spMkLst>
            <pc:docMk/>
            <pc:sldMk cId="3216750113" sldId="2147474885"/>
            <ac:spMk id="41" creationId="{EF755EFF-BA36-3608-1D43-33B5059CE9DD}"/>
          </ac:spMkLst>
        </pc:spChg>
        <pc:graphicFrameChg chg="mod modGraphic">
          <ac:chgData name="Kannepamula Mahesh Babu" userId="391c5b16-0897-4eca-a028-a97f935a3bd2" providerId="ADAL" clId="{9E3353FE-7EFD-4D1F-85AC-2D3001641A94}" dt="2026-07-10T15:41:11.437" v="9106" actId="113"/>
          <ac:graphicFrameMkLst>
            <pc:docMk/>
            <pc:sldMk cId="3216750113" sldId="2147474885"/>
            <ac:graphicFrameMk id="34" creationId="{61712F2E-4BF5-BD9D-84EE-9D54C66BF60E}"/>
          </ac:graphicFrameMkLst>
        </pc:graphicFrameChg>
        <pc:picChg chg="mod">
          <ac:chgData name="Kannepamula Mahesh Babu" userId="391c5b16-0897-4eca-a028-a97f935a3bd2" providerId="ADAL" clId="{9E3353FE-7EFD-4D1F-85AC-2D3001641A94}" dt="2026-07-10T15:04:04.374" v="8867" actId="12789"/>
          <ac:picMkLst>
            <pc:docMk/>
            <pc:sldMk cId="3216750113" sldId="2147474885"/>
            <ac:picMk id="6" creationId="{A047C3E4-FD43-B99A-DB26-20FCA6B3ADA7}"/>
          </ac:picMkLst>
        </pc:picChg>
      </pc:sldChg>
      <pc:sldChg chg="addSp delSp modSp add mod">
        <pc:chgData name="Kannepamula Mahesh Babu" userId="391c5b16-0897-4eca-a028-a97f935a3bd2" providerId="ADAL" clId="{9E3353FE-7EFD-4D1F-85AC-2D3001641A94}" dt="2026-06-29T13:21:34.588" v="5947" actId="12789"/>
        <pc:sldMkLst>
          <pc:docMk/>
          <pc:sldMk cId="3377972757" sldId="2147474889"/>
        </pc:sldMkLst>
        <pc:spChg chg="mod">
          <ac:chgData name="Kannepamula Mahesh Babu" userId="391c5b16-0897-4eca-a028-a97f935a3bd2" providerId="ADAL" clId="{9E3353FE-7EFD-4D1F-85AC-2D3001641A94}" dt="2026-06-29T12:35:30.713" v="5564" actId="20577"/>
          <ac:spMkLst>
            <pc:docMk/>
            <pc:sldMk cId="3377972757" sldId="2147474889"/>
            <ac:spMk id="2" creationId="{3731CF47-B04F-C61B-7342-397E62654EF6}"/>
          </ac:spMkLst>
        </pc:spChg>
        <pc:spChg chg="mod topLvl">
          <ac:chgData name="Kannepamula Mahesh Babu" userId="391c5b16-0897-4eca-a028-a97f935a3bd2" providerId="ADAL" clId="{9E3353FE-7EFD-4D1F-85AC-2D3001641A94}" dt="2026-06-29T12:36:08.284" v="5574" actId="165"/>
          <ac:spMkLst>
            <pc:docMk/>
            <pc:sldMk cId="3377972757" sldId="2147474889"/>
            <ac:spMk id="6" creationId="{FF89CF9F-D1E8-522B-BC36-4038C018DCA7}"/>
          </ac:spMkLst>
        </pc:spChg>
        <pc:spChg chg="mod">
          <ac:chgData name="Kannepamula Mahesh Babu" userId="391c5b16-0897-4eca-a028-a97f935a3bd2" providerId="ADAL" clId="{9E3353FE-7EFD-4D1F-85AC-2D3001641A94}" dt="2026-06-29T13:12:43.606" v="5869" actId="1076"/>
          <ac:spMkLst>
            <pc:docMk/>
            <pc:sldMk cId="3377972757" sldId="2147474889"/>
            <ac:spMk id="7" creationId="{90BAA85B-09E1-721C-67F9-9E956C16E531}"/>
          </ac:spMkLst>
        </pc:spChg>
        <pc:spChg chg="mod topLvl">
          <ac:chgData name="Kannepamula Mahesh Babu" userId="391c5b16-0897-4eca-a028-a97f935a3bd2" providerId="ADAL" clId="{9E3353FE-7EFD-4D1F-85AC-2D3001641A94}" dt="2026-06-29T13:12:43.606" v="5869" actId="1076"/>
          <ac:spMkLst>
            <pc:docMk/>
            <pc:sldMk cId="3377972757" sldId="2147474889"/>
            <ac:spMk id="8" creationId="{92E0A938-1482-140F-9E23-4636307EA6EE}"/>
          </ac:spMkLst>
        </pc:spChg>
        <pc:spChg chg="mod topLvl">
          <ac:chgData name="Kannepamula Mahesh Babu" userId="391c5b16-0897-4eca-a028-a97f935a3bd2" providerId="ADAL" clId="{9E3353FE-7EFD-4D1F-85AC-2D3001641A94}" dt="2026-06-29T13:18:23.479" v="5922"/>
          <ac:spMkLst>
            <pc:docMk/>
            <pc:sldMk cId="3377972757" sldId="2147474889"/>
            <ac:spMk id="9" creationId="{0337A442-3C7A-E7EC-33EC-A0BCE082E772}"/>
          </ac:spMkLst>
        </pc:spChg>
        <pc:spChg chg="mod topLvl">
          <ac:chgData name="Kannepamula Mahesh Babu" userId="391c5b16-0897-4eca-a028-a97f935a3bd2" providerId="ADAL" clId="{9E3353FE-7EFD-4D1F-85AC-2D3001641A94}" dt="2026-06-29T12:36:08.284" v="5574" actId="165"/>
          <ac:spMkLst>
            <pc:docMk/>
            <pc:sldMk cId="3377972757" sldId="2147474889"/>
            <ac:spMk id="10" creationId="{324D3CD5-10E8-54EF-B197-59BEC254844A}"/>
          </ac:spMkLst>
        </pc:spChg>
        <pc:spChg chg="add mod">
          <ac:chgData name="Kannepamula Mahesh Babu" userId="391c5b16-0897-4eca-a028-a97f935a3bd2" providerId="ADAL" clId="{9E3353FE-7EFD-4D1F-85AC-2D3001641A94}" dt="2026-06-29T13:12:49.902" v="5870" actId="1076"/>
          <ac:spMkLst>
            <pc:docMk/>
            <pc:sldMk cId="3377972757" sldId="2147474889"/>
            <ac:spMk id="11" creationId="{DC8D9310-0F97-02CE-0D4D-6E645DB39ED5}"/>
          </ac:spMkLst>
        </pc:spChg>
        <pc:spChg chg="add mod topLvl">
          <ac:chgData name="Kannepamula Mahesh Babu" userId="391c5b16-0897-4eca-a028-a97f935a3bd2" providerId="ADAL" clId="{9E3353FE-7EFD-4D1F-85AC-2D3001641A94}" dt="2026-06-29T13:12:49.902" v="5870" actId="1076"/>
          <ac:spMkLst>
            <pc:docMk/>
            <pc:sldMk cId="3377972757" sldId="2147474889"/>
            <ac:spMk id="12" creationId="{D67CCE0F-B721-8161-5618-722B6C2B62BB}"/>
          </ac:spMkLst>
        </pc:spChg>
        <pc:spChg chg="add mod topLvl">
          <ac:chgData name="Kannepamula Mahesh Babu" userId="391c5b16-0897-4eca-a028-a97f935a3bd2" providerId="ADAL" clId="{9E3353FE-7EFD-4D1F-85AC-2D3001641A94}" dt="2026-06-29T13:19:33.633" v="5935" actId="20577"/>
          <ac:spMkLst>
            <pc:docMk/>
            <pc:sldMk cId="3377972757" sldId="2147474889"/>
            <ac:spMk id="13" creationId="{727A9CCC-F3ED-3AD2-60DA-E34F4FC41907}"/>
          </ac:spMkLst>
        </pc:spChg>
        <pc:spChg chg="add mod">
          <ac:chgData name="Kannepamula Mahesh Babu" userId="391c5b16-0897-4eca-a028-a97f935a3bd2" providerId="ADAL" clId="{9E3353FE-7EFD-4D1F-85AC-2D3001641A94}" dt="2026-06-29T13:12:49.902" v="5870" actId="1076"/>
          <ac:spMkLst>
            <pc:docMk/>
            <pc:sldMk cId="3377972757" sldId="2147474889"/>
            <ac:spMk id="14" creationId="{D3189416-FA64-AB74-247F-DE6FB3125A88}"/>
          </ac:spMkLst>
        </pc:spChg>
        <pc:spChg chg="add mod topLvl">
          <ac:chgData name="Kannepamula Mahesh Babu" userId="391c5b16-0897-4eca-a028-a97f935a3bd2" providerId="ADAL" clId="{9E3353FE-7EFD-4D1F-85AC-2D3001641A94}" dt="2026-06-29T13:12:49.902" v="5870" actId="1076"/>
          <ac:spMkLst>
            <pc:docMk/>
            <pc:sldMk cId="3377972757" sldId="2147474889"/>
            <ac:spMk id="15" creationId="{5964E8EC-F781-A5A0-8356-0949FF8F2498}"/>
          </ac:spMkLst>
        </pc:spChg>
        <pc:spChg chg="add mod">
          <ac:chgData name="Kannepamula Mahesh Babu" userId="391c5b16-0897-4eca-a028-a97f935a3bd2" providerId="ADAL" clId="{9E3353FE-7EFD-4D1F-85AC-2D3001641A94}" dt="2026-06-29T13:12:49.902" v="5870" actId="1076"/>
          <ac:spMkLst>
            <pc:docMk/>
            <pc:sldMk cId="3377972757" sldId="2147474889"/>
            <ac:spMk id="16" creationId="{A00B041C-3B85-9B4C-71B4-2CD2DD03A3AA}"/>
          </ac:spMkLst>
        </pc:spChg>
        <pc:spChg chg="add mod topLvl">
          <ac:chgData name="Kannepamula Mahesh Babu" userId="391c5b16-0897-4eca-a028-a97f935a3bd2" providerId="ADAL" clId="{9E3353FE-7EFD-4D1F-85AC-2D3001641A94}" dt="2026-06-29T13:12:49.902" v="5870" actId="1076"/>
          <ac:spMkLst>
            <pc:docMk/>
            <pc:sldMk cId="3377972757" sldId="2147474889"/>
            <ac:spMk id="17" creationId="{53E266C1-307A-9469-5988-0CD618824C36}"/>
          </ac:spMkLst>
        </pc:spChg>
        <pc:spChg chg="mod topLvl">
          <ac:chgData name="Kannepamula Mahesh Babu" userId="391c5b16-0897-4eca-a028-a97f935a3bd2" providerId="ADAL" clId="{9E3353FE-7EFD-4D1F-85AC-2D3001641A94}" dt="2026-06-29T13:12:43.606" v="5869" actId="1076"/>
          <ac:spMkLst>
            <pc:docMk/>
            <pc:sldMk cId="3377972757" sldId="2147474889"/>
            <ac:spMk id="18" creationId="{1A89BF7C-2FD7-1117-0EBA-F99711C54BC9}"/>
          </ac:spMkLst>
        </pc:spChg>
        <pc:spChg chg="mod">
          <ac:chgData name="Kannepamula Mahesh Babu" userId="391c5b16-0897-4eca-a028-a97f935a3bd2" providerId="ADAL" clId="{9E3353FE-7EFD-4D1F-85AC-2D3001641A94}" dt="2026-06-29T13:12:43.606" v="5869" actId="1076"/>
          <ac:spMkLst>
            <pc:docMk/>
            <pc:sldMk cId="3377972757" sldId="2147474889"/>
            <ac:spMk id="19" creationId="{1E8EE892-F9A4-35A8-00EA-87FBAA1635CA}"/>
          </ac:spMkLst>
        </pc:spChg>
        <pc:spChg chg="mod topLvl">
          <ac:chgData name="Kannepamula Mahesh Babu" userId="391c5b16-0897-4eca-a028-a97f935a3bd2" providerId="ADAL" clId="{9E3353FE-7EFD-4D1F-85AC-2D3001641A94}" dt="2026-06-29T13:12:43.606" v="5869" actId="1076"/>
          <ac:spMkLst>
            <pc:docMk/>
            <pc:sldMk cId="3377972757" sldId="2147474889"/>
            <ac:spMk id="20" creationId="{00B6719F-8D3F-F8F3-977C-EF8CEA2AC8CD}"/>
          </ac:spMkLst>
        </pc:spChg>
        <pc:spChg chg="add mod">
          <ac:chgData name="Kannepamula Mahesh Babu" userId="391c5b16-0897-4eca-a028-a97f935a3bd2" providerId="ADAL" clId="{9E3353FE-7EFD-4D1F-85AC-2D3001641A94}" dt="2026-06-29T13:12:49.902" v="5870" actId="1076"/>
          <ac:spMkLst>
            <pc:docMk/>
            <pc:sldMk cId="3377972757" sldId="2147474889"/>
            <ac:spMk id="22" creationId="{8190BA32-9B66-2201-BFE5-D475E13DB4B3}"/>
          </ac:spMkLst>
        </pc:spChg>
        <pc:spChg chg="add mod">
          <ac:chgData name="Kannepamula Mahesh Babu" userId="391c5b16-0897-4eca-a028-a97f935a3bd2" providerId="ADAL" clId="{9E3353FE-7EFD-4D1F-85AC-2D3001641A94}" dt="2026-06-29T12:36:15.559" v="5576" actId="1076"/>
          <ac:spMkLst>
            <pc:docMk/>
            <pc:sldMk cId="3377972757" sldId="2147474889"/>
            <ac:spMk id="25" creationId="{4B1EB9B3-AF8F-0AC2-A8F9-0CA464C2145E}"/>
          </ac:spMkLst>
        </pc:spChg>
        <pc:spChg chg="add mod">
          <ac:chgData name="Kannepamula Mahesh Babu" userId="391c5b16-0897-4eca-a028-a97f935a3bd2" providerId="ADAL" clId="{9E3353FE-7EFD-4D1F-85AC-2D3001641A94}" dt="2026-06-29T13:12:49.902" v="5870" actId="1076"/>
          <ac:spMkLst>
            <pc:docMk/>
            <pc:sldMk cId="3377972757" sldId="2147474889"/>
            <ac:spMk id="27" creationId="{344ECBC5-8062-841D-95DD-6ACF1E7A795C}"/>
          </ac:spMkLst>
        </pc:spChg>
        <pc:picChg chg="add mod">
          <ac:chgData name="Kannepamula Mahesh Babu" userId="391c5b16-0897-4eca-a028-a97f935a3bd2" providerId="ADAL" clId="{9E3353FE-7EFD-4D1F-85AC-2D3001641A94}" dt="2026-06-29T13:21:34.588" v="5947" actId="12789"/>
          <ac:picMkLst>
            <pc:docMk/>
            <pc:sldMk cId="3377972757" sldId="2147474889"/>
            <ac:picMk id="30" creationId="{54942B82-A9FD-C727-E526-E088DDEEB8F6}"/>
          </ac:picMkLst>
        </pc:picChg>
        <pc:picChg chg="add mod">
          <ac:chgData name="Kannepamula Mahesh Babu" userId="391c5b16-0897-4eca-a028-a97f935a3bd2" providerId="ADAL" clId="{9E3353FE-7EFD-4D1F-85AC-2D3001641A94}" dt="2026-06-29T13:21:34.588" v="5947" actId="12789"/>
          <ac:picMkLst>
            <pc:docMk/>
            <pc:sldMk cId="3377972757" sldId="2147474889"/>
            <ac:picMk id="32" creationId="{5EE22ADD-B3ED-C9EB-DF7C-9C51C4395051}"/>
          </ac:picMkLst>
        </pc:picChg>
        <pc:picChg chg="add mod">
          <ac:chgData name="Kannepamula Mahesh Babu" userId="391c5b16-0897-4eca-a028-a97f935a3bd2" providerId="ADAL" clId="{9E3353FE-7EFD-4D1F-85AC-2D3001641A94}" dt="2026-06-29T13:21:34.588" v="5947" actId="12789"/>
          <ac:picMkLst>
            <pc:docMk/>
            <pc:sldMk cId="3377972757" sldId="2147474889"/>
            <ac:picMk id="34" creationId="{503C4998-29CE-64BA-F4C6-9EA34ACC0014}"/>
          </ac:picMkLst>
        </pc:picChg>
        <pc:picChg chg="add mod">
          <ac:chgData name="Kannepamula Mahesh Babu" userId="391c5b16-0897-4eca-a028-a97f935a3bd2" providerId="ADAL" clId="{9E3353FE-7EFD-4D1F-85AC-2D3001641A94}" dt="2026-06-29T13:21:26.890" v="5946" actId="12789"/>
          <ac:picMkLst>
            <pc:docMk/>
            <pc:sldMk cId="3377972757" sldId="2147474889"/>
            <ac:picMk id="36" creationId="{4D54368E-9DA7-EDC0-CA93-FFFAC649DEC5}"/>
          </ac:picMkLst>
        </pc:picChg>
        <pc:picChg chg="add mod">
          <ac:chgData name="Kannepamula Mahesh Babu" userId="391c5b16-0897-4eca-a028-a97f935a3bd2" providerId="ADAL" clId="{9E3353FE-7EFD-4D1F-85AC-2D3001641A94}" dt="2026-06-29T13:21:26.890" v="5946" actId="12789"/>
          <ac:picMkLst>
            <pc:docMk/>
            <pc:sldMk cId="3377972757" sldId="2147474889"/>
            <ac:picMk id="38" creationId="{9D7400B9-1C42-E6E0-E1FC-B44619E82888}"/>
          </ac:picMkLst>
        </pc:picChg>
        <pc:picChg chg="add mod">
          <ac:chgData name="Kannepamula Mahesh Babu" userId="391c5b16-0897-4eca-a028-a97f935a3bd2" providerId="ADAL" clId="{9E3353FE-7EFD-4D1F-85AC-2D3001641A94}" dt="2026-06-29T13:21:26.890" v="5946" actId="12789"/>
          <ac:picMkLst>
            <pc:docMk/>
            <pc:sldMk cId="3377972757" sldId="2147474889"/>
            <ac:picMk id="40" creationId="{EB2C3D6C-3083-807A-AE8A-897FDD7C61D8}"/>
          </ac:picMkLst>
        </pc:picChg>
        <pc:cxnChg chg="add mod">
          <ac:chgData name="Kannepamula Mahesh Babu" userId="391c5b16-0897-4eca-a028-a97f935a3bd2" providerId="ADAL" clId="{9E3353FE-7EFD-4D1F-85AC-2D3001641A94}" dt="2026-06-29T13:12:49.902" v="5870" actId="1076"/>
          <ac:cxnSpMkLst>
            <pc:docMk/>
            <pc:sldMk cId="3377972757" sldId="2147474889"/>
            <ac:cxnSpMk id="21" creationId="{F0EEB60E-67F2-6267-C812-830CA1C6AB65}"/>
          </ac:cxnSpMkLst>
        </pc:cxnChg>
      </pc:sldChg>
      <pc:sldChg chg="addSp delSp modSp add mod modShow">
        <pc:chgData name="Kannepamula Mahesh Babu" userId="391c5b16-0897-4eca-a028-a97f935a3bd2" providerId="ADAL" clId="{9E3353FE-7EFD-4D1F-85AC-2D3001641A94}" dt="2026-06-29T13:47:29.586" v="6237" actId="12789"/>
        <pc:sldMkLst>
          <pc:docMk/>
          <pc:sldMk cId="2584111903" sldId="2147474891"/>
        </pc:sldMkLst>
        <pc:spChg chg="mod">
          <ac:chgData name="Kannepamula Mahesh Babu" userId="391c5b16-0897-4eca-a028-a97f935a3bd2" providerId="ADAL" clId="{9E3353FE-7EFD-4D1F-85AC-2D3001641A94}" dt="2026-06-29T12:38:21.658" v="5631" actId="20577"/>
          <ac:spMkLst>
            <pc:docMk/>
            <pc:sldMk cId="2584111903" sldId="2147474891"/>
            <ac:spMk id="2" creationId="{A005CD98-54F8-6A27-A840-6ED67987C8FD}"/>
          </ac:spMkLst>
        </pc:spChg>
        <pc:spChg chg="mod">
          <ac:chgData name="Kannepamula Mahesh Babu" userId="391c5b16-0897-4eca-a028-a97f935a3bd2" providerId="ADAL" clId="{9E3353FE-7EFD-4D1F-85AC-2D3001641A94}" dt="2026-06-29T12:49:35.620" v="5739" actId="1076"/>
          <ac:spMkLst>
            <pc:docMk/>
            <pc:sldMk cId="2584111903" sldId="2147474891"/>
            <ac:spMk id="11" creationId="{4E2E2CF3-46FB-2794-2BF2-E83C0A7031B9}"/>
          </ac:spMkLst>
        </pc:spChg>
        <pc:spChg chg="add mod">
          <ac:chgData name="Kannepamula Mahesh Babu" userId="391c5b16-0897-4eca-a028-a97f935a3bd2" providerId="ADAL" clId="{9E3353FE-7EFD-4D1F-85AC-2D3001641A94}" dt="2026-06-29T12:49:35.620" v="5739" actId="1076"/>
          <ac:spMkLst>
            <pc:docMk/>
            <pc:sldMk cId="2584111903" sldId="2147474891"/>
            <ac:spMk id="12" creationId="{282ED38C-0569-BBDE-0615-DE5F05498B7D}"/>
          </ac:spMkLst>
        </pc:spChg>
        <pc:spChg chg="mod">
          <ac:chgData name="Kannepamula Mahesh Babu" userId="391c5b16-0897-4eca-a028-a97f935a3bd2" providerId="ADAL" clId="{9E3353FE-7EFD-4D1F-85AC-2D3001641A94}" dt="2026-06-29T12:49:35.620" v="5739" actId="1076"/>
          <ac:spMkLst>
            <pc:docMk/>
            <pc:sldMk cId="2584111903" sldId="2147474891"/>
            <ac:spMk id="13" creationId="{D4FF26AB-4615-BAB0-72AA-FC418FDED75E}"/>
          </ac:spMkLst>
        </pc:spChg>
        <pc:spChg chg="add mod">
          <ac:chgData name="Kannepamula Mahesh Babu" userId="391c5b16-0897-4eca-a028-a97f935a3bd2" providerId="ADAL" clId="{9E3353FE-7EFD-4D1F-85AC-2D3001641A94}" dt="2026-06-29T12:49:35.620" v="5739" actId="1076"/>
          <ac:spMkLst>
            <pc:docMk/>
            <pc:sldMk cId="2584111903" sldId="2147474891"/>
            <ac:spMk id="14" creationId="{48DAFCA9-A171-B7E4-68AA-A9671BA75B0B}"/>
          </ac:spMkLst>
        </pc:spChg>
        <pc:spChg chg="add mod">
          <ac:chgData name="Kannepamula Mahesh Babu" userId="391c5b16-0897-4eca-a028-a97f935a3bd2" providerId="ADAL" clId="{9E3353FE-7EFD-4D1F-85AC-2D3001641A94}" dt="2026-06-29T13:14:00.714" v="5871" actId="555"/>
          <ac:spMkLst>
            <pc:docMk/>
            <pc:sldMk cId="2584111903" sldId="2147474891"/>
            <ac:spMk id="15" creationId="{3AF17B08-C36C-D637-8A22-B68EB4651D8E}"/>
          </ac:spMkLst>
        </pc:spChg>
        <pc:spChg chg="add mod">
          <ac:chgData name="Kannepamula Mahesh Babu" userId="391c5b16-0897-4eca-a028-a97f935a3bd2" providerId="ADAL" clId="{9E3353FE-7EFD-4D1F-85AC-2D3001641A94}" dt="2026-06-29T13:14:00.714" v="5871" actId="555"/>
          <ac:spMkLst>
            <pc:docMk/>
            <pc:sldMk cId="2584111903" sldId="2147474891"/>
            <ac:spMk id="16" creationId="{E4B8A311-22F8-BE3D-B31A-62E49A65B771}"/>
          </ac:spMkLst>
        </pc:spChg>
        <pc:spChg chg="add mod">
          <ac:chgData name="Kannepamula Mahesh Babu" userId="391c5b16-0897-4eca-a028-a97f935a3bd2" providerId="ADAL" clId="{9E3353FE-7EFD-4D1F-85AC-2D3001641A94}" dt="2026-06-29T13:14:00.714" v="5871" actId="555"/>
          <ac:spMkLst>
            <pc:docMk/>
            <pc:sldMk cId="2584111903" sldId="2147474891"/>
            <ac:spMk id="17" creationId="{E6C670DA-DF7C-7452-F366-895814439CD8}"/>
          </ac:spMkLst>
        </pc:spChg>
        <pc:spChg chg="mod">
          <ac:chgData name="Kannepamula Mahesh Babu" userId="391c5b16-0897-4eca-a028-a97f935a3bd2" providerId="ADAL" clId="{9E3353FE-7EFD-4D1F-85AC-2D3001641A94}" dt="2026-06-29T12:49:35.620" v="5739" actId="1076"/>
          <ac:spMkLst>
            <pc:docMk/>
            <pc:sldMk cId="2584111903" sldId="2147474891"/>
            <ac:spMk id="22" creationId="{BFB24091-50A2-D8F6-984D-EB5D397ED562}"/>
          </ac:spMkLst>
        </pc:spChg>
        <pc:spChg chg="add mod">
          <ac:chgData name="Kannepamula Mahesh Babu" userId="391c5b16-0897-4eca-a028-a97f935a3bd2" providerId="ADAL" clId="{9E3353FE-7EFD-4D1F-85AC-2D3001641A94}" dt="2026-06-29T13:14:13.759" v="5876" actId="1036"/>
          <ac:spMkLst>
            <pc:docMk/>
            <pc:sldMk cId="2584111903" sldId="2147474891"/>
            <ac:spMk id="23" creationId="{F2717F0E-9D12-A853-3C91-AB8F9DB7D40B}"/>
          </ac:spMkLst>
        </pc:spChg>
        <pc:spChg chg="add mod">
          <ac:chgData name="Kannepamula Mahesh Babu" userId="391c5b16-0897-4eca-a028-a97f935a3bd2" providerId="ADAL" clId="{9E3353FE-7EFD-4D1F-85AC-2D3001641A94}" dt="2026-06-29T12:49:42.319" v="5740" actId="14100"/>
          <ac:spMkLst>
            <pc:docMk/>
            <pc:sldMk cId="2584111903" sldId="2147474891"/>
            <ac:spMk id="24" creationId="{9133BBC7-3518-8816-C72A-FB679F86C164}"/>
          </ac:spMkLst>
        </pc:spChg>
        <pc:spChg chg="mod">
          <ac:chgData name="Kannepamula Mahesh Babu" userId="391c5b16-0897-4eca-a028-a97f935a3bd2" providerId="ADAL" clId="{9E3353FE-7EFD-4D1F-85AC-2D3001641A94}" dt="2026-06-29T13:25:45.778" v="5979" actId="20577"/>
          <ac:spMkLst>
            <pc:docMk/>
            <pc:sldMk cId="2584111903" sldId="2147474891"/>
            <ac:spMk id="25" creationId="{7826F7E4-99D0-64DD-6031-E94743AD5A04}"/>
          </ac:spMkLst>
        </pc:spChg>
        <pc:spChg chg="add mod">
          <ac:chgData name="Kannepamula Mahesh Babu" userId="391c5b16-0897-4eca-a028-a97f935a3bd2" providerId="ADAL" clId="{9E3353FE-7EFD-4D1F-85AC-2D3001641A94}" dt="2026-06-29T13:14:04.289" v="5872" actId="554"/>
          <ac:spMkLst>
            <pc:docMk/>
            <pc:sldMk cId="2584111903" sldId="2147474891"/>
            <ac:spMk id="27" creationId="{9353D553-A9C6-F8B4-4114-FCA83C699B53}"/>
          </ac:spMkLst>
        </pc:spChg>
        <pc:spChg chg="add mod">
          <ac:chgData name="Kannepamula Mahesh Babu" userId="391c5b16-0897-4eca-a028-a97f935a3bd2" providerId="ADAL" clId="{9E3353FE-7EFD-4D1F-85AC-2D3001641A94}" dt="2026-06-29T13:14:04.289" v="5872" actId="554"/>
          <ac:spMkLst>
            <pc:docMk/>
            <pc:sldMk cId="2584111903" sldId="2147474891"/>
            <ac:spMk id="29" creationId="{CFCD2858-D3F5-7C29-E30F-E74544D2820C}"/>
          </ac:spMkLst>
        </pc:spChg>
        <pc:spChg chg="mod">
          <ac:chgData name="Kannepamula Mahesh Babu" userId="391c5b16-0897-4eca-a028-a97f935a3bd2" providerId="ADAL" clId="{9E3353FE-7EFD-4D1F-85AC-2D3001641A94}" dt="2026-06-29T12:49:19.768" v="5735" actId="1076"/>
          <ac:spMkLst>
            <pc:docMk/>
            <pc:sldMk cId="2584111903" sldId="2147474891"/>
            <ac:spMk id="32" creationId="{FBF4A846-0193-A5C1-E0D1-20AD34F57533}"/>
          </ac:spMkLst>
        </pc:spChg>
        <pc:spChg chg="mod">
          <ac:chgData name="Kannepamula Mahesh Babu" userId="391c5b16-0897-4eca-a028-a97f935a3bd2" providerId="ADAL" clId="{9E3353FE-7EFD-4D1F-85AC-2D3001641A94}" dt="2026-06-29T12:38:28.030" v="5633" actId="2711"/>
          <ac:spMkLst>
            <pc:docMk/>
            <pc:sldMk cId="2584111903" sldId="2147474891"/>
            <ac:spMk id="33" creationId="{D27BA6B2-B312-FD53-7B5E-CF0220047998}"/>
          </ac:spMkLst>
        </pc:spChg>
        <pc:spChg chg="mod">
          <ac:chgData name="Kannepamula Mahesh Babu" userId="391c5b16-0897-4eca-a028-a97f935a3bd2" providerId="ADAL" clId="{9E3353FE-7EFD-4D1F-85AC-2D3001641A94}" dt="2026-06-29T12:49:26.767" v="5737" actId="1076"/>
          <ac:spMkLst>
            <pc:docMk/>
            <pc:sldMk cId="2584111903" sldId="2147474891"/>
            <ac:spMk id="34" creationId="{479E9EF7-0827-CDAA-8265-13E6F1EC30CA}"/>
          </ac:spMkLst>
        </pc:spChg>
        <pc:picChg chg="add mod">
          <ac:chgData name="Kannepamula Mahesh Babu" userId="391c5b16-0897-4eca-a028-a97f935a3bd2" providerId="ADAL" clId="{9E3353FE-7EFD-4D1F-85AC-2D3001641A94}" dt="2026-06-29T13:47:21.115" v="6235" actId="12789"/>
          <ac:picMkLst>
            <pc:docMk/>
            <pc:sldMk cId="2584111903" sldId="2147474891"/>
            <ac:picMk id="43" creationId="{38C83ECE-FF51-3D63-52D4-80D6B50A25BC}"/>
          </ac:picMkLst>
        </pc:picChg>
        <pc:picChg chg="add mod">
          <ac:chgData name="Kannepamula Mahesh Babu" userId="391c5b16-0897-4eca-a028-a97f935a3bd2" providerId="ADAL" clId="{9E3353FE-7EFD-4D1F-85AC-2D3001641A94}" dt="2026-06-29T13:47:21.115" v="6235" actId="12789"/>
          <ac:picMkLst>
            <pc:docMk/>
            <pc:sldMk cId="2584111903" sldId="2147474891"/>
            <ac:picMk id="45" creationId="{43721C34-D473-DC46-32E6-58D73FAC1CF4}"/>
          </ac:picMkLst>
        </pc:picChg>
        <pc:picChg chg="add mod">
          <ac:chgData name="Kannepamula Mahesh Babu" userId="391c5b16-0897-4eca-a028-a97f935a3bd2" providerId="ADAL" clId="{9E3353FE-7EFD-4D1F-85AC-2D3001641A94}" dt="2026-06-29T13:47:25.306" v="6236" actId="12788"/>
          <ac:picMkLst>
            <pc:docMk/>
            <pc:sldMk cId="2584111903" sldId="2147474891"/>
            <ac:picMk id="47" creationId="{F63739D7-87B8-B9F8-28B6-CF255CBBC2BF}"/>
          </ac:picMkLst>
        </pc:picChg>
        <pc:picChg chg="add mod">
          <ac:chgData name="Kannepamula Mahesh Babu" userId="391c5b16-0897-4eca-a028-a97f935a3bd2" providerId="ADAL" clId="{9E3353FE-7EFD-4D1F-85AC-2D3001641A94}" dt="2026-06-29T13:47:29.586" v="6237" actId="12789"/>
          <ac:picMkLst>
            <pc:docMk/>
            <pc:sldMk cId="2584111903" sldId="2147474891"/>
            <ac:picMk id="49" creationId="{0A92BFEC-48EE-B832-C580-2DB5A9F0B102}"/>
          </ac:picMkLst>
        </pc:picChg>
        <pc:picChg chg="add mod">
          <ac:chgData name="Kannepamula Mahesh Babu" userId="391c5b16-0897-4eca-a028-a97f935a3bd2" providerId="ADAL" clId="{9E3353FE-7EFD-4D1F-85AC-2D3001641A94}" dt="2026-06-29T13:47:29.586" v="6237" actId="12789"/>
          <ac:picMkLst>
            <pc:docMk/>
            <pc:sldMk cId="2584111903" sldId="2147474891"/>
            <ac:picMk id="51" creationId="{7375DB23-39D0-F74F-5AD6-CAA7286B2014}"/>
          </ac:picMkLst>
        </pc:picChg>
        <pc:cxnChg chg="mod">
          <ac:chgData name="Kannepamula Mahesh Babu" userId="391c5b16-0897-4eca-a028-a97f935a3bd2" providerId="ADAL" clId="{9E3353FE-7EFD-4D1F-85AC-2D3001641A94}" dt="2026-06-29T12:49:35.620" v="5739" actId="1076"/>
          <ac:cxnSpMkLst>
            <pc:docMk/>
            <pc:sldMk cId="2584111903" sldId="2147474891"/>
            <ac:cxnSpMk id="21" creationId="{E700599A-EF85-6D59-9566-FA21C459EDFD}"/>
          </ac:cxnSpMkLst>
        </pc:cxnChg>
        <pc:cxnChg chg="mod">
          <ac:chgData name="Kannepamula Mahesh Babu" userId="391c5b16-0897-4eca-a028-a97f935a3bd2" providerId="ADAL" clId="{9E3353FE-7EFD-4D1F-85AC-2D3001641A94}" dt="2026-06-29T12:49:19.768" v="5735" actId="1076"/>
          <ac:cxnSpMkLst>
            <pc:docMk/>
            <pc:sldMk cId="2584111903" sldId="2147474891"/>
            <ac:cxnSpMk id="31" creationId="{DEF71CF9-CF25-6655-6337-92DE0E396D00}"/>
          </ac:cxnSpMkLst>
        </pc:cxnChg>
      </pc:sldChg>
      <pc:sldChg chg="addSp delSp modSp mod ord modClrScheme modShow chgLayout">
        <pc:chgData name="Kannepamula Mahesh Babu" userId="391c5b16-0897-4eca-a028-a97f935a3bd2" providerId="ADAL" clId="{9E3353FE-7EFD-4D1F-85AC-2D3001641A94}" dt="2026-07-10T15:12:59.908" v="8904"/>
        <pc:sldMkLst>
          <pc:docMk/>
          <pc:sldMk cId="1051771287" sldId="2147481731"/>
        </pc:sldMkLst>
        <pc:spChg chg="mod ord">
          <ac:chgData name="Kannepamula Mahesh Babu" userId="391c5b16-0897-4eca-a028-a97f935a3bd2" providerId="ADAL" clId="{9E3353FE-7EFD-4D1F-85AC-2D3001641A94}" dt="2026-07-10T14:45:17.884" v="8710" actId="700"/>
          <ac:spMkLst>
            <pc:docMk/>
            <pc:sldMk cId="1051771287" sldId="2147481731"/>
            <ac:spMk id="3" creationId="{CD3C9E4D-C491-E15A-92E9-721C38A536F6}"/>
          </ac:spMkLst>
        </pc:spChg>
        <pc:spChg chg="mod ord">
          <ac:chgData name="Kannepamula Mahesh Babu" userId="391c5b16-0897-4eca-a028-a97f935a3bd2" providerId="ADAL" clId="{9E3353FE-7EFD-4D1F-85AC-2D3001641A94}" dt="2026-07-10T14:45:17.884" v="8710" actId="700"/>
          <ac:spMkLst>
            <pc:docMk/>
            <pc:sldMk cId="1051771287" sldId="2147481731"/>
            <ac:spMk id="5" creationId="{51CB81B9-E73F-ED09-A908-5D7872C71F07}"/>
          </ac:spMkLst>
        </pc:spChg>
        <pc:spChg chg="mod">
          <ac:chgData name="Kannepamula Mahesh Babu" userId="391c5b16-0897-4eca-a028-a97f935a3bd2" providerId="ADAL" clId="{9E3353FE-7EFD-4D1F-85AC-2D3001641A94}" dt="2026-07-10T14:41:56.779" v="8666" actId="555"/>
          <ac:spMkLst>
            <pc:docMk/>
            <pc:sldMk cId="1051771287" sldId="2147481731"/>
            <ac:spMk id="8" creationId="{2E7CC342-858F-43E0-AF0B-1E14E0A9E0F8}"/>
          </ac:spMkLst>
        </pc:spChg>
        <pc:spChg chg="mod">
          <ac:chgData name="Kannepamula Mahesh Babu" userId="391c5b16-0897-4eca-a028-a97f935a3bd2" providerId="ADAL" clId="{9E3353FE-7EFD-4D1F-85AC-2D3001641A94}" dt="2026-07-10T14:41:26.747" v="8659" actId="1076"/>
          <ac:spMkLst>
            <pc:docMk/>
            <pc:sldMk cId="1051771287" sldId="2147481731"/>
            <ac:spMk id="9" creationId="{1FAC3A03-7162-F993-7126-209B33A1220E}"/>
          </ac:spMkLst>
        </pc:spChg>
        <pc:spChg chg="mod">
          <ac:chgData name="Kannepamula Mahesh Babu" userId="391c5b16-0897-4eca-a028-a97f935a3bd2" providerId="ADAL" clId="{9E3353FE-7EFD-4D1F-85AC-2D3001641A94}" dt="2026-07-10T14:41:26.747" v="8659" actId="1076"/>
          <ac:spMkLst>
            <pc:docMk/>
            <pc:sldMk cId="1051771287" sldId="2147481731"/>
            <ac:spMk id="10" creationId="{30D8B09F-5A10-63E5-8A68-5F9CF1CC26AA}"/>
          </ac:spMkLst>
        </pc:spChg>
        <pc:spChg chg="mod">
          <ac:chgData name="Kannepamula Mahesh Babu" userId="391c5b16-0897-4eca-a028-a97f935a3bd2" providerId="ADAL" clId="{9E3353FE-7EFD-4D1F-85AC-2D3001641A94}" dt="2026-07-10T14:43:48.645" v="8687" actId="207"/>
          <ac:spMkLst>
            <pc:docMk/>
            <pc:sldMk cId="1051771287" sldId="2147481731"/>
            <ac:spMk id="13" creationId="{1E11F4C6-EEE3-FFBC-9B18-BD6CA3BF8614}"/>
          </ac:spMkLst>
        </pc:spChg>
        <pc:spChg chg="mod">
          <ac:chgData name="Kannepamula Mahesh Babu" userId="391c5b16-0897-4eca-a028-a97f935a3bd2" providerId="ADAL" clId="{9E3353FE-7EFD-4D1F-85AC-2D3001641A94}" dt="2026-07-10T14:41:50.505" v="8665" actId="555"/>
          <ac:spMkLst>
            <pc:docMk/>
            <pc:sldMk cId="1051771287" sldId="2147481731"/>
            <ac:spMk id="16" creationId="{941A8958-F1A3-6A12-7F76-26003F9F50D0}"/>
          </ac:spMkLst>
        </pc:spChg>
        <pc:spChg chg="mod">
          <ac:chgData name="Kannepamula Mahesh Babu" userId="391c5b16-0897-4eca-a028-a97f935a3bd2" providerId="ADAL" clId="{9E3353FE-7EFD-4D1F-85AC-2D3001641A94}" dt="2026-07-10T14:43:48.645" v="8687" actId="207"/>
          <ac:spMkLst>
            <pc:docMk/>
            <pc:sldMk cId="1051771287" sldId="2147481731"/>
            <ac:spMk id="20" creationId="{A412E39D-52F0-0BED-8ABB-EB855B4DBD40}"/>
          </ac:spMkLst>
        </pc:spChg>
        <pc:spChg chg="mod">
          <ac:chgData name="Kannepamula Mahesh Babu" userId="391c5b16-0897-4eca-a028-a97f935a3bd2" providerId="ADAL" clId="{9E3353FE-7EFD-4D1F-85AC-2D3001641A94}" dt="2026-07-10T14:41:42.691" v="8664" actId="465"/>
          <ac:spMkLst>
            <pc:docMk/>
            <pc:sldMk cId="1051771287" sldId="2147481731"/>
            <ac:spMk id="21" creationId="{519A6226-48BA-FD2E-28F2-B33EBBD607BC}"/>
          </ac:spMkLst>
        </pc:spChg>
        <pc:spChg chg="mod">
          <ac:chgData name="Kannepamula Mahesh Babu" userId="391c5b16-0897-4eca-a028-a97f935a3bd2" providerId="ADAL" clId="{9E3353FE-7EFD-4D1F-85AC-2D3001641A94}" dt="2026-07-10T14:41:42.691" v="8664" actId="465"/>
          <ac:spMkLst>
            <pc:docMk/>
            <pc:sldMk cId="1051771287" sldId="2147481731"/>
            <ac:spMk id="28" creationId="{D738C5EC-B8F0-742E-55AD-56E046BEDE7F}"/>
          </ac:spMkLst>
        </pc:spChg>
        <pc:spChg chg="mod">
          <ac:chgData name="Kannepamula Mahesh Babu" userId="391c5b16-0897-4eca-a028-a97f935a3bd2" providerId="ADAL" clId="{9E3353FE-7EFD-4D1F-85AC-2D3001641A94}" dt="2026-07-10T14:42:49.537" v="8677" actId="164"/>
          <ac:spMkLst>
            <pc:docMk/>
            <pc:sldMk cId="1051771287" sldId="2147481731"/>
            <ac:spMk id="47" creationId="{19FCEE76-202F-1671-6B26-3F3078A20BD7}"/>
          </ac:spMkLst>
        </pc:spChg>
        <pc:spChg chg="mod">
          <ac:chgData name="Kannepamula Mahesh Babu" userId="391c5b16-0897-4eca-a028-a97f935a3bd2" providerId="ADAL" clId="{9E3353FE-7EFD-4D1F-85AC-2D3001641A94}" dt="2026-07-10T14:42:49.537" v="8677" actId="164"/>
          <ac:spMkLst>
            <pc:docMk/>
            <pc:sldMk cId="1051771287" sldId="2147481731"/>
            <ac:spMk id="49" creationId="{3D68C703-743D-9EEA-75E2-98D3C4548483}"/>
          </ac:spMkLst>
        </pc:spChg>
        <pc:spChg chg="mod">
          <ac:chgData name="Kannepamula Mahesh Babu" userId="391c5b16-0897-4eca-a028-a97f935a3bd2" providerId="ADAL" clId="{9E3353FE-7EFD-4D1F-85AC-2D3001641A94}" dt="2026-07-10T14:42:49.537" v="8677" actId="164"/>
          <ac:spMkLst>
            <pc:docMk/>
            <pc:sldMk cId="1051771287" sldId="2147481731"/>
            <ac:spMk id="52" creationId="{8EA39956-DDD7-0936-9198-207C4E59C5F9}"/>
          </ac:spMkLst>
        </pc:spChg>
        <pc:spChg chg="mod">
          <ac:chgData name="Kannepamula Mahesh Babu" userId="391c5b16-0897-4eca-a028-a97f935a3bd2" providerId="ADAL" clId="{9E3353FE-7EFD-4D1F-85AC-2D3001641A94}" dt="2026-07-10T14:42:01.576" v="8667" actId="1076"/>
          <ac:spMkLst>
            <pc:docMk/>
            <pc:sldMk cId="1051771287" sldId="2147481731"/>
            <ac:spMk id="55" creationId="{8DB6E199-F9BF-3F85-EB32-5E65362736B2}"/>
          </ac:spMkLst>
        </pc:spChg>
        <pc:spChg chg="mod">
          <ac:chgData name="Kannepamula Mahesh Babu" userId="391c5b16-0897-4eca-a028-a97f935a3bd2" providerId="ADAL" clId="{9E3353FE-7EFD-4D1F-85AC-2D3001641A94}" dt="2026-07-10T14:42:49.537" v="8677" actId="164"/>
          <ac:spMkLst>
            <pc:docMk/>
            <pc:sldMk cId="1051771287" sldId="2147481731"/>
            <ac:spMk id="56" creationId="{BBAD54E9-0F48-7938-4D0B-465AE854751D}"/>
          </ac:spMkLst>
        </pc:spChg>
        <pc:spChg chg="mod">
          <ac:chgData name="Kannepamula Mahesh Babu" userId="391c5b16-0897-4eca-a028-a97f935a3bd2" providerId="ADAL" clId="{9E3353FE-7EFD-4D1F-85AC-2D3001641A94}" dt="2026-07-10T14:42:49.537" v="8677" actId="164"/>
          <ac:spMkLst>
            <pc:docMk/>
            <pc:sldMk cId="1051771287" sldId="2147481731"/>
            <ac:spMk id="58" creationId="{B3005238-8025-0A75-28CA-6726538B4362}"/>
          </ac:spMkLst>
        </pc:spChg>
        <pc:spChg chg="mod">
          <ac:chgData name="Kannepamula Mahesh Babu" userId="391c5b16-0897-4eca-a028-a97f935a3bd2" providerId="ADAL" clId="{9E3353FE-7EFD-4D1F-85AC-2D3001641A94}" dt="2026-07-10T14:41:56.779" v="8666" actId="555"/>
          <ac:spMkLst>
            <pc:docMk/>
            <pc:sldMk cId="1051771287" sldId="2147481731"/>
            <ac:spMk id="60" creationId="{E5B30DB0-05C8-6D91-A348-6D19AEF65AB4}"/>
          </ac:spMkLst>
        </pc:spChg>
        <pc:spChg chg="mod">
          <ac:chgData name="Kannepamula Mahesh Babu" userId="391c5b16-0897-4eca-a028-a97f935a3bd2" providerId="ADAL" clId="{9E3353FE-7EFD-4D1F-85AC-2D3001641A94}" dt="2026-07-10T14:41:50.505" v="8665" actId="555"/>
          <ac:spMkLst>
            <pc:docMk/>
            <pc:sldMk cId="1051771287" sldId="2147481731"/>
            <ac:spMk id="63" creationId="{DDC28A8C-59AB-4AC0-38D1-82BB6EB7D376}"/>
          </ac:spMkLst>
        </pc:spChg>
        <pc:spChg chg="mod">
          <ac:chgData name="Kannepamula Mahesh Babu" userId="391c5b16-0897-4eca-a028-a97f935a3bd2" providerId="ADAL" clId="{9E3353FE-7EFD-4D1F-85AC-2D3001641A94}" dt="2026-07-10T14:41:56.779" v="8666" actId="555"/>
          <ac:spMkLst>
            <pc:docMk/>
            <pc:sldMk cId="1051771287" sldId="2147481731"/>
            <ac:spMk id="448" creationId="{68658FBD-0173-CF2E-286F-13888F1CA902}"/>
          </ac:spMkLst>
        </pc:spChg>
        <pc:spChg chg="mod">
          <ac:chgData name="Kannepamula Mahesh Babu" userId="391c5b16-0897-4eca-a028-a97f935a3bd2" providerId="ADAL" clId="{9E3353FE-7EFD-4D1F-85AC-2D3001641A94}" dt="2026-07-10T14:41:50.505" v="8665" actId="555"/>
          <ac:spMkLst>
            <pc:docMk/>
            <pc:sldMk cId="1051771287" sldId="2147481731"/>
            <ac:spMk id="450" creationId="{C31DDBA6-9AF4-AEEA-5797-BFBE698D1F32}"/>
          </ac:spMkLst>
        </pc:spChg>
        <pc:spChg chg="mod">
          <ac:chgData name="Kannepamula Mahesh Babu" userId="391c5b16-0897-4eca-a028-a97f935a3bd2" providerId="ADAL" clId="{9E3353FE-7EFD-4D1F-85AC-2D3001641A94}" dt="2026-07-10T14:41:56.779" v="8666" actId="555"/>
          <ac:spMkLst>
            <pc:docMk/>
            <pc:sldMk cId="1051771287" sldId="2147481731"/>
            <ac:spMk id="453" creationId="{8AC813F8-D656-0902-DF80-B97FEB627A35}"/>
          </ac:spMkLst>
        </pc:spChg>
        <pc:spChg chg="mod">
          <ac:chgData name="Kannepamula Mahesh Babu" userId="391c5b16-0897-4eca-a028-a97f935a3bd2" providerId="ADAL" clId="{9E3353FE-7EFD-4D1F-85AC-2D3001641A94}" dt="2026-07-10T14:41:40.822" v="8663" actId="553"/>
          <ac:spMkLst>
            <pc:docMk/>
            <pc:sldMk cId="1051771287" sldId="2147481731"/>
            <ac:spMk id="454" creationId="{E864CD9B-29C9-0D96-54C8-9540F36FE52F}"/>
          </ac:spMkLst>
        </pc:spChg>
        <pc:spChg chg="add mod">
          <ac:chgData name="Kannepamula Mahesh Babu" userId="391c5b16-0897-4eca-a028-a97f935a3bd2" providerId="ADAL" clId="{9E3353FE-7EFD-4D1F-85AC-2D3001641A94}" dt="2026-07-10T14:42:32.215" v="8672"/>
          <ac:spMkLst>
            <pc:docMk/>
            <pc:sldMk cId="1051771287" sldId="2147481731"/>
            <ac:spMk id="455" creationId="{C3474200-A48A-D574-67B0-6C3DD14ACE76}"/>
          </ac:spMkLst>
        </pc:spChg>
        <pc:spChg chg="mod">
          <ac:chgData name="Kannepamula Mahesh Babu" userId="391c5b16-0897-4eca-a028-a97f935a3bd2" providerId="ADAL" clId="{9E3353FE-7EFD-4D1F-85AC-2D3001641A94}" dt="2026-07-10T14:41:50.505" v="8665" actId="555"/>
          <ac:spMkLst>
            <pc:docMk/>
            <pc:sldMk cId="1051771287" sldId="2147481731"/>
            <ac:spMk id="464" creationId="{99F92F1A-116A-1697-63E5-F5CC51188E5A}"/>
          </ac:spMkLst>
        </pc:spChg>
        <pc:spChg chg="mod">
          <ac:chgData name="Kannepamula Mahesh Babu" userId="391c5b16-0897-4eca-a028-a97f935a3bd2" providerId="ADAL" clId="{9E3353FE-7EFD-4D1F-85AC-2D3001641A94}" dt="2026-07-10T14:41:56.779" v="8666" actId="555"/>
          <ac:spMkLst>
            <pc:docMk/>
            <pc:sldMk cId="1051771287" sldId="2147481731"/>
            <ac:spMk id="466" creationId="{1D6842ED-FF37-23B4-9C2E-3BBEEBFAA0D4}"/>
          </ac:spMkLst>
        </pc:spChg>
        <pc:spChg chg="mod">
          <ac:chgData name="Kannepamula Mahesh Babu" userId="391c5b16-0897-4eca-a028-a97f935a3bd2" providerId="ADAL" clId="{9E3353FE-7EFD-4D1F-85AC-2D3001641A94}" dt="2026-07-10T14:41:26.747" v="8659" actId="1076"/>
          <ac:spMkLst>
            <pc:docMk/>
            <pc:sldMk cId="1051771287" sldId="2147481731"/>
            <ac:spMk id="469" creationId="{C7989D70-66E9-5523-76B4-2788EA677D2B}"/>
          </ac:spMkLst>
        </pc:spChg>
        <pc:spChg chg="mod">
          <ac:chgData name="Kannepamula Mahesh Babu" userId="391c5b16-0897-4eca-a028-a97f935a3bd2" providerId="ADAL" clId="{9E3353FE-7EFD-4D1F-85AC-2D3001641A94}" dt="2026-07-10T14:41:26.747" v="8659" actId="1076"/>
          <ac:spMkLst>
            <pc:docMk/>
            <pc:sldMk cId="1051771287" sldId="2147481731"/>
            <ac:spMk id="471" creationId="{1DF650D6-10B1-B8FF-915B-47BC113E6ED1}"/>
          </ac:spMkLst>
        </pc:spChg>
        <pc:spChg chg="mod">
          <ac:chgData name="Kannepamula Mahesh Babu" userId="391c5b16-0897-4eca-a028-a97f935a3bd2" providerId="ADAL" clId="{9E3353FE-7EFD-4D1F-85AC-2D3001641A94}" dt="2026-07-10T14:41:50.505" v="8665" actId="555"/>
          <ac:spMkLst>
            <pc:docMk/>
            <pc:sldMk cId="1051771287" sldId="2147481731"/>
            <ac:spMk id="472" creationId="{37DFDD4A-14E2-ECB8-C46D-F98BBDE405C2}"/>
          </ac:spMkLst>
        </pc:spChg>
        <pc:spChg chg="mod">
          <ac:chgData name="Kannepamula Mahesh Babu" userId="391c5b16-0897-4eca-a028-a97f935a3bd2" providerId="ADAL" clId="{9E3353FE-7EFD-4D1F-85AC-2D3001641A94}" dt="2026-07-10T14:41:56.779" v="8666" actId="555"/>
          <ac:spMkLst>
            <pc:docMk/>
            <pc:sldMk cId="1051771287" sldId="2147481731"/>
            <ac:spMk id="474" creationId="{6DDF4B53-2DC8-78E8-4E44-3652CFBFFF20}"/>
          </ac:spMkLst>
        </pc:spChg>
        <pc:spChg chg="mod">
          <ac:chgData name="Kannepamula Mahesh Babu" userId="391c5b16-0897-4eca-a028-a97f935a3bd2" providerId="ADAL" clId="{9E3353FE-7EFD-4D1F-85AC-2D3001641A94}" dt="2026-07-10T14:41:26.747" v="8659" actId="1076"/>
          <ac:spMkLst>
            <pc:docMk/>
            <pc:sldMk cId="1051771287" sldId="2147481731"/>
            <ac:spMk id="476" creationId="{66DD03C1-4CE2-7B40-4CF3-A2804F111C15}"/>
          </ac:spMkLst>
        </pc:spChg>
        <pc:spChg chg="add mod">
          <ac:chgData name="Kannepamula Mahesh Babu" userId="391c5b16-0897-4eca-a028-a97f935a3bd2" providerId="ADAL" clId="{9E3353FE-7EFD-4D1F-85AC-2D3001641A94}" dt="2026-07-10T14:57:23.990" v="8782" actId="207"/>
          <ac:spMkLst>
            <pc:docMk/>
            <pc:sldMk cId="1051771287" sldId="2147481731"/>
            <ac:spMk id="478" creationId="{C4FE82FD-107F-235C-BFAE-D40D7E0F21F1}"/>
          </ac:spMkLst>
        </pc:spChg>
        <pc:spChg chg="mod">
          <ac:chgData name="Kannepamula Mahesh Babu" userId="391c5b16-0897-4eca-a028-a97f935a3bd2" providerId="ADAL" clId="{9E3353FE-7EFD-4D1F-85AC-2D3001641A94}" dt="2026-07-10T14:41:50.505" v="8665" actId="555"/>
          <ac:spMkLst>
            <pc:docMk/>
            <pc:sldMk cId="1051771287" sldId="2147481731"/>
            <ac:spMk id="480" creationId="{75F33DFA-E581-6C09-51AA-06F26EC8A333}"/>
          </ac:spMkLst>
        </pc:spChg>
        <pc:spChg chg="mod">
          <ac:chgData name="Kannepamula Mahesh Babu" userId="391c5b16-0897-4eca-a028-a97f935a3bd2" providerId="ADAL" clId="{9E3353FE-7EFD-4D1F-85AC-2D3001641A94}" dt="2026-07-10T14:41:26.747" v="8659" actId="1076"/>
          <ac:spMkLst>
            <pc:docMk/>
            <pc:sldMk cId="1051771287" sldId="2147481731"/>
            <ac:spMk id="487" creationId="{CFD2E9DE-1141-24DE-5911-424E062ACEA7}"/>
          </ac:spMkLst>
        </pc:spChg>
        <pc:spChg chg="mod">
          <ac:chgData name="Kannepamula Mahesh Babu" userId="391c5b16-0897-4eca-a028-a97f935a3bd2" providerId="ADAL" clId="{9E3353FE-7EFD-4D1F-85AC-2D3001641A94}" dt="2026-07-10T14:41:35.281" v="8662" actId="14100"/>
          <ac:spMkLst>
            <pc:docMk/>
            <pc:sldMk cId="1051771287" sldId="2147481731"/>
            <ac:spMk id="492" creationId="{AF1335EA-7151-EC22-6B40-9DE2FA962B73}"/>
          </ac:spMkLst>
        </pc:spChg>
        <pc:spChg chg="mod">
          <ac:chgData name="Kannepamula Mahesh Babu" userId="391c5b16-0897-4eca-a028-a97f935a3bd2" providerId="ADAL" clId="{9E3353FE-7EFD-4D1F-85AC-2D3001641A94}" dt="2026-07-10T14:41:42.691" v="8664" actId="465"/>
          <ac:spMkLst>
            <pc:docMk/>
            <pc:sldMk cId="1051771287" sldId="2147481731"/>
            <ac:spMk id="498" creationId="{D90BE0E9-10DA-1885-58E0-C612714D5AE1}"/>
          </ac:spMkLst>
        </pc:spChg>
        <pc:grpChg chg="mod">
          <ac:chgData name="Kannepamula Mahesh Babu" userId="391c5b16-0897-4eca-a028-a97f935a3bd2" providerId="ADAL" clId="{9E3353FE-7EFD-4D1F-85AC-2D3001641A94}" dt="2026-07-10T14:46:14.376" v="8719" actId="1036"/>
          <ac:grpSpMkLst>
            <pc:docMk/>
            <pc:sldMk cId="1051771287" sldId="2147481731"/>
            <ac:grpSpMk id="18" creationId="{3F4BCB96-8ECE-9EE2-E500-02C338BF6A7F}"/>
          </ac:grpSpMkLst>
        </pc:grpChg>
        <pc:grpChg chg="mod">
          <ac:chgData name="Kannepamula Mahesh Babu" userId="391c5b16-0897-4eca-a028-a97f935a3bd2" providerId="ADAL" clId="{9E3353FE-7EFD-4D1F-85AC-2D3001641A94}" dt="2026-07-10T14:43:01.153" v="8678" actId="554"/>
          <ac:grpSpMkLst>
            <pc:docMk/>
            <pc:sldMk cId="1051771287" sldId="2147481731"/>
            <ac:grpSpMk id="457" creationId="{7AEC06AF-7BF5-796C-2809-B15FBB6853FB}"/>
          </ac:grpSpMkLst>
        </pc:grpChg>
        <pc:picChg chg="mod">
          <ac:chgData name="Kannepamula Mahesh Babu" userId="391c5b16-0897-4eca-a028-a97f935a3bd2" providerId="ADAL" clId="{9E3353FE-7EFD-4D1F-85AC-2D3001641A94}" dt="2026-07-10T14:42:49.537" v="8677" actId="164"/>
          <ac:picMkLst>
            <pc:docMk/>
            <pc:sldMk cId="1051771287" sldId="2147481731"/>
            <ac:picMk id="46" creationId="{D8C89DCF-803D-550B-9C36-69A9984C2FCA}"/>
          </ac:picMkLst>
        </pc:picChg>
        <pc:picChg chg="mod">
          <ac:chgData name="Kannepamula Mahesh Babu" userId="391c5b16-0897-4eca-a028-a97f935a3bd2" providerId="ADAL" clId="{9E3353FE-7EFD-4D1F-85AC-2D3001641A94}" dt="2026-07-10T14:42:49.537" v="8677" actId="164"/>
          <ac:picMkLst>
            <pc:docMk/>
            <pc:sldMk cId="1051771287" sldId="2147481731"/>
            <ac:picMk id="48" creationId="{ECC6257A-5DCD-DC8C-42D8-0688CAC5A775}"/>
          </ac:picMkLst>
        </pc:picChg>
        <pc:picChg chg="mod">
          <ac:chgData name="Kannepamula Mahesh Babu" userId="391c5b16-0897-4eca-a028-a97f935a3bd2" providerId="ADAL" clId="{9E3353FE-7EFD-4D1F-85AC-2D3001641A94}" dt="2026-07-10T14:42:49.537" v="8677" actId="164"/>
          <ac:picMkLst>
            <pc:docMk/>
            <pc:sldMk cId="1051771287" sldId="2147481731"/>
            <ac:picMk id="51" creationId="{D70B2D20-7CF1-19B1-338F-3B933FFF4FC2}"/>
          </ac:picMkLst>
        </pc:picChg>
        <pc:picChg chg="mod">
          <ac:chgData name="Kannepamula Mahesh Babu" userId="391c5b16-0897-4eca-a028-a97f935a3bd2" providerId="ADAL" clId="{9E3353FE-7EFD-4D1F-85AC-2D3001641A94}" dt="2026-07-10T14:42:49.537" v="8677" actId="164"/>
          <ac:picMkLst>
            <pc:docMk/>
            <pc:sldMk cId="1051771287" sldId="2147481731"/>
            <ac:picMk id="54" creationId="{DEF7E819-BC6A-AE0E-346F-29742FFCB682}"/>
          </ac:picMkLst>
        </pc:picChg>
        <pc:picChg chg="mod">
          <ac:chgData name="Kannepamula Mahesh Babu" userId="391c5b16-0897-4eca-a028-a97f935a3bd2" providerId="ADAL" clId="{9E3353FE-7EFD-4D1F-85AC-2D3001641A94}" dt="2026-07-10T14:42:49.537" v="8677" actId="164"/>
          <ac:picMkLst>
            <pc:docMk/>
            <pc:sldMk cId="1051771287" sldId="2147481731"/>
            <ac:picMk id="57" creationId="{6F524DF2-9AF6-9FCB-9C9D-1C8D0A6E7244}"/>
          </ac:picMkLst>
        </pc:picChg>
        <pc:picChg chg="add mod">
          <ac:chgData name="Kannepamula Mahesh Babu" userId="391c5b16-0897-4eca-a028-a97f935a3bd2" providerId="ADAL" clId="{9E3353FE-7EFD-4D1F-85AC-2D3001641A94}" dt="2026-07-10T14:42:32.215" v="8672"/>
          <ac:picMkLst>
            <pc:docMk/>
            <pc:sldMk cId="1051771287" sldId="2147481731"/>
            <ac:picMk id="452" creationId="{8151A937-6246-59EE-EA7A-DCD8647ABF47}"/>
          </ac:picMkLst>
        </pc:picChg>
        <pc:cxnChg chg="mod">
          <ac:chgData name="Kannepamula Mahesh Babu" userId="391c5b16-0897-4eca-a028-a97f935a3bd2" providerId="ADAL" clId="{9E3353FE-7EFD-4D1F-85AC-2D3001641A94}" dt="2026-07-10T14:41:33.184" v="8661" actId="14100"/>
          <ac:cxnSpMkLst>
            <pc:docMk/>
            <pc:sldMk cId="1051771287" sldId="2147481731"/>
            <ac:cxnSpMk id="50" creationId="{C326FA7C-D745-0D4C-B48D-9F7B80DE5ACE}"/>
          </ac:cxnSpMkLst>
        </pc:cxnChg>
      </pc:sldChg>
      <pc:sldChg chg="addSp delSp modSp mod modClrScheme chgLayout">
        <pc:chgData name="Kannepamula Mahesh Babu" userId="391c5b16-0897-4eca-a028-a97f935a3bd2" providerId="ADAL" clId="{9E3353FE-7EFD-4D1F-85AC-2D3001641A94}" dt="2026-07-10T15:16:21.452" v="8927"/>
        <pc:sldMkLst>
          <pc:docMk/>
          <pc:sldMk cId="2117641374" sldId="2147481785"/>
        </pc:sldMkLst>
        <pc:spChg chg="mod ord">
          <ac:chgData name="Kannepamula Mahesh Babu" userId="391c5b16-0897-4eca-a028-a97f935a3bd2" providerId="ADAL" clId="{9E3353FE-7EFD-4D1F-85AC-2D3001641A94}" dt="2026-07-10T15:16:10.438" v="8924" actId="700"/>
          <ac:spMkLst>
            <pc:docMk/>
            <pc:sldMk cId="2117641374" sldId="2147481785"/>
            <ac:spMk id="2" creationId="{B2C7E958-C883-D485-22C5-F45832A62BF4}"/>
          </ac:spMkLst>
        </pc:spChg>
        <pc:spChg chg="add mod">
          <ac:chgData name="Kannepamula Mahesh Babu" userId="391c5b16-0897-4eca-a028-a97f935a3bd2" providerId="ADAL" clId="{9E3353FE-7EFD-4D1F-85AC-2D3001641A94}" dt="2026-07-10T15:16:21.452" v="8927"/>
          <ac:spMkLst>
            <pc:docMk/>
            <pc:sldMk cId="2117641374" sldId="2147481785"/>
            <ac:spMk id="3" creationId="{2F7246A8-05F5-35D0-48F9-D0B6124A98AA}"/>
          </ac:spMkLst>
        </pc:spChg>
        <pc:spChg chg="add mod">
          <ac:chgData name="Kannepamula Mahesh Babu" userId="391c5b16-0897-4eca-a028-a97f935a3bd2" providerId="ADAL" clId="{9E3353FE-7EFD-4D1F-85AC-2D3001641A94}" dt="2026-07-10T15:16:21.452" v="8927"/>
          <ac:spMkLst>
            <pc:docMk/>
            <pc:sldMk cId="2117641374" sldId="2147481785"/>
            <ac:spMk id="5" creationId="{C46077C9-F799-610D-D9FA-1655DAD27945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6-30T07:16:30.432" v="6732"/>
        <pc:sldMkLst>
          <pc:docMk/>
          <pc:sldMk cId="0" sldId="2147481787"/>
        </pc:sldMkLst>
        <pc:spChg chg="add del mod">
          <ac:chgData name="Kannepamula Mahesh Babu" userId="391c5b16-0897-4eca-a028-a97f935a3bd2" providerId="ADAL" clId="{9E3353FE-7EFD-4D1F-85AC-2D3001641A94}" dt="2026-06-30T06:53:33.572" v="6580" actId="478"/>
          <ac:spMkLst>
            <pc:docMk/>
            <pc:sldMk cId="0" sldId="2147481787"/>
            <ac:spMk id="2" creationId="{00000000-0000-0000-0000-000000000000}"/>
          </ac:spMkLst>
        </pc:spChg>
        <pc:spChg chg="add del mod">
          <ac:chgData name="Kannepamula Mahesh Babu" userId="391c5b16-0897-4eca-a028-a97f935a3bd2" providerId="ADAL" clId="{9E3353FE-7EFD-4D1F-85AC-2D3001641A94}" dt="2026-06-30T06:53:33.572" v="6580" actId="478"/>
          <ac:spMkLst>
            <pc:docMk/>
            <pc:sldMk cId="0" sldId="2147481787"/>
            <ac:spMk id="3" creationId="{00000000-0000-0000-0000-000000000000}"/>
          </ac:spMkLst>
        </pc:spChg>
        <pc:spChg chg="add del mod">
          <ac:chgData name="Kannepamula Mahesh Babu" userId="391c5b16-0897-4eca-a028-a97f935a3bd2" providerId="ADAL" clId="{9E3353FE-7EFD-4D1F-85AC-2D3001641A94}" dt="2026-06-30T06:53:33.572" v="6580" actId="478"/>
          <ac:spMkLst>
            <pc:docMk/>
            <pc:sldMk cId="0" sldId="2147481787"/>
            <ac:spMk id="5" creationId="{00000000-0000-0000-0000-000000000000}"/>
          </ac:spMkLst>
        </pc:spChg>
        <pc:spChg chg="add del mod">
          <ac:chgData name="Kannepamula Mahesh Babu" userId="391c5b16-0897-4eca-a028-a97f935a3bd2" providerId="ADAL" clId="{9E3353FE-7EFD-4D1F-85AC-2D3001641A94}" dt="2026-06-30T06:53:38.101" v="6581" actId="1076"/>
          <ac:spMkLst>
            <pc:docMk/>
            <pc:sldMk cId="0" sldId="2147481787"/>
            <ac:spMk id="6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36:58.767" v="6418" actId="14100"/>
          <ac:spMkLst>
            <pc:docMk/>
            <pc:sldMk cId="0" sldId="2147481787"/>
            <ac:spMk id="12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4:43.973" v="6501" actId="207"/>
          <ac:spMkLst>
            <pc:docMk/>
            <pc:sldMk cId="0" sldId="2147481787"/>
            <ac:spMk id="14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0:40.906" v="6477" actId="1076"/>
          <ac:spMkLst>
            <pc:docMk/>
            <pc:sldMk cId="0" sldId="2147481787"/>
            <ac:spMk id="16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0:42.645" v="6478" actId="1076"/>
          <ac:spMkLst>
            <pc:docMk/>
            <pc:sldMk cId="0" sldId="2147481787"/>
            <ac:spMk id="17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3:04.270" v="6498" actId="208"/>
          <ac:spMkLst>
            <pc:docMk/>
            <pc:sldMk cId="0" sldId="2147481787"/>
            <ac:spMk id="18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6:55.321" v="6534" actId="14100"/>
          <ac:spMkLst>
            <pc:docMk/>
            <pc:sldMk cId="0" sldId="2147481787"/>
            <ac:spMk id="20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31.588" v="6489" actId="403"/>
          <ac:spMkLst>
            <pc:docMk/>
            <pc:sldMk cId="0" sldId="2147481787"/>
            <ac:spMk id="21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23.857" v="6487" actId="948"/>
          <ac:spMkLst>
            <pc:docMk/>
            <pc:sldMk cId="0" sldId="2147481787"/>
            <ac:spMk id="22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3:04.270" v="6498" actId="208"/>
          <ac:spMkLst>
            <pc:docMk/>
            <pc:sldMk cId="0" sldId="2147481787"/>
            <ac:spMk id="23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6:55.321" v="6534" actId="14100"/>
          <ac:spMkLst>
            <pc:docMk/>
            <pc:sldMk cId="0" sldId="2147481787"/>
            <ac:spMk id="25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31.588" v="6489" actId="403"/>
          <ac:spMkLst>
            <pc:docMk/>
            <pc:sldMk cId="0" sldId="2147481787"/>
            <ac:spMk id="26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23.857" v="6487" actId="948"/>
          <ac:spMkLst>
            <pc:docMk/>
            <pc:sldMk cId="0" sldId="2147481787"/>
            <ac:spMk id="27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3:04.270" v="6498" actId="208"/>
          <ac:spMkLst>
            <pc:docMk/>
            <pc:sldMk cId="0" sldId="2147481787"/>
            <ac:spMk id="28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6:55.321" v="6534" actId="14100"/>
          <ac:spMkLst>
            <pc:docMk/>
            <pc:sldMk cId="0" sldId="2147481787"/>
            <ac:spMk id="30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31.588" v="6489" actId="403"/>
          <ac:spMkLst>
            <pc:docMk/>
            <pc:sldMk cId="0" sldId="2147481787"/>
            <ac:spMk id="31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23.857" v="6487" actId="948"/>
          <ac:spMkLst>
            <pc:docMk/>
            <pc:sldMk cId="0" sldId="2147481787"/>
            <ac:spMk id="32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3:04.270" v="6498" actId="208"/>
          <ac:spMkLst>
            <pc:docMk/>
            <pc:sldMk cId="0" sldId="2147481787"/>
            <ac:spMk id="33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6:55.321" v="6534" actId="14100"/>
          <ac:spMkLst>
            <pc:docMk/>
            <pc:sldMk cId="0" sldId="2147481787"/>
            <ac:spMk id="35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31.588" v="6489" actId="403"/>
          <ac:spMkLst>
            <pc:docMk/>
            <pc:sldMk cId="0" sldId="2147481787"/>
            <ac:spMk id="36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23.891" v="6488" actId="27636"/>
          <ac:spMkLst>
            <pc:docMk/>
            <pc:sldMk cId="0" sldId="2147481787"/>
            <ac:spMk id="37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3:04.270" v="6498" actId="208"/>
          <ac:spMkLst>
            <pc:docMk/>
            <pc:sldMk cId="0" sldId="2147481787"/>
            <ac:spMk id="38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6:55.321" v="6534" actId="14100"/>
          <ac:spMkLst>
            <pc:docMk/>
            <pc:sldMk cId="0" sldId="2147481787"/>
            <ac:spMk id="40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31.588" v="6489" actId="403"/>
          <ac:spMkLst>
            <pc:docMk/>
            <pc:sldMk cId="0" sldId="2147481787"/>
            <ac:spMk id="41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23.857" v="6487" actId="948"/>
          <ac:spMkLst>
            <pc:docMk/>
            <pc:sldMk cId="0" sldId="2147481787"/>
            <ac:spMk id="42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3:04.270" v="6498" actId="208"/>
          <ac:spMkLst>
            <pc:docMk/>
            <pc:sldMk cId="0" sldId="2147481787"/>
            <ac:spMk id="43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6:55.321" v="6534" actId="14100"/>
          <ac:spMkLst>
            <pc:docMk/>
            <pc:sldMk cId="0" sldId="2147481787"/>
            <ac:spMk id="45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31.588" v="6489" actId="403"/>
          <ac:spMkLst>
            <pc:docMk/>
            <pc:sldMk cId="0" sldId="2147481787"/>
            <ac:spMk id="46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41:23.857" v="6487" actId="948"/>
          <ac:spMkLst>
            <pc:docMk/>
            <pc:sldMk cId="0" sldId="2147481787"/>
            <ac:spMk id="47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7:16:30.432" v="6732"/>
          <ac:spMkLst>
            <pc:docMk/>
            <pc:sldMk cId="0" sldId="2147481787"/>
            <ac:spMk id="48" creationId="{00000000-0000-0000-0000-000000000000}"/>
          </ac:spMkLst>
        </pc:spChg>
        <pc:spChg chg="mod">
          <ac:chgData name="Kannepamula Mahesh Babu" userId="391c5b16-0897-4eca-a028-a97f935a3bd2" providerId="ADAL" clId="{9E3353FE-7EFD-4D1F-85AC-2D3001641A94}" dt="2026-06-30T06:50:22.600" v="6563" actId="122"/>
          <ac:spMkLst>
            <pc:docMk/>
            <pc:sldMk cId="0" sldId="2147481787"/>
            <ac:spMk id="49" creationId="{00000000-0000-0000-0000-000000000000}"/>
          </ac:spMkLst>
        </pc:spChg>
        <pc:spChg chg="add mod ord">
          <ac:chgData name="Kannepamula Mahesh Babu" userId="391c5b16-0897-4eca-a028-a97f935a3bd2" providerId="ADAL" clId="{9E3353FE-7EFD-4D1F-85AC-2D3001641A94}" dt="2026-06-30T06:36:34.817" v="6407" actId="6264"/>
          <ac:spMkLst>
            <pc:docMk/>
            <pc:sldMk cId="0" sldId="2147481787"/>
            <ac:spMk id="51" creationId="{BB52F828-B507-C7BE-1756-94508A69CDBE}"/>
          </ac:spMkLst>
        </pc:spChg>
        <pc:picChg chg="add del mod">
          <ac:chgData name="Kannepamula Mahesh Babu" userId="391c5b16-0897-4eca-a028-a97f935a3bd2" providerId="ADAL" clId="{9E3353FE-7EFD-4D1F-85AC-2D3001641A94}" dt="2026-06-30T06:53:33.572" v="6580" actId="478"/>
          <ac:picMkLst>
            <pc:docMk/>
            <pc:sldMk cId="0" sldId="2147481787"/>
            <ac:picMk id="4" creationId="{00000000-0000-0000-0000-000000000000}"/>
          </ac:picMkLst>
        </pc:picChg>
      </pc:sldChg>
      <pc:sldChg chg="addSp delSp modSp add mod modClrScheme chgLayout">
        <pc:chgData name="Kannepamula Mahesh Babu" userId="391c5b16-0897-4eca-a028-a97f935a3bd2" providerId="ADAL" clId="{9E3353FE-7EFD-4D1F-85AC-2D3001641A94}" dt="2026-06-30T07:16:16.112" v="6727" actId="207"/>
        <pc:sldMkLst>
          <pc:docMk/>
          <pc:sldMk cId="2008410391" sldId="2147481791"/>
        </pc:sldMkLst>
        <pc:spChg chg="mod ord">
          <ac:chgData name="Kannepamula Mahesh Babu" userId="391c5b16-0897-4eca-a028-a97f935a3bd2" providerId="ADAL" clId="{9E3353FE-7EFD-4D1F-85AC-2D3001641A94}" dt="2026-06-30T06:29:19.731" v="6303" actId="6264"/>
          <ac:spMkLst>
            <pc:docMk/>
            <pc:sldMk cId="2008410391" sldId="2147481791"/>
            <ac:spMk id="2" creationId="{12EF77AF-C6D1-0BB2-559D-9255918F1D46}"/>
          </ac:spMkLst>
        </pc:spChg>
        <pc:spChg chg="mod">
          <ac:chgData name="Kannepamula Mahesh Babu" userId="391c5b16-0897-4eca-a028-a97f935a3bd2" providerId="ADAL" clId="{9E3353FE-7EFD-4D1F-85AC-2D3001641A94}" dt="2026-06-30T06:33:05.511" v="6362" actId="1076"/>
          <ac:spMkLst>
            <pc:docMk/>
            <pc:sldMk cId="2008410391" sldId="2147481791"/>
            <ac:spMk id="8" creationId="{0D341E75-95AB-AAF3-B431-906EED1D739D}"/>
          </ac:spMkLst>
        </pc:spChg>
        <pc:spChg chg="mod">
          <ac:chgData name="Kannepamula Mahesh Babu" userId="391c5b16-0897-4eca-a028-a97f935a3bd2" providerId="ADAL" clId="{9E3353FE-7EFD-4D1F-85AC-2D3001641A94}" dt="2026-06-30T06:33:05.511" v="6362" actId="1076"/>
          <ac:spMkLst>
            <pc:docMk/>
            <pc:sldMk cId="2008410391" sldId="2147481791"/>
            <ac:spMk id="16" creationId="{7DB71224-7ED6-0FD8-46E2-D4A8F155AA87}"/>
          </ac:spMkLst>
        </pc:spChg>
        <pc:spChg chg="mod topLvl">
          <ac:chgData name="Kannepamula Mahesh Babu" userId="391c5b16-0897-4eca-a028-a97f935a3bd2" providerId="ADAL" clId="{9E3353FE-7EFD-4D1F-85AC-2D3001641A94}" dt="2026-06-30T06:31:06.029" v="6336" actId="554"/>
          <ac:spMkLst>
            <pc:docMk/>
            <pc:sldMk cId="2008410391" sldId="2147481791"/>
            <ac:spMk id="17" creationId="{275D8770-4D0B-2047-C82E-D62F0767AF1A}"/>
          </ac:spMkLst>
        </pc:spChg>
        <pc:spChg chg="mod">
          <ac:chgData name="Kannepamula Mahesh Babu" userId="391c5b16-0897-4eca-a028-a97f935a3bd2" providerId="ADAL" clId="{9E3353FE-7EFD-4D1F-85AC-2D3001641A94}" dt="2026-06-30T06:33:05.511" v="6362" actId="1076"/>
          <ac:spMkLst>
            <pc:docMk/>
            <pc:sldMk cId="2008410391" sldId="2147481791"/>
            <ac:spMk id="19" creationId="{7527F1C5-F010-C743-C163-CF66E9281AA1}"/>
          </ac:spMkLst>
        </pc:spChg>
        <pc:spChg chg="mod">
          <ac:chgData name="Kannepamula Mahesh Babu" userId="391c5b16-0897-4eca-a028-a97f935a3bd2" providerId="ADAL" clId="{9E3353FE-7EFD-4D1F-85AC-2D3001641A94}" dt="2026-06-30T06:33:05.511" v="6362" actId="1076"/>
          <ac:spMkLst>
            <pc:docMk/>
            <pc:sldMk cId="2008410391" sldId="2147481791"/>
            <ac:spMk id="21" creationId="{57F742FB-499A-18EE-0AB4-5AC7DE59F8A8}"/>
          </ac:spMkLst>
        </pc:spChg>
        <pc:spChg chg="mod">
          <ac:chgData name="Kannepamula Mahesh Babu" userId="391c5b16-0897-4eca-a028-a97f935a3bd2" providerId="ADAL" clId="{9E3353FE-7EFD-4D1F-85AC-2D3001641A94}" dt="2026-06-30T06:33:05.511" v="6362" actId="1076"/>
          <ac:spMkLst>
            <pc:docMk/>
            <pc:sldMk cId="2008410391" sldId="2147481791"/>
            <ac:spMk id="22" creationId="{844D88AE-6926-A638-1A75-F61DC8EE152C}"/>
          </ac:spMkLst>
        </pc:spChg>
        <pc:spChg chg="mod topLvl">
          <ac:chgData name="Kannepamula Mahesh Babu" userId="391c5b16-0897-4eca-a028-a97f935a3bd2" providerId="ADAL" clId="{9E3353FE-7EFD-4D1F-85AC-2D3001641A94}" dt="2026-06-30T07:16:16.112" v="6727" actId="207"/>
          <ac:spMkLst>
            <pc:docMk/>
            <pc:sldMk cId="2008410391" sldId="2147481791"/>
            <ac:spMk id="33" creationId="{A75E46BA-777F-5FA9-F641-5654FC797718}"/>
          </ac:spMkLst>
        </pc:spChg>
        <pc:spChg chg="mod">
          <ac:chgData name="Kannepamula Mahesh Babu" userId="391c5b16-0897-4eca-a028-a97f935a3bd2" providerId="ADAL" clId="{9E3353FE-7EFD-4D1F-85AC-2D3001641A94}" dt="2026-06-30T06:33:05.511" v="6362" actId="1076"/>
          <ac:spMkLst>
            <pc:docMk/>
            <pc:sldMk cId="2008410391" sldId="2147481791"/>
            <ac:spMk id="42" creationId="{67AB741A-79E0-EEF7-640A-95752447174E}"/>
          </ac:spMkLst>
        </pc:spChg>
        <pc:spChg chg="mod topLvl">
          <ac:chgData name="Kannepamula Mahesh Babu" userId="391c5b16-0897-4eca-a028-a97f935a3bd2" providerId="ADAL" clId="{9E3353FE-7EFD-4D1F-85AC-2D3001641A94}" dt="2026-06-30T07:16:16.112" v="6727" actId="207"/>
          <ac:spMkLst>
            <pc:docMk/>
            <pc:sldMk cId="2008410391" sldId="2147481791"/>
            <ac:spMk id="57" creationId="{911292DE-3DF3-9AEC-CF24-9278E6ABD978}"/>
          </ac:spMkLst>
        </pc:spChg>
        <pc:spChg chg="mod topLvl">
          <ac:chgData name="Kannepamula Mahesh Babu" userId="391c5b16-0897-4eca-a028-a97f935a3bd2" providerId="ADAL" clId="{9E3353FE-7EFD-4D1F-85AC-2D3001641A94}" dt="2026-06-30T06:32:07.188" v="6352" actId="12789"/>
          <ac:spMkLst>
            <pc:docMk/>
            <pc:sldMk cId="2008410391" sldId="2147481791"/>
            <ac:spMk id="58" creationId="{1248911D-3093-740C-6B52-55F08E393175}"/>
          </ac:spMkLst>
        </pc:spChg>
        <pc:spChg chg="mod topLvl">
          <ac:chgData name="Kannepamula Mahesh Babu" userId="391c5b16-0897-4eca-a028-a97f935a3bd2" providerId="ADAL" clId="{9E3353FE-7EFD-4D1F-85AC-2D3001641A94}" dt="2026-06-30T06:31:33.794" v="6346" actId="1076"/>
          <ac:spMkLst>
            <pc:docMk/>
            <pc:sldMk cId="2008410391" sldId="2147481791"/>
            <ac:spMk id="68" creationId="{A44A3E76-0C2E-DB07-60CC-7ADFE1894B9F}"/>
          </ac:spMkLst>
        </pc:spChg>
        <pc:spChg chg="mod topLvl">
          <ac:chgData name="Kannepamula Mahesh Babu" userId="391c5b16-0897-4eca-a028-a97f935a3bd2" providerId="ADAL" clId="{9E3353FE-7EFD-4D1F-85AC-2D3001641A94}" dt="2026-06-30T07:16:16.112" v="6727" actId="207"/>
          <ac:spMkLst>
            <pc:docMk/>
            <pc:sldMk cId="2008410391" sldId="2147481791"/>
            <ac:spMk id="70" creationId="{8CF402D2-CB01-773A-A703-FC8DB65C471F}"/>
          </ac:spMkLst>
        </pc:spChg>
        <pc:spChg chg="mod topLvl">
          <ac:chgData name="Kannepamula Mahesh Babu" userId="391c5b16-0897-4eca-a028-a97f935a3bd2" providerId="ADAL" clId="{9E3353FE-7EFD-4D1F-85AC-2D3001641A94}" dt="2026-06-30T06:32:03.028" v="6351" actId="12789"/>
          <ac:spMkLst>
            <pc:docMk/>
            <pc:sldMk cId="2008410391" sldId="2147481791"/>
            <ac:spMk id="72" creationId="{631CA4D1-0D4F-EEDF-3A64-D517047937F8}"/>
          </ac:spMkLst>
        </pc:spChg>
        <pc:spChg chg="mod topLvl">
          <ac:chgData name="Kannepamula Mahesh Babu" userId="391c5b16-0897-4eca-a028-a97f935a3bd2" providerId="ADAL" clId="{9E3353FE-7EFD-4D1F-85AC-2D3001641A94}" dt="2026-06-30T07:16:16.112" v="6727" actId="207"/>
          <ac:spMkLst>
            <pc:docMk/>
            <pc:sldMk cId="2008410391" sldId="2147481791"/>
            <ac:spMk id="73" creationId="{63E6473F-991C-2B25-8BE7-BF074180BCA9}"/>
          </ac:spMkLst>
        </pc:spChg>
        <pc:spChg chg="mod topLvl">
          <ac:chgData name="Kannepamula Mahesh Babu" userId="391c5b16-0897-4eca-a028-a97f935a3bd2" providerId="ADAL" clId="{9E3353FE-7EFD-4D1F-85AC-2D3001641A94}" dt="2026-06-30T06:32:07.188" v="6352" actId="12789"/>
          <ac:spMkLst>
            <pc:docMk/>
            <pc:sldMk cId="2008410391" sldId="2147481791"/>
            <ac:spMk id="74" creationId="{9F2B0343-E7E9-0A59-3E9E-BED5A734AAAA}"/>
          </ac:spMkLst>
        </pc:spChg>
        <pc:spChg chg="mod topLvl">
          <ac:chgData name="Kannepamula Mahesh Babu" userId="391c5b16-0897-4eca-a028-a97f935a3bd2" providerId="ADAL" clId="{9E3353FE-7EFD-4D1F-85AC-2D3001641A94}" dt="2026-06-30T06:32:03.028" v="6351" actId="12789"/>
          <ac:spMkLst>
            <pc:docMk/>
            <pc:sldMk cId="2008410391" sldId="2147481791"/>
            <ac:spMk id="83" creationId="{9CF14613-C1B2-6002-18A9-FB0747929B36}"/>
          </ac:spMkLst>
        </pc:spChg>
        <pc:spChg chg="mod">
          <ac:chgData name="Kannepamula Mahesh Babu" userId="391c5b16-0897-4eca-a028-a97f935a3bd2" providerId="ADAL" clId="{9E3353FE-7EFD-4D1F-85AC-2D3001641A94}" dt="2026-06-30T06:35:42.689" v="6396" actId="14100"/>
          <ac:spMkLst>
            <pc:docMk/>
            <pc:sldMk cId="2008410391" sldId="2147481791"/>
            <ac:spMk id="92" creationId="{9B8BE7A0-567A-CC5E-0D7C-5DC01C4586FD}"/>
          </ac:spMkLst>
        </pc:spChg>
        <pc:spChg chg="mod">
          <ac:chgData name="Kannepamula Mahesh Babu" userId="391c5b16-0897-4eca-a028-a97f935a3bd2" providerId="ADAL" clId="{9E3353FE-7EFD-4D1F-85AC-2D3001641A94}" dt="2026-06-30T06:35:42.689" v="6396" actId="14100"/>
          <ac:spMkLst>
            <pc:docMk/>
            <pc:sldMk cId="2008410391" sldId="2147481791"/>
            <ac:spMk id="93" creationId="{8DB81758-0D3E-C661-1537-F0195C11F5B1}"/>
          </ac:spMkLst>
        </pc:spChg>
        <pc:spChg chg="mod">
          <ac:chgData name="Kannepamula Mahesh Babu" userId="391c5b16-0897-4eca-a028-a97f935a3bd2" providerId="ADAL" clId="{9E3353FE-7EFD-4D1F-85AC-2D3001641A94}" dt="2026-06-30T06:35:42.689" v="6396" actId="14100"/>
          <ac:spMkLst>
            <pc:docMk/>
            <pc:sldMk cId="2008410391" sldId="2147481791"/>
            <ac:spMk id="94" creationId="{983A67D7-38DB-0920-5854-E89DFA979C9B}"/>
          </ac:spMkLst>
        </pc:spChg>
        <pc:spChg chg="mod topLvl">
          <ac:chgData name="Kannepamula Mahesh Babu" userId="391c5b16-0897-4eca-a028-a97f935a3bd2" providerId="ADAL" clId="{9E3353FE-7EFD-4D1F-85AC-2D3001641A94}" dt="2026-06-30T06:34:47.566" v="6387" actId="14100"/>
          <ac:spMkLst>
            <pc:docMk/>
            <pc:sldMk cId="2008410391" sldId="2147481791"/>
            <ac:spMk id="103" creationId="{01ECA5AD-4420-E7BD-0D25-607443951C8E}"/>
          </ac:spMkLst>
        </pc:spChg>
        <pc:spChg chg="mod topLvl">
          <ac:chgData name="Kannepamula Mahesh Babu" userId="391c5b16-0897-4eca-a028-a97f935a3bd2" providerId="ADAL" clId="{9E3353FE-7EFD-4D1F-85AC-2D3001641A94}" dt="2026-06-30T06:35:21.654" v="6394" actId="122"/>
          <ac:spMkLst>
            <pc:docMk/>
            <pc:sldMk cId="2008410391" sldId="2147481791"/>
            <ac:spMk id="104" creationId="{8AE4DC90-4EF6-26B4-C6C9-FEB47733EED2}"/>
          </ac:spMkLst>
        </pc:spChg>
        <pc:spChg chg="mod topLvl">
          <ac:chgData name="Kannepamula Mahesh Babu" userId="391c5b16-0897-4eca-a028-a97f935a3bd2" providerId="ADAL" clId="{9E3353FE-7EFD-4D1F-85AC-2D3001641A94}" dt="2026-06-30T06:34:54.979" v="6388" actId="1076"/>
          <ac:spMkLst>
            <pc:docMk/>
            <pc:sldMk cId="2008410391" sldId="2147481791"/>
            <ac:spMk id="105" creationId="{021A676F-BD5C-06C5-3746-E6905821CB12}"/>
          </ac:spMkLst>
        </pc:spChg>
        <pc:spChg chg="mod topLvl">
          <ac:chgData name="Kannepamula Mahesh Babu" userId="391c5b16-0897-4eca-a028-a97f935a3bd2" providerId="ADAL" clId="{9E3353FE-7EFD-4D1F-85AC-2D3001641A94}" dt="2026-06-30T06:35:21.654" v="6394" actId="122"/>
          <ac:spMkLst>
            <pc:docMk/>
            <pc:sldMk cId="2008410391" sldId="2147481791"/>
            <ac:spMk id="106" creationId="{97D61D39-8180-B102-13B8-2A00487210AA}"/>
          </ac:spMkLst>
        </pc:spChg>
        <pc:spChg chg="mod topLvl">
          <ac:chgData name="Kannepamula Mahesh Babu" userId="391c5b16-0897-4eca-a028-a97f935a3bd2" providerId="ADAL" clId="{9E3353FE-7EFD-4D1F-85AC-2D3001641A94}" dt="2026-06-30T06:34:54.979" v="6388" actId="1076"/>
          <ac:spMkLst>
            <pc:docMk/>
            <pc:sldMk cId="2008410391" sldId="2147481791"/>
            <ac:spMk id="107" creationId="{41FEDCC1-BA26-D364-3769-3299760DAE9C}"/>
          </ac:spMkLst>
        </pc:spChg>
        <pc:spChg chg="mod topLvl">
          <ac:chgData name="Kannepamula Mahesh Babu" userId="391c5b16-0897-4eca-a028-a97f935a3bd2" providerId="ADAL" clId="{9E3353FE-7EFD-4D1F-85AC-2D3001641A94}" dt="2026-06-30T06:35:21.654" v="6394" actId="122"/>
          <ac:spMkLst>
            <pc:docMk/>
            <pc:sldMk cId="2008410391" sldId="2147481791"/>
            <ac:spMk id="108" creationId="{821244AD-9133-35CE-4B24-9ED9C34D64BE}"/>
          </ac:spMkLst>
        </pc:spChg>
        <pc:grpChg chg="add mod">
          <ac:chgData name="Kannepamula Mahesh Babu" userId="391c5b16-0897-4eca-a028-a97f935a3bd2" providerId="ADAL" clId="{9E3353FE-7EFD-4D1F-85AC-2D3001641A94}" dt="2026-06-30T06:35:42.689" v="6396" actId="14100"/>
          <ac:grpSpMkLst>
            <pc:docMk/>
            <pc:sldMk cId="2008410391" sldId="2147481791"/>
            <ac:grpSpMk id="12" creationId="{DACD75F9-0860-E6AF-0F05-94DA8D5FA68A}"/>
          </ac:grpSpMkLst>
        </pc:grpChg>
        <pc:picChg chg="mod">
          <ac:chgData name="Kannepamula Mahesh Babu" userId="391c5b16-0897-4eca-a028-a97f935a3bd2" providerId="ADAL" clId="{9E3353FE-7EFD-4D1F-85AC-2D3001641A94}" dt="2026-06-30T06:35:01.199" v="6389" actId="12789"/>
          <ac:picMkLst>
            <pc:docMk/>
            <pc:sldMk cId="2008410391" sldId="2147481791"/>
            <ac:picMk id="112" creationId="{BC3EC7D9-9453-E049-6686-06A1682B87DD}"/>
          </ac:picMkLst>
        </pc:picChg>
        <pc:picChg chg="mod">
          <ac:chgData name="Kannepamula Mahesh Babu" userId="391c5b16-0897-4eca-a028-a97f935a3bd2" providerId="ADAL" clId="{9E3353FE-7EFD-4D1F-85AC-2D3001641A94}" dt="2026-06-30T06:35:01.199" v="6389" actId="12789"/>
          <ac:picMkLst>
            <pc:docMk/>
            <pc:sldMk cId="2008410391" sldId="2147481791"/>
            <ac:picMk id="114" creationId="{FAA58A3A-45A8-E09C-7408-C45CC8AEB5A8}"/>
          </ac:picMkLst>
        </pc:picChg>
        <pc:picChg chg="mod">
          <ac:chgData name="Kannepamula Mahesh Babu" userId="391c5b16-0897-4eca-a028-a97f935a3bd2" providerId="ADAL" clId="{9E3353FE-7EFD-4D1F-85AC-2D3001641A94}" dt="2026-06-30T06:35:01.199" v="6389" actId="12789"/>
          <ac:picMkLst>
            <pc:docMk/>
            <pc:sldMk cId="2008410391" sldId="2147481791"/>
            <ac:picMk id="116" creationId="{4752E7E4-46A1-F601-F449-B0FDF4E96CF6}"/>
          </ac:picMkLst>
        </pc:picChg>
        <pc:cxnChg chg="add mod">
          <ac:chgData name="Kannepamula Mahesh Babu" userId="391c5b16-0897-4eca-a028-a97f935a3bd2" providerId="ADAL" clId="{9E3353FE-7EFD-4D1F-85AC-2D3001641A94}" dt="2026-06-30T06:31:25.348" v="6344" actId="12788"/>
          <ac:cxnSpMkLst>
            <pc:docMk/>
            <pc:sldMk cId="2008410391" sldId="2147481791"/>
            <ac:cxnSpMk id="7" creationId="{E0C8F51D-96AC-DE70-2545-44DB7AD157A2}"/>
          </ac:cxnSpMkLst>
        </pc:cxnChg>
        <pc:cxnChg chg="mod">
          <ac:chgData name="Kannepamula Mahesh Babu" userId="391c5b16-0897-4eca-a028-a97f935a3bd2" providerId="ADAL" clId="{9E3353FE-7EFD-4D1F-85AC-2D3001641A94}" dt="2026-06-30T06:33:05.511" v="6362" actId="1076"/>
          <ac:cxnSpMkLst>
            <pc:docMk/>
            <pc:sldMk cId="2008410391" sldId="2147481791"/>
            <ac:cxnSpMk id="48" creationId="{CE5CDE82-AB5E-7E30-3CD4-299C09D1FD31}"/>
          </ac:cxnSpMkLst>
        </pc:cxnChg>
        <pc:cxnChg chg="mod">
          <ac:chgData name="Kannepamula Mahesh Babu" userId="391c5b16-0897-4eca-a028-a97f935a3bd2" providerId="ADAL" clId="{9E3353FE-7EFD-4D1F-85AC-2D3001641A94}" dt="2026-06-30T06:32:52.746" v="6359" actId="1582"/>
          <ac:cxnSpMkLst>
            <pc:docMk/>
            <pc:sldMk cId="2008410391" sldId="2147481791"/>
            <ac:cxnSpMk id="87" creationId="{6403DFAC-FE3F-86D7-AF97-53F02AFFB605}"/>
          </ac:cxnSpMkLst>
        </pc:cxnChg>
        <pc:cxnChg chg="mod">
          <ac:chgData name="Kannepamula Mahesh Babu" userId="391c5b16-0897-4eca-a028-a97f935a3bd2" providerId="ADAL" clId="{9E3353FE-7EFD-4D1F-85AC-2D3001641A94}" dt="2026-06-30T06:33:05.511" v="6362" actId="1076"/>
          <ac:cxnSpMkLst>
            <pc:docMk/>
            <pc:sldMk cId="2008410391" sldId="2147481791"/>
            <ac:cxnSpMk id="88" creationId="{20077BF6-00F4-6293-1FA0-98BD991CA173}"/>
          </ac:cxnSpMkLst>
        </pc:cxnChg>
        <pc:cxnChg chg="mod">
          <ac:chgData name="Kannepamula Mahesh Babu" userId="391c5b16-0897-4eca-a028-a97f935a3bd2" providerId="ADAL" clId="{9E3353FE-7EFD-4D1F-85AC-2D3001641A94}" dt="2026-06-30T06:33:05.511" v="6362" actId="1076"/>
          <ac:cxnSpMkLst>
            <pc:docMk/>
            <pc:sldMk cId="2008410391" sldId="2147481791"/>
            <ac:cxnSpMk id="89" creationId="{808CC47E-6925-0CBD-4BC9-A4B651E8E98B}"/>
          </ac:cxnSpMkLst>
        </pc:cxnChg>
        <pc:cxnChg chg="mod">
          <ac:chgData name="Kannepamula Mahesh Babu" userId="391c5b16-0897-4eca-a028-a97f935a3bd2" providerId="ADAL" clId="{9E3353FE-7EFD-4D1F-85AC-2D3001641A94}" dt="2026-06-30T06:33:05.511" v="6362" actId="1076"/>
          <ac:cxnSpMkLst>
            <pc:docMk/>
            <pc:sldMk cId="2008410391" sldId="2147481791"/>
            <ac:cxnSpMk id="91" creationId="{D02B24E5-5A8C-0F32-8124-85345F9736CD}"/>
          </ac:cxnSpMkLst>
        </pc:cxnChg>
        <pc:cxnChg chg="mod">
          <ac:chgData name="Kannepamula Mahesh Babu" userId="391c5b16-0897-4eca-a028-a97f935a3bd2" providerId="ADAL" clId="{9E3353FE-7EFD-4D1F-85AC-2D3001641A94}" dt="2026-06-30T06:33:52.506" v="6377" actId="164"/>
          <ac:cxnSpMkLst>
            <pc:docMk/>
            <pc:sldMk cId="2008410391" sldId="2147481791"/>
            <ac:cxnSpMk id="95" creationId="{87A567E4-25C5-ED8E-6746-3A87B8FC2C07}"/>
          </ac:cxnSpMkLst>
        </pc:cxnChg>
        <pc:cxnChg chg="mod">
          <ac:chgData name="Kannepamula Mahesh Babu" userId="391c5b16-0897-4eca-a028-a97f935a3bd2" providerId="ADAL" clId="{9E3353FE-7EFD-4D1F-85AC-2D3001641A94}" dt="2026-06-30T06:33:52.506" v="6377" actId="164"/>
          <ac:cxnSpMkLst>
            <pc:docMk/>
            <pc:sldMk cId="2008410391" sldId="2147481791"/>
            <ac:cxnSpMk id="96" creationId="{C438AA84-41AE-ABD8-C831-4DC3B9B4B85C}"/>
          </ac:cxnSpMkLst>
        </pc:cxnChg>
        <pc:cxnChg chg="mod">
          <ac:chgData name="Kannepamula Mahesh Babu" userId="391c5b16-0897-4eca-a028-a97f935a3bd2" providerId="ADAL" clId="{9E3353FE-7EFD-4D1F-85AC-2D3001641A94}" dt="2026-06-30T06:33:52.506" v="6377" actId="164"/>
          <ac:cxnSpMkLst>
            <pc:docMk/>
            <pc:sldMk cId="2008410391" sldId="2147481791"/>
            <ac:cxnSpMk id="97" creationId="{4F928D9E-AAFE-055A-D013-3BB1C5746404}"/>
          </ac:cxnSpMkLst>
        </pc:cxnChg>
      </pc:sldChg>
      <pc:sldChg chg="addSp delSp modSp add mod modClrScheme chgLayout">
        <pc:chgData name="Kannepamula Mahesh Babu" userId="391c5b16-0897-4eca-a028-a97f935a3bd2" providerId="ADAL" clId="{9E3353FE-7EFD-4D1F-85AC-2D3001641A94}" dt="2026-06-30T06:29:06.821" v="6301" actId="207"/>
        <pc:sldMkLst>
          <pc:docMk/>
          <pc:sldMk cId="730580893" sldId="2147481792"/>
        </pc:sldMkLst>
        <pc:spChg chg="add mod">
          <ac:chgData name="Kannepamula Mahesh Babu" userId="391c5b16-0897-4eca-a028-a97f935a3bd2" providerId="ADAL" clId="{9E3353FE-7EFD-4D1F-85AC-2D3001641A94}" dt="2026-06-30T06:25:48.540" v="6259"/>
          <ac:spMkLst>
            <pc:docMk/>
            <pc:sldMk cId="730580893" sldId="2147481792"/>
            <ac:spMk id="2" creationId="{56597EDC-D777-DA99-F047-59FAFE3B61E0}"/>
          </ac:spMkLst>
        </pc:spChg>
        <pc:spChg chg="add mod">
          <ac:chgData name="Kannepamula Mahesh Babu" userId="391c5b16-0897-4eca-a028-a97f935a3bd2" providerId="ADAL" clId="{9E3353FE-7EFD-4D1F-85AC-2D3001641A94}" dt="2026-06-30T06:28:11.945" v="6291" actId="12"/>
          <ac:spMkLst>
            <pc:docMk/>
            <pc:sldMk cId="730580893" sldId="2147481792"/>
            <ac:spMk id="4" creationId="{482DBBAC-A9A0-8D32-15A7-FFBB2E92E5EB}"/>
          </ac:spMkLst>
        </pc:spChg>
        <pc:spChg chg="mod ord">
          <ac:chgData name="Kannepamula Mahesh Babu" userId="391c5b16-0897-4eca-a028-a97f935a3bd2" providerId="ADAL" clId="{9E3353FE-7EFD-4D1F-85AC-2D3001641A94}" dt="2026-06-30T06:25:18.048" v="6254" actId="700"/>
          <ac:spMkLst>
            <pc:docMk/>
            <pc:sldMk cId="730580893" sldId="2147481792"/>
            <ac:spMk id="8" creationId="{71E7F648-32B9-6673-9593-938649BEF227}"/>
          </ac:spMkLst>
        </pc:spChg>
        <pc:spChg chg="mod">
          <ac:chgData name="Kannepamula Mahesh Babu" userId="391c5b16-0897-4eca-a028-a97f935a3bd2" providerId="ADAL" clId="{9E3353FE-7EFD-4D1F-85AC-2D3001641A94}" dt="2026-06-30T06:28:59.741" v="6300" actId="208"/>
          <ac:spMkLst>
            <pc:docMk/>
            <pc:sldMk cId="730580893" sldId="2147481792"/>
            <ac:spMk id="11" creationId="{02F135D7-1E1B-8A34-6CF8-7176D2A05675}"/>
          </ac:spMkLst>
        </pc:spChg>
        <pc:spChg chg="mod">
          <ac:chgData name="Kannepamula Mahesh Babu" userId="391c5b16-0897-4eca-a028-a97f935a3bd2" providerId="ADAL" clId="{9E3353FE-7EFD-4D1F-85AC-2D3001641A94}" dt="2026-06-30T06:26:42.075" v="6279" actId="207"/>
          <ac:spMkLst>
            <pc:docMk/>
            <pc:sldMk cId="730580893" sldId="2147481792"/>
            <ac:spMk id="12" creationId="{04782395-CC62-01D9-5031-3D007B66A0F2}"/>
          </ac:spMkLst>
        </pc:spChg>
        <pc:spChg chg="mod">
          <ac:chgData name="Kannepamula Mahesh Babu" userId="391c5b16-0897-4eca-a028-a97f935a3bd2" providerId="ADAL" clId="{9E3353FE-7EFD-4D1F-85AC-2D3001641A94}" dt="2026-06-30T06:26:42.075" v="6279" actId="207"/>
          <ac:spMkLst>
            <pc:docMk/>
            <pc:sldMk cId="730580893" sldId="2147481792"/>
            <ac:spMk id="15" creationId="{62EFBB1A-9DA3-EBB1-50E8-D2E80FFEA481}"/>
          </ac:spMkLst>
        </pc:spChg>
        <pc:spChg chg="mod">
          <ac:chgData name="Kannepamula Mahesh Babu" userId="391c5b16-0897-4eca-a028-a97f935a3bd2" providerId="ADAL" clId="{9E3353FE-7EFD-4D1F-85AC-2D3001641A94}" dt="2026-06-30T06:25:25.568" v="6256" actId="207"/>
          <ac:spMkLst>
            <pc:docMk/>
            <pc:sldMk cId="730580893" sldId="2147481792"/>
            <ac:spMk id="17" creationId="{91AC6C78-F171-F0F3-CFB5-3D83145E4822}"/>
          </ac:spMkLst>
        </pc:spChg>
        <pc:graphicFrameChg chg="add mod modGraphic">
          <ac:chgData name="Kannepamula Mahesh Babu" userId="391c5b16-0897-4eca-a028-a97f935a3bd2" providerId="ADAL" clId="{9E3353FE-7EFD-4D1F-85AC-2D3001641A94}" dt="2026-06-30T06:29:06.821" v="6301" actId="207"/>
          <ac:graphicFrameMkLst>
            <pc:docMk/>
            <pc:sldMk cId="730580893" sldId="2147481792"/>
            <ac:graphicFrameMk id="19" creationId="{9646C7CA-E95E-204F-39A2-883BD775079D}"/>
          </ac:graphicFrameMkLst>
        </pc:graphicFrameChg>
        <pc:cxnChg chg="mod">
          <ac:chgData name="Kannepamula Mahesh Babu" userId="391c5b16-0897-4eca-a028-a97f935a3bd2" providerId="ADAL" clId="{9E3353FE-7EFD-4D1F-85AC-2D3001641A94}" dt="2026-06-30T06:26:49.327" v="6282" actId="208"/>
          <ac:cxnSpMkLst>
            <pc:docMk/>
            <pc:sldMk cId="730580893" sldId="2147481792"/>
            <ac:cxnSpMk id="14" creationId="{03C69FA2-8825-923E-8059-F3DB8F086FD7}"/>
          </ac:cxnSpMkLst>
        </pc:cxnChg>
      </pc:sldChg>
      <pc:sldChg chg="addSp delSp modSp add mod chgLayout">
        <pc:chgData name="Kannepamula Mahesh Babu" userId="391c5b16-0897-4eca-a028-a97f935a3bd2" providerId="ADAL" clId="{9E3353FE-7EFD-4D1F-85AC-2D3001641A94}" dt="2026-06-30T07:16:25.571" v="6728" actId="207"/>
        <pc:sldMkLst>
          <pc:docMk/>
          <pc:sldMk cId="3153137025" sldId="2147481793"/>
        </pc:sldMkLst>
        <pc:spChg chg="mod">
          <ac:chgData name="Kannepamula Mahesh Babu" userId="391c5b16-0897-4eca-a028-a97f935a3bd2" providerId="ADAL" clId="{9E3353FE-7EFD-4D1F-85AC-2D3001641A94}" dt="2026-06-30T06:56:10.944" v="6607"/>
          <ac:spMkLst>
            <pc:docMk/>
            <pc:sldMk cId="3153137025" sldId="2147481793"/>
            <ac:spMk id="12" creationId="{0A8FA7C6-9161-CAEF-2933-80E185F408EF}"/>
          </ac:spMkLst>
        </pc:spChg>
        <pc:spChg chg="mod">
          <ac:chgData name="Kannepamula Mahesh Babu" userId="391c5b16-0897-4eca-a028-a97f935a3bd2" providerId="ADAL" clId="{9E3353FE-7EFD-4D1F-85AC-2D3001641A94}" dt="2026-06-30T06:55:05.739" v="6593" actId="20577"/>
          <ac:spMkLst>
            <pc:docMk/>
            <pc:sldMk cId="3153137025" sldId="2147481793"/>
            <ac:spMk id="17" creationId="{DFFEEB33-306E-ED7D-8CF9-5E1B3AC555B1}"/>
          </ac:spMkLst>
        </pc:spChg>
        <pc:spChg chg="mod">
          <ac:chgData name="Kannepamula Mahesh Babu" userId="391c5b16-0897-4eca-a028-a97f935a3bd2" providerId="ADAL" clId="{9E3353FE-7EFD-4D1F-85AC-2D3001641A94}" dt="2026-06-30T06:57:02.059" v="6612"/>
          <ac:spMkLst>
            <pc:docMk/>
            <pc:sldMk cId="3153137025" sldId="2147481793"/>
            <ac:spMk id="21" creationId="{5F986D7E-86AA-B1D7-5DCA-6011D1234204}"/>
          </ac:spMkLst>
        </pc:spChg>
        <pc:spChg chg="mod">
          <ac:chgData name="Kannepamula Mahesh Babu" userId="391c5b16-0897-4eca-a028-a97f935a3bd2" providerId="ADAL" clId="{9E3353FE-7EFD-4D1F-85AC-2D3001641A94}" dt="2026-06-30T06:58:23.549" v="6642" actId="948"/>
          <ac:spMkLst>
            <pc:docMk/>
            <pc:sldMk cId="3153137025" sldId="2147481793"/>
            <ac:spMk id="22" creationId="{868DA8E1-90DB-5022-2AF5-12A5760F3089}"/>
          </ac:spMkLst>
        </pc:spChg>
        <pc:spChg chg="mod">
          <ac:chgData name="Kannepamula Mahesh Babu" userId="391c5b16-0897-4eca-a028-a97f935a3bd2" providerId="ADAL" clId="{9E3353FE-7EFD-4D1F-85AC-2D3001641A94}" dt="2026-06-30T06:57:09.737" v="6617" actId="27636"/>
          <ac:spMkLst>
            <pc:docMk/>
            <pc:sldMk cId="3153137025" sldId="2147481793"/>
            <ac:spMk id="26" creationId="{9053AF66-C3B1-988E-7DFB-5C3D8A11881F}"/>
          </ac:spMkLst>
        </pc:spChg>
        <pc:spChg chg="mod">
          <ac:chgData name="Kannepamula Mahesh Babu" userId="391c5b16-0897-4eca-a028-a97f935a3bd2" providerId="ADAL" clId="{9E3353FE-7EFD-4D1F-85AC-2D3001641A94}" dt="2026-06-30T06:58:23.549" v="6642" actId="948"/>
          <ac:spMkLst>
            <pc:docMk/>
            <pc:sldMk cId="3153137025" sldId="2147481793"/>
            <ac:spMk id="27" creationId="{FBE42A01-5224-1CAA-8DB9-286CAB076D81}"/>
          </ac:spMkLst>
        </pc:spChg>
        <pc:spChg chg="mod">
          <ac:chgData name="Kannepamula Mahesh Babu" userId="391c5b16-0897-4eca-a028-a97f935a3bd2" providerId="ADAL" clId="{9E3353FE-7EFD-4D1F-85AC-2D3001641A94}" dt="2026-06-30T06:57:17.994" v="6620" actId="27636"/>
          <ac:spMkLst>
            <pc:docMk/>
            <pc:sldMk cId="3153137025" sldId="2147481793"/>
            <ac:spMk id="31" creationId="{6FA42A6B-72FC-54E4-A776-D78D02680002}"/>
          </ac:spMkLst>
        </pc:spChg>
        <pc:spChg chg="mod">
          <ac:chgData name="Kannepamula Mahesh Babu" userId="391c5b16-0897-4eca-a028-a97f935a3bd2" providerId="ADAL" clId="{9E3353FE-7EFD-4D1F-85AC-2D3001641A94}" dt="2026-06-30T06:58:23.549" v="6642" actId="948"/>
          <ac:spMkLst>
            <pc:docMk/>
            <pc:sldMk cId="3153137025" sldId="2147481793"/>
            <ac:spMk id="32" creationId="{8C3B9478-94E9-0869-F3BC-E617A1C4C99C}"/>
          </ac:spMkLst>
        </pc:spChg>
        <pc:spChg chg="mod">
          <ac:chgData name="Kannepamula Mahesh Babu" userId="391c5b16-0897-4eca-a028-a97f935a3bd2" providerId="ADAL" clId="{9E3353FE-7EFD-4D1F-85AC-2D3001641A94}" dt="2026-06-30T06:58:00.500" v="6635"/>
          <ac:spMkLst>
            <pc:docMk/>
            <pc:sldMk cId="3153137025" sldId="2147481793"/>
            <ac:spMk id="36" creationId="{26744783-583C-6FE6-379D-50DEFDC2D5D4}"/>
          </ac:spMkLst>
        </pc:spChg>
        <pc:spChg chg="mod">
          <ac:chgData name="Kannepamula Mahesh Babu" userId="391c5b16-0897-4eca-a028-a97f935a3bd2" providerId="ADAL" clId="{9E3353FE-7EFD-4D1F-85AC-2D3001641A94}" dt="2026-06-30T06:58:23.549" v="6642" actId="948"/>
          <ac:spMkLst>
            <pc:docMk/>
            <pc:sldMk cId="3153137025" sldId="2147481793"/>
            <ac:spMk id="37" creationId="{F94D00BD-3773-BF34-1929-F9B0FD22500F}"/>
          </ac:spMkLst>
        </pc:spChg>
        <pc:spChg chg="mod">
          <ac:chgData name="Kannepamula Mahesh Babu" userId="391c5b16-0897-4eca-a028-a97f935a3bd2" providerId="ADAL" clId="{9E3353FE-7EFD-4D1F-85AC-2D3001641A94}" dt="2026-06-30T06:58:05.815" v="6637"/>
          <ac:spMkLst>
            <pc:docMk/>
            <pc:sldMk cId="3153137025" sldId="2147481793"/>
            <ac:spMk id="41" creationId="{09AE2828-2778-5117-4AED-40D2A1A0FBBF}"/>
          </ac:spMkLst>
        </pc:spChg>
        <pc:spChg chg="mod">
          <ac:chgData name="Kannepamula Mahesh Babu" userId="391c5b16-0897-4eca-a028-a97f935a3bd2" providerId="ADAL" clId="{9E3353FE-7EFD-4D1F-85AC-2D3001641A94}" dt="2026-06-30T06:58:23.585" v="6643" actId="27636"/>
          <ac:spMkLst>
            <pc:docMk/>
            <pc:sldMk cId="3153137025" sldId="2147481793"/>
            <ac:spMk id="42" creationId="{8849069D-6B34-10D2-9F9B-ACB468659172}"/>
          </ac:spMkLst>
        </pc:spChg>
        <pc:spChg chg="mod">
          <ac:chgData name="Kannepamula Mahesh Babu" userId="391c5b16-0897-4eca-a028-a97f935a3bd2" providerId="ADAL" clId="{9E3353FE-7EFD-4D1F-85AC-2D3001641A94}" dt="2026-06-30T06:58:11.124" v="6639"/>
          <ac:spMkLst>
            <pc:docMk/>
            <pc:sldMk cId="3153137025" sldId="2147481793"/>
            <ac:spMk id="46" creationId="{54CEE72F-C171-FE4C-3CC0-2E5D437C3E4A}"/>
          </ac:spMkLst>
        </pc:spChg>
        <pc:spChg chg="mod">
          <ac:chgData name="Kannepamula Mahesh Babu" userId="391c5b16-0897-4eca-a028-a97f935a3bd2" providerId="ADAL" clId="{9E3353FE-7EFD-4D1F-85AC-2D3001641A94}" dt="2026-06-30T06:58:23.549" v="6642" actId="948"/>
          <ac:spMkLst>
            <pc:docMk/>
            <pc:sldMk cId="3153137025" sldId="2147481793"/>
            <ac:spMk id="47" creationId="{54E8845F-57AB-2B65-B888-2BEEB62EDA3C}"/>
          </ac:spMkLst>
        </pc:spChg>
        <pc:spChg chg="mod">
          <ac:chgData name="Kannepamula Mahesh Babu" userId="391c5b16-0897-4eca-a028-a97f935a3bd2" providerId="ADAL" clId="{9E3353FE-7EFD-4D1F-85AC-2D3001641A94}" dt="2026-06-30T07:16:25.571" v="6728" actId="207"/>
          <ac:spMkLst>
            <pc:docMk/>
            <pc:sldMk cId="3153137025" sldId="2147481793"/>
            <ac:spMk id="48" creationId="{97FF240E-EE77-BF2D-3FDB-476261120A25}"/>
          </ac:spMkLst>
        </pc:spChg>
        <pc:spChg chg="mod">
          <ac:chgData name="Kannepamula Mahesh Babu" userId="391c5b16-0897-4eca-a028-a97f935a3bd2" providerId="ADAL" clId="{9E3353FE-7EFD-4D1F-85AC-2D3001641A94}" dt="2026-06-30T06:58:37.795" v="6645"/>
          <ac:spMkLst>
            <pc:docMk/>
            <pc:sldMk cId="3153137025" sldId="2147481793"/>
            <ac:spMk id="49" creationId="{B25CBC3D-9F9C-FD6D-474A-2B3D0DAD89CF}"/>
          </ac:spMkLst>
        </pc:spChg>
        <pc:spChg chg="mod ord">
          <ac:chgData name="Kannepamula Mahesh Babu" userId="391c5b16-0897-4eca-a028-a97f935a3bd2" providerId="ADAL" clId="{9E3353FE-7EFD-4D1F-85AC-2D3001641A94}" dt="2026-06-30T06:55:54.510" v="6601"/>
          <ac:spMkLst>
            <pc:docMk/>
            <pc:sldMk cId="3153137025" sldId="2147481793"/>
            <ac:spMk id="51" creationId="{AEEFDBB1-B82C-F42D-D2A1-4B13B751FA45}"/>
          </ac:spMkLst>
        </pc:spChg>
      </pc:sldChg>
      <pc:sldChg chg="addSp delSp modSp add mod">
        <pc:chgData name="Kannepamula Mahesh Babu" userId="391c5b16-0897-4eca-a028-a97f935a3bd2" providerId="ADAL" clId="{9E3353FE-7EFD-4D1F-85AC-2D3001641A94}" dt="2026-06-30T07:16:28.189" v="6730"/>
        <pc:sldMkLst>
          <pc:docMk/>
          <pc:sldMk cId="757167522" sldId="2147481794"/>
        </pc:sldMkLst>
        <pc:spChg chg="add mod">
          <ac:chgData name="Kannepamula Mahesh Babu" userId="391c5b16-0897-4eca-a028-a97f935a3bd2" providerId="ADAL" clId="{9E3353FE-7EFD-4D1F-85AC-2D3001641A94}" dt="2026-06-30T07:03:09.174" v="6715" actId="207"/>
          <ac:spMkLst>
            <pc:docMk/>
            <pc:sldMk cId="757167522" sldId="2147481794"/>
            <ac:spMk id="2" creationId="{C6B3A29F-C6AF-50E1-7305-AB9FE0E6C2B2}"/>
          </ac:spMkLst>
        </pc:spChg>
        <pc:spChg chg="add mod">
          <ac:chgData name="Kannepamula Mahesh Babu" userId="391c5b16-0897-4eca-a028-a97f935a3bd2" providerId="ADAL" clId="{9E3353FE-7EFD-4D1F-85AC-2D3001641A94}" dt="2026-06-30T07:03:09.174" v="6715" actId="207"/>
          <ac:spMkLst>
            <pc:docMk/>
            <pc:sldMk cId="757167522" sldId="2147481794"/>
            <ac:spMk id="3" creationId="{74228FE1-043E-E935-0EFB-B182BE827DBD}"/>
          </ac:spMkLst>
        </pc:spChg>
        <pc:spChg chg="add mod">
          <ac:chgData name="Kannepamula Mahesh Babu" userId="391c5b16-0897-4eca-a028-a97f935a3bd2" providerId="ADAL" clId="{9E3353FE-7EFD-4D1F-85AC-2D3001641A94}" dt="2026-06-30T07:03:09.174" v="6715" actId="207"/>
          <ac:spMkLst>
            <pc:docMk/>
            <pc:sldMk cId="757167522" sldId="2147481794"/>
            <ac:spMk id="4" creationId="{ECA7227D-3C92-0B39-CB8B-8C412FE699BA}"/>
          </ac:spMkLst>
        </pc:spChg>
        <pc:spChg chg="add mod">
          <ac:chgData name="Kannepamula Mahesh Babu" userId="391c5b16-0897-4eca-a028-a97f935a3bd2" providerId="ADAL" clId="{9E3353FE-7EFD-4D1F-85AC-2D3001641A94}" dt="2026-06-30T07:03:09.174" v="6715" actId="207"/>
          <ac:spMkLst>
            <pc:docMk/>
            <pc:sldMk cId="757167522" sldId="2147481794"/>
            <ac:spMk id="5" creationId="{4B143E26-0BF1-21B2-695A-0B31A1F47C6C}"/>
          </ac:spMkLst>
        </pc:spChg>
        <pc:spChg chg="mod">
          <ac:chgData name="Kannepamula Mahesh Babu" userId="391c5b16-0897-4eca-a028-a97f935a3bd2" providerId="ADAL" clId="{9E3353FE-7EFD-4D1F-85AC-2D3001641A94}" dt="2026-06-30T07:03:13.236" v="6716" actId="207"/>
          <ac:spMkLst>
            <pc:docMk/>
            <pc:sldMk cId="757167522" sldId="2147481794"/>
            <ac:spMk id="19" creationId="{F4F8ECDD-0FD2-5973-3272-261384723D2B}"/>
          </ac:spMkLst>
        </pc:spChg>
        <pc:spChg chg="mod">
          <ac:chgData name="Kannepamula Mahesh Babu" userId="391c5b16-0897-4eca-a028-a97f935a3bd2" providerId="ADAL" clId="{9E3353FE-7EFD-4D1F-85AC-2D3001641A94}" dt="2026-06-30T07:03:13.236" v="6716" actId="207"/>
          <ac:spMkLst>
            <pc:docMk/>
            <pc:sldMk cId="757167522" sldId="2147481794"/>
            <ac:spMk id="25" creationId="{55950C68-D82A-D69C-4D54-FE59604418E6}"/>
          </ac:spMkLst>
        </pc:spChg>
        <pc:spChg chg="mod">
          <ac:chgData name="Kannepamula Mahesh Babu" userId="391c5b16-0897-4eca-a028-a97f935a3bd2" providerId="ADAL" clId="{9E3353FE-7EFD-4D1F-85AC-2D3001641A94}" dt="2026-06-30T07:03:13.236" v="6716" actId="207"/>
          <ac:spMkLst>
            <pc:docMk/>
            <pc:sldMk cId="757167522" sldId="2147481794"/>
            <ac:spMk id="31" creationId="{D72E3C59-3A11-6CDD-0257-096F6BF4FA9C}"/>
          </ac:spMkLst>
        </pc:spChg>
        <pc:spChg chg="mod">
          <ac:chgData name="Kannepamula Mahesh Babu" userId="391c5b16-0897-4eca-a028-a97f935a3bd2" providerId="ADAL" clId="{9E3353FE-7EFD-4D1F-85AC-2D3001641A94}" dt="2026-06-30T07:03:13.236" v="6716" actId="207"/>
          <ac:spMkLst>
            <pc:docMk/>
            <pc:sldMk cId="757167522" sldId="2147481794"/>
            <ac:spMk id="37" creationId="{A64C95B0-3933-343F-1FC9-0448ED677049}"/>
          </ac:spMkLst>
        </pc:spChg>
        <pc:spChg chg="mod">
          <ac:chgData name="Kannepamula Mahesh Babu" userId="391c5b16-0897-4eca-a028-a97f935a3bd2" providerId="ADAL" clId="{9E3353FE-7EFD-4D1F-85AC-2D3001641A94}" dt="2026-06-30T06:59:51.663" v="6654"/>
          <ac:spMkLst>
            <pc:docMk/>
            <pc:sldMk cId="757167522" sldId="2147481794"/>
            <ac:spMk id="43" creationId="{D99CCC37-A7CC-483A-EB27-5555FCBE3AEE}"/>
          </ac:spMkLst>
        </pc:spChg>
        <pc:spChg chg="mod">
          <ac:chgData name="Kannepamula Mahesh Babu" userId="391c5b16-0897-4eca-a028-a97f935a3bd2" providerId="ADAL" clId="{9E3353FE-7EFD-4D1F-85AC-2D3001641A94}" dt="2026-06-30T06:59:58.836" v="6659"/>
          <ac:spMkLst>
            <pc:docMk/>
            <pc:sldMk cId="757167522" sldId="2147481794"/>
            <ac:spMk id="46" creationId="{A2A686F3-18C1-B17F-3B72-5F2780A38692}"/>
          </ac:spMkLst>
        </pc:spChg>
        <pc:spChg chg="mod">
          <ac:chgData name="Kannepamula Mahesh Babu" userId="391c5b16-0897-4eca-a028-a97f935a3bd2" providerId="ADAL" clId="{9E3353FE-7EFD-4D1F-85AC-2D3001641A94}" dt="2026-06-30T07:16:28.189" v="6730"/>
          <ac:spMkLst>
            <pc:docMk/>
            <pc:sldMk cId="757167522" sldId="2147481794"/>
            <ac:spMk id="52" creationId="{BB38DD89-2C45-C856-E833-40E8F04AFBF1}"/>
          </ac:spMkLst>
        </pc:spChg>
        <pc:spChg chg="mod">
          <ac:chgData name="Kannepamula Mahesh Babu" userId="391c5b16-0897-4eca-a028-a97f935a3bd2" providerId="ADAL" clId="{9E3353FE-7EFD-4D1F-85AC-2D3001641A94}" dt="2026-06-30T07:04:05.624" v="6723" actId="27636"/>
          <ac:spMkLst>
            <pc:docMk/>
            <pc:sldMk cId="757167522" sldId="2147481794"/>
            <ac:spMk id="53" creationId="{58D941ED-315E-6FAB-EE05-85C8CEA07FB7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7-10T15:36:29.532" v="9097" actId="6264"/>
        <pc:sldMkLst>
          <pc:docMk/>
          <pc:sldMk cId="3880626240" sldId="2147481798"/>
        </pc:sldMkLst>
        <pc:spChg chg="mod ord">
          <ac:chgData name="Kannepamula Mahesh Babu" userId="391c5b16-0897-4eca-a028-a97f935a3bd2" providerId="ADAL" clId="{9E3353FE-7EFD-4D1F-85AC-2D3001641A94}" dt="2026-07-10T15:36:29.532" v="9097" actId="6264"/>
          <ac:spMkLst>
            <pc:docMk/>
            <pc:sldMk cId="3880626240" sldId="2147481798"/>
            <ac:spMk id="2" creationId="{EE3AF0BC-708B-ED34-BAEF-186F1F97A547}"/>
          </ac:spMkLst>
        </pc:spChg>
        <pc:spChg chg="mod">
          <ac:chgData name="Kannepamula Mahesh Babu" userId="391c5b16-0897-4eca-a028-a97f935a3bd2" providerId="ADAL" clId="{9E3353FE-7EFD-4D1F-85AC-2D3001641A94}" dt="2026-07-10T14:50:05.004" v="8747" actId="1076"/>
          <ac:spMkLst>
            <pc:docMk/>
            <pc:sldMk cId="3880626240" sldId="2147481798"/>
            <ac:spMk id="4" creationId="{E15105FF-B329-5CE9-A4C0-81551E2D0E21}"/>
          </ac:spMkLst>
        </pc:spChg>
        <pc:spChg chg="mod">
          <ac:chgData name="Kannepamula Mahesh Babu" userId="391c5b16-0897-4eca-a028-a97f935a3bd2" providerId="ADAL" clId="{9E3353FE-7EFD-4D1F-85AC-2D3001641A94}" dt="2026-07-10T15:18:46.674" v="8942" actId="207"/>
          <ac:spMkLst>
            <pc:docMk/>
            <pc:sldMk cId="3880626240" sldId="2147481798"/>
            <ac:spMk id="8" creationId="{A4D8A2E8-CCD9-1635-EB34-AF12C8D8BE95}"/>
          </ac:spMkLst>
        </pc:spChg>
        <pc:spChg chg="mod ord">
          <ac:chgData name="Kannepamula Mahesh Babu" userId="391c5b16-0897-4eca-a028-a97f935a3bd2" providerId="ADAL" clId="{9E3353FE-7EFD-4D1F-85AC-2D3001641A94}" dt="2026-07-10T15:36:29.532" v="9097" actId="6264"/>
          <ac:spMkLst>
            <pc:docMk/>
            <pc:sldMk cId="3880626240" sldId="2147481798"/>
            <ac:spMk id="14" creationId="{AEBD1793-2BB9-0C45-8DDD-8465D98FA3EA}"/>
          </ac:spMkLst>
        </pc:spChg>
        <pc:spChg chg="mod">
          <ac:chgData name="Kannepamula Mahesh Babu" userId="391c5b16-0897-4eca-a028-a97f935a3bd2" providerId="ADAL" clId="{9E3353FE-7EFD-4D1F-85AC-2D3001641A94}" dt="2026-07-10T15:24:10.130" v="8979" actId="554"/>
          <ac:spMkLst>
            <pc:docMk/>
            <pc:sldMk cId="3880626240" sldId="2147481798"/>
            <ac:spMk id="15" creationId="{FBC0050B-F7C2-0C5F-2579-3A5E4AE83C8E}"/>
          </ac:spMkLst>
        </pc:spChg>
        <pc:spChg chg="mod">
          <ac:chgData name="Kannepamula Mahesh Babu" userId="391c5b16-0897-4eca-a028-a97f935a3bd2" providerId="ADAL" clId="{9E3353FE-7EFD-4D1F-85AC-2D3001641A94}" dt="2026-07-10T15:18:49.734" v="8946"/>
          <ac:spMkLst>
            <pc:docMk/>
            <pc:sldMk cId="3880626240" sldId="2147481798"/>
            <ac:spMk id="18" creationId="{DAD47FAD-056B-7D00-9B47-DFCAEA466F98}"/>
          </ac:spMkLst>
        </pc:spChg>
        <pc:spChg chg="mod">
          <ac:chgData name="Kannepamula Mahesh Babu" userId="391c5b16-0897-4eca-a028-a97f935a3bd2" providerId="ADAL" clId="{9E3353FE-7EFD-4D1F-85AC-2D3001641A94}" dt="2026-07-10T15:18:48.597" v="8944"/>
          <ac:spMkLst>
            <pc:docMk/>
            <pc:sldMk cId="3880626240" sldId="2147481798"/>
            <ac:spMk id="33" creationId="{B94AA974-5F7A-CCBB-2747-962253315945}"/>
          </ac:spMkLst>
        </pc:spChg>
        <pc:spChg chg="mod topLvl">
          <ac:chgData name="Kannepamula Mahesh Babu" userId="391c5b16-0897-4eca-a028-a97f935a3bd2" providerId="ADAL" clId="{9E3353FE-7EFD-4D1F-85AC-2D3001641A94}" dt="2026-07-10T15:24:10.130" v="8979" actId="554"/>
          <ac:spMkLst>
            <pc:docMk/>
            <pc:sldMk cId="3880626240" sldId="2147481798"/>
            <ac:spMk id="36" creationId="{DE819E93-4212-1600-1E6B-D4E75D848F3C}"/>
          </ac:spMkLst>
        </pc:spChg>
        <pc:spChg chg="mod">
          <ac:chgData name="Kannepamula Mahesh Babu" userId="391c5b16-0897-4eca-a028-a97f935a3bd2" providerId="ADAL" clId="{9E3353FE-7EFD-4D1F-85AC-2D3001641A94}" dt="2026-07-10T15:24:04.508" v="8978" actId="115"/>
          <ac:spMkLst>
            <pc:docMk/>
            <pc:sldMk cId="3880626240" sldId="2147481798"/>
            <ac:spMk id="38" creationId="{31B102E6-6394-14B4-CA78-81F884F07549}"/>
          </ac:spMkLst>
        </pc:spChg>
        <pc:spChg chg="mod">
          <ac:chgData name="Kannepamula Mahesh Babu" userId="391c5b16-0897-4eca-a028-a97f935a3bd2" providerId="ADAL" clId="{9E3353FE-7EFD-4D1F-85AC-2D3001641A94}" dt="2026-07-10T14:49:40.515" v="8743"/>
          <ac:spMkLst>
            <pc:docMk/>
            <pc:sldMk cId="3880626240" sldId="2147481798"/>
            <ac:spMk id="95" creationId="{DA8625CD-F1E6-E38E-7766-DFB82ACB47DF}"/>
          </ac:spMkLst>
        </pc:spChg>
        <pc:grpChg chg="mod topLvl">
          <ac:chgData name="Kannepamula Mahesh Babu" userId="391c5b16-0897-4eca-a028-a97f935a3bd2" providerId="ADAL" clId="{9E3353FE-7EFD-4D1F-85AC-2D3001641A94}" dt="2026-07-10T15:24:14.215" v="8980" actId="1076"/>
          <ac:grpSpMkLst>
            <pc:docMk/>
            <pc:sldMk cId="3880626240" sldId="2147481798"/>
            <ac:grpSpMk id="37" creationId="{45EF9DBB-C936-F35D-396D-332B3E8DF739}"/>
          </ac:grpSpMkLst>
        </pc:grpChg>
        <pc:picChg chg="mod">
          <ac:chgData name="Kannepamula Mahesh Babu" userId="391c5b16-0897-4eca-a028-a97f935a3bd2" providerId="ADAL" clId="{9E3353FE-7EFD-4D1F-85AC-2D3001641A94}" dt="2026-07-10T14:52:37.543" v="8758" actId="14100"/>
          <ac:picMkLst>
            <pc:docMk/>
            <pc:sldMk cId="3880626240" sldId="2147481798"/>
            <ac:picMk id="5" creationId="{CDBC8BAE-2C03-86B1-85FD-BD12A1AFFC70}"/>
          </ac:picMkLst>
        </pc:picChg>
        <pc:picChg chg="mod">
          <ac:chgData name="Kannepamula Mahesh Babu" userId="391c5b16-0897-4eca-a028-a97f935a3bd2" providerId="ADAL" clId="{9E3353FE-7EFD-4D1F-85AC-2D3001641A94}" dt="2026-07-10T15:24:14.215" v="8980" actId="1076"/>
          <ac:picMkLst>
            <pc:docMk/>
            <pc:sldMk cId="3880626240" sldId="2147481798"/>
            <ac:picMk id="9" creationId="{F48CE8A8-3EA4-228A-522A-2387CCC4B3EF}"/>
          </ac:picMkLst>
        </pc:picChg>
        <pc:picChg chg="add mod">
          <ac:chgData name="Kannepamula Mahesh Babu" userId="391c5b16-0897-4eca-a028-a97f935a3bd2" providerId="ADAL" clId="{9E3353FE-7EFD-4D1F-85AC-2D3001641A94}" dt="2026-07-10T15:18:28.311" v="8939" actId="208"/>
          <ac:picMkLst>
            <pc:docMk/>
            <pc:sldMk cId="3880626240" sldId="2147481798"/>
            <ac:picMk id="21" creationId="{EC36B7D1-E48C-1E8E-57F5-3C10A13EA0A0}"/>
          </ac:picMkLst>
        </pc:picChg>
        <pc:picChg chg="mod">
          <ac:chgData name="Kannepamula Mahesh Babu" userId="391c5b16-0897-4eca-a028-a97f935a3bd2" providerId="ADAL" clId="{9E3353FE-7EFD-4D1F-85AC-2D3001641A94}" dt="2026-07-10T14:53:56.812" v="8761" actId="1076"/>
          <ac:picMkLst>
            <pc:docMk/>
            <pc:sldMk cId="3880626240" sldId="2147481798"/>
            <ac:picMk id="27" creationId="{9863AF26-375C-3201-02BF-FF931090E8C4}"/>
          </ac:picMkLst>
        </pc:picChg>
        <pc:picChg chg="add mod">
          <ac:chgData name="Kannepamula Mahesh Babu" userId="391c5b16-0897-4eca-a028-a97f935a3bd2" providerId="ADAL" clId="{9E3353FE-7EFD-4D1F-85AC-2D3001641A94}" dt="2026-07-10T15:23:25.552" v="8970"/>
          <ac:picMkLst>
            <pc:docMk/>
            <pc:sldMk cId="3880626240" sldId="2147481798"/>
            <ac:picMk id="31" creationId="{F769EBCF-02B7-F58D-96C6-314C5AC3266D}"/>
          </ac:picMkLst>
        </pc:picChg>
        <pc:picChg chg="mod">
          <ac:chgData name="Kannepamula Mahesh Babu" userId="391c5b16-0897-4eca-a028-a97f935a3bd2" providerId="ADAL" clId="{9E3353FE-7EFD-4D1F-85AC-2D3001641A94}" dt="2026-07-10T15:23:52.828" v="8973" actId="165"/>
          <ac:picMkLst>
            <pc:docMk/>
            <pc:sldMk cId="3880626240" sldId="2147481798"/>
            <ac:picMk id="39" creationId="{523074E3-E6C7-EE88-41DD-84779F608687}"/>
          </ac:picMkLst>
        </pc:picChg>
        <pc:picChg chg="mod">
          <ac:chgData name="Kannepamula Mahesh Babu" userId="391c5b16-0897-4eca-a028-a97f935a3bd2" providerId="ADAL" clId="{9E3353FE-7EFD-4D1F-85AC-2D3001641A94}" dt="2026-07-10T15:23:52.828" v="8973" actId="165"/>
          <ac:picMkLst>
            <pc:docMk/>
            <pc:sldMk cId="3880626240" sldId="2147481798"/>
            <ac:picMk id="40" creationId="{B4B3838A-9409-704C-8F72-194EE58CC358}"/>
          </ac:picMkLst>
        </pc:picChg>
        <pc:picChg chg="mod">
          <ac:chgData name="Kannepamula Mahesh Babu" userId="391c5b16-0897-4eca-a028-a97f935a3bd2" providerId="ADAL" clId="{9E3353FE-7EFD-4D1F-85AC-2D3001641A94}" dt="2026-07-10T15:23:52.828" v="8973" actId="165"/>
          <ac:picMkLst>
            <pc:docMk/>
            <pc:sldMk cId="3880626240" sldId="2147481798"/>
            <ac:picMk id="41" creationId="{42835B5D-0BE7-7B65-CB94-DE4998119913}"/>
          </ac:picMkLst>
        </pc:picChg>
        <pc:picChg chg="mod">
          <ac:chgData name="Kannepamula Mahesh Babu" userId="391c5b16-0897-4eca-a028-a97f935a3bd2" providerId="ADAL" clId="{9E3353FE-7EFD-4D1F-85AC-2D3001641A94}" dt="2026-07-10T15:24:14.215" v="8980" actId="1076"/>
          <ac:picMkLst>
            <pc:docMk/>
            <pc:sldMk cId="3880626240" sldId="2147481798"/>
            <ac:picMk id="42" creationId="{A12A9A4E-AC86-ED52-661A-5FF0F21D97D7}"/>
          </ac:picMkLst>
        </pc:picChg>
        <pc:picChg chg="mod">
          <ac:chgData name="Kannepamula Mahesh Babu" userId="391c5b16-0897-4eca-a028-a97f935a3bd2" providerId="ADAL" clId="{9E3353FE-7EFD-4D1F-85AC-2D3001641A94}" dt="2026-07-10T14:53:56.812" v="8761" actId="1076"/>
          <ac:picMkLst>
            <pc:docMk/>
            <pc:sldMk cId="3880626240" sldId="2147481798"/>
            <ac:picMk id="50" creationId="{3BB9E552-80A1-3E94-95C3-BF47D937A62C}"/>
          </ac:picMkLst>
        </pc:picChg>
        <pc:picChg chg="mod">
          <ac:chgData name="Kannepamula Mahesh Babu" userId="391c5b16-0897-4eca-a028-a97f935a3bd2" providerId="ADAL" clId="{9E3353FE-7EFD-4D1F-85AC-2D3001641A94}" dt="2026-07-10T14:53:56.812" v="8761" actId="1076"/>
          <ac:picMkLst>
            <pc:docMk/>
            <pc:sldMk cId="3880626240" sldId="2147481798"/>
            <ac:picMk id="2050" creationId="{93A28FA9-630E-6CF1-59AA-FBDD94C66A3F}"/>
          </ac:picMkLst>
        </pc:picChg>
      </pc:sldChg>
      <pc:sldChg chg="addSp delSp modSp mod chgLayout">
        <pc:chgData name="Kannepamula Mahesh Babu" userId="391c5b16-0897-4eca-a028-a97f935a3bd2" providerId="ADAL" clId="{9E3353FE-7EFD-4D1F-85AC-2D3001641A94}" dt="2026-07-10T15:09:11.367" v="8893" actId="478"/>
        <pc:sldMkLst>
          <pc:docMk/>
          <pc:sldMk cId="123677467" sldId="2147481803"/>
        </pc:sldMkLst>
        <pc:spChg chg="mod ord">
          <ac:chgData name="Kannepamula Mahesh Babu" userId="391c5b16-0897-4eca-a028-a97f935a3bd2" providerId="ADAL" clId="{9E3353FE-7EFD-4D1F-85AC-2D3001641A94}" dt="2026-07-10T15:09:09.325" v="8892" actId="27636"/>
          <ac:spMkLst>
            <pc:docMk/>
            <pc:sldMk cId="123677467" sldId="2147481803"/>
            <ac:spMk id="2" creationId="{6347BFE4-D4E7-ECEC-2A29-50849500268A}"/>
          </ac:spMkLst>
        </pc:spChg>
        <pc:spChg chg="mod ord">
          <ac:chgData name="Kannepamula Mahesh Babu" userId="391c5b16-0897-4eca-a028-a97f935a3bd2" providerId="ADAL" clId="{9E3353FE-7EFD-4D1F-85AC-2D3001641A94}" dt="2026-07-10T15:09:09.291" v="8891" actId="700"/>
          <ac:spMkLst>
            <pc:docMk/>
            <pc:sldMk cId="123677467" sldId="2147481803"/>
            <ac:spMk id="4" creationId="{612E2AB5-38B2-A6BA-F426-6FBFD9488403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7-10T15:36:37.977" v="9098" actId="207"/>
        <pc:sldMkLst>
          <pc:docMk/>
          <pc:sldMk cId="566397521" sldId="2147481804"/>
        </pc:sldMkLst>
        <pc:spChg chg="mod">
          <ac:chgData name="Kannepamula Mahesh Babu" userId="391c5b16-0897-4eca-a028-a97f935a3bd2" providerId="ADAL" clId="{9E3353FE-7EFD-4D1F-85AC-2D3001641A94}" dt="2026-07-10T15:26:52.098" v="9004" actId="14100"/>
          <ac:spMkLst>
            <pc:docMk/>
            <pc:sldMk cId="566397521" sldId="2147481804"/>
            <ac:spMk id="4" creationId="{B86D690C-0DF1-D38E-7811-4F326CB62E97}"/>
          </ac:spMkLst>
        </pc:spChg>
        <pc:spChg chg="mod">
          <ac:chgData name="Kannepamula Mahesh Babu" userId="391c5b16-0897-4eca-a028-a97f935a3bd2" providerId="ADAL" clId="{9E3353FE-7EFD-4D1F-85AC-2D3001641A94}" dt="2026-07-10T15:36:37.977" v="9098" actId="207"/>
          <ac:spMkLst>
            <pc:docMk/>
            <pc:sldMk cId="566397521" sldId="2147481804"/>
            <ac:spMk id="5" creationId="{3BBB3D99-3A19-B32D-F9EC-EC08B8582391}"/>
          </ac:spMkLst>
        </pc:spChg>
        <pc:spChg chg="mod">
          <ac:chgData name="Kannepamula Mahesh Babu" userId="391c5b16-0897-4eca-a028-a97f935a3bd2" providerId="ADAL" clId="{9E3353FE-7EFD-4D1F-85AC-2D3001641A94}" dt="2026-07-10T15:19:51.980" v="8950" actId="12789"/>
          <ac:spMkLst>
            <pc:docMk/>
            <pc:sldMk cId="566397521" sldId="2147481804"/>
            <ac:spMk id="6" creationId="{310B5265-F9F5-4D6A-A938-842271F824ED}"/>
          </ac:spMkLst>
        </pc:spChg>
        <pc:spChg chg="add mod ord">
          <ac:chgData name="Kannepamula Mahesh Babu" userId="391c5b16-0897-4eca-a028-a97f935a3bd2" providerId="ADAL" clId="{9E3353FE-7EFD-4D1F-85AC-2D3001641A94}" dt="2026-07-10T14:31:57.160" v="8522" actId="6264"/>
          <ac:spMkLst>
            <pc:docMk/>
            <pc:sldMk cId="566397521" sldId="2147481804"/>
            <ac:spMk id="18" creationId="{9D4BBF6D-A9B9-7DB0-872D-905D4B8EBE79}"/>
          </ac:spMkLst>
        </pc:spChg>
        <pc:spChg chg="mod">
          <ac:chgData name="Kannepamula Mahesh Babu" userId="391c5b16-0897-4eca-a028-a97f935a3bd2" providerId="ADAL" clId="{9E3353FE-7EFD-4D1F-85AC-2D3001641A94}" dt="2026-07-10T15:19:06.968" v="8949" actId="208"/>
          <ac:spMkLst>
            <pc:docMk/>
            <pc:sldMk cId="566397521" sldId="2147481804"/>
            <ac:spMk id="24" creationId="{E9817BF7-043E-6017-FCC6-D1398B6DE28B}"/>
          </ac:spMkLst>
        </pc:spChg>
        <pc:spChg chg="mod">
          <ac:chgData name="Kannepamula Mahesh Babu" userId="391c5b16-0897-4eca-a028-a97f935a3bd2" providerId="ADAL" clId="{9E3353FE-7EFD-4D1F-85AC-2D3001641A94}" dt="2026-07-10T15:26:56.770" v="9005" actId="12789"/>
          <ac:spMkLst>
            <pc:docMk/>
            <pc:sldMk cId="566397521" sldId="2147481804"/>
            <ac:spMk id="29" creationId="{242CFEF2-E7E6-AC57-81B5-DF97B6717DA8}"/>
          </ac:spMkLst>
        </pc:spChg>
        <pc:spChg chg="add mod">
          <ac:chgData name="Kannepamula Mahesh Babu" userId="391c5b16-0897-4eca-a028-a97f935a3bd2" providerId="ADAL" clId="{9E3353FE-7EFD-4D1F-85AC-2D3001641A94}" dt="2026-07-10T14:49:53.262" v="8746" actId="207"/>
          <ac:spMkLst>
            <pc:docMk/>
            <pc:sldMk cId="566397521" sldId="2147481804"/>
            <ac:spMk id="42" creationId="{3891907B-5722-6EF8-8FC2-27BCA545CF89}"/>
          </ac:spMkLst>
        </pc:spChg>
        <pc:spChg chg="add mod">
          <ac:chgData name="Kannepamula Mahesh Babu" userId="391c5b16-0897-4eca-a028-a97f935a3bd2" providerId="ADAL" clId="{9E3353FE-7EFD-4D1F-85AC-2D3001641A94}" dt="2026-07-10T14:55:04.632" v="8765" actId="12789"/>
          <ac:spMkLst>
            <pc:docMk/>
            <pc:sldMk cId="566397521" sldId="2147481804"/>
            <ac:spMk id="43" creationId="{A1BB1F1C-FAC6-C705-5E61-CF67C617B853}"/>
          </ac:spMkLst>
        </pc:spChg>
        <pc:spChg chg="mod">
          <ac:chgData name="Kannepamula Mahesh Babu" userId="391c5b16-0897-4eca-a028-a97f935a3bd2" providerId="ADAL" clId="{9E3353FE-7EFD-4D1F-85AC-2D3001641A94}" dt="2026-07-10T15:26:56.770" v="9005" actId="12789"/>
          <ac:spMkLst>
            <pc:docMk/>
            <pc:sldMk cId="566397521" sldId="2147481804"/>
            <ac:spMk id="45" creationId="{1491C942-ADE5-3EC4-66D1-218CF88E9B97}"/>
          </ac:spMkLst>
        </pc:spChg>
        <pc:spChg chg="mod">
          <ac:chgData name="Kannepamula Mahesh Babu" userId="391c5b16-0897-4eca-a028-a97f935a3bd2" providerId="ADAL" clId="{9E3353FE-7EFD-4D1F-85AC-2D3001641A94}" dt="2026-07-10T15:26:56.770" v="9005" actId="12789"/>
          <ac:spMkLst>
            <pc:docMk/>
            <pc:sldMk cId="566397521" sldId="2147481804"/>
            <ac:spMk id="61" creationId="{D87270FD-1534-571D-2952-A6F0062B5AC3}"/>
          </ac:spMkLst>
        </pc:spChg>
        <pc:spChg chg="mod">
          <ac:chgData name="Kannepamula Mahesh Babu" userId="391c5b16-0897-4eca-a028-a97f935a3bd2" providerId="ADAL" clId="{9E3353FE-7EFD-4D1F-85AC-2D3001641A94}" dt="2026-07-10T15:26:56.770" v="9005" actId="12789"/>
          <ac:spMkLst>
            <pc:docMk/>
            <pc:sldMk cId="566397521" sldId="2147481804"/>
            <ac:spMk id="63" creationId="{2DE3384B-8E51-5BDD-2A78-265410A0C2FA}"/>
          </ac:spMkLst>
        </pc:spChg>
        <pc:spChg chg="mod">
          <ac:chgData name="Kannepamula Mahesh Babu" userId="391c5b16-0897-4eca-a028-a97f935a3bd2" providerId="ADAL" clId="{9E3353FE-7EFD-4D1F-85AC-2D3001641A94}" dt="2026-07-10T15:27:48.281" v="9010" actId="208"/>
          <ac:spMkLst>
            <pc:docMk/>
            <pc:sldMk cId="566397521" sldId="2147481804"/>
            <ac:spMk id="65" creationId="{A8E503B9-F1FF-5FD9-902D-D1EB3701E6FB}"/>
          </ac:spMkLst>
        </pc:spChg>
        <pc:spChg chg="mod">
          <ac:chgData name="Kannepamula Mahesh Babu" userId="391c5b16-0897-4eca-a028-a97f935a3bd2" providerId="ADAL" clId="{9E3353FE-7EFD-4D1F-85AC-2D3001641A94}" dt="2026-07-10T15:27:48.281" v="9010" actId="208"/>
          <ac:spMkLst>
            <pc:docMk/>
            <pc:sldMk cId="566397521" sldId="2147481804"/>
            <ac:spMk id="67" creationId="{C9412624-36CF-6734-FE6B-B27FDDB82ED0}"/>
          </ac:spMkLst>
        </pc:spChg>
        <pc:spChg chg="mod">
          <ac:chgData name="Kannepamula Mahesh Babu" userId="391c5b16-0897-4eca-a028-a97f935a3bd2" providerId="ADAL" clId="{9E3353FE-7EFD-4D1F-85AC-2D3001641A94}" dt="2026-07-10T15:27:48.281" v="9010" actId="208"/>
          <ac:spMkLst>
            <pc:docMk/>
            <pc:sldMk cId="566397521" sldId="2147481804"/>
            <ac:spMk id="69" creationId="{42CCED01-C8C3-CC2B-63A5-FE55BC14AAC3}"/>
          </ac:spMkLst>
        </pc:spChg>
        <pc:spChg chg="mod">
          <ac:chgData name="Kannepamula Mahesh Babu" userId="391c5b16-0897-4eca-a028-a97f935a3bd2" providerId="ADAL" clId="{9E3353FE-7EFD-4D1F-85AC-2D3001641A94}" dt="2026-07-10T15:27:48.281" v="9010" actId="208"/>
          <ac:spMkLst>
            <pc:docMk/>
            <pc:sldMk cId="566397521" sldId="2147481804"/>
            <ac:spMk id="71" creationId="{E111A5FE-8E6C-D65D-3CCB-1DF82F244906}"/>
          </ac:spMkLst>
        </pc:spChg>
        <pc:spChg chg="mod">
          <ac:chgData name="Kannepamula Mahesh Babu" userId="391c5b16-0897-4eca-a028-a97f935a3bd2" providerId="ADAL" clId="{9E3353FE-7EFD-4D1F-85AC-2D3001641A94}" dt="2026-07-10T15:27:48.281" v="9010" actId="208"/>
          <ac:spMkLst>
            <pc:docMk/>
            <pc:sldMk cId="566397521" sldId="2147481804"/>
            <ac:spMk id="73" creationId="{F5D60F2A-370C-9782-B32F-656BB8359CF1}"/>
          </ac:spMkLst>
        </pc:spChg>
        <pc:spChg chg="mod">
          <ac:chgData name="Kannepamula Mahesh Babu" userId="391c5b16-0897-4eca-a028-a97f935a3bd2" providerId="ADAL" clId="{9E3353FE-7EFD-4D1F-85AC-2D3001641A94}" dt="2026-07-10T15:19:06.968" v="8949" actId="208"/>
          <ac:spMkLst>
            <pc:docMk/>
            <pc:sldMk cId="566397521" sldId="2147481804"/>
            <ac:spMk id="75" creationId="{6E95FD6D-B9DB-CC3F-41FF-931FC655C893}"/>
          </ac:spMkLst>
        </pc:spChg>
        <pc:spChg chg="mod">
          <ac:chgData name="Kannepamula Mahesh Babu" userId="391c5b16-0897-4eca-a028-a97f935a3bd2" providerId="ADAL" clId="{9E3353FE-7EFD-4D1F-85AC-2D3001641A94}" dt="2026-07-10T15:19:06.968" v="8949" actId="208"/>
          <ac:spMkLst>
            <pc:docMk/>
            <pc:sldMk cId="566397521" sldId="2147481804"/>
            <ac:spMk id="76" creationId="{945541EC-ED6C-986A-2605-E79B13DD0D20}"/>
          </ac:spMkLst>
        </pc:spChg>
        <pc:spChg chg="mod">
          <ac:chgData name="Kannepamula Mahesh Babu" userId="391c5b16-0897-4eca-a028-a97f935a3bd2" providerId="ADAL" clId="{9E3353FE-7EFD-4D1F-85AC-2D3001641A94}" dt="2026-07-10T15:19:06.968" v="8949" actId="208"/>
          <ac:spMkLst>
            <pc:docMk/>
            <pc:sldMk cId="566397521" sldId="2147481804"/>
            <ac:spMk id="78" creationId="{7D770A79-7B1A-64D0-E94F-376BCCBAE9A0}"/>
          </ac:spMkLst>
        </pc:spChg>
        <pc:picChg chg="add mod">
          <ac:chgData name="Kannepamula Mahesh Babu" userId="391c5b16-0897-4eca-a028-a97f935a3bd2" providerId="ADAL" clId="{9E3353FE-7EFD-4D1F-85AC-2D3001641A94}" dt="2026-07-10T14:55:04.632" v="8765" actId="12789"/>
          <ac:picMkLst>
            <pc:docMk/>
            <pc:sldMk cId="566397521" sldId="2147481804"/>
            <ac:picMk id="44" creationId="{2BED9884-89EF-EB8F-8CBB-ED041AEA91C4}"/>
          </ac:picMkLst>
        </pc:picChg>
        <pc:picChg chg="mod">
          <ac:chgData name="Kannepamula Mahesh Babu" userId="391c5b16-0897-4eca-a028-a97f935a3bd2" providerId="ADAL" clId="{9E3353FE-7EFD-4D1F-85AC-2D3001641A94}" dt="2026-07-10T15:26:15.563" v="8993" actId="12788"/>
          <ac:picMkLst>
            <pc:docMk/>
            <pc:sldMk cId="566397521" sldId="2147481804"/>
            <ac:picMk id="66" creationId="{1FE98658-E4B9-52FF-4500-B51341636E2A}"/>
          </ac:picMkLst>
        </pc:picChg>
        <pc:picChg chg="mod">
          <ac:chgData name="Kannepamula Mahesh Babu" userId="391c5b16-0897-4eca-a028-a97f935a3bd2" providerId="ADAL" clId="{9E3353FE-7EFD-4D1F-85AC-2D3001641A94}" dt="2026-07-10T15:26:56.770" v="9005" actId="12789"/>
          <ac:picMkLst>
            <pc:docMk/>
            <pc:sldMk cId="566397521" sldId="2147481804"/>
            <ac:picMk id="68" creationId="{A3D095B3-3E14-442F-96B6-9E45DC93850A}"/>
          </ac:picMkLst>
        </pc:picChg>
        <pc:picChg chg="mod">
          <ac:chgData name="Kannepamula Mahesh Babu" userId="391c5b16-0897-4eca-a028-a97f935a3bd2" providerId="ADAL" clId="{9E3353FE-7EFD-4D1F-85AC-2D3001641A94}" dt="2026-07-10T15:26:34.337" v="9001" actId="12788"/>
          <ac:picMkLst>
            <pc:docMk/>
            <pc:sldMk cId="566397521" sldId="2147481804"/>
            <ac:picMk id="70" creationId="{14C431C0-93C8-C59A-DD5A-CC60944A51FE}"/>
          </ac:picMkLst>
        </pc:picChg>
        <pc:picChg chg="mod">
          <ac:chgData name="Kannepamula Mahesh Babu" userId="391c5b16-0897-4eca-a028-a97f935a3bd2" providerId="ADAL" clId="{9E3353FE-7EFD-4D1F-85AC-2D3001641A94}" dt="2026-07-10T15:26:46.950" v="9003" actId="12788"/>
          <ac:picMkLst>
            <pc:docMk/>
            <pc:sldMk cId="566397521" sldId="2147481804"/>
            <ac:picMk id="72" creationId="{3FB4160D-467D-7D22-5E8F-8701CFDE3D59}"/>
          </ac:picMkLst>
        </pc:picChg>
        <pc:picChg chg="mod">
          <ac:chgData name="Kannepamula Mahesh Babu" userId="391c5b16-0897-4eca-a028-a97f935a3bd2" providerId="ADAL" clId="{9E3353FE-7EFD-4D1F-85AC-2D3001641A94}" dt="2026-07-10T15:26:00.430" v="8990" actId="12789"/>
          <ac:picMkLst>
            <pc:docMk/>
            <pc:sldMk cId="566397521" sldId="2147481804"/>
            <ac:picMk id="74" creationId="{7186736A-019E-904B-EBF1-405C3DC3C281}"/>
          </ac:picMkLst>
        </pc:picChg>
      </pc:sldChg>
      <pc:sldChg chg="addSp delSp modSp mod modClrScheme chgLayout">
        <pc:chgData name="Kannepamula Mahesh Babu" userId="391c5b16-0897-4eca-a028-a97f935a3bd2" providerId="ADAL" clId="{9E3353FE-7EFD-4D1F-85AC-2D3001641A94}" dt="2026-07-10T15:40:25.022" v="9103" actId="14100"/>
        <pc:sldMkLst>
          <pc:docMk/>
          <pc:sldMk cId="2751744931" sldId="2147481808"/>
        </pc:sldMkLst>
        <pc:spChg chg="mod ord">
          <ac:chgData name="Kannepamula Mahesh Babu" userId="391c5b16-0897-4eca-a028-a97f935a3bd2" providerId="ADAL" clId="{9E3353FE-7EFD-4D1F-85AC-2D3001641A94}" dt="2026-07-10T15:40:25.022" v="9103" actId="14100"/>
          <ac:spMkLst>
            <pc:docMk/>
            <pc:sldMk cId="2751744931" sldId="2147481808"/>
            <ac:spMk id="2" creationId="{D9DC9138-62FB-CCF1-2DC5-BEE106824EF4}"/>
          </ac:spMkLst>
        </pc:spChg>
        <pc:spChg chg="add mod">
          <ac:chgData name="Kannepamula Mahesh Babu" userId="391c5b16-0897-4eca-a028-a97f935a3bd2" providerId="ADAL" clId="{9E3353FE-7EFD-4D1F-85AC-2D3001641A94}" dt="2026-07-10T14:58:47.472" v="8797" actId="207"/>
          <ac:spMkLst>
            <pc:docMk/>
            <pc:sldMk cId="2751744931" sldId="2147481808"/>
            <ac:spMk id="4" creationId="{69E0E6C3-4F30-E075-6438-68FF4E75FCC9}"/>
          </ac:spMkLst>
        </pc:spChg>
        <pc:spChg chg="mod ord">
          <ac:chgData name="Kannepamula Mahesh Babu" userId="391c5b16-0897-4eca-a028-a97f935a3bd2" providerId="ADAL" clId="{9E3353FE-7EFD-4D1F-85AC-2D3001641A94}" dt="2026-07-10T15:14:30.603" v="8914" actId="6264"/>
          <ac:spMkLst>
            <pc:docMk/>
            <pc:sldMk cId="2751744931" sldId="2147481808"/>
            <ac:spMk id="10" creationId="{0285FB36-EE5D-278C-1A3B-8B11B025903D}"/>
          </ac:spMkLst>
        </pc:spChg>
        <pc:spChg chg="mod">
          <ac:chgData name="Kannepamula Mahesh Babu" userId="391c5b16-0897-4eca-a028-a97f935a3bd2" providerId="ADAL" clId="{9E3353FE-7EFD-4D1F-85AC-2D3001641A94}" dt="2026-07-10T15:14:51.201" v="8917" actId="1076"/>
          <ac:spMkLst>
            <pc:docMk/>
            <pc:sldMk cId="2751744931" sldId="2147481808"/>
            <ac:spMk id="91" creationId="{BABB77F2-CBB7-64B6-909C-033EC84C422B}"/>
          </ac:spMkLst>
        </pc:spChg>
        <pc:spChg chg="mod">
          <ac:chgData name="Kannepamula Mahesh Babu" userId="391c5b16-0897-4eca-a028-a97f935a3bd2" providerId="ADAL" clId="{9E3353FE-7EFD-4D1F-85AC-2D3001641A94}" dt="2026-07-10T15:40:16.203" v="9100" actId="553"/>
          <ac:spMkLst>
            <pc:docMk/>
            <pc:sldMk cId="2751744931" sldId="2147481808"/>
            <ac:spMk id="120" creationId="{0623AF7D-CF61-F8A2-105D-D2DC549C1D72}"/>
          </ac:spMkLst>
        </pc:spChg>
        <pc:picChg chg="mod">
          <ac:chgData name="Kannepamula Mahesh Babu" userId="391c5b16-0897-4eca-a028-a97f935a3bd2" providerId="ADAL" clId="{9E3353FE-7EFD-4D1F-85AC-2D3001641A94}" dt="2026-07-10T15:40:19.063" v="9101" actId="553"/>
          <ac:picMkLst>
            <pc:docMk/>
            <pc:sldMk cId="2751744931" sldId="2147481808"/>
            <ac:picMk id="119" creationId="{1DB26366-DBDD-E524-A07E-2995818F792F}"/>
          </ac:picMkLst>
        </pc:picChg>
      </pc:sldChg>
      <pc:sldChg chg="addSp delSp modSp mod modClrScheme chgLayout">
        <pc:chgData name="Kannepamula Mahesh Babu" userId="391c5b16-0897-4eca-a028-a97f935a3bd2" providerId="ADAL" clId="{9E3353FE-7EFD-4D1F-85AC-2D3001641A94}" dt="2026-07-13T06:53:14.350" v="10457" actId="164"/>
        <pc:sldMkLst>
          <pc:docMk/>
          <pc:sldMk cId="2408097752" sldId="2147481810"/>
        </pc:sldMkLst>
        <pc:spChg chg="mod ord">
          <ac:chgData name="Kannepamula Mahesh Babu" userId="391c5b16-0897-4eca-a028-a97f935a3bd2" providerId="ADAL" clId="{9E3353FE-7EFD-4D1F-85AC-2D3001641A94}" dt="2026-07-10T15:14:19.471" v="8911" actId="6264"/>
          <ac:spMkLst>
            <pc:docMk/>
            <pc:sldMk cId="2408097752" sldId="2147481810"/>
            <ac:spMk id="2" creationId="{64DE0B33-55DE-4E5D-C550-F02F31B89513}"/>
          </ac:spMkLst>
        </pc:spChg>
        <pc:spChg chg="add mod ord">
          <ac:chgData name="Kannepamula Mahesh Babu" userId="391c5b16-0897-4eca-a028-a97f935a3bd2" providerId="ADAL" clId="{9E3353FE-7EFD-4D1F-85AC-2D3001641A94}" dt="2026-07-10T15:14:19.471" v="8911" actId="6264"/>
          <ac:spMkLst>
            <pc:docMk/>
            <pc:sldMk cId="2408097752" sldId="2147481810"/>
            <ac:spMk id="3" creationId="{7A94501C-3AAE-2A93-92C1-532CAABF3199}"/>
          </ac:spMkLst>
        </pc:spChg>
        <pc:spChg chg="add mod">
          <ac:chgData name="Kannepamula Mahesh Babu" userId="391c5b16-0897-4eca-a028-a97f935a3bd2" providerId="ADAL" clId="{9E3353FE-7EFD-4D1F-85AC-2D3001641A94}" dt="2026-07-10T14:59:21.560" v="8799" actId="207"/>
          <ac:spMkLst>
            <pc:docMk/>
            <pc:sldMk cId="2408097752" sldId="2147481810"/>
            <ac:spMk id="4" creationId="{4634627A-C511-826E-75D3-D09F37906C38}"/>
          </ac:spMkLst>
        </pc:spChg>
        <pc:spChg chg="mod">
          <ac:chgData name="Kannepamula Mahesh Babu" userId="391c5b16-0897-4eca-a028-a97f935a3bd2" providerId="ADAL" clId="{9E3353FE-7EFD-4D1F-85AC-2D3001641A94}" dt="2026-07-10T15:34:03.193" v="9071" actId="12788"/>
          <ac:spMkLst>
            <pc:docMk/>
            <pc:sldMk cId="2408097752" sldId="2147481810"/>
            <ac:spMk id="5" creationId="{40DFF124-1474-BD51-069E-9CE6CB2178E5}"/>
          </ac:spMkLst>
        </pc:spChg>
        <pc:spChg chg="mod">
          <ac:chgData name="Kannepamula Mahesh Babu" userId="391c5b16-0897-4eca-a028-a97f935a3bd2" providerId="ADAL" clId="{9E3353FE-7EFD-4D1F-85AC-2D3001641A94}" dt="2026-07-10T15:30:04.508" v="9041" actId="404"/>
          <ac:spMkLst>
            <pc:docMk/>
            <pc:sldMk cId="2408097752" sldId="2147481810"/>
            <ac:spMk id="6" creationId="{0A7583AD-54BE-84FE-5156-8AAEC14C953D}"/>
          </ac:spMkLst>
        </pc:spChg>
        <pc:spChg chg="mod">
          <ac:chgData name="Kannepamula Mahesh Babu" userId="391c5b16-0897-4eca-a028-a97f935a3bd2" providerId="ADAL" clId="{9E3353FE-7EFD-4D1F-85AC-2D3001641A94}" dt="2026-07-13T06:51:41.376" v="10455" actId="1076"/>
          <ac:spMkLst>
            <pc:docMk/>
            <pc:sldMk cId="2408097752" sldId="2147481810"/>
            <ac:spMk id="8" creationId="{3BE8DC47-AA63-860B-4EF8-7B21E129D929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17" creationId="{0AC396E1-85A2-4029-DA84-D19337F4E1FA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20" creationId="{CB28FC96-3156-44DD-BDE2-F54BE377F430}"/>
          </ac:spMkLst>
        </pc:spChg>
        <pc:spChg chg="mod">
          <ac:chgData name="Kannepamula Mahesh Babu" userId="391c5b16-0897-4eca-a028-a97f935a3bd2" providerId="ADAL" clId="{9E3353FE-7EFD-4D1F-85AC-2D3001641A94}" dt="2026-07-10T15:33:29.098" v="9064" actId="207"/>
          <ac:spMkLst>
            <pc:docMk/>
            <pc:sldMk cId="2408097752" sldId="2147481810"/>
            <ac:spMk id="28" creationId="{692042A9-2BB6-C855-2803-A4157F843610}"/>
          </ac:spMkLst>
        </pc:spChg>
        <pc:spChg chg="mod">
          <ac:chgData name="Kannepamula Mahesh Babu" userId="391c5b16-0897-4eca-a028-a97f935a3bd2" providerId="ADAL" clId="{9E3353FE-7EFD-4D1F-85AC-2D3001641A94}" dt="2026-07-10T15:33:29.098" v="9064" actId="207"/>
          <ac:spMkLst>
            <pc:docMk/>
            <pc:sldMk cId="2408097752" sldId="2147481810"/>
            <ac:spMk id="30" creationId="{3F34EF46-9C6F-31ED-3F4F-2453008FBD2E}"/>
          </ac:spMkLst>
        </pc:spChg>
        <pc:spChg chg="add mod">
          <ac:chgData name="Kannepamula Mahesh Babu" userId="391c5b16-0897-4eca-a028-a97f935a3bd2" providerId="ADAL" clId="{9E3353FE-7EFD-4D1F-85AC-2D3001641A94}" dt="2026-07-13T06:53:12.658" v="10456"/>
          <ac:spMkLst>
            <pc:docMk/>
            <pc:sldMk cId="2408097752" sldId="2147481810"/>
            <ac:spMk id="32" creationId="{C7ED6B89-29CC-89F5-FE74-3A46DA5DBF36}"/>
          </ac:spMkLst>
        </pc:spChg>
        <pc:spChg chg="mod">
          <ac:chgData name="Kannepamula Mahesh Babu" userId="391c5b16-0897-4eca-a028-a97f935a3bd2" providerId="ADAL" clId="{9E3353FE-7EFD-4D1F-85AC-2D3001641A94}" dt="2026-07-10T15:33:29.098" v="9064" actId="207"/>
          <ac:spMkLst>
            <pc:docMk/>
            <pc:sldMk cId="2408097752" sldId="2147481810"/>
            <ac:spMk id="34" creationId="{EDA89B20-03F7-AE99-E0DD-88B68D19636F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36" creationId="{F0E0977E-AAD9-5E3D-D14A-68D3CC85BE84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38" creationId="{29CE369A-107D-19F8-539D-D65EE26DCD7B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40" creationId="{848BEC48-0E35-5A1E-C15C-BC1F64DBC2DB}"/>
          </ac:spMkLst>
        </pc:spChg>
        <pc:spChg chg="mod">
          <ac:chgData name="Kannepamula Mahesh Babu" userId="391c5b16-0897-4eca-a028-a97f935a3bd2" providerId="ADAL" clId="{9E3353FE-7EFD-4D1F-85AC-2D3001641A94}" dt="2026-07-10T15:33:29.098" v="9064" actId="207"/>
          <ac:spMkLst>
            <pc:docMk/>
            <pc:sldMk cId="2408097752" sldId="2147481810"/>
            <ac:spMk id="50" creationId="{19192D97-ABE2-696D-9645-2DA0FAE54C03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53" creationId="{5A654379-8EEA-3A17-C989-D2F44181F2A6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54" creationId="{C7E6929D-1D08-7A8D-49E2-712A1E983F90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55" creationId="{59ADE275-5CC4-EDB3-5B3C-827E608CF78B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102" creationId="{92341661-86A7-D403-81C0-0AA89BF1E10A}"/>
          </ac:spMkLst>
        </pc:spChg>
        <pc:spChg chg="mod">
          <ac:chgData name="Kannepamula Mahesh Babu" userId="391c5b16-0897-4eca-a028-a97f935a3bd2" providerId="ADAL" clId="{9E3353FE-7EFD-4D1F-85AC-2D3001641A94}" dt="2026-07-13T06:53:14.350" v="10457" actId="164"/>
          <ac:spMkLst>
            <pc:docMk/>
            <pc:sldMk cId="2408097752" sldId="2147481810"/>
            <ac:spMk id="110" creationId="{00000000-0000-0000-0000-000000000000}"/>
          </ac:spMkLst>
        </pc:spChg>
      </pc:sldChg>
      <pc:sldChg chg="addSp delSp modSp mod ord modShow chgLayout">
        <pc:chgData name="Kannepamula Mahesh Babu" userId="391c5b16-0897-4eca-a028-a97f935a3bd2" providerId="ADAL" clId="{9E3353FE-7EFD-4D1F-85AC-2D3001641A94}" dt="2026-07-10T15:12:59.908" v="8904"/>
        <pc:sldMkLst>
          <pc:docMk/>
          <pc:sldMk cId="2609134388" sldId="2147481812"/>
        </pc:sldMkLst>
        <pc:spChg chg="mod ord">
          <ac:chgData name="Kannepamula Mahesh Babu" userId="391c5b16-0897-4eca-a028-a97f935a3bd2" providerId="ADAL" clId="{9E3353FE-7EFD-4D1F-85AC-2D3001641A94}" dt="2026-07-10T14:57:50.602" v="8785" actId="700"/>
          <ac:spMkLst>
            <pc:docMk/>
            <pc:sldMk cId="2609134388" sldId="2147481812"/>
            <ac:spMk id="2" creationId="{649AB97C-D17D-C2CA-5C26-DB27C4BBC5B1}"/>
          </ac:spMkLst>
        </pc:spChg>
        <pc:spChg chg="mod ord">
          <ac:chgData name="Kannepamula Mahesh Babu" userId="391c5b16-0897-4eca-a028-a97f935a3bd2" providerId="ADAL" clId="{9E3353FE-7EFD-4D1F-85AC-2D3001641A94}" dt="2026-07-10T14:57:50.602" v="8785" actId="700"/>
          <ac:spMkLst>
            <pc:docMk/>
            <pc:sldMk cId="2609134388" sldId="2147481812"/>
            <ac:spMk id="4" creationId="{F92D9508-EA89-D17D-1EBF-B4BD7367D6C2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7-10T14:35:35.173" v="8595" actId="700"/>
        <pc:sldMkLst>
          <pc:docMk/>
          <pc:sldMk cId="1011382387" sldId="2147481818"/>
        </pc:sldMkLst>
        <pc:spChg chg="mod ord">
          <ac:chgData name="Kannepamula Mahesh Babu" userId="391c5b16-0897-4eca-a028-a97f935a3bd2" providerId="ADAL" clId="{9E3353FE-7EFD-4D1F-85AC-2D3001641A94}" dt="2026-07-10T14:35:35.173" v="8595" actId="700"/>
          <ac:spMkLst>
            <pc:docMk/>
            <pc:sldMk cId="1011382387" sldId="2147481818"/>
            <ac:spMk id="4" creationId="{845F1F78-06E5-9269-E3A1-09153928F3D8}"/>
          </ac:spMkLst>
        </pc:spChg>
        <pc:spChg chg="mod">
          <ac:chgData name="Kannepamula Mahesh Babu" userId="391c5b16-0897-4eca-a028-a97f935a3bd2" providerId="ADAL" clId="{9E3353FE-7EFD-4D1F-85AC-2D3001641A94}" dt="2026-07-08T07:46:34.004" v="7944" actId="14100"/>
          <ac:spMkLst>
            <pc:docMk/>
            <pc:sldMk cId="1011382387" sldId="2147481818"/>
            <ac:spMk id="7" creationId="{E54D47B4-FBA8-8416-A974-A569D631307E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8" creationId="{E843E3C6-6451-F653-FDC8-40D96A479925}"/>
          </ac:spMkLst>
        </pc:spChg>
        <pc:spChg chg="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9" creationId="{C941721E-E321-1932-8525-F5F382421722}"/>
          </ac:spMkLst>
        </pc:spChg>
        <pc:spChg chg="mod">
          <ac:chgData name="Kannepamula Mahesh Babu" userId="391c5b16-0897-4eca-a028-a97f935a3bd2" providerId="ADAL" clId="{9E3353FE-7EFD-4D1F-85AC-2D3001641A94}" dt="2026-07-08T07:46:34.004" v="7944" actId="14100"/>
          <ac:spMkLst>
            <pc:docMk/>
            <pc:sldMk cId="1011382387" sldId="2147481818"/>
            <ac:spMk id="10" creationId="{B972E486-0E84-DFEA-C38B-B3A755E2A7F0}"/>
          </ac:spMkLst>
        </pc:spChg>
        <pc:spChg chg="mod">
          <ac:chgData name="Kannepamula Mahesh Babu" userId="391c5b16-0897-4eca-a028-a97f935a3bd2" providerId="ADAL" clId="{9E3353FE-7EFD-4D1F-85AC-2D3001641A94}" dt="2026-07-08T07:45:25.805" v="7901" actId="404"/>
          <ac:spMkLst>
            <pc:docMk/>
            <pc:sldMk cId="1011382387" sldId="2147481818"/>
            <ac:spMk id="11" creationId="{634A576A-30E0-32F7-A386-4700114069A6}"/>
          </ac:spMkLst>
        </pc:spChg>
        <pc:spChg chg="mod">
          <ac:chgData name="Kannepamula Mahesh Babu" userId="391c5b16-0897-4eca-a028-a97f935a3bd2" providerId="ADAL" clId="{9E3353FE-7EFD-4D1F-85AC-2D3001641A94}" dt="2026-07-08T07:45:27.383" v="7903"/>
          <ac:spMkLst>
            <pc:docMk/>
            <pc:sldMk cId="1011382387" sldId="2147481818"/>
            <ac:spMk id="14" creationId="{820470E2-5DD6-432D-A858-A12A6760B762}"/>
          </ac:spMkLst>
        </pc:spChg>
        <pc:spChg chg="mod">
          <ac:chgData name="Kannepamula Mahesh Babu" userId="391c5b16-0897-4eca-a028-a97f935a3bd2" providerId="ADAL" clId="{9E3353FE-7EFD-4D1F-85AC-2D3001641A94}" dt="2026-07-08T07:45:28.944" v="7905"/>
          <ac:spMkLst>
            <pc:docMk/>
            <pc:sldMk cId="1011382387" sldId="2147481818"/>
            <ac:spMk id="15" creationId="{11083893-5FCC-B440-F799-10C5DA69C3EF}"/>
          </ac:spMkLst>
        </pc:spChg>
        <pc:spChg chg="mod">
          <ac:chgData name="Kannepamula Mahesh Babu" userId="391c5b16-0897-4eca-a028-a97f935a3bd2" providerId="ADAL" clId="{9E3353FE-7EFD-4D1F-85AC-2D3001641A94}" dt="2026-07-08T07:45:30.831" v="7907"/>
          <ac:spMkLst>
            <pc:docMk/>
            <pc:sldMk cId="1011382387" sldId="2147481818"/>
            <ac:spMk id="18" creationId="{648DCCAD-E26A-DE9E-D37F-BEEDC3FB8635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20" creationId="{90533932-0127-5B8F-77C9-6C0E0BC23F1F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22" creationId="{FBC35008-54D9-3267-9BC9-C3A1F52B2B24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26" creationId="{DF715E7A-5699-7F59-66A5-DA0E101BA4FB}"/>
          </ac:spMkLst>
        </pc:spChg>
        <pc:spChg chg="mod">
          <ac:chgData name="Kannepamula Mahesh Babu" userId="391c5b16-0897-4eca-a028-a97f935a3bd2" providerId="ADAL" clId="{9E3353FE-7EFD-4D1F-85AC-2D3001641A94}" dt="2026-07-07T09:35:49.233" v="7576" actId="12789"/>
          <ac:spMkLst>
            <pc:docMk/>
            <pc:sldMk cId="1011382387" sldId="2147481818"/>
            <ac:spMk id="27" creationId="{E431A0DF-7F95-63F6-935C-065F56C3A39E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30" creationId="{30BFA76D-4A0C-D9A5-D873-18586CA2368D}"/>
          </ac:spMkLst>
        </pc:spChg>
        <pc:spChg chg="mod ord">
          <ac:chgData name="Kannepamula Mahesh Babu" userId="391c5b16-0897-4eca-a028-a97f935a3bd2" providerId="ADAL" clId="{9E3353FE-7EFD-4D1F-85AC-2D3001641A94}" dt="2026-07-10T14:35:35.173" v="8595" actId="700"/>
          <ac:spMkLst>
            <pc:docMk/>
            <pc:sldMk cId="1011382387" sldId="2147481818"/>
            <ac:spMk id="33" creationId="{FFFD57D3-1E3F-6040-AECD-CFDC1416E085}"/>
          </ac:spMkLst>
        </pc:spChg>
        <pc:spChg chg="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35" creationId="{91898596-D98B-3185-6B33-0FCB38BFBB80}"/>
          </ac:spMkLst>
        </pc:spChg>
        <pc:spChg chg="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37" creationId="{79CDBA6F-285B-6798-32AC-3A2128F5665D}"/>
          </ac:spMkLst>
        </pc:spChg>
        <pc:spChg chg="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38" creationId="{C2DDDE99-CF62-54D1-7F95-87C50016C8D7}"/>
          </ac:spMkLst>
        </pc:spChg>
        <pc:spChg chg="add mod ord">
          <ac:chgData name="Kannepamula Mahesh Babu" userId="391c5b16-0897-4eca-a028-a97f935a3bd2" providerId="ADAL" clId="{9E3353FE-7EFD-4D1F-85AC-2D3001641A94}" dt="2026-07-08T07:47:58.672" v="7965" actId="12789"/>
          <ac:spMkLst>
            <pc:docMk/>
            <pc:sldMk cId="1011382387" sldId="2147481818"/>
            <ac:spMk id="40" creationId="{368D7539-5769-4CB9-341D-E52A1BBE24E5}"/>
          </ac:spMkLst>
        </pc:spChg>
        <pc:spChg chg="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41" creationId="{5A2D061F-011B-1546-33C5-EB1B4BCD6699}"/>
          </ac:spMkLst>
        </pc:spChg>
        <pc:spChg chg="mod">
          <ac:chgData name="Kannepamula Mahesh Babu" userId="391c5b16-0897-4eca-a028-a97f935a3bd2" providerId="ADAL" clId="{9E3353FE-7EFD-4D1F-85AC-2D3001641A94}" dt="2026-07-08T07:46:02.712" v="7938"/>
          <ac:spMkLst>
            <pc:docMk/>
            <pc:sldMk cId="1011382387" sldId="2147481818"/>
            <ac:spMk id="42" creationId="{E967154B-73BB-4260-C27A-E47606E9DE8F}"/>
          </ac:spMkLst>
        </pc:spChg>
        <pc:spChg chg="mod">
          <ac:chgData name="Kannepamula Mahesh Babu" userId="391c5b16-0897-4eca-a028-a97f935a3bd2" providerId="ADAL" clId="{9E3353FE-7EFD-4D1F-85AC-2D3001641A94}" dt="2026-07-07T10:58:41.463" v="7879" actId="553"/>
          <ac:spMkLst>
            <pc:docMk/>
            <pc:sldMk cId="1011382387" sldId="2147481818"/>
            <ac:spMk id="44" creationId="{44417160-DECF-7234-6694-AEE321522EA5}"/>
          </ac:spMkLst>
        </pc:spChg>
        <pc:spChg chg="mod">
          <ac:chgData name="Kannepamula Mahesh Babu" userId="391c5b16-0897-4eca-a028-a97f935a3bd2" providerId="ADAL" clId="{9E3353FE-7EFD-4D1F-85AC-2D3001641A94}" dt="2026-07-08T07:47:09.868" v="7947" actId="553"/>
          <ac:spMkLst>
            <pc:docMk/>
            <pc:sldMk cId="1011382387" sldId="2147481818"/>
            <ac:spMk id="45" creationId="{A2179DE8-7573-92CE-848E-7BD54798CB22}"/>
          </ac:spMkLst>
        </pc:spChg>
        <pc:spChg chg="mod ord">
          <ac:chgData name="Kannepamula Mahesh Babu" userId="391c5b16-0897-4eca-a028-a97f935a3bd2" providerId="ADAL" clId="{9E3353FE-7EFD-4D1F-85AC-2D3001641A94}" dt="2026-07-08T07:47:54.440" v="7963" actId="553"/>
          <ac:spMkLst>
            <pc:docMk/>
            <pc:sldMk cId="1011382387" sldId="2147481818"/>
            <ac:spMk id="48" creationId="{30B1AE49-77B4-7907-18ED-240466546C29}"/>
          </ac:spMkLst>
        </pc:spChg>
        <pc:spChg chg="mod">
          <ac:chgData name="Kannepamula Mahesh Babu" userId="391c5b16-0897-4eca-a028-a97f935a3bd2" providerId="ADAL" clId="{9E3353FE-7EFD-4D1F-85AC-2D3001641A94}" dt="2026-07-08T07:47:16.107" v="7949" actId="12789"/>
          <ac:spMkLst>
            <pc:docMk/>
            <pc:sldMk cId="1011382387" sldId="2147481818"/>
            <ac:spMk id="50" creationId="{3ABEE690-2490-5E2F-7425-770FA2ECCD09}"/>
          </ac:spMkLst>
        </pc:spChg>
        <pc:spChg chg="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56" creationId="{247A099E-6B24-363B-2D2F-DEB36C693E1A}"/>
          </ac:spMkLst>
        </pc:spChg>
        <pc:spChg chg="mod">
          <ac:chgData name="Kannepamula Mahesh Babu" userId="391c5b16-0897-4eca-a028-a97f935a3bd2" providerId="ADAL" clId="{9E3353FE-7EFD-4D1F-85AC-2D3001641A94}" dt="2026-07-07T09:35:25.922" v="7568" actId="12789"/>
          <ac:spMkLst>
            <pc:docMk/>
            <pc:sldMk cId="1011382387" sldId="2147481818"/>
            <ac:spMk id="57" creationId="{F6471F95-25D7-DC31-4B1A-0CEDF216B9E5}"/>
          </ac:spMkLst>
        </pc:spChg>
        <pc:spChg chg="mod">
          <ac:chgData name="Kannepamula Mahesh Babu" userId="391c5b16-0897-4eca-a028-a97f935a3bd2" providerId="ADAL" clId="{9E3353FE-7EFD-4D1F-85AC-2D3001641A94}" dt="2026-07-07T09:35:31.333" v="7570" actId="12788"/>
          <ac:spMkLst>
            <pc:docMk/>
            <pc:sldMk cId="1011382387" sldId="2147481818"/>
            <ac:spMk id="58" creationId="{8DC2593F-A76B-C6C4-5FD1-0C039162172C}"/>
          </ac:spMkLst>
        </pc:spChg>
        <pc:spChg chg="mod">
          <ac:chgData name="Kannepamula Mahesh Babu" userId="391c5b16-0897-4eca-a028-a97f935a3bd2" providerId="ADAL" clId="{9E3353FE-7EFD-4D1F-85AC-2D3001641A94}" dt="2026-07-07T09:35:42.107" v="7574" actId="12789"/>
          <ac:spMkLst>
            <pc:docMk/>
            <pc:sldMk cId="1011382387" sldId="2147481818"/>
            <ac:spMk id="59" creationId="{F445766C-8F6A-F3A4-B5B6-140BFE8FCB19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60" creationId="{4BBCCC2F-BDC6-AC73-7AAF-07E9CA2D5EFC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61" creationId="{130E943C-6C9C-EC02-E5D8-09A92465966E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63" creationId="{9C32B1AC-5BD0-2300-EF05-9399844E87CC}"/>
          </ac:spMkLst>
        </pc:spChg>
        <pc:spChg chg="mod">
          <ac:chgData name="Kannepamula Mahesh Babu" userId="391c5b16-0897-4eca-a028-a97f935a3bd2" providerId="ADAL" clId="{9E3353FE-7EFD-4D1F-85AC-2D3001641A94}" dt="2026-07-08T07:46:42.582" v="7945" actId="1076"/>
          <ac:spMkLst>
            <pc:docMk/>
            <pc:sldMk cId="1011382387" sldId="2147481818"/>
            <ac:spMk id="64" creationId="{2386441D-0F7A-BD93-1EC4-DBA787C778BC}"/>
          </ac:spMkLst>
        </pc:spChg>
        <pc:spChg chg="add del 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66" creationId="{A5D15D05-8637-35F3-9CFD-BC41B20F28A4}"/>
          </ac:spMkLst>
        </pc:spChg>
        <pc:spChg chg="add del 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67" creationId="{CCD83C59-0BED-E4E1-210F-72495FDD697E}"/>
          </ac:spMkLst>
        </pc:spChg>
        <pc:spChg chg="add del mod">
          <ac:chgData name="Kannepamula Mahesh Babu" userId="391c5b16-0897-4eca-a028-a97f935a3bd2" providerId="ADAL" clId="{9E3353FE-7EFD-4D1F-85AC-2D3001641A94}" dt="2026-07-07T10:12:58.372" v="7783" actId="12788"/>
          <ac:spMkLst>
            <pc:docMk/>
            <pc:sldMk cId="1011382387" sldId="2147481818"/>
            <ac:spMk id="68" creationId="{5F22D198-68D6-DB77-D27E-65A0789E64B2}"/>
          </ac:spMkLst>
        </pc:spChg>
        <pc:spChg chg="add del 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69" creationId="{0D8D7A28-866D-A6E7-D924-F23DCADA127A}"/>
          </ac:spMkLst>
        </pc:spChg>
        <pc:spChg chg="mod">
          <ac:chgData name="Kannepamula Mahesh Babu" userId="391c5b16-0897-4eca-a028-a97f935a3bd2" providerId="ADAL" clId="{9E3353FE-7EFD-4D1F-85AC-2D3001641A94}" dt="2026-07-08T07:47:58.672" v="7965" actId="12789"/>
          <ac:spMkLst>
            <pc:docMk/>
            <pc:sldMk cId="1011382387" sldId="2147481818"/>
            <ac:spMk id="70" creationId="{BCFE8479-6433-0330-5F55-0DB044769F90}"/>
          </ac:spMkLst>
        </pc:spChg>
        <pc:spChg chg="mod ord">
          <ac:chgData name="Kannepamula Mahesh Babu" userId="391c5b16-0897-4eca-a028-a97f935a3bd2" providerId="ADAL" clId="{9E3353FE-7EFD-4D1F-85AC-2D3001641A94}" dt="2026-07-10T14:35:35.173" v="8595" actId="700"/>
          <ac:spMkLst>
            <pc:docMk/>
            <pc:sldMk cId="1011382387" sldId="2147481818"/>
            <ac:spMk id="72" creationId="{663198A1-85C2-1E6E-98BD-B24077AA8A2A}"/>
          </ac:spMkLst>
        </pc:spChg>
        <pc:spChg chg="add del mod">
          <ac:chgData name="Kannepamula Mahesh Babu" userId="391c5b16-0897-4eca-a028-a97f935a3bd2" providerId="ADAL" clId="{9E3353FE-7EFD-4D1F-85AC-2D3001641A94}" dt="2026-07-08T07:46:55.471" v="7946" actId="1076"/>
          <ac:spMkLst>
            <pc:docMk/>
            <pc:sldMk cId="1011382387" sldId="2147481818"/>
            <ac:spMk id="73" creationId="{2EAFADB0-B4F0-B15D-B8F4-0634F9FA16FE}"/>
          </ac:spMkLst>
        </pc:spChg>
        <pc:spChg chg="mod">
          <ac:chgData name="Kannepamula Mahesh Babu" userId="391c5b16-0897-4eca-a028-a97f935a3bd2" providerId="ADAL" clId="{9E3353FE-7EFD-4D1F-85AC-2D3001641A94}" dt="2026-07-08T07:45:32.292" v="7909"/>
          <ac:spMkLst>
            <pc:docMk/>
            <pc:sldMk cId="1011382387" sldId="2147481818"/>
            <ac:spMk id="91" creationId="{413683DC-3190-DAB1-8D46-7ACCEF77C530}"/>
          </ac:spMkLst>
        </pc:spChg>
        <pc:spChg chg="mod">
          <ac:chgData name="Kannepamula Mahesh Babu" userId="391c5b16-0897-4eca-a028-a97f935a3bd2" providerId="ADAL" clId="{9E3353FE-7EFD-4D1F-85AC-2D3001641A94}" dt="2026-07-07T09:35:55.613" v="7578" actId="12789"/>
          <ac:spMkLst>
            <pc:docMk/>
            <pc:sldMk cId="1011382387" sldId="2147481818"/>
            <ac:spMk id="92" creationId="{2E7507BC-758C-0476-0477-AAB9E7B5CC33}"/>
          </ac:spMkLst>
        </pc:spChg>
        <pc:picChg chg="add mod">
          <ac:chgData name="Kannepamula Mahesh Babu" userId="391c5b16-0897-4eca-a028-a97f935a3bd2" providerId="ADAL" clId="{9E3353FE-7EFD-4D1F-85AC-2D3001641A94}" dt="2026-07-08T07:47:42.396" v="7959" actId="1076"/>
          <ac:picMkLst>
            <pc:docMk/>
            <pc:sldMk cId="1011382387" sldId="2147481818"/>
            <ac:picMk id="12" creationId="{57FE9AC5-9B4A-B239-0B02-1E5AB2F935C9}"/>
          </ac:picMkLst>
        </pc:picChg>
        <pc:picChg chg="add mod">
          <ac:chgData name="Kannepamula Mahesh Babu" userId="391c5b16-0897-4eca-a028-a97f935a3bd2" providerId="ADAL" clId="{9E3353FE-7EFD-4D1F-85AC-2D3001641A94}" dt="2026-07-07T09:36:14.014" v="7583" actId="12789"/>
          <ac:picMkLst>
            <pc:docMk/>
            <pc:sldMk cId="1011382387" sldId="2147481818"/>
            <ac:picMk id="96" creationId="{AAAD7E95-F666-50B9-5A07-5267CBC540A0}"/>
          </ac:picMkLst>
        </pc:picChg>
        <pc:picChg chg="mod modCrop">
          <ac:chgData name="Kannepamula Mahesh Babu" userId="391c5b16-0897-4eca-a028-a97f935a3bd2" providerId="ADAL" clId="{9E3353FE-7EFD-4D1F-85AC-2D3001641A94}" dt="2026-07-07T09:37:11.284" v="7597" actId="555"/>
          <ac:picMkLst>
            <pc:docMk/>
            <pc:sldMk cId="1011382387" sldId="2147481818"/>
            <ac:picMk id="98" creationId="{0CC027C9-A5DC-33D6-015E-AE613C1747A6}"/>
          </ac:picMkLst>
        </pc:picChg>
        <pc:picChg chg="mod">
          <ac:chgData name="Kannepamula Mahesh Babu" userId="391c5b16-0897-4eca-a028-a97f935a3bd2" providerId="ADAL" clId="{9E3353FE-7EFD-4D1F-85AC-2D3001641A94}" dt="2026-07-07T09:36:20.624" v="7584" actId="552"/>
          <ac:picMkLst>
            <pc:docMk/>
            <pc:sldMk cId="1011382387" sldId="2147481818"/>
            <ac:picMk id="100" creationId="{059AF690-33AD-F107-EB06-BCD511F7F2A2}"/>
          </ac:picMkLst>
        </pc:picChg>
        <pc:picChg chg="add mod">
          <ac:chgData name="Kannepamula Mahesh Babu" userId="391c5b16-0897-4eca-a028-a97f935a3bd2" providerId="ADAL" clId="{9E3353FE-7EFD-4D1F-85AC-2D3001641A94}" dt="2026-07-07T09:35:25.922" v="7568" actId="12789"/>
          <ac:picMkLst>
            <pc:docMk/>
            <pc:sldMk cId="1011382387" sldId="2147481818"/>
            <ac:picMk id="1026" creationId="{5BC6A05A-23E2-2EB0-75C8-711E510B27E7}"/>
          </ac:picMkLst>
        </pc:picChg>
        <pc:picChg chg="add mod">
          <ac:chgData name="Kannepamula Mahesh Babu" userId="391c5b16-0897-4eca-a028-a97f935a3bd2" providerId="ADAL" clId="{9E3353FE-7EFD-4D1F-85AC-2D3001641A94}" dt="2026-07-07T09:35:31.333" v="7570" actId="12788"/>
          <ac:picMkLst>
            <pc:docMk/>
            <pc:sldMk cId="1011382387" sldId="2147481818"/>
            <ac:picMk id="1028" creationId="{40633C3B-7AB9-043E-FF2A-9CA2DBFB656C}"/>
          </ac:picMkLst>
        </pc:picChg>
        <pc:picChg chg="add mod">
          <ac:chgData name="Kannepamula Mahesh Babu" userId="391c5b16-0897-4eca-a028-a97f935a3bd2" providerId="ADAL" clId="{9E3353FE-7EFD-4D1F-85AC-2D3001641A94}" dt="2026-07-07T09:35:49.233" v="7576" actId="12789"/>
          <ac:picMkLst>
            <pc:docMk/>
            <pc:sldMk cId="1011382387" sldId="2147481818"/>
            <ac:picMk id="1032" creationId="{956A6129-FDD3-AECB-3759-5C492869380D}"/>
          </ac:picMkLst>
        </pc:picChg>
        <pc:picChg chg="add mod">
          <ac:chgData name="Kannepamula Mahesh Babu" userId="391c5b16-0897-4eca-a028-a97f935a3bd2" providerId="ADAL" clId="{9E3353FE-7EFD-4D1F-85AC-2D3001641A94}" dt="2026-07-08T07:46:42.582" v="7945" actId="1076"/>
          <ac:picMkLst>
            <pc:docMk/>
            <pc:sldMk cId="1011382387" sldId="2147481818"/>
            <ac:picMk id="1038" creationId="{645F4C38-BB64-9F5C-3478-910F41178E36}"/>
          </ac:picMkLst>
        </pc:picChg>
        <pc:picChg chg="add mod">
          <ac:chgData name="Kannepamula Mahesh Babu" userId="391c5b16-0897-4eca-a028-a97f935a3bd2" providerId="ADAL" clId="{9E3353FE-7EFD-4D1F-85AC-2D3001641A94}" dt="2026-07-07T09:35:55.613" v="7578" actId="12789"/>
          <ac:picMkLst>
            <pc:docMk/>
            <pc:sldMk cId="1011382387" sldId="2147481818"/>
            <ac:picMk id="1044" creationId="{00BF1A0B-4F96-EDA1-A313-BF390026E623}"/>
          </ac:picMkLst>
        </pc:picChg>
        <pc:picChg chg="add mod">
          <ac:chgData name="Kannepamula Mahesh Babu" userId="391c5b16-0897-4eca-a028-a97f935a3bd2" providerId="ADAL" clId="{9E3353FE-7EFD-4D1F-85AC-2D3001641A94}" dt="2026-07-07T09:35:42.107" v="7574" actId="12789"/>
          <ac:picMkLst>
            <pc:docMk/>
            <pc:sldMk cId="1011382387" sldId="2147481818"/>
            <ac:picMk id="1046" creationId="{8D275289-B62F-C91B-0335-C5BE42062BBE}"/>
          </ac:picMkLst>
        </pc:picChg>
        <pc:picChg chg="mod">
          <ac:chgData name="Kannepamula Mahesh Babu" userId="391c5b16-0897-4eca-a028-a97f935a3bd2" providerId="ADAL" clId="{9E3353FE-7EFD-4D1F-85AC-2D3001641A94}" dt="2026-07-07T10:12:58.372" v="7783" actId="12788"/>
          <ac:picMkLst>
            <pc:docMk/>
            <pc:sldMk cId="1011382387" sldId="2147481818"/>
            <ac:picMk id="1050" creationId="{3ACA9A8D-0715-5CA5-26F5-701F14AA3D67}"/>
          </ac:picMkLst>
        </pc:picChg>
        <pc:picChg chg="add mod">
          <ac:chgData name="Kannepamula Mahesh Babu" userId="391c5b16-0897-4eca-a028-a97f935a3bd2" providerId="ADAL" clId="{9E3353FE-7EFD-4D1F-85AC-2D3001641A94}" dt="2026-07-07T10:58:13.626" v="7873" actId="554"/>
          <ac:picMkLst>
            <pc:docMk/>
            <pc:sldMk cId="1011382387" sldId="2147481818"/>
            <ac:picMk id="1054" creationId="{A5266B54-B3D7-D856-0DE5-39A7E7711932}"/>
          </ac:picMkLst>
        </pc:picChg>
        <pc:picChg chg="add del mod">
          <ac:chgData name="Kannepamula Mahesh Babu" userId="391c5b16-0897-4eca-a028-a97f935a3bd2" providerId="ADAL" clId="{9E3353FE-7EFD-4D1F-85AC-2D3001641A94}" dt="2026-07-07T10:58:41.463" v="7879" actId="553"/>
          <ac:picMkLst>
            <pc:docMk/>
            <pc:sldMk cId="1011382387" sldId="2147481818"/>
            <ac:picMk id="1056" creationId="{6F06E1F3-2321-B320-ECD5-E22B384DAF2D}"/>
          </ac:picMkLst>
        </pc:picChg>
        <pc:picChg chg="add mod">
          <ac:chgData name="Kannepamula Mahesh Babu" userId="391c5b16-0897-4eca-a028-a97f935a3bd2" providerId="ADAL" clId="{9E3353FE-7EFD-4D1F-85AC-2D3001641A94}" dt="2026-07-08T07:47:58.672" v="7965" actId="12789"/>
          <ac:picMkLst>
            <pc:docMk/>
            <pc:sldMk cId="1011382387" sldId="2147481818"/>
            <ac:picMk id="1060" creationId="{86021F56-38F3-82E6-417F-36F6B07EC07C}"/>
          </ac:picMkLst>
        </pc:picChg>
        <pc:picChg chg="add mod modCrop">
          <ac:chgData name="Kannepamula Mahesh Babu" userId="391c5b16-0897-4eca-a028-a97f935a3bd2" providerId="ADAL" clId="{9E3353FE-7EFD-4D1F-85AC-2D3001641A94}" dt="2026-07-07T10:25:22.178" v="7832" actId="12789"/>
          <ac:picMkLst>
            <pc:docMk/>
            <pc:sldMk cId="1011382387" sldId="2147481818"/>
            <ac:picMk id="1061" creationId="{E27D522B-8FD6-8C35-2B32-DE863E21F656}"/>
          </ac:picMkLst>
        </pc:picChg>
        <pc:picChg chg="add mod">
          <ac:chgData name="Kannepamula Mahesh Babu" userId="391c5b16-0897-4eca-a028-a97f935a3bd2" providerId="ADAL" clId="{9E3353FE-7EFD-4D1F-85AC-2D3001641A94}" dt="2026-07-07T10:55:30.484" v="7842"/>
          <ac:picMkLst>
            <pc:docMk/>
            <pc:sldMk cId="1011382387" sldId="2147481818"/>
            <ac:picMk id="1063" creationId="{3B4A03B5-30B6-5E83-A2DF-E8BE8B14E3B5}"/>
          </ac:picMkLst>
        </pc:picChg>
        <pc:picChg chg="add mod">
          <ac:chgData name="Kannepamula Mahesh Babu" userId="391c5b16-0897-4eca-a028-a97f935a3bd2" providerId="ADAL" clId="{9E3353FE-7EFD-4D1F-85AC-2D3001641A94}" dt="2026-07-08T07:47:16.107" v="7949" actId="12789"/>
          <ac:picMkLst>
            <pc:docMk/>
            <pc:sldMk cId="1011382387" sldId="2147481818"/>
            <ac:picMk id="1068" creationId="{49148377-3BF8-ACBC-6716-63F1676A78F6}"/>
          </ac:picMkLst>
        </pc:picChg>
        <pc:cxnChg chg="mod">
          <ac:chgData name="Kannepamula Mahesh Babu" userId="391c5b16-0897-4eca-a028-a97f935a3bd2" providerId="ADAL" clId="{9E3353FE-7EFD-4D1F-85AC-2D3001641A94}" dt="2026-07-07T09:35:08.594" v="7565" actId="12789"/>
          <ac:cxnSpMkLst>
            <pc:docMk/>
            <pc:sldMk cId="1011382387" sldId="2147481818"/>
            <ac:cxnSpMk id="13" creationId="{22833B43-53F2-339E-1610-7861AD49B04F}"/>
          </ac:cxnSpMkLst>
        </pc:cxnChg>
        <pc:cxnChg chg="mod">
          <ac:chgData name="Kannepamula Mahesh Babu" userId="391c5b16-0897-4eca-a028-a97f935a3bd2" providerId="ADAL" clId="{9E3353FE-7EFD-4D1F-85AC-2D3001641A94}" dt="2026-07-07T09:38:22.424" v="7604" actId="552"/>
          <ac:cxnSpMkLst>
            <pc:docMk/>
            <pc:sldMk cId="1011382387" sldId="2147481818"/>
            <ac:cxnSpMk id="21" creationId="{6BB08BA2-7254-2CBF-BA38-0D4D76F3A614}"/>
          </ac:cxnSpMkLst>
        </pc:cxnChg>
        <pc:cxnChg chg="mod">
          <ac:chgData name="Kannepamula Mahesh Babu" userId="391c5b16-0897-4eca-a028-a97f935a3bd2" providerId="ADAL" clId="{9E3353FE-7EFD-4D1F-85AC-2D3001641A94}" dt="2026-07-07T09:38:22.424" v="7604" actId="552"/>
          <ac:cxnSpMkLst>
            <pc:docMk/>
            <pc:sldMk cId="1011382387" sldId="2147481818"/>
            <ac:cxnSpMk id="24" creationId="{57F67351-2275-3538-7796-64D0DFCFBAB3}"/>
          </ac:cxnSpMkLst>
        </pc:cxnChg>
        <pc:cxnChg chg="mod">
          <ac:chgData name="Kannepamula Mahesh Babu" userId="391c5b16-0897-4eca-a028-a97f935a3bd2" providerId="ADAL" clId="{9E3353FE-7EFD-4D1F-85AC-2D3001641A94}" dt="2026-07-07T09:38:22.424" v="7604" actId="552"/>
          <ac:cxnSpMkLst>
            <pc:docMk/>
            <pc:sldMk cId="1011382387" sldId="2147481818"/>
            <ac:cxnSpMk id="25" creationId="{5ED47A1B-E447-8E31-3290-1720446FC2F6}"/>
          </ac:cxnSpMkLst>
        </pc:cxnChg>
        <pc:cxnChg chg="mod">
          <ac:chgData name="Kannepamula Mahesh Babu" userId="391c5b16-0897-4eca-a028-a97f935a3bd2" providerId="ADAL" clId="{9E3353FE-7EFD-4D1F-85AC-2D3001641A94}" dt="2026-07-07T09:38:22.424" v="7604" actId="552"/>
          <ac:cxnSpMkLst>
            <pc:docMk/>
            <pc:sldMk cId="1011382387" sldId="2147481818"/>
            <ac:cxnSpMk id="34" creationId="{B816798B-6221-1DF6-EBEB-A000BF365EBB}"/>
          </ac:cxnSpMkLst>
        </pc:cxnChg>
        <pc:cxnChg chg="mod">
          <ac:chgData name="Kannepamula Mahesh Babu" userId="391c5b16-0897-4eca-a028-a97f935a3bd2" providerId="ADAL" clId="{9E3353FE-7EFD-4D1F-85AC-2D3001641A94}" dt="2026-07-07T10:01:19.238" v="7656" actId="465"/>
          <ac:cxnSpMkLst>
            <pc:docMk/>
            <pc:sldMk cId="1011382387" sldId="2147481818"/>
            <ac:cxnSpMk id="39" creationId="{FBBCB30B-11A2-1E61-F479-06DD4FF26297}"/>
          </ac:cxnSpMkLst>
        </pc:cxnChg>
        <pc:cxnChg chg="mod">
          <ac:chgData name="Kannepamula Mahesh Babu" userId="391c5b16-0897-4eca-a028-a97f935a3bd2" providerId="ADAL" clId="{9E3353FE-7EFD-4D1F-85AC-2D3001641A94}" dt="2026-07-07T10:57:08.646" v="7849" actId="14100"/>
          <ac:cxnSpMkLst>
            <pc:docMk/>
            <pc:sldMk cId="1011382387" sldId="2147481818"/>
            <ac:cxnSpMk id="46" creationId="{2FBF2912-0546-6061-F84D-E1C232171F0E}"/>
          </ac:cxnSpMkLst>
        </pc:cxnChg>
        <pc:cxnChg chg="mod">
          <ac:chgData name="Kannepamula Mahesh Babu" userId="391c5b16-0897-4eca-a028-a97f935a3bd2" providerId="ADAL" clId="{9E3353FE-7EFD-4D1F-85AC-2D3001641A94}" dt="2026-07-08T07:46:34.004" v="7944" actId="14100"/>
          <ac:cxnSpMkLst>
            <pc:docMk/>
            <pc:sldMk cId="1011382387" sldId="2147481818"/>
            <ac:cxnSpMk id="49" creationId="{B4C1A729-4B58-6AD2-0036-AB6C3CF7D58D}"/>
          </ac:cxnSpMkLst>
        </pc:cxnChg>
        <pc:cxnChg chg="mod">
          <ac:chgData name="Kannepamula Mahesh Babu" userId="391c5b16-0897-4eca-a028-a97f935a3bd2" providerId="ADAL" clId="{9E3353FE-7EFD-4D1F-85AC-2D3001641A94}" dt="2026-07-08T07:46:34.004" v="7944" actId="14100"/>
          <ac:cxnSpMkLst>
            <pc:docMk/>
            <pc:sldMk cId="1011382387" sldId="2147481818"/>
            <ac:cxnSpMk id="51" creationId="{1FF64600-CC17-57E4-C029-764BB8605EA5}"/>
          </ac:cxnSpMkLst>
        </pc:cxnChg>
        <pc:cxnChg chg="mod">
          <ac:chgData name="Kannepamula Mahesh Babu" userId="391c5b16-0897-4eca-a028-a97f935a3bd2" providerId="ADAL" clId="{9E3353FE-7EFD-4D1F-85AC-2D3001641A94}" dt="2026-07-08T07:46:34.004" v="7944" actId="14100"/>
          <ac:cxnSpMkLst>
            <pc:docMk/>
            <pc:sldMk cId="1011382387" sldId="2147481818"/>
            <ac:cxnSpMk id="53" creationId="{3AFE0BDC-396D-F7EA-1602-0E32AC17539D}"/>
          </ac:cxnSpMkLst>
        </pc:cxnChg>
        <pc:cxnChg chg="mod">
          <ac:chgData name="Kannepamula Mahesh Babu" userId="391c5b16-0897-4eca-a028-a97f935a3bd2" providerId="ADAL" clId="{9E3353FE-7EFD-4D1F-85AC-2D3001641A94}" dt="2026-07-08T07:46:34.004" v="7944" actId="14100"/>
          <ac:cxnSpMkLst>
            <pc:docMk/>
            <pc:sldMk cId="1011382387" sldId="2147481818"/>
            <ac:cxnSpMk id="55" creationId="{E92ED20F-42F1-71FC-B66F-13B0CDACE67E}"/>
          </ac:cxnSpMkLst>
        </pc:cxnChg>
        <pc:cxnChg chg="mod">
          <ac:chgData name="Kannepamula Mahesh Babu" userId="391c5b16-0897-4eca-a028-a97f935a3bd2" providerId="ADAL" clId="{9E3353FE-7EFD-4D1F-85AC-2D3001641A94}" dt="2026-07-07T10:57:13.860" v="7850" actId="553"/>
          <ac:cxnSpMkLst>
            <pc:docMk/>
            <pc:sldMk cId="1011382387" sldId="2147481818"/>
            <ac:cxnSpMk id="65" creationId="{220C0A4A-8CCB-E728-D4A9-6E45333CC897}"/>
          </ac:cxnSpMkLst>
        </pc:cxnChg>
        <pc:cxnChg chg="mod">
          <ac:chgData name="Kannepamula Mahesh Babu" userId="391c5b16-0897-4eca-a028-a97f935a3bd2" providerId="ADAL" clId="{9E3353FE-7EFD-4D1F-85AC-2D3001641A94}" dt="2026-07-07T10:57:08.646" v="7849" actId="14100"/>
          <ac:cxnSpMkLst>
            <pc:docMk/>
            <pc:sldMk cId="1011382387" sldId="2147481818"/>
            <ac:cxnSpMk id="71" creationId="{478B711E-44BB-46C3-2E34-99211DED8A2C}"/>
          </ac:cxnSpMkLst>
        </pc:cxnChg>
        <pc:cxnChg chg="mod">
          <ac:chgData name="Kannepamula Mahesh Babu" userId="391c5b16-0897-4eca-a028-a97f935a3bd2" providerId="ADAL" clId="{9E3353FE-7EFD-4D1F-85AC-2D3001641A94}" dt="2026-07-07T09:37:58.254" v="7602" actId="14100"/>
          <ac:cxnSpMkLst>
            <pc:docMk/>
            <pc:sldMk cId="1011382387" sldId="2147481818"/>
            <ac:cxnSpMk id="109" creationId="{0C51F7AC-4352-6C4E-7EFD-646373600123}"/>
          </ac:cxnSpMkLst>
        </pc:cxnChg>
        <pc:cxnChg chg="add mod">
          <ac:chgData name="Kannepamula Mahesh Babu" userId="391c5b16-0897-4eca-a028-a97f935a3bd2" providerId="ADAL" clId="{9E3353FE-7EFD-4D1F-85AC-2D3001641A94}" dt="2026-07-07T10:57:08.646" v="7849" actId="14100"/>
          <ac:cxnSpMkLst>
            <pc:docMk/>
            <pc:sldMk cId="1011382387" sldId="2147481818"/>
            <ac:cxnSpMk id="123" creationId="{120A2D1A-F740-720F-9D28-6F44595981F7}"/>
          </ac:cxnSpMkLst>
        </pc:cxnChg>
        <pc:cxnChg chg="add mod">
          <ac:chgData name="Kannepamula Mahesh Babu" userId="391c5b16-0897-4eca-a028-a97f935a3bd2" providerId="ADAL" clId="{9E3353FE-7EFD-4D1F-85AC-2D3001641A94}" dt="2026-07-07T10:12:09.330" v="7779" actId="555"/>
          <ac:cxnSpMkLst>
            <pc:docMk/>
            <pc:sldMk cId="1011382387" sldId="2147481818"/>
            <ac:cxnSpMk id="125" creationId="{AFFD05A8-F51B-4913-DF89-E73F281A93AB}"/>
          </ac:cxnSpMkLst>
        </pc:cxnChg>
        <pc:cxnChg chg="add mod">
          <ac:chgData name="Kannepamula Mahesh Babu" userId="391c5b16-0897-4eca-a028-a97f935a3bd2" providerId="ADAL" clId="{9E3353FE-7EFD-4D1F-85AC-2D3001641A94}" dt="2026-07-07T10:12:19.725" v="7781" actId="555"/>
          <ac:cxnSpMkLst>
            <pc:docMk/>
            <pc:sldMk cId="1011382387" sldId="2147481818"/>
            <ac:cxnSpMk id="127" creationId="{CFAB4259-4904-8EB0-7DC3-D5AA52036844}"/>
          </ac:cxnSpMkLst>
        </pc:cxnChg>
        <pc:cxnChg chg="add mod">
          <ac:chgData name="Kannepamula Mahesh Babu" userId="391c5b16-0897-4eca-a028-a97f935a3bd2" providerId="ADAL" clId="{9E3353FE-7EFD-4D1F-85AC-2D3001641A94}" dt="2026-07-07T10:01:29.930" v="7659" actId="571"/>
          <ac:cxnSpMkLst>
            <pc:docMk/>
            <pc:sldMk cId="1011382387" sldId="2147481818"/>
            <ac:cxnSpMk id="1039" creationId="{3A54F454-B616-D5BF-2E26-6EA7CB16B852}"/>
          </ac:cxnSpMkLst>
        </pc:cxnChg>
      </pc:sldChg>
      <pc:sldChg chg="addSp delSp modSp mod modClrScheme chgLayout">
        <pc:chgData name="Kannepamula Mahesh Babu" userId="391c5b16-0897-4eca-a028-a97f935a3bd2" providerId="ADAL" clId="{9E3353FE-7EFD-4D1F-85AC-2D3001641A94}" dt="2026-07-10T15:30:31.992" v="9046" actId="113"/>
        <pc:sldMkLst>
          <pc:docMk/>
          <pc:sldMk cId="1561129444" sldId="2147481819"/>
        </pc:sldMkLst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2" creationId="{23DE9B6A-8754-F640-00FF-5423FC75538E}"/>
          </ac:spMkLst>
        </pc:spChg>
        <pc:spChg chg="mod ord">
          <ac:chgData name="Kannepamula Mahesh Babu" userId="391c5b16-0897-4eca-a028-a97f935a3bd2" providerId="ADAL" clId="{9E3353FE-7EFD-4D1F-85AC-2D3001641A94}" dt="2026-07-10T15:15:31.509" v="8922" actId="700"/>
          <ac:spMkLst>
            <pc:docMk/>
            <pc:sldMk cId="1561129444" sldId="2147481819"/>
            <ac:spMk id="3" creationId="{D385AF51-05A0-CF04-54EE-C5152A832E37}"/>
          </ac:spMkLst>
        </pc:spChg>
        <pc:spChg chg="mod ord">
          <ac:chgData name="Kannepamula Mahesh Babu" userId="391c5b16-0897-4eca-a028-a97f935a3bd2" providerId="ADAL" clId="{9E3353FE-7EFD-4D1F-85AC-2D3001641A94}" dt="2026-07-10T15:15:31.509" v="8922" actId="700"/>
          <ac:spMkLst>
            <pc:docMk/>
            <pc:sldMk cId="1561129444" sldId="2147481819"/>
            <ac:spMk id="4" creationId="{6C331455-52FA-5F85-9532-7E58F0CB618D}"/>
          </ac:spMkLst>
        </pc:spChg>
        <pc:spChg chg="mod ord">
          <ac:chgData name="Kannepamula Mahesh Babu" userId="391c5b16-0897-4eca-a028-a97f935a3bd2" providerId="ADAL" clId="{9E3353FE-7EFD-4D1F-85AC-2D3001641A94}" dt="2026-07-10T15:30:31.992" v="9046" actId="113"/>
          <ac:spMkLst>
            <pc:docMk/>
            <pc:sldMk cId="1561129444" sldId="2147481819"/>
            <ac:spMk id="5" creationId="{DB455E88-8470-39E4-B6BA-49AD4584304C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6" creationId="{F3A0B4A3-58A5-9391-7F44-7DF497529E1E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8" creationId="{05FBB5D0-0CC0-6BB8-F254-3F3BA17A47D8}"/>
          </ac:spMkLst>
        </pc:spChg>
        <pc:spChg chg="add mod">
          <ac:chgData name="Kannepamula Mahesh Babu" userId="391c5b16-0897-4eca-a028-a97f935a3bd2" providerId="ADAL" clId="{9E3353FE-7EFD-4D1F-85AC-2D3001641A94}" dt="2026-07-10T15:30:13.168" v="9043"/>
          <ac:spMkLst>
            <pc:docMk/>
            <pc:sldMk cId="1561129444" sldId="2147481819"/>
            <ac:spMk id="9" creationId="{B887F84E-78A3-F675-54E5-D4C7AB21610F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25" creationId="{2E0C6BC4-953A-8CB9-4D6A-9A73685BD922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31" creationId="{89E2A359-29D5-37DF-A944-656703EC9F2F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32" creationId="{485216A9-2FBD-E206-8491-2B51EE3A208B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36" creationId="{B5947CE3-6B54-495D-3520-AFB4758E78AE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40" creationId="{D235F147-0178-F2B1-7B99-604DCF8D99F4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42" creationId="{296A1059-0ADB-1D3E-6AD5-E29E809E8E45}"/>
          </ac:spMkLst>
        </pc:spChg>
        <pc:spChg chg="mod">
          <ac:chgData name="Kannepamula Mahesh Babu" userId="391c5b16-0897-4eca-a028-a97f935a3bd2" providerId="ADAL" clId="{9E3353FE-7EFD-4D1F-85AC-2D3001641A94}" dt="2026-07-10T15:29:33.559" v="9037" actId="1035"/>
          <ac:spMkLst>
            <pc:docMk/>
            <pc:sldMk cId="1561129444" sldId="2147481819"/>
            <ac:spMk id="45" creationId="{B4D0F8A9-B0DA-701A-DEE1-A69E921ED25C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7-10T15:30:35.743" v="9047" actId="113"/>
        <pc:sldMkLst>
          <pc:docMk/>
          <pc:sldMk cId="525997240" sldId="2147481820"/>
        </pc:sldMkLst>
        <pc:spChg chg="mod ord">
          <ac:chgData name="Kannepamula Mahesh Babu" userId="391c5b16-0897-4eca-a028-a97f935a3bd2" providerId="ADAL" clId="{9E3353FE-7EFD-4D1F-85AC-2D3001641A94}" dt="2026-07-10T15:28:40.627" v="9027" actId="700"/>
          <ac:spMkLst>
            <pc:docMk/>
            <pc:sldMk cId="525997240" sldId="2147481820"/>
            <ac:spMk id="3" creationId="{BB91B0A0-97BD-49BA-CC70-C62431840782}"/>
          </ac:spMkLst>
        </pc:spChg>
        <pc:spChg chg="mod ord">
          <ac:chgData name="Kannepamula Mahesh Babu" userId="391c5b16-0897-4eca-a028-a97f935a3bd2" providerId="ADAL" clId="{9E3353FE-7EFD-4D1F-85AC-2D3001641A94}" dt="2026-07-10T15:28:40.627" v="9027" actId="700"/>
          <ac:spMkLst>
            <pc:docMk/>
            <pc:sldMk cId="525997240" sldId="2147481820"/>
            <ac:spMk id="4" creationId="{F07BAD8D-768F-6CA4-90E1-445A803E4819}"/>
          </ac:spMkLst>
        </pc:spChg>
        <pc:spChg chg="mod ord">
          <ac:chgData name="Kannepamula Mahesh Babu" userId="391c5b16-0897-4eca-a028-a97f935a3bd2" providerId="ADAL" clId="{9E3353FE-7EFD-4D1F-85AC-2D3001641A94}" dt="2026-07-10T15:30:35.743" v="9047" actId="113"/>
          <ac:spMkLst>
            <pc:docMk/>
            <pc:sldMk cId="525997240" sldId="2147481820"/>
            <ac:spMk id="5" creationId="{A139D6F6-13EF-92D3-618D-1346C1E4F0C3}"/>
          </ac:spMkLst>
        </pc:spChg>
        <pc:spChg chg="add mod">
          <ac:chgData name="Kannepamula Mahesh Babu" userId="391c5b16-0897-4eca-a028-a97f935a3bd2" providerId="ADAL" clId="{9E3353FE-7EFD-4D1F-85AC-2D3001641A94}" dt="2026-07-10T15:30:14.708" v="9045"/>
          <ac:spMkLst>
            <pc:docMk/>
            <pc:sldMk cId="525997240" sldId="2147481820"/>
            <ac:spMk id="16" creationId="{F1D02281-392B-BF0A-9972-E576BE01AFD0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33" creationId="{BAB78E9C-59A7-A829-6306-DC7954B0BE97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36" creationId="{BF103965-24BD-0C3E-0D3E-831D6E2D1862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38" creationId="{15B4C9C8-1D72-3F1D-9FB8-58F0F66A0B2E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40" creationId="{75265EDC-1A7A-B756-35D5-40E32D4D3172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43" creationId="{3EC70896-8576-7812-F43E-848A1B60B6B9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47" creationId="{43ADD294-6AE8-887D-89B0-99DC88A79B1A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49" creationId="{5D95619C-A7D2-DC52-1C17-6B6FEAD7CC01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50" creationId="{AD383E9D-CB4E-7545-F227-4250CD9A5F13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52" creationId="{1BA2F55A-E834-CCA5-96A4-6BFD449BDA25}"/>
          </ac:spMkLst>
        </pc:spChg>
        <pc:spChg chg="mod">
          <ac:chgData name="Kannepamula Mahesh Babu" userId="391c5b16-0897-4eca-a028-a97f935a3bd2" providerId="ADAL" clId="{9E3353FE-7EFD-4D1F-85AC-2D3001641A94}" dt="2026-07-10T15:29:26.976" v="9033" actId="1076"/>
          <ac:spMkLst>
            <pc:docMk/>
            <pc:sldMk cId="525997240" sldId="2147481820"/>
            <ac:spMk id="54" creationId="{2342FFC4-49F4-EF95-0EB8-ACF71E2082A0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7-10T15:40:48.306" v="9105"/>
        <pc:sldMkLst>
          <pc:docMk/>
          <pc:sldMk cId="3323764323" sldId="2147481821"/>
        </pc:sldMkLst>
        <pc:spChg chg="mod ord">
          <ac:chgData name="Kannepamula Mahesh Babu" userId="391c5b16-0897-4eca-a028-a97f935a3bd2" providerId="ADAL" clId="{9E3353FE-7EFD-4D1F-85AC-2D3001641A94}" dt="2026-07-10T15:05:22.058" v="8885" actId="6264"/>
          <ac:spMkLst>
            <pc:docMk/>
            <pc:sldMk cId="3323764323" sldId="2147481821"/>
            <ac:spMk id="2" creationId="{D735E3B0-ADA2-419D-5789-7B1971835DDA}"/>
          </ac:spMkLst>
        </pc:spChg>
        <pc:spChg chg="mod ord">
          <ac:chgData name="Kannepamula Mahesh Babu" userId="391c5b16-0897-4eca-a028-a97f935a3bd2" providerId="ADAL" clId="{9E3353FE-7EFD-4D1F-85AC-2D3001641A94}" dt="2026-07-10T15:05:22.058" v="8885" actId="6264"/>
          <ac:spMkLst>
            <pc:docMk/>
            <pc:sldMk cId="3323764323" sldId="2147481821"/>
            <ac:spMk id="3" creationId="{B78EF353-27D1-5424-C26F-B003CA15E6C0}"/>
          </ac:spMkLst>
        </pc:spChg>
        <pc:spChg chg="mod">
          <ac:chgData name="Kannepamula Mahesh Babu" userId="391c5b16-0897-4eca-a028-a97f935a3bd2" providerId="ADAL" clId="{9E3353FE-7EFD-4D1F-85AC-2D3001641A94}" dt="2026-07-10T15:05:49.144" v="8887" actId="1076"/>
          <ac:spMkLst>
            <pc:docMk/>
            <pc:sldMk cId="3323764323" sldId="2147481821"/>
            <ac:spMk id="16" creationId="{189CE7E2-86D9-ABA2-47A7-CED23F97A348}"/>
          </ac:spMkLst>
        </pc:spChg>
        <pc:spChg chg="add mod ord">
          <ac:chgData name="Kannepamula Mahesh Babu" userId="391c5b16-0897-4eca-a028-a97f935a3bd2" providerId="ADAL" clId="{9E3353FE-7EFD-4D1F-85AC-2D3001641A94}" dt="2026-07-10T15:05:24.684" v="8886" actId="113"/>
          <ac:spMkLst>
            <pc:docMk/>
            <pc:sldMk cId="3323764323" sldId="2147481821"/>
            <ac:spMk id="30" creationId="{C35026C3-2AA7-231B-306A-C6A28092BC45}"/>
          </ac:spMkLst>
        </pc:spChg>
        <pc:spChg chg="add mod">
          <ac:chgData name="Kannepamula Mahesh Babu" userId="391c5b16-0897-4eca-a028-a97f935a3bd2" providerId="ADAL" clId="{9E3353FE-7EFD-4D1F-85AC-2D3001641A94}" dt="2026-07-10T15:40:48.306" v="9105"/>
          <ac:spMkLst>
            <pc:docMk/>
            <pc:sldMk cId="3323764323" sldId="2147481821"/>
            <ac:spMk id="39" creationId="{DC99BD98-24C4-1D08-33D5-8F66777E3A01}"/>
          </ac:spMkLst>
        </pc:spChg>
        <pc:spChg chg="add mod">
          <ac:chgData name="Kannepamula Mahesh Babu" userId="391c5b16-0897-4eca-a028-a97f935a3bd2" providerId="ADAL" clId="{9E3353FE-7EFD-4D1F-85AC-2D3001641A94}" dt="2026-07-10T15:40:48.306" v="9105"/>
          <ac:spMkLst>
            <pc:docMk/>
            <pc:sldMk cId="3323764323" sldId="2147481821"/>
            <ac:spMk id="40" creationId="{DAF678FA-29DA-F38B-18C0-BC7F44641AD8}"/>
          </ac:spMkLst>
        </pc:spChg>
        <pc:graphicFrameChg chg="mod modGraphic">
          <ac:chgData name="Kannepamula Mahesh Babu" userId="391c5b16-0897-4eca-a028-a97f935a3bd2" providerId="ADAL" clId="{9E3353FE-7EFD-4D1F-85AC-2D3001641A94}" dt="2026-07-10T15:35:20.399" v="9092"/>
          <ac:graphicFrameMkLst>
            <pc:docMk/>
            <pc:sldMk cId="3323764323" sldId="2147481821"/>
            <ac:graphicFrameMk id="34" creationId="{707400E7-C254-C00D-F892-D37C15171D8C}"/>
          </ac:graphicFrameMkLst>
        </pc:graphicFrameChg>
        <pc:graphicFrameChg chg="mod">
          <ac:chgData name="Kannepamula Mahesh Babu" userId="391c5b16-0897-4eca-a028-a97f935a3bd2" providerId="ADAL" clId="{9E3353FE-7EFD-4D1F-85AC-2D3001641A94}" dt="2026-07-10T15:35:29.562" v="9093" actId="1076"/>
          <ac:graphicFrameMkLst>
            <pc:docMk/>
            <pc:sldMk cId="3323764323" sldId="2147481821"/>
            <ac:graphicFrameMk id="42" creationId="{290C10AF-3E24-B041-3F0B-75F785A511F7}"/>
          </ac:graphicFrameMkLst>
        </pc:graphicFrameChg>
        <pc:picChg chg="mod">
          <ac:chgData name="Kannepamula Mahesh Babu" userId="391c5b16-0897-4eca-a028-a97f935a3bd2" providerId="ADAL" clId="{9E3353FE-7EFD-4D1F-85AC-2D3001641A94}" dt="2026-07-10T15:03:58.544" v="8866" actId="12789"/>
          <ac:picMkLst>
            <pc:docMk/>
            <pc:sldMk cId="3323764323" sldId="2147481821"/>
            <ac:picMk id="6" creationId="{8C1E5B7A-DA55-A470-9583-29E9DA13EABD}"/>
          </ac:picMkLst>
        </pc:picChg>
        <pc:cxnChg chg="mod">
          <ac:chgData name="Kannepamula Mahesh Babu" userId="391c5b16-0897-4eca-a028-a97f935a3bd2" providerId="ADAL" clId="{9E3353FE-7EFD-4D1F-85AC-2D3001641A94}" dt="2026-07-10T15:05:49.144" v="8887" actId="1076"/>
          <ac:cxnSpMkLst>
            <pc:docMk/>
            <pc:sldMk cId="3323764323" sldId="2147481821"/>
            <ac:cxnSpMk id="25" creationId="{FA5F3B6A-0473-877E-4CA8-FEE70B1E9211}"/>
          </ac:cxnSpMkLst>
        </pc:cxnChg>
      </pc:sldChg>
      <pc:sldChg chg="addSp delSp modSp mod modClrScheme chgLayout">
        <pc:chgData name="Kannepamula Mahesh Babu" userId="391c5b16-0897-4eca-a028-a97f935a3bd2" providerId="ADAL" clId="{9E3353FE-7EFD-4D1F-85AC-2D3001641A94}" dt="2026-07-10T15:50:58.638" v="9149" actId="6264"/>
        <pc:sldMkLst>
          <pc:docMk/>
          <pc:sldMk cId="1557888020" sldId="2147481822"/>
        </pc:sldMkLst>
        <pc:spChg chg="mod ord">
          <ac:chgData name="Kannepamula Mahesh Babu" userId="391c5b16-0897-4eca-a028-a97f935a3bd2" providerId="ADAL" clId="{9E3353FE-7EFD-4D1F-85AC-2D3001641A94}" dt="2026-07-10T15:50:58.638" v="9149" actId="6264"/>
          <ac:spMkLst>
            <pc:docMk/>
            <pc:sldMk cId="1557888020" sldId="2147481822"/>
            <ac:spMk id="2" creationId="{80569007-2589-9822-79D9-3276D37EC070}"/>
          </ac:spMkLst>
        </pc:spChg>
        <pc:spChg chg="mod ord">
          <ac:chgData name="Kannepamula Mahesh Babu" userId="391c5b16-0897-4eca-a028-a97f935a3bd2" providerId="ADAL" clId="{9E3353FE-7EFD-4D1F-85AC-2D3001641A94}" dt="2026-07-10T15:50:58.638" v="9149" actId="6264"/>
          <ac:spMkLst>
            <pc:docMk/>
            <pc:sldMk cId="1557888020" sldId="2147481822"/>
            <ac:spMk id="4" creationId="{45EFFB0F-3283-19E6-B9D2-867463BEEDD7}"/>
          </ac:spMkLst>
        </pc:spChg>
        <pc:spChg chg="mod ord">
          <ac:chgData name="Kannepamula Mahesh Babu" userId="391c5b16-0897-4eca-a028-a97f935a3bd2" providerId="ADAL" clId="{9E3353FE-7EFD-4D1F-85AC-2D3001641A94}" dt="2026-07-10T15:50:58.638" v="9149" actId="6264"/>
          <ac:spMkLst>
            <pc:docMk/>
            <pc:sldMk cId="1557888020" sldId="2147481822"/>
            <ac:spMk id="5" creationId="{6151930F-79EC-E2E4-30D6-90CADE2E8E08}"/>
          </ac:spMkLst>
        </pc:spChg>
        <pc:spChg chg="mod">
          <ac:chgData name="Kannepamula Mahesh Babu" userId="391c5b16-0897-4eca-a028-a97f935a3bd2" providerId="ADAL" clId="{9E3353FE-7EFD-4D1F-85AC-2D3001641A94}" dt="2026-07-10T15:50:42.307" v="9144" actId="1076"/>
          <ac:spMkLst>
            <pc:docMk/>
            <pc:sldMk cId="1557888020" sldId="2147481822"/>
            <ac:spMk id="6" creationId="{5124F74A-4B87-0349-76D2-37BB404C07BD}"/>
          </ac:spMkLst>
        </pc:spChg>
        <pc:spChg chg="mod">
          <ac:chgData name="Kannepamula Mahesh Babu" userId="391c5b16-0897-4eca-a028-a97f935a3bd2" providerId="ADAL" clId="{9E3353FE-7EFD-4D1F-85AC-2D3001641A94}" dt="2026-07-10T15:50:38.891" v="9143" actId="554"/>
          <ac:spMkLst>
            <pc:docMk/>
            <pc:sldMk cId="1557888020" sldId="2147481822"/>
            <ac:spMk id="7" creationId="{791D3458-81C3-B2F0-0DDB-12649E991AC5}"/>
          </ac:spMkLst>
        </pc:spChg>
        <pc:spChg chg="mod">
          <ac:chgData name="Kannepamula Mahesh Babu" userId="391c5b16-0897-4eca-a028-a97f935a3bd2" providerId="ADAL" clId="{9E3353FE-7EFD-4D1F-85AC-2D3001641A94}" dt="2026-07-10T15:50:42.307" v="9144" actId="1076"/>
          <ac:spMkLst>
            <pc:docMk/>
            <pc:sldMk cId="1557888020" sldId="2147481822"/>
            <ac:spMk id="8" creationId="{E5E3752A-2483-E5D6-5F83-AC777E48DE3A}"/>
          </ac:spMkLst>
        </pc:spChg>
        <pc:spChg chg="mod">
          <ac:chgData name="Kannepamula Mahesh Babu" userId="391c5b16-0897-4eca-a028-a97f935a3bd2" providerId="ADAL" clId="{9E3353FE-7EFD-4D1F-85AC-2D3001641A94}" dt="2026-07-10T15:50:42.307" v="9144" actId="1076"/>
          <ac:spMkLst>
            <pc:docMk/>
            <pc:sldMk cId="1557888020" sldId="2147481822"/>
            <ac:spMk id="9" creationId="{376D4F6B-D1AF-4566-3C6B-F5CA8007A7EC}"/>
          </ac:spMkLst>
        </pc:spChg>
        <pc:spChg chg="mod">
          <ac:chgData name="Kannepamula Mahesh Babu" userId="391c5b16-0897-4eca-a028-a97f935a3bd2" providerId="ADAL" clId="{9E3353FE-7EFD-4D1F-85AC-2D3001641A94}" dt="2026-07-10T15:50:42.307" v="9144" actId="1076"/>
          <ac:spMkLst>
            <pc:docMk/>
            <pc:sldMk cId="1557888020" sldId="2147481822"/>
            <ac:spMk id="10" creationId="{4BCD8A0D-53C9-BC60-F69C-93E1470CF904}"/>
          </ac:spMkLst>
        </pc:spChg>
        <pc:spChg chg="mod">
          <ac:chgData name="Kannepamula Mahesh Babu" userId="391c5b16-0897-4eca-a028-a97f935a3bd2" providerId="ADAL" clId="{9E3353FE-7EFD-4D1F-85AC-2D3001641A94}" dt="2026-07-10T15:50:42.307" v="9144" actId="1076"/>
          <ac:spMkLst>
            <pc:docMk/>
            <pc:sldMk cId="1557888020" sldId="2147481822"/>
            <ac:spMk id="11" creationId="{FF1DD828-69E4-E3A9-8B17-D820CCA199AA}"/>
          </ac:spMkLst>
        </pc:spChg>
        <pc:spChg chg="mod">
          <ac:chgData name="Kannepamula Mahesh Babu" userId="391c5b16-0897-4eca-a028-a97f935a3bd2" providerId="ADAL" clId="{9E3353FE-7EFD-4D1F-85AC-2D3001641A94}" dt="2026-07-10T15:50:42.307" v="9144" actId="1076"/>
          <ac:spMkLst>
            <pc:docMk/>
            <pc:sldMk cId="1557888020" sldId="2147481822"/>
            <ac:spMk id="12" creationId="{9088EF09-018B-B564-EFF3-6206CA5396B6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17" creationId="{3C7DA74C-9950-8777-9C45-C4730F680FFB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19" creationId="{6CF8207B-2AF9-3770-8F63-1B34EAD3805D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20" creationId="{E75028AB-2629-48E3-10A3-603F109060E3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21" creationId="{0843F556-F03B-1D0F-9374-56053AB079B8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22" creationId="{93928430-6D78-32E2-34CA-AB96A79CD962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24" creationId="{863C3624-025E-7865-D979-84716FF9CD5F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25" creationId="{20EA76ED-D1FA-D168-397F-92B1C04E6FDE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27" creationId="{C49AC594-6DA3-9CA3-EF05-A9EA2D8EF6CE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28" creationId="{91DBB337-AD44-E637-A0F4-8B95CA39FC07}"/>
          </ac:spMkLst>
        </pc:spChg>
        <pc:spChg chg="mod">
          <ac:chgData name="Kannepamula Mahesh Babu" userId="391c5b16-0897-4eca-a028-a97f935a3bd2" providerId="ADAL" clId="{9E3353FE-7EFD-4D1F-85AC-2D3001641A94}" dt="2026-07-10T15:50:54.303" v="9146" actId="1076"/>
          <ac:spMkLst>
            <pc:docMk/>
            <pc:sldMk cId="1557888020" sldId="2147481822"/>
            <ac:spMk id="29" creationId="{1372230F-AF90-FCE4-CCC6-66534FAB85DE}"/>
          </ac:spMkLst>
        </pc:spChg>
        <pc:spChg chg="mod">
          <ac:chgData name="Kannepamula Mahesh Babu" userId="391c5b16-0897-4eca-a028-a97f935a3bd2" providerId="ADAL" clId="{9E3353FE-7EFD-4D1F-85AC-2D3001641A94}" dt="2026-07-10T15:50:38.891" v="9143" actId="554"/>
          <ac:spMkLst>
            <pc:docMk/>
            <pc:sldMk cId="1557888020" sldId="2147481822"/>
            <ac:spMk id="37" creationId="{A2AA3471-EA48-7188-9F7C-C68FF8270655}"/>
          </ac:spMkLst>
        </pc:spChg>
        <pc:cxnChg chg="mod">
          <ac:chgData name="Kannepamula Mahesh Babu" userId="391c5b16-0897-4eca-a028-a97f935a3bd2" providerId="ADAL" clId="{9E3353FE-7EFD-4D1F-85AC-2D3001641A94}" dt="2026-07-10T15:50:42.307" v="9144" actId="1076"/>
          <ac:cxnSpMkLst>
            <pc:docMk/>
            <pc:sldMk cId="1557888020" sldId="2147481822"/>
            <ac:cxnSpMk id="13" creationId="{4BABAB07-17D8-E7E1-39DC-F952420EDC2A}"/>
          </ac:cxnSpMkLst>
        </pc:cxnChg>
        <pc:cxnChg chg="mod">
          <ac:chgData name="Kannepamula Mahesh Babu" userId="391c5b16-0897-4eca-a028-a97f935a3bd2" providerId="ADAL" clId="{9E3353FE-7EFD-4D1F-85AC-2D3001641A94}" dt="2026-07-10T15:50:56.255" v="9147" actId="1076"/>
          <ac:cxnSpMkLst>
            <pc:docMk/>
            <pc:sldMk cId="1557888020" sldId="2147481822"/>
            <ac:cxnSpMk id="15" creationId="{58A5D93B-6F9F-342A-959C-00EF7551C5F7}"/>
          </ac:cxnSpMkLst>
        </pc:cxnChg>
      </pc:sldChg>
      <pc:sldChg chg="addSp delSp modSp mod modClrScheme chgLayout">
        <pc:chgData name="Kannepamula Mahesh Babu" userId="391c5b16-0897-4eca-a028-a97f935a3bd2" providerId="ADAL" clId="{9E3353FE-7EFD-4D1F-85AC-2D3001641A94}" dt="2026-07-10T15:48:15.577" v="9139" actId="6264"/>
        <pc:sldMkLst>
          <pc:docMk/>
          <pc:sldMk cId="2976658370" sldId="2147481824"/>
        </pc:sldMkLst>
        <pc:spChg chg="mod ord">
          <ac:chgData name="Kannepamula Mahesh Babu" userId="391c5b16-0897-4eca-a028-a97f935a3bd2" providerId="ADAL" clId="{9E3353FE-7EFD-4D1F-85AC-2D3001641A94}" dt="2026-07-10T15:48:15.577" v="9139" actId="6264"/>
          <ac:spMkLst>
            <pc:docMk/>
            <pc:sldMk cId="2976658370" sldId="2147481824"/>
            <ac:spMk id="3" creationId="{D2E74732-8B4A-E10F-8FF5-2D585C26890E}"/>
          </ac:spMkLst>
        </pc:spChg>
        <pc:spChg chg="mod ord">
          <ac:chgData name="Kannepamula Mahesh Babu" userId="391c5b16-0897-4eca-a028-a97f935a3bd2" providerId="ADAL" clId="{9E3353FE-7EFD-4D1F-85AC-2D3001641A94}" dt="2026-07-10T15:48:15.577" v="9139" actId="6264"/>
          <ac:spMkLst>
            <pc:docMk/>
            <pc:sldMk cId="2976658370" sldId="2147481824"/>
            <ac:spMk id="4" creationId="{6083978E-43DC-E398-D072-9AB28F487494}"/>
          </ac:spMkLst>
        </pc:spChg>
        <pc:spChg chg="mod ord">
          <ac:chgData name="Kannepamula Mahesh Babu" userId="391c5b16-0897-4eca-a028-a97f935a3bd2" providerId="ADAL" clId="{9E3353FE-7EFD-4D1F-85AC-2D3001641A94}" dt="2026-07-10T15:48:15.577" v="9139" actId="6264"/>
          <ac:spMkLst>
            <pc:docMk/>
            <pc:sldMk cId="2976658370" sldId="2147481824"/>
            <ac:spMk id="5" creationId="{B4687BFD-1EE4-30AE-D329-EB40D113FCCF}"/>
          </ac:spMkLst>
        </pc:spChg>
        <pc:spChg chg="mod">
          <ac:chgData name="Kannepamula Mahesh Babu" userId="391c5b16-0897-4eca-a028-a97f935a3bd2" providerId="ADAL" clId="{9E3353FE-7EFD-4D1F-85AC-2D3001641A94}" dt="2026-07-10T14:37:46.926" v="8617" actId="554"/>
          <ac:spMkLst>
            <pc:docMk/>
            <pc:sldMk cId="2976658370" sldId="2147481824"/>
            <ac:spMk id="8" creationId="{0CDBBC60-5EE6-E1FE-DAF3-631BC0888514}"/>
          </ac:spMkLst>
        </pc:spChg>
        <pc:spChg chg="mod">
          <ac:chgData name="Kannepamula Mahesh Babu" userId="391c5b16-0897-4eca-a028-a97f935a3bd2" providerId="ADAL" clId="{9E3353FE-7EFD-4D1F-85AC-2D3001641A94}" dt="2026-07-10T14:37:46.926" v="8617" actId="554"/>
          <ac:spMkLst>
            <pc:docMk/>
            <pc:sldMk cId="2976658370" sldId="2147481824"/>
            <ac:spMk id="9" creationId="{E31FA61D-8A6E-6774-7325-6454047E924B}"/>
          </ac:spMkLst>
        </pc:spChg>
        <pc:spChg chg="mod">
          <ac:chgData name="Kannepamula Mahesh Babu" userId="391c5b16-0897-4eca-a028-a97f935a3bd2" providerId="ADAL" clId="{9E3353FE-7EFD-4D1F-85AC-2D3001641A94}" dt="2026-07-10T14:37:50.713" v="8618" actId="554"/>
          <ac:spMkLst>
            <pc:docMk/>
            <pc:sldMk cId="2976658370" sldId="2147481824"/>
            <ac:spMk id="10" creationId="{7BAABB32-ECDE-F41E-8E8E-6A97C0D556D2}"/>
          </ac:spMkLst>
        </pc:spChg>
        <pc:spChg chg="mod">
          <ac:chgData name="Kannepamula Mahesh Babu" userId="391c5b16-0897-4eca-a028-a97f935a3bd2" providerId="ADAL" clId="{9E3353FE-7EFD-4D1F-85AC-2D3001641A94}" dt="2026-07-10T14:37:50.713" v="8618" actId="554"/>
          <ac:spMkLst>
            <pc:docMk/>
            <pc:sldMk cId="2976658370" sldId="2147481824"/>
            <ac:spMk id="11" creationId="{2995DE99-B392-CB2C-8F7F-CBD928509711}"/>
          </ac:spMkLst>
        </pc:spChg>
        <pc:spChg chg="mod">
          <ac:chgData name="Kannepamula Mahesh Babu" userId="391c5b16-0897-4eca-a028-a97f935a3bd2" providerId="ADAL" clId="{9E3353FE-7EFD-4D1F-85AC-2D3001641A94}" dt="2026-07-10T15:48:08.253" v="9136" actId="12789"/>
          <ac:spMkLst>
            <pc:docMk/>
            <pc:sldMk cId="2976658370" sldId="2147481824"/>
            <ac:spMk id="13" creationId="{8451E895-CC7A-59E4-9E21-EE6545CA9C9F}"/>
          </ac:spMkLst>
        </pc:spChg>
        <pc:spChg chg="mod">
          <ac:chgData name="Kannepamula Mahesh Babu" userId="391c5b16-0897-4eca-a028-a97f935a3bd2" providerId="ADAL" clId="{9E3353FE-7EFD-4D1F-85AC-2D3001641A94}" dt="2026-07-10T14:37:54.531" v="8619" actId="554"/>
          <ac:spMkLst>
            <pc:docMk/>
            <pc:sldMk cId="2976658370" sldId="2147481824"/>
            <ac:spMk id="15" creationId="{921C5EA4-C054-7BBD-2C9A-85171B5CAC9F}"/>
          </ac:spMkLst>
        </pc:spChg>
        <pc:spChg chg="mod">
          <ac:chgData name="Kannepamula Mahesh Babu" userId="391c5b16-0897-4eca-a028-a97f935a3bd2" providerId="ADAL" clId="{9E3353FE-7EFD-4D1F-85AC-2D3001641A94}" dt="2026-07-10T14:37:50.713" v="8618" actId="554"/>
          <ac:spMkLst>
            <pc:docMk/>
            <pc:sldMk cId="2976658370" sldId="2147481824"/>
            <ac:spMk id="16" creationId="{E345EEC8-8107-9ABF-9566-564F2FBB9A69}"/>
          </ac:spMkLst>
        </pc:spChg>
        <pc:spChg chg="mod">
          <ac:chgData name="Kannepamula Mahesh Babu" userId="391c5b16-0897-4eca-a028-a97f935a3bd2" providerId="ADAL" clId="{9E3353FE-7EFD-4D1F-85AC-2D3001641A94}" dt="2026-07-10T15:48:08.253" v="9136" actId="12789"/>
          <ac:spMkLst>
            <pc:docMk/>
            <pc:sldMk cId="2976658370" sldId="2147481824"/>
            <ac:spMk id="17" creationId="{BDAB3DBA-9EC1-465D-C630-F27C12D76FD4}"/>
          </ac:spMkLst>
        </pc:spChg>
        <pc:spChg chg="mod">
          <ac:chgData name="Kannepamula Mahesh Babu" userId="391c5b16-0897-4eca-a028-a97f935a3bd2" providerId="ADAL" clId="{9E3353FE-7EFD-4D1F-85AC-2D3001641A94}" dt="2026-07-10T15:48:08.253" v="9136" actId="12789"/>
          <ac:spMkLst>
            <pc:docMk/>
            <pc:sldMk cId="2976658370" sldId="2147481824"/>
            <ac:spMk id="19" creationId="{500502C0-483C-D000-55B9-DFA54DF6B3A4}"/>
          </ac:spMkLst>
        </pc:spChg>
        <pc:spChg chg="mod">
          <ac:chgData name="Kannepamula Mahesh Babu" userId="391c5b16-0897-4eca-a028-a97f935a3bd2" providerId="ADAL" clId="{9E3353FE-7EFD-4D1F-85AC-2D3001641A94}" dt="2026-07-10T15:48:08.253" v="9136" actId="12789"/>
          <ac:spMkLst>
            <pc:docMk/>
            <pc:sldMk cId="2976658370" sldId="2147481824"/>
            <ac:spMk id="20" creationId="{98B679F7-CDF2-84FC-B49C-483FCC72F79A}"/>
          </ac:spMkLst>
        </pc:spChg>
        <pc:spChg chg="mod">
          <ac:chgData name="Kannepamula Mahesh Babu" userId="391c5b16-0897-4eca-a028-a97f935a3bd2" providerId="ADAL" clId="{9E3353FE-7EFD-4D1F-85AC-2D3001641A94}" dt="2026-07-10T14:37:54.531" v="8619" actId="554"/>
          <ac:spMkLst>
            <pc:docMk/>
            <pc:sldMk cId="2976658370" sldId="2147481824"/>
            <ac:spMk id="21" creationId="{D8C49D63-1285-490E-4A2A-BC74A4AB5022}"/>
          </ac:spMkLst>
        </pc:spChg>
        <pc:spChg chg="mod">
          <ac:chgData name="Kannepamula Mahesh Babu" userId="391c5b16-0897-4eca-a028-a97f935a3bd2" providerId="ADAL" clId="{9E3353FE-7EFD-4D1F-85AC-2D3001641A94}" dt="2026-07-10T14:37:54.531" v="8619" actId="554"/>
          <ac:spMkLst>
            <pc:docMk/>
            <pc:sldMk cId="2976658370" sldId="2147481824"/>
            <ac:spMk id="22" creationId="{49A52694-3FA7-9384-1B3C-8FE22171F255}"/>
          </ac:spMkLst>
        </pc:spChg>
        <pc:spChg chg="mod">
          <ac:chgData name="Kannepamula Mahesh Babu" userId="391c5b16-0897-4eca-a028-a97f935a3bd2" providerId="ADAL" clId="{9E3353FE-7EFD-4D1F-85AC-2D3001641A94}" dt="2026-07-10T14:37:54.531" v="8619" actId="554"/>
          <ac:spMkLst>
            <pc:docMk/>
            <pc:sldMk cId="2976658370" sldId="2147481824"/>
            <ac:spMk id="25" creationId="{1B46BBE4-5EE1-E08A-885C-7037B58C7E9E}"/>
          </ac:spMkLst>
        </pc:spChg>
        <pc:spChg chg="mod">
          <ac:chgData name="Kannepamula Mahesh Babu" userId="391c5b16-0897-4eca-a028-a97f935a3bd2" providerId="ADAL" clId="{9E3353FE-7EFD-4D1F-85AC-2D3001641A94}" dt="2026-07-10T14:37:54.531" v="8619" actId="554"/>
          <ac:spMkLst>
            <pc:docMk/>
            <pc:sldMk cId="2976658370" sldId="2147481824"/>
            <ac:spMk id="26" creationId="{BD03E003-6C31-4A55-DE55-957C5F9FFE22}"/>
          </ac:spMkLst>
        </pc:spChg>
        <pc:spChg chg="mod">
          <ac:chgData name="Kannepamula Mahesh Babu" userId="391c5b16-0897-4eca-a028-a97f935a3bd2" providerId="ADAL" clId="{9E3353FE-7EFD-4D1F-85AC-2D3001641A94}" dt="2026-07-10T14:37:54.531" v="8619" actId="554"/>
          <ac:spMkLst>
            <pc:docMk/>
            <pc:sldMk cId="2976658370" sldId="2147481824"/>
            <ac:spMk id="27" creationId="{BBCC4013-FAF5-2BBC-CB77-44B0210D7A2E}"/>
          </ac:spMkLst>
        </pc:spChg>
        <pc:spChg chg="mod">
          <ac:chgData name="Kannepamula Mahesh Babu" userId="391c5b16-0897-4eca-a028-a97f935a3bd2" providerId="ADAL" clId="{9E3353FE-7EFD-4D1F-85AC-2D3001641A94}" dt="2026-07-10T14:38:14.639" v="8624" actId="1035"/>
          <ac:spMkLst>
            <pc:docMk/>
            <pc:sldMk cId="2976658370" sldId="2147481824"/>
            <ac:spMk id="28" creationId="{68EFE673-FFFB-3F51-56BB-9E15F745BBAF}"/>
          </ac:spMkLst>
        </pc:spChg>
        <pc:spChg chg="mod">
          <ac:chgData name="Kannepamula Mahesh Babu" userId="391c5b16-0897-4eca-a028-a97f935a3bd2" providerId="ADAL" clId="{9E3353FE-7EFD-4D1F-85AC-2D3001641A94}" dt="2026-07-10T14:38:14.639" v="8624" actId="1035"/>
          <ac:spMkLst>
            <pc:docMk/>
            <pc:sldMk cId="2976658370" sldId="2147481824"/>
            <ac:spMk id="29" creationId="{D27B094E-31E7-154A-6550-99068C8EC6A1}"/>
          </ac:spMkLst>
        </pc:spChg>
        <pc:spChg chg="mod">
          <ac:chgData name="Kannepamula Mahesh Babu" userId="391c5b16-0897-4eca-a028-a97f935a3bd2" providerId="ADAL" clId="{9E3353FE-7EFD-4D1F-85AC-2D3001641A94}" dt="2026-07-10T14:40:12.613" v="8632" actId="14100"/>
          <ac:spMkLst>
            <pc:docMk/>
            <pc:sldMk cId="2976658370" sldId="2147481824"/>
            <ac:spMk id="43" creationId="{6E592FE1-0EC2-1BE8-7873-A835C6DD4B07}"/>
          </ac:spMkLst>
        </pc:spChg>
        <pc:spChg chg="mod">
          <ac:chgData name="Kannepamula Mahesh Babu" userId="391c5b16-0897-4eca-a028-a97f935a3bd2" providerId="ADAL" clId="{9E3353FE-7EFD-4D1F-85AC-2D3001641A94}" dt="2026-07-10T14:39:52.270" v="8627" actId="113"/>
          <ac:spMkLst>
            <pc:docMk/>
            <pc:sldMk cId="2976658370" sldId="2147481824"/>
            <ac:spMk id="45" creationId="{094AD343-6107-2CB6-BCAF-C10926CC4C63}"/>
          </ac:spMkLst>
        </pc:spChg>
        <pc:spChg chg="mod">
          <ac:chgData name="Kannepamula Mahesh Babu" userId="391c5b16-0897-4eca-a028-a97f935a3bd2" providerId="ADAL" clId="{9E3353FE-7EFD-4D1F-85AC-2D3001641A94}" dt="2026-07-10T14:37:46.926" v="8617" actId="554"/>
          <ac:spMkLst>
            <pc:docMk/>
            <pc:sldMk cId="2976658370" sldId="2147481824"/>
            <ac:spMk id="60" creationId="{A41D2BC1-39E0-7DBB-B997-C1ADAC82FA28}"/>
          </ac:spMkLst>
        </pc:spChg>
        <pc:spChg chg="mod">
          <ac:chgData name="Kannepamula Mahesh Babu" userId="391c5b16-0897-4eca-a028-a97f935a3bd2" providerId="ADAL" clId="{9E3353FE-7EFD-4D1F-85AC-2D3001641A94}" dt="2026-07-10T14:37:46.926" v="8617" actId="554"/>
          <ac:spMkLst>
            <pc:docMk/>
            <pc:sldMk cId="2976658370" sldId="2147481824"/>
            <ac:spMk id="450" creationId="{0BF7D9BC-E52F-3D36-DA40-3FC7ED48F707}"/>
          </ac:spMkLst>
        </pc:spChg>
        <pc:spChg chg="mod">
          <ac:chgData name="Kannepamula Mahesh Babu" userId="391c5b16-0897-4eca-a028-a97f935a3bd2" providerId="ADAL" clId="{9E3353FE-7EFD-4D1F-85AC-2D3001641A94}" dt="2026-07-10T14:37:50.713" v="8618" actId="554"/>
          <ac:spMkLst>
            <pc:docMk/>
            <pc:sldMk cId="2976658370" sldId="2147481824"/>
            <ac:spMk id="453" creationId="{47D3D45C-18D9-191D-0001-1D0629806550}"/>
          </ac:spMkLst>
        </pc:spChg>
        <pc:spChg chg="mod">
          <ac:chgData name="Kannepamula Mahesh Babu" userId="391c5b16-0897-4eca-a028-a97f935a3bd2" providerId="ADAL" clId="{9E3353FE-7EFD-4D1F-85AC-2D3001641A94}" dt="2026-07-10T14:38:14.639" v="8624" actId="1035"/>
          <ac:spMkLst>
            <pc:docMk/>
            <pc:sldMk cId="2976658370" sldId="2147481824"/>
            <ac:spMk id="454" creationId="{B63699FD-572D-1789-CD26-840BA6E578EC}"/>
          </ac:spMkLst>
        </pc:spChg>
        <pc:spChg chg="mod">
          <ac:chgData name="Kannepamula Mahesh Babu" userId="391c5b16-0897-4eca-a028-a97f935a3bd2" providerId="ADAL" clId="{9E3353FE-7EFD-4D1F-85AC-2D3001641A94}" dt="2026-07-10T14:37:50.713" v="8618" actId="554"/>
          <ac:spMkLst>
            <pc:docMk/>
            <pc:sldMk cId="2976658370" sldId="2147481824"/>
            <ac:spMk id="464" creationId="{DB5933A6-300E-2617-6DF3-0A7F8D950DCD}"/>
          </ac:spMkLst>
        </pc:spChg>
        <pc:spChg chg="mod">
          <ac:chgData name="Kannepamula Mahesh Babu" userId="391c5b16-0897-4eca-a028-a97f935a3bd2" providerId="ADAL" clId="{9E3353FE-7EFD-4D1F-85AC-2D3001641A94}" dt="2026-07-10T14:37:46.926" v="8617" actId="554"/>
          <ac:spMkLst>
            <pc:docMk/>
            <pc:sldMk cId="2976658370" sldId="2147481824"/>
            <ac:spMk id="466" creationId="{5A26C58F-E626-78E4-998C-6ED1281D3C35}"/>
          </ac:spMkLst>
        </pc:spChg>
        <pc:spChg chg="mod">
          <ac:chgData name="Kannepamula Mahesh Babu" userId="391c5b16-0897-4eca-a028-a97f935a3bd2" providerId="ADAL" clId="{9E3353FE-7EFD-4D1F-85AC-2D3001641A94}" dt="2026-07-10T14:38:09.966" v="8623" actId="1036"/>
          <ac:spMkLst>
            <pc:docMk/>
            <pc:sldMk cId="2976658370" sldId="2147481824"/>
            <ac:spMk id="469" creationId="{30677C34-420A-47AA-6DB8-07772057F674}"/>
          </ac:spMkLst>
        </pc:spChg>
        <pc:spChg chg="mod">
          <ac:chgData name="Kannepamula Mahesh Babu" userId="391c5b16-0897-4eca-a028-a97f935a3bd2" providerId="ADAL" clId="{9E3353FE-7EFD-4D1F-85AC-2D3001641A94}" dt="2026-07-10T14:38:14.639" v="8624" actId="1035"/>
          <ac:spMkLst>
            <pc:docMk/>
            <pc:sldMk cId="2976658370" sldId="2147481824"/>
            <ac:spMk id="471" creationId="{4C2FA02B-D0E2-B818-D972-306012B7268A}"/>
          </ac:spMkLst>
        </pc:spChg>
        <pc:spChg chg="mod">
          <ac:chgData name="Kannepamula Mahesh Babu" userId="391c5b16-0897-4eca-a028-a97f935a3bd2" providerId="ADAL" clId="{9E3353FE-7EFD-4D1F-85AC-2D3001641A94}" dt="2026-07-10T14:38:09.966" v="8623" actId="1036"/>
          <ac:spMkLst>
            <pc:docMk/>
            <pc:sldMk cId="2976658370" sldId="2147481824"/>
            <ac:spMk id="473" creationId="{5C95D64E-17BC-8E43-5F21-AF745187B7FB}"/>
          </ac:spMkLst>
        </pc:spChg>
        <pc:spChg chg="mod">
          <ac:chgData name="Kannepamula Mahesh Babu" userId="391c5b16-0897-4eca-a028-a97f935a3bd2" providerId="ADAL" clId="{9E3353FE-7EFD-4D1F-85AC-2D3001641A94}" dt="2026-07-10T14:37:50.713" v="8618" actId="554"/>
          <ac:spMkLst>
            <pc:docMk/>
            <pc:sldMk cId="2976658370" sldId="2147481824"/>
            <ac:spMk id="480" creationId="{1843FEB5-D9D2-7B95-9AAB-A886B4337A86}"/>
          </ac:spMkLst>
        </pc:spChg>
        <pc:spChg chg="mod">
          <ac:chgData name="Kannepamula Mahesh Babu" userId="391c5b16-0897-4eca-a028-a97f935a3bd2" providerId="ADAL" clId="{9E3353FE-7EFD-4D1F-85AC-2D3001641A94}" dt="2026-07-10T14:38:09.966" v="8623" actId="1036"/>
          <ac:spMkLst>
            <pc:docMk/>
            <pc:sldMk cId="2976658370" sldId="2147481824"/>
            <ac:spMk id="481" creationId="{3E38B26A-E517-2221-A0D3-F2B668BD96D4}"/>
          </ac:spMkLst>
        </pc:spChg>
        <pc:spChg chg="mod">
          <ac:chgData name="Kannepamula Mahesh Babu" userId="391c5b16-0897-4eca-a028-a97f935a3bd2" providerId="ADAL" clId="{9E3353FE-7EFD-4D1F-85AC-2D3001641A94}" dt="2026-07-10T14:37:13.325" v="8609" actId="1076"/>
          <ac:spMkLst>
            <pc:docMk/>
            <pc:sldMk cId="2976658370" sldId="2147481824"/>
            <ac:spMk id="487" creationId="{662474E8-A97D-8FCF-C7B2-270875F342D9}"/>
          </ac:spMkLst>
        </pc:spChg>
        <pc:spChg chg="mod">
          <ac:chgData name="Kannepamula Mahesh Babu" userId="391c5b16-0897-4eca-a028-a97f935a3bd2" providerId="ADAL" clId="{9E3353FE-7EFD-4D1F-85AC-2D3001641A94}" dt="2026-07-10T14:37:24.683" v="8611" actId="14100"/>
          <ac:spMkLst>
            <pc:docMk/>
            <pc:sldMk cId="2976658370" sldId="2147481824"/>
            <ac:spMk id="492" creationId="{68557DBF-D04A-A3B6-28A2-508722C35965}"/>
          </ac:spMkLst>
        </pc:spChg>
        <pc:spChg chg="mod">
          <ac:chgData name="Kannepamula Mahesh Babu" userId="391c5b16-0897-4eca-a028-a97f935a3bd2" providerId="ADAL" clId="{9E3353FE-7EFD-4D1F-85AC-2D3001641A94}" dt="2026-07-10T14:37:46.926" v="8617" actId="554"/>
          <ac:spMkLst>
            <pc:docMk/>
            <pc:sldMk cId="2976658370" sldId="2147481824"/>
            <ac:spMk id="497" creationId="{444E6393-8B22-97C7-2F6E-93A3B5E87C64}"/>
          </ac:spMkLst>
        </pc:spChg>
        <pc:spChg chg="mod">
          <ac:chgData name="Kannepamula Mahesh Babu" userId="391c5b16-0897-4eca-a028-a97f935a3bd2" providerId="ADAL" clId="{9E3353FE-7EFD-4D1F-85AC-2D3001641A94}" dt="2026-07-10T14:38:09.966" v="8623" actId="1036"/>
          <ac:spMkLst>
            <pc:docMk/>
            <pc:sldMk cId="2976658370" sldId="2147481824"/>
            <ac:spMk id="498" creationId="{5E118011-A41B-F94C-19A9-6F1005DDF5A3}"/>
          </ac:spMkLst>
        </pc:spChg>
        <pc:grpChg chg="mod">
          <ac:chgData name="Kannepamula Mahesh Babu" userId="391c5b16-0897-4eca-a028-a97f935a3bd2" providerId="ADAL" clId="{9E3353FE-7EFD-4D1F-85AC-2D3001641A94}" dt="2026-07-10T14:45:52.858" v="8712" actId="1076"/>
          <ac:grpSpMkLst>
            <pc:docMk/>
            <pc:sldMk cId="2976658370" sldId="2147481824"/>
            <ac:grpSpMk id="18" creationId="{926B49A6-887B-2F16-8BE5-97090DFDD33C}"/>
          </ac:grpSpMkLst>
        </pc:grpChg>
        <pc:cxnChg chg="mod">
          <ac:chgData name="Kannepamula Mahesh Babu" userId="391c5b16-0897-4eca-a028-a97f935a3bd2" providerId="ADAL" clId="{9E3353FE-7EFD-4D1F-85AC-2D3001641A94}" dt="2026-07-10T15:48:08.253" v="9136" actId="12789"/>
          <ac:cxnSpMkLst>
            <pc:docMk/>
            <pc:sldMk cId="2976658370" sldId="2147481824"/>
            <ac:cxnSpMk id="32" creationId="{E0B788C7-DDAE-26B7-6D60-1B0003E897FE}"/>
          </ac:cxnSpMkLst>
        </pc:cxnChg>
        <pc:cxnChg chg="mod">
          <ac:chgData name="Kannepamula Mahesh Babu" userId="391c5b16-0897-4eca-a028-a97f935a3bd2" providerId="ADAL" clId="{9E3353FE-7EFD-4D1F-85AC-2D3001641A94}" dt="2026-07-10T15:48:08.253" v="9136" actId="12789"/>
          <ac:cxnSpMkLst>
            <pc:docMk/>
            <pc:sldMk cId="2976658370" sldId="2147481824"/>
            <ac:cxnSpMk id="33" creationId="{79F7B003-3E37-48DC-B33E-3ACBA37A122F}"/>
          </ac:cxnSpMkLst>
        </pc:cxnChg>
        <pc:cxnChg chg="mod">
          <ac:chgData name="Kannepamula Mahesh Babu" userId="391c5b16-0897-4eca-a028-a97f935a3bd2" providerId="ADAL" clId="{9E3353FE-7EFD-4D1F-85AC-2D3001641A94}" dt="2026-07-10T15:48:08.253" v="9136" actId="12789"/>
          <ac:cxnSpMkLst>
            <pc:docMk/>
            <pc:sldMk cId="2976658370" sldId="2147481824"/>
            <ac:cxnSpMk id="34" creationId="{73AB4B1A-4380-34E8-CB23-0AAC1E31ABA6}"/>
          </ac:cxnSpMkLst>
        </pc:cxnChg>
        <pc:cxnChg chg="mod">
          <ac:chgData name="Kannepamula Mahesh Babu" userId="391c5b16-0897-4eca-a028-a97f935a3bd2" providerId="ADAL" clId="{9E3353FE-7EFD-4D1F-85AC-2D3001641A94}" dt="2026-07-10T14:37:30.378" v="8613" actId="14100"/>
          <ac:cxnSpMkLst>
            <pc:docMk/>
            <pc:sldMk cId="2976658370" sldId="2147481824"/>
            <ac:cxnSpMk id="50" creationId="{80319B02-434E-99CE-2693-ECA6B51786E6}"/>
          </ac:cxnSpMkLst>
        </pc:cxnChg>
        <pc:cxnChg chg="add mod">
          <ac:chgData name="Kannepamula Mahesh Babu" userId="391c5b16-0897-4eca-a028-a97f935a3bd2" providerId="ADAL" clId="{9E3353FE-7EFD-4D1F-85AC-2D3001641A94}" dt="2026-07-10T14:40:40.940" v="8638"/>
          <ac:cxnSpMkLst>
            <pc:docMk/>
            <pc:sldMk cId="2976658370" sldId="2147481824"/>
            <ac:cxnSpMk id="62" creationId="{77FFCBD8-B8DD-E14A-28AE-A5C49180E2EE}"/>
          </ac:cxnSpMkLst>
        </pc:cxnChg>
      </pc:sldChg>
      <pc:sldChg chg="addSp delSp modSp add mod modClrScheme chgLayout">
        <pc:chgData name="Kannepamula Mahesh Babu" userId="391c5b16-0897-4eca-a028-a97f935a3bd2" providerId="ADAL" clId="{9E3353FE-7EFD-4D1F-85AC-2D3001641A94}" dt="2026-07-10T14:56:08.320" v="8777" actId="207"/>
        <pc:sldMkLst>
          <pc:docMk/>
          <pc:sldMk cId="2399661326" sldId="2147481825"/>
        </pc:sldMkLst>
        <pc:spChg chg="add mod ord">
          <ac:chgData name="Kannepamula Mahesh Babu" userId="391c5b16-0897-4eca-a028-a97f935a3bd2" providerId="ADAL" clId="{9E3353FE-7EFD-4D1F-85AC-2D3001641A94}" dt="2026-07-10T14:32:42.068" v="8533" actId="113"/>
          <ac:spMkLst>
            <pc:docMk/>
            <pc:sldMk cId="2399661326" sldId="2147481825"/>
            <ac:spMk id="6" creationId="{5C71372B-44FB-D133-48FE-12A74200CF57}"/>
          </ac:spMkLst>
        </pc:spChg>
        <pc:spChg chg="add mod">
          <ac:chgData name="Kannepamula Mahesh Babu" userId="391c5b16-0897-4eca-a028-a97f935a3bd2" providerId="ADAL" clId="{9E3353FE-7EFD-4D1F-85AC-2D3001641A94}" dt="2026-07-07T04:27:06.717" v="7157" actId="1076"/>
          <ac:spMkLst>
            <pc:docMk/>
            <pc:sldMk cId="2399661326" sldId="2147481825"/>
            <ac:spMk id="17" creationId="{A8A77576-338B-F679-4C6E-549157DA867F}"/>
          </ac:spMkLst>
        </pc:spChg>
        <pc:spChg chg="add mod">
          <ac:chgData name="Kannepamula Mahesh Babu" userId="391c5b16-0897-4eca-a028-a97f935a3bd2" providerId="ADAL" clId="{9E3353FE-7EFD-4D1F-85AC-2D3001641A94}" dt="2026-07-10T14:56:08.320" v="8777" actId="207"/>
          <ac:spMkLst>
            <pc:docMk/>
            <pc:sldMk cId="2399661326" sldId="2147481825"/>
            <ac:spMk id="18" creationId="{576EF4C0-EAF6-0090-53CC-A68F292A732E}"/>
          </ac:spMkLst>
        </pc:spChg>
        <pc:spChg chg="add mod">
          <ac:chgData name="Kannepamula Mahesh Babu" userId="391c5b16-0897-4eca-a028-a97f935a3bd2" providerId="ADAL" clId="{9E3353FE-7EFD-4D1F-85AC-2D3001641A94}" dt="2026-07-10T14:56:08.320" v="8777" actId="207"/>
          <ac:spMkLst>
            <pc:docMk/>
            <pc:sldMk cId="2399661326" sldId="2147481825"/>
            <ac:spMk id="19" creationId="{06F2AEB0-01A7-0B24-5C12-1CFCFFA3A384}"/>
          </ac:spMkLst>
        </pc:spChg>
        <pc:spChg chg="add mod">
          <ac:chgData name="Kannepamula Mahesh Babu" userId="391c5b16-0897-4eca-a028-a97f935a3bd2" providerId="ADAL" clId="{9E3353FE-7EFD-4D1F-85AC-2D3001641A94}" dt="2026-07-10T14:56:08.320" v="8777" actId="207"/>
          <ac:spMkLst>
            <pc:docMk/>
            <pc:sldMk cId="2399661326" sldId="2147481825"/>
            <ac:spMk id="20" creationId="{F2DEDB19-EF08-CF4C-AD1E-139DBA33BD0E}"/>
          </ac:spMkLst>
        </pc:spChg>
        <pc:spChg chg="add mod">
          <ac:chgData name="Kannepamula Mahesh Babu" userId="391c5b16-0897-4eca-a028-a97f935a3bd2" providerId="ADAL" clId="{9E3353FE-7EFD-4D1F-85AC-2D3001641A94}" dt="2026-07-07T05:30:15.352" v="7365" actId="1076"/>
          <ac:spMkLst>
            <pc:docMk/>
            <pc:sldMk cId="2399661326" sldId="2147481825"/>
            <ac:spMk id="39" creationId="{DD45AF8B-DA68-D728-63CC-9CBC8E35E312}"/>
          </ac:spMkLst>
        </pc:spChg>
        <pc:spChg chg="add mod">
          <ac:chgData name="Kannepamula Mahesh Babu" userId="391c5b16-0897-4eca-a028-a97f935a3bd2" providerId="ADAL" clId="{9E3353FE-7EFD-4D1F-85AC-2D3001641A94}" dt="2026-07-07T05:30:15.352" v="7365" actId="1076"/>
          <ac:spMkLst>
            <pc:docMk/>
            <pc:sldMk cId="2399661326" sldId="2147481825"/>
            <ac:spMk id="40" creationId="{DB6F8BD5-C1BA-69AE-5A7E-7CBC98216D5C}"/>
          </ac:spMkLst>
        </pc:spChg>
        <pc:spChg chg="add mod">
          <ac:chgData name="Kannepamula Mahesh Babu" userId="391c5b16-0897-4eca-a028-a97f935a3bd2" providerId="ADAL" clId="{9E3353FE-7EFD-4D1F-85AC-2D3001641A94}" dt="2026-07-07T05:30:15.352" v="7365" actId="1076"/>
          <ac:spMkLst>
            <pc:docMk/>
            <pc:sldMk cId="2399661326" sldId="2147481825"/>
            <ac:spMk id="41" creationId="{6B7BE9F6-3AD3-0225-B626-1CC7B8AA56FC}"/>
          </ac:spMkLst>
        </pc:spChg>
        <pc:spChg chg="add mod">
          <ac:chgData name="Kannepamula Mahesh Babu" userId="391c5b16-0897-4eca-a028-a97f935a3bd2" providerId="ADAL" clId="{9E3353FE-7EFD-4D1F-85AC-2D3001641A94}" dt="2026-07-07T05:30:15.352" v="7365" actId="1076"/>
          <ac:spMkLst>
            <pc:docMk/>
            <pc:sldMk cId="2399661326" sldId="2147481825"/>
            <ac:spMk id="42" creationId="{403C792A-83DA-5A01-7842-02A03BC118FD}"/>
          </ac:spMkLst>
        </pc:spChg>
        <pc:spChg chg="add mod">
          <ac:chgData name="Kannepamula Mahesh Babu" userId="391c5b16-0897-4eca-a028-a97f935a3bd2" providerId="ADAL" clId="{9E3353FE-7EFD-4D1F-85AC-2D3001641A94}" dt="2026-07-07T04:27:06.717" v="7157" actId="1076"/>
          <ac:spMkLst>
            <pc:docMk/>
            <pc:sldMk cId="2399661326" sldId="2147481825"/>
            <ac:spMk id="43" creationId="{18D93FF5-3653-930F-7BB3-3C51F80EBDA3}"/>
          </ac:spMkLst>
        </pc:spChg>
        <pc:spChg chg="add mod">
          <ac:chgData name="Kannepamula Mahesh Babu" userId="391c5b16-0897-4eca-a028-a97f935a3bd2" providerId="ADAL" clId="{9E3353FE-7EFD-4D1F-85AC-2D3001641A94}" dt="2026-07-07T05:30:15.352" v="7365" actId="1076"/>
          <ac:spMkLst>
            <pc:docMk/>
            <pc:sldMk cId="2399661326" sldId="2147481825"/>
            <ac:spMk id="44" creationId="{7D8731C5-5B5F-B121-76CF-036D5CCC5BBC}"/>
          </ac:spMkLst>
        </pc:spChg>
        <pc:spChg chg="add mod topLvl">
          <ac:chgData name="Kannepamula Mahesh Babu" userId="391c5b16-0897-4eca-a028-a97f935a3bd2" providerId="ADAL" clId="{9E3353FE-7EFD-4D1F-85AC-2D3001641A94}" dt="2026-07-07T05:00:15.227" v="7293" actId="12788"/>
          <ac:spMkLst>
            <pc:docMk/>
            <pc:sldMk cId="2399661326" sldId="2147481825"/>
            <ac:spMk id="52" creationId="{CE1C7BC5-AE25-8E16-2E2C-C2B72686757F}"/>
          </ac:spMkLst>
        </pc:spChg>
        <pc:spChg chg="add mod">
          <ac:chgData name="Kannepamula Mahesh Babu" userId="391c5b16-0897-4eca-a028-a97f935a3bd2" providerId="ADAL" clId="{9E3353FE-7EFD-4D1F-85AC-2D3001641A94}" dt="2026-07-07T04:37:59.227" v="7189" actId="14100"/>
          <ac:spMkLst>
            <pc:docMk/>
            <pc:sldMk cId="2399661326" sldId="2147481825"/>
            <ac:spMk id="54" creationId="{6BC03B4D-86B6-14F2-E3BF-C7D6E4782756}"/>
          </ac:spMkLst>
        </pc:spChg>
        <pc:spChg chg="add mod">
          <ac:chgData name="Kannepamula Mahesh Babu" userId="391c5b16-0897-4eca-a028-a97f935a3bd2" providerId="ADAL" clId="{9E3353FE-7EFD-4D1F-85AC-2D3001641A94}" dt="2026-07-07T04:38:06.598" v="7192" actId="1076"/>
          <ac:spMkLst>
            <pc:docMk/>
            <pc:sldMk cId="2399661326" sldId="2147481825"/>
            <ac:spMk id="57" creationId="{87CAFF49-3BFF-E0CE-10AA-CD8CE430B681}"/>
          </ac:spMkLst>
        </pc:spChg>
        <pc:spChg chg="add mod">
          <ac:chgData name="Kannepamula Mahesh Babu" userId="391c5b16-0897-4eca-a028-a97f935a3bd2" providerId="ADAL" clId="{9E3353FE-7EFD-4D1F-85AC-2D3001641A94}" dt="2026-07-07T04:38:14.560" v="7193" actId="571"/>
          <ac:spMkLst>
            <pc:docMk/>
            <pc:sldMk cId="2399661326" sldId="2147481825"/>
            <ac:spMk id="58" creationId="{168741D3-6B65-6DE9-8BA5-D37E3863A890}"/>
          </ac:spMkLst>
        </pc:spChg>
        <pc:spChg chg="add mod">
          <ac:chgData name="Kannepamula Mahesh Babu" userId="391c5b16-0897-4eca-a028-a97f935a3bd2" providerId="ADAL" clId="{9E3353FE-7EFD-4D1F-85AC-2D3001641A94}" dt="2026-07-07T05:30:15.352" v="7365" actId="1076"/>
          <ac:spMkLst>
            <pc:docMk/>
            <pc:sldMk cId="2399661326" sldId="2147481825"/>
            <ac:spMk id="59" creationId="{0A6E79B5-F57F-7F26-694F-87FB1B43876C}"/>
          </ac:spMkLst>
        </pc:spChg>
        <pc:spChg chg="add mod">
          <ac:chgData name="Kannepamula Mahesh Babu" userId="391c5b16-0897-4eca-a028-a97f935a3bd2" providerId="ADAL" clId="{9E3353FE-7EFD-4D1F-85AC-2D3001641A94}" dt="2026-07-07T05:30:15.352" v="7365" actId="1076"/>
          <ac:spMkLst>
            <pc:docMk/>
            <pc:sldMk cId="2399661326" sldId="2147481825"/>
            <ac:spMk id="60" creationId="{81DE3B52-0FF1-E324-B49E-BFD9AC613640}"/>
          </ac:spMkLst>
        </pc:spChg>
        <pc:spChg chg="add mod">
          <ac:chgData name="Kannepamula Mahesh Babu" userId="391c5b16-0897-4eca-a028-a97f935a3bd2" providerId="ADAL" clId="{9E3353FE-7EFD-4D1F-85AC-2D3001641A94}" dt="2026-07-07T04:38:22.325" v="7194" actId="571"/>
          <ac:spMkLst>
            <pc:docMk/>
            <pc:sldMk cId="2399661326" sldId="2147481825"/>
            <ac:spMk id="61" creationId="{1DD3CB6F-7EDB-0D34-E245-14B58EBC2CB7}"/>
          </ac:spMkLst>
        </pc:spChg>
        <pc:spChg chg="add del mod">
          <ac:chgData name="Kannepamula Mahesh Babu" userId="391c5b16-0897-4eca-a028-a97f935a3bd2" providerId="ADAL" clId="{9E3353FE-7EFD-4D1F-85AC-2D3001641A94}" dt="2026-07-07T04:39:19.880" v="7210" actId="1076"/>
          <ac:spMkLst>
            <pc:docMk/>
            <pc:sldMk cId="2399661326" sldId="2147481825"/>
            <ac:spMk id="62" creationId="{7AE22CE0-D8B6-0F32-BC5F-4E27CDF3D8A3}"/>
          </ac:spMkLst>
        </pc:spChg>
        <pc:spChg chg="mod topLvl">
          <ac:chgData name="Kannepamula Mahesh Babu" userId="391c5b16-0897-4eca-a028-a97f935a3bd2" providerId="ADAL" clId="{9E3353FE-7EFD-4D1F-85AC-2D3001641A94}" dt="2026-07-07T05:00:26.124" v="7296" actId="12788"/>
          <ac:spMkLst>
            <pc:docMk/>
            <pc:sldMk cId="2399661326" sldId="2147481825"/>
            <ac:spMk id="67" creationId="{61BB1AA1-A078-B4BE-70EF-3FD58C310969}"/>
          </ac:spMkLst>
        </pc:spChg>
        <pc:spChg chg="mod topLvl">
          <ac:chgData name="Kannepamula Mahesh Babu" userId="391c5b16-0897-4eca-a028-a97f935a3bd2" providerId="ADAL" clId="{9E3353FE-7EFD-4D1F-85AC-2D3001641A94}" dt="2026-07-07T05:00:12.334" v="7292" actId="12788"/>
          <ac:spMkLst>
            <pc:docMk/>
            <pc:sldMk cId="2399661326" sldId="2147481825"/>
            <ac:spMk id="70" creationId="{BF01B3FC-D08C-33CC-B52B-DB9FDFBC64D1}"/>
          </ac:spMkLst>
        </pc:spChg>
        <pc:spChg chg="mod topLvl">
          <ac:chgData name="Kannepamula Mahesh Babu" userId="391c5b16-0897-4eca-a028-a97f935a3bd2" providerId="ADAL" clId="{9E3353FE-7EFD-4D1F-85AC-2D3001641A94}" dt="2026-07-07T05:30:15.352" v="7365" actId="1076"/>
          <ac:spMkLst>
            <pc:docMk/>
            <pc:sldMk cId="2399661326" sldId="2147481825"/>
            <ac:spMk id="73" creationId="{1459071F-71D8-ADAA-2255-50AF0D381A28}"/>
          </ac:spMkLst>
        </pc:spChg>
        <pc:spChg chg="mod topLvl">
          <ac:chgData name="Kannepamula Mahesh Babu" userId="391c5b16-0897-4eca-a028-a97f935a3bd2" providerId="ADAL" clId="{9E3353FE-7EFD-4D1F-85AC-2D3001641A94}" dt="2026-07-07T05:00:09.599" v="7291" actId="12788"/>
          <ac:spMkLst>
            <pc:docMk/>
            <pc:sldMk cId="2399661326" sldId="2147481825"/>
            <ac:spMk id="76" creationId="{FD0B544B-4724-FCFD-DC7B-4195837A1223}"/>
          </ac:spMkLst>
        </pc:spChg>
        <pc:spChg chg="mod topLvl">
          <ac:chgData name="Kannepamula Mahesh Babu" userId="391c5b16-0897-4eca-a028-a97f935a3bd2" providerId="ADAL" clId="{9E3353FE-7EFD-4D1F-85AC-2D3001641A94}" dt="2026-07-07T05:00:19.889" v="7294" actId="12788"/>
          <ac:spMkLst>
            <pc:docMk/>
            <pc:sldMk cId="2399661326" sldId="2147481825"/>
            <ac:spMk id="79" creationId="{F2C7658B-05F6-3E11-C52B-E2FBA4FE005C}"/>
          </ac:spMkLst>
        </pc:spChg>
        <pc:spChg chg="mod topLvl">
          <ac:chgData name="Kannepamula Mahesh Babu" userId="391c5b16-0897-4eca-a028-a97f935a3bd2" providerId="ADAL" clId="{9E3353FE-7EFD-4D1F-85AC-2D3001641A94}" dt="2026-07-07T05:00:07.104" v="7290" actId="12788"/>
          <ac:spMkLst>
            <pc:docMk/>
            <pc:sldMk cId="2399661326" sldId="2147481825"/>
            <ac:spMk id="82" creationId="{8B4AE979-B96D-0BC2-553B-CF999EDBABBB}"/>
          </ac:spMkLst>
        </pc:spChg>
        <pc:spChg chg="add mod">
          <ac:chgData name="Kannepamula Mahesh Babu" userId="391c5b16-0897-4eca-a028-a97f935a3bd2" providerId="ADAL" clId="{9E3353FE-7EFD-4D1F-85AC-2D3001641A94}" dt="2026-07-10T14:33:54.161" v="8561"/>
          <ac:spMkLst>
            <pc:docMk/>
            <pc:sldMk cId="2399661326" sldId="2147481825"/>
            <ac:spMk id="87" creationId="{91BB672B-17B4-AAA4-0F35-549A1CE2A269}"/>
          </ac:spMkLst>
        </pc:spChg>
        <pc:spChg chg="add mod">
          <ac:chgData name="Kannepamula Mahesh Babu" userId="391c5b16-0897-4eca-a028-a97f935a3bd2" providerId="ADAL" clId="{9E3353FE-7EFD-4D1F-85AC-2D3001641A94}" dt="2026-07-10T14:33:57.369" v="8565"/>
          <ac:spMkLst>
            <pc:docMk/>
            <pc:sldMk cId="2399661326" sldId="2147481825"/>
            <ac:spMk id="88" creationId="{BD2DDC23-5D5F-9455-B94D-5FDCE7FBB4C4}"/>
          </ac:spMkLst>
        </pc:spChg>
        <pc:spChg chg="add mod">
          <ac:chgData name="Kannepamula Mahesh Babu" userId="391c5b16-0897-4eca-a028-a97f935a3bd2" providerId="ADAL" clId="{9E3353FE-7EFD-4D1F-85AC-2D3001641A94}" dt="2026-07-10T14:33:53.001" v="8559"/>
          <ac:spMkLst>
            <pc:docMk/>
            <pc:sldMk cId="2399661326" sldId="2147481825"/>
            <ac:spMk id="89" creationId="{D928978A-53A2-E9E4-3AC0-99466BA77DBB}"/>
          </ac:spMkLst>
        </pc:spChg>
        <pc:spChg chg="add mod">
          <ac:chgData name="Kannepamula Mahesh Babu" userId="391c5b16-0897-4eca-a028-a97f935a3bd2" providerId="ADAL" clId="{9E3353FE-7EFD-4D1F-85AC-2D3001641A94}" dt="2026-07-10T14:33:50.959" v="8557" actId="948"/>
          <ac:spMkLst>
            <pc:docMk/>
            <pc:sldMk cId="2399661326" sldId="2147481825"/>
            <ac:spMk id="91" creationId="{2D641DDA-1E72-BB87-5EEA-5A95F2D09330}"/>
          </ac:spMkLst>
        </pc:spChg>
        <pc:spChg chg="add mod">
          <ac:chgData name="Kannepamula Mahesh Babu" userId="391c5b16-0897-4eca-a028-a97f935a3bd2" providerId="ADAL" clId="{9E3353FE-7EFD-4D1F-85AC-2D3001641A94}" dt="2026-07-10T14:33:55.686" v="8563"/>
          <ac:spMkLst>
            <pc:docMk/>
            <pc:sldMk cId="2399661326" sldId="2147481825"/>
            <ac:spMk id="92" creationId="{84BF6533-9C45-7F37-5B2E-0001D075294B}"/>
          </ac:spMkLst>
        </pc:spChg>
        <pc:spChg chg="add mod">
          <ac:chgData name="Kannepamula Mahesh Babu" userId="391c5b16-0897-4eca-a028-a97f935a3bd2" providerId="ADAL" clId="{9E3353FE-7EFD-4D1F-85AC-2D3001641A94}" dt="2026-07-10T14:33:59.001" v="8567"/>
          <ac:spMkLst>
            <pc:docMk/>
            <pc:sldMk cId="2399661326" sldId="2147481825"/>
            <ac:spMk id="93" creationId="{8EAA20CE-983C-82DF-B0E2-0D70C33526CA}"/>
          </ac:spMkLst>
        </pc:spChg>
        <pc:spChg chg="add mod">
          <ac:chgData name="Kannepamula Mahesh Babu" userId="391c5b16-0897-4eca-a028-a97f935a3bd2" providerId="ADAL" clId="{9E3353FE-7EFD-4D1F-85AC-2D3001641A94}" dt="2026-07-10T14:34:00.445" v="8569"/>
          <ac:spMkLst>
            <pc:docMk/>
            <pc:sldMk cId="2399661326" sldId="2147481825"/>
            <ac:spMk id="94" creationId="{6AF1BC29-468A-A5EB-6828-EF2760CF43F6}"/>
          </ac:spMkLst>
        </pc:spChg>
        <pc:picChg chg="mod">
          <ac:chgData name="Kannepamula Mahesh Babu" userId="391c5b16-0897-4eca-a028-a97f935a3bd2" providerId="ADAL" clId="{9E3353FE-7EFD-4D1F-85AC-2D3001641A94}" dt="2026-07-07T05:28:26.584" v="7359" actId="207"/>
          <ac:picMkLst>
            <pc:docMk/>
            <pc:sldMk cId="2399661326" sldId="2147481825"/>
            <ac:picMk id="31" creationId="{5C889450-F136-7ADC-9340-401E907F4FB3}"/>
          </ac:picMkLst>
        </pc:picChg>
        <pc:picChg chg="mod">
          <ac:chgData name="Kannepamula Mahesh Babu" userId="391c5b16-0897-4eca-a028-a97f935a3bd2" providerId="ADAL" clId="{9E3353FE-7EFD-4D1F-85AC-2D3001641A94}" dt="2026-07-07T05:28:26.584" v="7359" actId="207"/>
          <ac:picMkLst>
            <pc:docMk/>
            <pc:sldMk cId="2399661326" sldId="2147481825"/>
            <ac:picMk id="32" creationId="{CE0F81DA-B65B-9983-B178-844B7D26C62A}"/>
          </ac:picMkLst>
        </pc:picChg>
        <pc:picChg chg="mod">
          <ac:chgData name="Kannepamula Mahesh Babu" userId="391c5b16-0897-4eca-a028-a97f935a3bd2" providerId="ADAL" clId="{9E3353FE-7EFD-4D1F-85AC-2D3001641A94}" dt="2026-07-07T05:28:26.584" v="7359" actId="207"/>
          <ac:picMkLst>
            <pc:docMk/>
            <pc:sldMk cId="2399661326" sldId="2147481825"/>
            <ac:picMk id="33" creationId="{A5E8F241-4FEA-A368-6558-2B5500AD9F24}"/>
          </ac:picMkLst>
        </pc:picChg>
        <pc:picChg chg="mod">
          <ac:chgData name="Kannepamula Mahesh Babu" userId="391c5b16-0897-4eca-a028-a97f935a3bd2" providerId="ADAL" clId="{9E3353FE-7EFD-4D1F-85AC-2D3001641A94}" dt="2026-07-07T05:28:26.584" v="7359" actId="207"/>
          <ac:picMkLst>
            <pc:docMk/>
            <pc:sldMk cId="2399661326" sldId="2147481825"/>
            <ac:picMk id="34" creationId="{96FDDDAD-D972-2F64-6E57-F1E24DC2F247}"/>
          </ac:picMkLst>
        </pc:picChg>
        <pc:picChg chg="mod">
          <ac:chgData name="Kannepamula Mahesh Babu" userId="391c5b16-0897-4eca-a028-a97f935a3bd2" providerId="ADAL" clId="{9E3353FE-7EFD-4D1F-85AC-2D3001641A94}" dt="2026-07-07T05:28:26.584" v="7359" actId="207"/>
          <ac:picMkLst>
            <pc:docMk/>
            <pc:sldMk cId="2399661326" sldId="2147481825"/>
            <ac:picMk id="35" creationId="{9A9596E8-71CB-E697-FEF5-1804CE6B11DA}"/>
          </ac:picMkLst>
        </pc:picChg>
        <pc:picChg chg="mod">
          <ac:chgData name="Kannepamula Mahesh Babu" userId="391c5b16-0897-4eca-a028-a97f935a3bd2" providerId="ADAL" clId="{9E3353FE-7EFD-4D1F-85AC-2D3001641A94}" dt="2026-07-07T05:28:26.584" v="7359" actId="207"/>
          <ac:picMkLst>
            <pc:docMk/>
            <pc:sldMk cId="2399661326" sldId="2147481825"/>
            <ac:picMk id="36" creationId="{F70125A6-1944-D3F8-C9D4-58B5A046B55E}"/>
          </ac:picMkLst>
        </pc:picChg>
        <pc:picChg chg="mod">
          <ac:chgData name="Kannepamula Mahesh Babu" userId="391c5b16-0897-4eca-a028-a97f935a3bd2" providerId="ADAL" clId="{9E3353FE-7EFD-4D1F-85AC-2D3001641A94}" dt="2026-07-07T05:28:33.348" v="7361" actId="208"/>
          <ac:picMkLst>
            <pc:docMk/>
            <pc:sldMk cId="2399661326" sldId="2147481825"/>
            <ac:picMk id="37" creationId="{FB536638-FBAB-F381-0F0A-8756B3750905}"/>
          </ac:picMkLst>
        </pc:picChg>
        <pc:cxnChg chg="add mod">
          <ac:chgData name="Kannepamula Mahesh Babu" userId="391c5b16-0897-4eca-a028-a97f935a3bd2" providerId="ADAL" clId="{9E3353FE-7EFD-4D1F-85AC-2D3001641A94}" dt="2026-07-10T14:52:23.968" v="8757" actId="1582"/>
          <ac:cxnSpMkLst>
            <pc:docMk/>
            <pc:sldMk cId="2399661326" sldId="2147481825"/>
            <ac:cxnSpMk id="15" creationId="{C1D7E96E-3A8A-1E6A-C3C9-B114E3725B39}"/>
          </ac:cxnSpMkLst>
        </pc:cxnChg>
        <pc:cxnChg chg="add mod">
          <ac:chgData name="Kannepamula Mahesh Babu" userId="391c5b16-0897-4eca-a028-a97f935a3bd2" providerId="ADAL" clId="{9E3353FE-7EFD-4D1F-85AC-2D3001641A94}" dt="2026-07-07T05:00:15.227" v="7293" actId="12788"/>
          <ac:cxnSpMkLst>
            <pc:docMk/>
            <pc:sldMk cId="2399661326" sldId="2147481825"/>
            <ac:cxnSpMk id="46" creationId="{F454F53D-EED4-D253-96AD-90BE5D962277}"/>
          </ac:cxnSpMkLst>
        </pc:cxnChg>
        <pc:cxnChg chg="mod">
          <ac:chgData name="Kannepamula Mahesh Babu" userId="391c5b16-0897-4eca-a028-a97f935a3bd2" providerId="ADAL" clId="{9E3353FE-7EFD-4D1F-85AC-2D3001641A94}" dt="2026-07-07T05:26:37.637" v="7345" actId="14100"/>
          <ac:cxnSpMkLst>
            <pc:docMk/>
            <pc:sldMk cId="2399661326" sldId="2147481825"/>
            <ac:cxnSpMk id="66" creationId="{4285AE3D-C9E0-70DA-4ED8-D9AAD45DF0C9}"/>
          </ac:cxnSpMkLst>
        </pc:cxnChg>
        <pc:cxnChg chg="mod">
          <ac:chgData name="Kannepamula Mahesh Babu" userId="391c5b16-0897-4eca-a028-a97f935a3bd2" providerId="ADAL" clId="{9E3353FE-7EFD-4D1F-85AC-2D3001641A94}" dt="2026-07-07T05:00:12.334" v="7292" actId="12788"/>
          <ac:cxnSpMkLst>
            <pc:docMk/>
            <pc:sldMk cId="2399661326" sldId="2147481825"/>
            <ac:cxnSpMk id="69" creationId="{5318F670-9826-6A96-F6D6-2285129E6908}"/>
          </ac:cxnSpMkLst>
        </pc:cxnChg>
        <pc:cxnChg chg="mod">
          <ac:chgData name="Kannepamula Mahesh Babu" userId="391c5b16-0897-4eca-a028-a97f935a3bd2" providerId="ADAL" clId="{9E3353FE-7EFD-4D1F-85AC-2D3001641A94}" dt="2026-07-07T05:27:57.111" v="7353" actId="14100"/>
          <ac:cxnSpMkLst>
            <pc:docMk/>
            <pc:sldMk cId="2399661326" sldId="2147481825"/>
            <ac:cxnSpMk id="72" creationId="{33526D6E-FC74-F454-E4CC-9764474A85C1}"/>
          </ac:cxnSpMkLst>
        </pc:cxnChg>
        <pc:cxnChg chg="mod">
          <ac:chgData name="Kannepamula Mahesh Babu" userId="391c5b16-0897-4eca-a028-a97f935a3bd2" providerId="ADAL" clId="{9E3353FE-7EFD-4D1F-85AC-2D3001641A94}" dt="2026-07-07T05:00:09.599" v="7291" actId="12788"/>
          <ac:cxnSpMkLst>
            <pc:docMk/>
            <pc:sldMk cId="2399661326" sldId="2147481825"/>
            <ac:cxnSpMk id="75" creationId="{6A44BE63-BB5F-3D50-28C2-B1739CB9D26B}"/>
          </ac:cxnSpMkLst>
        </pc:cxnChg>
        <pc:cxnChg chg="mod">
          <ac:chgData name="Kannepamula Mahesh Babu" userId="391c5b16-0897-4eca-a028-a97f935a3bd2" providerId="ADAL" clId="{9E3353FE-7EFD-4D1F-85AC-2D3001641A94}" dt="2026-07-07T05:28:10.099" v="7358" actId="14100"/>
          <ac:cxnSpMkLst>
            <pc:docMk/>
            <pc:sldMk cId="2399661326" sldId="2147481825"/>
            <ac:cxnSpMk id="78" creationId="{64FB38F2-E13F-8CFD-A63B-8CCCC8EBCAE1}"/>
          </ac:cxnSpMkLst>
        </pc:cxnChg>
        <pc:cxnChg chg="mod">
          <ac:chgData name="Kannepamula Mahesh Babu" userId="391c5b16-0897-4eca-a028-a97f935a3bd2" providerId="ADAL" clId="{9E3353FE-7EFD-4D1F-85AC-2D3001641A94}" dt="2026-07-07T05:00:07.104" v="7290" actId="12788"/>
          <ac:cxnSpMkLst>
            <pc:docMk/>
            <pc:sldMk cId="2399661326" sldId="2147481825"/>
            <ac:cxnSpMk id="81" creationId="{7815566D-2979-0920-D705-9A703A0982FC}"/>
          </ac:cxnSpMkLst>
        </pc:cxnChg>
      </pc:sldChg>
      <pc:sldChg chg="addSp delSp modSp mod modClrScheme chgLayout">
        <pc:chgData name="Kannepamula Mahesh Babu" userId="391c5b16-0897-4eca-a028-a97f935a3bd2" providerId="ADAL" clId="{9E3353FE-7EFD-4D1F-85AC-2D3001641A94}" dt="2026-07-10T14:48:59.587" v="8737" actId="700"/>
        <pc:sldMkLst>
          <pc:docMk/>
          <pc:sldMk cId="3381492664" sldId="2147481828"/>
        </pc:sldMkLst>
        <pc:spChg chg="mod ord">
          <ac:chgData name="Kannepamula Mahesh Babu" userId="391c5b16-0897-4eca-a028-a97f935a3bd2" providerId="ADAL" clId="{9E3353FE-7EFD-4D1F-85AC-2D3001641A94}" dt="2026-07-10T14:48:59.587" v="8737" actId="700"/>
          <ac:spMkLst>
            <pc:docMk/>
            <pc:sldMk cId="3381492664" sldId="2147481828"/>
            <ac:spMk id="2" creationId="{1B4DA396-06C3-2451-EA79-CC6313EBDD57}"/>
          </ac:spMkLst>
        </pc:spChg>
        <pc:spChg chg="add mod ord">
          <ac:chgData name="Kannepamula Mahesh Babu" userId="391c5b16-0897-4eca-a028-a97f935a3bd2" providerId="ADAL" clId="{9E3353FE-7EFD-4D1F-85AC-2D3001641A94}" dt="2026-07-10T14:48:59.587" v="8737" actId="700"/>
          <ac:spMkLst>
            <pc:docMk/>
            <pc:sldMk cId="3381492664" sldId="2147481828"/>
            <ac:spMk id="8" creationId="{E0A67884-D839-B816-3EAD-1CBA2B25A569}"/>
          </ac:spMkLst>
        </pc:spChg>
        <pc:spChg chg="add mod">
          <ac:chgData name="Kannepamula Mahesh Babu" userId="391c5b16-0897-4eca-a028-a97f935a3bd2" providerId="ADAL" clId="{9E3353FE-7EFD-4D1F-85AC-2D3001641A94}" dt="2026-07-10T14:48:49.004" v="8736"/>
          <ac:spMkLst>
            <pc:docMk/>
            <pc:sldMk cId="3381492664" sldId="2147481828"/>
            <ac:spMk id="9" creationId="{62978B59-DC82-C159-6475-A582BBE8ADB7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7-10T14:49:20.918" v="8740" actId="6264"/>
        <pc:sldMkLst>
          <pc:docMk/>
          <pc:sldMk cId="3979034339" sldId="2147481829"/>
        </pc:sldMkLst>
        <pc:spChg chg="mod ord">
          <ac:chgData name="Kannepamula Mahesh Babu" userId="391c5b16-0897-4eca-a028-a97f935a3bd2" providerId="ADAL" clId="{9E3353FE-7EFD-4D1F-85AC-2D3001641A94}" dt="2026-07-10T14:49:20.918" v="8740" actId="6264"/>
          <ac:spMkLst>
            <pc:docMk/>
            <pc:sldMk cId="3979034339" sldId="2147481829"/>
            <ac:spMk id="2" creationId="{9E1B81AF-A358-79B0-C505-64632E645168}"/>
          </ac:spMkLst>
        </pc:spChg>
        <pc:spChg chg="add mod ord">
          <ac:chgData name="Kannepamula Mahesh Babu" userId="391c5b16-0897-4eca-a028-a97f935a3bd2" providerId="ADAL" clId="{9E3353FE-7EFD-4D1F-85AC-2D3001641A94}" dt="2026-07-10T14:49:20.918" v="8740" actId="6264"/>
          <ac:spMkLst>
            <pc:docMk/>
            <pc:sldMk cId="3979034339" sldId="2147481829"/>
            <ac:spMk id="9" creationId="{13D10678-F9C6-F4F6-2127-A4E6F6300387}"/>
          </ac:spMkLst>
        </pc:spChg>
        <pc:spChg chg="add mod">
          <ac:chgData name="Kannepamula Mahesh Babu" userId="391c5b16-0897-4eca-a028-a97f935a3bd2" providerId="ADAL" clId="{9E3353FE-7EFD-4D1F-85AC-2D3001641A94}" dt="2026-07-10T14:48:42.883" v="8734"/>
          <ac:spMkLst>
            <pc:docMk/>
            <pc:sldMk cId="3979034339" sldId="2147481829"/>
            <ac:spMk id="10" creationId="{E1A07DB2-4E6F-B5B9-7132-1A89B6F92019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7-10T14:48:35.047" v="8732"/>
        <pc:sldMkLst>
          <pc:docMk/>
          <pc:sldMk cId="818875059" sldId="2147481830"/>
        </pc:sldMkLst>
        <pc:spChg chg="mod ord">
          <ac:chgData name="Kannepamula Mahesh Babu" userId="391c5b16-0897-4eca-a028-a97f935a3bd2" providerId="ADAL" clId="{9E3353FE-7EFD-4D1F-85AC-2D3001641A94}" dt="2026-07-10T14:48:18.720" v="8728" actId="700"/>
          <ac:spMkLst>
            <pc:docMk/>
            <pc:sldMk cId="818875059" sldId="2147481830"/>
            <ac:spMk id="2" creationId="{A2C3D68F-7738-BBD3-F510-76515649DE88}"/>
          </ac:spMkLst>
        </pc:spChg>
        <pc:spChg chg="add mod">
          <ac:chgData name="Kannepamula Mahesh Babu" userId="391c5b16-0897-4eca-a028-a97f935a3bd2" providerId="ADAL" clId="{9E3353FE-7EFD-4D1F-85AC-2D3001641A94}" dt="2026-07-10T14:48:35.047" v="8732"/>
          <ac:spMkLst>
            <pc:docMk/>
            <pc:sldMk cId="818875059" sldId="2147481830"/>
            <ac:spMk id="14" creationId="{5EEDBC88-8FEE-CC9B-6CBE-32D87A2B23CD}"/>
          </ac:spMkLst>
        </pc:spChg>
        <pc:spChg chg="add mod">
          <ac:chgData name="Kannepamula Mahesh Babu" userId="391c5b16-0897-4eca-a028-a97f935a3bd2" providerId="ADAL" clId="{9E3353FE-7EFD-4D1F-85AC-2D3001641A94}" dt="2026-07-10T14:48:35.047" v="8732"/>
          <ac:spMkLst>
            <pc:docMk/>
            <pc:sldMk cId="818875059" sldId="2147481830"/>
            <ac:spMk id="15" creationId="{6B945996-BC44-3F2A-E4F9-76890227DDFC}"/>
          </ac:spMkLst>
        </pc:spChg>
      </pc:sldChg>
      <pc:sldChg chg="addSp delSp modSp mod modClrScheme chgLayout">
        <pc:chgData name="Kannepamula Mahesh Babu" userId="391c5b16-0897-4eca-a028-a97f935a3bd2" providerId="ADAL" clId="{9E3353FE-7EFD-4D1F-85AC-2D3001641A94}" dt="2026-07-10T15:42:22.399" v="9107" actId="700"/>
        <pc:sldMkLst>
          <pc:docMk/>
          <pc:sldMk cId="2897892704" sldId="2147481831"/>
        </pc:sldMkLst>
        <pc:spChg chg="mod ord">
          <ac:chgData name="Kannepamula Mahesh Babu" userId="391c5b16-0897-4eca-a028-a97f935a3bd2" providerId="ADAL" clId="{9E3353FE-7EFD-4D1F-85AC-2D3001641A94}" dt="2026-07-10T15:42:22.399" v="9107" actId="700"/>
          <ac:spMkLst>
            <pc:docMk/>
            <pc:sldMk cId="2897892704" sldId="2147481831"/>
            <ac:spMk id="3" creationId="{4FA6E037-7206-8B13-FBBE-DC485E8EA78E}"/>
          </ac:spMkLst>
        </pc:spChg>
        <pc:spChg chg="mod ord">
          <ac:chgData name="Kannepamula Mahesh Babu" userId="391c5b16-0897-4eca-a028-a97f935a3bd2" providerId="ADAL" clId="{9E3353FE-7EFD-4D1F-85AC-2D3001641A94}" dt="2026-07-10T15:42:22.399" v="9107" actId="700"/>
          <ac:spMkLst>
            <pc:docMk/>
            <pc:sldMk cId="2897892704" sldId="2147481831"/>
            <ac:spMk id="4" creationId="{07986DC7-EBAA-B313-E97B-34A604133F80}"/>
          </ac:spMkLst>
        </pc:spChg>
        <pc:spChg chg="mod ord">
          <ac:chgData name="Kannepamula Mahesh Babu" userId="391c5b16-0897-4eca-a028-a97f935a3bd2" providerId="ADAL" clId="{9E3353FE-7EFD-4D1F-85AC-2D3001641A94}" dt="2026-07-10T15:42:22.399" v="9107" actId="700"/>
          <ac:spMkLst>
            <pc:docMk/>
            <pc:sldMk cId="2897892704" sldId="2147481831"/>
            <ac:spMk id="5" creationId="{98852576-08AB-1192-2E4A-4C57866AEE05}"/>
          </ac:spMkLst>
        </pc:spChg>
        <pc:grpChg chg="mod">
          <ac:chgData name="Kannepamula Mahesh Babu" userId="391c5b16-0897-4eca-a028-a97f935a3bd2" providerId="ADAL" clId="{9E3353FE-7EFD-4D1F-85AC-2D3001641A94}" dt="2026-07-10T14:44:58.328" v="8701" actId="1076"/>
          <ac:grpSpMkLst>
            <pc:docMk/>
            <pc:sldMk cId="2897892704" sldId="2147481831"/>
            <ac:grpSpMk id="46" creationId="{0BF20465-1177-343B-A1AE-6455FF9856E3}"/>
          </ac:grpSpMkLst>
        </pc:grpChg>
      </pc:sldChg>
      <pc:sldChg chg="addSp delSp modSp new mod chgLayout">
        <pc:chgData name="Kannepamula Mahesh Babu" userId="391c5b16-0897-4eca-a028-a97f935a3bd2" providerId="ADAL" clId="{9E3353FE-7EFD-4D1F-85AC-2D3001641A94}" dt="2026-07-10T15:32:31.114" v="9060" actId="1076"/>
        <pc:sldMkLst>
          <pc:docMk/>
          <pc:sldMk cId="3996616115" sldId="2147481834"/>
        </pc:sldMkLst>
        <pc:spChg chg="mod ord">
          <ac:chgData name="Kannepamula Mahesh Babu" userId="391c5b16-0897-4eca-a028-a97f935a3bd2" providerId="ADAL" clId="{9E3353FE-7EFD-4D1F-85AC-2D3001641A94}" dt="2026-07-10T14:32:13.313" v="8526" actId="700"/>
          <ac:spMkLst>
            <pc:docMk/>
            <pc:sldMk cId="3996616115" sldId="2147481834"/>
            <ac:spMk id="2" creationId="{D398DD09-FE86-E63F-B66E-15433C31E6BC}"/>
          </ac:spMkLst>
        </pc:spChg>
        <pc:spChg chg="mod ord">
          <ac:chgData name="Kannepamula Mahesh Babu" userId="391c5b16-0897-4eca-a028-a97f935a3bd2" providerId="ADAL" clId="{9E3353FE-7EFD-4D1F-85AC-2D3001641A94}" dt="2026-07-10T14:32:13.313" v="8526" actId="700"/>
          <ac:spMkLst>
            <pc:docMk/>
            <pc:sldMk cId="3996616115" sldId="2147481834"/>
            <ac:spMk id="4" creationId="{DC71BA70-B991-8E80-E797-311754E9ADDC}"/>
          </ac:spMkLst>
        </pc:spChg>
        <pc:spChg chg="mod topLvl">
          <ac:chgData name="Kannepamula Mahesh Babu" userId="391c5b16-0897-4eca-a028-a97f935a3bd2" providerId="ADAL" clId="{9E3353FE-7EFD-4D1F-85AC-2D3001641A94}" dt="2026-07-09T05:39:04.776" v="8354" actId="2085"/>
          <ac:spMkLst>
            <pc:docMk/>
            <pc:sldMk cId="3996616115" sldId="2147481834"/>
            <ac:spMk id="34" creationId="{A6B819A0-B54F-BB0D-12B7-45261F51D0D0}"/>
          </ac:spMkLst>
        </pc:spChg>
        <pc:spChg chg="mod topLvl">
          <ac:chgData name="Kannepamula Mahesh Babu" userId="391c5b16-0897-4eca-a028-a97f935a3bd2" providerId="ADAL" clId="{9E3353FE-7EFD-4D1F-85AC-2D3001641A94}" dt="2026-07-09T05:39:28.686" v="8362" actId="403"/>
          <ac:spMkLst>
            <pc:docMk/>
            <pc:sldMk cId="3996616115" sldId="2147481834"/>
            <ac:spMk id="35" creationId="{14097DEF-2F1B-AB74-56BD-4040BD0A3F9E}"/>
          </ac:spMkLst>
        </pc:spChg>
        <pc:spChg chg="mod topLvl">
          <ac:chgData name="Kannepamula Mahesh Babu" userId="391c5b16-0897-4eca-a028-a97f935a3bd2" providerId="ADAL" clId="{9E3353FE-7EFD-4D1F-85AC-2D3001641A94}" dt="2026-07-09T05:39:04.776" v="8354" actId="2085"/>
          <ac:spMkLst>
            <pc:docMk/>
            <pc:sldMk cId="3996616115" sldId="2147481834"/>
            <ac:spMk id="36" creationId="{6E81C293-5833-98FD-FA99-219AE790F056}"/>
          </ac:spMkLst>
        </pc:spChg>
        <pc:spChg chg="mod topLvl">
          <ac:chgData name="Kannepamula Mahesh Babu" userId="391c5b16-0897-4eca-a028-a97f935a3bd2" providerId="ADAL" clId="{9E3353FE-7EFD-4D1F-85AC-2D3001641A94}" dt="2026-07-09T05:39:28.686" v="8362" actId="403"/>
          <ac:spMkLst>
            <pc:docMk/>
            <pc:sldMk cId="3996616115" sldId="2147481834"/>
            <ac:spMk id="37" creationId="{5C1F736D-AC7A-E579-F0F4-1DAFCBEBADDE}"/>
          </ac:spMkLst>
        </pc:spChg>
        <pc:spChg chg="mod topLvl">
          <ac:chgData name="Kannepamula Mahesh Babu" userId="391c5b16-0897-4eca-a028-a97f935a3bd2" providerId="ADAL" clId="{9E3353FE-7EFD-4D1F-85AC-2D3001641A94}" dt="2026-07-09T05:39:04.776" v="8354" actId="2085"/>
          <ac:spMkLst>
            <pc:docMk/>
            <pc:sldMk cId="3996616115" sldId="2147481834"/>
            <ac:spMk id="38" creationId="{2EC2F74B-A237-9EDF-8446-CA5A0226E0A1}"/>
          </ac:spMkLst>
        </pc:spChg>
        <pc:spChg chg="mod topLvl">
          <ac:chgData name="Kannepamula Mahesh Babu" userId="391c5b16-0897-4eca-a028-a97f935a3bd2" providerId="ADAL" clId="{9E3353FE-7EFD-4D1F-85AC-2D3001641A94}" dt="2026-07-09T05:39:28.686" v="8362" actId="403"/>
          <ac:spMkLst>
            <pc:docMk/>
            <pc:sldMk cId="3996616115" sldId="2147481834"/>
            <ac:spMk id="39" creationId="{5CB0D902-EB42-647C-21B2-B7DCD2AA9553}"/>
          </ac:spMkLst>
        </pc:spChg>
        <pc:spChg chg="mod topLvl">
          <ac:chgData name="Kannepamula Mahesh Babu" userId="391c5b16-0897-4eca-a028-a97f935a3bd2" providerId="ADAL" clId="{9E3353FE-7EFD-4D1F-85AC-2D3001641A94}" dt="2026-07-09T05:39:04.776" v="8354" actId="2085"/>
          <ac:spMkLst>
            <pc:docMk/>
            <pc:sldMk cId="3996616115" sldId="2147481834"/>
            <ac:spMk id="40" creationId="{45118A3B-97A9-89CA-46AC-52E9DCB30D83}"/>
          </ac:spMkLst>
        </pc:spChg>
        <pc:spChg chg="mod topLvl">
          <ac:chgData name="Kannepamula Mahesh Babu" userId="391c5b16-0897-4eca-a028-a97f935a3bd2" providerId="ADAL" clId="{9E3353FE-7EFD-4D1F-85AC-2D3001641A94}" dt="2026-07-09T05:39:28.686" v="8362" actId="403"/>
          <ac:spMkLst>
            <pc:docMk/>
            <pc:sldMk cId="3996616115" sldId="2147481834"/>
            <ac:spMk id="41" creationId="{BD4E987D-B40B-A866-11F6-3A8BD75D8F5A}"/>
          </ac:spMkLst>
        </pc:spChg>
        <pc:spChg chg="mod topLvl">
          <ac:chgData name="Kannepamula Mahesh Babu" userId="391c5b16-0897-4eca-a028-a97f935a3bd2" providerId="ADAL" clId="{9E3353FE-7EFD-4D1F-85AC-2D3001641A94}" dt="2026-07-09T05:52:29.987" v="8510" actId="207"/>
          <ac:spMkLst>
            <pc:docMk/>
            <pc:sldMk cId="3996616115" sldId="2147481834"/>
            <ac:spMk id="42" creationId="{80611D78-1DBB-0472-CD86-A2D613FC45B2}"/>
          </ac:spMkLst>
        </pc:spChg>
        <pc:spChg chg="mod topLvl">
          <ac:chgData name="Kannepamula Mahesh Babu" userId="391c5b16-0897-4eca-a028-a97f935a3bd2" providerId="ADAL" clId="{9E3353FE-7EFD-4D1F-85AC-2D3001641A94}" dt="2026-07-09T05:39:28.686" v="8362" actId="403"/>
          <ac:spMkLst>
            <pc:docMk/>
            <pc:sldMk cId="3996616115" sldId="2147481834"/>
            <ac:spMk id="43" creationId="{CCCD4D14-304F-E4D6-5C2F-53EED3F3ACB1}"/>
          </ac:spMkLst>
        </pc:spChg>
        <pc:spChg chg="mod topLvl">
          <ac:chgData name="Kannepamula Mahesh Babu" userId="391c5b16-0897-4eca-a028-a97f935a3bd2" providerId="ADAL" clId="{9E3353FE-7EFD-4D1F-85AC-2D3001641A94}" dt="2026-07-10T15:32:18.081" v="9057" actId="12789"/>
          <ac:spMkLst>
            <pc:docMk/>
            <pc:sldMk cId="3996616115" sldId="2147481834"/>
            <ac:spMk id="50" creationId="{C77E2BCB-D64C-C93A-09C2-489E8F7A4CDD}"/>
          </ac:spMkLst>
        </pc:spChg>
        <pc:spChg chg="mod topLvl">
          <ac:chgData name="Kannepamula Mahesh Babu" userId="391c5b16-0897-4eca-a028-a97f935a3bd2" providerId="ADAL" clId="{9E3353FE-7EFD-4D1F-85AC-2D3001641A94}" dt="2026-07-10T15:32:21.189" v="9058" actId="12789"/>
          <ac:spMkLst>
            <pc:docMk/>
            <pc:sldMk cId="3996616115" sldId="2147481834"/>
            <ac:spMk id="52" creationId="{1DDA33C5-CA2B-E085-2104-2351885C8FCC}"/>
          </ac:spMkLst>
        </pc:spChg>
        <pc:spChg chg="mod topLvl">
          <ac:chgData name="Kannepamula Mahesh Babu" userId="391c5b16-0897-4eca-a028-a97f935a3bd2" providerId="ADAL" clId="{9E3353FE-7EFD-4D1F-85AC-2D3001641A94}" dt="2026-07-10T15:32:23.662" v="9059" actId="12789"/>
          <ac:spMkLst>
            <pc:docMk/>
            <pc:sldMk cId="3996616115" sldId="2147481834"/>
            <ac:spMk id="53" creationId="{D051C9B9-736F-04F0-7BAF-07E89A245F19}"/>
          </ac:spMkLst>
        </pc:spChg>
        <pc:spChg chg="mod topLvl">
          <ac:chgData name="Kannepamula Mahesh Babu" userId="391c5b16-0897-4eca-a028-a97f935a3bd2" providerId="ADAL" clId="{9E3353FE-7EFD-4D1F-85AC-2D3001641A94}" dt="2026-07-10T15:32:18.081" v="9057" actId="12789"/>
          <ac:spMkLst>
            <pc:docMk/>
            <pc:sldMk cId="3996616115" sldId="2147481834"/>
            <ac:spMk id="58" creationId="{8B4B8E62-3BF3-811E-2A3F-B3838A04309F}"/>
          </ac:spMkLst>
        </pc:spChg>
        <pc:spChg chg="mod topLvl">
          <ac:chgData name="Kannepamula Mahesh Babu" userId="391c5b16-0897-4eca-a028-a97f935a3bd2" providerId="ADAL" clId="{9E3353FE-7EFD-4D1F-85AC-2D3001641A94}" dt="2026-07-10T15:32:21.189" v="9058" actId="12789"/>
          <ac:spMkLst>
            <pc:docMk/>
            <pc:sldMk cId="3996616115" sldId="2147481834"/>
            <ac:spMk id="59" creationId="{B06AC924-10EC-7C33-E22F-7B3610AE90B3}"/>
          </ac:spMkLst>
        </pc:spChg>
        <pc:spChg chg="mod topLvl">
          <ac:chgData name="Kannepamula Mahesh Babu" userId="391c5b16-0897-4eca-a028-a97f935a3bd2" providerId="ADAL" clId="{9E3353FE-7EFD-4D1F-85AC-2D3001641A94}" dt="2026-07-10T15:32:23.662" v="9059" actId="12789"/>
          <ac:spMkLst>
            <pc:docMk/>
            <pc:sldMk cId="3996616115" sldId="2147481834"/>
            <ac:spMk id="60" creationId="{E3ACD0CE-5063-3C28-04CD-27D0F8D63AA6}"/>
          </ac:spMkLst>
        </pc:spChg>
        <pc:spChg chg="mod topLvl">
          <ac:chgData name="Kannepamula Mahesh Babu" userId="391c5b16-0897-4eca-a028-a97f935a3bd2" providerId="ADAL" clId="{9E3353FE-7EFD-4D1F-85AC-2D3001641A94}" dt="2026-07-10T15:32:21.189" v="9058" actId="12789"/>
          <ac:spMkLst>
            <pc:docMk/>
            <pc:sldMk cId="3996616115" sldId="2147481834"/>
            <ac:spMk id="65" creationId="{3C037A8D-1F61-87EF-4EDF-6ED8D6C55F0C}"/>
          </ac:spMkLst>
        </pc:spChg>
        <pc:spChg chg="mod topLvl">
          <ac:chgData name="Kannepamula Mahesh Babu" userId="391c5b16-0897-4eca-a028-a97f935a3bd2" providerId="ADAL" clId="{9E3353FE-7EFD-4D1F-85AC-2D3001641A94}" dt="2026-07-10T15:32:18.081" v="9057" actId="12789"/>
          <ac:spMkLst>
            <pc:docMk/>
            <pc:sldMk cId="3996616115" sldId="2147481834"/>
            <ac:spMk id="66" creationId="{1CA82AAC-069C-948B-1B50-61A35FFDB471}"/>
          </ac:spMkLst>
        </pc:spChg>
        <pc:spChg chg="mod topLvl">
          <ac:chgData name="Kannepamula Mahesh Babu" userId="391c5b16-0897-4eca-a028-a97f935a3bd2" providerId="ADAL" clId="{9E3353FE-7EFD-4D1F-85AC-2D3001641A94}" dt="2026-07-10T15:32:23.662" v="9059" actId="12789"/>
          <ac:spMkLst>
            <pc:docMk/>
            <pc:sldMk cId="3996616115" sldId="2147481834"/>
            <ac:spMk id="67" creationId="{FBD391BB-C5F2-1F3C-C10E-5CC226BC2937}"/>
          </ac:spMkLst>
        </pc:spChg>
        <pc:spChg chg="add mod">
          <ac:chgData name="Kannepamula Mahesh Babu" userId="391c5b16-0897-4eca-a028-a97f935a3bd2" providerId="ADAL" clId="{9E3353FE-7EFD-4D1F-85AC-2D3001641A94}" dt="2026-07-09T05:37:54.096" v="8343" actId="14100"/>
          <ac:spMkLst>
            <pc:docMk/>
            <pc:sldMk cId="3996616115" sldId="2147481834"/>
            <ac:spMk id="79" creationId="{196AF049-3BA1-93E0-8F82-3FE3B11843F9}"/>
          </ac:spMkLst>
        </pc:spChg>
        <pc:spChg chg="add mod topLvl">
          <ac:chgData name="Kannepamula Mahesh Babu" userId="391c5b16-0897-4eca-a028-a97f935a3bd2" providerId="ADAL" clId="{9E3353FE-7EFD-4D1F-85AC-2D3001641A94}" dt="2026-07-09T05:51:11.079" v="8509" actId="1076"/>
          <ac:spMkLst>
            <pc:docMk/>
            <pc:sldMk cId="3996616115" sldId="2147481834"/>
            <ac:spMk id="80" creationId="{95905C34-2096-112B-C8BD-BD05B750DFA4}"/>
          </ac:spMkLst>
        </pc:spChg>
        <pc:spChg chg="mod topLvl">
          <ac:chgData name="Kannepamula Mahesh Babu" userId="391c5b16-0897-4eca-a028-a97f935a3bd2" providerId="ADAL" clId="{9E3353FE-7EFD-4D1F-85AC-2D3001641A94}" dt="2026-07-09T05:33:49.997" v="8318" actId="3064"/>
          <ac:spMkLst>
            <pc:docMk/>
            <pc:sldMk cId="3996616115" sldId="2147481834"/>
            <ac:spMk id="81" creationId="{15CD8F19-1389-788A-55F7-D8A2CA62AB87}"/>
          </ac:spMkLst>
        </pc:spChg>
        <pc:spChg chg="add mod topLvl">
          <ac:chgData name="Kannepamula Mahesh Babu" userId="391c5b16-0897-4eca-a028-a97f935a3bd2" providerId="ADAL" clId="{9E3353FE-7EFD-4D1F-85AC-2D3001641A94}" dt="2026-07-09T05:34:06.085" v="8320" actId="552"/>
          <ac:spMkLst>
            <pc:docMk/>
            <pc:sldMk cId="3996616115" sldId="2147481834"/>
            <ac:spMk id="82" creationId="{14E8B4FF-68A6-F02F-1CAA-B8E2E1839C89}"/>
          </ac:spMkLst>
        </pc:spChg>
        <pc:spChg chg="mod">
          <ac:chgData name="Kannepamula Mahesh Babu" userId="391c5b16-0897-4eca-a028-a97f935a3bd2" providerId="ADAL" clId="{9E3353FE-7EFD-4D1F-85AC-2D3001641A94}" dt="2026-07-09T05:37:54.096" v="8343" actId="14100"/>
          <ac:spMkLst>
            <pc:docMk/>
            <pc:sldMk cId="3996616115" sldId="2147481834"/>
            <ac:spMk id="87" creationId="{DE0F5F3E-477E-079B-75FC-E58223F8FCAE}"/>
          </ac:spMkLst>
        </pc:spChg>
        <pc:spChg chg="mod">
          <ac:chgData name="Kannepamula Mahesh Babu" userId="391c5b16-0897-4eca-a028-a97f935a3bd2" providerId="ADAL" clId="{9E3353FE-7EFD-4D1F-85AC-2D3001641A94}" dt="2026-07-09T05:33:57.278" v="8319" actId="552"/>
          <ac:spMkLst>
            <pc:docMk/>
            <pc:sldMk cId="3996616115" sldId="2147481834"/>
            <ac:spMk id="91" creationId="{7A53077D-38F2-93CD-E1EB-C2DAE63933AC}"/>
          </ac:spMkLst>
        </pc:spChg>
        <pc:spChg chg="mod">
          <ac:chgData name="Kannepamula Mahesh Babu" userId="391c5b16-0897-4eca-a028-a97f935a3bd2" providerId="ADAL" clId="{9E3353FE-7EFD-4D1F-85AC-2D3001641A94}" dt="2026-07-09T05:37:38.333" v="8340" actId="403"/>
          <ac:spMkLst>
            <pc:docMk/>
            <pc:sldMk cId="3996616115" sldId="2147481834"/>
            <ac:spMk id="97" creationId="{D14428E1-5D6D-0C6D-9764-C9996474E990}"/>
          </ac:spMkLst>
        </pc:spChg>
        <pc:spChg chg="add mod">
          <ac:chgData name="Kannepamula Mahesh Babu" userId="391c5b16-0897-4eca-a028-a97f935a3bd2" providerId="ADAL" clId="{9E3353FE-7EFD-4D1F-85AC-2D3001641A94}" dt="2026-07-09T05:51:11.079" v="8509" actId="1076"/>
          <ac:spMkLst>
            <pc:docMk/>
            <pc:sldMk cId="3996616115" sldId="2147481834"/>
            <ac:spMk id="98" creationId="{E9153C15-23DA-BD97-ECCF-AD7E54C94D57}"/>
          </ac:spMkLst>
        </pc:spChg>
        <pc:spChg chg="add mod">
          <ac:chgData name="Kannepamula Mahesh Babu" userId="391c5b16-0897-4eca-a028-a97f935a3bd2" providerId="ADAL" clId="{9E3353FE-7EFD-4D1F-85AC-2D3001641A94}" dt="2026-07-09T05:33:28.461" v="8314" actId="552"/>
          <ac:spMkLst>
            <pc:docMk/>
            <pc:sldMk cId="3996616115" sldId="2147481834"/>
            <ac:spMk id="99" creationId="{FD1288E4-EBFE-4F16-0475-0EC302EA5F56}"/>
          </ac:spMkLst>
        </pc:spChg>
        <pc:spChg chg="add mod ord">
          <ac:chgData name="Kannepamula Mahesh Babu" userId="391c5b16-0897-4eca-a028-a97f935a3bd2" providerId="ADAL" clId="{9E3353FE-7EFD-4D1F-85AC-2D3001641A94}" dt="2026-07-09T05:14:14.883" v="8193" actId="164"/>
          <ac:spMkLst>
            <pc:docMk/>
            <pc:sldMk cId="3996616115" sldId="2147481834"/>
            <ac:spMk id="112" creationId="{46ECA4C5-4634-99C0-8AC0-18E65CD2212C}"/>
          </ac:spMkLst>
        </pc:spChg>
        <pc:spChg chg="add mod">
          <ac:chgData name="Kannepamula Mahesh Babu" userId="391c5b16-0897-4eca-a028-a97f935a3bd2" providerId="ADAL" clId="{9E3353FE-7EFD-4D1F-85AC-2D3001641A94}" dt="2026-07-09T05:14:14.883" v="8193" actId="164"/>
          <ac:spMkLst>
            <pc:docMk/>
            <pc:sldMk cId="3996616115" sldId="2147481834"/>
            <ac:spMk id="113" creationId="{976277ED-A255-DED0-9467-96FD5B6CCAAA}"/>
          </ac:spMkLst>
        </pc:spChg>
        <pc:spChg chg="mod topLvl">
          <ac:chgData name="Kannepamula Mahesh Babu" userId="391c5b16-0897-4eca-a028-a97f935a3bd2" providerId="ADAL" clId="{9E3353FE-7EFD-4D1F-85AC-2D3001641A94}" dt="2026-07-09T05:33:09.383" v="8308" actId="164"/>
          <ac:spMkLst>
            <pc:docMk/>
            <pc:sldMk cId="3996616115" sldId="2147481834"/>
            <ac:spMk id="116" creationId="{B46B9A68-A0D2-8B9A-16F9-BB237BA31E19}"/>
          </ac:spMkLst>
        </pc:spChg>
        <pc:spChg chg="mod topLvl">
          <ac:chgData name="Kannepamula Mahesh Babu" userId="391c5b16-0897-4eca-a028-a97f935a3bd2" providerId="ADAL" clId="{9E3353FE-7EFD-4D1F-85AC-2D3001641A94}" dt="2026-07-09T05:33:09.383" v="8308" actId="164"/>
          <ac:spMkLst>
            <pc:docMk/>
            <pc:sldMk cId="3996616115" sldId="2147481834"/>
            <ac:spMk id="117" creationId="{BE575718-D10F-EB63-6A2D-C4EED338EE74}"/>
          </ac:spMkLst>
        </pc:spChg>
        <pc:spChg chg="mod">
          <ac:chgData name="Kannepamula Mahesh Babu" userId="391c5b16-0897-4eca-a028-a97f935a3bd2" providerId="ADAL" clId="{9E3353FE-7EFD-4D1F-85AC-2D3001641A94}" dt="2026-07-09T05:33:23.673" v="8313" actId="165"/>
          <ac:spMkLst>
            <pc:docMk/>
            <pc:sldMk cId="3996616115" sldId="2147481834"/>
            <ac:spMk id="120" creationId="{57F23B93-72E7-402B-B34F-0C7D6AAD84C4}"/>
          </ac:spMkLst>
        </pc:spChg>
        <pc:spChg chg="mod">
          <ac:chgData name="Kannepamula Mahesh Babu" userId="391c5b16-0897-4eca-a028-a97f935a3bd2" providerId="ADAL" clId="{9E3353FE-7EFD-4D1F-85AC-2D3001641A94}" dt="2026-07-09T05:33:23.673" v="8313" actId="165"/>
          <ac:spMkLst>
            <pc:docMk/>
            <pc:sldMk cId="3996616115" sldId="2147481834"/>
            <ac:spMk id="121" creationId="{98F37FD0-E2BD-873B-1127-E8191DE1C7CF}"/>
          </ac:spMkLst>
        </pc:spChg>
        <pc:spChg chg="mod topLvl">
          <ac:chgData name="Kannepamula Mahesh Babu" userId="391c5b16-0897-4eca-a028-a97f935a3bd2" providerId="ADAL" clId="{9E3353FE-7EFD-4D1F-85AC-2D3001641A94}" dt="2026-07-09T05:34:13.770" v="8321" actId="12788"/>
          <ac:spMkLst>
            <pc:docMk/>
            <pc:sldMk cId="3996616115" sldId="2147481834"/>
            <ac:spMk id="123" creationId="{7AC753B4-0BF4-CF12-58F3-948A8E620F5C}"/>
          </ac:spMkLst>
        </pc:spChg>
        <pc:spChg chg="mod topLvl">
          <ac:chgData name="Kannepamula Mahesh Babu" userId="391c5b16-0897-4eca-a028-a97f935a3bd2" providerId="ADAL" clId="{9E3353FE-7EFD-4D1F-85AC-2D3001641A94}" dt="2026-07-09T05:34:13.770" v="8321" actId="12788"/>
          <ac:spMkLst>
            <pc:docMk/>
            <pc:sldMk cId="3996616115" sldId="2147481834"/>
            <ac:spMk id="124" creationId="{669F96A9-882F-6263-D261-14305124F97D}"/>
          </ac:spMkLst>
        </pc:spChg>
        <pc:spChg chg="add mod">
          <ac:chgData name="Kannepamula Mahesh Babu" userId="391c5b16-0897-4eca-a028-a97f935a3bd2" providerId="ADAL" clId="{9E3353FE-7EFD-4D1F-85AC-2D3001641A94}" dt="2026-07-09T05:40:30.391" v="8378" actId="207"/>
          <ac:spMkLst>
            <pc:docMk/>
            <pc:sldMk cId="3996616115" sldId="2147481834"/>
            <ac:spMk id="133" creationId="{6167E521-2B82-BA80-91F1-FDFE20C3B379}"/>
          </ac:spMkLst>
        </pc:spChg>
        <pc:spChg chg="add mod">
          <ac:chgData name="Kannepamula Mahesh Babu" userId="391c5b16-0897-4eca-a028-a97f935a3bd2" providerId="ADAL" clId="{9E3353FE-7EFD-4D1F-85AC-2D3001641A94}" dt="2026-07-10T14:51:04.954" v="8752" actId="2085"/>
          <ac:spMkLst>
            <pc:docMk/>
            <pc:sldMk cId="3996616115" sldId="2147481834"/>
            <ac:spMk id="138" creationId="{77648BB0-C73C-F9EB-BF27-8F8004EE1234}"/>
          </ac:spMkLst>
        </pc:spChg>
        <pc:spChg chg="add mod">
          <ac:chgData name="Kannepamula Mahesh Babu" userId="391c5b16-0897-4eca-a028-a97f935a3bd2" providerId="ADAL" clId="{9E3353FE-7EFD-4D1F-85AC-2D3001641A94}" dt="2026-07-09T05:42:15.837" v="8398"/>
          <ac:spMkLst>
            <pc:docMk/>
            <pc:sldMk cId="3996616115" sldId="2147481834"/>
            <ac:spMk id="139" creationId="{2E8EE0EF-16D6-E0F4-14C0-651398FAA435}"/>
          </ac:spMkLst>
        </pc:spChg>
        <pc:spChg chg="add mod">
          <ac:chgData name="Kannepamula Mahesh Babu" userId="391c5b16-0897-4eca-a028-a97f935a3bd2" providerId="ADAL" clId="{9E3353FE-7EFD-4D1F-85AC-2D3001641A94}" dt="2026-07-09T05:42:15.837" v="8398"/>
          <ac:spMkLst>
            <pc:docMk/>
            <pc:sldMk cId="3996616115" sldId="2147481834"/>
            <ac:spMk id="140" creationId="{8AD5428A-6528-640C-16E7-99ECF39CF218}"/>
          </ac:spMkLst>
        </pc:spChg>
        <pc:spChg chg="add mod">
          <ac:chgData name="Kannepamula Mahesh Babu" userId="391c5b16-0897-4eca-a028-a97f935a3bd2" providerId="ADAL" clId="{9E3353FE-7EFD-4D1F-85AC-2D3001641A94}" dt="2026-07-09T05:52:32.935" v="8511" actId="207"/>
          <ac:spMkLst>
            <pc:docMk/>
            <pc:sldMk cId="3996616115" sldId="2147481834"/>
            <ac:spMk id="145" creationId="{FDE640DF-CDBB-831E-6A7A-F044A166119F}"/>
          </ac:spMkLst>
        </pc:spChg>
        <pc:grpChg chg="add mod">
          <ac:chgData name="Kannepamula Mahesh Babu" userId="391c5b16-0897-4eca-a028-a97f935a3bd2" providerId="ADAL" clId="{9E3353FE-7EFD-4D1F-85AC-2D3001641A94}" dt="2026-07-09T05:32:21.508" v="8294" actId="164"/>
          <ac:grpSpMkLst>
            <pc:docMk/>
            <pc:sldMk cId="3996616115" sldId="2147481834"/>
            <ac:grpSpMk id="114" creationId="{9BFDAB9F-CCAA-8C1F-79EB-90348671608A}"/>
          </ac:grpSpMkLst>
        </pc:grpChg>
        <pc:grpChg chg="add mod topLvl">
          <ac:chgData name="Kannepamula Mahesh Babu" userId="391c5b16-0897-4eca-a028-a97f935a3bd2" providerId="ADAL" clId="{9E3353FE-7EFD-4D1F-85AC-2D3001641A94}" dt="2026-07-09T05:33:28.461" v="8314" actId="552"/>
          <ac:grpSpMkLst>
            <pc:docMk/>
            <pc:sldMk cId="3996616115" sldId="2147481834"/>
            <ac:grpSpMk id="119" creationId="{57BFA848-214F-F91C-EED9-A285812088DB}"/>
          </ac:grpSpMkLst>
        </pc:grpChg>
        <pc:grpChg chg="add mod">
          <ac:chgData name="Kannepamula Mahesh Babu" userId="391c5b16-0897-4eca-a028-a97f935a3bd2" providerId="ADAL" clId="{9E3353FE-7EFD-4D1F-85AC-2D3001641A94}" dt="2026-07-09T05:37:58.066" v="8344" actId="1076"/>
          <ac:grpSpMkLst>
            <pc:docMk/>
            <pc:sldMk cId="3996616115" sldId="2147481834"/>
            <ac:grpSpMk id="128" creationId="{538D17E2-5107-EE47-7203-B5D183CEDCB8}"/>
          </ac:grpSpMkLst>
        </pc:grpChg>
        <pc:grpChg chg="add mod">
          <ac:chgData name="Kannepamula Mahesh Babu" userId="391c5b16-0897-4eca-a028-a97f935a3bd2" providerId="ADAL" clId="{9E3353FE-7EFD-4D1F-85AC-2D3001641A94}" dt="2026-07-09T05:51:11.079" v="8509" actId="1076"/>
          <ac:grpSpMkLst>
            <pc:docMk/>
            <pc:sldMk cId="3996616115" sldId="2147481834"/>
            <ac:grpSpMk id="129" creationId="{9E68F8CD-005A-7B1E-75CB-447F9465CCF4}"/>
          </ac:grpSpMkLst>
        </pc:grpChg>
        <pc:grpChg chg="add mod">
          <ac:chgData name="Kannepamula Mahesh Babu" userId="391c5b16-0897-4eca-a028-a97f935a3bd2" providerId="ADAL" clId="{9E3353FE-7EFD-4D1F-85AC-2D3001641A94}" dt="2026-07-09T05:41:22.557" v="8389" actId="14100"/>
          <ac:grpSpMkLst>
            <pc:docMk/>
            <pc:sldMk cId="3996616115" sldId="2147481834"/>
            <ac:grpSpMk id="137" creationId="{A8C4211B-581D-B4BC-9877-8DAF484167E2}"/>
          </ac:grpSpMkLst>
        </pc:grpChg>
        <pc:graphicFrameChg chg="add mod modGraphic">
          <ac:chgData name="Kannepamula Mahesh Babu" userId="391c5b16-0897-4eca-a028-a97f935a3bd2" providerId="ADAL" clId="{9E3353FE-7EFD-4D1F-85AC-2D3001641A94}" dt="2026-07-09T05:49:04.537" v="8497" actId="3064"/>
          <ac:graphicFrameMkLst>
            <pc:docMk/>
            <pc:sldMk cId="3996616115" sldId="2147481834"/>
            <ac:graphicFrameMk id="143" creationId="{1D0E189B-583A-DC49-FA12-5AD0CB28A4EF}"/>
          </ac:graphicFrameMkLst>
        </pc:graphicFrameChg>
        <pc:graphicFrameChg chg="add mod modGraphic">
          <ac:chgData name="Kannepamula Mahesh Babu" userId="391c5b16-0897-4eca-a028-a97f935a3bd2" providerId="ADAL" clId="{9E3353FE-7EFD-4D1F-85AC-2D3001641A94}" dt="2026-07-09T05:49:07.067" v="8498" actId="3064"/>
          <ac:graphicFrameMkLst>
            <pc:docMk/>
            <pc:sldMk cId="3996616115" sldId="2147481834"/>
            <ac:graphicFrameMk id="144" creationId="{5EA10140-CD65-AB27-40F6-28428DDF1173}"/>
          </ac:graphicFrameMkLst>
        </pc:graphicFrameChg>
        <pc:picChg chg="mod">
          <ac:chgData name="Kannepamula Mahesh Babu" userId="391c5b16-0897-4eca-a028-a97f935a3bd2" providerId="ADAL" clId="{9E3353FE-7EFD-4D1F-85AC-2D3001641A94}" dt="2026-07-10T15:31:57.519" v="9050" actId="12788"/>
          <ac:picMkLst>
            <pc:docMk/>
            <pc:sldMk cId="3996616115" sldId="2147481834"/>
            <ac:picMk id="51" creationId="{A8B28AB7-FB2C-A5FA-B6FB-532246D4DC1C}"/>
          </ac:picMkLst>
        </pc:picChg>
        <pc:picChg chg="mod">
          <ac:chgData name="Kannepamula Mahesh Babu" userId="391c5b16-0897-4eca-a028-a97f935a3bd2" providerId="ADAL" clId="{9E3353FE-7EFD-4D1F-85AC-2D3001641A94}" dt="2026-07-10T15:31:57.519" v="9050" actId="12788"/>
          <ac:picMkLst>
            <pc:docMk/>
            <pc:sldMk cId="3996616115" sldId="2147481834"/>
            <ac:picMk id="54" creationId="{23F71F61-45F8-BB0B-77D1-5A899EBD943D}"/>
          </ac:picMkLst>
        </pc:picChg>
        <pc:picChg chg="mod">
          <ac:chgData name="Kannepamula Mahesh Babu" userId="391c5b16-0897-4eca-a028-a97f935a3bd2" providerId="ADAL" clId="{9E3353FE-7EFD-4D1F-85AC-2D3001641A94}" dt="2026-07-10T15:31:53.197" v="9049" actId="12788"/>
          <ac:picMkLst>
            <pc:docMk/>
            <pc:sldMk cId="3996616115" sldId="2147481834"/>
            <ac:picMk id="55" creationId="{B3DACD9C-683B-DE40-57E8-DFB85103FAD6}"/>
          </ac:picMkLst>
        </pc:picChg>
        <pc:picChg chg="mod">
          <ac:chgData name="Kannepamula Mahesh Babu" userId="391c5b16-0897-4eca-a028-a97f935a3bd2" providerId="ADAL" clId="{9E3353FE-7EFD-4D1F-85AC-2D3001641A94}" dt="2026-07-10T15:31:53.197" v="9049" actId="12788"/>
          <ac:picMkLst>
            <pc:docMk/>
            <pc:sldMk cId="3996616115" sldId="2147481834"/>
            <ac:picMk id="56" creationId="{94E11EE5-10AD-1D59-861B-61CD1A04E656}"/>
          </ac:picMkLst>
        </pc:picChg>
        <pc:picChg chg="mod">
          <ac:chgData name="Kannepamula Mahesh Babu" userId="391c5b16-0897-4eca-a028-a97f935a3bd2" providerId="ADAL" clId="{9E3353FE-7EFD-4D1F-85AC-2D3001641A94}" dt="2026-07-10T15:31:53.197" v="9049" actId="12788"/>
          <ac:picMkLst>
            <pc:docMk/>
            <pc:sldMk cId="3996616115" sldId="2147481834"/>
            <ac:picMk id="57" creationId="{B077C00D-2AA2-12D9-4C08-FF44785196BC}"/>
          </ac:picMkLst>
        </pc:picChg>
        <pc:picChg chg="mod">
          <ac:chgData name="Kannepamula Mahesh Babu" userId="391c5b16-0897-4eca-a028-a97f935a3bd2" providerId="ADAL" clId="{9E3353FE-7EFD-4D1F-85AC-2D3001641A94}" dt="2026-07-09T05:41:45.807" v="8393" actId="12788"/>
          <ac:picMkLst>
            <pc:docMk/>
            <pc:sldMk cId="3996616115" sldId="2147481834"/>
            <ac:picMk id="61" creationId="{E5789F18-DA94-4405-2259-235140A3A75F}"/>
          </ac:picMkLst>
        </pc:picChg>
        <pc:picChg chg="mod">
          <ac:chgData name="Kannepamula Mahesh Babu" userId="391c5b16-0897-4eca-a028-a97f935a3bd2" providerId="ADAL" clId="{9E3353FE-7EFD-4D1F-85AC-2D3001641A94}" dt="2026-07-09T05:41:45.807" v="8393" actId="12788"/>
          <ac:picMkLst>
            <pc:docMk/>
            <pc:sldMk cId="3996616115" sldId="2147481834"/>
            <ac:picMk id="62" creationId="{91C0A991-DA75-FFE3-CA5A-DCE55AD5E11E}"/>
          </ac:picMkLst>
        </pc:picChg>
        <pc:picChg chg="mod">
          <ac:chgData name="Kannepamula Mahesh Babu" userId="391c5b16-0897-4eca-a028-a97f935a3bd2" providerId="ADAL" clId="{9E3353FE-7EFD-4D1F-85AC-2D3001641A94}" dt="2026-07-09T05:41:45.807" v="8393" actId="12788"/>
          <ac:picMkLst>
            <pc:docMk/>
            <pc:sldMk cId="3996616115" sldId="2147481834"/>
            <ac:picMk id="63" creationId="{3889F418-437B-EE5D-FE56-51AF94F09BB6}"/>
          </ac:picMkLst>
        </pc:picChg>
        <pc:picChg chg="mod topLvl">
          <ac:chgData name="Kannepamula Mahesh Babu" userId="391c5b16-0897-4eca-a028-a97f935a3bd2" providerId="ADAL" clId="{9E3353FE-7EFD-4D1F-85AC-2D3001641A94}" dt="2026-07-10T15:31:57.519" v="9050" actId="12788"/>
          <ac:picMkLst>
            <pc:docMk/>
            <pc:sldMk cId="3996616115" sldId="2147481834"/>
            <ac:picMk id="64" creationId="{C14C2298-F736-FD29-8B71-27DFBD87D3C6}"/>
          </ac:picMkLst>
        </pc:picChg>
        <pc:picChg chg="mod">
          <ac:chgData name="Kannepamula Mahesh Babu" userId="391c5b16-0897-4eca-a028-a97f935a3bd2" providerId="ADAL" clId="{9E3353FE-7EFD-4D1F-85AC-2D3001641A94}" dt="2026-07-09T05:32:21.508" v="8294" actId="164"/>
          <ac:picMkLst>
            <pc:docMk/>
            <pc:sldMk cId="3996616115" sldId="2147481834"/>
            <ac:picMk id="93" creationId="{98821E7C-DF29-D7D8-E392-ED95CEA8BC55}"/>
          </ac:picMkLst>
        </pc:picChg>
        <pc:picChg chg="mod">
          <ac:chgData name="Kannepamula Mahesh Babu" userId="391c5b16-0897-4eca-a028-a97f935a3bd2" providerId="ADAL" clId="{9E3353FE-7EFD-4D1F-85AC-2D3001641A94}" dt="2026-07-09T05:33:32.933" v="8315" actId="1076"/>
          <ac:picMkLst>
            <pc:docMk/>
            <pc:sldMk cId="3996616115" sldId="2147481834"/>
            <ac:picMk id="94" creationId="{49199A47-377B-6120-9C67-871548747F51}"/>
          </ac:picMkLst>
        </pc:picChg>
        <pc:picChg chg="mod">
          <ac:chgData name="Kannepamula Mahesh Babu" userId="391c5b16-0897-4eca-a028-a97f935a3bd2" providerId="ADAL" clId="{9E3353FE-7EFD-4D1F-85AC-2D3001641A94}" dt="2026-07-09T05:34:13.770" v="8321" actId="12788"/>
          <ac:picMkLst>
            <pc:docMk/>
            <pc:sldMk cId="3996616115" sldId="2147481834"/>
            <ac:picMk id="95" creationId="{3A5C63C0-58C4-A8B4-966F-FEF50C8CC20B}"/>
          </ac:picMkLst>
        </pc:picChg>
        <pc:picChg chg="mod">
          <ac:chgData name="Kannepamula Mahesh Babu" userId="391c5b16-0897-4eca-a028-a97f935a3bd2" providerId="ADAL" clId="{9E3353FE-7EFD-4D1F-85AC-2D3001641A94}" dt="2026-07-09T05:33:09.383" v="8308" actId="164"/>
          <ac:picMkLst>
            <pc:docMk/>
            <pc:sldMk cId="3996616115" sldId="2147481834"/>
            <ac:picMk id="96" creationId="{E939F12D-6565-3921-447C-6C69EC0BD6AF}"/>
          </ac:picMkLst>
        </pc:picChg>
        <pc:picChg chg="add mod">
          <ac:chgData name="Kannepamula Mahesh Babu" userId="391c5b16-0897-4eca-a028-a97f935a3bd2" providerId="ADAL" clId="{9E3353FE-7EFD-4D1F-85AC-2D3001641A94}" dt="2026-07-10T14:55:32.464" v="8775" actId="1076"/>
          <ac:picMkLst>
            <pc:docMk/>
            <pc:sldMk cId="3996616115" sldId="2147481834"/>
            <ac:picMk id="141" creationId="{AF93E560-0E65-76C0-7F11-05F4DC5198A6}"/>
          </ac:picMkLst>
        </pc:picChg>
        <pc:cxnChg chg="add del mod ord">
          <ac:chgData name="Kannepamula Mahesh Babu" userId="391c5b16-0897-4eca-a028-a97f935a3bd2" providerId="ADAL" clId="{9E3353FE-7EFD-4D1F-85AC-2D3001641A94}" dt="2026-07-09T05:39:11.276" v="8356" actId="208"/>
          <ac:cxnSpMkLst>
            <pc:docMk/>
            <pc:sldMk cId="3996616115" sldId="2147481834"/>
            <ac:cxnSpMk id="45" creationId="{04483873-B4CD-7C6A-C4C5-3D1B05C133EC}"/>
          </ac:cxnSpMkLst>
        </pc:cxnChg>
        <pc:cxnChg chg="mod">
          <ac:chgData name="Kannepamula Mahesh Babu" userId="391c5b16-0897-4eca-a028-a97f935a3bd2" providerId="ADAL" clId="{9E3353FE-7EFD-4D1F-85AC-2D3001641A94}" dt="2026-07-09T05:41:29.521" v="8390" actId="1076"/>
          <ac:cxnSpMkLst>
            <pc:docMk/>
            <pc:sldMk cId="3996616115" sldId="2147481834"/>
            <ac:cxnSpMk id="77" creationId="{00F65D1A-3085-2748-C72D-4758A3CBEAD1}"/>
          </ac:cxnSpMkLst>
        </pc:cxnChg>
        <pc:cxnChg chg="mod">
          <ac:chgData name="Kannepamula Mahesh Babu" userId="391c5b16-0897-4eca-a028-a97f935a3bd2" providerId="ADAL" clId="{9E3353FE-7EFD-4D1F-85AC-2D3001641A94}" dt="2026-07-09T05:41:17.549" v="8387" actId="164"/>
          <ac:cxnSpMkLst>
            <pc:docMk/>
            <pc:sldMk cId="3996616115" sldId="2147481834"/>
            <ac:cxnSpMk id="78" creationId="{D204834D-4F4C-E3E6-932F-25804E294154}"/>
          </ac:cxnSpMkLst>
        </pc:cxnChg>
        <pc:cxnChg chg="add mod">
          <ac:chgData name="Kannepamula Mahesh Babu" userId="391c5b16-0897-4eca-a028-a97f935a3bd2" providerId="ADAL" clId="{9E3353FE-7EFD-4D1F-85AC-2D3001641A94}" dt="2026-07-10T15:32:31.114" v="9060" actId="1076"/>
          <ac:cxnSpMkLst>
            <pc:docMk/>
            <pc:sldMk cId="3996616115" sldId="2147481834"/>
            <ac:cxnSpMk id="131" creationId="{38005F81-8857-55BC-A3B1-5CBF5E55B28B}"/>
          </ac:cxnSpMkLst>
        </pc:cxnChg>
        <pc:cxnChg chg="add mod">
          <ac:chgData name="Kannepamula Mahesh Babu" userId="391c5b16-0897-4eca-a028-a97f935a3bd2" providerId="ADAL" clId="{9E3353FE-7EFD-4D1F-85AC-2D3001641A94}" dt="2026-07-09T05:49:23.070" v="8502" actId="208"/>
          <ac:cxnSpMkLst>
            <pc:docMk/>
            <pc:sldMk cId="3996616115" sldId="2147481834"/>
            <ac:cxnSpMk id="146" creationId="{05404CC6-A5ED-C646-EAAF-449B67DA01DE}"/>
          </ac:cxnSpMkLst>
        </pc:cxnChg>
        <pc:cxnChg chg="add mod">
          <ac:chgData name="Kannepamula Mahesh Babu" userId="391c5b16-0897-4eca-a028-a97f935a3bd2" providerId="ADAL" clId="{9E3353FE-7EFD-4D1F-85AC-2D3001641A94}" dt="2026-07-09T05:50:04.817" v="8508" actId="14100"/>
          <ac:cxnSpMkLst>
            <pc:docMk/>
            <pc:sldMk cId="3996616115" sldId="2147481834"/>
            <ac:cxnSpMk id="148" creationId="{F12A74FB-AF3D-8FFF-1175-C4FB0E15C45B}"/>
          </ac:cxnSpMkLst>
        </pc:cxnChg>
      </pc:sldChg>
      <pc:sldChg chg="addSp delSp modSp mod">
        <pc:chgData name="Kannepamula Mahesh Babu" userId="391c5b16-0897-4eca-a028-a97f935a3bd2" providerId="ADAL" clId="{9E3353FE-7EFD-4D1F-85AC-2D3001641A94}" dt="2026-07-13T10:35:35.190" v="10533" actId="12788"/>
        <pc:sldMkLst>
          <pc:docMk/>
          <pc:sldMk cId="2623331845" sldId="2147481835"/>
        </pc:sldMkLst>
        <pc:spChg chg="mod">
          <ac:chgData name="Kannepamula Mahesh Babu" userId="391c5b16-0897-4eca-a028-a97f935a3bd2" providerId="ADAL" clId="{9E3353FE-7EFD-4D1F-85AC-2D3001641A94}" dt="2026-07-13T05:29:33.637" v="9158" actId="20577"/>
          <ac:spMkLst>
            <pc:docMk/>
            <pc:sldMk cId="2623331845" sldId="2147481835"/>
            <ac:spMk id="2" creationId="{3CEDC3F7-87A5-10D4-5B73-34DD4ABAA874}"/>
          </ac:spMkLst>
        </pc:spChg>
        <pc:spChg chg="mod">
          <ac:chgData name="Kannepamula Mahesh Babu" userId="391c5b16-0897-4eca-a028-a97f935a3bd2" providerId="ADAL" clId="{9E3353FE-7EFD-4D1F-85AC-2D3001641A94}" dt="2026-07-13T05:40:48.990" v="9308" actId="553"/>
          <ac:spMkLst>
            <pc:docMk/>
            <pc:sldMk cId="2623331845" sldId="2147481835"/>
            <ac:spMk id="6" creationId="{56253688-1C9D-8BB6-A948-BAD8915F13E1}"/>
          </ac:spMkLst>
        </pc:spChg>
        <pc:spChg chg="mod">
          <ac:chgData name="Kannepamula Mahesh Babu" userId="391c5b16-0897-4eca-a028-a97f935a3bd2" providerId="ADAL" clId="{9E3353FE-7EFD-4D1F-85AC-2D3001641A94}" dt="2026-07-13T05:30:41.413" v="9174"/>
          <ac:spMkLst>
            <pc:docMk/>
            <pc:sldMk cId="2623331845" sldId="2147481835"/>
            <ac:spMk id="8" creationId="{0515018C-3B79-18FE-CF5F-8F261C23BD63}"/>
          </ac:spMkLst>
        </pc:spChg>
        <pc:spChg chg="mod">
          <ac:chgData name="Kannepamula Mahesh Babu" userId="391c5b16-0897-4eca-a028-a97f935a3bd2" providerId="ADAL" clId="{9E3353FE-7EFD-4D1F-85AC-2D3001641A94}" dt="2026-07-13T05:51:56.549" v="9392" actId="14100"/>
          <ac:spMkLst>
            <pc:docMk/>
            <pc:sldMk cId="2623331845" sldId="2147481835"/>
            <ac:spMk id="10" creationId="{1024AC7B-2F79-0CF7-6E95-6839B8A332A3}"/>
          </ac:spMkLst>
        </pc:spChg>
        <pc:spChg chg="mod">
          <ac:chgData name="Kannepamula Mahesh Babu" userId="391c5b16-0897-4eca-a028-a97f935a3bd2" providerId="ADAL" clId="{9E3353FE-7EFD-4D1F-85AC-2D3001641A94}" dt="2026-07-13T09:58:41.935" v="10465" actId="208"/>
          <ac:spMkLst>
            <pc:docMk/>
            <pc:sldMk cId="2623331845" sldId="2147481835"/>
            <ac:spMk id="12" creationId="{A497E5D5-6DF5-88E5-FC0F-7FDCDB966411}"/>
          </ac:spMkLst>
        </pc:spChg>
        <pc:spChg chg="mod">
          <ac:chgData name="Kannepamula Mahesh Babu" userId="391c5b16-0897-4eca-a028-a97f935a3bd2" providerId="ADAL" clId="{9E3353FE-7EFD-4D1F-85AC-2D3001641A94}" dt="2026-07-13T05:51:12.031" v="9385" actId="12788"/>
          <ac:spMkLst>
            <pc:docMk/>
            <pc:sldMk cId="2623331845" sldId="2147481835"/>
            <ac:spMk id="13" creationId="{31ADE874-3E6F-C472-E110-29CFA123C2F4}"/>
          </ac:spMkLst>
        </pc:spChg>
        <pc:spChg chg="mod">
          <ac:chgData name="Kannepamula Mahesh Babu" userId="391c5b16-0897-4eca-a028-a97f935a3bd2" providerId="ADAL" clId="{9E3353FE-7EFD-4D1F-85AC-2D3001641A94}" dt="2026-07-13T05:51:09.102" v="9384" actId="164"/>
          <ac:spMkLst>
            <pc:docMk/>
            <pc:sldMk cId="2623331845" sldId="2147481835"/>
            <ac:spMk id="14" creationId="{7C56B572-93D7-AC3D-B394-69AFFAD27EC5}"/>
          </ac:spMkLst>
        </pc:spChg>
        <pc:spChg chg="mod">
          <ac:chgData name="Kannepamula Mahesh Babu" userId="391c5b16-0897-4eca-a028-a97f935a3bd2" providerId="ADAL" clId="{9E3353FE-7EFD-4D1F-85AC-2D3001641A94}" dt="2026-07-13T05:50:59.190" v="9381" actId="164"/>
          <ac:spMkLst>
            <pc:docMk/>
            <pc:sldMk cId="2623331845" sldId="2147481835"/>
            <ac:spMk id="15" creationId="{2C13820D-DECF-6F52-6ACF-E2FEB1C341A3}"/>
          </ac:spMkLst>
        </pc:spChg>
        <pc:spChg chg="mod">
          <ac:chgData name="Kannepamula Mahesh Babu" userId="391c5b16-0897-4eca-a028-a97f935a3bd2" providerId="ADAL" clId="{9E3353FE-7EFD-4D1F-85AC-2D3001641A94}" dt="2026-07-13T05:51:16.419" v="9386" actId="12788"/>
          <ac:spMkLst>
            <pc:docMk/>
            <pc:sldMk cId="2623331845" sldId="2147481835"/>
            <ac:spMk id="16" creationId="{102400DF-9DF6-1E8F-C73F-A0C1508606FF}"/>
          </ac:spMkLst>
        </pc:spChg>
        <pc:spChg chg="mod">
          <ac:chgData name="Kannepamula Mahesh Babu" userId="391c5b16-0897-4eca-a028-a97f935a3bd2" providerId="ADAL" clId="{9E3353FE-7EFD-4D1F-85AC-2D3001641A94}" dt="2026-07-13T05:51:19.409" v="9387" actId="12788"/>
          <ac:spMkLst>
            <pc:docMk/>
            <pc:sldMk cId="2623331845" sldId="2147481835"/>
            <ac:spMk id="17" creationId="{900827E4-1C73-CEC6-D2B0-57321A83F8F0}"/>
          </ac:spMkLst>
        </pc:spChg>
        <pc:spChg chg="mod">
          <ac:chgData name="Kannepamula Mahesh Babu" userId="391c5b16-0897-4eca-a028-a97f935a3bd2" providerId="ADAL" clId="{9E3353FE-7EFD-4D1F-85AC-2D3001641A94}" dt="2026-07-13T05:51:22.429" v="9388" actId="12788"/>
          <ac:spMkLst>
            <pc:docMk/>
            <pc:sldMk cId="2623331845" sldId="2147481835"/>
            <ac:spMk id="18" creationId="{64E55BAA-1043-3F8E-0038-83520C06ACF1}"/>
          </ac:spMkLst>
        </pc:spChg>
        <pc:spChg chg="del mod">
          <ac:chgData name="Kannepamula Mahesh Babu" userId="391c5b16-0897-4eca-a028-a97f935a3bd2" providerId="ADAL" clId="{9E3353FE-7EFD-4D1F-85AC-2D3001641A94}" dt="2026-07-13T05:36:29.240" v="9258" actId="478"/>
          <ac:spMkLst>
            <pc:docMk/>
            <pc:sldMk cId="2623331845" sldId="2147481835"/>
            <ac:spMk id="19" creationId="{53B8CDBD-9108-CC52-DB38-6CFB504BC33D}"/>
          </ac:spMkLst>
        </pc:spChg>
        <pc:spChg chg="mod">
          <ac:chgData name="Kannepamula Mahesh Babu" userId="391c5b16-0897-4eca-a028-a97f935a3bd2" providerId="ADAL" clId="{9E3353FE-7EFD-4D1F-85AC-2D3001641A94}" dt="2026-07-13T10:34:57.413" v="10530" actId="242"/>
          <ac:spMkLst>
            <pc:docMk/>
            <pc:sldMk cId="2623331845" sldId="2147481835"/>
            <ac:spMk id="20" creationId="{BE29EFBE-48CE-6137-EF68-D39896D31102}"/>
          </ac:spMkLst>
        </pc:spChg>
        <pc:spChg chg="mod">
          <ac:chgData name="Kannepamula Mahesh Babu" userId="391c5b16-0897-4eca-a028-a97f935a3bd2" providerId="ADAL" clId="{9E3353FE-7EFD-4D1F-85AC-2D3001641A94}" dt="2026-07-13T05:51:26.339" v="9389" actId="12788"/>
          <ac:spMkLst>
            <pc:docMk/>
            <pc:sldMk cId="2623331845" sldId="2147481835"/>
            <ac:spMk id="20" creationId="{DDBEB51E-35C8-488D-1601-7B71FBD6C50C}"/>
          </ac:spMkLst>
        </pc:spChg>
        <pc:spChg chg="mod">
          <ac:chgData name="Kannepamula Mahesh Babu" userId="391c5b16-0897-4eca-a028-a97f935a3bd2" providerId="ADAL" clId="{9E3353FE-7EFD-4D1F-85AC-2D3001641A94}" dt="2026-07-13T10:34:57.413" v="10530" actId="242"/>
          <ac:spMkLst>
            <pc:docMk/>
            <pc:sldMk cId="2623331845" sldId="2147481835"/>
            <ac:spMk id="21" creationId="{CACB29B2-115E-4D74-6E77-F9E11A2BCC51}"/>
          </ac:spMkLst>
        </pc:spChg>
        <pc:spChg chg="mod">
          <ac:chgData name="Kannepamula Mahesh Babu" userId="391c5b16-0897-4eca-a028-a97f935a3bd2" providerId="ADAL" clId="{9E3353FE-7EFD-4D1F-85AC-2D3001641A94}" dt="2026-07-13T05:51:09.102" v="9384" actId="164"/>
          <ac:spMkLst>
            <pc:docMk/>
            <pc:sldMk cId="2623331845" sldId="2147481835"/>
            <ac:spMk id="22" creationId="{06DF86A0-C612-F06F-714D-EBE66894EB38}"/>
          </ac:spMkLst>
        </pc:spChg>
        <pc:spChg chg="mod">
          <ac:chgData name="Kannepamula Mahesh Babu" userId="391c5b16-0897-4eca-a028-a97f935a3bd2" providerId="ADAL" clId="{9E3353FE-7EFD-4D1F-85AC-2D3001641A94}" dt="2026-07-13T05:51:12.031" v="9385" actId="12788"/>
          <ac:spMkLst>
            <pc:docMk/>
            <pc:sldMk cId="2623331845" sldId="2147481835"/>
            <ac:spMk id="23" creationId="{DA4A17BA-4462-386C-1BC5-DCEE41F00E58}"/>
          </ac:spMkLst>
        </pc:spChg>
        <pc:spChg chg="mod">
          <ac:chgData name="Kannepamula Mahesh Babu" userId="391c5b16-0897-4eca-a028-a97f935a3bd2" providerId="ADAL" clId="{9E3353FE-7EFD-4D1F-85AC-2D3001641A94}" dt="2026-07-13T05:50:59.190" v="9381" actId="164"/>
          <ac:spMkLst>
            <pc:docMk/>
            <pc:sldMk cId="2623331845" sldId="2147481835"/>
            <ac:spMk id="24" creationId="{EF5FC36F-7182-A0B9-7B16-EA89982C78B9}"/>
          </ac:spMkLst>
        </pc:spChg>
        <pc:spChg chg="mod">
          <ac:chgData name="Kannepamula Mahesh Babu" userId="391c5b16-0897-4eca-a028-a97f935a3bd2" providerId="ADAL" clId="{9E3353FE-7EFD-4D1F-85AC-2D3001641A94}" dt="2026-07-13T05:51:16.419" v="9386" actId="12788"/>
          <ac:spMkLst>
            <pc:docMk/>
            <pc:sldMk cId="2623331845" sldId="2147481835"/>
            <ac:spMk id="25" creationId="{CA3632BE-6DE9-9C4F-B1EC-6450C181DE74}"/>
          </ac:spMkLst>
        </pc:spChg>
        <pc:spChg chg="mod">
          <ac:chgData name="Kannepamula Mahesh Babu" userId="391c5b16-0897-4eca-a028-a97f935a3bd2" providerId="ADAL" clId="{9E3353FE-7EFD-4D1F-85AC-2D3001641A94}" dt="2026-07-13T05:51:19.409" v="9387" actId="12788"/>
          <ac:spMkLst>
            <pc:docMk/>
            <pc:sldMk cId="2623331845" sldId="2147481835"/>
            <ac:spMk id="26" creationId="{47AFFDD6-FAD8-2DDE-9421-6FA58C8C19D5}"/>
          </ac:spMkLst>
        </pc:spChg>
        <pc:spChg chg="mod">
          <ac:chgData name="Kannepamula Mahesh Babu" userId="391c5b16-0897-4eca-a028-a97f935a3bd2" providerId="ADAL" clId="{9E3353FE-7EFD-4D1F-85AC-2D3001641A94}" dt="2026-07-13T05:51:22.429" v="9388" actId="12788"/>
          <ac:spMkLst>
            <pc:docMk/>
            <pc:sldMk cId="2623331845" sldId="2147481835"/>
            <ac:spMk id="27" creationId="{26193C26-CBC4-63E2-DFE3-3CD35D8D020C}"/>
          </ac:spMkLst>
        </pc:spChg>
        <pc:spChg chg="del">
          <ac:chgData name="Kannepamula Mahesh Babu" userId="391c5b16-0897-4eca-a028-a97f935a3bd2" providerId="ADAL" clId="{9E3353FE-7EFD-4D1F-85AC-2D3001641A94}" dt="2026-07-13T05:36:41.012" v="9259" actId="478"/>
          <ac:spMkLst>
            <pc:docMk/>
            <pc:sldMk cId="2623331845" sldId="2147481835"/>
            <ac:spMk id="28" creationId="{7EFEAE36-BF3E-6D8F-01B8-EF9E824D5EE3}"/>
          </ac:spMkLst>
        </pc:spChg>
        <pc:spChg chg="mod">
          <ac:chgData name="Kannepamula Mahesh Babu" userId="391c5b16-0897-4eca-a028-a97f935a3bd2" providerId="ADAL" clId="{9E3353FE-7EFD-4D1F-85AC-2D3001641A94}" dt="2026-07-13T10:34:57.413" v="10530" actId="242"/>
          <ac:spMkLst>
            <pc:docMk/>
            <pc:sldMk cId="2623331845" sldId="2147481835"/>
            <ac:spMk id="28" creationId="{A91E7DB7-73DC-0A48-DAB9-00A1FE86217F}"/>
          </ac:spMkLst>
        </pc:spChg>
        <pc:spChg chg="mod">
          <ac:chgData name="Kannepamula Mahesh Babu" userId="391c5b16-0897-4eca-a028-a97f935a3bd2" providerId="ADAL" clId="{9E3353FE-7EFD-4D1F-85AC-2D3001641A94}" dt="2026-07-13T10:34:57.413" v="10530" actId="242"/>
          <ac:spMkLst>
            <pc:docMk/>
            <pc:sldMk cId="2623331845" sldId="2147481835"/>
            <ac:spMk id="29" creationId="{43B7CDDA-14C3-FE71-8F97-4ABD741BC711}"/>
          </ac:spMkLst>
        </pc:spChg>
        <pc:spChg chg="mod">
          <ac:chgData name="Kannepamula Mahesh Babu" userId="391c5b16-0897-4eca-a028-a97f935a3bd2" providerId="ADAL" clId="{9E3353FE-7EFD-4D1F-85AC-2D3001641A94}" dt="2026-07-13T05:51:26.339" v="9389" actId="12788"/>
          <ac:spMkLst>
            <pc:docMk/>
            <pc:sldMk cId="2623331845" sldId="2147481835"/>
            <ac:spMk id="29" creationId="{DABE2320-30A4-89D0-7964-B572FF7532FB}"/>
          </ac:spMkLst>
        </pc:spChg>
        <pc:spChg chg="add del">
          <ac:chgData name="Kannepamula Mahesh Babu" userId="391c5b16-0897-4eca-a028-a97f935a3bd2" providerId="ADAL" clId="{9E3353FE-7EFD-4D1F-85AC-2D3001641A94}" dt="2026-07-13T05:42:51.547" v="9329" actId="22"/>
          <ac:spMkLst>
            <pc:docMk/>
            <pc:sldMk cId="2623331845" sldId="2147481835"/>
            <ac:spMk id="30" creationId="{2FA484A3-F254-7CEC-D2F2-55EF6ED97A96}"/>
          </ac:spMkLst>
        </pc:spChg>
        <pc:spChg chg="mod">
          <ac:chgData name="Kannepamula Mahesh Babu" userId="391c5b16-0897-4eca-a028-a97f935a3bd2" providerId="ADAL" clId="{9E3353FE-7EFD-4D1F-85AC-2D3001641A94}" dt="2026-07-13T10:34:57.413" v="10530" actId="242"/>
          <ac:spMkLst>
            <pc:docMk/>
            <pc:sldMk cId="2623331845" sldId="2147481835"/>
            <ac:spMk id="30" creationId="{F651C565-73CB-987E-B55B-B1924AA18E0E}"/>
          </ac:spMkLst>
        </pc:spChg>
        <pc:spChg chg="mod">
          <ac:chgData name="Kannepamula Mahesh Babu" userId="391c5b16-0897-4eca-a028-a97f935a3bd2" providerId="ADAL" clId="{9E3353FE-7EFD-4D1F-85AC-2D3001641A94}" dt="2026-07-13T10:34:57.413" v="10530" actId="242"/>
          <ac:spMkLst>
            <pc:docMk/>
            <pc:sldMk cId="2623331845" sldId="2147481835"/>
            <ac:spMk id="36" creationId="{F4A1105D-86AE-38A4-987A-016935962E88}"/>
          </ac:spMkLst>
        </pc:spChg>
        <pc:grpChg chg="add mod">
          <ac:chgData name="Kannepamula Mahesh Babu" userId="391c5b16-0897-4eca-a028-a97f935a3bd2" providerId="ADAL" clId="{9E3353FE-7EFD-4D1F-85AC-2D3001641A94}" dt="2026-07-13T10:08:00.994" v="10521" actId="164"/>
          <ac:grpSpMkLst>
            <pc:docMk/>
            <pc:sldMk cId="2623331845" sldId="2147481835"/>
            <ac:grpSpMk id="42" creationId="{7AF07018-8742-6799-504C-63DB5B6357D2}"/>
          </ac:grpSpMkLst>
        </pc:grpChg>
        <pc:grpChg chg="del mod">
          <ac:chgData name="Kannepamula Mahesh Babu" userId="391c5b16-0897-4eca-a028-a97f935a3bd2" providerId="ADAL" clId="{9E3353FE-7EFD-4D1F-85AC-2D3001641A94}" dt="2026-07-13T05:44:00.968" v="9344" actId="478"/>
          <ac:grpSpMkLst>
            <pc:docMk/>
            <pc:sldMk cId="2623331845" sldId="2147481835"/>
            <ac:grpSpMk id="43" creationId="{963886EB-0422-9C1E-FD76-C8DFA43CEBC9}"/>
          </ac:grpSpMkLst>
        </pc:grpChg>
        <pc:grpChg chg="add mod">
          <ac:chgData name="Kannepamula Mahesh Babu" userId="391c5b16-0897-4eca-a028-a97f935a3bd2" providerId="ADAL" clId="{9E3353FE-7EFD-4D1F-85AC-2D3001641A94}" dt="2026-07-13T10:08:20.755" v="10525" actId="408"/>
          <ac:grpSpMkLst>
            <pc:docMk/>
            <pc:sldMk cId="2623331845" sldId="2147481835"/>
            <ac:grpSpMk id="60" creationId="{7DADED5D-2C16-A8D6-52F6-D293EBE9F4D4}"/>
          </ac:grpSpMkLst>
        </pc:grpChg>
        <pc:grpChg chg="add mod">
          <ac:chgData name="Kannepamula Mahesh Babu" userId="391c5b16-0897-4eca-a028-a97f935a3bd2" providerId="ADAL" clId="{9E3353FE-7EFD-4D1F-85AC-2D3001641A94}" dt="2026-07-13T05:51:34.609" v="9390" actId="1076"/>
          <ac:grpSpMkLst>
            <pc:docMk/>
            <pc:sldMk cId="2623331845" sldId="2147481835"/>
            <ac:grpSpMk id="61" creationId="{8B896B26-922D-FCDE-2FAA-602788225700}"/>
          </ac:grpSpMkLst>
        </pc:grpChg>
        <pc:grpChg chg="add mod">
          <ac:chgData name="Kannepamula Mahesh Babu" userId="391c5b16-0897-4eca-a028-a97f935a3bd2" providerId="ADAL" clId="{9E3353FE-7EFD-4D1F-85AC-2D3001641A94}" dt="2026-07-13T10:08:00.994" v="10521" actId="164"/>
          <ac:grpSpMkLst>
            <pc:docMk/>
            <pc:sldMk cId="2623331845" sldId="2147481835"/>
            <ac:grpSpMk id="62" creationId="{92BC1F1C-A464-76B4-FE11-6DFB18BEF1B8}"/>
          </ac:grpSpMkLst>
        </pc:grpChg>
        <pc:grpChg chg="add mod">
          <ac:chgData name="Kannepamula Mahesh Babu" userId="391c5b16-0897-4eca-a028-a97f935a3bd2" providerId="ADAL" clId="{9E3353FE-7EFD-4D1F-85AC-2D3001641A94}" dt="2026-07-13T10:35:35.190" v="10533" actId="12788"/>
          <ac:grpSpMkLst>
            <pc:docMk/>
            <pc:sldMk cId="2623331845" sldId="2147481835"/>
            <ac:grpSpMk id="63" creationId="{FF68B6D9-DF21-94E9-A752-A0A239126DC5}"/>
          </ac:grpSpMkLst>
        </pc:grpChg>
        <pc:grpChg chg="add mod">
          <ac:chgData name="Kannepamula Mahesh Babu" userId="391c5b16-0897-4eca-a028-a97f935a3bd2" providerId="ADAL" clId="{9E3353FE-7EFD-4D1F-85AC-2D3001641A94}" dt="2026-07-13T10:35:31.666" v="10532" actId="12788"/>
          <ac:grpSpMkLst>
            <pc:docMk/>
            <pc:sldMk cId="2623331845" sldId="2147481835"/>
            <ac:grpSpMk id="64" creationId="{F953A716-ACC1-9408-C8BF-4534DD6C0B5B}"/>
          </ac:grpSpMkLst>
        </pc:grpChg>
        <pc:grpChg chg="add mod">
          <ac:chgData name="Kannepamula Mahesh Babu" userId="391c5b16-0897-4eca-a028-a97f935a3bd2" providerId="ADAL" clId="{9E3353FE-7EFD-4D1F-85AC-2D3001641A94}" dt="2026-07-13T10:35:26.486" v="10531" actId="12788"/>
          <ac:grpSpMkLst>
            <pc:docMk/>
            <pc:sldMk cId="2623331845" sldId="2147481835"/>
            <ac:grpSpMk id="65" creationId="{AA9CD31B-A385-EF0C-5C75-731841C3E2F2}"/>
          </ac:grpSpMkLst>
        </pc:grpChg>
        <pc:grpChg chg="add mod">
          <ac:chgData name="Kannepamula Mahesh Babu" userId="391c5b16-0897-4eca-a028-a97f935a3bd2" providerId="ADAL" clId="{9E3353FE-7EFD-4D1F-85AC-2D3001641A94}" dt="2026-07-13T10:08:30.043" v="10526" actId="408"/>
          <ac:grpSpMkLst>
            <pc:docMk/>
            <pc:sldMk cId="2623331845" sldId="2147481835"/>
            <ac:grpSpMk id="66" creationId="{7810C5C1-9444-A1C0-310C-0AE726ED0685}"/>
          </ac:grpSpMkLst>
        </pc:grpChg>
        <pc:picChg chg="add mod">
          <ac:chgData name="Kannepamula Mahesh Babu" userId="391c5b16-0897-4eca-a028-a97f935a3bd2" providerId="ADAL" clId="{9E3353FE-7EFD-4D1F-85AC-2D3001641A94}" dt="2026-07-13T10:07:38.096" v="10515" actId="12788"/>
          <ac:picMkLst>
            <pc:docMk/>
            <pc:sldMk cId="2623331845" sldId="2147481835"/>
            <ac:picMk id="5" creationId="{59E6000F-D54F-662A-8450-2C63EC374D35}"/>
          </ac:picMkLst>
        </pc:picChg>
        <pc:picChg chg="add mod">
          <ac:chgData name="Kannepamula Mahesh Babu" userId="391c5b16-0897-4eca-a028-a97f935a3bd2" providerId="ADAL" clId="{9E3353FE-7EFD-4D1F-85AC-2D3001641A94}" dt="2026-07-13T05:38:13.014" v="9265" actId="1076"/>
          <ac:picMkLst>
            <pc:docMk/>
            <pc:sldMk cId="2623331845" sldId="2147481835"/>
            <ac:picMk id="7" creationId="{435B8DB8-0B05-714E-46DD-EEBBDBA662F1}"/>
          </ac:picMkLst>
        </pc:picChg>
        <pc:picChg chg="add mod">
          <ac:chgData name="Kannepamula Mahesh Babu" userId="391c5b16-0897-4eca-a028-a97f935a3bd2" providerId="ADAL" clId="{9E3353FE-7EFD-4D1F-85AC-2D3001641A94}" dt="2026-07-13T10:07:49.329" v="10518" actId="12788"/>
          <ac:picMkLst>
            <pc:docMk/>
            <pc:sldMk cId="2623331845" sldId="2147481835"/>
            <ac:picMk id="9" creationId="{350B4FF5-3C4D-DC6E-0215-0CE3E3237B6C}"/>
          </ac:picMkLst>
        </pc:picChg>
        <pc:picChg chg="add del mod">
          <ac:chgData name="Kannepamula Mahesh Babu" userId="391c5b16-0897-4eca-a028-a97f935a3bd2" providerId="ADAL" clId="{9E3353FE-7EFD-4D1F-85AC-2D3001641A94}" dt="2026-07-13T05:43:13.027" v="9335" actId="21"/>
          <ac:picMkLst>
            <pc:docMk/>
            <pc:sldMk cId="2623331845" sldId="2147481835"/>
            <ac:picMk id="12" creationId="{BB1B0944-7FD8-E880-8591-523924E52A66}"/>
          </ac:picMkLst>
        </pc:picChg>
        <pc:picChg chg="add mod">
          <ac:chgData name="Kannepamula Mahesh Babu" userId="391c5b16-0897-4eca-a028-a97f935a3bd2" providerId="ADAL" clId="{9E3353FE-7EFD-4D1F-85AC-2D3001641A94}" dt="2026-07-13T10:07:43.696" v="10516" actId="12788"/>
          <ac:picMkLst>
            <pc:docMk/>
            <pc:sldMk cId="2623331845" sldId="2147481835"/>
            <ac:picMk id="19" creationId="{A2636191-9C31-700E-8B7F-8940A54C395F}"/>
          </ac:picMkLst>
        </pc:picChg>
        <pc:picChg chg="add mod">
          <ac:chgData name="Kannepamula Mahesh Babu" userId="391c5b16-0897-4eca-a028-a97f935a3bd2" providerId="ADAL" clId="{9E3353FE-7EFD-4D1F-85AC-2D3001641A94}" dt="2026-07-13T10:07:46.663" v="10517" actId="12788"/>
          <ac:picMkLst>
            <pc:docMk/>
            <pc:sldMk cId="2623331845" sldId="2147481835"/>
            <ac:picMk id="38" creationId="{32ED3D6D-707D-6FD0-8CEA-2D1719493FD9}"/>
          </ac:picMkLst>
        </pc:picChg>
        <pc:picChg chg="add mod">
          <ac:chgData name="Kannepamula Mahesh Babu" userId="391c5b16-0897-4eca-a028-a97f935a3bd2" providerId="ADAL" clId="{9E3353FE-7EFD-4D1F-85AC-2D3001641A94}" dt="2026-07-13T05:51:12.031" v="9385" actId="12788"/>
          <ac:picMkLst>
            <pc:docMk/>
            <pc:sldMk cId="2623331845" sldId="2147481835"/>
            <ac:picMk id="38" creationId="{BB1B0944-7FD8-E880-8591-523924E52A66}"/>
          </ac:picMkLst>
        </pc:picChg>
        <pc:picChg chg="add mod">
          <ac:chgData name="Kannepamula Mahesh Babu" userId="391c5b16-0897-4eca-a028-a97f935a3bd2" providerId="ADAL" clId="{9E3353FE-7EFD-4D1F-85AC-2D3001641A94}" dt="2026-07-13T10:07:53.480" v="10519" actId="12788"/>
          <ac:picMkLst>
            <pc:docMk/>
            <pc:sldMk cId="2623331845" sldId="2147481835"/>
            <ac:picMk id="39" creationId="{E73AD710-AA6F-9BB7-6A59-6AC6543B8605}"/>
          </ac:picMkLst>
        </pc:picChg>
        <pc:picChg chg="add del mod">
          <ac:chgData name="Kannepamula Mahesh Babu" userId="391c5b16-0897-4eca-a028-a97f935a3bd2" providerId="ADAL" clId="{9E3353FE-7EFD-4D1F-85AC-2D3001641A94}" dt="2026-07-13T05:43:59.575" v="9343" actId="21"/>
          <ac:picMkLst>
            <pc:docMk/>
            <pc:sldMk cId="2623331845" sldId="2147481835"/>
            <ac:picMk id="40" creationId="{32975E48-9BE8-B39B-37E8-BD0E6A282DE9}"/>
          </ac:picMkLst>
        </pc:picChg>
        <pc:picChg chg="add mod">
          <ac:chgData name="Kannepamula Mahesh Babu" userId="391c5b16-0897-4eca-a028-a97f935a3bd2" providerId="ADAL" clId="{9E3353FE-7EFD-4D1F-85AC-2D3001641A94}" dt="2026-07-13T10:07:34.088" v="10514" actId="12788"/>
          <ac:picMkLst>
            <pc:docMk/>
            <pc:sldMk cId="2623331845" sldId="2147481835"/>
            <ac:picMk id="41" creationId="{A25A98D7-2BD3-1F0C-138E-E557D2DE7DA7}"/>
          </ac:picMkLst>
        </pc:picChg>
        <pc:picChg chg="add mod">
          <ac:chgData name="Kannepamula Mahesh Babu" userId="391c5b16-0897-4eca-a028-a97f935a3bd2" providerId="ADAL" clId="{9E3353FE-7EFD-4D1F-85AC-2D3001641A94}" dt="2026-07-13T05:51:09.102" v="9384" actId="164"/>
          <ac:picMkLst>
            <pc:docMk/>
            <pc:sldMk cId="2623331845" sldId="2147481835"/>
            <ac:picMk id="44" creationId="{32975E48-9BE8-B39B-37E8-BD0E6A282DE9}"/>
          </ac:picMkLst>
        </pc:picChg>
        <pc:picChg chg="del mod">
          <ac:chgData name="Kannepamula Mahesh Babu" userId="391c5b16-0897-4eca-a028-a97f935a3bd2" providerId="ADAL" clId="{9E3353FE-7EFD-4D1F-85AC-2D3001641A94}" dt="2026-07-13T05:46:15.166" v="9354" actId="478"/>
          <ac:picMkLst>
            <pc:docMk/>
            <pc:sldMk cId="2623331845" sldId="2147481835"/>
            <ac:picMk id="45" creationId="{A1F52AEC-7AA1-C977-4F45-E7834F76521B}"/>
          </ac:picMkLst>
        </pc:picChg>
        <pc:picChg chg="add del mod">
          <ac:chgData name="Kannepamula Mahesh Babu" userId="391c5b16-0897-4eca-a028-a97f935a3bd2" providerId="ADAL" clId="{9E3353FE-7EFD-4D1F-85AC-2D3001641A94}" dt="2026-07-13T05:46:14.107" v="9353" actId="21"/>
          <ac:picMkLst>
            <pc:docMk/>
            <pc:sldMk cId="2623331845" sldId="2147481835"/>
            <ac:picMk id="47" creationId="{8B3CA259-82BA-F702-A708-55CE6E57036A}"/>
          </ac:picMkLst>
        </pc:picChg>
        <pc:picChg chg="del mod">
          <ac:chgData name="Kannepamula Mahesh Babu" userId="391c5b16-0897-4eca-a028-a97f935a3bd2" providerId="ADAL" clId="{9E3353FE-7EFD-4D1F-85AC-2D3001641A94}" dt="2026-07-13T05:49:09.081" v="9363" actId="478"/>
          <ac:picMkLst>
            <pc:docMk/>
            <pc:sldMk cId="2623331845" sldId="2147481835"/>
            <ac:picMk id="48" creationId="{87D19333-A248-A3FD-CDEA-DB3A446B67BE}"/>
          </ac:picMkLst>
        </pc:picChg>
        <pc:picChg chg="add mod">
          <ac:chgData name="Kannepamula Mahesh Babu" userId="391c5b16-0897-4eca-a028-a97f935a3bd2" providerId="ADAL" clId="{9E3353FE-7EFD-4D1F-85AC-2D3001641A94}" dt="2026-07-13T05:50:59.190" v="9381" actId="164"/>
          <ac:picMkLst>
            <pc:docMk/>
            <pc:sldMk cId="2623331845" sldId="2147481835"/>
            <ac:picMk id="49" creationId="{8B3CA259-82BA-F702-A708-55CE6E57036A}"/>
          </ac:picMkLst>
        </pc:picChg>
        <pc:picChg chg="del mod">
          <ac:chgData name="Kannepamula Mahesh Babu" userId="391c5b16-0897-4eca-a028-a97f935a3bd2" providerId="ADAL" clId="{9E3353FE-7EFD-4D1F-85AC-2D3001641A94}" dt="2026-07-13T05:50:02.343" v="9370" actId="478"/>
          <ac:picMkLst>
            <pc:docMk/>
            <pc:sldMk cId="2623331845" sldId="2147481835"/>
            <ac:picMk id="50" creationId="{AE972D8A-B157-0002-E4F3-8EE1D525D241}"/>
          </ac:picMkLst>
        </pc:picChg>
        <pc:picChg chg="del">
          <ac:chgData name="Kannepamula Mahesh Babu" userId="391c5b16-0897-4eca-a028-a97f935a3bd2" providerId="ADAL" clId="{9E3353FE-7EFD-4D1F-85AC-2D3001641A94}" dt="2026-07-13T05:36:24.323" v="9255" actId="478"/>
          <ac:picMkLst>
            <pc:docMk/>
            <pc:sldMk cId="2623331845" sldId="2147481835"/>
            <ac:picMk id="52" creationId="{A141BE85-3688-6F9B-29BE-8EC25099E12D}"/>
          </ac:picMkLst>
        </pc:picChg>
        <pc:picChg chg="add del mod">
          <ac:chgData name="Kannepamula Mahesh Babu" userId="391c5b16-0897-4eca-a028-a97f935a3bd2" providerId="ADAL" clId="{9E3353FE-7EFD-4D1F-85AC-2D3001641A94}" dt="2026-07-13T05:49:07.833" v="9362" actId="21"/>
          <ac:picMkLst>
            <pc:docMk/>
            <pc:sldMk cId="2623331845" sldId="2147481835"/>
            <ac:picMk id="53" creationId="{D83917BF-418B-9738-8763-7FBEF56D53A6}"/>
          </ac:picMkLst>
        </pc:picChg>
        <pc:picChg chg="mod">
          <ac:chgData name="Kannepamula Mahesh Babu" userId="391c5b16-0897-4eca-a028-a97f935a3bd2" providerId="ADAL" clId="{9E3353FE-7EFD-4D1F-85AC-2D3001641A94}" dt="2026-07-13T05:51:22.429" v="9388" actId="12788"/>
          <ac:picMkLst>
            <pc:docMk/>
            <pc:sldMk cId="2623331845" sldId="2147481835"/>
            <ac:picMk id="54" creationId="{03A7BD8F-DEB6-53CA-2F47-6F2AA441C708}"/>
          </ac:picMkLst>
        </pc:picChg>
        <pc:picChg chg="add mod">
          <ac:chgData name="Kannepamula Mahesh Babu" userId="391c5b16-0897-4eca-a028-a97f935a3bd2" providerId="ADAL" clId="{9E3353FE-7EFD-4D1F-85AC-2D3001641A94}" dt="2026-07-13T05:51:16.419" v="9386" actId="12788"/>
          <ac:picMkLst>
            <pc:docMk/>
            <pc:sldMk cId="2623331845" sldId="2147481835"/>
            <ac:picMk id="55" creationId="{D83917BF-418B-9738-8763-7FBEF56D53A6}"/>
          </ac:picMkLst>
        </pc:picChg>
        <pc:picChg chg="mod">
          <ac:chgData name="Kannepamula Mahesh Babu" userId="391c5b16-0897-4eca-a028-a97f935a3bd2" providerId="ADAL" clId="{9E3353FE-7EFD-4D1F-85AC-2D3001641A94}" dt="2026-07-13T05:51:26.339" v="9389" actId="12788"/>
          <ac:picMkLst>
            <pc:docMk/>
            <pc:sldMk cId="2623331845" sldId="2147481835"/>
            <ac:picMk id="56" creationId="{98021C12-B94B-BC28-88A0-495478B16265}"/>
          </ac:picMkLst>
        </pc:picChg>
        <pc:picChg chg="add del mod">
          <ac:chgData name="Kannepamula Mahesh Babu" userId="391c5b16-0897-4eca-a028-a97f935a3bd2" providerId="ADAL" clId="{9E3353FE-7EFD-4D1F-85AC-2D3001641A94}" dt="2026-07-13T05:50:00.727" v="9369" actId="21"/>
          <ac:picMkLst>
            <pc:docMk/>
            <pc:sldMk cId="2623331845" sldId="2147481835"/>
            <ac:picMk id="57" creationId="{F2341EFF-29E5-2165-1875-1DDD8D5674FE}"/>
          </ac:picMkLst>
        </pc:picChg>
        <pc:picChg chg="del mod">
          <ac:chgData name="Kannepamula Mahesh Babu" userId="391c5b16-0897-4eca-a028-a97f935a3bd2" providerId="ADAL" clId="{9E3353FE-7EFD-4D1F-85AC-2D3001641A94}" dt="2026-07-13T05:43:14.299" v="9336" actId="478"/>
          <ac:picMkLst>
            <pc:docMk/>
            <pc:sldMk cId="2623331845" sldId="2147481835"/>
            <ac:picMk id="58" creationId="{27CB0648-18B6-B9BA-E171-12E8CA646D99}"/>
          </ac:picMkLst>
        </pc:picChg>
        <pc:picChg chg="add mod">
          <ac:chgData name="Kannepamula Mahesh Babu" userId="391c5b16-0897-4eca-a028-a97f935a3bd2" providerId="ADAL" clId="{9E3353FE-7EFD-4D1F-85AC-2D3001641A94}" dt="2026-07-13T05:51:19.409" v="9387" actId="12788"/>
          <ac:picMkLst>
            <pc:docMk/>
            <pc:sldMk cId="2623331845" sldId="2147481835"/>
            <ac:picMk id="59" creationId="{F2341EFF-29E5-2165-1875-1DDD8D5674FE}"/>
          </ac:picMkLst>
        </pc:picChg>
        <pc:picChg chg="mod">
          <ac:chgData name="Kannepamula Mahesh Babu" userId="391c5b16-0897-4eca-a028-a97f935a3bd2" providerId="ADAL" clId="{9E3353FE-7EFD-4D1F-85AC-2D3001641A94}" dt="2026-07-13T10:08:20.755" v="10525" actId="408"/>
          <ac:picMkLst>
            <pc:docMk/>
            <pc:sldMk cId="2623331845" sldId="2147481835"/>
            <ac:picMk id="73" creationId="{E391C4F5-74A9-C0F0-8701-4CA4F85FB69D}"/>
          </ac:picMkLst>
        </pc:picChg>
        <pc:picChg chg="mod">
          <ac:chgData name="Kannepamula Mahesh Babu" userId="391c5b16-0897-4eca-a028-a97f935a3bd2" providerId="ADAL" clId="{9E3353FE-7EFD-4D1F-85AC-2D3001641A94}" dt="2026-07-13T10:35:26.486" v="10531" actId="12788"/>
          <ac:picMkLst>
            <pc:docMk/>
            <pc:sldMk cId="2623331845" sldId="2147481835"/>
            <ac:picMk id="75" creationId="{85B1ADC9-A133-7EEB-F82B-D993D5BE600D}"/>
          </ac:picMkLst>
        </pc:picChg>
        <pc:picChg chg="mod">
          <ac:chgData name="Kannepamula Mahesh Babu" userId="391c5b16-0897-4eca-a028-a97f935a3bd2" providerId="ADAL" clId="{9E3353FE-7EFD-4D1F-85AC-2D3001641A94}" dt="2026-07-13T10:35:31.666" v="10532" actId="12788"/>
          <ac:picMkLst>
            <pc:docMk/>
            <pc:sldMk cId="2623331845" sldId="2147481835"/>
            <ac:picMk id="77" creationId="{EAB79166-32C4-D381-4C16-BB20F764A975}"/>
          </ac:picMkLst>
        </pc:picChg>
        <pc:picChg chg="mod">
          <ac:chgData name="Kannepamula Mahesh Babu" userId="391c5b16-0897-4eca-a028-a97f935a3bd2" providerId="ADAL" clId="{9E3353FE-7EFD-4D1F-85AC-2D3001641A94}" dt="2026-07-13T10:35:35.190" v="10533" actId="12788"/>
          <ac:picMkLst>
            <pc:docMk/>
            <pc:sldMk cId="2623331845" sldId="2147481835"/>
            <ac:picMk id="79" creationId="{E96C4AD2-297E-D5C0-77AE-0598A7F3BEA0}"/>
          </ac:picMkLst>
        </pc:picChg>
        <pc:picChg chg="mod">
          <ac:chgData name="Kannepamula Mahesh Babu" userId="391c5b16-0897-4eca-a028-a97f935a3bd2" providerId="ADAL" clId="{9E3353FE-7EFD-4D1F-85AC-2D3001641A94}" dt="2026-07-13T10:08:00.994" v="10521" actId="164"/>
          <ac:picMkLst>
            <pc:docMk/>
            <pc:sldMk cId="2623331845" sldId="2147481835"/>
            <ac:picMk id="80" creationId="{D0FAF3D8-FEC3-B192-66A5-B267C511758F}"/>
          </ac:picMkLst>
        </pc:picChg>
        <pc:cxnChg chg="mod">
          <ac:chgData name="Kannepamula Mahesh Babu" userId="391c5b16-0897-4eca-a028-a97f935a3bd2" providerId="ADAL" clId="{9E3353FE-7EFD-4D1F-85AC-2D3001641A94}" dt="2026-07-13T10:08:30.043" v="10526" actId="408"/>
          <ac:cxnSpMkLst>
            <pc:docMk/>
            <pc:sldMk cId="2623331845" sldId="2147481835"/>
            <ac:cxnSpMk id="31" creationId="{0F4C518D-BDFA-DDCA-5B08-DC882907A348}"/>
          </ac:cxnSpMkLst>
        </pc:cxnChg>
        <pc:cxnChg chg="mod">
          <ac:chgData name="Kannepamula Mahesh Babu" userId="391c5b16-0897-4eca-a028-a97f935a3bd2" providerId="ADAL" clId="{9E3353FE-7EFD-4D1F-85AC-2D3001641A94}" dt="2026-07-13T10:08:30.043" v="10526" actId="408"/>
          <ac:cxnSpMkLst>
            <pc:docMk/>
            <pc:sldMk cId="2623331845" sldId="2147481835"/>
            <ac:cxnSpMk id="32" creationId="{9452E21E-9678-3A60-F87D-96C95D564F08}"/>
          </ac:cxnSpMkLst>
        </pc:cxnChg>
        <pc:cxnChg chg="mod">
          <ac:chgData name="Kannepamula Mahesh Babu" userId="391c5b16-0897-4eca-a028-a97f935a3bd2" providerId="ADAL" clId="{9E3353FE-7EFD-4D1F-85AC-2D3001641A94}" dt="2026-07-13T10:08:30.043" v="10526" actId="408"/>
          <ac:cxnSpMkLst>
            <pc:docMk/>
            <pc:sldMk cId="2623331845" sldId="2147481835"/>
            <ac:cxnSpMk id="33" creationId="{0E3A6D23-282F-2FE4-8032-CDA212C3F393}"/>
          </ac:cxnSpMkLst>
        </pc:cxnChg>
        <pc:cxnChg chg="mod">
          <ac:chgData name="Kannepamula Mahesh Babu" userId="391c5b16-0897-4eca-a028-a97f935a3bd2" providerId="ADAL" clId="{9E3353FE-7EFD-4D1F-85AC-2D3001641A94}" dt="2026-07-13T10:08:30.043" v="10526" actId="408"/>
          <ac:cxnSpMkLst>
            <pc:docMk/>
            <pc:sldMk cId="2623331845" sldId="2147481835"/>
            <ac:cxnSpMk id="34" creationId="{479C2D6E-5901-0765-6920-2D11CB1FD810}"/>
          </ac:cxnSpMkLst>
        </pc:cxnChg>
        <pc:cxnChg chg="mod">
          <ac:chgData name="Kannepamula Mahesh Babu" userId="391c5b16-0897-4eca-a028-a97f935a3bd2" providerId="ADAL" clId="{9E3353FE-7EFD-4D1F-85AC-2D3001641A94}" dt="2026-07-13T10:08:30.043" v="10526" actId="408"/>
          <ac:cxnSpMkLst>
            <pc:docMk/>
            <pc:sldMk cId="2623331845" sldId="2147481835"/>
            <ac:cxnSpMk id="35" creationId="{AF8B5070-9556-56C1-CD51-2984E83E975B}"/>
          </ac:cxnSpMkLst>
        </pc:cxnChg>
        <pc:cxnChg chg="del">
          <ac:chgData name="Kannepamula Mahesh Babu" userId="391c5b16-0897-4eca-a028-a97f935a3bd2" providerId="ADAL" clId="{9E3353FE-7EFD-4D1F-85AC-2D3001641A94}" dt="2026-07-13T05:36:26.249" v="9256" actId="478"/>
          <ac:cxnSpMkLst>
            <pc:docMk/>
            <pc:sldMk cId="2623331845" sldId="2147481835"/>
            <ac:cxnSpMk id="36" creationId="{764845C6-903D-E869-BC7A-DAC3529FC692}"/>
          </ac:cxnSpMkLst>
        </pc:cxnChg>
        <pc:cxnChg chg="mod">
          <ac:chgData name="Kannepamula Mahesh Babu" userId="391c5b16-0897-4eca-a028-a97f935a3bd2" providerId="ADAL" clId="{9E3353FE-7EFD-4D1F-85AC-2D3001641A94}" dt="2026-07-13T05:40:26.482" v="9295" actId="1076"/>
          <ac:cxnSpMkLst>
            <pc:docMk/>
            <pc:sldMk cId="2623331845" sldId="2147481835"/>
            <ac:cxnSpMk id="37" creationId="{9EBB7058-5806-FA9F-F7C0-E3C574AC1632}"/>
          </ac:cxnSpMkLst>
        </pc:cxnChg>
      </pc:sldChg>
      <pc:sldChg chg="addSp delSp modSp mod ord modShow chgLayout">
        <pc:chgData name="Kannepamula Mahesh Babu" userId="391c5b16-0897-4eca-a028-a97f935a3bd2" providerId="ADAL" clId="{9E3353FE-7EFD-4D1F-85AC-2D3001641A94}" dt="2026-07-13T08:06:03.846" v="10462" actId="34476"/>
        <pc:sldMkLst>
          <pc:docMk/>
          <pc:sldMk cId="259591731" sldId="2147481836"/>
        </pc:sldMkLst>
        <pc:spChg chg="mod ord">
          <ac:chgData name="Kannepamula Mahesh Babu" userId="391c5b16-0897-4eca-a028-a97f935a3bd2" providerId="ADAL" clId="{9E3353FE-7EFD-4D1F-85AC-2D3001641A94}" dt="2026-07-13T05:57:22.885" v="9402" actId="6264"/>
          <ac:spMkLst>
            <pc:docMk/>
            <pc:sldMk cId="259591731" sldId="2147481836"/>
            <ac:spMk id="2" creationId="{B5FCA7BF-5C58-D9F2-D48D-A05B2E602E94}"/>
          </ac:spMkLst>
        </pc:spChg>
        <pc:spChg chg="mod ord">
          <ac:chgData name="Kannepamula Mahesh Babu" userId="391c5b16-0897-4eca-a028-a97f935a3bd2" providerId="ADAL" clId="{9E3353FE-7EFD-4D1F-85AC-2D3001641A94}" dt="2026-07-13T05:57:22.885" v="9402" actId="6264"/>
          <ac:spMkLst>
            <pc:docMk/>
            <pc:sldMk cId="259591731" sldId="2147481836"/>
            <ac:spMk id="3" creationId="{18B60A9A-E693-97E3-0899-A0DF9BAE92A8}"/>
          </ac:spMkLst>
        </pc:spChg>
        <pc:spChg chg="mod ord">
          <ac:chgData name="Kannepamula Mahesh Babu" userId="391c5b16-0897-4eca-a028-a97f935a3bd2" providerId="ADAL" clId="{9E3353FE-7EFD-4D1F-85AC-2D3001641A94}" dt="2026-07-13T05:57:22.885" v="9402" actId="6264"/>
          <ac:spMkLst>
            <pc:docMk/>
            <pc:sldMk cId="259591731" sldId="2147481836"/>
            <ac:spMk id="4" creationId="{1D4ED89C-51DB-5AEB-4B40-9D792BEFE5D2}"/>
          </ac:spMkLst>
        </pc:spChg>
        <pc:spChg chg="mod">
          <ac:chgData name="Kannepamula Mahesh Babu" userId="391c5b16-0897-4eca-a028-a97f935a3bd2" providerId="ADAL" clId="{9E3353FE-7EFD-4D1F-85AC-2D3001641A94}" dt="2026-07-13T06:22:20.432" v="9688"/>
          <ac:spMkLst>
            <pc:docMk/>
            <pc:sldMk cId="259591731" sldId="2147481836"/>
            <ac:spMk id="5" creationId="{3505931C-A9CF-AB39-D3F8-5BE897E82EFE}"/>
          </ac:spMkLst>
        </pc:spChg>
        <pc:spChg chg="add del mod">
          <ac:chgData name="Kannepamula Mahesh Babu" userId="391c5b16-0897-4eca-a028-a97f935a3bd2" providerId="ADAL" clId="{9E3353FE-7EFD-4D1F-85AC-2D3001641A94}" dt="2026-07-13T05:57:22.885" v="9402" actId="6264"/>
          <ac:spMkLst>
            <pc:docMk/>
            <pc:sldMk cId="259591731" sldId="2147481836"/>
            <ac:spMk id="6" creationId="{9ACD5DAA-B4A2-6206-C65E-A449A7C80AE6}"/>
          </ac:spMkLst>
        </pc:spChg>
        <pc:spChg chg="add del mod">
          <ac:chgData name="Kannepamula Mahesh Babu" userId="391c5b16-0897-4eca-a028-a97f935a3bd2" providerId="ADAL" clId="{9E3353FE-7EFD-4D1F-85AC-2D3001641A94}" dt="2026-07-13T05:57:22.885" v="9402" actId="6264"/>
          <ac:spMkLst>
            <pc:docMk/>
            <pc:sldMk cId="259591731" sldId="2147481836"/>
            <ac:spMk id="8" creationId="{29F62E90-3155-833A-497E-1ED2AA190DBE}"/>
          </ac:spMkLst>
        </pc:spChg>
        <pc:spChg chg="mod">
          <ac:chgData name="Kannepamula Mahesh Babu" userId="391c5b16-0897-4eca-a028-a97f935a3bd2" providerId="ADAL" clId="{9E3353FE-7EFD-4D1F-85AC-2D3001641A94}" dt="2026-07-13T06:22:34.770" v="9693" actId="20577"/>
          <ac:spMkLst>
            <pc:docMk/>
            <pc:sldMk cId="259591731" sldId="2147481836"/>
            <ac:spMk id="9" creationId="{8449620F-3FE8-9801-821B-280AA8DBF33D}"/>
          </ac:spMkLst>
        </pc:spChg>
        <pc:spChg chg="add del mod">
          <ac:chgData name="Kannepamula Mahesh Babu" userId="391c5b16-0897-4eca-a028-a97f935a3bd2" providerId="ADAL" clId="{9E3353FE-7EFD-4D1F-85AC-2D3001641A94}" dt="2026-07-13T05:57:22.885" v="9402" actId="6264"/>
          <ac:spMkLst>
            <pc:docMk/>
            <pc:sldMk cId="259591731" sldId="2147481836"/>
            <ac:spMk id="10" creationId="{849692E0-1EA8-A54C-04CE-009097E7C9BE}"/>
          </ac:spMkLst>
        </pc:spChg>
        <pc:spChg chg="mod">
          <ac:chgData name="Kannepamula Mahesh Babu" userId="391c5b16-0897-4eca-a028-a97f935a3bd2" providerId="ADAL" clId="{9E3353FE-7EFD-4D1F-85AC-2D3001641A94}" dt="2026-07-13T06:22:20.432" v="9688"/>
          <ac:spMkLst>
            <pc:docMk/>
            <pc:sldMk cId="259591731" sldId="2147481836"/>
            <ac:spMk id="38" creationId="{275EE759-60AB-5E2E-2414-865C87E909D5}"/>
          </ac:spMkLst>
        </pc:spChg>
        <pc:spChg chg="mod">
          <ac:chgData name="Kannepamula Mahesh Babu" userId="391c5b16-0897-4eca-a028-a97f935a3bd2" providerId="ADAL" clId="{9E3353FE-7EFD-4D1F-85AC-2D3001641A94}" dt="2026-07-13T06:31:14.023" v="10290"/>
          <ac:spMkLst>
            <pc:docMk/>
            <pc:sldMk cId="259591731" sldId="2147481836"/>
            <ac:spMk id="46" creationId="{2B867906-E3D9-6440-9822-D8838413E9D9}"/>
          </ac:spMkLst>
        </pc:spChg>
        <pc:spChg chg="mod">
          <ac:chgData name="Kannepamula Mahesh Babu" userId="391c5b16-0897-4eca-a028-a97f935a3bd2" providerId="ADAL" clId="{9E3353FE-7EFD-4D1F-85AC-2D3001641A94}" dt="2026-07-13T06:32:05.273" v="10433" actId="20577"/>
          <ac:spMkLst>
            <pc:docMk/>
            <pc:sldMk cId="259591731" sldId="2147481836"/>
            <ac:spMk id="49" creationId="{0C2D01D7-19CE-4A9A-D2B9-7EF611C8DBC3}"/>
          </ac:spMkLst>
        </pc:spChg>
        <pc:spChg chg="mod">
          <ac:chgData name="Kannepamula Mahesh Babu" userId="391c5b16-0897-4eca-a028-a97f935a3bd2" providerId="ADAL" clId="{9E3353FE-7EFD-4D1F-85AC-2D3001641A94}" dt="2026-07-13T06:20:47.736" v="9657" actId="20577"/>
          <ac:spMkLst>
            <pc:docMk/>
            <pc:sldMk cId="259591731" sldId="2147481836"/>
            <ac:spMk id="51" creationId="{502980CF-599C-D951-B331-C85E3DBA9779}"/>
          </ac:spMkLst>
        </pc:spChg>
        <pc:spChg chg="mod">
          <ac:chgData name="Kannepamula Mahesh Babu" userId="391c5b16-0897-4eca-a028-a97f935a3bd2" providerId="ADAL" clId="{9E3353FE-7EFD-4D1F-85AC-2D3001641A94}" dt="2026-07-13T06:21:52.696" v="9686" actId="14100"/>
          <ac:spMkLst>
            <pc:docMk/>
            <pc:sldMk cId="259591731" sldId="2147481836"/>
            <ac:spMk id="60" creationId="{6EEFBFC5-A0C9-1341-3E6C-93BEFADDD31D}"/>
          </ac:spMkLst>
        </pc:spChg>
        <pc:spChg chg="mod">
          <ac:chgData name="Kannepamula Mahesh Babu" userId="391c5b16-0897-4eca-a028-a97f935a3bd2" providerId="ADAL" clId="{9E3353FE-7EFD-4D1F-85AC-2D3001641A94}" dt="2026-07-13T05:58:05.137" v="9408" actId="20577"/>
          <ac:spMkLst>
            <pc:docMk/>
            <pc:sldMk cId="259591731" sldId="2147481836"/>
            <ac:spMk id="79" creationId="{8391646A-51D1-D0C4-5E9B-FAFB0F74B862}"/>
          </ac:spMkLst>
        </pc:spChg>
        <pc:spChg chg="mod">
          <ac:chgData name="Kannepamula Mahesh Babu" userId="391c5b16-0897-4eca-a028-a97f935a3bd2" providerId="ADAL" clId="{9E3353FE-7EFD-4D1F-85AC-2D3001641A94}" dt="2026-07-13T06:09:38.472" v="9443" actId="465"/>
          <ac:spMkLst>
            <pc:docMk/>
            <pc:sldMk cId="259591731" sldId="2147481836"/>
            <ac:spMk id="80" creationId="{B4FD0DD3-83CB-A75D-770A-E34F58885157}"/>
          </ac:spMkLst>
        </pc:spChg>
        <pc:spChg chg="mod">
          <ac:chgData name="Kannepamula Mahesh Babu" userId="391c5b16-0897-4eca-a028-a97f935a3bd2" providerId="ADAL" clId="{9E3353FE-7EFD-4D1F-85AC-2D3001641A94}" dt="2026-07-13T06:09:38.472" v="9443" actId="465"/>
          <ac:spMkLst>
            <pc:docMk/>
            <pc:sldMk cId="259591731" sldId="2147481836"/>
            <ac:spMk id="81" creationId="{FA04BA3E-38E1-06F8-4F3F-1AD9645BF6FA}"/>
          </ac:spMkLst>
        </pc:spChg>
        <pc:spChg chg="mod">
          <ac:chgData name="Kannepamula Mahesh Babu" userId="391c5b16-0897-4eca-a028-a97f935a3bd2" providerId="ADAL" clId="{9E3353FE-7EFD-4D1F-85AC-2D3001641A94}" dt="2026-07-13T06:00:42.356" v="9442" actId="20577"/>
          <ac:spMkLst>
            <pc:docMk/>
            <pc:sldMk cId="259591731" sldId="2147481836"/>
            <ac:spMk id="82" creationId="{8FB44A41-BB29-5F89-55BB-F5A32CB48708}"/>
          </ac:spMkLst>
        </pc:spChg>
        <pc:spChg chg="mod">
          <ac:chgData name="Kannepamula Mahesh Babu" userId="391c5b16-0897-4eca-a028-a97f935a3bd2" providerId="ADAL" clId="{9E3353FE-7EFD-4D1F-85AC-2D3001641A94}" dt="2026-07-13T06:10:20.546" v="9451"/>
          <ac:spMkLst>
            <pc:docMk/>
            <pc:sldMk cId="259591731" sldId="2147481836"/>
            <ac:spMk id="85" creationId="{ACB5DDB3-9B72-4446-B733-44B4C3A198AB}"/>
          </ac:spMkLst>
        </pc:spChg>
        <pc:spChg chg="mod">
          <ac:chgData name="Kannepamula Mahesh Babu" userId="391c5b16-0897-4eca-a028-a97f935a3bd2" providerId="ADAL" clId="{9E3353FE-7EFD-4D1F-85AC-2D3001641A94}" dt="2026-07-13T06:10:30.274" v="9455"/>
          <ac:spMkLst>
            <pc:docMk/>
            <pc:sldMk cId="259591731" sldId="2147481836"/>
            <ac:spMk id="86" creationId="{E939DF06-BA9B-3C17-EC69-C15B21FFF653}"/>
          </ac:spMkLst>
        </pc:spChg>
        <pc:spChg chg="mod">
          <ac:chgData name="Kannepamula Mahesh Babu" userId="391c5b16-0897-4eca-a028-a97f935a3bd2" providerId="ADAL" clId="{9E3353FE-7EFD-4D1F-85AC-2D3001641A94}" dt="2026-07-13T06:10:58.242" v="9460"/>
          <ac:spMkLst>
            <pc:docMk/>
            <pc:sldMk cId="259591731" sldId="2147481836"/>
            <ac:spMk id="87" creationId="{B8F09C73-94B6-28F1-39A8-22BEF303EB38}"/>
          </ac:spMkLst>
        </pc:spChg>
        <pc:spChg chg="mod">
          <ac:chgData name="Kannepamula Mahesh Babu" userId="391c5b16-0897-4eca-a028-a97f935a3bd2" providerId="ADAL" clId="{9E3353FE-7EFD-4D1F-85AC-2D3001641A94}" dt="2026-07-13T06:11:11.904" v="9466"/>
          <ac:spMkLst>
            <pc:docMk/>
            <pc:sldMk cId="259591731" sldId="2147481836"/>
            <ac:spMk id="88" creationId="{681B8093-7010-6A7F-2A03-D442BB74D6F8}"/>
          </ac:spMkLst>
        </pc:spChg>
        <pc:spChg chg="mod">
          <ac:chgData name="Kannepamula Mahesh Babu" userId="391c5b16-0897-4eca-a028-a97f935a3bd2" providerId="ADAL" clId="{9E3353FE-7EFD-4D1F-85AC-2D3001641A94}" dt="2026-07-13T06:11:24.472" v="9470"/>
          <ac:spMkLst>
            <pc:docMk/>
            <pc:sldMk cId="259591731" sldId="2147481836"/>
            <ac:spMk id="89" creationId="{A3231A69-8865-0A06-2A69-340443B7DA61}"/>
          </ac:spMkLst>
        </pc:spChg>
        <pc:spChg chg="mod">
          <ac:chgData name="Kannepamula Mahesh Babu" userId="391c5b16-0897-4eca-a028-a97f935a3bd2" providerId="ADAL" clId="{9E3353FE-7EFD-4D1F-85AC-2D3001641A94}" dt="2026-07-13T06:11:35.617" v="9475"/>
          <ac:spMkLst>
            <pc:docMk/>
            <pc:sldMk cId="259591731" sldId="2147481836"/>
            <ac:spMk id="90" creationId="{F9C94018-F2D5-FBD2-4D50-2FC80FD98183}"/>
          </ac:spMkLst>
        </pc:spChg>
        <pc:spChg chg="mod">
          <ac:chgData name="Kannepamula Mahesh Babu" userId="391c5b16-0897-4eca-a028-a97f935a3bd2" providerId="ADAL" clId="{9E3353FE-7EFD-4D1F-85AC-2D3001641A94}" dt="2026-07-13T06:19:06.981" v="9611"/>
          <ac:spMkLst>
            <pc:docMk/>
            <pc:sldMk cId="259591731" sldId="2147481836"/>
            <ac:spMk id="102" creationId="{EB61C558-ED3F-C7E5-1DE5-B8334A46C4C6}"/>
          </ac:spMkLst>
        </pc:spChg>
        <pc:spChg chg="mod">
          <ac:chgData name="Kannepamula Mahesh Babu" userId="391c5b16-0897-4eca-a028-a97f935a3bd2" providerId="ADAL" clId="{9E3353FE-7EFD-4D1F-85AC-2D3001641A94}" dt="2026-07-13T06:18:58.945" v="9609"/>
          <ac:spMkLst>
            <pc:docMk/>
            <pc:sldMk cId="259591731" sldId="2147481836"/>
            <ac:spMk id="103" creationId="{199C2C35-2F7F-1EE7-735E-88F554A4EADE}"/>
          </ac:spMkLst>
        </pc:spChg>
        <pc:spChg chg="mod">
          <ac:chgData name="Kannepamula Mahesh Babu" userId="391c5b16-0897-4eca-a028-a97f935a3bd2" providerId="ADAL" clId="{9E3353FE-7EFD-4D1F-85AC-2D3001641A94}" dt="2026-07-13T06:18:56.176" v="9607"/>
          <ac:spMkLst>
            <pc:docMk/>
            <pc:sldMk cId="259591731" sldId="2147481836"/>
            <ac:spMk id="104" creationId="{09A8E779-D631-8FF6-46F0-266668F667E2}"/>
          </ac:spMkLst>
        </pc:spChg>
        <pc:spChg chg="mod">
          <ac:chgData name="Kannepamula Mahesh Babu" userId="391c5b16-0897-4eca-a028-a97f935a3bd2" providerId="ADAL" clId="{9E3353FE-7EFD-4D1F-85AC-2D3001641A94}" dt="2026-07-13T06:18:53.417" v="9605"/>
          <ac:spMkLst>
            <pc:docMk/>
            <pc:sldMk cId="259591731" sldId="2147481836"/>
            <ac:spMk id="105" creationId="{B760BF76-EBC0-CA53-CE65-18A87C835854}"/>
          </ac:spMkLst>
        </pc:spChg>
        <pc:spChg chg="mod">
          <ac:chgData name="Kannepamula Mahesh Babu" userId="391c5b16-0897-4eca-a028-a97f935a3bd2" providerId="ADAL" clId="{9E3353FE-7EFD-4D1F-85AC-2D3001641A94}" dt="2026-07-13T06:18:50.909" v="9603"/>
          <ac:spMkLst>
            <pc:docMk/>
            <pc:sldMk cId="259591731" sldId="2147481836"/>
            <ac:spMk id="106" creationId="{09FB4F95-BAA5-5F89-1FCF-34FE47336DE4}"/>
          </ac:spMkLst>
        </pc:spChg>
        <pc:spChg chg="mod">
          <ac:chgData name="Kannepamula Mahesh Babu" userId="391c5b16-0897-4eca-a028-a97f935a3bd2" providerId="ADAL" clId="{9E3353FE-7EFD-4D1F-85AC-2D3001641A94}" dt="2026-07-13T06:18:48.744" v="9601"/>
          <ac:spMkLst>
            <pc:docMk/>
            <pc:sldMk cId="259591731" sldId="2147481836"/>
            <ac:spMk id="107" creationId="{0AECDFAB-DCAA-D28D-5E18-F47B4EDC92FF}"/>
          </ac:spMkLst>
        </pc:spChg>
        <pc:spChg chg="mod">
          <ac:chgData name="Kannepamula Mahesh Babu" userId="391c5b16-0897-4eca-a028-a97f935a3bd2" providerId="ADAL" clId="{9E3353FE-7EFD-4D1F-85AC-2D3001641A94}" dt="2026-07-13T06:18:46.829" v="9599"/>
          <ac:spMkLst>
            <pc:docMk/>
            <pc:sldMk cId="259591731" sldId="2147481836"/>
            <ac:spMk id="108" creationId="{594901D6-E02A-2D4E-7AC5-7910A98CDDB3}"/>
          </ac:spMkLst>
        </pc:spChg>
        <pc:spChg chg="mod">
          <ac:chgData name="Kannepamula Mahesh Babu" userId="391c5b16-0897-4eca-a028-a97f935a3bd2" providerId="ADAL" clId="{9E3353FE-7EFD-4D1F-85AC-2D3001641A94}" dt="2026-07-13T06:12:21.870" v="9494" actId="20577"/>
          <ac:spMkLst>
            <pc:docMk/>
            <pc:sldMk cId="259591731" sldId="2147481836"/>
            <ac:spMk id="110" creationId="{01F16DAC-982A-8F64-E899-43D942C16B97}"/>
          </ac:spMkLst>
        </pc:spChg>
        <pc:spChg chg="mod">
          <ac:chgData name="Kannepamula Mahesh Babu" userId="391c5b16-0897-4eca-a028-a97f935a3bd2" providerId="ADAL" clId="{9E3353FE-7EFD-4D1F-85AC-2D3001641A94}" dt="2026-07-13T06:12:48.908" v="9503" actId="20577"/>
          <ac:spMkLst>
            <pc:docMk/>
            <pc:sldMk cId="259591731" sldId="2147481836"/>
            <ac:spMk id="111" creationId="{D3AE1539-3AB6-A87F-EADB-E1CCF6A3CCF7}"/>
          </ac:spMkLst>
        </pc:spChg>
        <pc:spChg chg="mod">
          <ac:chgData name="Kannepamula Mahesh Babu" userId="391c5b16-0897-4eca-a028-a97f935a3bd2" providerId="ADAL" clId="{9E3353FE-7EFD-4D1F-85AC-2D3001641A94}" dt="2026-07-13T06:13:46.702" v="9519" actId="20577"/>
          <ac:spMkLst>
            <pc:docMk/>
            <pc:sldMk cId="259591731" sldId="2147481836"/>
            <ac:spMk id="112" creationId="{943C60AD-BC98-1B87-667E-8ABC089CF702}"/>
          </ac:spMkLst>
        </pc:spChg>
        <pc:spChg chg="mod">
          <ac:chgData name="Kannepamula Mahesh Babu" userId="391c5b16-0897-4eca-a028-a97f935a3bd2" providerId="ADAL" clId="{9E3353FE-7EFD-4D1F-85AC-2D3001641A94}" dt="2026-07-13T06:14:32.950" v="9527" actId="20577"/>
          <ac:spMkLst>
            <pc:docMk/>
            <pc:sldMk cId="259591731" sldId="2147481836"/>
            <ac:spMk id="113" creationId="{98B588B3-A206-FB5F-CA0C-5E0158413917}"/>
          </ac:spMkLst>
        </pc:spChg>
        <pc:spChg chg="mod">
          <ac:chgData name="Kannepamula Mahesh Babu" userId="391c5b16-0897-4eca-a028-a97f935a3bd2" providerId="ADAL" clId="{9E3353FE-7EFD-4D1F-85AC-2D3001641A94}" dt="2026-07-13T06:14:56.005" v="9533" actId="20577"/>
          <ac:spMkLst>
            <pc:docMk/>
            <pc:sldMk cId="259591731" sldId="2147481836"/>
            <ac:spMk id="114" creationId="{4F53FAD5-912E-77E5-2614-006707DB2295}"/>
          </ac:spMkLst>
        </pc:spChg>
        <pc:spChg chg="mod">
          <ac:chgData name="Kannepamula Mahesh Babu" userId="391c5b16-0897-4eca-a028-a97f935a3bd2" providerId="ADAL" clId="{9E3353FE-7EFD-4D1F-85AC-2D3001641A94}" dt="2026-07-13T06:15:15.966" v="9539" actId="20577"/>
          <ac:spMkLst>
            <pc:docMk/>
            <pc:sldMk cId="259591731" sldId="2147481836"/>
            <ac:spMk id="115" creationId="{D90F3054-43AE-C2E4-9032-E35D3A590968}"/>
          </ac:spMkLst>
        </pc:spChg>
        <pc:spChg chg="mod">
          <ac:chgData name="Kannepamula Mahesh Babu" userId="391c5b16-0897-4eca-a028-a97f935a3bd2" providerId="ADAL" clId="{9E3353FE-7EFD-4D1F-85AC-2D3001641A94}" dt="2026-07-13T06:15:39.560" v="9545" actId="20577"/>
          <ac:spMkLst>
            <pc:docMk/>
            <pc:sldMk cId="259591731" sldId="2147481836"/>
            <ac:spMk id="116" creationId="{0129DD5C-54FE-BE2C-ED54-3B8426C4D50B}"/>
          </ac:spMkLst>
        </pc:spChg>
        <pc:spChg chg="mod">
          <ac:chgData name="Kannepamula Mahesh Babu" userId="391c5b16-0897-4eca-a028-a97f935a3bd2" providerId="ADAL" clId="{9E3353FE-7EFD-4D1F-85AC-2D3001641A94}" dt="2026-07-13T06:25:31.322" v="9860" actId="20577"/>
          <ac:spMkLst>
            <pc:docMk/>
            <pc:sldMk cId="259591731" sldId="2147481836"/>
            <ac:spMk id="125" creationId="{AC924A08-A4CA-4CF5-78AC-C3431D0684B1}"/>
          </ac:spMkLst>
        </pc:spChg>
        <pc:spChg chg="mod">
          <ac:chgData name="Kannepamula Mahesh Babu" userId="391c5b16-0897-4eca-a028-a97f935a3bd2" providerId="ADAL" clId="{9E3353FE-7EFD-4D1F-85AC-2D3001641A94}" dt="2026-07-13T06:25:26.682" v="9858" actId="20577"/>
          <ac:spMkLst>
            <pc:docMk/>
            <pc:sldMk cId="259591731" sldId="2147481836"/>
            <ac:spMk id="126" creationId="{CA9745B9-6988-FCA2-2E8A-2CE0B4A3331D}"/>
          </ac:spMkLst>
        </pc:spChg>
        <pc:spChg chg="mod">
          <ac:chgData name="Kannepamula Mahesh Babu" userId="391c5b16-0897-4eca-a028-a97f935a3bd2" providerId="ADAL" clId="{9E3353FE-7EFD-4D1F-85AC-2D3001641A94}" dt="2026-07-13T06:25:42.252" v="9886" actId="20577"/>
          <ac:spMkLst>
            <pc:docMk/>
            <pc:sldMk cId="259591731" sldId="2147481836"/>
            <ac:spMk id="127" creationId="{CF80D4CA-3C35-23F3-7FA6-91CDA334C787}"/>
          </ac:spMkLst>
        </pc:spChg>
        <pc:spChg chg="mod">
          <ac:chgData name="Kannepamula Mahesh Babu" userId="391c5b16-0897-4eca-a028-a97f935a3bd2" providerId="ADAL" clId="{9E3353FE-7EFD-4D1F-85AC-2D3001641A94}" dt="2026-07-13T06:25:54.938" v="9908" actId="20577"/>
          <ac:spMkLst>
            <pc:docMk/>
            <pc:sldMk cId="259591731" sldId="2147481836"/>
            <ac:spMk id="128" creationId="{68E3B400-A36C-A591-B121-C6016B1D7D9F}"/>
          </ac:spMkLst>
        </pc:spChg>
        <pc:spChg chg="mod">
          <ac:chgData name="Kannepamula Mahesh Babu" userId="391c5b16-0897-4eca-a028-a97f935a3bd2" providerId="ADAL" clId="{9E3353FE-7EFD-4D1F-85AC-2D3001641A94}" dt="2026-07-13T06:29:02.584" v="10285" actId="554"/>
          <ac:spMkLst>
            <pc:docMk/>
            <pc:sldMk cId="259591731" sldId="2147481836"/>
            <ac:spMk id="130" creationId="{BFE611CF-0537-AD39-4726-1F7058A92A9E}"/>
          </ac:spMkLst>
        </pc:spChg>
        <pc:spChg chg="mod">
          <ac:chgData name="Kannepamula Mahesh Babu" userId="391c5b16-0897-4eca-a028-a97f935a3bd2" providerId="ADAL" clId="{9E3353FE-7EFD-4D1F-85AC-2D3001641A94}" dt="2026-07-13T06:29:02.584" v="10285" actId="554"/>
          <ac:spMkLst>
            <pc:docMk/>
            <pc:sldMk cId="259591731" sldId="2147481836"/>
            <ac:spMk id="131" creationId="{5C101BA6-A5AE-21E0-7107-51533CD2D99F}"/>
          </ac:spMkLst>
        </pc:spChg>
        <pc:spChg chg="mod">
          <ac:chgData name="Kannepamula Mahesh Babu" userId="391c5b16-0897-4eca-a028-a97f935a3bd2" providerId="ADAL" clId="{9E3353FE-7EFD-4D1F-85AC-2D3001641A94}" dt="2026-07-13T06:29:02.584" v="10285" actId="554"/>
          <ac:spMkLst>
            <pc:docMk/>
            <pc:sldMk cId="259591731" sldId="2147481836"/>
            <ac:spMk id="132" creationId="{1B795A77-9E2C-AAE3-6A79-9A9E4E43626C}"/>
          </ac:spMkLst>
        </pc:spChg>
        <pc:spChg chg="mod">
          <ac:chgData name="Kannepamula Mahesh Babu" userId="391c5b16-0897-4eca-a028-a97f935a3bd2" providerId="ADAL" clId="{9E3353FE-7EFD-4D1F-85AC-2D3001641A94}" dt="2026-07-13T06:29:02.584" v="10285" actId="554"/>
          <ac:spMkLst>
            <pc:docMk/>
            <pc:sldMk cId="259591731" sldId="2147481836"/>
            <ac:spMk id="133" creationId="{14B58D64-8AB8-DE28-694A-5107BEF1070E}"/>
          </ac:spMkLst>
        </pc:spChg>
        <pc:spChg chg="mod">
          <ac:chgData name="Kannepamula Mahesh Babu" userId="391c5b16-0897-4eca-a028-a97f935a3bd2" providerId="ADAL" clId="{9E3353FE-7EFD-4D1F-85AC-2D3001641A94}" dt="2026-07-13T06:29:06.792" v="10286" actId="14100"/>
          <ac:spMkLst>
            <pc:docMk/>
            <pc:sldMk cId="259591731" sldId="2147481836"/>
            <ac:spMk id="134" creationId="{B95A2A05-70DD-4F4B-587C-2BE8F975AB46}"/>
          </ac:spMkLst>
        </pc:spChg>
        <pc:picChg chg="add mod modCrop">
          <ac:chgData name="Kannepamula Mahesh Babu" userId="391c5b16-0897-4eca-a028-a97f935a3bd2" providerId="ADAL" clId="{9E3353FE-7EFD-4D1F-85AC-2D3001641A94}" dt="2026-07-13T06:35:13.382" v="10447" actId="1076"/>
          <ac:picMkLst>
            <pc:docMk/>
            <pc:sldMk cId="259591731" sldId="2147481836"/>
            <ac:picMk id="11" creationId="{3C11C0B6-BB52-0837-E6B9-4454D4332B75}"/>
          </ac:picMkLst>
        </pc:picChg>
        <pc:picChg chg="add mod">
          <ac:chgData name="Kannepamula Mahesh Babu" userId="391c5b16-0897-4eca-a028-a97f935a3bd2" providerId="ADAL" clId="{9E3353FE-7EFD-4D1F-85AC-2D3001641A94}" dt="2026-07-13T06:54:58.685" v="10458" actId="1076"/>
          <ac:picMkLst>
            <pc:docMk/>
            <pc:sldMk cId="259591731" sldId="2147481836"/>
            <ac:picMk id="13" creationId="{989AA0F6-7AAC-E7FE-8B8D-3D77DE24B78F}"/>
          </ac:picMkLst>
        </pc:picChg>
        <pc:cxnChg chg="mod">
          <ac:chgData name="Kannepamula Mahesh Babu" userId="391c5b16-0897-4eca-a028-a97f935a3bd2" providerId="ADAL" clId="{9E3353FE-7EFD-4D1F-85AC-2D3001641A94}" dt="2026-07-13T06:09:38.472" v="9443" actId="465"/>
          <ac:cxnSpMkLst>
            <pc:docMk/>
            <pc:sldMk cId="259591731" sldId="2147481836"/>
            <ac:cxnSpMk id="70" creationId="{8675B31B-0EE0-AF57-B3F7-B3614D395CCC}"/>
          </ac:cxnSpMkLst>
        </pc:cxnChg>
        <pc:cxnChg chg="mod">
          <ac:chgData name="Kannepamula Mahesh Babu" userId="391c5b16-0897-4eca-a028-a97f935a3bd2" providerId="ADAL" clId="{9E3353FE-7EFD-4D1F-85AC-2D3001641A94}" dt="2026-07-13T06:09:38.472" v="9443" actId="465"/>
          <ac:cxnSpMkLst>
            <pc:docMk/>
            <pc:sldMk cId="259591731" sldId="2147481836"/>
            <ac:cxnSpMk id="71" creationId="{C29182ED-C0DB-8D18-04B2-29128F8408E2}"/>
          </ac:cxnSpMkLst>
        </pc:cxnChg>
        <pc:cxnChg chg="mod">
          <ac:chgData name="Kannepamula Mahesh Babu" userId="391c5b16-0897-4eca-a028-a97f935a3bd2" providerId="ADAL" clId="{9E3353FE-7EFD-4D1F-85AC-2D3001641A94}" dt="2026-07-13T06:09:38.472" v="9443" actId="465"/>
          <ac:cxnSpMkLst>
            <pc:docMk/>
            <pc:sldMk cId="259591731" sldId="2147481836"/>
            <ac:cxnSpMk id="72" creationId="{96B002BF-0A18-E548-D0C7-5F5C33D3C31E}"/>
          </ac:cxnSpMkLst>
        </pc:cxnChg>
        <pc:cxnChg chg="mod">
          <ac:chgData name="Kannepamula Mahesh Babu" userId="391c5b16-0897-4eca-a028-a97f935a3bd2" providerId="ADAL" clId="{9E3353FE-7EFD-4D1F-85AC-2D3001641A94}" dt="2026-07-13T06:32:42.802" v="10434" actId="197"/>
          <ac:cxnSpMkLst>
            <pc:docMk/>
            <pc:sldMk cId="259591731" sldId="2147481836"/>
            <ac:cxnSpMk id="120" creationId="{978EAC57-B4D2-9B87-A64B-134666ED6D8F}"/>
          </ac:cxnSpMkLst>
        </pc:cxnChg>
      </pc:sldChg>
      <pc:sldChg chg="addSp modSp mod ord modShow">
        <pc:chgData name="Kannepamula Mahesh Babu" userId="391c5b16-0897-4eca-a028-a97f935a3bd2" providerId="ADAL" clId="{9E3353FE-7EFD-4D1F-85AC-2D3001641A94}" dt="2026-07-13T08:06:03.846" v="10462" actId="34476"/>
        <pc:sldMkLst>
          <pc:docMk/>
          <pc:sldMk cId="3281960500" sldId="2147481837"/>
        </pc:sldMkLst>
        <pc:picChg chg="add mod">
          <ac:chgData name="Kannepamula Mahesh Babu" userId="391c5b16-0897-4eca-a028-a97f935a3bd2" providerId="ADAL" clId="{9E3353FE-7EFD-4D1F-85AC-2D3001641A94}" dt="2026-07-13T06:55:12.245" v="10461"/>
          <ac:picMkLst>
            <pc:docMk/>
            <pc:sldMk cId="3281960500" sldId="2147481837"/>
            <ac:picMk id="6" creationId="{B79AEE32-D60F-C992-87C1-A17AA400587B}"/>
          </ac:picMkLst>
        </pc:picChg>
      </pc:sldChg>
      <pc:sldChg chg="add">
        <pc:chgData name="Kannepamula Mahesh Babu" userId="391c5b16-0897-4eca-a028-a97f935a3bd2" providerId="ADAL" clId="{9E3353FE-7EFD-4D1F-85AC-2D3001641A94}" dt="2026-07-13T05:29:25.592" v="9152" actId="2890"/>
        <pc:sldMkLst>
          <pc:docMk/>
          <pc:sldMk cId="480491037" sldId="2147481838"/>
        </pc:sldMkLst>
      </pc:sldChg>
      <pc:sldChg chg="add">
        <pc:chgData name="Kannepamula Mahesh Babu" userId="391c5b16-0897-4eca-a028-a97f935a3bd2" providerId="ADAL" clId="{9E3353FE-7EFD-4D1F-85AC-2D3001641A94}" dt="2026-07-13T05:52:03.261" v="9393"/>
        <pc:sldMkLst>
          <pc:docMk/>
          <pc:sldMk cId="2879658209" sldId="2147481839"/>
        </pc:sldMkLst>
      </pc:sldChg>
      <pc:sldChg chg="add">
        <pc:chgData name="Kannepamula Mahesh Babu" userId="391c5b16-0897-4eca-a028-a97f935a3bd2" providerId="ADAL" clId="{9E3353FE-7EFD-4D1F-85AC-2D3001641A94}" dt="2026-07-13T06:34:56.099" v="10438"/>
        <pc:sldMkLst>
          <pc:docMk/>
          <pc:sldMk cId="3459248943" sldId="2147481840"/>
        </pc:sldMkLst>
      </pc:sldChg>
      <pc:sldChg chg="add del">
        <pc:chgData name="Kannepamula Mahesh Babu" userId="391c5b16-0897-4eca-a028-a97f935a3bd2" providerId="ADAL" clId="{9E3353FE-7EFD-4D1F-85AC-2D3001641A94}" dt="2026-07-13T06:55:09.244" v="10460"/>
        <pc:sldMkLst>
          <pc:docMk/>
          <pc:sldMk cId="1007026552" sldId="2147481841"/>
        </pc:sldMkLst>
      </pc:sldChg>
      <pc:sldChg chg="add del">
        <pc:chgData name="Kannepamula Mahesh Babu" userId="391c5b16-0897-4eca-a028-a97f935a3bd2" providerId="ADAL" clId="{9E3353FE-7EFD-4D1F-85AC-2D3001641A94}" dt="2026-07-13T06:35:04.386" v="10445"/>
        <pc:sldMkLst>
          <pc:docMk/>
          <pc:sldMk cId="1873443348" sldId="2147481841"/>
        </pc:sldMkLst>
      </pc:sldChg>
      <pc:sldMasterChg chg="addSldLayout modSldLayout">
        <pc:chgData name="Kannepamula Mahesh Babu" userId="391c5b16-0897-4eca-a028-a97f935a3bd2" providerId="ADAL" clId="{9E3353FE-7EFD-4D1F-85AC-2D3001641A94}" dt="2026-07-10T15:01:01.683" v="8822" actId="20577"/>
        <pc:sldMasterMkLst>
          <pc:docMk/>
          <pc:sldMasterMk cId="2460954070" sldId="2147483704"/>
        </pc:sldMasterMkLst>
        <pc:sldLayoutChg chg="addSp delSp modSp mod">
          <pc:chgData name="Kannepamula Mahesh Babu" userId="391c5b16-0897-4eca-a028-a97f935a3bd2" providerId="ADAL" clId="{9E3353FE-7EFD-4D1F-85AC-2D3001641A94}" dt="2026-06-29T03:10:24.498" v="121"/>
          <pc:sldLayoutMkLst>
            <pc:docMk/>
            <pc:sldMasterMk cId="2460954070" sldId="2147483704"/>
            <pc:sldLayoutMk cId="2385387890" sldId="2147483700"/>
          </pc:sldLayoutMkLst>
          <pc:spChg chg="add mod ord">
            <ac:chgData name="Kannepamula Mahesh Babu" userId="391c5b16-0897-4eca-a028-a97f935a3bd2" providerId="ADAL" clId="{9E3353FE-7EFD-4D1F-85AC-2D3001641A94}" dt="2026-06-29T03:10:02.762" v="117" actId="14100"/>
            <ac:spMkLst>
              <pc:docMk/>
              <pc:sldMasterMk cId="2460954070" sldId="2147483704"/>
              <pc:sldLayoutMk cId="2385387890" sldId="2147483700"/>
              <ac:spMk id="10" creationId="{131684A9-2CD3-D91A-E740-C49B9A02F278}"/>
            </ac:spMkLst>
          </pc:spChg>
          <pc:picChg chg="ord">
            <ac:chgData name="Kannepamula Mahesh Babu" userId="391c5b16-0897-4eca-a028-a97f935a3bd2" providerId="ADAL" clId="{9E3353FE-7EFD-4D1F-85AC-2D3001641A94}" dt="2026-06-29T03:10:05.860" v="118" actId="167"/>
            <ac:picMkLst>
              <pc:docMk/>
              <pc:sldMasterMk cId="2460954070" sldId="2147483704"/>
              <pc:sldLayoutMk cId="2385387890" sldId="2147483700"/>
              <ac:picMk id="4" creationId="{56143136-D3FB-7460-C7EF-BDDE78501810}"/>
            </ac:picMkLst>
          </pc:picChg>
          <pc:picChg chg="add mod">
            <ac:chgData name="Kannepamula Mahesh Babu" userId="391c5b16-0897-4eca-a028-a97f935a3bd2" providerId="ADAL" clId="{9E3353FE-7EFD-4D1F-85AC-2D3001641A94}" dt="2026-06-29T03:10:24.498" v="121"/>
            <ac:picMkLst>
              <pc:docMk/>
              <pc:sldMasterMk cId="2460954070" sldId="2147483704"/>
              <pc:sldLayoutMk cId="2385387890" sldId="2147483700"/>
              <ac:picMk id="5" creationId="{636F04A7-61C4-4311-9002-DCC7789AF386}"/>
            </ac:picMkLst>
          </pc:picChg>
        </pc:sldLayoutChg>
        <pc:sldLayoutChg chg="delSp modSp mod">
          <pc:chgData name="Kannepamula Mahesh Babu" userId="391c5b16-0897-4eca-a028-a97f935a3bd2" providerId="ADAL" clId="{9E3353FE-7EFD-4D1F-85AC-2D3001641A94}" dt="2026-07-10T14:45:03.821" v="8703" actId="1076"/>
          <pc:sldLayoutMkLst>
            <pc:docMk/>
            <pc:sldMasterMk cId="2460954070" sldId="2147483704"/>
            <pc:sldLayoutMk cId="949138452" sldId="2147483707"/>
          </pc:sldLayoutMkLst>
          <pc:picChg chg="mod">
            <ac:chgData name="Kannepamula Mahesh Babu" userId="391c5b16-0897-4eca-a028-a97f935a3bd2" providerId="ADAL" clId="{9E3353FE-7EFD-4D1F-85AC-2D3001641A94}" dt="2026-07-10T14:45:03.821" v="8703" actId="1076"/>
            <ac:picMkLst>
              <pc:docMk/>
              <pc:sldMasterMk cId="2460954070" sldId="2147483704"/>
              <pc:sldLayoutMk cId="949138452" sldId="2147483707"/>
              <ac:picMk id="12" creationId="{5345D0AA-4993-E0B4-38A4-7EF2AAC68EAA}"/>
            </ac:picMkLst>
          </pc:picChg>
        </pc:sldLayoutChg>
        <pc:sldLayoutChg chg="modSp add mod replId modTransition">
          <pc:chgData name="Kannepamula Mahesh Babu" userId="391c5b16-0897-4eca-a028-a97f935a3bd2" providerId="ADAL" clId="{9E3353FE-7EFD-4D1F-85AC-2D3001641A94}" dt="2026-07-10T15:00:47.374" v="8816" actId="14100"/>
          <pc:sldLayoutMkLst>
            <pc:docMk/>
            <pc:sldMasterMk cId="2460954070" sldId="2147483704"/>
            <pc:sldLayoutMk cId="399243013" sldId="2147483738"/>
          </pc:sldLayoutMkLst>
          <pc:spChg chg="mod">
            <ac:chgData name="Kannepamula Mahesh Babu" userId="391c5b16-0897-4eca-a028-a97f935a3bd2" providerId="ADAL" clId="{9E3353FE-7EFD-4D1F-85AC-2D3001641A94}" dt="2026-07-10T15:00:47.374" v="8816" actId="14100"/>
            <ac:spMkLst>
              <pc:docMk/>
              <pc:sldMasterMk cId="2460954070" sldId="2147483704"/>
              <pc:sldLayoutMk cId="399243013" sldId="2147483738"/>
              <ac:spMk id="2" creationId="{00000000-0000-0000-0000-000000000000}"/>
            </ac:spMkLst>
          </pc:spChg>
          <pc:picChg chg="mod">
            <ac:chgData name="Kannepamula Mahesh Babu" userId="391c5b16-0897-4eca-a028-a97f935a3bd2" providerId="ADAL" clId="{9E3353FE-7EFD-4D1F-85AC-2D3001641A94}" dt="2026-07-10T14:52:14.192" v="8756" actId="14100"/>
            <ac:picMkLst>
              <pc:docMk/>
              <pc:sldMasterMk cId="2460954070" sldId="2147483704"/>
              <pc:sldLayoutMk cId="399243013" sldId="2147483738"/>
              <ac:picMk id="12" creationId="{5345D0AA-4993-E0B4-38A4-7EF2AAC68EAA}"/>
            </ac:picMkLst>
          </pc:picChg>
          <pc:cxnChg chg="mod">
            <ac:chgData name="Kannepamula Mahesh Babu" userId="391c5b16-0897-4eca-a028-a97f935a3bd2" providerId="ADAL" clId="{9E3353FE-7EFD-4D1F-85AC-2D3001641A94}" dt="2026-07-10T15:00:46.275" v="8814" actId="1076"/>
            <ac:cxnSpMkLst>
              <pc:docMk/>
              <pc:sldMasterMk cId="2460954070" sldId="2147483704"/>
              <pc:sldLayoutMk cId="399243013" sldId="2147483738"/>
              <ac:cxnSpMk id="9" creationId="{5CE39CB5-F702-940E-D5A3-9950276C91F2}"/>
            </ac:cxnSpMkLst>
          </pc:cxnChg>
        </pc:sldLayoutChg>
        <pc:sldLayoutChg chg="addSp delSp modSp mod">
          <pc:chgData name="Kannepamula Mahesh Babu" userId="391c5b16-0897-4eca-a028-a97f935a3bd2" providerId="ADAL" clId="{9E3353FE-7EFD-4D1F-85AC-2D3001641A94}" dt="2026-07-10T14:48:07.351" v="8727" actId="207"/>
          <pc:sldLayoutMkLst>
            <pc:docMk/>
            <pc:sldMasterMk cId="2460954070" sldId="2147483704"/>
            <pc:sldLayoutMk cId="97603436" sldId="2147484399"/>
          </pc:sldLayoutMkLst>
          <pc:spChg chg="mod">
            <ac:chgData name="Kannepamula Mahesh Babu" userId="391c5b16-0897-4eca-a028-a97f935a3bd2" providerId="ADAL" clId="{9E3353FE-7EFD-4D1F-85AC-2D3001641A94}" dt="2026-07-10T14:48:07.351" v="8727" actId="207"/>
            <ac:spMkLst>
              <pc:docMk/>
              <pc:sldMasterMk cId="2460954070" sldId="2147483704"/>
              <pc:sldLayoutMk cId="97603436" sldId="2147484399"/>
              <ac:spMk id="2" creationId="{00000000-0000-0000-0000-000000000000}"/>
            </ac:spMkLst>
          </pc:spChg>
          <pc:spChg chg="add mod">
            <ac:chgData name="Kannepamula Mahesh Babu" userId="391c5b16-0897-4eca-a028-a97f935a3bd2" providerId="ADAL" clId="{9E3353FE-7EFD-4D1F-85AC-2D3001641A94}" dt="2026-07-10T14:47:52.140" v="8726"/>
            <ac:spMkLst>
              <pc:docMk/>
              <pc:sldMasterMk cId="2460954070" sldId="2147483704"/>
              <pc:sldLayoutMk cId="97603436" sldId="2147484399"/>
              <ac:spMk id="7" creationId="{B8A55E3B-4233-7EFA-A025-714EEA6400CC}"/>
            </ac:spMkLst>
          </pc:spChg>
          <pc:spChg chg="add mod">
            <ac:chgData name="Kannepamula Mahesh Babu" userId="391c5b16-0897-4eca-a028-a97f935a3bd2" providerId="ADAL" clId="{9E3353FE-7EFD-4D1F-85AC-2D3001641A94}" dt="2026-07-10T14:47:52.140" v="8726"/>
            <ac:spMkLst>
              <pc:docMk/>
              <pc:sldMasterMk cId="2460954070" sldId="2147483704"/>
              <pc:sldLayoutMk cId="97603436" sldId="2147484399"/>
              <ac:spMk id="8" creationId="{898BB8B3-5E7B-6A69-15C7-732149F83E50}"/>
            </ac:spMkLst>
          </pc:spChg>
          <pc:picChg chg="mod">
            <ac:chgData name="Kannepamula Mahesh Babu" userId="391c5b16-0897-4eca-a028-a97f935a3bd2" providerId="ADAL" clId="{9E3353FE-7EFD-4D1F-85AC-2D3001641A94}" dt="2026-07-10T14:47:47.388" v="8724" actId="1076"/>
            <ac:picMkLst>
              <pc:docMk/>
              <pc:sldMasterMk cId="2460954070" sldId="2147483704"/>
              <pc:sldLayoutMk cId="97603436" sldId="2147484399"/>
              <ac:picMk id="9" creationId="{DB3A95AF-E38C-4D22-D25E-DE95CBD87D36}"/>
            </ac:picMkLst>
          </pc:picChg>
        </pc:sldLayoutChg>
        <pc:sldLayoutChg chg="modSp add mod modTransition">
          <pc:chgData name="Kannepamula Mahesh Babu" userId="391c5b16-0897-4eca-a028-a97f935a3bd2" providerId="ADAL" clId="{9E3353FE-7EFD-4D1F-85AC-2D3001641A94}" dt="2026-07-10T15:01:01.683" v="8822" actId="20577"/>
          <pc:sldLayoutMkLst>
            <pc:docMk/>
            <pc:sldMasterMk cId="2460954070" sldId="2147483704"/>
            <pc:sldLayoutMk cId="3959291647" sldId="2147484400"/>
          </pc:sldLayoutMkLst>
          <pc:spChg chg="mod">
            <ac:chgData name="Kannepamula Mahesh Babu" userId="391c5b16-0897-4eca-a028-a97f935a3bd2" providerId="ADAL" clId="{9E3353FE-7EFD-4D1F-85AC-2D3001641A94}" dt="2026-07-10T15:01:01.683" v="8822" actId="20577"/>
            <ac:spMkLst>
              <pc:docMk/>
              <pc:sldMasterMk cId="2460954070" sldId="2147483704"/>
              <pc:sldLayoutMk cId="3959291647" sldId="2147484400"/>
              <ac:spMk id="2" creationId="{00000000-0000-0000-0000-000000000000}"/>
            </ac:spMkLst>
          </pc:spChg>
          <pc:cxnChg chg="mod">
            <ac:chgData name="Kannepamula Mahesh Babu" userId="391c5b16-0897-4eca-a028-a97f935a3bd2" providerId="ADAL" clId="{9E3353FE-7EFD-4D1F-85AC-2D3001641A94}" dt="2026-07-10T15:00:56.837" v="8819" actId="1076"/>
            <ac:cxnSpMkLst>
              <pc:docMk/>
              <pc:sldMasterMk cId="2460954070" sldId="2147483704"/>
              <pc:sldLayoutMk cId="3959291647" sldId="2147484400"/>
              <ac:cxnSpMk id="9" creationId="{5CE39CB5-F702-940E-D5A3-9950276C91F2}"/>
            </ac:cxnSpMkLst>
          </pc:cxnChg>
        </pc:sldLayoutChg>
      </pc:sldMasterChg>
    </pc:docChg>
  </pc:docChgLst>
  <pc:docChgLst>
    <pc:chgData name="Devanand Chintoju" userId="S::devanand.c@syrencloud.com::d8309b23-9736-40f9-b7cb-b8d53c5a2ef2" providerId="AD" clId="Web-{3EF37AAE-6F19-E7D0-4088-6A7D5CF7A32C}"/>
    <pc:docChg chg="mod addSld delSld modSld">
      <pc:chgData name="Devanand Chintoju" userId="S::devanand.c@syrencloud.com::d8309b23-9736-40f9-b7cb-b8d53c5a2ef2" providerId="AD" clId="Web-{3EF37AAE-6F19-E7D0-4088-6A7D5CF7A32C}" dt="2026-06-29T11:57:02.026" v="189"/>
      <pc:docMkLst>
        <pc:docMk/>
      </pc:docMkLst>
    </pc:docChg>
  </pc:docChgLst>
  <pc:docChgLst>
    <pc:chgData name="Srikant Kalaga" userId="961c47af-c9bb-4225-b2a0-952af4799497" providerId="ADAL" clId="{925A01D1-6839-4C52-A6CD-0C262EC2BC30}"/>
    <pc:docChg chg="undo custSel addSld delSld modSld sldOrd addMainMaster delMainMaster addSection delSection modSection">
      <pc:chgData name="Srikant Kalaga" userId="961c47af-c9bb-4225-b2a0-952af4799497" providerId="ADAL" clId="{925A01D1-6839-4C52-A6CD-0C262EC2BC30}" dt="2026-07-07T12:38:57.020" v="932" actId="729"/>
      <pc:docMkLst>
        <pc:docMk/>
      </pc:docMkLst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0" sldId="257"/>
        </pc:sldMkLst>
      </pc:sldChg>
      <pc:sldChg chg="add del ord">
        <pc:chgData name="Srikant Kalaga" userId="961c47af-c9bb-4225-b2a0-952af4799497" providerId="ADAL" clId="{925A01D1-6839-4C52-A6CD-0C262EC2BC30}" dt="2026-07-07T08:17:00.400" v="609" actId="2696"/>
        <pc:sldMkLst>
          <pc:docMk/>
          <pc:sldMk cId="3348813402" sldId="2076137763"/>
        </pc:sldMkLst>
      </pc:sldChg>
      <pc:sldChg chg="add del mod or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3882010242" sldId="2076137764"/>
        </pc:sldMkLst>
      </pc:sldChg>
      <pc:sldChg chg="add del ord">
        <pc:chgData name="Srikant Kalaga" userId="961c47af-c9bb-4225-b2a0-952af4799497" providerId="ADAL" clId="{925A01D1-6839-4C52-A6CD-0C262EC2BC30}" dt="2026-07-07T08:17:00.400" v="609" actId="2696"/>
        <pc:sldMkLst>
          <pc:docMk/>
          <pc:sldMk cId="54263797" sldId="2076137765"/>
        </pc:sldMkLst>
      </pc:sldChg>
      <pc:sldChg chg="modSp add del mo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6189717" sldId="2076137766"/>
        </pc:sldMkLst>
      </pc:sldChg>
      <pc:sldChg chg="add del mo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4221204706" sldId="2076137769"/>
        </pc:sldMkLst>
      </pc:sldChg>
      <pc:sldChg chg="add del mo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3981440326" sldId="2076137770"/>
        </pc:sldMkLst>
      </pc:sldChg>
      <pc:sldChg chg="delSp add del mod or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3574877604" sldId="2076137771"/>
        </pc:sldMkLst>
      </pc:sldChg>
      <pc:sldChg chg="add del ord">
        <pc:chgData name="Srikant Kalaga" userId="961c47af-c9bb-4225-b2a0-952af4799497" providerId="ADAL" clId="{925A01D1-6839-4C52-A6CD-0C262EC2BC30}" dt="2026-07-07T08:17:00.400" v="609" actId="2696"/>
        <pc:sldMkLst>
          <pc:docMk/>
          <pc:sldMk cId="1642220967" sldId="2076137772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2997420400" sldId="2076137774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2467562094" sldId="2076137775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2709716531" sldId="2076137776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2152366833" sldId="2076137777"/>
        </pc:sldMkLst>
      </pc:sldChg>
      <pc:sldChg chg="delSp add del mod ord">
        <pc:chgData name="Srikant Kalaga" userId="961c47af-c9bb-4225-b2a0-952af4799497" providerId="ADAL" clId="{925A01D1-6839-4C52-A6CD-0C262EC2BC30}" dt="2026-07-07T08:17:00.400" v="609" actId="2696"/>
        <pc:sldMkLst>
          <pc:docMk/>
          <pc:sldMk cId="67895314" sldId="2147474868"/>
        </pc:sldMkLst>
      </pc:sldChg>
      <pc:sldChg chg="modSp mod or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553572738" sldId="2147474869"/>
        </pc:sldMkLst>
        <pc:spChg chg="mod">
          <ac:chgData name="Srikant Kalaga" userId="961c47af-c9bb-4225-b2a0-952af4799497" providerId="ADAL" clId="{925A01D1-6839-4C52-A6CD-0C262EC2BC30}" dt="2026-07-01T10:24:33.180" v="136" actId="404"/>
          <ac:spMkLst>
            <pc:docMk/>
            <pc:sldMk cId="553572738" sldId="2147474869"/>
            <ac:spMk id="2" creationId="{54497779-77D0-558B-19BA-E9D8D2B40494}"/>
          </ac:spMkLst>
        </pc:spChg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1305668230" sldId="2147474870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1014566364" sldId="2147474871"/>
        </pc:sldMkLst>
      </pc:sldChg>
      <pc:sldChg chg="add del ord">
        <pc:chgData name="Srikant Kalaga" userId="961c47af-c9bb-4225-b2a0-952af4799497" providerId="ADAL" clId="{925A01D1-6839-4C52-A6CD-0C262EC2BC30}" dt="2026-07-07T08:17:00.400" v="609" actId="2696"/>
        <pc:sldMkLst>
          <pc:docMk/>
          <pc:sldMk cId="3002218494" sldId="2147474877"/>
        </pc:sldMkLst>
      </pc:sldChg>
      <pc:sldChg chg="modSp mod ord">
        <pc:chgData name="Srikant Kalaga" userId="961c47af-c9bb-4225-b2a0-952af4799497" providerId="ADAL" clId="{925A01D1-6839-4C52-A6CD-0C262EC2BC30}" dt="2026-07-07T11:05:47.802" v="777" actId="113"/>
        <pc:sldMkLst>
          <pc:docMk/>
          <pc:sldMk cId="1636211531" sldId="2147474879"/>
        </pc:sldMkLst>
        <pc:spChg chg="mod">
          <ac:chgData name="Srikant Kalaga" userId="961c47af-c9bb-4225-b2a0-952af4799497" providerId="ADAL" clId="{925A01D1-6839-4C52-A6CD-0C262EC2BC30}" dt="2026-07-07T11:05:47.802" v="777" actId="113"/>
          <ac:spMkLst>
            <pc:docMk/>
            <pc:sldMk cId="1636211531" sldId="2147474879"/>
            <ac:spMk id="2" creationId="{4A3D47B9-9300-2DA7-9C15-1D5E7E9989B7}"/>
          </ac:spMkLst>
        </pc:spChg>
      </pc:sldChg>
      <pc:sldChg chg="add del mo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2685246618" sldId="2147474883"/>
        </pc:sldMkLst>
      </pc:sldChg>
      <pc:sldChg chg="add del mod or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2877813512" sldId="2147474886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3377972757" sldId="2147474889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2584111903" sldId="2147474891"/>
        </pc:sldMkLst>
      </pc:sldChg>
      <pc:sldChg chg="add del mo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790199280" sldId="2147481775"/>
        </pc:sldMkLst>
      </pc:sldChg>
      <pc:sldChg chg="add del mod ord modShow">
        <pc:chgData name="Srikant Kalaga" userId="961c47af-c9bb-4225-b2a0-952af4799497" providerId="ADAL" clId="{925A01D1-6839-4C52-A6CD-0C262EC2BC30}" dt="2026-07-07T08:50:55.062" v="635"/>
        <pc:sldMkLst>
          <pc:docMk/>
          <pc:sldMk cId="2117641374" sldId="2147481785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0" sldId="2147481787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1378753998" sldId="2147481789"/>
        </pc:sldMkLst>
      </pc:sldChg>
      <pc:sldChg chg="modSp 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1287577181" sldId="2147481790"/>
        </pc:sldMkLst>
      </pc:sldChg>
      <pc:sldChg chg="mod or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2008410391" sldId="2147481791"/>
        </pc:sldMkLst>
      </pc:sldChg>
      <pc:sldChg chg="add del ord">
        <pc:chgData name="Srikant Kalaga" userId="961c47af-c9bb-4225-b2a0-952af4799497" providerId="ADAL" clId="{925A01D1-6839-4C52-A6CD-0C262EC2BC30}" dt="2026-07-07T08:17:00.400" v="609" actId="2696"/>
        <pc:sldMkLst>
          <pc:docMk/>
          <pc:sldMk cId="730580893" sldId="2147481792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3153137025" sldId="2147481793"/>
        </pc:sldMkLst>
      </pc:sldChg>
      <pc:sldChg chg="add del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757167522" sldId="2147481794"/>
        </pc:sldMkLst>
      </pc:sldChg>
      <pc:sldChg chg="addSp delSp modSp mod ord">
        <pc:chgData name="Srikant Kalaga" userId="961c47af-c9bb-4225-b2a0-952af4799497" providerId="ADAL" clId="{925A01D1-6839-4C52-A6CD-0C262EC2BC30}" dt="2026-07-01T11:55:16.317" v="352" actId="1076"/>
        <pc:sldMkLst>
          <pc:docMk/>
          <pc:sldMk cId="3880626240" sldId="2147481798"/>
        </pc:sldMkLst>
        <pc:spChg chg="mod">
          <ac:chgData name="Srikant Kalaga" userId="961c47af-c9bb-4225-b2a0-952af4799497" providerId="ADAL" clId="{925A01D1-6839-4C52-A6CD-0C262EC2BC30}" dt="2026-07-01T11:54:26.197" v="265" actId="20577"/>
          <ac:spMkLst>
            <pc:docMk/>
            <pc:sldMk cId="3880626240" sldId="2147481798"/>
            <ac:spMk id="8" creationId="{A4D8A2E8-CCD9-1635-EB34-AF12C8D8BE95}"/>
          </ac:spMkLst>
        </pc:spChg>
        <pc:spChg chg="mod">
          <ac:chgData name="Srikant Kalaga" userId="961c47af-c9bb-4225-b2a0-952af4799497" providerId="ADAL" clId="{925A01D1-6839-4C52-A6CD-0C262EC2BC30}" dt="2026-07-01T11:55:03.567" v="349" actId="20577"/>
          <ac:spMkLst>
            <pc:docMk/>
            <pc:sldMk cId="3880626240" sldId="2147481798"/>
            <ac:spMk id="18" creationId="{DAD47FAD-056B-7D00-9B47-DFCAEA466F98}"/>
          </ac:spMkLst>
        </pc:spChg>
      </pc:sldChg>
      <pc:sldChg chg="modSp mod">
        <pc:chgData name="Srikant Kalaga" userId="961c47af-c9bb-4225-b2a0-952af4799497" providerId="ADAL" clId="{925A01D1-6839-4C52-A6CD-0C262EC2BC30}" dt="2026-07-07T11:05:35.604" v="776" actId="20577"/>
        <pc:sldMkLst>
          <pc:docMk/>
          <pc:sldMk cId="566397521" sldId="2147481804"/>
        </pc:sldMkLst>
        <pc:spChg chg="mod">
          <ac:chgData name="Srikant Kalaga" userId="961c47af-c9bb-4225-b2a0-952af4799497" providerId="ADAL" clId="{925A01D1-6839-4C52-A6CD-0C262EC2BC30}" dt="2026-07-07T08:00:16.058" v="446" actId="1076"/>
          <ac:spMkLst>
            <pc:docMk/>
            <pc:sldMk cId="566397521" sldId="2147481804"/>
            <ac:spMk id="4" creationId="{B86D690C-0DF1-D38E-7811-4F326CB62E97}"/>
          </ac:spMkLst>
        </pc:spChg>
        <pc:spChg chg="mod">
          <ac:chgData name="Srikant Kalaga" userId="961c47af-c9bb-4225-b2a0-952af4799497" providerId="ADAL" clId="{925A01D1-6839-4C52-A6CD-0C262EC2BC30}" dt="2026-07-07T08:11:29.186" v="563" actId="1076"/>
          <ac:spMkLst>
            <pc:docMk/>
            <pc:sldMk cId="566397521" sldId="2147481804"/>
            <ac:spMk id="5" creationId="{3BBB3D99-3A19-B32D-F9EC-EC08B8582391}"/>
          </ac:spMkLst>
        </pc:spChg>
        <pc:spChg chg="mod">
          <ac:chgData name="Srikant Kalaga" userId="961c47af-c9bb-4225-b2a0-952af4799497" providerId="ADAL" clId="{925A01D1-6839-4C52-A6CD-0C262EC2BC30}" dt="2026-07-07T11:03:03.319" v="680" actId="1076"/>
          <ac:spMkLst>
            <pc:docMk/>
            <pc:sldMk cId="566397521" sldId="2147481804"/>
            <ac:spMk id="6" creationId="{310B5265-F9F5-4D6A-A938-842271F824ED}"/>
          </ac:spMkLst>
        </pc:spChg>
        <pc:spChg chg="mod">
          <ac:chgData name="Srikant Kalaga" userId="961c47af-c9bb-4225-b2a0-952af4799497" providerId="ADAL" clId="{925A01D1-6839-4C52-A6CD-0C262EC2BC30}" dt="2026-07-07T07:57:41.754" v="383" actId="14100"/>
          <ac:spMkLst>
            <pc:docMk/>
            <pc:sldMk cId="566397521" sldId="2147481804"/>
            <ac:spMk id="8" creationId="{4DF77FFB-048A-6A9C-8125-9CA24840BF25}"/>
          </ac:spMkLst>
        </pc:spChg>
        <pc:spChg chg="mod">
          <ac:chgData name="Srikant Kalaga" userId="961c47af-c9bb-4225-b2a0-952af4799497" providerId="ADAL" clId="{925A01D1-6839-4C52-A6CD-0C262EC2BC30}" dt="2026-07-07T07:56:46.167" v="373" actId="1076"/>
          <ac:spMkLst>
            <pc:docMk/>
            <pc:sldMk cId="566397521" sldId="2147481804"/>
            <ac:spMk id="11" creationId="{1F8517E5-10A1-7F7A-F19C-FC77D94C9F98}"/>
          </ac:spMkLst>
        </pc:spChg>
        <pc:spChg chg="mod">
          <ac:chgData name="Srikant Kalaga" userId="961c47af-c9bb-4225-b2a0-952af4799497" providerId="ADAL" clId="{925A01D1-6839-4C52-A6CD-0C262EC2BC30}" dt="2026-07-07T07:57:48.385" v="384" actId="14100"/>
          <ac:spMkLst>
            <pc:docMk/>
            <pc:sldMk cId="566397521" sldId="2147481804"/>
            <ac:spMk id="12" creationId="{D4C54A7A-7CE6-DBF7-B1D6-9545A7E06601}"/>
          </ac:spMkLst>
        </pc:spChg>
        <pc:spChg chg="mod">
          <ac:chgData name="Srikant Kalaga" userId="961c47af-c9bb-4225-b2a0-952af4799497" providerId="ADAL" clId="{925A01D1-6839-4C52-A6CD-0C262EC2BC30}" dt="2026-07-07T07:57:51.271" v="385" actId="14100"/>
          <ac:spMkLst>
            <pc:docMk/>
            <pc:sldMk cId="566397521" sldId="2147481804"/>
            <ac:spMk id="13" creationId="{575BBDFA-27F2-6DCB-B004-65D88EF55ACB}"/>
          </ac:spMkLst>
        </pc:spChg>
        <pc:spChg chg="mod">
          <ac:chgData name="Srikant Kalaga" userId="961c47af-c9bb-4225-b2a0-952af4799497" providerId="ADAL" clId="{925A01D1-6839-4C52-A6CD-0C262EC2BC30}" dt="2026-07-07T07:56:49.009" v="374" actId="1076"/>
          <ac:spMkLst>
            <pc:docMk/>
            <pc:sldMk cId="566397521" sldId="2147481804"/>
            <ac:spMk id="17" creationId="{9A72C5C4-20CF-3ED8-5C5E-858116B65685}"/>
          </ac:spMkLst>
        </pc:spChg>
        <pc:spChg chg="mod">
          <ac:chgData name="Srikant Kalaga" userId="961c47af-c9bb-4225-b2a0-952af4799497" providerId="ADAL" clId="{925A01D1-6839-4C52-A6CD-0C262EC2BC30}" dt="2026-07-07T07:57:54.050" v="386" actId="14100"/>
          <ac:spMkLst>
            <pc:docMk/>
            <pc:sldMk cId="566397521" sldId="2147481804"/>
            <ac:spMk id="19" creationId="{6AFCCFFB-1508-E978-E204-FEA17FA813A6}"/>
          </ac:spMkLst>
        </pc:spChg>
        <pc:spChg chg="mod">
          <ac:chgData name="Srikant Kalaga" userId="961c47af-c9bb-4225-b2a0-952af4799497" providerId="ADAL" clId="{925A01D1-6839-4C52-A6CD-0C262EC2BC30}" dt="2026-07-07T07:57:56.215" v="387" actId="14100"/>
          <ac:spMkLst>
            <pc:docMk/>
            <pc:sldMk cId="566397521" sldId="2147481804"/>
            <ac:spMk id="20" creationId="{310DB18B-EE39-40D5-0604-84A4CD65B7DE}"/>
          </ac:spMkLst>
        </pc:spChg>
        <pc:spChg chg="mod">
          <ac:chgData name="Srikant Kalaga" userId="961c47af-c9bb-4225-b2a0-952af4799497" providerId="ADAL" clId="{925A01D1-6839-4C52-A6CD-0C262EC2BC30}" dt="2026-07-07T08:00:25.412" v="452" actId="20577"/>
          <ac:spMkLst>
            <pc:docMk/>
            <pc:sldMk cId="566397521" sldId="2147481804"/>
            <ac:spMk id="22" creationId="{7B659F83-D1FE-1850-BA4F-DEACBB46DDDF}"/>
          </ac:spMkLst>
        </pc:spChg>
        <pc:spChg chg="mod">
          <ac:chgData name="Srikant Kalaga" userId="961c47af-c9bb-4225-b2a0-952af4799497" providerId="ADAL" clId="{925A01D1-6839-4C52-A6CD-0C262EC2BC30}" dt="2026-07-07T07:56:56.721" v="376" actId="20577"/>
          <ac:spMkLst>
            <pc:docMk/>
            <pc:sldMk cId="566397521" sldId="2147481804"/>
            <ac:spMk id="23" creationId="{1B8BFB54-7090-3649-1BD6-0F624334CE56}"/>
          </ac:spMkLst>
        </pc:spChg>
        <pc:spChg chg="mod">
          <ac:chgData name="Srikant Kalaga" userId="961c47af-c9bb-4225-b2a0-952af4799497" providerId="ADAL" clId="{925A01D1-6839-4C52-A6CD-0C262EC2BC30}" dt="2026-07-07T07:56:32.488" v="371" actId="20577"/>
          <ac:spMkLst>
            <pc:docMk/>
            <pc:sldMk cId="566397521" sldId="2147481804"/>
            <ac:spMk id="25" creationId="{50160EC2-2DFA-6F24-E13F-2EFE021C6BBD}"/>
          </ac:spMkLst>
        </pc:spChg>
        <pc:spChg chg="mod">
          <ac:chgData name="Srikant Kalaga" userId="961c47af-c9bb-4225-b2a0-952af4799497" providerId="ADAL" clId="{925A01D1-6839-4C52-A6CD-0C262EC2BC30}" dt="2026-07-07T07:58:01.493" v="388" actId="1076"/>
          <ac:spMkLst>
            <pc:docMk/>
            <pc:sldMk cId="566397521" sldId="2147481804"/>
            <ac:spMk id="26" creationId="{115358C2-27FE-A62F-C2A8-2066C780D2D1}"/>
          </ac:spMkLst>
        </pc:spChg>
        <pc:spChg chg="mod">
          <ac:chgData name="Srikant Kalaga" userId="961c47af-c9bb-4225-b2a0-952af4799497" providerId="ADAL" clId="{925A01D1-6839-4C52-A6CD-0C262EC2BC30}" dt="2026-07-07T08:11:41.340" v="565" actId="20577"/>
          <ac:spMkLst>
            <pc:docMk/>
            <pc:sldMk cId="566397521" sldId="2147481804"/>
            <ac:spMk id="27" creationId="{53EA6D90-7235-D2F5-926A-47B3F56CD6BA}"/>
          </ac:spMkLst>
        </pc:spChg>
        <pc:spChg chg="mod">
          <ac:chgData name="Srikant Kalaga" userId="961c47af-c9bb-4225-b2a0-952af4799497" providerId="ADAL" clId="{925A01D1-6839-4C52-A6CD-0C262EC2BC30}" dt="2026-07-07T07:56:35.963" v="372" actId="1076"/>
          <ac:spMkLst>
            <pc:docMk/>
            <pc:sldMk cId="566397521" sldId="2147481804"/>
            <ac:spMk id="28" creationId="{69F75A02-9717-FFA2-76BA-577C349E6DAA}"/>
          </ac:spMkLst>
        </pc:spChg>
        <pc:spChg chg="mod">
          <ac:chgData name="Srikant Kalaga" userId="961c47af-c9bb-4225-b2a0-952af4799497" providerId="ADAL" clId="{925A01D1-6839-4C52-A6CD-0C262EC2BC30}" dt="2026-07-07T07:58:18.037" v="392" actId="1076"/>
          <ac:spMkLst>
            <pc:docMk/>
            <pc:sldMk cId="566397521" sldId="2147481804"/>
            <ac:spMk id="29" creationId="{242CFEF2-E7E6-AC57-81B5-DF97B6717DA8}"/>
          </ac:spMkLst>
        </pc:spChg>
        <pc:spChg chg="mod">
          <ac:chgData name="Srikant Kalaga" userId="961c47af-c9bb-4225-b2a0-952af4799497" providerId="ADAL" clId="{925A01D1-6839-4C52-A6CD-0C262EC2BC30}" dt="2026-07-07T11:03:53.211" v="714" actId="20577"/>
          <ac:spMkLst>
            <pc:docMk/>
            <pc:sldMk cId="566397521" sldId="2147481804"/>
            <ac:spMk id="30" creationId="{BD3C7E56-D0DF-1387-D4C1-FCAEDD16C643}"/>
          </ac:spMkLst>
        </pc:spChg>
        <pc:spChg chg="mod">
          <ac:chgData name="Srikant Kalaga" userId="961c47af-c9bb-4225-b2a0-952af4799497" providerId="ADAL" clId="{925A01D1-6839-4C52-A6CD-0C262EC2BC30}" dt="2026-07-07T07:58:39.027" v="396" actId="1076"/>
          <ac:spMkLst>
            <pc:docMk/>
            <pc:sldMk cId="566397521" sldId="2147481804"/>
            <ac:spMk id="45" creationId="{1491C942-ADE5-3EC4-66D1-218CF88E9B97}"/>
          </ac:spMkLst>
        </pc:spChg>
        <pc:spChg chg="mod">
          <ac:chgData name="Srikant Kalaga" userId="961c47af-c9bb-4225-b2a0-952af4799497" providerId="ADAL" clId="{925A01D1-6839-4C52-A6CD-0C262EC2BC30}" dt="2026-07-07T11:04:38.634" v="740" actId="20577"/>
          <ac:spMkLst>
            <pc:docMk/>
            <pc:sldMk cId="566397521" sldId="2147481804"/>
            <ac:spMk id="60" creationId="{C99CB9C7-5A07-A550-77C5-04EC42313976}"/>
          </ac:spMkLst>
        </pc:spChg>
        <pc:spChg chg="mod">
          <ac:chgData name="Srikant Kalaga" userId="961c47af-c9bb-4225-b2a0-952af4799497" providerId="ADAL" clId="{925A01D1-6839-4C52-A6CD-0C262EC2BC30}" dt="2026-07-07T07:58:51.050" v="399" actId="1076"/>
          <ac:spMkLst>
            <pc:docMk/>
            <pc:sldMk cId="566397521" sldId="2147481804"/>
            <ac:spMk id="61" creationId="{D87270FD-1534-571D-2952-A6F0062B5AC3}"/>
          </ac:spMkLst>
        </pc:spChg>
        <pc:spChg chg="mod">
          <ac:chgData name="Srikant Kalaga" userId="961c47af-c9bb-4225-b2a0-952af4799497" providerId="ADAL" clId="{925A01D1-6839-4C52-A6CD-0C262EC2BC30}" dt="2026-07-07T11:05:08.594" v="758" actId="20577"/>
          <ac:spMkLst>
            <pc:docMk/>
            <pc:sldMk cId="566397521" sldId="2147481804"/>
            <ac:spMk id="62" creationId="{ED7E2B27-FEC1-68BE-1D84-55002A192644}"/>
          </ac:spMkLst>
        </pc:spChg>
        <pc:spChg chg="mod">
          <ac:chgData name="Srikant Kalaga" userId="961c47af-c9bb-4225-b2a0-952af4799497" providerId="ADAL" clId="{925A01D1-6839-4C52-A6CD-0C262EC2BC30}" dt="2026-07-07T07:59:05.382" v="402" actId="1076"/>
          <ac:spMkLst>
            <pc:docMk/>
            <pc:sldMk cId="566397521" sldId="2147481804"/>
            <ac:spMk id="63" creationId="{2DE3384B-8E51-5BDD-2A78-265410A0C2FA}"/>
          </ac:spMkLst>
        </pc:spChg>
        <pc:spChg chg="mod">
          <ac:chgData name="Srikant Kalaga" userId="961c47af-c9bb-4225-b2a0-952af4799497" providerId="ADAL" clId="{925A01D1-6839-4C52-A6CD-0C262EC2BC30}" dt="2026-07-07T11:05:35.604" v="776" actId="20577"/>
          <ac:spMkLst>
            <pc:docMk/>
            <pc:sldMk cId="566397521" sldId="2147481804"/>
            <ac:spMk id="64" creationId="{9C0AFC99-0D94-3C0A-7B55-2E0ECA37AD4B}"/>
          </ac:spMkLst>
        </pc:spChg>
        <pc:spChg chg="mod">
          <ac:chgData name="Srikant Kalaga" userId="961c47af-c9bb-4225-b2a0-952af4799497" providerId="ADAL" clId="{925A01D1-6839-4C52-A6CD-0C262EC2BC30}" dt="2026-07-07T07:58:07.560" v="390" actId="1076"/>
          <ac:spMkLst>
            <pc:docMk/>
            <pc:sldMk cId="566397521" sldId="2147481804"/>
            <ac:spMk id="65" creationId="{A8E503B9-F1FF-5FD9-902D-D1EB3701E6FB}"/>
          </ac:spMkLst>
        </pc:spChg>
        <pc:spChg chg="mod">
          <ac:chgData name="Srikant Kalaga" userId="961c47af-c9bb-4225-b2a0-952af4799497" providerId="ADAL" clId="{925A01D1-6839-4C52-A6CD-0C262EC2BC30}" dt="2026-07-07T07:58:30.590" v="394" actId="1076"/>
          <ac:spMkLst>
            <pc:docMk/>
            <pc:sldMk cId="566397521" sldId="2147481804"/>
            <ac:spMk id="67" creationId="{C9412624-36CF-6734-FE6B-B27FDDB82ED0}"/>
          </ac:spMkLst>
        </pc:spChg>
        <pc:spChg chg="mod">
          <ac:chgData name="Srikant Kalaga" userId="961c47af-c9bb-4225-b2a0-952af4799497" providerId="ADAL" clId="{925A01D1-6839-4C52-A6CD-0C262EC2BC30}" dt="2026-07-07T07:58:43.069" v="398" actId="1076"/>
          <ac:spMkLst>
            <pc:docMk/>
            <pc:sldMk cId="566397521" sldId="2147481804"/>
            <ac:spMk id="69" creationId="{42CCED01-C8C3-CC2B-63A5-FE55BC14AAC3}"/>
          </ac:spMkLst>
        </pc:spChg>
        <pc:spChg chg="mod">
          <ac:chgData name="Srikant Kalaga" userId="961c47af-c9bb-4225-b2a0-952af4799497" providerId="ADAL" clId="{925A01D1-6839-4C52-A6CD-0C262EC2BC30}" dt="2026-07-07T07:58:56.558" v="401" actId="1076"/>
          <ac:spMkLst>
            <pc:docMk/>
            <pc:sldMk cId="566397521" sldId="2147481804"/>
            <ac:spMk id="71" creationId="{E111A5FE-8E6C-D65D-3CCB-1DF82F244906}"/>
          </ac:spMkLst>
        </pc:spChg>
        <pc:spChg chg="mod">
          <ac:chgData name="Srikant Kalaga" userId="961c47af-c9bb-4225-b2a0-952af4799497" providerId="ADAL" clId="{925A01D1-6839-4C52-A6CD-0C262EC2BC30}" dt="2026-07-07T07:59:11.522" v="404" actId="1076"/>
          <ac:spMkLst>
            <pc:docMk/>
            <pc:sldMk cId="566397521" sldId="2147481804"/>
            <ac:spMk id="73" creationId="{F5D60F2A-370C-9782-B32F-656BB8359CF1}"/>
          </ac:spMkLst>
        </pc:spChg>
        <pc:grpChg chg="mod">
          <ac:chgData name="Srikant Kalaga" userId="961c47af-c9bb-4225-b2a0-952af4799497" providerId="ADAL" clId="{925A01D1-6839-4C52-A6CD-0C262EC2BC30}" dt="2026-07-07T07:57:35.341" v="382" actId="14100"/>
          <ac:grpSpMkLst>
            <pc:docMk/>
            <pc:sldMk cId="566397521" sldId="2147481804"/>
            <ac:grpSpMk id="7" creationId="{C0E31D56-5E17-26E4-79FA-F459BAB871EE}"/>
          </ac:grpSpMkLst>
        </pc:grpChg>
        <pc:picChg chg="mod">
          <ac:chgData name="Srikant Kalaga" userId="961c47af-c9bb-4225-b2a0-952af4799497" providerId="ADAL" clId="{925A01D1-6839-4C52-A6CD-0C262EC2BC30}" dt="2026-07-07T07:58:05.013" v="389" actId="1076"/>
          <ac:picMkLst>
            <pc:docMk/>
            <pc:sldMk cId="566397521" sldId="2147481804"/>
            <ac:picMk id="66" creationId="{1FE98658-E4B9-52FF-4500-B51341636E2A}"/>
          </ac:picMkLst>
        </pc:picChg>
        <pc:picChg chg="mod">
          <ac:chgData name="Srikant Kalaga" userId="961c47af-c9bb-4225-b2a0-952af4799497" providerId="ADAL" clId="{925A01D1-6839-4C52-A6CD-0C262EC2BC30}" dt="2026-07-07T07:58:34.480" v="395" actId="1076"/>
          <ac:picMkLst>
            <pc:docMk/>
            <pc:sldMk cId="566397521" sldId="2147481804"/>
            <ac:picMk id="68" creationId="{A3D095B3-3E14-442F-96B6-9E45DC93850A}"/>
          </ac:picMkLst>
        </pc:picChg>
        <pc:picChg chg="mod">
          <ac:chgData name="Srikant Kalaga" userId="961c47af-c9bb-4225-b2a0-952af4799497" providerId="ADAL" clId="{925A01D1-6839-4C52-A6CD-0C262EC2BC30}" dt="2026-07-07T07:58:40.732" v="397" actId="1076"/>
          <ac:picMkLst>
            <pc:docMk/>
            <pc:sldMk cId="566397521" sldId="2147481804"/>
            <ac:picMk id="70" creationId="{14C431C0-93C8-C59A-DD5A-CC60944A51FE}"/>
          </ac:picMkLst>
        </pc:picChg>
        <pc:picChg chg="mod">
          <ac:chgData name="Srikant Kalaga" userId="961c47af-c9bb-4225-b2a0-952af4799497" providerId="ADAL" clId="{925A01D1-6839-4C52-A6CD-0C262EC2BC30}" dt="2026-07-07T07:58:53.806" v="400" actId="1076"/>
          <ac:picMkLst>
            <pc:docMk/>
            <pc:sldMk cId="566397521" sldId="2147481804"/>
            <ac:picMk id="72" creationId="{3FB4160D-467D-7D22-5E8F-8701CFDE3D59}"/>
          </ac:picMkLst>
        </pc:picChg>
        <pc:picChg chg="mod">
          <ac:chgData name="Srikant Kalaga" userId="961c47af-c9bb-4225-b2a0-952af4799497" providerId="ADAL" clId="{925A01D1-6839-4C52-A6CD-0C262EC2BC30}" dt="2026-07-07T07:59:07.883" v="403" actId="1076"/>
          <ac:picMkLst>
            <pc:docMk/>
            <pc:sldMk cId="566397521" sldId="2147481804"/>
            <ac:picMk id="74" creationId="{7186736A-019E-904B-EBF1-405C3DC3C281}"/>
          </ac:picMkLst>
        </pc:picChg>
      </pc:sldChg>
      <pc:sldChg chg="add del">
        <pc:chgData name="Srikant Kalaga" userId="961c47af-c9bb-4225-b2a0-952af4799497" providerId="ADAL" clId="{925A01D1-6839-4C52-A6CD-0C262EC2BC30}" dt="2026-07-07T08:17:00.400" v="609" actId="2696"/>
        <pc:sldMkLst>
          <pc:docMk/>
          <pc:sldMk cId="1927602274" sldId="2147481805"/>
        </pc:sldMkLst>
      </pc:sldChg>
      <pc:sldChg chg="add del">
        <pc:chgData name="Srikant Kalaga" userId="961c47af-c9bb-4225-b2a0-952af4799497" providerId="ADAL" clId="{925A01D1-6839-4C52-A6CD-0C262EC2BC30}" dt="2026-07-07T08:17:00.400" v="609" actId="2696"/>
        <pc:sldMkLst>
          <pc:docMk/>
          <pc:sldMk cId="1614789178" sldId="2147481806"/>
        </pc:sldMkLst>
      </pc:sldChg>
      <pc:sldChg chg="add del">
        <pc:chgData name="Srikant Kalaga" userId="961c47af-c9bb-4225-b2a0-952af4799497" providerId="ADAL" clId="{925A01D1-6839-4C52-A6CD-0C262EC2BC30}" dt="2026-07-07T08:17:00.400" v="609" actId="2696"/>
        <pc:sldMkLst>
          <pc:docMk/>
          <pc:sldMk cId="905749200" sldId="2147481807"/>
        </pc:sldMkLst>
      </pc:sldChg>
      <pc:sldChg chg="add del ord">
        <pc:chgData name="Srikant Kalaga" userId="961c47af-c9bb-4225-b2a0-952af4799497" providerId="ADAL" clId="{925A01D1-6839-4C52-A6CD-0C262EC2BC30}" dt="2026-07-07T08:51:04.626" v="637"/>
        <pc:sldMkLst>
          <pc:docMk/>
          <pc:sldMk cId="3909640683" sldId="2147481809"/>
        </pc:sldMkLst>
      </pc:sldChg>
      <pc:sldChg chg="add del mo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3561570222" sldId="2147481813"/>
        </pc:sldMkLst>
      </pc:sldChg>
      <pc:sldChg chg="add del mo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2276370040" sldId="2147481814"/>
        </pc:sldMkLst>
      </pc:sldChg>
      <pc:sldChg chg="add del mod ord modShow">
        <pc:chgData name="Srikant Kalaga" userId="961c47af-c9bb-4225-b2a0-952af4799497" providerId="ADAL" clId="{925A01D1-6839-4C52-A6CD-0C262EC2BC30}" dt="2026-07-07T12:38:57.020" v="932" actId="729"/>
        <pc:sldMkLst>
          <pc:docMk/>
          <pc:sldMk cId="3082186354" sldId="2147481815"/>
        </pc:sldMkLst>
      </pc:sldChg>
      <pc:sldChg chg="addSp delSp modSp mod">
        <pc:chgData name="Srikant Kalaga" userId="961c47af-c9bb-4225-b2a0-952af4799497" providerId="ADAL" clId="{925A01D1-6839-4C52-A6CD-0C262EC2BC30}" dt="2026-07-07T11:05:59.925" v="780" actId="20577"/>
        <pc:sldMkLst>
          <pc:docMk/>
          <pc:sldMk cId="1011382387" sldId="2147481818"/>
        </pc:sldMkLst>
        <pc:spChg chg="mod">
          <ac:chgData name="Srikant Kalaga" userId="961c47af-c9bb-4225-b2a0-952af4799497" providerId="ADAL" clId="{925A01D1-6839-4C52-A6CD-0C262EC2BC30}" dt="2026-07-07T08:16:55.684" v="606" actId="1076"/>
          <ac:spMkLst>
            <pc:docMk/>
            <pc:sldMk cId="1011382387" sldId="2147481818"/>
            <ac:spMk id="4" creationId="{845F1F78-06E5-9269-E3A1-09153928F3D8}"/>
          </ac:spMkLst>
        </pc:spChg>
        <pc:spChg chg="mod">
          <ac:chgData name="Srikant Kalaga" userId="961c47af-c9bb-4225-b2a0-952af4799497" providerId="ADAL" clId="{925A01D1-6839-4C52-A6CD-0C262EC2BC30}" dt="2026-07-07T08:12:09.230" v="585" actId="20577"/>
          <ac:spMkLst>
            <pc:docMk/>
            <pc:sldMk cId="1011382387" sldId="2147481818"/>
            <ac:spMk id="6" creationId="{FB8FC2C6-5041-B35C-F241-853E10D6AA8D}"/>
          </ac:spMkLst>
        </pc:spChg>
        <pc:spChg chg="mod">
          <ac:chgData name="Srikant Kalaga" userId="961c47af-c9bb-4225-b2a0-952af4799497" providerId="ADAL" clId="{925A01D1-6839-4C52-A6CD-0C262EC2BC30}" dt="2026-07-07T08:04:39.507" v="497" actId="20577"/>
          <ac:spMkLst>
            <pc:docMk/>
            <pc:sldMk cId="1011382387" sldId="2147481818"/>
            <ac:spMk id="9" creationId="{C941721E-E321-1932-8525-F5F382421722}"/>
          </ac:spMkLst>
        </pc:spChg>
        <pc:spChg chg="mod">
          <ac:chgData name="Srikant Kalaga" userId="961c47af-c9bb-4225-b2a0-952af4799497" providerId="ADAL" clId="{925A01D1-6839-4C52-A6CD-0C262EC2BC30}" dt="2026-07-07T07:54:26.045" v="369" actId="20577"/>
          <ac:spMkLst>
            <pc:docMk/>
            <pc:sldMk cId="1011382387" sldId="2147481818"/>
            <ac:spMk id="10" creationId="{B972E486-0E84-DFEA-C38B-B3A755E2A7F0}"/>
          </ac:spMkLst>
        </pc:spChg>
        <pc:spChg chg="add mod">
          <ac:chgData name="Srikant Kalaga" userId="961c47af-c9bb-4225-b2a0-952af4799497" providerId="ADAL" clId="{925A01D1-6839-4C52-A6CD-0C262EC2BC30}" dt="2026-07-07T08:12:21.965" v="592" actId="20577"/>
          <ac:spMkLst>
            <pc:docMk/>
            <pc:sldMk cId="1011382387" sldId="2147481818"/>
            <ac:spMk id="33" creationId="{FFFD57D3-1E3F-6040-AECD-CFDC1416E085}"/>
          </ac:spMkLst>
        </pc:spChg>
        <pc:spChg chg="mod">
          <ac:chgData name="Srikant Kalaga" userId="961c47af-c9bb-4225-b2a0-952af4799497" providerId="ADAL" clId="{925A01D1-6839-4C52-A6CD-0C262EC2BC30}" dt="2026-07-07T08:16:55.684" v="606" actId="1076"/>
          <ac:spMkLst>
            <pc:docMk/>
            <pc:sldMk cId="1011382387" sldId="2147481818"/>
            <ac:spMk id="35" creationId="{91898596-D98B-3185-6B33-0FCB38BFBB80}"/>
          </ac:spMkLst>
        </pc:spChg>
        <pc:spChg chg="mod">
          <ac:chgData name="Srikant Kalaga" userId="961c47af-c9bb-4225-b2a0-952af4799497" providerId="ADAL" clId="{925A01D1-6839-4C52-A6CD-0C262EC2BC30}" dt="2026-07-07T08:16:59.499" v="608" actId="20577"/>
          <ac:spMkLst>
            <pc:docMk/>
            <pc:sldMk cId="1011382387" sldId="2147481818"/>
            <ac:spMk id="37" creationId="{79CDBA6F-285B-6798-32AC-3A2128F5665D}"/>
          </ac:spMkLst>
        </pc:spChg>
        <pc:spChg chg="mod">
          <ac:chgData name="Srikant Kalaga" userId="961c47af-c9bb-4225-b2a0-952af4799497" providerId="ADAL" clId="{925A01D1-6839-4C52-A6CD-0C262EC2BC30}" dt="2026-07-07T11:05:59.925" v="780" actId="20577"/>
          <ac:spMkLst>
            <pc:docMk/>
            <pc:sldMk cId="1011382387" sldId="2147481818"/>
            <ac:spMk id="42" creationId="{E967154B-73BB-4260-C27A-E47606E9DE8F}"/>
          </ac:spMkLst>
        </pc:spChg>
        <pc:spChg chg="mod">
          <ac:chgData name="Srikant Kalaga" userId="961c47af-c9bb-4225-b2a0-952af4799497" providerId="ADAL" clId="{925A01D1-6839-4C52-A6CD-0C262EC2BC30}" dt="2026-07-07T11:00:30.730" v="662" actId="1076"/>
          <ac:spMkLst>
            <pc:docMk/>
            <pc:sldMk cId="1011382387" sldId="2147481818"/>
            <ac:spMk id="45" creationId="{A2179DE8-7573-92CE-848E-7BD54798CB22}"/>
          </ac:spMkLst>
        </pc:spChg>
        <pc:spChg chg="mod">
          <ac:chgData name="Srikant Kalaga" userId="961c47af-c9bb-4225-b2a0-952af4799497" providerId="ADAL" clId="{925A01D1-6839-4C52-A6CD-0C262EC2BC30}" dt="2026-07-07T11:00:21.316" v="660" actId="1076"/>
          <ac:spMkLst>
            <pc:docMk/>
            <pc:sldMk cId="1011382387" sldId="2147481818"/>
            <ac:spMk id="48" creationId="{30B1AE49-77B4-7907-18ED-240466546C29}"/>
          </ac:spMkLst>
        </pc:spChg>
        <pc:spChg chg="mod">
          <ac:chgData name="Srikant Kalaga" userId="961c47af-c9bb-4225-b2a0-952af4799497" providerId="ADAL" clId="{925A01D1-6839-4C52-A6CD-0C262EC2BC30}" dt="2026-07-07T08:16:55.684" v="606" actId="1076"/>
          <ac:spMkLst>
            <pc:docMk/>
            <pc:sldMk cId="1011382387" sldId="2147481818"/>
            <ac:spMk id="50" creationId="{3ABEE690-2490-5E2F-7425-770FA2ECCD09}"/>
          </ac:spMkLst>
        </pc:spChg>
        <pc:spChg chg="mod">
          <ac:chgData name="Srikant Kalaga" userId="961c47af-c9bb-4225-b2a0-952af4799497" providerId="ADAL" clId="{925A01D1-6839-4C52-A6CD-0C262EC2BC30}" dt="2026-07-07T08:16:55.684" v="606" actId="1076"/>
          <ac:spMkLst>
            <pc:docMk/>
            <pc:sldMk cId="1011382387" sldId="2147481818"/>
            <ac:spMk id="59" creationId="{F445766C-8F6A-F3A4-B5B6-140BFE8FCB19}"/>
          </ac:spMkLst>
        </pc:spChg>
        <pc:spChg chg="mod">
          <ac:chgData name="Srikant Kalaga" userId="961c47af-c9bb-4225-b2a0-952af4799497" providerId="ADAL" clId="{925A01D1-6839-4C52-A6CD-0C262EC2BC30}" dt="2026-07-07T08:16:55.684" v="606" actId="1076"/>
          <ac:spMkLst>
            <pc:docMk/>
            <pc:sldMk cId="1011382387" sldId="2147481818"/>
            <ac:spMk id="63" creationId="{9C32B1AC-5BD0-2300-EF05-9399844E87CC}"/>
          </ac:spMkLst>
        </pc:spChg>
        <pc:spChg chg="mod">
          <ac:chgData name="Srikant Kalaga" userId="961c47af-c9bb-4225-b2a0-952af4799497" providerId="ADAL" clId="{925A01D1-6839-4C52-A6CD-0C262EC2BC30}" dt="2026-07-07T08:16:55.684" v="606" actId="1076"/>
          <ac:spMkLst>
            <pc:docMk/>
            <pc:sldMk cId="1011382387" sldId="2147481818"/>
            <ac:spMk id="66" creationId="{A5D15D05-8637-35F3-9CFD-BC41B20F28A4}"/>
          </ac:spMkLst>
        </pc:spChg>
        <pc:spChg chg="mod">
          <ac:chgData name="Srikant Kalaga" userId="961c47af-c9bb-4225-b2a0-952af4799497" providerId="ADAL" clId="{925A01D1-6839-4C52-A6CD-0C262EC2BC30}" dt="2026-07-07T08:16:55.684" v="606" actId="1076"/>
          <ac:spMkLst>
            <pc:docMk/>
            <pc:sldMk cId="1011382387" sldId="2147481818"/>
            <ac:spMk id="72" creationId="{663198A1-85C2-1E6E-98BD-B24077AA8A2A}"/>
          </ac:spMkLst>
        </pc:spChg>
        <pc:spChg chg="mod">
          <ac:chgData name="Srikant Kalaga" userId="961c47af-c9bb-4225-b2a0-952af4799497" providerId="ADAL" clId="{925A01D1-6839-4C52-A6CD-0C262EC2BC30}" dt="2026-07-07T08:16:55.684" v="606" actId="1076"/>
          <ac:spMkLst>
            <pc:docMk/>
            <pc:sldMk cId="1011382387" sldId="2147481818"/>
            <ac:spMk id="92" creationId="{2E7507BC-758C-0476-0477-AAB9E7B5CC33}"/>
          </ac:spMkLst>
        </pc:spChg>
        <pc:picChg chg="mod">
          <ac:chgData name="Srikant Kalaga" userId="961c47af-c9bb-4225-b2a0-952af4799497" providerId="ADAL" clId="{925A01D1-6839-4C52-A6CD-0C262EC2BC30}" dt="2026-07-07T11:00:25.124" v="661" actId="1076"/>
          <ac:picMkLst>
            <pc:docMk/>
            <pc:sldMk cId="1011382387" sldId="2147481818"/>
            <ac:picMk id="1060" creationId="{86021F56-38F3-82E6-417F-36F6B07EC07C}"/>
          </ac:picMkLst>
        </pc:picChg>
        <pc:picChg chg="mod">
          <ac:chgData name="Srikant Kalaga" userId="961c47af-c9bb-4225-b2a0-952af4799497" providerId="ADAL" clId="{925A01D1-6839-4C52-A6CD-0C262EC2BC30}" dt="2026-07-07T11:00:33.084" v="663" actId="1076"/>
          <ac:picMkLst>
            <pc:docMk/>
            <pc:sldMk cId="1011382387" sldId="2147481818"/>
            <ac:picMk id="1068" creationId="{49148377-3BF8-ACBC-6716-63F1676A78F6}"/>
          </ac:picMkLst>
        </pc:picChg>
        <pc:cxnChg chg="mod">
          <ac:chgData name="Srikant Kalaga" userId="961c47af-c9bb-4225-b2a0-952af4799497" providerId="ADAL" clId="{925A01D1-6839-4C52-A6CD-0C262EC2BC30}" dt="2026-07-07T11:01:10.835" v="668" actId="1076"/>
          <ac:cxnSpMkLst>
            <pc:docMk/>
            <pc:sldMk cId="1011382387" sldId="2147481818"/>
            <ac:cxnSpMk id="46" creationId="{2FBF2912-0546-6061-F84D-E1C232171F0E}"/>
          </ac:cxnSpMkLst>
        </pc:cxnChg>
        <pc:cxnChg chg="mod">
          <ac:chgData name="Srikant Kalaga" userId="961c47af-c9bb-4225-b2a0-952af4799497" providerId="ADAL" clId="{925A01D1-6839-4C52-A6CD-0C262EC2BC30}" dt="2026-07-07T11:01:00.431" v="665" actId="14100"/>
          <ac:cxnSpMkLst>
            <pc:docMk/>
            <pc:sldMk cId="1011382387" sldId="2147481818"/>
            <ac:cxnSpMk id="65" creationId="{220C0A4A-8CCB-E728-D4A9-6E45333CC897}"/>
          </ac:cxnSpMkLst>
        </pc:cxnChg>
      </pc:sldChg>
      <pc:sldChg chg="modSp mod">
        <pc:chgData name="Srikant Kalaga" userId="961c47af-c9bb-4225-b2a0-952af4799497" providerId="ADAL" clId="{925A01D1-6839-4C52-A6CD-0C262EC2BC30}" dt="2026-07-07T08:18:34.513" v="621" actId="20577"/>
        <pc:sldMkLst>
          <pc:docMk/>
          <pc:sldMk cId="3323764323" sldId="2147481821"/>
        </pc:sldMkLst>
      </pc:sldChg>
      <pc:sldChg chg="addSp modSp mod ord">
        <pc:chgData name="Srikant Kalaga" userId="961c47af-c9bb-4225-b2a0-952af4799497" providerId="ADAL" clId="{925A01D1-6839-4C52-A6CD-0C262EC2BC30}" dt="2026-07-07T11:32:47.930" v="849" actId="1076"/>
        <pc:sldMkLst>
          <pc:docMk/>
          <pc:sldMk cId="2976658370" sldId="2147481824"/>
        </pc:sldMkLst>
        <pc:spChg chg="mod">
          <ac:chgData name="Srikant Kalaga" userId="961c47af-c9bb-4225-b2a0-952af4799497" providerId="ADAL" clId="{925A01D1-6839-4C52-A6CD-0C262EC2BC30}" dt="2026-07-07T08:06:00.975" v="503" actId="20577"/>
          <ac:spMkLst>
            <pc:docMk/>
            <pc:sldMk cId="2976658370" sldId="2147481824"/>
            <ac:spMk id="5" creationId="{B4687BFD-1EE4-30AE-D329-EB40D113FCCF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10" creationId="{7BAABB32-ECDE-F41E-8E8E-6A97C0D556D2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11" creationId="{2995DE99-B392-CB2C-8F7F-CBD928509711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13" creationId="{8451E895-CC7A-59E4-9E21-EE6545CA9C9F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21" creationId="{D8C49D63-1285-490E-4A2A-BC74A4AB5022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25" creationId="{1B46BBE4-5EE1-E08A-885C-7037B58C7E9E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29" creationId="{D27B094E-31E7-154A-6550-99068C8EC6A1}"/>
          </ac:spMkLst>
        </pc:spChg>
        <pc:spChg chg="add mod">
          <ac:chgData name="Srikant Kalaga" userId="961c47af-c9bb-4225-b2a0-952af4799497" providerId="ADAL" clId="{925A01D1-6839-4C52-A6CD-0C262EC2BC30}" dt="2026-07-07T11:01:47.558" v="672" actId="1076"/>
          <ac:spMkLst>
            <pc:docMk/>
            <pc:sldMk cId="2976658370" sldId="2147481824"/>
            <ac:spMk id="31" creationId="{DECD24E1-9B01-61C1-EBD9-633905AC2A22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55" creationId="{161A0D31-67FD-BB19-E85F-400A1DE11DBD}"/>
          </ac:spMkLst>
        </pc:spChg>
        <pc:spChg chg="mod">
          <ac:chgData name="Srikant Kalaga" userId="961c47af-c9bb-4225-b2a0-952af4799497" providerId="ADAL" clId="{925A01D1-6839-4C52-A6CD-0C262EC2BC30}" dt="2026-07-07T11:07:46.698" v="810" actId="20577"/>
          <ac:spMkLst>
            <pc:docMk/>
            <pc:sldMk cId="2976658370" sldId="2147481824"/>
            <ac:spMk id="454" creationId="{B63699FD-572D-1789-CD26-840BA6E578EC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464" creationId="{DB5933A6-300E-2617-6DF3-0A7F8D950DCD}"/>
          </ac:spMkLst>
        </pc:spChg>
        <pc:spChg chg="mod">
          <ac:chgData name="Srikant Kalaga" userId="961c47af-c9bb-4225-b2a0-952af4799497" providerId="ADAL" clId="{925A01D1-6839-4C52-A6CD-0C262EC2BC30}" dt="2026-07-07T11:32:47.930" v="849" actId="1076"/>
          <ac:spMkLst>
            <pc:docMk/>
            <pc:sldMk cId="2976658370" sldId="2147481824"/>
            <ac:spMk id="480" creationId="{1843FEB5-D9D2-7B95-9AAB-A886B4337A86}"/>
          </ac:spMkLst>
        </pc:spChg>
      </pc:sldChg>
      <pc:sldChg chg="modSp mod ord">
        <pc:chgData name="Srikant Kalaga" userId="961c47af-c9bb-4225-b2a0-952af4799497" providerId="ADAL" clId="{925A01D1-6839-4C52-A6CD-0C262EC2BC30}" dt="2026-07-07T08:03:49.424" v="467" actId="14100"/>
        <pc:sldMkLst>
          <pc:docMk/>
          <pc:sldMk cId="2399661326" sldId="2147481825"/>
        </pc:sldMkLst>
        <pc:spChg chg="mod">
          <ac:chgData name="Srikant Kalaga" userId="961c47af-c9bb-4225-b2a0-952af4799497" providerId="ADAL" clId="{925A01D1-6839-4C52-A6CD-0C262EC2BC30}" dt="2026-07-07T08:03:49.424" v="467" actId="14100"/>
          <ac:spMkLst>
            <pc:docMk/>
            <pc:sldMk cId="2399661326" sldId="2147481825"/>
            <ac:spMk id="6" creationId="{5C71372B-44FB-D133-48FE-12A74200CF57}"/>
          </ac:spMkLst>
        </pc:spChg>
      </pc:sldChg>
      <pc:sldChg chg="modSp add mod ord modShow">
        <pc:chgData name="Srikant Kalaga" userId="961c47af-c9bb-4225-b2a0-952af4799497" providerId="ADAL" clId="{925A01D1-6839-4C52-A6CD-0C262EC2BC30}" dt="2026-07-07T11:02:49.654" v="679" actId="729"/>
        <pc:sldMkLst>
          <pc:docMk/>
          <pc:sldMk cId="298930293" sldId="2147481827"/>
        </pc:sldMkLst>
        <pc:spChg chg="mod">
          <ac:chgData name="Srikant Kalaga" userId="961c47af-c9bb-4225-b2a0-952af4799497" providerId="ADAL" clId="{925A01D1-6839-4C52-A6CD-0C262EC2BC30}" dt="2026-07-07T08:06:32.907" v="513" actId="255"/>
          <ac:spMkLst>
            <pc:docMk/>
            <pc:sldMk cId="298930293" sldId="2147481827"/>
            <ac:spMk id="5" creationId="{4AF23873-D504-7B6E-B44C-477A7473CB66}"/>
          </ac:spMkLst>
        </pc:spChg>
      </pc:sldChg>
      <pc:sldChg chg="addSp delSp modSp mod ord">
        <pc:chgData name="Srikant Kalaga" userId="961c47af-c9bb-4225-b2a0-952af4799497" providerId="ADAL" clId="{925A01D1-6839-4C52-A6CD-0C262EC2BC30}" dt="2026-07-07T12:38:26.324" v="931" actId="1076"/>
        <pc:sldMkLst>
          <pc:docMk/>
          <pc:sldMk cId="2897892704" sldId="2147481831"/>
        </pc:sldMkLst>
        <pc:spChg chg="mod">
          <ac:chgData name="Srikant Kalaga" userId="961c47af-c9bb-4225-b2a0-952af4799497" providerId="ADAL" clId="{925A01D1-6839-4C52-A6CD-0C262EC2BC30}" dt="2026-07-07T11:07:01.873" v="805" actId="20577"/>
          <ac:spMkLst>
            <pc:docMk/>
            <pc:sldMk cId="2897892704" sldId="2147481831"/>
            <ac:spMk id="47" creationId="{4171F92A-9BD4-B3C9-D1EF-B1B65DE719D8}"/>
          </ac:spMkLst>
        </pc:spChg>
        <pc:spChg chg="mod">
          <ac:chgData name="Srikant Kalaga" userId="961c47af-c9bb-4225-b2a0-952af4799497" providerId="ADAL" clId="{925A01D1-6839-4C52-A6CD-0C262EC2BC30}" dt="2026-07-07T11:07:06.092" v="808" actId="20577"/>
          <ac:spMkLst>
            <pc:docMk/>
            <pc:sldMk cId="2897892704" sldId="2147481831"/>
            <ac:spMk id="48" creationId="{9A2E2F34-2636-99F4-B2DA-7AEEEDCB84FA}"/>
          </ac:spMkLst>
        </pc:spChg>
        <pc:spChg chg="mod">
          <ac:chgData name="Srikant Kalaga" userId="961c47af-c9bb-4225-b2a0-952af4799497" providerId="ADAL" clId="{925A01D1-6839-4C52-A6CD-0C262EC2BC30}" dt="2026-07-07T11:07:12.918" v="809" actId="20577"/>
          <ac:spMkLst>
            <pc:docMk/>
            <pc:sldMk cId="2897892704" sldId="2147481831"/>
            <ac:spMk id="49" creationId="{A82ECEB4-10CB-F51B-3D0D-8BF16D28F295}"/>
          </ac:spMkLst>
        </pc:spChg>
        <pc:spChg chg="add mod">
          <ac:chgData name="Srikant Kalaga" userId="961c47af-c9bb-4225-b2a0-952af4799497" providerId="ADAL" clId="{925A01D1-6839-4C52-A6CD-0C262EC2BC30}" dt="2026-07-07T12:37:48.064" v="925" actId="20577"/>
          <ac:spMkLst>
            <pc:docMk/>
            <pc:sldMk cId="2897892704" sldId="2147481831"/>
            <ac:spMk id="50" creationId="{5CC6D2EE-53FA-6319-589F-7AF953647339}"/>
          </ac:spMkLst>
        </pc:spChg>
        <pc:spChg chg="add mod">
          <ac:chgData name="Srikant Kalaga" userId="961c47af-c9bb-4225-b2a0-952af4799497" providerId="ADAL" clId="{925A01D1-6839-4C52-A6CD-0C262EC2BC30}" dt="2026-07-07T12:36:44.363" v="886" actId="20577"/>
          <ac:spMkLst>
            <pc:docMk/>
            <pc:sldMk cId="2897892704" sldId="2147481831"/>
            <ac:spMk id="51" creationId="{2C31040E-2DA6-FD2F-7F88-CE373662E873}"/>
          </ac:spMkLst>
        </pc:spChg>
        <pc:spChg chg="add mod">
          <ac:chgData name="Srikant Kalaga" userId="961c47af-c9bb-4225-b2a0-952af4799497" providerId="ADAL" clId="{925A01D1-6839-4C52-A6CD-0C262EC2BC30}" dt="2026-07-07T12:38:26.324" v="931" actId="1076"/>
          <ac:spMkLst>
            <pc:docMk/>
            <pc:sldMk cId="2897892704" sldId="2147481831"/>
            <ac:spMk id="53" creationId="{AC2E0B09-B55F-A992-6A6A-9EBDA4A3CED6}"/>
          </ac:spMkLst>
        </pc:spChg>
        <pc:grpChg chg="mod">
          <ac:chgData name="Srikant Kalaga" userId="961c47af-c9bb-4225-b2a0-952af4799497" providerId="ADAL" clId="{925A01D1-6839-4C52-A6CD-0C262EC2BC30}" dt="2026-07-07T12:38:12.043" v="928" actId="14100"/>
          <ac:grpSpMkLst>
            <pc:docMk/>
            <pc:sldMk cId="2897892704" sldId="2147481831"/>
            <ac:grpSpMk id="46" creationId="{0BF20465-1177-343B-A1AE-6455FF9856E3}"/>
          </ac:grpSpMkLst>
        </pc:grpChg>
      </pc:sldChg>
      <pc:sldMasterChg chg="add del addSldLayout delSldLayout">
        <pc:chgData name="Srikant Kalaga" userId="961c47af-c9bb-4225-b2a0-952af4799497" providerId="ADAL" clId="{925A01D1-6839-4C52-A6CD-0C262EC2BC30}" dt="2026-07-07T08:17:00.400" v="609" actId="2696"/>
        <pc:sldMasterMkLst>
          <pc:docMk/>
          <pc:sldMasterMk cId="3191752573" sldId="2147483804"/>
        </pc:sldMasterMkLst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162705572" sldId="2147483805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2961239816" sldId="2147483806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1193478382" sldId="2147483807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3348096452" sldId="2147483808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4218206018" sldId="2147483809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1143575942" sldId="2147483810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3440228473" sldId="2147483811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579196618" sldId="2147483812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2727904929" sldId="2147483813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2020320317" sldId="2147483814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3296114120" sldId="2147483815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1851619049" sldId="2147483818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2292369329" sldId="2147483848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3295785455" sldId="2147484346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1543349962" sldId="2147484347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2124998665" sldId="2147484348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1632181467" sldId="2147484349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191752573" sldId="2147483804"/>
            <pc:sldLayoutMk cId="15599030" sldId="2147484350"/>
          </pc:sldLayoutMkLst>
        </pc:sldLayoutChg>
      </pc:sldMasterChg>
      <pc:sldMasterChg chg="add del addSldLayout delSldLayout">
        <pc:chgData name="Srikant Kalaga" userId="961c47af-c9bb-4225-b2a0-952af4799497" providerId="ADAL" clId="{925A01D1-6839-4C52-A6CD-0C262EC2BC30}" dt="2026-07-07T08:17:00.400" v="609" actId="2696"/>
        <pc:sldMasterMkLst>
          <pc:docMk/>
          <pc:sldMasterMk cId="3379824098" sldId="2147483816"/>
        </pc:sldMasterMkLst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525908503" sldId="2147483817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485172988" sldId="2147483819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607608615" sldId="2147483820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1493007949" sldId="2147483821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907575376" sldId="2147483822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1829405500" sldId="2147483823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1497143508" sldId="2147483824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4064331417" sldId="2147483825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4239638208" sldId="2147483826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4095018557" sldId="2147483827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2610546387" sldId="2147483828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629489151" sldId="2147483829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4292020696" sldId="2147483832"/>
          </pc:sldLayoutMkLst>
        </pc:sldLayoutChg>
        <pc:sldLayoutChg chg="add del">
          <pc:chgData name="Srikant Kalaga" userId="961c47af-c9bb-4225-b2a0-952af4799497" providerId="ADAL" clId="{925A01D1-6839-4C52-A6CD-0C262EC2BC30}" dt="2026-07-07T08:17:00.400" v="609" actId="2696"/>
          <pc:sldLayoutMkLst>
            <pc:docMk/>
            <pc:sldMasterMk cId="3379824098" sldId="2147483816"/>
            <pc:sldLayoutMk cId="1072318619" sldId="2147484089"/>
          </pc:sldLayoutMkLst>
        </pc:sldLayoutChg>
      </pc:sldMasterChg>
    </pc:docChg>
  </pc:docChgLst>
  <pc:docChgLst>
    <pc:chgData name="Srikant Kalaga" userId="S::srikant.k@syrencloud.com::961c47af-c9bb-4225-b2a0-952af4799497" providerId="AD" clId="Web-{E78C12E2-6233-AA3F-710A-AD045BD3EBB3}"/>
    <pc:docChg chg="modSld">
      <pc:chgData name="Srikant Kalaga" userId="S::srikant.k@syrencloud.com::961c47af-c9bb-4225-b2a0-952af4799497" providerId="AD" clId="Web-{E78C12E2-6233-AA3F-710A-AD045BD3EBB3}" dt="2026-07-01T09:52:59.015" v="16"/>
      <pc:docMkLst>
        <pc:docMk/>
      </pc:docMkLst>
    </pc:docChg>
  </pc:docChgLst>
  <pc:docChgLst>
    <pc:chgData name="Devanand Chintoju" userId="S::devanand.c@syrencloud.com::d8309b23-9736-40f9-b7cb-b8d53c5a2ef2" providerId="AD" clId="Web-{9842924B-A09E-369D-932F-B3EE6B2AEE60}"/>
    <pc:docChg chg="addSld modSld sldOrd">
      <pc:chgData name="Devanand Chintoju" userId="S::devanand.c@syrencloud.com::d8309b23-9736-40f9-b7cb-b8d53c5a2ef2" providerId="AD" clId="Web-{9842924B-A09E-369D-932F-B3EE6B2AEE60}" dt="2026-07-13T11:38:16.053" v="461"/>
      <pc:docMkLst>
        <pc:docMk/>
      </pc:docMkLst>
      <pc:sldChg chg="ord">
        <pc:chgData name="Devanand Chintoju" userId="S::devanand.c@syrencloud.com::d8309b23-9736-40f9-b7cb-b8d53c5a2ef2" providerId="AD" clId="Web-{9842924B-A09E-369D-932F-B3EE6B2AEE60}" dt="2026-07-13T11:37:23.147" v="448"/>
        <pc:sldMkLst>
          <pc:docMk/>
          <pc:sldMk cId="1561129444" sldId="2147481819"/>
        </pc:sldMkLst>
      </pc:sldChg>
      <pc:sldChg chg="ord">
        <pc:chgData name="Devanand Chintoju" userId="S::devanand.c@syrencloud.com::d8309b23-9736-40f9-b7cb-b8d53c5a2ef2" providerId="AD" clId="Web-{9842924B-A09E-369D-932F-B3EE6B2AEE60}" dt="2026-07-13T11:37:23.147" v="447"/>
        <pc:sldMkLst>
          <pc:docMk/>
          <pc:sldMk cId="525997240" sldId="2147481820"/>
        </pc:sldMkLst>
      </pc:sldChg>
      <pc:sldChg chg="delSp modSp">
        <pc:chgData name="Devanand Chintoju" userId="S::devanand.c@syrencloud.com::d8309b23-9736-40f9-b7cb-b8d53c5a2ef2" providerId="AD" clId="Web-{9842924B-A09E-369D-932F-B3EE6B2AEE60}" dt="2026-07-13T11:38:16.053" v="461"/>
        <pc:sldMkLst>
          <pc:docMk/>
          <pc:sldMk cId="3323764323" sldId="2147481821"/>
        </pc:sldMkLst>
        <pc:spChg chg="del mod">
          <ac:chgData name="Devanand Chintoju" userId="S::devanand.c@syrencloud.com::d8309b23-9736-40f9-b7cb-b8d53c5a2ef2" providerId="AD" clId="Web-{9842924B-A09E-369D-932F-B3EE6B2AEE60}" dt="2026-07-13T11:38:16.053" v="461"/>
          <ac:spMkLst>
            <pc:docMk/>
            <pc:sldMk cId="3323764323" sldId="2147481821"/>
            <ac:spMk id="28" creationId="{B2C66DBE-9DB1-CE48-9910-47AF6E5F2571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37:58.287" v="459" actId="20577"/>
          <ac:spMkLst>
            <pc:docMk/>
            <pc:sldMk cId="3323764323" sldId="2147481821"/>
            <ac:spMk id="30" creationId="{C35026C3-2AA7-231B-306A-C6A28092BC45}"/>
          </ac:spMkLst>
        </pc:spChg>
      </pc:sldChg>
      <pc:sldChg chg="modSp">
        <pc:chgData name="Devanand Chintoju" userId="S::devanand.c@syrencloud.com::d8309b23-9736-40f9-b7cb-b8d53c5a2ef2" providerId="AD" clId="Web-{9842924B-A09E-369D-932F-B3EE6B2AEE60}" dt="2026-07-13T09:47:56.887" v="23" actId="20577"/>
        <pc:sldMkLst>
          <pc:docMk/>
          <pc:sldMk cId="3996616115" sldId="2147481834"/>
        </pc:sldMkLst>
        <pc:spChg chg="mod">
          <ac:chgData name="Devanand Chintoju" userId="S::devanand.c@syrencloud.com::d8309b23-9736-40f9-b7cb-b8d53c5a2ef2" providerId="AD" clId="Web-{9842924B-A09E-369D-932F-B3EE6B2AEE60}" dt="2026-07-13T09:47:38.449" v="17" actId="1076"/>
          <ac:spMkLst>
            <pc:docMk/>
            <pc:sldMk cId="3996616115" sldId="2147481834"/>
            <ac:spMk id="50" creationId="{C77E2BCB-D64C-C93A-09C2-489E8F7A4CDD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09:47:56.887" v="23" actId="20577"/>
          <ac:spMkLst>
            <pc:docMk/>
            <pc:sldMk cId="3996616115" sldId="2147481834"/>
            <ac:spMk id="66" creationId="{1CA82AAC-069C-948B-1B50-61A35FFDB471}"/>
          </ac:spMkLst>
        </pc:spChg>
      </pc:sldChg>
      <pc:sldChg chg="addSp modSp">
        <pc:chgData name="Devanand Chintoju" userId="S::devanand.c@syrencloud.com::d8309b23-9736-40f9-b7cb-b8d53c5a2ef2" providerId="AD" clId="Web-{9842924B-A09E-369D-932F-B3EE6B2AEE60}" dt="2026-07-13T11:06:11.482" v="259" actId="14100"/>
        <pc:sldMkLst>
          <pc:docMk/>
          <pc:sldMk cId="2623331845" sldId="2147481835"/>
        </pc:sldMkLst>
        <pc:spChg chg="mod">
          <ac:chgData name="Devanand Chintoju" userId="S::devanand.c@syrencloud.com::d8309b23-9736-40f9-b7cb-b8d53c5a2ef2" providerId="AD" clId="Web-{9842924B-A09E-369D-932F-B3EE6B2AEE60}" dt="2026-07-13T11:06:11.482" v="259" actId="14100"/>
          <ac:spMkLst>
            <pc:docMk/>
            <pc:sldMk cId="2623331845" sldId="2147481835"/>
            <ac:spMk id="2" creationId="{3CEDC3F7-87A5-10D4-5B73-34DD4ABAA874}"/>
          </ac:spMkLst>
        </pc:spChg>
        <pc:spChg chg="add">
          <ac:chgData name="Devanand Chintoju" userId="S::devanand.c@syrencloud.com::d8309b23-9736-40f9-b7cb-b8d53c5a2ef2" providerId="AD" clId="Web-{9842924B-A09E-369D-932F-B3EE6B2AEE60}" dt="2026-07-13T09:49:52.592" v="24"/>
          <ac:spMkLst>
            <pc:docMk/>
            <pc:sldMk cId="2623331845" sldId="2147481835"/>
            <ac:spMk id="7" creationId="{67DEF62A-1A0B-68AB-868A-FDCE2BC800B4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09:05:11.414" v="4" actId="20577"/>
          <ac:spMkLst>
            <pc:docMk/>
            <pc:sldMk cId="2623331845" sldId="2147481835"/>
            <ac:spMk id="8" creationId="{0515018C-3B79-18FE-CF5F-8F261C23BD63}"/>
          </ac:spMkLst>
        </pc:spChg>
        <pc:spChg chg="add mod">
          <ac:chgData name="Devanand Chintoju" userId="S::devanand.c@syrencloud.com::d8309b23-9736-40f9-b7cb-b8d53c5a2ef2" providerId="AD" clId="Web-{9842924B-A09E-369D-932F-B3EE6B2AEE60}" dt="2026-07-13T09:50:08.811" v="28" actId="1076"/>
          <ac:spMkLst>
            <pc:docMk/>
            <pc:sldMk cId="2623331845" sldId="2147481835"/>
            <ac:spMk id="12" creationId="{A497E5D5-6DF5-88E5-FC0F-7FDCDB966411}"/>
          </ac:spMkLst>
        </pc:spChg>
        <pc:spChg chg="add mod">
          <ac:chgData name="Devanand Chintoju" userId="S::devanand.c@syrencloud.com::d8309b23-9736-40f9-b7cb-b8d53c5a2ef2" providerId="AD" clId="Web-{9842924B-A09E-369D-932F-B3EE6B2AEE60}" dt="2026-07-13T09:53:28.267" v="141" actId="20577"/>
          <ac:spMkLst>
            <pc:docMk/>
            <pc:sldMk cId="2623331845" sldId="2147481835"/>
            <ac:spMk id="20" creationId="{BE29EFBE-48CE-6137-EF68-D39896D31102}"/>
          </ac:spMkLst>
        </pc:spChg>
        <pc:spChg chg="add mod">
          <ac:chgData name="Devanand Chintoju" userId="S::devanand.c@syrencloud.com::d8309b23-9736-40f9-b7cb-b8d53c5a2ef2" providerId="AD" clId="Web-{9842924B-A09E-369D-932F-B3EE6B2AEE60}" dt="2026-07-13T09:53:48.720" v="143" actId="1076"/>
          <ac:spMkLst>
            <pc:docMk/>
            <pc:sldMk cId="2623331845" sldId="2147481835"/>
            <ac:spMk id="21" creationId="{CACB29B2-115E-4D74-6E77-F9E11A2BCC51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0:48:23.174" v="198" actId="1076"/>
          <ac:spMkLst>
            <pc:docMk/>
            <pc:sldMk cId="2623331845" sldId="2147481835"/>
            <ac:spMk id="25" creationId="{CA3632BE-6DE9-9C4F-B1EC-6450C181DE74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0:48:02.143" v="195" actId="20577"/>
          <ac:spMkLst>
            <pc:docMk/>
            <pc:sldMk cId="2623331845" sldId="2147481835"/>
            <ac:spMk id="26" creationId="{47AFFDD6-FAD8-2DDE-9421-6FA58C8C19D5}"/>
          </ac:spMkLst>
        </pc:spChg>
        <pc:spChg chg="add mod">
          <ac:chgData name="Devanand Chintoju" userId="S::devanand.c@syrencloud.com::d8309b23-9736-40f9-b7cb-b8d53c5a2ef2" providerId="AD" clId="Web-{9842924B-A09E-369D-932F-B3EE6B2AEE60}" dt="2026-07-13T09:53:42.626" v="142" actId="1076"/>
          <ac:spMkLst>
            <pc:docMk/>
            <pc:sldMk cId="2623331845" sldId="2147481835"/>
            <ac:spMk id="28" creationId="{A91E7DB7-73DC-0A48-DAB9-00A1FE86217F}"/>
          </ac:spMkLst>
        </pc:spChg>
        <pc:spChg chg="add mod">
          <ac:chgData name="Devanand Chintoju" userId="S::devanand.c@syrencloud.com::d8309b23-9736-40f9-b7cb-b8d53c5a2ef2" providerId="AD" clId="Web-{9842924B-A09E-369D-932F-B3EE6B2AEE60}" dt="2026-07-13T09:53:56.158" v="145" actId="1076"/>
          <ac:spMkLst>
            <pc:docMk/>
            <pc:sldMk cId="2623331845" sldId="2147481835"/>
            <ac:spMk id="29" creationId="{43B7CDDA-14C3-FE71-8F97-4ABD741BC711}"/>
          </ac:spMkLst>
        </pc:spChg>
        <pc:spChg chg="add mod">
          <ac:chgData name="Devanand Chintoju" userId="S::devanand.c@syrencloud.com::d8309b23-9736-40f9-b7cb-b8d53c5a2ef2" providerId="AD" clId="Web-{9842924B-A09E-369D-932F-B3EE6B2AEE60}" dt="2026-07-13T09:53:52.689" v="144" actId="1076"/>
          <ac:spMkLst>
            <pc:docMk/>
            <pc:sldMk cId="2623331845" sldId="2147481835"/>
            <ac:spMk id="30" creationId="{F651C565-73CB-987E-B55B-B1924AA18E0E}"/>
          </ac:spMkLst>
        </pc:spChg>
        <pc:spChg chg="add mod">
          <ac:chgData name="Devanand Chintoju" userId="S::devanand.c@syrencloud.com::d8309b23-9736-40f9-b7cb-b8d53c5a2ef2" providerId="AD" clId="Web-{9842924B-A09E-369D-932F-B3EE6B2AEE60}" dt="2026-07-13T09:54:00.283" v="146" actId="1076"/>
          <ac:spMkLst>
            <pc:docMk/>
            <pc:sldMk cId="2623331845" sldId="2147481835"/>
            <ac:spMk id="36" creationId="{F4A1105D-86AE-38A4-987A-016935962E88}"/>
          </ac:spMkLst>
        </pc:spChg>
      </pc:sldChg>
      <pc:sldChg chg="delSp modSp">
        <pc:chgData name="Devanand Chintoju" userId="S::devanand.c@syrencloud.com::d8309b23-9736-40f9-b7cb-b8d53c5a2ef2" providerId="AD" clId="Web-{9842924B-A09E-369D-932F-B3EE6B2AEE60}" dt="2026-07-13T11:28:39.665" v="397" actId="1076"/>
        <pc:sldMkLst>
          <pc:docMk/>
          <pc:sldMk cId="259591731" sldId="2147481836"/>
        </pc:sldMkLst>
        <pc:spChg chg="mod">
          <ac:chgData name="Devanand Chintoju" userId="S::devanand.c@syrencloud.com::d8309b23-9736-40f9-b7cb-b8d53c5a2ef2" providerId="AD" clId="Web-{9842924B-A09E-369D-932F-B3EE6B2AEE60}" dt="2026-07-13T11:06:18.795" v="260" actId="20577"/>
          <ac:spMkLst>
            <pc:docMk/>
            <pc:sldMk cId="259591731" sldId="2147481836"/>
            <ac:spMk id="2" creationId="{B5FCA7BF-5C58-D9F2-D48D-A05B2E602E94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4:15.603" v="319" actId="1076"/>
          <ac:spMkLst>
            <pc:docMk/>
            <pc:sldMk cId="259591731" sldId="2147481836"/>
            <ac:spMk id="40" creationId="{12839C16-294B-F8AF-0B36-BF5D1045781B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39.665" v="397" actId="1076"/>
          <ac:spMkLst>
            <pc:docMk/>
            <pc:sldMk cId="259591731" sldId="2147481836"/>
            <ac:spMk id="62" creationId="{66409FB3-0D90-0D6F-148B-4F3312466D1B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22.196" v="391" actId="1076"/>
          <ac:spMkLst>
            <pc:docMk/>
            <pc:sldMk cId="259591731" sldId="2147481836"/>
            <ac:spMk id="63" creationId="{673D50FA-322F-7F62-FF1C-E6EA34239981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04.493" v="385" actId="1076"/>
          <ac:spMkLst>
            <pc:docMk/>
            <pc:sldMk cId="259591731" sldId="2147481836"/>
            <ac:spMk id="64" creationId="{7C2BFDB7-B5AC-1DE6-81DF-6F7564B050DB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6:46.931" v="365" actId="1076"/>
          <ac:spMkLst>
            <pc:docMk/>
            <pc:sldMk cId="259591731" sldId="2147481836"/>
            <ac:spMk id="65" creationId="{A5034F5F-BA32-BD0B-6DF4-ABFE4469E7A4}"/>
          </ac:spMkLst>
        </pc:spChg>
        <pc:spChg chg="del">
          <ac:chgData name="Devanand Chintoju" userId="S::devanand.c@syrencloud.com::d8309b23-9736-40f9-b7cb-b8d53c5a2ef2" providerId="AD" clId="Web-{9842924B-A09E-369D-932F-B3EE6B2AEE60}" dt="2026-07-13T11:22:15.588" v="271"/>
          <ac:spMkLst>
            <pc:docMk/>
            <pc:sldMk cId="259591731" sldId="2147481836"/>
            <ac:spMk id="66" creationId="{F092ACB1-2A5F-683E-A03E-A0BBFD59A3CE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34.633" v="392" actId="1076"/>
          <ac:spMkLst>
            <pc:docMk/>
            <pc:sldMk cId="259591731" sldId="2147481836"/>
            <ac:spMk id="85" creationId="{ACB5DDB3-9B72-4446-B733-44B4C3A198AB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14.774" v="386" actId="1076"/>
          <ac:spMkLst>
            <pc:docMk/>
            <pc:sldMk cId="259591731" sldId="2147481836"/>
            <ac:spMk id="86" creationId="{E939DF06-BA9B-3C17-EC69-C15B21FFF653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7:57.665" v="380" actId="1076"/>
          <ac:spMkLst>
            <pc:docMk/>
            <pc:sldMk cId="259591731" sldId="2147481836"/>
            <ac:spMk id="87" creationId="{B8F09C73-94B6-28F1-39A8-22BEF303EB38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6:38.228" v="360" actId="1076"/>
          <ac:spMkLst>
            <pc:docMk/>
            <pc:sldMk cId="259591731" sldId="2147481836"/>
            <ac:spMk id="88" creationId="{681B8093-7010-6A7F-2A03-D442BB74D6F8}"/>
          </ac:spMkLst>
        </pc:spChg>
        <pc:spChg chg="del">
          <ac:chgData name="Devanand Chintoju" userId="S::devanand.c@syrencloud.com::d8309b23-9736-40f9-b7cb-b8d53c5a2ef2" providerId="AD" clId="Web-{9842924B-A09E-369D-932F-B3EE6B2AEE60}" dt="2026-07-13T11:22:18.854" v="272"/>
          <ac:spMkLst>
            <pc:docMk/>
            <pc:sldMk cId="259591731" sldId="2147481836"/>
            <ac:spMk id="89" creationId="{A3231A69-8865-0A06-2A69-340443B7DA61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09:57:08.973" v="154" actId="20577"/>
          <ac:spMkLst>
            <pc:docMk/>
            <pc:sldMk cId="259591731" sldId="2147481836"/>
            <ac:spMk id="102" creationId="{EB61C558-ED3F-C7E5-1DE5-B8334A46C4C6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34.727" v="394" actId="1076"/>
          <ac:spMkLst>
            <pc:docMk/>
            <pc:sldMk cId="259591731" sldId="2147481836"/>
            <ac:spMk id="103" creationId="{199C2C35-2F7F-1EE7-735E-88F554A4EADE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14.868" v="388" actId="1076"/>
          <ac:spMkLst>
            <pc:docMk/>
            <pc:sldMk cId="259591731" sldId="2147481836"/>
            <ac:spMk id="104" creationId="{09A8E779-D631-8FF6-46F0-266668F667E2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7:57.759" v="382" actId="1076"/>
          <ac:spMkLst>
            <pc:docMk/>
            <pc:sldMk cId="259591731" sldId="2147481836"/>
            <ac:spMk id="105" creationId="{B760BF76-EBC0-CA53-CE65-18A87C835854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6:38.306" v="362" actId="1076"/>
          <ac:spMkLst>
            <pc:docMk/>
            <pc:sldMk cId="259591731" sldId="2147481836"/>
            <ac:spMk id="106" creationId="{09FB4F95-BAA5-5F89-1FCF-34FE47336DE4}"/>
          </ac:spMkLst>
        </pc:spChg>
        <pc:spChg chg="del">
          <ac:chgData name="Devanand Chintoju" userId="S::devanand.c@syrencloud.com::d8309b23-9736-40f9-b7cb-b8d53c5a2ef2" providerId="AD" clId="Web-{9842924B-A09E-369D-932F-B3EE6B2AEE60}" dt="2026-07-13T11:22:27.135" v="278"/>
          <ac:spMkLst>
            <pc:docMk/>
            <pc:sldMk cId="259591731" sldId="2147481836"/>
            <ac:spMk id="107" creationId="{0AECDFAB-DCAA-D28D-5E18-F47B4EDC92FF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34.774" v="395" actId="1076"/>
          <ac:spMkLst>
            <pc:docMk/>
            <pc:sldMk cId="259591731" sldId="2147481836"/>
            <ac:spMk id="111" creationId="{D3AE1539-3AB6-A87F-EADB-E1CCF6A3CCF7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8:14.930" v="389" actId="1076"/>
          <ac:spMkLst>
            <pc:docMk/>
            <pc:sldMk cId="259591731" sldId="2147481836"/>
            <ac:spMk id="112" creationId="{943C60AD-BC98-1B87-667E-8ABC089CF702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7:57.805" v="383" actId="1076"/>
          <ac:spMkLst>
            <pc:docMk/>
            <pc:sldMk cId="259591731" sldId="2147481836"/>
            <ac:spMk id="113" creationId="{98B588B3-A206-FB5F-CA0C-5E0158413917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26:38.353" v="363" actId="1076"/>
          <ac:spMkLst>
            <pc:docMk/>
            <pc:sldMk cId="259591731" sldId="2147481836"/>
            <ac:spMk id="114" creationId="{4F53FAD5-912E-77E5-2614-006707DB2295}"/>
          </ac:spMkLst>
        </pc:spChg>
        <pc:spChg chg="del mod">
          <ac:chgData name="Devanand Chintoju" userId="S::devanand.c@syrencloud.com::d8309b23-9736-40f9-b7cb-b8d53c5a2ef2" providerId="AD" clId="Web-{9842924B-A09E-369D-932F-B3EE6B2AEE60}" dt="2026-07-13T11:22:23.947" v="276"/>
          <ac:spMkLst>
            <pc:docMk/>
            <pc:sldMk cId="259591731" sldId="2147481836"/>
            <ac:spMk id="115" creationId="{D90F3054-43AE-C2E4-9032-E35D3A590968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0:51:54.564" v="253" actId="20577"/>
          <ac:spMkLst>
            <pc:docMk/>
            <pc:sldMk cId="259591731" sldId="2147481836"/>
            <ac:spMk id="133" creationId="{14B58D64-8AB8-DE28-694A-5107BEF1070E}"/>
          </ac:spMkLst>
        </pc:spChg>
        <pc:grpChg chg="mod">
          <ac:chgData name="Devanand Chintoju" userId="S::devanand.c@syrencloud.com::d8309b23-9736-40f9-b7cb-b8d53c5a2ef2" providerId="AD" clId="Web-{9842924B-A09E-369D-932F-B3EE6B2AEE60}" dt="2026-07-13T11:26:15.603" v="359" actId="1076"/>
          <ac:grpSpMkLst>
            <pc:docMk/>
            <pc:sldMk cId="259591731" sldId="2147481836"/>
            <ac:grpSpMk id="68" creationId="{1C27D449-150E-11E4-68E0-6BC2A08D81FE}"/>
          </ac:grpSpMkLst>
        </pc:grpChg>
        <pc:picChg chg="mod">
          <ac:chgData name="Devanand Chintoju" userId="S::devanand.c@syrencloud.com::d8309b23-9736-40f9-b7cb-b8d53c5a2ef2" providerId="AD" clId="Web-{9842924B-A09E-369D-932F-B3EE6B2AEE60}" dt="2026-07-13T11:28:34.837" v="396" actId="1076"/>
          <ac:picMkLst>
            <pc:docMk/>
            <pc:sldMk cId="259591731" sldId="2147481836"/>
            <ac:picMk id="26" creationId="{430F9E7D-293E-BAEF-FC33-1831975CE310}"/>
          </ac:picMkLst>
        </pc:picChg>
        <pc:picChg chg="mod">
          <ac:chgData name="Devanand Chintoju" userId="S::devanand.c@syrencloud.com::d8309b23-9736-40f9-b7cb-b8d53c5a2ef2" providerId="AD" clId="Web-{9842924B-A09E-369D-932F-B3EE6B2AEE60}" dt="2026-07-13T11:28:14.977" v="390" actId="1076"/>
          <ac:picMkLst>
            <pc:docMk/>
            <pc:sldMk cId="259591731" sldId="2147481836"/>
            <ac:picMk id="28" creationId="{7D22C19C-BAC9-3D3C-E498-4428512D5667}"/>
          </ac:picMkLst>
        </pc:picChg>
        <pc:picChg chg="mod">
          <ac:chgData name="Devanand Chintoju" userId="S::devanand.c@syrencloud.com::d8309b23-9736-40f9-b7cb-b8d53c5a2ef2" providerId="AD" clId="Web-{9842924B-A09E-369D-932F-B3EE6B2AEE60}" dt="2026-07-13T11:27:57.852" v="384" actId="1076"/>
          <ac:picMkLst>
            <pc:docMk/>
            <pc:sldMk cId="259591731" sldId="2147481836"/>
            <ac:picMk id="31" creationId="{EA2813B3-A7D8-BFE9-7241-2F47D1D01B49}"/>
          </ac:picMkLst>
        </pc:picChg>
        <pc:picChg chg="mod">
          <ac:chgData name="Devanand Chintoju" userId="S::devanand.c@syrencloud.com::d8309b23-9736-40f9-b7cb-b8d53c5a2ef2" providerId="AD" clId="Web-{9842924B-A09E-369D-932F-B3EE6B2AEE60}" dt="2026-07-13T11:26:38.400" v="364" actId="1076"/>
          <ac:picMkLst>
            <pc:docMk/>
            <pc:sldMk cId="259591731" sldId="2147481836"/>
            <ac:picMk id="32" creationId="{4C36E166-390E-BC54-D3D3-F38EEF8C21F1}"/>
          </ac:picMkLst>
        </pc:picChg>
        <pc:picChg chg="del">
          <ac:chgData name="Devanand Chintoju" userId="S::devanand.c@syrencloud.com::d8309b23-9736-40f9-b7cb-b8d53c5a2ef2" providerId="AD" clId="Web-{9842924B-A09E-369D-932F-B3EE6B2AEE60}" dt="2026-07-13T11:22:19.791" v="273"/>
          <ac:picMkLst>
            <pc:docMk/>
            <pc:sldMk cId="259591731" sldId="2147481836"/>
            <ac:picMk id="34" creationId="{75F3338B-4F63-3965-7535-AE7B4B15661C}"/>
          </ac:picMkLst>
        </pc:picChg>
        <pc:cxnChg chg="mod">
          <ac:chgData name="Devanand Chintoju" userId="S::devanand.c@syrencloud.com::d8309b23-9736-40f9-b7cb-b8d53c5a2ef2" providerId="AD" clId="Web-{9842924B-A09E-369D-932F-B3EE6B2AEE60}" dt="2026-07-13T11:28:34.680" v="393" actId="1076"/>
          <ac:cxnSpMkLst>
            <pc:docMk/>
            <pc:sldMk cId="259591731" sldId="2147481836"/>
            <ac:cxnSpMk id="95" creationId="{26D0C897-6B1F-0947-D0AE-3EED8BDD0B1C}"/>
          </ac:cxnSpMkLst>
        </pc:cxnChg>
        <pc:cxnChg chg="mod">
          <ac:chgData name="Devanand Chintoju" userId="S::devanand.c@syrencloud.com::d8309b23-9736-40f9-b7cb-b8d53c5a2ef2" providerId="AD" clId="Web-{9842924B-A09E-369D-932F-B3EE6B2AEE60}" dt="2026-07-13T11:28:14.821" v="387" actId="1076"/>
          <ac:cxnSpMkLst>
            <pc:docMk/>
            <pc:sldMk cId="259591731" sldId="2147481836"/>
            <ac:cxnSpMk id="96" creationId="{60D5E423-9A3B-66FF-92A9-0D749B1C4599}"/>
          </ac:cxnSpMkLst>
        </pc:cxnChg>
        <pc:cxnChg chg="mod">
          <ac:chgData name="Devanand Chintoju" userId="S::devanand.c@syrencloud.com::d8309b23-9736-40f9-b7cb-b8d53c5a2ef2" providerId="AD" clId="Web-{9842924B-A09E-369D-932F-B3EE6B2AEE60}" dt="2026-07-13T11:27:57.712" v="381" actId="1076"/>
          <ac:cxnSpMkLst>
            <pc:docMk/>
            <pc:sldMk cId="259591731" sldId="2147481836"/>
            <ac:cxnSpMk id="97" creationId="{8E9785F8-E800-AEF1-90AF-4462F7AB476F}"/>
          </ac:cxnSpMkLst>
        </pc:cxnChg>
        <pc:cxnChg chg="mod">
          <ac:chgData name="Devanand Chintoju" userId="S::devanand.c@syrencloud.com::d8309b23-9736-40f9-b7cb-b8d53c5a2ef2" providerId="AD" clId="Web-{9842924B-A09E-369D-932F-B3EE6B2AEE60}" dt="2026-07-13T11:26:38.259" v="361" actId="1076"/>
          <ac:cxnSpMkLst>
            <pc:docMk/>
            <pc:sldMk cId="259591731" sldId="2147481836"/>
            <ac:cxnSpMk id="98" creationId="{4FD1ADCF-3B60-58BB-FB94-9EAA2F76C3C5}"/>
          </ac:cxnSpMkLst>
        </pc:cxnChg>
        <pc:cxnChg chg="del">
          <ac:chgData name="Devanand Chintoju" userId="S::devanand.c@syrencloud.com::d8309b23-9736-40f9-b7cb-b8d53c5a2ef2" providerId="AD" clId="Web-{9842924B-A09E-369D-932F-B3EE6B2AEE60}" dt="2026-07-13T11:22:25.541" v="277"/>
          <ac:cxnSpMkLst>
            <pc:docMk/>
            <pc:sldMk cId="259591731" sldId="2147481836"/>
            <ac:cxnSpMk id="99" creationId="{FEF53145-204D-B24E-3336-4070610B2C99}"/>
          </ac:cxnSpMkLst>
        </pc:cxnChg>
      </pc:sldChg>
      <pc:sldChg chg="delSp modSp">
        <pc:chgData name="Devanand Chintoju" userId="S::devanand.c@syrencloud.com::d8309b23-9736-40f9-b7cb-b8d53c5a2ef2" providerId="AD" clId="Web-{9842924B-A09E-369D-932F-B3EE6B2AEE60}" dt="2026-07-13T11:34:13.429" v="403" actId="20577"/>
        <pc:sldMkLst>
          <pc:docMk/>
          <pc:sldMk cId="3281960500" sldId="2147481837"/>
        </pc:sldMkLst>
        <pc:spChg chg="del">
          <ac:chgData name="Devanand Chintoju" userId="S::devanand.c@syrencloud.com::d8309b23-9736-40f9-b7cb-b8d53c5a2ef2" providerId="AD" clId="Web-{9842924B-A09E-369D-932F-B3EE6B2AEE60}" dt="2026-07-13T11:33:50.538" v="398"/>
          <ac:spMkLst>
            <pc:docMk/>
            <pc:sldMk cId="3281960500" sldId="2147481837"/>
            <ac:spMk id="7" creationId="{DABAD9D0-BCA4-98FB-1CC4-F434E262A9CD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34:13.429" v="403" actId="20577"/>
          <ac:spMkLst>
            <pc:docMk/>
            <pc:sldMk cId="3281960500" sldId="2147481837"/>
            <ac:spMk id="8" creationId="{F1446EEE-7170-0FF7-5292-C32719B65B24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07:06.498" v="270" actId="20577"/>
          <ac:spMkLst>
            <pc:docMk/>
            <pc:sldMk cId="3281960500" sldId="2147481837"/>
            <ac:spMk id="9" creationId="{A3F4A38D-EE6A-7A24-9A7F-EB247576F19E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06:41.232" v="262" actId="1076"/>
          <ac:spMkLst>
            <pc:docMk/>
            <pc:sldMk cId="3281960500" sldId="2147481837"/>
            <ac:spMk id="10" creationId="{439D9397-F69D-A5D2-53C2-CF0CD94699DD}"/>
          </ac:spMkLst>
        </pc:spChg>
        <pc:spChg chg="mod">
          <ac:chgData name="Devanand Chintoju" userId="S::devanand.c@syrencloud.com::d8309b23-9736-40f9-b7cb-b8d53c5a2ef2" providerId="AD" clId="Web-{9842924B-A09E-369D-932F-B3EE6B2AEE60}" dt="2026-07-13T11:06:51.404" v="268" actId="20577"/>
          <ac:spMkLst>
            <pc:docMk/>
            <pc:sldMk cId="3281960500" sldId="2147481837"/>
            <ac:spMk id="11" creationId="{031D8BAF-F380-0ECF-44CA-4D32DEB76721}"/>
          </ac:spMkLst>
        </pc:spChg>
      </pc:sldChg>
      <pc:sldChg chg="modSp">
        <pc:chgData name="Devanand Chintoju" userId="S::devanand.c@syrencloud.com::d8309b23-9736-40f9-b7cb-b8d53c5a2ef2" providerId="AD" clId="Web-{9842924B-A09E-369D-932F-B3EE6B2AEE60}" dt="2026-07-13T11:36:53.585" v="446" actId="20577"/>
        <pc:sldMkLst>
          <pc:docMk/>
          <pc:sldMk cId="480491037" sldId="2147481838"/>
        </pc:sldMkLst>
        <pc:spChg chg="mod">
          <ac:chgData name="Devanand Chintoju" userId="S::devanand.c@syrencloud.com::d8309b23-9736-40f9-b7cb-b8d53c5a2ef2" providerId="AD" clId="Web-{9842924B-A09E-369D-932F-B3EE6B2AEE60}" dt="2026-07-13T11:36:53.585" v="446" actId="20577"/>
          <ac:spMkLst>
            <pc:docMk/>
            <pc:sldMk cId="480491037" sldId="2147481838"/>
            <ac:spMk id="2" creationId="{86F379CD-C47E-92E0-DB32-6B7977E7987B}"/>
          </ac:spMkLst>
        </pc:spChg>
      </pc:sldChg>
      <pc:sldChg chg="modSp">
        <pc:chgData name="Devanand Chintoju" userId="S::devanand.c@syrencloud.com::d8309b23-9736-40f9-b7cb-b8d53c5a2ef2" providerId="AD" clId="Web-{9842924B-A09E-369D-932F-B3EE6B2AEE60}" dt="2026-07-13T11:35:24.726" v="427" actId="20577"/>
        <pc:sldMkLst>
          <pc:docMk/>
          <pc:sldMk cId="1700196350" sldId="2147481841"/>
        </pc:sldMkLst>
        <pc:spChg chg="mod">
          <ac:chgData name="Devanand Chintoju" userId="S::devanand.c@syrencloud.com::d8309b23-9736-40f9-b7cb-b8d53c5a2ef2" providerId="AD" clId="Web-{9842924B-A09E-369D-932F-B3EE6B2AEE60}" dt="2026-07-13T11:35:24.726" v="427" actId="20577"/>
          <ac:spMkLst>
            <pc:docMk/>
            <pc:sldMk cId="1700196350" sldId="2147481841"/>
            <ac:spMk id="2" creationId="{1777F522-D95C-A041-60A4-9FE66FF80C61}"/>
          </ac:spMkLst>
        </pc:spChg>
      </pc:sldChg>
      <pc:sldChg chg="modSp add ord replId">
        <pc:chgData name="Devanand Chintoju" userId="S::devanand.c@syrencloud.com::d8309b23-9736-40f9-b7cb-b8d53c5a2ef2" providerId="AD" clId="Web-{9842924B-A09E-369D-932F-B3EE6B2AEE60}" dt="2026-07-13T10:39:48.520" v="173" actId="20577"/>
        <pc:sldMkLst>
          <pc:docMk/>
          <pc:sldMk cId="3767215323" sldId="2147481844"/>
        </pc:sldMkLst>
        <pc:spChg chg="mod">
          <ac:chgData name="Devanand Chintoju" userId="S::devanand.c@syrencloud.com::d8309b23-9736-40f9-b7cb-b8d53c5a2ef2" providerId="AD" clId="Web-{9842924B-A09E-369D-932F-B3EE6B2AEE60}" dt="2026-07-13T10:39:48.520" v="173" actId="20577"/>
          <ac:spMkLst>
            <pc:docMk/>
            <pc:sldMk cId="3767215323" sldId="2147481844"/>
            <ac:spMk id="2" creationId="{BBE3C712-38E0-9F65-5D23-B72BDF69E35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E97F9-52BD-453A-BD82-EBF7F92A2D88}" type="datetimeFigureOut"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2594A-B2C9-43D4-8EEF-B56681AC5A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1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6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hyperlink" Target="https://www.linkedin.com/company/syrencloud/posts/?feedView=all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x.com/syrenco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hyperlink" Target="https://www.linkedin.com/company/syrencloud/posts/?feedView=all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x.com/syrenco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hyperlink" Target="https://www.linkedin.com/company/syrencloud/posts/?feedView=all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x.com/syrenco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svg"/><Relationship Id="rId3" Type="http://schemas.openxmlformats.org/officeDocument/2006/relationships/image" Target="../media/image10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Relationship Id="rId3" Type="http://schemas.openxmlformats.org/officeDocument/2006/relationships/image" Target="../media/image3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Relationship Id="rId3" Type="http://schemas.openxmlformats.org/officeDocument/2006/relationships/hyperlink" Target="https://www.linkedin.com/company/syrencloud/posts/?feedView=all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x.com/syrenco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3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svg"/><Relationship Id="rId3" Type="http://schemas.openxmlformats.org/officeDocument/2006/relationships/hyperlink" Target="https://www.linkedin.com/company/syrencloud/posts/?feedView=all" TargetMode="External"/><Relationship Id="rId4" Type="http://schemas.openxmlformats.org/officeDocument/2006/relationships/image" Target="../media/image14.png"/><Relationship Id="rId5" Type="http://schemas.openxmlformats.org/officeDocument/2006/relationships/hyperlink" Target="https://x.com/syrenco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svg"/><Relationship Id="rId3" Type="http://schemas.openxmlformats.org/officeDocument/2006/relationships/hyperlink" Target="https://www.linkedin.com/company/syrencloud/posts/?feedView=all" TargetMode="External"/><Relationship Id="rId4" Type="http://schemas.openxmlformats.org/officeDocument/2006/relationships/image" Target="../media/image17.png"/><Relationship Id="rId5" Type="http://schemas.openxmlformats.org/officeDocument/2006/relationships/hyperlink" Target="https://x.com/syrenco" TargetMode="Externa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3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sv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Relationship Id="rId4" Type="http://schemas.openxmlformats.org/officeDocument/2006/relationships/image" Target="../media/image21.jpe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svg"/><Relationship Id="rId3" Type="http://schemas.openxmlformats.org/officeDocument/2006/relationships/hyperlink" Target="https://www.linkedin.com/company/syrencloud/posts/?feedView=all" TargetMode="External"/><Relationship Id="rId4" Type="http://schemas.openxmlformats.org/officeDocument/2006/relationships/image" Target="../media/image14.png"/><Relationship Id="rId5" Type="http://schemas.openxmlformats.org/officeDocument/2006/relationships/hyperlink" Target="https://x.com/syrenco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2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e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sv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sv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svg"/><Relationship Id="rId3" Type="http://schemas.openxmlformats.org/officeDocument/2006/relationships/image" Target="../media/image6.sv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6.sv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730279"/>
            <a:ext cx="2123035" cy="666534"/>
          </a:xfrm>
          <a:prstGeom prst="rect">
            <a:avLst/>
          </a:prstGeom>
        </p:spPr>
      </p:pic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76466"/>
            <a:ext cx="2123035" cy="666534"/>
          </a:xfrm>
          <a:prstGeom prst="rect">
            <a:avLst/>
          </a:prstGeom>
        </p:spPr>
      </p:pic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5646C33-A1AD-9804-9559-EB9FE98FF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964" y="476466"/>
            <a:ext cx="2123035" cy="6665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BF73D9-0881-A73E-A8B1-CD8E49046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1F1B40-8720-C869-4A82-E00187BC6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285750" indent="-285750" algn="l">
              <a:buFontTx/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8D2D752-871B-972C-6799-1EDBA09B4A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9F8B6379-2FCC-6CD1-3B82-2EF9342DDA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18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31684A9-2CD3-D91A-E740-C49B9A02F27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476466"/>
            <a:ext cx="2123035" cy="66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0557C8-347B-F720-614C-A494B4FD0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5646C33-A1AD-9804-9559-EB9FE98FF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964" y="476466"/>
            <a:ext cx="2123035" cy="6665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BF73D9-0881-A73E-A8B1-CD8E49046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1F1B40-8720-C869-4A82-E00187BC6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285750" indent="-285750" algn="l">
              <a:buFontTx/>
              <a:buBlip>
                <a:blip r:embed="rId4"/>
              </a:buBlip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8D2D752-871B-972C-6799-1EDBA09B4A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9F8B6379-2FCC-6CD1-3B82-2EF9342DDA3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18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4F983D-00ED-00FB-938F-E4533233491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973339-A9D8-D019-2F11-E2B25F1F13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190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b="0" i="0">
                <a:solidFill>
                  <a:schemeClr val="bg1"/>
                </a:solidFill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DC2F79-0561-CA4A-0111-3C8F3F9A1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F648CB-B53A-97FE-8A66-928C7AC2BFE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7BF5CD-B00A-CD4C-B258-889CE9E8342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925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743"/>
            <a:ext cx="10515600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0E394F-AE28-1CC6-C7FC-5C37992107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899665"/>
            <a:ext cx="7588845" cy="759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02631"/>
            <a:ext cx="4733544" cy="2852737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0E394F-AE28-1CC6-C7FC-5C37992107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4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85750" indent="-285750">
              <a:buFontTx/>
              <a:buBlip>
                <a:blip r:embed="rId2"/>
              </a:buBlip>
              <a:defRPr/>
            </a:lvl1pPr>
            <a:lvl2pPr marL="628650" indent="-171450">
              <a:buFontTx/>
              <a:buBlip>
                <a:blip r:embed="rId2"/>
              </a:buBlip>
              <a:defRPr/>
            </a:lvl2pPr>
            <a:lvl3pPr marL="1085850" indent="-171450">
              <a:buFontTx/>
              <a:buBlip>
                <a:blip r:embed="rId2"/>
              </a:buBlip>
              <a:defRPr/>
            </a:lvl3pPr>
            <a:lvl4pPr marL="1543050" indent="-171450">
              <a:buFontTx/>
              <a:buBlip>
                <a:blip r:embed="rId2"/>
              </a:buBlip>
              <a:defRPr/>
            </a:lvl4pPr>
            <a:lvl5pPr marL="20002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FF1338-D93E-89AA-E58B-1EAEA4AEDC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85750" indent="-285750">
              <a:buFontTx/>
              <a:buBlip>
                <a:blip r:embed="rId3"/>
              </a:buBlip>
              <a:defRPr/>
            </a:lvl1pPr>
            <a:lvl2pPr marL="628650" indent="-171450">
              <a:buFontTx/>
              <a:buBlip>
                <a:blip r:embed="rId3"/>
              </a:buBlip>
              <a:defRPr/>
            </a:lvl2pPr>
            <a:lvl3pPr marL="1085850" indent="-171450">
              <a:buFontTx/>
              <a:buBlip>
                <a:blip r:embed="rId3"/>
              </a:buBlip>
              <a:defRPr/>
            </a:lvl3pPr>
            <a:lvl4pPr marL="1543050" indent="-171450">
              <a:buFontTx/>
              <a:buBlip>
                <a:blip r:embed="rId3"/>
              </a:buBlip>
              <a:defRPr/>
            </a:lvl4pPr>
            <a:lvl5pPr marL="2000250" indent="-171450"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45D0AA-4993-E0B4-38A4-7EF2AAC68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 -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6D698-EC5E-4379-18DF-F39BA0166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743"/>
            <a:ext cx="10515600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899665"/>
            <a:ext cx="7588845" cy="759187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3F88B3A-86D0-395B-05CB-269D6502A4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A55E3B-4233-7EFA-A025-714EEA64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98BB8B3-5E7B-6A69-15C7-732149F83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97603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45D0AA-4993-E0B4-38A4-7EF2AAC68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0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1468100" cy="1431472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1774371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291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45D0AA-4993-E0B4-38A4-7EF2AAC68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0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42899"/>
            <a:ext cx="11468100" cy="939249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1282148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43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Dark -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6008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Shape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E0EC3-40EF-2176-A5EB-67D0FB1412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  <a:lvl2pPr marL="685800" indent="-228600">
              <a:buFontTx/>
              <a:buBlip>
                <a:blip r:embed="rId3"/>
              </a:buBlip>
              <a:defRPr/>
            </a:lvl2pPr>
            <a:lvl3pPr marL="1143000" indent="-228600">
              <a:buFontTx/>
              <a:buBlip>
                <a:blip r:embed="rId3"/>
              </a:buBlip>
              <a:defRPr/>
            </a:lvl3pPr>
            <a:lvl4pPr marL="1600200" indent="-228600">
              <a:buFontTx/>
              <a:buBlip>
                <a:blip r:embed="rId3"/>
              </a:buBlip>
              <a:defRPr/>
            </a:lvl4pPr>
            <a:lvl5pPr marL="2057400" indent="-228600"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237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 Shape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E0EC3-40EF-2176-A5EB-67D0FB1412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549332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Shapes - Dark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9364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4708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2E7273-4156-86A7-7315-686A6724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3833B9-2874-D264-58E3-467A17E08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</p:spPr>
        <p:txBody>
          <a:bodyPr/>
          <a:lstStyle>
            <a:lvl1pPr marL="2286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16899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se Stud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FD1701-36B8-0613-0ABA-DC1EE50D4CA2}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4566919" cy="1169551"/>
          </a:xfrm>
        </p:spPr>
        <p:txBody>
          <a:bodyPr>
            <a:noAutofit/>
          </a:bodyPr>
          <a:lstStyle>
            <a:lvl1pPr algn="l"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653066"/>
            <a:ext cx="11468100" cy="3862032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D0D96B5-F681-BDE8-14CE-D66583D1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399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</p:spPr>
        <p:txBody>
          <a:bodyPr anchor="b">
            <a:noAutofit/>
          </a:bodyPr>
          <a:lstStyle>
            <a:lvl1pPr>
              <a:defRPr sz="24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</p:spPr>
        <p:txBody>
          <a:bodyPr>
            <a:normAutofit/>
          </a:bodyPr>
          <a:lstStyle>
            <a:lvl1pPr marL="1714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1pPr>
            <a:lvl2pPr marL="6286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2pPr>
            <a:lvl3pPr marL="10858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3pPr>
            <a:lvl4pPr marL="15430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4pPr>
            <a:lvl5pPr marL="20002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6545331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1B27A54-6714-5FF0-5E2A-60983107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988A480-D2C2-CE1C-F54F-461025AC5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</p:spPr>
        <p:txBody>
          <a:bodyPr>
            <a:normAutofit/>
          </a:bodyPr>
          <a:lstStyle>
            <a:lvl1pPr marL="1714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1pPr>
            <a:lvl2pPr marL="6286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2pPr>
            <a:lvl3pPr marL="10858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3pPr>
            <a:lvl4pPr marL="15430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4pPr>
            <a:lvl5pPr marL="20002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039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you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6F16D9-6A4E-C169-8B00-A71C1B533CCF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F4A8B6-E63F-889E-4406-7230D10ABA0C}"/>
              </a:ext>
            </a:extLst>
          </p:cNvPr>
          <p:cNvSpPr/>
          <p:nvPr userDrawn="1"/>
        </p:nvSpPr>
        <p:spPr>
          <a:xfrm>
            <a:off x="12003436" y="0"/>
            <a:ext cx="188563" cy="6858000"/>
          </a:xfrm>
          <a:prstGeom prst="rect">
            <a:avLst/>
          </a:prstGeom>
          <a:solidFill>
            <a:srgbClr val="F64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7033C2-8DD6-6EBA-E49E-203040EF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5" y="2588217"/>
            <a:ext cx="5577840" cy="1307240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chemeClr val="bg1"/>
                </a:solidFill>
                <a:latin typeface="Montserrat Light" pitchFamily="2" charset="77"/>
              </a:rPr>
              <a:t>Thank You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E47622-F214-95FA-CA04-3919D4BB0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077" y="490307"/>
            <a:ext cx="1245362" cy="39098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660E27D-2CED-F61E-6B84-28551D4756D2}"/>
              </a:ext>
            </a:extLst>
          </p:cNvPr>
          <p:cNvSpPr txBox="1">
            <a:spLocks/>
          </p:cNvSpPr>
          <p:nvPr userDrawn="1"/>
        </p:nvSpPr>
        <p:spPr>
          <a:xfrm>
            <a:off x="1045879" y="4729348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Follow Us:</a:t>
            </a:r>
          </a:p>
        </p:txBody>
      </p:sp>
      <p:pic>
        <p:nvPicPr>
          <p:cNvPr id="10" name="Picture 2">
            <a:hlinkClick r:id="rId3"/>
            <a:extLst>
              <a:ext uri="{FF2B5EF4-FFF2-40B4-BE49-F238E27FC236}">
                <a16:creationId xmlns:a16="http://schemas.microsoft.com/office/drawing/2014/main" id="{6301FE0F-2381-2EE3-FB1E-133E56CFFC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5" y="548651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>
            <a:hlinkClick r:id="rId5"/>
            <a:extLst>
              <a:ext uri="{FF2B5EF4-FFF2-40B4-BE49-F238E27FC236}">
                <a16:creationId xmlns:a16="http://schemas.microsoft.com/office/drawing/2014/main" id="{7C19A8D6-9F3D-2D7A-3491-007801C0C7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98" y="5484370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341C3462-3AF3-AD4F-0DBD-E3FFE01AEE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178" y="5493548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7CF5C39-96FC-1D2C-1387-69185E587823}"/>
              </a:ext>
            </a:extLst>
          </p:cNvPr>
          <p:cNvSpPr txBox="1">
            <a:spLocks/>
          </p:cNvSpPr>
          <p:nvPr userDrawn="1"/>
        </p:nvSpPr>
        <p:spPr>
          <a:xfrm>
            <a:off x="1045879" y="3245700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 err="1">
                <a:solidFill>
                  <a:schemeClr val="bg1"/>
                </a:solidFill>
                <a:latin typeface="Montserrat Light" pitchFamily="2" charset="77"/>
              </a:rPr>
              <a:t>www.syrencloud.com</a:t>
            </a:r>
            <a:endParaRPr lang="en-US" sz="1600">
              <a:solidFill>
                <a:schemeClr val="bg1"/>
              </a:solidFill>
              <a:latin typeface="Montserrat Light" pitchFamily="2" charset="77"/>
            </a:endParaRPr>
          </a:p>
        </p:txBody>
      </p:sp>
      <p:pic>
        <p:nvPicPr>
          <p:cNvPr id="15" name="Picture 14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02F0482B-01AB-757C-2530-68AC968151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37" y="-1092631"/>
            <a:ext cx="9024155" cy="90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239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9043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76466"/>
            <a:ext cx="2123035" cy="666534"/>
          </a:xfrm>
          <a:prstGeom prst="rect">
            <a:avLst/>
          </a:prstGeom>
        </p:spPr>
      </p:pic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99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02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5646C33-A1AD-9804-9559-EB9FE98FF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964" y="476466"/>
            <a:ext cx="2123035" cy="6665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BF73D9-0881-A73E-A8B1-CD8E49046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1F1B40-8720-C869-4A82-E00187BC6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285750" indent="-285750" algn="l">
              <a:buFontTx/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8D2D752-871B-972C-6799-1EDBA09B4A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9F8B6379-2FCC-6CD1-3B82-2EF9342DDA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9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4F983D-00ED-00FB-938F-E4533233491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973339-A9D8-D019-2F11-E2B25F1F13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4381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b="0" i="0">
                <a:solidFill>
                  <a:schemeClr val="bg1"/>
                </a:solidFill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DC2F79-0561-CA4A-0111-3C8F3F9A1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F648CB-B53A-97FE-8A66-928C7AC2BFE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7BF5CD-B00A-CD4C-B258-889CE9E8342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25416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743"/>
            <a:ext cx="10515600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0E394F-AE28-1CC6-C7FC-5C37992107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733879"/>
            <a:ext cx="7588845" cy="759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434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 -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6D698-EC5E-4379-18DF-F39BA0166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743"/>
            <a:ext cx="10515600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899665"/>
            <a:ext cx="7588845" cy="759187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3F88B3A-86D0-395B-05CB-269D6502A4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263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02631"/>
            <a:ext cx="4733544" cy="2852737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0E394F-AE28-1CC6-C7FC-5C37992107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191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85750" indent="-285750">
              <a:buFontTx/>
              <a:buBlip>
                <a:blip r:embed="rId2"/>
              </a:buBlip>
              <a:defRPr/>
            </a:lvl1pPr>
            <a:lvl2pPr marL="628650" indent="-171450">
              <a:buFontTx/>
              <a:buBlip>
                <a:blip r:embed="rId2"/>
              </a:buBlip>
              <a:defRPr/>
            </a:lvl2pPr>
            <a:lvl3pPr marL="1085850" indent="-171450">
              <a:buFontTx/>
              <a:buBlip>
                <a:blip r:embed="rId2"/>
              </a:buBlip>
              <a:defRPr/>
            </a:lvl3pPr>
            <a:lvl4pPr marL="1543050" indent="-171450">
              <a:buFontTx/>
              <a:buBlip>
                <a:blip r:embed="rId2"/>
              </a:buBlip>
              <a:defRPr/>
            </a:lvl4pPr>
            <a:lvl5pPr marL="20002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4829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031A1E-6ED6-EAFB-5E11-2509F4ABAC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85750" indent="-285750">
              <a:buFontTx/>
              <a:buBlip>
                <a:blip r:embed="rId3"/>
              </a:buBlip>
              <a:defRPr/>
            </a:lvl1pPr>
            <a:lvl2pPr marL="628650" indent="-171450">
              <a:buFontTx/>
              <a:buBlip>
                <a:blip r:embed="rId3"/>
              </a:buBlip>
              <a:defRPr/>
            </a:lvl2pPr>
            <a:lvl3pPr marL="1085850" indent="-171450">
              <a:buFontTx/>
              <a:buBlip>
                <a:blip r:embed="rId3"/>
              </a:buBlip>
              <a:defRPr/>
            </a:lvl3pPr>
            <a:lvl4pPr marL="1543050" indent="-171450">
              <a:buFontTx/>
              <a:buBlip>
                <a:blip r:embed="rId3"/>
              </a:buBlip>
              <a:defRPr/>
            </a:lvl4pPr>
            <a:lvl5pPr marL="2000250" indent="-171450"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075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E7F441-80FA-3503-CFF1-2B16719E0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85750" indent="-285750">
              <a:buFontTx/>
              <a:buBlip>
                <a:blip r:embed="rId3"/>
              </a:buBlip>
              <a:defRPr/>
            </a:lvl1pPr>
            <a:lvl2pPr marL="628650" indent="-171450">
              <a:buFontTx/>
              <a:buBlip>
                <a:blip r:embed="rId3"/>
              </a:buBlip>
              <a:defRPr/>
            </a:lvl2pPr>
            <a:lvl3pPr marL="1085850" indent="-171450">
              <a:buFontTx/>
              <a:buBlip>
                <a:blip r:embed="rId3"/>
              </a:buBlip>
              <a:defRPr/>
            </a:lvl3pPr>
            <a:lvl4pPr marL="1543050" indent="-171450">
              <a:buFontTx/>
              <a:buBlip>
                <a:blip r:embed="rId3"/>
              </a:buBlip>
              <a:defRPr/>
            </a:lvl4pPr>
            <a:lvl5pPr marL="2000250" indent="-171450"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5848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Dark -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05528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Shape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9885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hap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97400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Dark -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1pPr>
            <a:lvl2pPr marL="6858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2pPr>
            <a:lvl3pPr marL="11430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3pPr>
            <a:lvl4pPr marL="16002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4pPr>
            <a:lvl5pPr marL="20574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20272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Shapes - Dark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2655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OFFERINGS 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063FBB9-017A-3117-01BF-9C7DE64EE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62962"/>
            <a:ext cx="457200" cy="14354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C2DF325-AFCA-322A-272D-A3359FD65F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857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01928" y="1713179"/>
            <a:ext cx="10984706" cy="4169410"/>
          </a:xfrm>
        </p:spPr>
        <p:txBody>
          <a:bodyPr/>
          <a:lstStyle>
            <a:lvl1pPr marL="234147" marR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534437" marR="0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731491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097236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487905" marR="0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34147" marR="0" lvl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333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534437" marR="0" lvl="1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731491" marR="0" lvl="2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097236" marR="0" lvl="3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487905" marR="0" lvl="4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5367" y="378458"/>
            <a:ext cx="10981267" cy="4616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05367" y="974216"/>
            <a:ext cx="10981267" cy="359009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333" dirty="0">
                <a:solidFill>
                  <a:schemeClr val="accent3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marL="0" lvl="0" indent="0" algn="l" rtl="0" eaLnBrk="0" fontAlgn="base" hangingPunct="0">
              <a:spcBef>
                <a:spcPts val="21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D2F08FA-1E8F-464B-8CF2-AA480329B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0709" y="6297783"/>
            <a:ext cx="379678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6279363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597177090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8A5B6A-39EF-828D-4EEB-40BAAA8DCA6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AA39A-E7DF-A24F-9C58-5B333402D200}"/>
              </a:ext>
            </a:extLst>
          </p:cNvPr>
          <p:cNvSpPr/>
          <p:nvPr userDrawn="1"/>
        </p:nvSpPr>
        <p:spPr>
          <a:xfrm>
            <a:off x="12003436" y="0"/>
            <a:ext cx="188563" cy="6858000"/>
          </a:xfrm>
          <a:prstGeom prst="rect">
            <a:avLst/>
          </a:prstGeom>
          <a:solidFill>
            <a:srgbClr val="F64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3C18E8-8A1D-FAE1-20FF-6EAD35A4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5" y="2588217"/>
            <a:ext cx="5577840" cy="1307240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chemeClr val="bg1"/>
                </a:solidFill>
                <a:latin typeface="Montserrat Light" pitchFamily="2" charset="77"/>
              </a:rPr>
              <a:t>Thank You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3DF081-F1D1-B77C-A9F6-5625A2D0E0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077" y="490307"/>
            <a:ext cx="1245362" cy="3909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A65ADA-DF9F-2C03-8C15-44D1CD64C97F}"/>
              </a:ext>
            </a:extLst>
          </p:cNvPr>
          <p:cNvSpPr txBox="1">
            <a:spLocks/>
          </p:cNvSpPr>
          <p:nvPr userDrawn="1"/>
        </p:nvSpPr>
        <p:spPr>
          <a:xfrm>
            <a:off x="1045879" y="4729348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Follow Us: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83F6D5-28CA-851A-44F9-6A6DCE67E18B}"/>
              </a:ext>
            </a:extLst>
          </p:cNvPr>
          <p:cNvSpPr txBox="1">
            <a:spLocks/>
          </p:cNvSpPr>
          <p:nvPr userDrawn="1"/>
        </p:nvSpPr>
        <p:spPr>
          <a:xfrm>
            <a:off x="1045879" y="3245700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www.syren.com</a:t>
            </a:r>
          </a:p>
        </p:txBody>
      </p:sp>
      <p:pic>
        <p:nvPicPr>
          <p:cNvPr id="13" name="Picture 1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C68FEF77-035D-23AA-B6BE-E81FAABE68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37" y="-1084882"/>
            <a:ext cx="9024155" cy="90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622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8A5B6A-39EF-828D-4EEB-40BAAA8DCA6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AA39A-E7DF-A24F-9C58-5B333402D200}"/>
              </a:ext>
            </a:extLst>
          </p:cNvPr>
          <p:cNvSpPr/>
          <p:nvPr userDrawn="1"/>
        </p:nvSpPr>
        <p:spPr>
          <a:xfrm>
            <a:off x="12003436" y="0"/>
            <a:ext cx="188563" cy="6858000"/>
          </a:xfrm>
          <a:prstGeom prst="rect">
            <a:avLst/>
          </a:prstGeom>
          <a:solidFill>
            <a:srgbClr val="F64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3C18E8-8A1D-FAE1-20FF-6EAD35A4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5" y="2588217"/>
            <a:ext cx="5577840" cy="1307240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chemeClr val="bg1"/>
                </a:solidFill>
                <a:latin typeface="Montserrat Light" pitchFamily="2" charset="77"/>
              </a:rPr>
              <a:t>Thank You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3DF081-F1D1-B77C-A9F6-5625A2D0E0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077" y="490307"/>
            <a:ext cx="1245362" cy="3909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A65ADA-DF9F-2C03-8C15-44D1CD64C97F}"/>
              </a:ext>
            </a:extLst>
          </p:cNvPr>
          <p:cNvSpPr txBox="1">
            <a:spLocks/>
          </p:cNvSpPr>
          <p:nvPr userDrawn="1"/>
        </p:nvSpPr>
        <p:spPr>
          <a:xfrm>
            <a:off x="1045879" y="4729348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Follow Us:</a:t>
            </a:r>
          </a:p>
        </p:txBody>
      </p:sp>
      <p:pic>
        <p:nvPicPr>
          <p:cNvPr id="9" name="Picture 2">
            <a:hlinkClick r:id="rId3"/>
            <a:extLst>
              <a:ext uri="{FF2B5EF4-FFF2-40B4-BE49-F238E27FC236}">
                <a16:creationId xmlns:a16="http://schemas.microsoft.com/office/drawing/2014/main" id="{BEA4C082-3A50-CF7F-547F-5306AA0EE3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5" y="548651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>
            <a:hlinkClick r:id="rId5"/>
            <a:extLst>
              <a:ext uri="{FF2B5EF4-FFF2-40B4-BE49-F238E27FC236}">
                <a16:creationId xmlns:a16="http://schemas.microsoft.com/office/drawing/2014/main" id="{409C06F1-58E0-A7E9-36EF-84BEFB59B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98" y="5484370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5C818429-83CA-442F-FB11-051A1261F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178" y="5493548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83F6D5-28CA-851A-44F9-6A6DCE67E18B}"/>
              </a:ext>
            </a:extLst>
          </p:cNvPr>
          <p:cNvSpPr txBox="1">
            <a:spLocks/>
          </p:cNvSpPr>
          <p:nvPr userDrawn="1"/>
        </p:nvSpPr>
        <p:spPr>
          <a:xfrm>
            <a:off x="1045879" y="3245700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 err="1">
                <a:solidFill>
                  <a:schemeClr val="bg1"/>
                </a:solidFill>
                <a:latin typeface="Montserrat Light" pitchFamily="2" charset="77"/>
              </a:rPr>
              <a:t>www.syren.com</a:t>
            </a:r>
            <a:endParaRPr lang="en-US" sz="1600">
              <a:solidFill>
                <a:schemeClr val="bg1"/>
              </a:solidFill>
              <a:latin typeface="Montserrat Light" pitchFamily="2" charset="77"/>
            </a:endParaRPr>
          </a:p>
        </p:txBody>
      </p:sp>
      <p:pic>
        <p:nvPicPr>
          <p:cNvPr id="13" name="Picture 1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C68FEF77-035D-23AA-B6BE-E81FAABE68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37" y="-1084882"/>
            <a:ext cx="9024155" cy="90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622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9A0D10-B6E9-E91C-2185-E6A9911E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3B395D-3134-7110-EF6E-52B4211F6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85750" indent="-285750">
              <a:buFont typeface="Wingdings" pitchFamily="2" charset="2"/>
              <a:buChar char="v"/>
              <a:defRPr/>
            </a:lvl1pPr>
            <a:lvl2pPr marL="628650" indent="-171450">
              <a:buFont typeface="Wingdings" pitchFamily="2" charset="2"/>
              <a:buChar char="v"/>
              <a:defRPr/>
            </a:lvl2pPr>
            <a:lvl3pPr marL="1085850" indent="-171450">
              <a:buFont typeface="Wingdings" pitchFamily="2" charset="2"/>
              <a:buChar char="v"/>
              <a:defRPr/>
            </a:lvl3pPr>
            <a:lvl4pPr marL="1543050" indent="-171450">
              <a:buFont typeface="Wingdings" pitchFamily="2" charset="2"/>
              <a:buChar char="v"/>
              <a:defRPr/>
            </a:lvl4pPr>
            <a:lvl5pPr marL="2000250" indent="-171450">
              <a:buFont typeface="Wingdings" pitchFamily="2" charset="2"/>
              <a:buChar char="v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2FAB99D-7B1C-0120-0D09-EF00C862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B12AB68-E2CC-140A-7DA4-83AC40F07A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6D8179C-8EB1-AC77-BCF0-9914848115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11A5B44-2226-E55D-4BA4-99F86F99F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04407B-910D-2DBF-EEE0-7086B151E4F8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7539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>
              <a:buFont typeface="Wingdings" pitchFamily="2" charset="2"/>
              <a:buChar char="v"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Wingdings" pitchFamily="2" charset="2"/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76466"/>
            <a:ext cx="2123035" cy="666534"/>
          </a:xfrm>
          <a:prstGeom prst="rect">
            <a:avLst/>
          </a:prstGeom>
        </p:spPr>
      </p:pic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90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4F983D-00ED-00FB-938F-E4533233491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973339-A9D8-D019-2F11-E2B25F1F13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5384" y="1131124"/>
            <a:ext cx="5462015" cy="4572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A86C24-1036-E010-D7A0-33AB348C1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699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8A5B6A-39EF-828D-4EEB-40BAAA8DCA6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AA39A-E7DF-A24F-9C58-5B333402D200}"/>
              </a:ext>
            </a:extLst>
          </p:cNvPr>
          <p:cNvSpPr/>
          <p:nvPr userDrawn="1"/>
        </p:nvSpPr>
        <p:spPr>
          <a:xfrm>
            <a:off x="12003436" y="0"/>
            <a:ext cx="188563" cy="6858000"/>
          </a:xfrm>
          <a:prstGeom prst="rect">
            <a:avLst/>
          </a:prstGeom>
          <a:solidFill>
            <a:srgbClr val="F64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3C18E8-8A1D-FAE1-20FF-6EAD35A4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5" y="2588217"/>
            <a:ext cx="5577840" cy="1307240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chemeClr val="bg1"/>
                </a:solidFill>
                <a:latin typeface="Montserrat Light" pitchFamily="2" charset="77"/>
              </a:rPr>
              <a:t>Thank You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3DF081-F1D1-B77C-A9F6-5625A2D0E0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077" y="490307"/>
            <a:ext cx="1245362" cy="3909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A65ADA-DF9F-2C03-8C15-44D1CD64C97F}"/>
              </a:ext>
            </a:extLst>
          </p:cNvPr>
          <p:cNvSpPr txBox="1">
            <a:spLocks/>
          </p:cNvSpPr>
          <p:nvPr userDrawn="1"/>
        </p:nvSpPr>
        <p:spPr>
          <a:xfrm>
            <a:off x="1045879" y="4729348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Follow Us:</a:t>
            </a:r>
          </a:p>
        </p:txBody>
      </p:sp>
      <p:pic>
        <p:nvPicPr>
          <p:cNvPr id="9" name="Picture 2">
            <a:hlinkClick r:id="rId3"/>
            <a:extLst>
              <a:ext uri="{FF2B5EF4-FFF2-40B4-BE49-F238E27FC236}">
                <a16:creationId xmlns:a16="http://schemas.microsoft.com/office/drawing/2014/main" id="{BEA4C082-3A50-CF7F-547F-5306AA0EE3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5" y="548651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>
            <a:hlinkClick r:id="rId5"/>
            <a:extLst>
              <a:ext uri="{FF2B5EF4-FFF2-40B4-BE49-F238E27FC236}">
                <a16:creationId xmlns:a16="http://schemas.microsoft.com/office/drawing/2014/main" id="{409C06F1-58E0-A7E9-36EF-84BEFB59B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98" y="5484370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5C818429-83CA-442F-FB11-051A1261F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178" y="5493548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83F6D5-28CA-851A-44F9-6A6DCE67E18B}"/>
              </a:ext>
            </a:extLst>
          </p:cNvPr>
          <p:cNvSpPr txBox="1">
            <a:spLocks/>
          </p:cNvSpPr>
          <p:nvPr userDrawn="1"/>
        </p:nvSpPr>
        <p:spPr>
          <a:xfrm>
            <a:off x="1045879" y="3245700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 err="1">
                <a:solidFill>
                  <a:schemeClr val="bg1"/>
                </a:solidFill>
                <a:latin typeface="Montserrat Light" pitchFamily="2" charset="77"/>
              </a:rPr>
              <a:t>www.syrencloud.com</a:t>
            </a:r>
            <a:endParaRPr lang="en-US" sz="1600">
              <a:solidFill>
                <a:schemeClr val="bg1"/>
              </a:solidFill>
              <a:latin typeface="Montserrat Light" pitchFamily="2" charset="77"/>
            </a:endParaRPr>
          </a:p>
        </p:txBody>
      </p:sp>
      <p:pic>
        <p:nvPicPr>
          <p:cNvPr id="13" name="Picture 1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C68FEF77-035D-23AA-B6BE-E81FAABE68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37" y="-1084882"/>
            <a:ext cx="9024155" cy="90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270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hapes - Dark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66190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8461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2E7273-4156-86A7-7315-686A6724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3833B9-2874-D264-58E3-467A17E08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</p:spPr>
        <p:txBody>
          <a:bodyPr/>
          <a:lstStyle>
            <a:lvl1pPr marL="2286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63414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se Stud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4566919" cy="1169551"/>
          </a:xfrm>
        </p:spPr>
        <p:txBody>
          <a:bodyPr>
            <a:noAutofit/>
          </a:bodyPr>
          <a:lstStyle>
            <a:lvl1pPr algn="l"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653066"/>
            <a:ext cx="11468100" cy="3862032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D0D96B5-F681-BDE8-14CE-D66583D1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93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ase Stud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FD1701-36B8-0613-0ABA-DC1EE50D4CA2}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4566919" cy="1169551"/>
          </a:xfrm>
        </p:spPr>
        <p:txBody>
          <a:bodyPr>
            <a:noAutofit/>
          </a:bodyPr>
          <a:lstStyle>
            <a:lvl1pPr algn="l"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653066"/>
            <a:ext cx="11468100" cy="3862032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D0D96B5-F681-BDE8-14CE-D66583D1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155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</p:spPr>
        <p:txBody>
          <a:bodyPr anchor="b">
            <a:noAutofit/>
          </a:bodyPr>
          <a:lstStyle>
            <a:lvl1pPr>
              <a:defRPr sz="24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</p:spPr>
        <p:txBody>
          <a:bodyPr>
            <a:normAutofit/>
          </a:bodyPr>
          <a:lstStyle>
            <a:lvl1pPr marL="1714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1pPr>
            <a:lvl2pPr marL="6286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2pPr>
            <a:lvl3pPr marL="10858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3pPr>
            <a:lvl4pPr marL="15430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4pPr>
            <a:lvl5pPr marL="20002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744086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1B27A54-6714-5FF0-5E2A-60983107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988A480-D2C2-CE1C-F54F-461025AC5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</p:spPr>
        <p:txBody>
          <a:bodyPr>
            <a:normAutofit/>
          </a:bodyPr>
          <a:lstStyle>
            <a:lvl1pPr marL="1714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1pPr>
            <a:lvl2pPr marL="6286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2pPr>
            <a:lvl3pPr marL="10858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3pPr>
            <a:lvl4pPr marL="15430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4pPr>
            <a:lvl5pPr marL="20002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62413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text, sign, vector graphics, close&#10;&#10;Description automatically generated">
            <a:extLst>
              <a:ext uri="{FF2B5EF4-FFF2-40B4-BE49-F238E27FC236}">
                <a16:creationId xmlns:a16="http://schemas.microsoft.com/office/drawing/2014/main" id="{EFF482D8-EDAE-0B67-2150-037A217233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2575" y="185372"/>
            <a:ext cx="328612" cy="328612"/>
          </a:xfrm>
          <a:prstGeom prst="rect">
            <a:avLst/>
          </a:prstGeom>
        </p:spPr>
      </p:pic>
      <p:graphicFrame>
        <p:nvGraphicFramePr>
          <p:cNvPr id="22" name="Table 8">
            <a:extLst>
              <a:ext uri="{FF2B5EF4-FFF2-40B4-BE49-F238E27FC236}">
                <a16:creationId xmlns:a16="http://schemas.microsoft.com/office/drawing/2014/main" id="{AB1F8B5D-260D-8E4C-2BBB-FFB9BEDF85D2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90443" y="6493858"/>
          <a:ext cx="11601174" cy="24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058">
                  <a:extLst>
                    <a:ext uri="{9D8B030D-6E8A-4147-A177-3AD203B41FA5}">
                      <a16:colId xmlns:a16="http://schemas.microsoft.com/office/drawing/2014/main" val="3496470726"/>
                    </a:ext>
                  </a:extLst>
                </a:gridCol>
                <a:gridCol w="3867058">
                  <a:extLst>
                    <a:ext uri="{9D8B030D-6E8A-4147-A177-3AD203B41FA5}">
                      <a16:colId xmlns:a16="http://schemas.microsoft.com/office/drawing/2014/main" val="3156149483"/>
                    </a:ext>
                  </a:extLst>
                </a:gridCol>
                <a:gridCol w="3867058">
                  <a:extLst>
                    <a:ext uri="{9D8B030D-6E8A-4147-A177-3AD203B41FA5}">
                      <a16:colId xmlns:a16="http://schemas.microsoft.com/office/drawing/2014/main" val="3202111035"/>
                    </a:ext>
                  </a:extLst>
                </a:gridCol>
              </a:tblGrid>
              <a:tr h="242366">
                <a:tc>
                  <a:txBody>
                    <a:bodyPr/>
                    <a:lstStyle/>
                    <a:p>
                      <a:r>
                        <a:rPr lang="en-US" sz="700" b="0" u="none" cap="all" baseline="0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© Syren cloud inc – 2024 – All RIGHTS RESERVED</a:t>
                      </a:r>
                      <a:endParaRPr lang="en-IN" sz="700" b="0" u="none" cap="all" baseline="0">
                        <a:solidFill>
                          <a:schemeClr val="bg1">
                            <a:lumMod val="50000"/>
                          </a:schemeClr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0" u="none" cap="all" baseline="0">
                        <a:solidFill>
                          <a:schemeClr val="bg1">
                            <a:lumMod val="50000"/>
                          </a:schemeClr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00" b="0" u="none" cap="all" baseline="0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Private &amp; Confidential</a:t>
                      </a:r>
                      <a:endParaRPr lang="en-IN" sz="700" b="0" u="none" cap="all" baseline="0">
                        <a:solidFill>
                          <a:schemeClr val="bg1">
                            <a:lumMod val="50000"/>
                          </a:schemeClr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752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02796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UR OFFERINGS 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5D8E0A4-415D-2AB5-B0E8-A567354F0E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0"/>
            <a:ext cx="12192002" cy="6858001"/>
          </a:xfrm>
          <a:prstGeom prst="rect">
            <a:avLst/>
          </a:prstGeom>
        </p:spPr>
      </p:pic>
      <p:pic>
        <p:nvPicPr>
          <p:cNvPr id="6" name="Picture 5" descr="A picture containing text, sign, vector graphics, close&#10;&#10;Description automatically generated">
            <a:extLst>
              <a:ext uri="{FF2B5EF4-FFF2-40B4-BE49-F238E27FC236}">
                <a16:creationId xmlns:a16="http://schemas.microsoft.com/office/drawing/2014/main" id="{45A883E1-E7F3-FA06-8BC1-58298C1E28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2575" y="185372"/>
            <a:ext cx="328612" cy="328612"/>
          </a:xfrm>
          <a:prstGeom prst="rect">
            <a:avLst/>
          </a:prstGeom>
        </p:spPr>
      </p:pic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5DA4F1DE-668A-C2DA-A385-01A3373634C8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90443" y="6493858"/>
          <a:ext cx="11601174" cy="24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058">
                  <a:extLst>
                    <a:ext uri="{9D8B030D-6E8A-4147-A177-3AD203B41FA5}">
                      <a16:colId xmlns:a16="http://schemas.microsoft.com/office/drawing/2014/main" val="3496470726"/>
                    </a:ext>
                  </a:extLst>
                </a:gridCol>
                <a:gridCol w="3867058">
                  <a:extLst>
                    <a:ext uri="{9D8B030D-6E8A-4147-A177-3AD203B41FA5}">
                      <a16:colId xmlns:a16="http://schemas.microsoft.com/office/drawing/2014/main" val="3156149483"/>
                    </a:ext>
                  </a:extLst>
                </a:gridCol>
                <a:gridCol w="3867058">
                  <a:extLst>
                    <a:ext uri="{9D8B030D-6E8A-4147-A177-3AD203B41FA5}">
                      <a16:colId xmlns:a16="http://schemas.microsoft.com/office/drawing/2014/main" val="3202111035"/>
                    </a:ext>
                  </a:extLst>
                </a:gridCol>
              </a:tblGrid>
              <a:tr h="242366">
                <a:tc>
                  <a:txBody>
                    <a:bodyPr/>
                    <a:lstStyle/>
                    <a:p>
                      <a:r>
                        <a:rPr lang="en-US" sz="700" b="0" u="none" cap="all" baseline="0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© Syren cloud inc – 2024 – All RIGHTS RESERVED</a:t>
                      </a:r>
                      <a:endParaRPr lang="en-IN" sz="700" b="0" u="none" cap="all" baseline="0">
                        <a:solidFill>
                          <a:schemeClr val="bg1">
                            <a:lumMod val="50000"/>
                          </a:schemeClr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0" u="none" cap="all" baseline="0">
                        <a:solidFill>
                          <a:schemeClr val="bg1"/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00" b="0" u="none" cap="all" baseline="0">
                          <a:solidFill>
                            <a:schemeClr val="bg1"/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Private &amp; Confidential</a:t>
                      </a:r>
                      <a:endParaRPr lang="en-IN" sz="700" b="0" u="none" cap="all" baseline="0">
                        <a:solidFill>
                          <a:schemeClr val="bg1"/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752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181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OUR OFFERINGS 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88B268B-4397-368D-37DB-66C5E85274D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20" t="1020" r="1020" b="10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picture containing text, sign, vector graphics, close&#10;&#10;Description automatically generated">
            <a:extLst>
              <a:ext uri="{FF2B5EF4-FFF2-40B4-BE49-F238E27FC236}">
                <a16:creationId xmlns:a16="http://schemas.microsoft.com/office/drawing/2014/main" id="{45A883E1-E7F3-FA06-8BC1-58298C1E28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2575" y="185372"/>
            <a:ext cx="328612" cy="328612"/>
          </a:xfrm>
          <a:prstGeom prst="rect">
            <a:avLst/>
          </a:prstGeom>
        </p:spPr>
      </p:pic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5DA4F1DE-668A-C2DA-A385-01A3373634C8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90443" y="6528122"/>
          <a:ext cx="11601174" cy="208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058">
                  <a:extLst>
                    <a:ext uri="{9D8B030D-6E8A-4147-A177-3AD203B41FA5}">
                      <a16:colId xmlns:a16="http://schemas.microsoft.com/office/drawing/2014/main" val="3496470726"/>
                    </a:ext>
                  </a:extLst>
                </a:gridCol>
                <a:gridCol w="3867058">
                  <a:extLst>
                    <a:ext uri="{9D8B030D-6E8A-4147-A177-3AD203B41FA5}">
                      <a16:colId xmlns:a16="http://schemas.microsoft.com/office/drawing/2014/main" val="3156149483"/>
                    </a:ext>
                  </a:extLst>
                </a:gridCol>
                <a:gridCol w="3867058">
                  <a:extLst>
                    <a:ext uri="{9D8B030D-6E8A-4147-A177-3AD203B41FA5}">
                      <a16:colId xmlns:a16="http://schemas.microsoft.com/office/drawing/2014/main" val="3202111035"/>
                    </a:ext>
                  </a:extLst>
                </a:gridCol>
              </a:tblGrid>
              <a:tr h="208102">
                <a:tc>
                  <a:txBody>
                    <a:bodyPr/>
                    <a:lstStyle/>
                    <a:p>
                      <a:r>
                        <a:rPr lang="en-US" sz="700" b="0" u="none" cap="all" baseline="0">
                          <a:solidFill>
                            <a:schemeClr val="bg1"/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© </a:t>
                      </a:r>
                      <a:r>
                        <a:rPr lang="en-US" sz="700" b="0" u="none" cap="all" baseline="0" err="1">
                          <a:solidFill>
                            <a:schemeClr val="bg1"/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Syren</a:t>
                      </a:r>
                      <a:r>
                        <a:rPr lang="en-US" sz="700" b="0" u="none" cap="all" baseline="0">
                          <a:solidFill>
                            <a:schemeClr val="bg1"/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 cloud </a:t>
                      </a:r>
                      <a:r>
                        <a:rPr lang="en-US" sz="700" b="0" u="none" cap="all" baseline="0" err="1">
                          <a:solidFill>
                            <a:schemeClr val="bg1"/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inc</a:t>
                      </a:r>
                      <a:r>
                        <a:rPr lang="en-US" sz="700" b="0" u="none" cap="all" baseline="0">
                          <a:solidFill>
                            <a:schemeClr val="bg1"/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 – 2024 – All RIGHTS RESERVED</a:t>
                      </a:r>
                      <a:endParaRPr lang="en-IN" sz="700" b="0" u="none" cap="all" baseline="0">
                        <a:solidFill>
                          <a:schemeClr val="bg1"/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0" u="none" cap="all" baseline="0">
                        <a:solidFill>
                          <a:schemeClr val="bg1"/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00" b="0" u="none" cap="all" baseline="0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Private &amp; Confidential</a:t>
                      </a:r>
                      <a:endParaRPr lang="en-IN" sz="700" b="0" u="none" cap="all" baseline="0">
                        <a:solidFill>
                          <a:schemeClr val="bg1">
                            <a:lumMod val="50000"/>
                          </a:schemeClr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752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99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94AA36-CE0C-2A42-AB7C-2FC67E10B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823" y="268942"/>
            <a:ext cx="1665671" cy="59635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E2DA73-8919-6944-A76A-2F7D9D83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07A8E9-F9AF-7542-BEC9-D4D9CD66C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Floor &amp; Decor®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EC694E-0350-7747-8411-3E105E1E7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F7AB-77C2-42B7-A567-8578E20320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20D24F4-CDE6-9D4F-9708-787463343624}"/>
              </a:ext>
            </a:extLst>
          </p:cNvPr>
          <p:cNvSpPr/>
          <p:nvPr userDrawn="1"/>
        </p:nvSpPr>
        <p:spPr>
          <a:xfrm>
            <a:off x="-1" y="1"/>
            <a:ext cx="10202075" cy="1008530"/>
          </a:xfrm>
          <a:custGeom>
            <a:avLst/>
            <a:gdLst>
              <a:gd name="connsiteX0" fmla="*/ 0 w 12268200"/>
              <a:gd name="connsiteY0" fmla="*/ 1143000 h 1143000"/>
              <a:gd name="connsiteX1" fmla="*/ 285750 w 12268200"/>
              <a:gd name="connsiteY1" fmla="*/ 0 h 1143000"/>
              <a:gd name="connsiteX2" fmla="*/ 12268200 w 12268200"/>
              <a:gd name="connsiteY2" fmla="*/ 0 h 1143000"/>
              <a:gd name="connsiteX3" fmla="*/ 11982450 w 12268200"/>
              <a:gd name="connsiteY3" fmla="*/ 1143000 h 1143000"/>
              <a:gd name="connsiteX4" fmla="*/ 0 w 12268200"/>
              <a:gd name="connsiteY4" fmla="*/ 1143000 h 1143000"/>
              <a:gd name="connsiteX0" fmla="*/ 416214 w 11982450"/>
              <a:gd name="connsiteY0" fmla="*/ 1143000 h 1143000"/>
              <a:gd name="connsiteX1" fmla="*/ 0 w 11982450"/>
              <a:gd name="connsiteY1" fmla="*/ 0 h 1143000"/>
              <a:gd name="connsiteX2" fmla="*/ 11982450 w 11982450"/>
              <a:gd name="connsiteY2" fmla="*/ 0 h 1143000"/>
              <a:gd name="connsiteX3" fmla="*/ 11696700 w 11982450"/>
              <a:gd name="connsiteY3" fmla="*/ 1143000 h 1143000"/>
              <a:gd name="connsiteX4" fmla="*/ 416214 w 11982450"/>
              <a:gd name="connsiteY4" fmla="*/ 1143000 h 1143000"/>
              <a:gd name="connsiteX0" fmla="*/ 0 w 11566236"/>
              <a:gd name="connsiteY0" fmla="*/ 1143000 h 1143000"/>
              <a:gd name="connsiteX1" fmla="*/ 198004 w 11566236"/>
              <a:gd name="connsiteY1" fmla="*/ 230909 h 1143000"/>
              <a:gd name="connsiteX2" fmla="*/ 11566236 w 11566236"/>
              <a:gd name="connsiteY2" fmla="*/ 0 h 1143000"/>
              <a:gd name="connsiteX3" fmla="*/ 11280486 w 11566236"/>
              <a:gd name="connsiteY3" fmla="*/ 1143000 h 1143000"/>
              <a:gd name="connsiteX4" fmla="*/ 0 w 11566236"/>
              <a:gd name="connsiteY4" fmla="*/ 1143000 h 1143000"/>
              <a:gd name="connsiteX0" fmla="*/ 0 w 11566236"/>
              <a:gd name="connsiteY0" fmla="*/ 1143001 h 1143001"/>
              <a:gd name="connsiteX1" fmla="*/ 4040 w 11566236"/>
              <a:gd name="connsiteY1" fmla="*/ 0 h 1143001"/>
              <a:gd name="connsiteX2" fmla="*/ 11566236 w 11566236"/>
              <a:gd name="connsiteY2" fmla="*/ 1 h 1143001"/>
              <a:gd name="connsiteX3" fmla="*/ 11280486 w 11566236"/>
              <a:gd name="connsiteY3" fmla="*/ 1143001 h 1143001"/>
              <a:gd name="connsiteX4" fmla="*/ 0 w 11566236"/>
              <a:gd name="connsiteY4" fmla="*/ 1143001 h 1143001"/>
              <a:gd name="connsiteX0" fmla="*/ 5352 w 11562352"/>
              <a:gd name="connsiteY0" fmla="*/ 1143001 h 1143001"/>
              <a:gd name="connsiteX1" fmla="*/ 156 w 11562352"/>
              <a:gd name="connsiteY1" fmla="*/ 0 h 1143001"/>
              <a:gd name="connsiteX2" fmla="*/ 11562352 w 11562352"/>
              <a:gd name="connsiteY2" fmla="*/ 1 h 1143001"/>
              <a:gd name="connsiteX3" fmla="*/ 11276602 w 11562352"/>
              <a:gd name="connsiteY3" fmla="*/ 1143001 h 1143001"/>
              <a:gd name="connsiteX4" fmla="*/ 5352 w 11562352"/>
              <a:gd name="connsiteY4" fmla="*/ 1143001 h 114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62352" h="1143001">
                <a:moveTo>
                  <a:pt x="5352" y="1143001"/>
                </a:moveTo>
                <a:cubicBezTo>
                  <a:pt x="6699" y="762001"/>
                  <a:pt x="-1191" y="381000"/>
                  <a:pt x="156" y="0"/>
                </a:cubicBezTo>
                <a:lnTo>
                  <a:pt x="11562352" y="1"/>
                </a:lnTo>
                <a:lnTo>
                  <a:pt x="11276602" y="1143001"/>
                </a:lnTo>
                <a:lnTo>
                  <a:pt x="5352" y="1143001"/>
                </a:lnTo>
                <a:close/>
              </a:path>
            </a:pathLst>
          </a:cu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177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74704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4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45D0AA-4993-E0B4-38A4-7EF2AAC68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0707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w Shape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E0EC3-40EF-2176-A5EB-67D0FB1412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8761316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>
              <a:buFont typeface="Wingdings" pitchFamily="2" charset="2"/>
              <a:buChar char="v"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Wingdings" pitchFamily="2" charset="2"/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5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5646C33-A1AD-9804-9559-EB9FE98FF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964" y="476466"/>
            <a:ext cx="2123035" cy="6665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BF73D9-0881-A73E-A8B1-CD8E49046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6350" indent="0" algn="l">
              <a:tabLst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1F1B40-8720-C869-4A82-E00187BC6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>
              <a:buFont typeface="Wingdings" pitchFamily="2" charset="2"/>
              <a:buChar char="v"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8D2D752-871B-972C-6799-1EDBA09B4A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9F8B6379-2FCC-6CD1-3B82-2EF9342DDA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39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4F983D-00ED-00FB-938F-E4533233491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973339-A9D8-D019-2F11-E2B25F1F13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5384" y="1131124"/>
            <a:ext cx="5462015" cy="4572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A86C24-1036-E010-D7A0-33AB348C1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7838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b="0" i="0">
                <a:solidFill>
                  <a:schemeClr val="bg1"/>
                </a:solidFill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DC2F79-0561-CA4A-0111-3C8F3F9A1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F648CB-B53A-97FE-8A66-928C7AC2BFE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7BF5CD-B00A-CD4C-B258-889CE9E8342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05384" y="1131124"/>
            <a:ext cx="5462015" cy="4572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17054AB-B988-63CE-6A1E-6B621E79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964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743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899665"/>
            <a:ext cx="7588845" cy="7591879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BB4D9B1-BE92-1134-E6C8-BB87B7099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8A23B48-F504-E2FE-0543-A56DE6A6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725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89FD60E-F535-21E0-F9AD-57081DB37E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0601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1pPr>
            <a:lvl2pPr marL="6286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2pPr>
            <a:lvl3pPr marL="10858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3pPr>
            <a:lvl4pPr marL="15430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4pPr>
            <a:lvl5pPr marL="20002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05E4BFA-10D2-3C85-0CDF-D3F915AF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7594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Dark -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1pPr>
            <a:lvl2pPr marL="6858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2pPr>
            <a:lvl3pPr marL="11430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3pPr>
            <a:lvl4pPr marL="16002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4pPr>
            <a:lvl5pPr marL="2057400" indent="-228600">
              <a:buFont typeface="Wingdings" pitchFamily="2" charset="2"/>
              <a:buChar char="v"/>
              <a:defRPr sz="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22A9A2-9B4B-D851-01DF-A7A8E19BB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2847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itchFamily="2" charset="2"/>
              <a:buChar char="v"/>
              <a:defRPr/>
            </a:lvl1pPr>
            <a:lvl2pPr marL="685800" indent="-228600">
              <a:buFont typeface="Wingdings" pitchFamily="2" charset="2"/>
              <a:buChar char="v"/>
              <a:defRPr/>
            </a:lvl2pPr>
            <a:lvl3pPr marL="1143000" indent="-228600">
              <a:buFont typeface="Wingdings" pitchFamily="2" charset="2"/>
              <a:buChar char="v"/>
              <a:defRPr/>
            </a:lvl3pPr>
            <a:lvl4pPr marL="1600200" indent="-228600">
              <a:buFont typeface="Wingdings" pitchFamily="2" charset="2"/>
              <a:buChar char="v"/>
              <a:defRPr/>
            </a:lvl4pPr>
            <a:lvl5pPr marL="2057400" indent="-228600">
              <a:buFont typeface="Wingdings" pitchFamily="2" charset="2"/>
              <a:buChar char="v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C7F66F-0C0C-FAF4-0123-F422F983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966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2E7273-4156-86A7-7315-686A6724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3833B9-2874-D264-58E3-467A17E08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1pPr>
            <a:lvl2pPr marL="6858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2pPr>
            <a:lvl3pPr marL="11430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3pPr>
            <a:lvl4pPr marL="16002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4pPr>
            <a:lvl5pPr marL="20574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91B9BCA-AD99-7F73-8548-207721CE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0492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se Stud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FD1701-36B8-0613-0ABA-DC1EE50D4CA2}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4566919" cy="116955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653066"/>
            <a:ext cx="11468100" cy="3862032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itchFamily="2" charset="2"/>
              <a:buChar char="v"/>
              <a:defRPr/>
            </a:lvl1pPr>
            <a:lvl2pPr marL="685800" indent="-228600">
              <a:buFont typeface="Wingdings" pitchFamily="2" charset="2"/>
              <a:buChar char="v"/>
              <a:defRPr/>
            </a:lvl2pPr>
            <a:lvl3pPr marL="1143000" indent="-228600">
              <a:buFont typeface="Wingdings" pitchFamily="2" charset="2"/>
              <a:buChar char="v"/>
              <a:defRPr/>
            </a:lvl3pPr>
            <a:lvl4pPr marL="1600200" indent="-228600">
              <a:buFont typeface="Wingdings" pitchFamily="2" charset="2"/>
              <a:buChar char="v"/>
              <a:defRPr/>
            </a:lvl4pPr>
            <a:lvl5pPr marL="2057400" indent="-228600">
              <a:buFont typeface="Wingdings" pitchFamily="2" charset="2"/>
              <a:buChar char="v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D0D96B5-F681-BDE8-14CE-D66583D1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807B2E-F43A-84A1-CC44-73A838B0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2031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42899"/>
            <a:ext cx="10515600" cy="92613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38435"/>
            <a:ext cx="11468100" cy="4776664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1pPr>
            <a:lvl2pPr marL="6286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2pPr>
            <a:lvl3pPr marL="10858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3pPr>
            <a:lvl4pPr marL="15430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4pPr>
            <a:lvl5pPr marL="20002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0890" y="1269036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05E4BFA-10D2-3C85-0CDF-D3F915AF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141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1pPr>
            <a:lvl2pPr marL="6286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2pPr>
            <a:lvl3pPr marL="10858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3pPr>
            <a:lvl4pPr marL="15430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4pPr>
            <a:lvl5pPr marL="20002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AE51D1F-2521-8D8C-190E-BA894BAA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499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1B27A54-6714-5FF0-5E2A-60983107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988A480-D2C2-CE1C-F54F-461025AC5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1pPr>
            <a:lvl2pPr marL="6286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2pPr>
            <a:lvl3pPr marL="10858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3pPr>
            <a:lvl4pPr marL="15430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4pPr>
            <a:lvl5pPr marL="20002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0FF4F-D970-316B-7801-881833E7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9866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8A5B6A-39EF-828D-4EEB-40BAAA8DCA6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AA39A-E7DF-A24F-9C58-5B333402D200}"/>
              </a:ext>
            </a:extLst>
          </p:cNvPr>
          <p:cNvSpPr/>
          <p:nvPr userDrawn="1"/>
        </p:nvSpPr>
        <p:spPr>
          <a:xfrm>
            <a:off x="12003436" y="0"/>
            <a:ext cx="188563" cy="6858000"/>
          </a:xfrm>
          <a:prstGeom prst="rect">
            <a:avLst/>
          </a:prstGeom>
          <a:solidFill>
            <a:srgbClr val="F64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3C18E8-8A1D-FAE1-20FF-6EAD35A4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5" y="2588217"/>
            <a:ext cx="5577840" cy="1307240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chemeClr val="bg1"/>
                </a:solidFill>
                <a:latin typeface="Montserrat Light" pitchFamily="2" charset="77"/>
              </a:rPr>
              <a:t>Thank You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3DF081-F1D1-B77C-A9F6-5625A2D0E0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077" y="490307"/>
            <a:ext cx="1245362" cy="3909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A65ADA-DF9F-2C03-8C15-44D1CD64C97F}"/>
              </a:ext>
            </a:extLst>
          </p:cNvPr>
          <p:cNvSpPr txBox="1">
            <a:spLocks/>
          </p:cNvSpPr>
          <p:nvPr userDrawn="1"/>
        </p:nvSpPr>
        <p:spPr>
          <a:xfrm>
            <a:off x="1045879" y="4729348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Follow Us:</a:t>
            </a:r>
          </a:p>
        </p:txBody>
      </p:sp>
      <p:pic>
        <p:nvPicPr>
          <p:cNvPr id="9" name="Picture 2">
            <a:hlinkClick r:id="rId3"/>
            <a:extLst>
              <a:ext uri="{FF2B5EF4-FFF2-40B4-BE49-F238E27FC236}">
                <a16:creationId xmlns:a16="http://schemas.microsoft.com/office/drawing/2014/main" id="{BEA4C082-3A50-CF7F-547F-5306AA0EE3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5" y="548651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>
            <a:hlinkClick r:id="rId5"/>
            <a:extLst>
              <a:ext uri="{FF2B5EF4-FFF2-40B4-BE49-F238E27FC236}">
                <a16:creationId xmlns:a16="http://schemas.microsoft.com/office/drawing/2014/main" id="{409C06F1-58E0-A7E9-36EF-84BEFB59B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98" y="5484370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5C818429-83CA-442F-FB11-051A1261F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178" y="5493548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83F6D5-28CA-851A-44F9-6A6DCE67E18B}"/>
              </a:ext>
            </a:extLst>
          </p:cNvPr>
          <p:cNvSpPr txBox="1">
            <a:spLocks/>
          </p:cNvSpPr>
          <p:nvPr userDrawn="1"/>
        </p:nvSpPr>
        <p:spPr>
          <a:xfrm>
            <a:off x="1045879" y="3245700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www.syrencloud.com</a:t>
            </a:r>
          </a:p>
        </p:txBody>
      </p:sp>
      <p:pic>
        <p:nvPicPr>
          <p:cNvPr id="13" name="Picture 1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C68FEF77-035D-23AA-B6BE-E81FAABE68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37" y="-1084882"/>
            <a:ext cx="9024155" cy="90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1904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UR OFFERINGS 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18146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70212"/>
            <a:ext cx="9144000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813880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6056312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921634"/>
            <a:ext cx="1829765" cy="57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69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7265AA-5BBC-2862-EA88-8F70D4B0B9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8545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45D0AA-4993-E0B4-38A4-7EF2AAC68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903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>
              <a:buFont typeface="Wingdings" pitchFamily="2" charset="2"/>
              <a:buChar char="v"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Wingdings" pitchFamily="2" charset="2"/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08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>
              <a:buFont typeface="Wingdings" pitchFamily="2" charset="2"/>
              <a:buChar char="v"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Wingdings" pitchFamily="2" charset="2"/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76466"/>
            <a:ext cx="2123035" cy="666534"/>
          </a:xfrm>
          <a:prstGeom prst="rect">
            <a:avLst/>
          </a:prstGeom>
        </p:spPr>
      </p:pic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23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5646C33-A1AD-9804-9559-EB9FE98FF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964" y="476466"/>
            <a:ext cx="2123035" cy="6665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BF73D9-0881-A73E-A8B1-CD8E49046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6350" indent="0" algn="l">
              <a:tabLst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1F1B40-8720-C869-4A82-E00187BC6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>
              <a:buFont typeface="Wingdings" pitchFamily="2" charset="2"/>
              <a:buChar char="v"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8D2D752-871B-972C-6799-1EDBA09B4A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9F8B6379-2FCC-6CD1-3B82-2EF9342DDA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3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4F983D-00ED-00FB-938F-E4533233491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973339-A9D8-D019-2F11-E2B25F1F13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5384" y="1131124"/>
            <a:ext cx="5462015" cy="4572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A86C24-1036-E010-D7A0-33AB348C1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2957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b="0" i="0">
                <a:solidFill>
                  <a:schemeClr val="bg1"/>
                </a:solidFill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DC2F79-0561-CA4A-0111-3C8F3F9A1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F648CB-B53A-97FE-8A66-928C7AC2BFE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7BF5CD-B00A-CD4C-B258-889CE9E8342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05384" y="1131124"/>
            <a:ext cx="5462015" cy="4572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17054AB-B988-63CE-6A1E-6B621E79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1941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743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899665"/>
            <a:ext cx="7588845" cy="7591879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BB4D9B1-BE92-1134-E6C8-BB87B7099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8A23B48-F504-E2FE-0543-A56DE6A6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725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89FD60E-F535-21E0-F9AD-57081DB37E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9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1pPr>
            <a:lvl2pPr marL="6286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2pPr>
            <a:lvl3pPr marL="10858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3pPr>
            <a:lvl4pPr marL="15430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4pPr>
            <a:lvl5pPr marL="20002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05E4BFA-10D2-3C85-0CDF-D3F915AF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744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1pPr>
            <a:lvl2pPr marL="6286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2pPr>
            <a:lvl3pPr marL="10858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3pPr>
            <a:lvl4pPr marL="15430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/>
            </a:lvl4pPr>
            <a:lvl5pPr marL="2000250" indent="-171450">
              <a:buClr>
                <a:srgbClr val="F64F18"/>
              </a:buClr>
              <a:buSzPct val="80000"/>
              <a:buFont typeface="Wingdings" pitchFamily="2" charset="2"/>
              <a:buChar char="v"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05E4BFA-10D2-3C85-0CDF-D3F915AF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907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Dark -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1pPr>
            <a:lvl2pPr marL="6858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2pPr>
            <a:lvl3pPr marL="11430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3pPr>
            <a:lvl4pPr marL="16002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4pPr>
            <a:lvl5pPr marL="2057400" indent="-228600">
              <a:buFont typeface="Wingdings" pitchFamily="2" charset="2"/>
              <a:buChar char="v"/>
              <a:defRPr sz="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22A9A2-9B4B-D851-01DF-A7A8E19BB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857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5BA9E9-80E2-6F21-A8AC-18B2BE212F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itchFamily="2" charset="2"/>
              <a:buChar char="v"/>
              <a:defRPr/>
            </a:lvl1pPr>
            <a:lvl2pPr marL="685800" indent="-228600">
              <a:buFont typeface="Wingdings" pitchFamily="2" charset="2"/>
              <a:buChar char="v"/>
              <a:defRPr/>
            </a:lvl2pPr>
            <a:lvl3pPr marL="1143000" indent="-228600">
              <a:buFont typeface="Wingdings" pitchFamily="2" charset="2"/>
              <a:buChar char="v"/>
              <a:defRPr/>
            </a:lvl3pPr>
            <a:lvl4pPr marL="1600200" indent="-228600">
              <a:buFont typeface="Wingdings" pitchFamily="2" charset="2"/>
              <a:buChar char="v"/>
              <a:defRPr/>
            </a:lvl4pPr>
            <a:lvl5pPr marL="2057400" indent="-228600">
              <a:buFont typeface="Wingdings" pitchFamily="2" charset="2"/>
              <a:buChar char="v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C7F66F-0C0C-FAF4-0123-F422F983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527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2E7273-4156-86A7-7315-686A6724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3833B9-2874-D264-58E3-467A17E08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1pPr>
            <a:lvl2pPr marL="6858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2pPr>
            <a:lvl3pPr marL="11430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3pPr>
            <a:lvl4pPr marL="16002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4pPr>
            <a:lvl5pPr marL="20574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91B9BCA-AD99-7F73-8548-207721CE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22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se Stud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FD1701-36B8-0613-0ABA-DC1EE50D4CA2}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4566919" cy="116955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653066"/>
            <a:ext cx="11468100" cy="3862032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itchFamily="2" charset="2"/>
              <a:buChar char="v"/>
              <a:defRPr/>
            </a:lvl1pPr>
            <a:lvl2pPr marL="685800" indent="-228600">
              <a:buFont typeface="Wingdings" pitchFamily="2" charset="2"/>
              <a:buChar char="v"/>
              <a:defRPr/>
            </a:lvl2pPr>
            <a:lvl3pPr marL="1143000" indent="-228600">
              <a:buFont typeface="Wingdings" pitchFamily="2" charset="2"/>
              <a:buChar char="v"/>
              <a:defRPr/>
            </a:lvl3pPr>
            <a:lvl4pPr marL="1600200" indent="-228600">
              <a:buFont typeface="Wingdings" pitchFamily="2" charset="2"/>
              <a:buChar char="v"/>
              <a:defRPr/>
            </a:lvl4pPr>
            <a:lvl5pPr marL="2057400" indent="-228600">
              <a:buFont typeface="Wingdings" pitchFamily="2" charset="2"/>
              <a:buChar char="v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D0D96B5-F681-BDE8-14CE-D66583D1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807B2E-F43A-84A1-CC44-73A838B0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6355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1pPr>
            <a:lvl2pPr marL="6286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2pPr>
            <a:lvl3pPr marL="10858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3pPr>
            <a:lvl4pPr marL="15430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4pPr>
            <a:lvl5pPr marL="20002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AE51D1F-2521-8D8C-190E-BA894BAA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4418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1B27A54-6714-5FF0-5E2A-60983107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988A480-D2C2-CE1C-F54F-461025AC5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1pPr>
            <a:lvl2pPr marL="6286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2pPr>
            <a:lvl3pPr marL="10858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3pPr>
            <a:lvl4pPr marL="15430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4pPr>
            <a:lvl5pPr marL="20002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0FF4F-D970-316B-7801-881833E7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6966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8A5B6A-39EF-828D-4EEB-40BAAA8DCA6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AA39A-E7DF-A24F-9C58-5B333402D200}"/>
              </a:ext>
            </a:extLst>
          </p:cNvPr>
          <p:cNvSpPr/>
          <p:nvPr userDrawn="1"/>
        </p:nvSpPr>
        <p:spPr>
          <a:xfrm>
            <a:off x="12003436" y="0"/>
            <a:ext cx="188563" cy="6858000"/>
          </a:xfrm>
          <a:prstGeom prst="rect">
            <a:avLst/>
          </a:prstGeom>
          <a:solidFill>
            <a:srgbClr val="F64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3C18E8-8A1D-FAE1-20FF-6EAD35A4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5" y="2588217"/>
            <a:ext cx="5577840" cy="1307240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chemeClr val="bg1"/>
                </a:solidFill>
                <a:latin typeface="Montserrat Light" pitchFamily="2" charset="77"/>
              </a:rPr>
              <a:t>Thank You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3DF081-F1D1-B77C-A9F6-5625A2D0E0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077" y="490307"/>
            <a:ext cx="1245362" cy="3909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A65ADA-DF9F-2C03-8C15-44D1CD64C97F}"/>
              </a:ext>
            </a:extLst>
          </p:cNvPr>
          <p:cNvSpPr txBox="1">
            <a:spLocks/>
          </p:cNvSpPr>
          <p:nvPr userDrawn="1"/>
        </p:nvSpPr>
        <p:spPr>
          <a:xfrm>
            <a:off x="1045879" y="4729348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Follow Us:</a:t>
            </a:r>
          </a:p>
        </p:txBody>
      </p:sp>
      <p:pic>
        <p:nvPicPr>
          <p:cNvPr id="9" name="Picture 2">
            <a:hlinkClick r:id="rId3"/>
            <a:extLst>
              <a:ext uri="{FF2B5EF4-FFF2-40B4-BE49-F238E27FC236}">
                <a16:creationId xmlns:a16="http://schemas.microsoft.com/office/drawing/2014/main" id="{BEA4C082-3A50-CF7F-547F-5306AA0EE3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5" y="548651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>
            <a:hlinkClick r:id="rId5"/>
            <a:extLst>
              <a:ext uri="{FF2B5EF4-FFF2-40B4-BE49-F238E27FC236}">
                <a16:creationId xmlns:a16="http://schemas.microsoft.com/office/drawing/2014/main" id="{409C06F1-58E0-A7E9-36EF-84BEFB59B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98" y="5484370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5C818429-83CA-442F-FB11-051A1261F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178" y="5493548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83F6D5-28CA-851A-44F9-6A6DCE67E18B}"/>
              </a:ext>
            </a:extLst>
          </p:cNvPr>
          <p:cNvSpPr txBox="1">
            <a:spLocks/>
          </p:cNvSpPr>
          <p:nvPr userDrawn="1"/>
        </p:nvSpPr>
        <p:spPr>
          <a:xfrm>
            <a:off x="1045879" y="3245700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 err="1">
                <a:solidFill>
                  <a:schemeClr val="bg1"/>
                </a:solidFill>
                <a:latin typeface="Montserrat Light" pitchFamily="2" charset="77"/>
              </a:rPr>
              <a:t>www.syrencloud.com</a:t>
            </a:r>
            <a:endParaRPr lang="en-US" sz="1600">
              <a:solidFill>
                <a:schemeClr val="bg1"/>
              </a:solidFill>
              <a:latin typeface="Montserrat Light" pitchFamily="2" charset="77"/>
            </a:endParaRPr>
          </a:p>
        </p:txBody>
      </p:sp>
      <p:pic>
        <p:nvPicPr>
          <p:cNvPr id="13" name="Picture 1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C68FEF77-035D-23AA-B6BE-E81FAABE68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37" y="-1084882"/>
            <a:ext cx="9024155" cy="90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8105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8A5B6A-39EF-828D-4EEB-40BAAA8DCA6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AA39A-E7DF-A24F-9C58-5B333402D200}"/>
              </a:ext>
            </a:extLst>
          </p:cNvPr>
          <p:cNvSpPr/>
          <p:nvPr userDrawn="1"/>
        </p:nvSpPr>
        <p:spPr>
          <a:xfrm>
            <a:off x="12003436" y="0"/>
            <a:ext cx="188563" cy="6858000"/>
          </a:xfrm>
          <a:prstGeom prst="rect">
            <a:avLst/>
          </a:prstGeom>
          <a:solidFill>
            <a:srgbClr val="F64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3C18E8-8A1D-FAE1-20FF-6EAD35A4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5" y="2588217"/>
            <a:ext cx="5577840" cy="1307240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chemeClr val="bg1"/>
                </a:solidFill>
                <a:latin typeface="Montserrat Light" pitchFamily="2" charset="77"/>
              </a:rPr>
              <a:t>Thank You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3DF081-F1D1-B77C-A9F6-5625A2D0E0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077" y="490307"/>
            <a:ext cx="1245362" cy="3909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A65ADA-DF9F-2C03-8C15-44D1CD64C97F}"/>
              </a:ext>
            </a:extLst>
          </p:cNvPr>
          <p:cNvSpPr txBox="1">
            <a:spLocks/>
          </p:cNvSpPr>
          <p:nvPr userDrawn="1"/>
        </p:nvSpPr>
        <p:spPr>
          <a:xfrm>
            <a:off x="1045879" y="4729348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Follow Us:</a:t>
            </a:r>
          </a:p>
        </p:txBody>
      </p:sp>
      <p:pic>
        <p:nvPicPr>
          <p:cNvPr id="9" name="Picture 2">
            <a:hlinkClick r:id="rId3"/>
            <a:extLst>
              <a:ext uri="{FF2B5EF4-FFF2-40B4-BE49-F238E27FC236}">
                <a16:creationId xmlns:a16="http://schemas.microsoft.com/office/drawing/2014/main" id="{BEA4C082-3A50-CF7F-547F-5306AA0EE3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5" y="548651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>
            <a:hlinkClick r:id="rId5"/>
            <a:extLst>
              <a:ext uri="{FF2B5EF4-FFF2-40B4-BE49-F238E27FC236}">
                <a16:creationId xmlns:a16="http://schemas.microsoft.com/office/drawing/2014/main" id="{409C06F1-58E0-A7E9-36EF-84BEFB59B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98" y="5484370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5C818429-83CA-442F-FB11-051A1261F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178" y="5493548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83F6D5-28CA-851A-44F9-6A6DCE67E18B}"/>
              </a:ext>
            </a:extLst>
          </p:cNvPr>
          <p:cNvSpPr txBox="1">
            <a:spLocks/>
          </p:cNvSpPr>
          <p:nvPr userDrawn="1"/>
        </p:nvSpPr>
        <p:spPr>
          <a:xfrm>
            <a:off x="1045879" y="3245700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 err="1">
                <a:solidFill>
                  <a:schemeClr val="bg1"/>
                </a:solidFill>
                <a:latin typeface="Montserrat Light" pitchFamily="2" charset="77"/>
              </a:rPr>
              <a:t>www.syrencloud.com</a:t>
            </a:r>
            <a:endParaRPr lang="en-US" sz="1600">
              <a:solidFill>
                <a:schemeClr val="bg1"/>
              </a:solidFill>
              <a:latin typeface="Montserrat Light" pitchFamily="2" charset="77"/>
            </a:endParaRPr>
          </a:p>
        </p:txBody>
      </p:sp>
      <p:pic>
        <p:nvPicPr>
          <p:cNvPr id="13" name="Picture 1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C68FEF77-035D-23AA-B6BE-E81FAABE68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37" y="-1084882"/>
            <a:ext cx="9024155" cy="90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4023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52543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12296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59325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BE1339C-4725-57D3-6AB8-519AB262F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AF08BF8-8AFE-703D-1949-EBF115C2B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6E5A200-2C13-001B-B10A-BBD04BC4B2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C970DA4-1FCF-84C5-F7EB-3EDAAAB470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76466"/>
            <a:ext cx="2123035" cy="666534"/>
          </a:xfrm>
          <a:prstGeom prst="rect">
            <a:avLst/>
          </a:prstGeom>
        </p:spPr>
      </p:pic>
      <p:pic>
        <p:nvPicPr>
          <p:cNvPr id="16" name="Picture 15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6DE84E4B-0C65-A596-3547-F6953A72A8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27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OFFERINGS 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sign, vector graphics, close&#10;&#10;Description automatically generated">
            <a:extLst>
              <a:ext uri="{FF2B5EF4-FFF2-40B4-BE49-F238E27FC236}">
                <a16:creationId xmlns:a16="http://schemas.microsoft.com/office/drawing/2014/main" id="{45A883E1-E7F3-FA06-8BC1-58298C1E28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2575" y="185372"/>
            <a:ext cx="328612" cy="328612"/>
          </a:xfrm>
          <a:prstGeom prst="rect">
            <a:avLst/>
          </a:prstGeom>
        </p:spPr>
      </p:pic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5DA4F1DE-668A-C2DA-A385-01A3373634C8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90443" y="6493858"/>
          <a:ext cx="11601174" cy="24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058">
                  <a:extLst>
                    <a:ext uri="{9D8B030D-6E8A-4147-A177-3AD203B41FA5}">
                      <a16:colId xmlns:a16="http://schemas.microsoft.com/office/drawing/2014/main" val="3496470726"/>
                    </a:ext>
                  </a:extLst>
                </a:gridCol>
                <a:gridCol w="3867058">
                  <a:extLst>
                    <a:ext uri="{9D8B030D-6E8A-4147-A177-3AD203B41FA5}">
                      <a16:colId xmlns:a16="http://schemas.microsoft.com/office/drawing/2014/main" val="3156149483"/>
                    </a:ext>
                  </a:extLst>
                </a:gridCol>
                <a:gridCol w="3867058">
                  <a:extLst>
                    <a:ext uri="{9D8B030D-6E8A-4147-A177-3AD203B41FA5}">
                      <a16:colId xmlns:a16="http://schemas.microsoft.com/office/drawing/2014/main" val="3202111035"/>
                    </a:ext>
                  </a:extLst>
                </a:gridCol>
              </a:tblGrid>
              <a:tr h="242366">
                <a:tc>
                  <a:txBody>
                    <a:bodyPr/>
                    <a:lstStyle/>
                    <a:p>
                      <a:r>
                        <a:rPr lang="en-US" sz="700" b="0" u="none" cap="all" baseline="0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© </a:t>
                      </a:r>
                      <a:r>
                        <a:rPr lang="en-US" sz="700" b="0" u="none" cap="all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Syren</a:t>
                      </a:r>
                      <a:r>
                        <a:rPr lang="en-US" sz="700" b="0" u="none" cap="all" baseline="0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 cloud </a:t>
                      </a:r>
                      <a:r>
                        <a:rPr lang="en-US" sz="700" b="0" u="none" cap="all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inc</a:t>
                      </a:r>
                      <a:r>
                        <a:rPr lang="en-US" sz="700" b="0" u="none" cap="all" baseline="0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 – 2024 – All RIGHTS RESERVED</a:t>
                      </a:r>
                      <a:endParaRPr lang="en-IN" sz="700" b="0" u="none" cap="all" baseline="0">
                        <a:solidFill>
                          <a:schemeClr val="bg1">
                            <a:lumMod val="50000"/>
                          </a:schemeClr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0" u="none" cap="all" baseline="0">
                        <a:solidFill>
                          <a:schemeClr val="bg1">
                            <a:lumMod val="50000"/>
                          </a:schemeClr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00" b="0" u="none" cap="all" baseline="0">
                          <a:solidFill>
                            <a:schemeClr val="bg1">
                              <a:lumMod val="50000"/>
                            </a:schemeClr>
                          </a:solidFill>
                          <a:uFill>
                            <a:solidFill>
                              <a:srgbClr val="34A496"/>
                            </a:solidFill>
                          </a:uFill>
                          <a:latin typeface="+mj-lt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Private &amp; Confidential</a:t>
                      </a:r>
                      <a:endParaRPr lang="en-IN" sz="700" b="0" u="none" cap="all" baseline="0">
                        <a:solidFill>
                          <a:schemeClr val="bg1">
                            <a:lumMod val="50000"/>
                          </a:schemeClr>
                        </a:solidFill>
                        <a:uFill>
                          <a:solidFill>
                            <a:srgbClr val="34A496"/>
                          </a:solidFill>
                        </a:uFill>
                        <a:latin typeface="+mj-lt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752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5703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76466"/>
            <a:ext cx="2123035" cy="666534"/>
          </a:xfrm>
          <a:prstGeom prst="rect">
            <a:avLst/>
          </a:prstGeom>
        </p:spPr>
      </p:pic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97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5646C33-A1AD-9804-9559-EB9FE98FF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964" y="476466"/>
            <a:ext cx="2123035" cy="6665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BF73D9-0881-A73E-A8B1-CD8E49046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1F1B40-8720-C869-4A82-E00187BC6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285750" indent="-285750" algn="l">
              <a:buFontTx/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8D2D752-871B-972C-6799-1EDBA09B4A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9F8B6379-2FCC-6CD1-3B82-2EF9342DDA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66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713D7E-6F05-D8D7-3ED2-E1436934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10ADDAF-FE95-112A-FA1F-56FC8AAC2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72FD3C-968C-602C-3FAD-03EE811C25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6AE126-71C2-1C6D-EACB-04FC7C035A73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>
                <a:latin typeface="Montserrat Light" pitchFamily="2" charset="77"/>
              </a:rPr>
              <a:t>Agenda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89C495-D791-5438-FF52-9196B3766A1D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1EA3D56-4207-7FC3-2A05-D7D3853988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28416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4F983D-00ED-00FB-938F-E4533233491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973339-A9D8-D019-2F11-E2B25F1F13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096762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b="0" i="0">
                <a:solidFill>
                  <a:schemeClr val="bg1"/>
                </a:solidFill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DC2F79-0561-CA4A-0111-3C8F3F9A1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F648CB-B53A-97FE-8A66-928C7AC2BFE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rgbClr val="F64F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7BF5CD-B00A-CD4C-B258-889CE9E8342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28881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0E394F-AE28-1CC6-C7FC-5C37992107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899665"/>
            <a:ext cx="7588845" cy="759187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D2DE7F7-ED0F-264D-A7D5-F6EDB9D76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5231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874313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0E394F-AE28-1CC6-C7FC-5C37992107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06E3DAE-CF51-7DF2-2E9A-3361B71E13BC}"/>
              </a:ext>
            </a:extLst>
          </p:cNvPr>
          <p:cNvSpPr txBox="1">
            <a:spLocks/>
          </p:cNvSpPr>
          <p:nvPr userDrawn="1"/>
        </p:nvSpPr>
        <p:spPr>
          <a:xfrm>
            <a:off x="381000" y="2000250"/>
            <a:ext cx="4566919" cy="2857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i="0" kern="1200">
                <a:solidFill>
                  <a:schemeClr val="bg1"/>
                </a:solidFill>
                <a:latin typeface="Montserrat Light" pitchFamily="2" charset="77"/>
                <a:ea typeface="+mj-ea"/>
                <a:cs typeface="+mj-cs"/>
              </a:defRPr>
            </a:lvl1pPr>
          </a:lstStyle>
          <a:p>
            <a:r>
              <a:rPr lang="en-US" sz="400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153026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9A0D10-B6E9-E91C-2185-E6A9911E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3B395D-3134-7110-EF6E-52B4211F6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85750" indent="-285750">
              <a:buFont typeface="Wingdings" pitchFamily="2" charset="2"/>
              <a:buChar char="v"/>
              <a:defRPr/>
            </a:lvl1pPr>
            <a:lvl2pPr marL="628650" indent="-171450">
              <a:buFont typeface="Wingdings" pitchFamily="2" charset="2"/>
              <a:buChar char="v"/>
              <a:defRPr/>
            </a:lvl2pPr>
            <a:lvl3pPr marL="1085850" indent="-171450">
              <a:buFont typeface="Wingdings" pitchFamily="2" charset="2"/>
              <a:buChar char="v"/>
              <a:defRPr/>
            </a:lvl3pPr>
            <a:lvl4pPr marL="1543050" indent="-171450">
              <a:buFont typeface="Wingdings" pitchFamily="2" charset="2"/>
              <a:buChar char="v"/>
              <a:defRPr/>
            </a:lvl4pPr>
            <a:lvl5pPr marL="2000250" indent="-171450">
              <a:buFont typeface="Wingdings" pitchFamily="2" charset="2"/>
              <a:buChar char="v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2FAB99D-7B1C-0120-0D09-EF00C862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B12AB68-E2CC-140A-7DA4-83AC40F07A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6D8179C-8EB1-AC77-BCF0-9914848115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11A5B44-2226-E55D-4BA4-99F86F99F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04407B-910D-2DBF-EEE0-7086B151E4F8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855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ey map of asia&#10;&#10;AI-generated content may be incorrect.">
            <a:extLst>
              <a:ext uri="{FF2B5EF4-FFF2-40B4-BE49-F238E27FC236}">
                <a16:creationId xmlns:a16="http://schemas.microsoft.com/office/drawing/2014/main" id="{FB95F198-69EF-1AAC-D349-DDA5C609B0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7" t="15066" r="8152" b="14978"/>
          <a:stretch/>
        </p:blipFill>
        <p:spPr>
          <a:xfrm>
            <a:off x="2840324" y="385550"/>
            <a:ext cx="6885999" cy="612955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4208039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Dark -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1pPr>
            <a:lvl2pPr marL="6858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2pPr>
            <a:lvl3pPr marL="11430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3pPr>
            <a:lvl4pPr marL="16002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4pPr>
            <a:lvl5pPr marL="20574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879830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2E7273-4156-86A7-7315-686A6724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3833B9-2874-D264-58E3-467A17E08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</p:spPr>
        <p:txBody>
          <a:bodyPr/>
          <a:lstStyle>
            <a:lvl1pPr marL="2286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1pPr>
            <a:lvl2pPr marL="6858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2pPr>
            <a:lvl3pPr marL="11430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3pPr>
            <a:lvl4pPr marL="16002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4pPr>
            <a:lvl5pPr marL="2057400" indent="-228600">
              <a:buFont typeface="Wingdings" pitchFamily="2" charset="2"/>
              <a:buChar char="v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32287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</p:spPr>
        <p:txBody>
          <a:bodyPr anchor="b">
            <a:noAutofit/>
          </a:bodyPr>
          <a:lstStyle>
            <a:lvl1pPr>
              <a:defRPr sz="2400" b="0" i="0">
                <a:solidFill>
                  <a:srgbClr val="F64F17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</p:spPr>
        <p:txBody>
          <a:bodyPr>
            <a:normAutofit/>
          </a:bodyPr>
          <a:lstStyle>
            <a:lvl1pPr marL="1714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1pPr>
            <a:lvl2pPr marL="6286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2pPr>
            <a:lvl3pPr marL="10858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3pPr>
            <a:lvl4pPr marL="15430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4pPr>
            <a:lvl5pPr marL="20002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030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1B27A54-6714-5FF0-5E2A-60983107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</p:spPr>
        <p:txBody>
          <a:bodyPr anchor="b">
            <a:noAutofit/>
          </a:bodyPr>
          <a:lstStyle>
            <a:lvl1pPr>
              <a:defRPr sz="2400" b="0" i="0">
                <a:solidFill>
                  <a:srgbClr val="F64F17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988A480-D2C2-CE1C-F54F-461025AC5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</p:spPr>
        <p:txBody>
          <a:bodyPr>
            <a:normAutofit/>
          </a:bodyPr>
          <a:lstStyle>
            <a:lvl1pPr marL="1714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1pPr>
            <a:lvl2pPr marL="6286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2pPr>
            <a:lvl3pPr marL="10858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3pPr>
            <a:lvl4pPr marL="15430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4pPr>
            <a:lvl5pPr marL="2000250" indent="-171450">
              <a:buFont typeface="Wingdings" pitchFamily="2" charset="2"/>
              <a:buChar char="v"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8056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you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6F16D9-6A4E-C169-8B00-A71C1B533CCF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F4A8B6-E63F-889E-4406-7230D10ABA0C}"/>
              </a:ext>
            </a:extLst>
          </p:cNvPr>
          <p:cNvSpPr/>
          <p:nvPr userDrawn="1"/>
        </p:nvSpPr>
        <p:spPr>
          <a:xfrm>
            <a:off x="12003436" y="0"/>
            <a:ext cx="188563" cy="6858000"/>
          </a:xfrm>
          <a:prstGeom prst="rect">
            <a:avLst/>
          </a:prstGeom>
          <a:solidFill>
            <a:srgbClr val="F64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7033C2-8DD6-6EBA-E49E-203040EF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5" y="2588217"/>
            <a:ext cx="5577840" cy="1307240"/>
          </a:xfrm>
        </p:spPr>
        <p:txBody>
          <a:bodyPr anchor="t">
            <a:normAutofit/>
          </a:bodyPr>
          <a:lstStyle/>
          <a:p>
            <a:r>
              <a:rPr lang="en-US" sz="5600">
                <a:solidFill>
                  <a:schemeClr val="bg1"/>
                </a:solidFill>
                <a:latin typeface="Montserrat Light" pitchFamily="2" charset="77"/>
              </a:rPr>
              <a:t>Thank You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E47622-F214-95FA-CA04-3919D4BB0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077" y="490307"/>
            <a:ext cx="1245362" cy="39098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660E27D-2CED-F61E-6B84-28551D4756D2}"/>
              </a:ext>
            </a:extLst>
          </p:cNvPr>
          <p:cNvSpPr txBox="1">
            <a:spLocks/>
          </p:cNvSpPr>
          <p:nvPr userDrawn="1"/>
        </p:nvSpPr>
        <p:spPr>
          <a:xfrm>
            <a:off x="1045879" y="4729348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Montserrat Light" pitchFamily="2" charset="77"/>
              </a:rPr>
              <a:t>Follow Us:</a:t>
            </a:r>
          </a:p>
        </p:txBody>
      </p:sp>
      <p:pic>
        <p:nvPicPr>
          <p:cNvPr id="10" name="Picture 2">
            <a:hlinkClick r:id="rId3"/>
            <a:extLst>
              <a:ext uri="{FF2B5EF4-FFF2-40B4-BE49-F238E27FC236}">
                <a16:creationId xmlns:a16="http://schemas.microsoft.com/office/drawing/2014/main" id="{6301FE0F-2381-2EE3-FB1E-133E56CFFC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5" y="548651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>
            <a:hlinkClick r:id="rId5"/>
            <a:extLst>
              <a:ext uri="{FF2B5EF4-FFF2-40B4-BE49-F238E27FC236}">
                <a16:creationId xmlns:a16="http://schemas.microsoft.com/office/drawing/2014/main" id="{7C19A8D6-9F3D-2D7A-3491-007801C0C7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98" y="5484370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341C3462-3AF3-AD4F-0DBD-E3FFE01AEE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178" y="5493548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7CF5C39-96FC-1D2C-1387-69185E587823}"/>
              </a:ext>
            </a:extLst>
          </p:cNvPr>
          <p:cNvSpPr txBox="1">
            <a:spLocks/>
          </p:cNvSpPr>
          <p:nvPr userDrawn="1"/>
        </p:nvSpPr>
        <p:spPr>
          <a:xfrm>
            <a:off x="1045879" y="3245700"/>
            <a:ext cx="557784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sz="1600" err="1">
                <a:solidFill>
                  <a:schemeClr val="bg1"/>
                </a:solidFill>
                <a:latin typeface="Montserrat Light" pitchFamily="2" charset="77"/>
              </a:rPr>
              <a:t>www.syrencloud.com</a:t>
            </a:r>
            <a:endParaRPr lang="en-US" sz="1600">
              <a:solidFill>
                <a:schemeClr val="bg1"/>
              </a:solidFill>
              <a:latin typeface="Montserrat Light" pitchFamily="2" charset="77"/>
            </a:endParaRPr>
          </a:p>
        </p:txBody>
      </p:sp>
      <p:pic>
        <p:nvPicPr>
          <p:cNvPr id="15" name="Picture 14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02F0482B-01AB-757C-2530-68AC968151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37" y="-1092631"/>
            <a:ext cx="9024155" cy="90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1533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UR OFFERINGS 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063FBB9-017A-3117-01BF-9C7DE64EE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62962"/>
            <a:ext cx="457200" cy="14354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C2DF325-AFCA-322A-272D-A3359FD65F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2948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UR OFFERINGS 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48199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/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82876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3771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0850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1861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7298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0861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0794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7537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0550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4350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3141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3820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1855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743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899665"/>
            <a:ext cx="7588845" cy="7591879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BB4D9B1-BE92-1134-E6C8-BB87B7099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8A23B48-F504-E2FE-0543-A56DE6A6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7250" y="6540407"/>
            <a:ext cx="2743200" cy="206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89FD60E-F535-21E0-F9AD-57081DB37E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4638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F47F17-A795-25D3-0ED9-40E7CEE5C9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59A0D10-B6E9-E91C-2185-E6A9911E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3B395D-3134-7110-EF6E-52B4211F6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85750" indent="-285750">
              <a:buFont typeface="Wingdings" pitchFamily="2" charset="2"/>
              <a:buChar char="v"/>
              <a:defRPr/>
            </a:lvl1pPr>
            <a:lvl2pPr marL="628650" indent="-171450">
              <a:buFont typeface="Wingdings" pitchFamily="2" charset="2"/>
              <a:buChar char="v"/>
              <a:defRPr/>
            </a:lvl2pPr>
            <a:lvl3pPr marL="1085850" indent="-171450">
              <a:buFont typeface="Wingdings" pitchFamily="2" charset="2"/>
              <a:buChar char="v"/>
              <a:defRPr/>
            </a:lvl3pPr>
            <a:lvl4pPr marL="1543050" indent="-171450">
              <a:buFont typeface="Wingdings" pitchFamily="2" charset="2"/>
              <a:buChar char="v"/>
              <a:defRPr/>
            </a:lvl4pPr>
            <a:lvl5pPr marL="2000250" indent="-171450">
              <a:buFont typeface="Wingdings" pitchFamily="2" charset="2"/>
              <a:buChar char="v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2FAB99D-7B1C-0120-0D09-EF00C862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B12AB68-E2CC-140A-7DA4-83AC40F07A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6D8179C-8EB1-AC77-BCF0-9914848115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11A5B44-2226-E55D-4BA4-99F86F99F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 SYREN CLOUD INC – 2025 – ALL RIGHTS RESERVED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04407B-910D-2DBF-EEE0-7086B151E4F8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48915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>
              <a:buFont typeface="Wingdings" pitchFamily="2" charset="2"/>
              <a:buChar char="v"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Wingdings" pitchFamily="2" charset="2"/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76466"/>
            <a:ext cx="2123035" cy="666534"/>
          </a:xfrm>
          <a:prstGeom prst="rect">
            <a:avLst/>
          </a:prstGeom>
        </p:spPr>
      </p:pic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20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A598B-029B-8757-1A8B-9960D1CFC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6F04A7-61C4-4311-9002-DCC7789AF3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730279"/>
            <a:ext cx="2123035" cy="666534"/>
          </a:xfrm>
          <a:prstGeom prst="rect">
            <a:avLst/>
          </a:prstGeom>
        </p:spPr>
      </p:pic>
      <p:pic>
        <p:nvPicPr>
          <p:cNvPr id="4" name="Picture 3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56143136-D3FB-7460-C7EF-BDDE785018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5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5646C33-A1AD-9804-9559-EB9FE98FF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964" y="476466"/>
            <a:ext cx="2123035" cy="6665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BF73D9-0881-A73E-A8B1-CD8E49046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94362"/>
            <a:ext cx="5887453" cy="1828800"/>
          </a:xfrm>
        </p:spPr>
        <p:txBody>
          <a:bodyPr anchor="b">
            <a:normAutofit/>
          </a:bodyPr>
          <a:lstStyle>
            <a:lvl1pPr marL="6350" indent="0" algn="l">
              <a:tabLst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1F1B40-8720-C869-4A82-E00187BC6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651454"/>
            <a:ext cx="9144000" cy="1143000"/>
          </a:xfrm>
        </p:spPr>
        <p:txBody>
          <a:bodyPr>
            <a:normAutofit/>
          </a:bodyPr>
          <a:lstStyle>
            <a:lvl1pPr marL="285750" indent="-285750" algn="l">
              <a:buFontTx/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8D2D752-871B-972C-6799-1EDBA09B4A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5922746"/>
            <a:ext cx="5715000" cy="458788"/>
          </a:xfrm>
        </p:spPr>
        <p:txBody>
          <a:bodyPr>
            <a:noAutofit/>
          </a:bodyPr>
          <a:lstStyle>
            <a:lvl1pPr marL="0" indent="0">
              <a:buNone/>
              <a:defRPr sz="800">
                <a:solidFill>
                  <a:srgbClr val="F64F18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9F8B6379-2FCC-6CD1-3B82-2EF9342DDA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r="28600" b="21101"/>
          <a:stretch/>
        </p:blipFill>
        <p:spPr>
          <a:xfrm>
            <a:off x="4788979" y="0"/>
            <a:ext cx="7403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2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4F983D-00ED-00FB-938F-E4533233491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973339-A9D8-D019-2F11-E2B25F1F13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153443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A029E-8486-4A47-954F-0DEEEF3042F2}"/>
              </a:ext>
            </a:extLst>
          </p:cNvPr>
          <p:cNvSpPr txBox="1"/>
          <p:nvPr userDrawn="1"/>
        </p:nvSpPr>
        <p:spPr>
          <a:xfrm>
            <a:off x="381000" y="342899"/>
            <a:ext cx="1097280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b="0" i="0">
                <a:solidFill>
                  <a:schemeClr val="bg1"/>
                </a:solidFill>
                <a:latin typeface="Montserrat Light" pitchFamily="2" charset="77"/>
              </a:rPr>
              <a:t>Agenda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DC2F79-0561-CA4A-0111-3C8F3F9A1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F648CB-B53A-97FE-8A66-928C7AC2BFE6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7BF5CD-B00A-CD4C-B258-889CE9E8342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05384" y="1131124"/>
            <a:ext cx="5462015" cy="4572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094699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41743"/>
            <a:ext cx="10515600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0E394F-AE28-1CC6-C7FC-5C37992107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pic>
        <p:nvPicPr>
          <p:cNvPr id="9" name="Picture 8" descr="A black background with orange circles&#10;&#10;AI-generated content may be incorrect.">
            <a:extLst>
              <a:ext uri="{FF2B5EF4-FFF2-40B4-BE49-F238E27FC236}">
                <a16:creationId xmlns:a16="http://schemas.microsoft.com/office/drawing/2014/main" id="{DB3A95AF-E38C-4D22-D25E-DE95CBD87D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99" y="-899665"/>
            <a:ext cx="7588845" cy="759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0026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02631"/>
            <a:ext cx="4733544" cy="2852737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0E394F-AE28-1CC6-C7FC-5C37992107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3533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27399427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Dark -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156065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Shape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C5035C-4754-CF66-A9E2-C9E05D51C6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" y="-2"/>
            <a:ext cx="12182742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  <a:lvl2pPr marL="685800" indent="-228600">
              <a:buFontTx/>
              <a:buBlip>
                <a:blip r:embed="rId3"/>
              </a:buBlip>
              <a:defRPr/>
            </a:lvl2pPr>
            <a:lvl3pPr marL="1143000" indent="-228600">
              <a:buFontTx/>
              <a:buBlip>
                <a:blip r:embed="rId3"/>
              </a:buBlip>
              <a:defRPr/>
            </a:lvl3pPr>
            <a:lvl4pPr marL="1600200" indent="-228600">
              <a:buFontTx/>
              <a:buBlip>
                <a:blip r:embed="rId3"/>
              </a:buBlip>
              <a:defRPr/>
            </a:lvl4pPr>
            <a:lvl5pPr marL="2057400" indent="-228600"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02394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hap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833391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Shapes - Dark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02542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hapes - Dark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11468100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8A7821C-3321-6D10-05B6-451DE1DF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584843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E39CB5-F702-940E-D5A3-9950276C91F2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35097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AB1EB-15E3-CE1B-411E-C1FEC0D2BD24}"/>
              </a:ext>
            </a:extLst>
          </p:cNvPr>
          <p:cNvCxnSpPr>
            <a:cxnSpLocks/>
          </p:cNvCxnSpPr>
          <p:nvPr userDrawn="1"/>
        </p:nvCxnSpPr>
        <p:spPr>
          <a:xfrm>
            <a:off x="502666" y="896897"/>
            <a:ext cx="45186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2E7273-4156-86A7-7315-686A6724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899"/>
            <a:ext cx="10515600" cy="553993"/>
          </a:xfrm>
        </p:spPr>
        <p:txBody>
          <a:bodyPr>
            <a:noAutofit/>
          </a:bodyPr>
          <a:lstStyle>
            <a:lvl1pPr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3833B9-2874-D264-58E3-467A17E08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9730"/>
            <a:ext cx="5588285" cy="5485369"/>
          </a:xfrm>
        </p:spPr>
        <p:txBody>
          <a:bodyPr/>
          <a:lstStyle>
            <a:lvl1pPr marL="2286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145306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se Stud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FD1701-36B8-0613-0ABA-DC1EE50D4CA2}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71500"/>
            <a:ext cx="4566919" cy="1169551"/>
          </a:xfrm>
        </p:spPr>
        <p:txBody>
          <a:bodyPr>
            <a:noAutofit/>
          </a:bodyPr>
          <a:lstStyle>
            <a:lvl1pPr algn="l">
              <a:defRPr sz="3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653066"/>
            <a:ext cx="11468100" cy="3862032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D0D96B5-F681-BDE8-14CE-D66583D1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9661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</p:spPr>
        <p:txBody>
          <a:bodyPr anchor="b">
            <a:noAutofit/>
          </a:bodyPr>
          <a:lstStyle>
            <a:lvl1pPr>
              <a:defRPr sz="2400"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</p:spPr>
        <p:txBody>
          <a:bodyPr>
            <a:normAutofit/>
          </a:bodyPr>
          <a:lstStyle>
            <a:lvl1pPr marL="1714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1pPr>
            <a:lvl2pPr marL="6286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2pPr>
            <a:lvl3pPr marL="10858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3pPr>
            <a:lvl4pPr marL="15430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4pPr>
            <a:lvl5pPr marL="2000250" indent="-171450">
              <a:buFontTx/>
              <a:buBlip>
                <a:blip r:embed="rId2"/>
              </a:buBlip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408D25-F6C2-B50C-1071-179EE9265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6548674"/>
            <a:ext cx="457200" cy="1435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94833616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C1EDD-1D21-43BE-A5A1-86BAF38CD7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8966" y="342900"/>
            <a:ext cx="220134" cy="2286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1A1B21-B93B-E42A-E51E-7A1F7B5E2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82" y="6548674"/>
            <a:ext cx="457200" cy="14354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1B27A54-6714-5FF0-5E2A-60983107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875007"/>
            <a:ext cx="6664960" cy="553993"/>
          </a:xfr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988A480-D2C2-CE1C-F54F-461025AC5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3561839"/>
            <a:ext cx="6664960" cy="3382250"/>
          </a:xfrm>
        </p:spPr>
        <p:txBody>
          <a:bodyPr>
            <a:normAutofit/>
          </a:bodyPr>
          <a:lstStyle>
            <a:lvl1pPr marL="1714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1pPr>
            <a:lvl2pPr marL="6286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2pPr>
            <a:lvl3pPr marL="10858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3pPr>
            <a:lvl4pPr marL="15430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4pPr>
            <a:lvl5pPr marL="2000250" indent="-171450">
              <a:buFontTx/>
              <a:buBlip>
                <a:blip r:embed="rId4"/>
              </a:buBlip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01072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Relationship Id="rId28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4.xml"/><Relationship Id="rId39" Type="http://schemas.openxmlformats.org/officeDocument/2006/relationships/theme" Target="../theme/theme2.xml"/><Relationship Id="rId40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2.xml"/><Relationship Id="rId19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97.xml"/><Relationship Id="rId16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100.xml"/><Relationship Id="rId19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102.xml"/><Relationship Id="rId21" Type="http://schemas.openxmlformats.org/officeDocument/2006/relationships/slideLayout" Target="../slideLayouts/slideLayout103.xml"/><Relationship Id="rId22" Type="http://schemas.openxmlformats.org/officeDocument/2006/relationships/slideLayout" Target="../slideLayouts/slideLayout104.xml"/><Relationship Id="rId23" Type="http://schemas.openxmlformats.org/officeDocument/2006/relationships/slideLayout" Target="../slideLayouts/slideLayout105.xml"/><Relationship Id="rId24" Type="http://schemas.openxmlformats.org/officeDocument/2006/relationships/slideLayout" Target="../slideLayouts/slideLayout106.xml"/><Relationship Id="rId25" Type="http://schemas.openxmlformats.org/officeDocument/2006/relationships/slideLayout" Target="../slideLayouts/slideLayout107.xml"/><Relationship Id="rId26" Type="http://schemas.openxmlformats.org/officeDocument/2006/relationships/slideLayout" Target="../slideLayouts/slideLayout108.xml"/><Relationship Id="rId27" Type="http://schemas.openxmlformats.org/officeDocument/2006/relationships/slideLayout" Target="../slideLayouts/slideLayout109.xml"/><Relationship Id="rId28" Type="http://schemas.openxmlformats.org/officeDocument/2006/relationships/slideLayout" Target="../slideLayouts/slideLayout110.xml"/><Relationship Id="rId29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2.xml"/><Relationship Id="rId31" Type="http://schemas.openxmlformats.org/officeDocument/2006/relationships/slideLayout" Target="../slideLayouts/slideLayout113.xml"/><Relationship Id="rId32" Type="http://schemas.openxmlformats.org/officeDocument/2006/relationships/slideLayout" Target="../slideLayouts/slideLayout114.xml"/><Relationship Id="rId33" Type="http://schemas.openxmlformats.org/officeDocument/2006/relationships/slideLayout" Target="../slideLayouts/slideLayout115.xml"/><Relationship Id="rId34" Type="http://schemas.openxmlformats.org/officeDocument/2006/relationships/slideLayout" Target="../slideLayouts/slideLayout116.xml"/><Relationship Id="rId35" Type="http://schemas.openxmlformats.org/officeDocument/2006/relationships/slideLayout" Target="../slideLayouts/slideLayout117.xml"/><Relationship Id="rId36" Type="http://schemas.openxmlformats.org/officeDocument/2006/relationships/slideLayout" Target="../slideLayouts/slideLayout118.xml"/><Relationship Id="rId37" Type="http://schemas.openxmlformats.org/officeDocument/2006/relationships/slideLayout" Target="../slideLayouts/slideLayout119.xml"/><Relationship Id="rId38" Type="http://schemas.openxmlformats.org/officeDocument/2006/relationships/slideLayout" Target="../slideLayouts/slideLayout120.xml"/><Relationship Id="rId39" Type="http://schemas.openxmlformats.org/officeDocument/2006/relationships/slideLayout" Target="../slideLayouts/slideLayout121.xml"/><Relationship Id="rId40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5.xml"/><Relationship Id="rId15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2.xml"/><Relationship Id="rId8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46.xml"/><Relationship Id="rId12" Type="http://schemas.openxmlformats.org/officeDocument/2006/relationships/slideLayout" Target="../slideLayouts/slideLayout147.xml"/><Relationship Id="rId13" Type="http://schemas.openxmlformats.org/officeDocument/2006/relationships/slideLayout" Target="../slideLayouts/slideLayout148.xml"/><Relationship Id="rId14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0.xml"/><Relationship Id="rId16" Type="http://schemas.openxmlformats.org/officeDocument/2006/relationships/slideLayout" Target="../slideLayouts/slideLayout151.xml"/><Relationship Id="rId17" Type="http://schemas.openxmlformats.org/officeDocument/2006/relationships/slideLayout" Target="../slideLayouts/slideLayout15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8001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4386" r:id="rId2"/>
    <p:sldLayoutId id="2147484387" r:id="rId3"/>
    <p:sldLayoutId id="2147483700" r:id="rId4"/>
    <p:sldLayoutId id="2147483710" r:id="rId5"/>
    <p:sldLayoutId id="2147483705" r:id="rId6"/>
    <p:sldLayoutId id="2147483706" r:id="rId7"/>
    <p:sldLayoutId id="2147484345" r:id="rId8"/>
    <p:sldLayoutId id="2147484344" r:id="rId9"/>
    <p:sldLayoutId id="2147484388" r:id="rId10"/>
    <p:sldLayoutId id="2147483760" r:id="rId11"/>
    <p:sldLayoutId id="2147483707" r:id="rId12"/>
    <p:sldLayoutId id="2147484399" r:id="rId13"/>
    <p:sldLayoutId id="2147484400" r:id="rId14"/>
    <p:sldLayoutId id="2147483738" r:id="rId15"/>
    <p:sldLayoutId id="2147483708" r:id="rId16"/>
    <p:sldLayoutId id="2147483711" r:id="rId17"/>
    <p:sldLayoutId id="2147484380" r:id="rId18"/>
    <p:sldLayoutId id="2147483713" r:id="rId19"/>
    <p:sldLayoutId id="2147484369" r:id="rId20"/>
    <p:sldLayoutId id="2147483716" r:id="rId21"/>
    <p:sldLayoutId id="2147483717" r:id="rId22"/>
    <p:sldLayoutId id="2147483718" r:id="rId23"/>
    <p:sldLayoutId id="2147483719" r:id="rId24"/>
    <p:sldLayoutId id="2147483748" r:id="rId25"/>
    <p:sldLayoutId id="2147483721" r:id="rId2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Montserrat Ligh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SzPct val="80000"/>
        <a:buFontTx/>
        <a:buBlip>
          <a:blip r:embed="rId28"/>
        </a:buBlip>
        <a:defRPr sz="16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28"/>
        </a:buBlip>
        <a:defRPr sz="12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28"/>
        </a:buBlip>
        <a:defRPr sz="10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28"/>
        </a:buBlip>
        <a:defRPr sz="8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28"/>
        </a:buBlip>
        <a:defRPr sz="6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64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10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8001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4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0" r:id="rId1"/>
    <p:sldLayoutId id="2147483715" r:id="rId2"/>
    <p:sldLayoutId id="2147484371" r:id="rId3"/>
    <p:sldLayoutId id="2147483723" r:id="rId4"/>
    <p:sldLayoutId id="2147483724" r:id="rId5"/>
    <p:sldLayoutId id="2147483725" r:id="rId6"/>
    <p:sldLayoutId id="2147483720" r:id="rId7"/>
    <p:sldLayoutId id="2147484372" r:id="rId8"/>
    <p:sldLayoutId id="2147483729" r:id="rId9"/>
    <p:sldLayoutId id="2147483722" r:id="rId10"/>
    <p:sldLayoutId id="2147483727" r:id="rId11"/>
    <p:sldLayoutId id="2147484373" r:id="rId12"/>
    <p:sldLayoutId id="2147484374" r:id="rId13"/>
    <p:sldLayoutId id="2147484375" r:id="rId14"/>
    <p:sldLayoutId id="2147483726" r:id="rId15"/>
    <p:sldLayoutId id="2147484376" r:id="rId16"/>
    <p:sldLayoutId id="2147483728" r:id="rId17"/>
    <p:sldLayoutId id="2147484391" r:id="rId18"/>
    <p:sldLayoutId id="2147484392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4377" r:id="rId25"/>
    <p:sldLayoutId id="2147484378" r:id="rId26"/>
    <p:sldLayoutId id="2147484379" r:id="rId27"/>
    <p:sldLayoutId id="2147483735" r:id="rId28"/>
    <p:sldLayoutId id="2147483739" r:id="rId29"/>
    <p:sldLayoutId id="2147483736" r:id="rId30"/>
    <p:sldLayoutId id="2147483737" r:id="rId31"/>
    <p:sldLayoutId id="2147483742" r:id="rId32"/>
    <p:sldLayoutId id="2147483743" r:id="rId33"/>
    <p:sldLayoutId id="2147483744" r:id="rId34"/>
    <p:sldLayoutId id="2147483745" r:id="rId35"/>
    <p:sldLayoutId id="2147483746" r:id="rId36"/>
    <p:sldLayoutId id="2147484397" r:id="rId37"/>
    <p:sldLayoutId id="2147484398" r:id="rId3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Montserrat Ligh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SzPct val="80000"/>
        <a:buFontTx/>
        <a:buBlip>
          <a:blip r:embed="rId40"/>
        </a:buBlip>
        <a:defRPr sz="16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40"/>
        </a:buBlip>
        <a:defRPr sz="12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40"/>
        </a:buBlip>
        <a:defRPr sz="10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40"/>
        </a:buBlip>
        <a:defRPr sz="8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40"/>
        </a:buBlip>
        <a:defRPr sz="6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40">
          <p15:clr>
            <a:srgbClr val="F26B43"/>
          </p15:clr>
        </p15:guide>
        <p15:guide id="4" pos="7464">
          <p15:clr>
            <a:srgbClr val="F26B43"/>
          </p15:clr>
        </p15:guide>
        <p15:guide id="5" orient="horz" pos="216">
          <p15:clr>
            <a:srgbClr val="F26B43"/>
          </p15:clr>
        </p15:guide>
        <p15:guide id="6" orient="horz" pos="41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3E3E427-2467-CB53-96C1-ED277C0A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900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9F8A1E-7284-1737-2AC1-24A9249C7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8001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C3AC78-38A2-75CA-D268-6A26A4F7A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AD3FBB5-7CC8-1D0E-B1D8-5850E6ECF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5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4347" r:id="rId12"/>
    <p:sldLayoutId id="2147484348" r:id="rId13"/>
    <p:sldLayoutId id="2147483818" r:id="rId14"/>
    <p:sldLayoutId id="2147484349" r:id="rId15"/>
    <p:sldLayoutId id="2147483848" r:id="rId16"/>
    <p:sldLayoutId id="2147484346" r:id="rId17"/>
    <p:sldLayoutId id="214748435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64F18"/>
        </a:buClr>
        <a:buSzPct val="80000"/>
        <a:buFont typeface="Wingdings" pitchFamily="2" charset="2"/>
        <a:buChar char="v"/>
        <a:defRPr sz="1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64F18"/>
        </a:buClr>
        <a:buSzPct val="80000"/>
        <a:buFont typeface="Wingdings" pitchFamily="2" charset="2"/>
        <a:buChar char="v"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64F18"/>
        </a:buClr>
        <a:buSzPct val="80000"/>
        <a:buFont typeface="Wingdings" pitchFamily="2" charset="2"/>
        <a:buChar char="v"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64F18"/>
        </a:buClr>
        <a:buSzPct val="80000"/>
        <a:buFont typeface="Wingdings" pitchFamily="2" charset="2"/>
        <a:buChar char="v"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64F18"/>
        </a:buClr>
        <a:buSzPct val="80000"/>
        <a:buFont typeface="Wingdings" pitchFamily="2" charset="2"/>
        <a:buChar char="v"/>
        <a:defRPr sz="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3E3E427-2467-CB53-96C1-ED277C0A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900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9F8A1E-7284-1737-2AC1-24A9249C7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8001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C3AC78-38A2-75CA-D268-6A26A4F7A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2025 – ALL RIGHTS RESERVED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AD3FBB5-7CC8-1D0E-B1D8-5850E6ECF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6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4340" r:id="rId14"/>
    <p:sldLayoutId id="2147484341" r:id="rId15"/>
    <p:sldLayoutId id="2147484342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4343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430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64F18"/>
        </a:buClr>
        <a:buSzPct val="80000"/>
        <a:buFont typeface="Wingdings" pitchFamily="2" charset="2"/>
        <a:buChar char="v"/>
        <a:defRPr sz="1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64F18"/>
        </a:buClr>
        <a:buSzPct val="80000"/>
        <a:buFont typeface="Wingdings" pitchFamily="2" charset="2"/>
        <a:buChar char="v"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64F18"/>
        </a:buClr>
        <a:buSzPct val="80000"/>
        <a:buFont typeface="Wingdings" pitchFamily="2" charset="2"/>
        <a:buChar char="v"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64F18"/>
        </a:buClr>
        <a:buSzPct val="80000"/>
        <a:buFont typeface="Wingdings" pitchFamily="2" charset="2"/>
        <a:buChar char="v"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64F18"/>
        </a:buClr>
        <a:buSzPct val="80000"/>
        <a:buFont typeface="Wingdings" pitchFamily="2" charset="2"/>
        <a:buChar char="v"/>
        <a:defRPr sz="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2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4089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8001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590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2" r:id="rId1"/>
    <p:sldLayoutId id="2147484353" r:id="rId2"/>
    <p:sldLayoutId id="2147484354" r:id="rId3"/>
    <p:sldLayoutId id="2147484355" r:id="rId4"/>
    <p:sldLayoutId id="2147484356" r:id="rId5"/>
    <p:sldLayoutId id="2147484357" r:id="rId6"/>
    <p:sldLayoutId id="2147484358" r:id="rId7"/>
    <p:sldLayoutId id="2147484359" r:id="rId8"/>
    <p:sldLayoutId id="2147484360" r:id="rId9"/>
    <p:sldLayoutId id="2147484361" r:id="rId10"/>
    <p:sldLayoutId id="2147484362" r:id="rId11"/>
    <p:sldLayoutId id="2147484363" r:id="rId12"/>
    <p:sldLayoutId id="2147484364" r:id="rId13"/>
    <p:sldLayoutId id="2147484365" r:id="rId14"/>
    <p:sldLayoutId id="2147484366" r:id="rId15"/>
    <p:sldLayoutId id="2147484367" r:id="rId16"/>
    <p:sldLayoutId id="2147484368" r:id="rId1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Montserrat Ligh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SzPct val="80000"/>
        <a:buFontTx/>
        <a:buBlip>
          <a:blip r:embed="rId19"/>
        </a:buBlip>
        <a:defRPr sz="16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19"/>
        </a:buBlip>
        <a:defRPr sz="12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19"/>
        </a:buBlip>
        <a:defRPr sz="10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19"/>
        </a:buBlip>
        <a:defRPr sz="8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Tx/>
        <a:buBlip>
          <a:blip r:embed="rId19"/>
        </a:buBlip>
        <a:defRPr sz="600" b="0" i="0" kern="1200">
          <a:solidFill>
            <a:schemeClr val="tx1"/>
          </a:solidFill>
          <a:latin typeface="Montserrat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40">
          <p15:clr>
            <a:srgbClr val="F26B43"/>
          </p15:clr>
        </p15:guide>
        <p15:guide id="4" pos="7464">
          <p15:clr>
            <a:srgbClr val="F26B43"/>
          </p15:clr>
        </p15:guide>
        <p15:guide id="5" orient="horz" pos="216">
          <p15:clr>
            <a:srgbClr val="F26B43"/>
          </p15:clr>
        </p15:guide>
        <p15:guide id="6" orient="horz" pos="410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>
                <a:solidFill>
                  <a:srgbClr val="FFFFFF"/>
                </a:solidFill>
                <a:latin typeface="Montserrat Light"/>
              </a:rPr>
              <a:t>Terova · CO₂ Emissions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ext cx="5760720" cy="914400"/>
          </a:xfrm>
        </p:spPr>
        <p:txBody>
          <a:bodyPr wrap="square"/>
          <a:lstStyle/>
          <a:p>
            <a:r>
              <a:rPr sz="1300">
                <a:solidFill>
                  <a:srgbClr val="C9CDD3"/>
                </a:solidFill>
                <a:latin typeface="Montserrat Light"/>
              </a:rPr>
              <a:t>Tradewind — see the carbon in every route, and pick a better one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950">
                <a:solidFill>
                  <a:srgbClr val="F64F18"/>
                </a:solidFill>
                <a:latin typeface="Montserrat Light"/>
              </a:rPr>
              <a:t>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5961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A9EA6"/>
                </a:solidFill>
                <a:latin typeface="Montserrat Light"/>
              </a:rPr>
              <a:t>290 movements   ·   3 years   ·   30 lanes   ·   every number traced to a workbook cell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6B5CE4-CB9C-2813-E3D0-9CEDCA635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417320"/>
            <a:ext cx="55778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417320"/>
            <a:ext cx="54864" cy="82296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636776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4F18"/>
                </a:solidFill>
                <a:latin typeface="Montserrat Light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56362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Montserrat Light"/>
              </a:rPr>
              <a:t>The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90195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Stop reporting the number. Start changing the route.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377440"/>
            <a:ext cx="55778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377440"/>
            <a:ext cx="54864" cy="82296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96896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4F18"/>
                </a:solidFill>
                <a:latin typeface="Montserrat Light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52374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Montserrat Light"/>
              </a:rPr>
              <a:t>Core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86207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What the portal does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3337560"/>
            <a:ext cx="55778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3337560"/>
            <a:ext cx="54864" cy="82296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57016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4F18"/>
                </a:solidFill>
                <a:latin typeface="Montserrat Light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8386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Montserrat Light"/>
              </a:rPr>
              <a:t>Core personas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Who uses it, and for what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4297680"/>
            <a:ext cx="55778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4297680"/>
            <a:ext cx="54864" cy="82296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17136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4F18"/>
                </a:solidFill>
                <a:latin typeface="Montserrat Ligh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44398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Montserrat Light"/>
              </a:rPr>
              <a:t>The four screens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7823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A walk through the live product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5257800"/>
            <a:ext cx="55778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5257800"/>
            <a:ext cx="54864" cy="82296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477256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4F18"/>
                </a:solidFill>
                <a:latin typeface="Montserrat Light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40410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Montserrat Light"/>
              </a:rPr>
              <a:t>What happens 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74243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How we take it live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7648" y="1417320"/>
            <a:ext cx="5477256" cy="48006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175564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WHY THIS DECK IS SHORT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2157984"/>
            <a:ext cx="48006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D2D2D"/>
                </a:solidFill>
                <a:latin typeface="Montserrat Light"/>
              </a:rPr>
              <a:t>The portal is built and running. Every screen in this deck is a real screenshot.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150" b="0">
                <a:solidFill>
                  <a:srgbClr val="2D2D2D"/>
                </a:solidFill>
                <a:latin typeface="Montserrat Light"/>
              </a:rPr>
              <a:t>Every number on it comes from your own file, Transport Downstream-V02.xlsx. No models. No made-up data. Each figure shows the cell it came from.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150" b="0">
                <a:solidFill>
                  <a:srgbClr val="2D2D2D"/>
                </a:solidFill>
                <a:latin typeface="Montserrat Light"/>
              </a:rPr>
              <a:t>Booking stays in your systems. Tradewind prices the choice and shows the proof. It does not book anything.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5029200"/>
            <a:ext cx="4800600" cy="9144"/>
          </a:xfrm>
          <a:prstGeom prst="rect">
            <a:avLst/>
          </a:prstGeom>
          <a:solidFill>
            <a:srgbClr val="DC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5266944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F64F18"/>
                </a:solidFill>
                <a:latin typeface="Montserrat Light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66928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555"/>
                </a:solidFill>
                <a:latin typeface="Montserrat Light"/>
              </a:rPr>
              <a:t>screens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0416" y="5266944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F64F18"/>
                </a:solidFill>
                <a:latin typeface="Montserrat Light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0416" y="566928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555"/>
                </a:solidFill>
                <a:latin typeface="Montserrat Light"/>
              </a:rPr>
              <a:t>roles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5712" y="5266944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F64F18"/>
                </a:solidFill>
                <a:latin typeface="Montserrat Light"/>
              </a:rPr>
              <a:t>290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66928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555"/>
                </a:solidFill>
                <a:latin typeface="Montserrat Light"/>
              </a:rPr>
              <a:t>movements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51008" y="5266944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F64F18"/>
                </a:solidFill>
                <a:latin typeface="Montserrat Light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51008" y="566928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555"/>
                </a:solidFill>
                <a:latin typeface="Montserrat Light"/>
              </a:rPr>
              <a:t>source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>
                <a:solidFill>
                  <a:srgbClr val="1A1A1A"/>
                </a:solidFill>
                <a:latin typeface="Montserrat Light"/>
              </a:rPr>
              <a:t>Stop reporting the number. Start changing the route.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11" name="TextBox 10"/>
          <p:cNvSpPr txBox="1"/>
          <p:nvPr/>
        </p:nvSpPr>
        <p:spPr>
          <a:xfrm>
            <a:off x="384048" y="96012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THE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29844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D2D"/>
                </a:solidFill>
                <a:latin typeface="Montserrat Light"/>
              </a:rPr>
              <a:t>You already know your transport footprint. What you cannot ask today is: what would this shipment have cost in CO₂e if it went another way? Tradewind answers that from your own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975104"/>
            <a:ext cx="27432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975104"/>
            <a:ext cx="2743200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94560"/>
            <a:ext cx="2377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A1A1A"/>
                </a:solidFill>
                <a:latin typeface="Montserrat Light"/>
              </a:rPr>
              <a:t>565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700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Montserrat Light"/>
              </a:rPr>
              <a:t>CO₂e in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62656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555"/>
                </a:solidFill>
                <a:latin typeface="Montserrat Light"/>
              </a:rPr>
              <a:t>290 movements over three years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1975104"/>
            <a:ext cx="27432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73552" y="1975104"/>
            <a:ext cx="2743200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2194560"/>
            <a:ext cx="2377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A1A1A"/>
                </a:solidFill>
                <a:latin typeface="Montserrat Light"/>
              </a:rPr>
              <a:t>50.2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584" y="26700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Montserrat Light"/>
              </a:rPr>
              <a:t>can be avoided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2962656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555"/>
                </a:solidFill>
                <a:latin typeface="Montserrat Light"/>
              </a:rPr>
              <a:t>8.9% of the 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1975104"/>
            <a:ext cx="27432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975104"/>
            <a:ext cx="2743200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194560"/>
            <a:ext cx="2377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A1A1A"/>
                </a:solidFill>
                <a:latin typeface="Montserrat Light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6700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Montserrat Light"/>
              </a:rPr>
              <a:t>lanes priced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962656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555"/>
                </a:solidFill>
                <a:latin typeface="Montserrat Light"/>
              </a:rPr>
              <a:t>destination port × product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975104"/>
            <a:ext cx="27432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1975104"/>
            <a:ext cx="2743200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2194560"/>
            <a:ext cx="2377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A1A1A"/>
                </a:solidFill>
                <a:latin typeface="Montserrat Light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26700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Montserrat Light"/>
              </a:rPr>
              <a:t>traced to a cell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2962656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555"/>
                </a:solidFill>
                <a:latin typeface="Montserrat Light"/>
              </a:rPr>
              <a:t>open any figure down to the sheet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3584448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WHAT CHANGES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3931920"/>
            <a:ext cx="3776472" cy="1828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3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33765"/>
                </a:solidFill>
                <a:latin typeface="Montserrat Light"/>
              </a:rPr>
              <a:t>Estimated  →  Measured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553712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We use the factors your workbook already states. Road 0.5928 kg CO₂e per truck run. Rail 0.00996 and sea 0.0084 per tonne-km. Air 1.58.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61688" y="3931920"/>
            <a:ext cx="3776472" cy="1828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6007" y="4169663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33765"/>
                </a:solidFill>
                <a:latin typeface="Montserrat Light"/>
              </a:rPr>
              <a:t>Totals  →  Shipments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6007" y="4553712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Every sea leg is joined back to its road and rail legs. You see the whole journey — factory, depot, port, port — with each leg costed on its own.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39327" y="3931920"/>
            <a:ext cx="3776472" cy="1828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13648" y="4169663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33765"/>
                </a:solidFill>
                <a:latin typeface="Montserrat Light"/>
              </a:rPr>
              <a:t>Charts  →  Choices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4553712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An option only appears if your workbook records every leg of it. Each one says how many shipments have already gone that way.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619963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Montserrat Light"/>
              </a:rPr>
              <a:t>Source: Transport Downstream-V02.xlsx · three reporting years, July to June · each year ties back to the total the sheet prints in cell D53.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>
                <a:solidFill>
                  <a:srgbClr val="1A1A1A"/>
                </a:solidFill>
                <a:latin typeface="Montserrat Light"/>
              </a:rPr>
              <a:t>Core capabilities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11" name="TextBox 10"/>
          <p:cNvSpPr txBox="1"/>
          <p:nvPr/>
        </p:nvSpPr>
        <p:spPr>
          <a:xfrm>
            <a:off x="384048" y="96012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WHAT THE PORTAL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29844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D2D"/>
                </a:solidFill>
                <a:latin typeface="Montserrat Light"/>
              </a:rPr>
              <a:t>Four screens and three things that run across all of them. Nothing on any screen is guessed — if the workbook has no column for it, the portal does not show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810512"/>
            <a:ext cx="3776472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810512"/>
            <a:ext cx="3776472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048256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340864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1A"/>
                </a:solidFill>
                <a:latin typeface="Montserrat Light"/>
              </a:rPr>
              <a:t>Control Tower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32461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See every shipment on a map. Pick one and compare the route it took with the greener option your own data proves.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810512"/>
            <a:ext cx="3776472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810512"/>
            <a:ext cx="3776472" cy="45720"/>
          </a:xfrm>
          <a:prstGeom prst="rect">
            <a:avLst/>
          </a:prstGeom>
          <a:solidFill>
            <a:srgbClr val="0337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2048256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2340864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1A"/>
                </a:solidFill>
                <a:latin typeface="Montserrat Light"/>
              </a:rPr>
              <a:t>Emission Hotspots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2816352"/>
            <a:ext cx="32461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The same CO₂e, cut by product, port, gateway, market, mode and month.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1810512"/>
            <a:ext cx="3776472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9327" y="1810512"/>
            <a:ext cx="3776472" cy="45720"/>
          </a:xfrm>
          <a:prstGeom prst="rect">
            <a:avLst/>
          </a:prstGeom>
          <a:solidFill>
            <a:srgbClr val="023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3648" y="2048256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PRIORITISE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2340864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1A"/>
                </a:solidFill>
                <a:latin typeface="Montserrat Light"/>
              </a:rPr>
              <a:t>Product &amp; Destination Lanes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2816352"/>
            <a:ext cx="32461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Find the lanes where one routing change saves the most carbon.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3913631"/>
            <a:ext cx="3776472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913631"/>
            <a:ext cx="3776472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151375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443983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1A"/>
                </a:solidFill>
                <a:latin typeface="Montserrat Light"/>
              </a:rPr>
              <a:t>Footprint &amp;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19471"/>
            <a:ext cx="32461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The reported total, tied line by line back to your file. Export it as CSV or PDF.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1688" y="3913631"/>
            <a:ext cx="3776472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1688" y="3913631"/>
            <a:ext cx="3776472" cy="45720"/>
          </a:xfrm>
          <a:prstGeom prst="rect">
            <a:avLst/>
          </a:prstGeom>
          <a:solidFill>
            <a:srgbClr val="0337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7" y="4151375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ASSIST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7" y="4443983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1A"/>
                </a:solidFill>
                <a:latin typeface="Montserrat Light"/>
              </a:rPr>
              <a:t>Ask Tradewind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7" y="4919471"/>
            <a:ext cx="32461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A chat panel that answers only from the numbers on screen — and says so when it cannot answer.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9327" y="3913631"/>
            <a:ext cx="3776472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39327" y="3913631"/>
            <a:ext cx="3776472" cy="45720"/>
          </a:xfrm>
          <a:prstGeom prst="rect">
            <a:avLst/>
          </a:prstGeom>
          <a:solidFill>
            <a:srgbClr val="023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4151375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GOVERN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3648" y="4443983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A1A"/>
                </a:solidFill>
                <a:latin typeface="Montserrat Light"/>
              </a:rPr>
              <a:t>Filters, alerts &amp; proof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4919471"/>
            <a:ext cx="32461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Filter anything. Catch air freight, part-load trucks and duplicate rows. Open any figure down to its cell.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619963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Montserrat Light"/>
              </a:rPr>
              <a:t>What is deliberately missing: no carrier or vendor scorecard, and no buying persona. The workbook names no vendor, carrier or forwarder, so there would be nothing real to rank.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>
                <a:solidFill>
                  <a:srgbClr val="1A1A1A"/>
                </a:solidFill>
                <a:latin typeface="Montserrat Light"/>
              </a:rPr>
              <a:t>Three roles, one footprint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11" name="TextBox 10"/>
          <p:cNvSpPr txBox="1"/>
          <p:nvPr/>
        </p:nvSpPr>
        <p:spPr>
          <a:xfrm>
            <a:off x="384048" y="96012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WHO IT IS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298448"/>
            <a:ext cx="7406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D2D2D"/>
                </a:solidFill>
                <a:latin typeface="Montserrat Light"/>
              </a:rPr>
              <a:t>The switcher changes the view, not the data. It sets the landing screen and the headline numbers. To narrow the rows, use the filter bar.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847088"/>
            <a:ext cx="740664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847088"/>
            <a:ext cx="54864" cy="1316736"/>
          </a:xfrm>
          <a:prstGeom prst="rect">
            <a:avLst/>
          </a:prstGeom>
          <a:solidFill>
            <a:srgbClr val="0337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2267712"/>
            <a:ext cx="457200" cy="457200"/>
          </a:xfrm>
          <a:prstGeom prst="ellipse">
            <a:avLst/>
          </a:prstGeom>
          <a:solidFill>
            <a:srgbClr val="0337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Light"/>
              </a:rPr>
              <a:t>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066543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Chief Sustainability Officer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43230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ontserrat Light"/>
              </a:rPr>
              <a:t>Owns the reported number and its proof.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2103120"/>
            <a:ext cx="7315" cy="80467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2084832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33765"/>
                </a:solidFill>
                <a:latin typeface="Montserrat Light"/>
              </a:rPr>
              <a:t>LANDS ON  ·  ESG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2395728"/>
            <a:ext cx="2834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D2D2D"/>
                </a:solidFill>
                <a:latin typeface="Montserrat Light"/>
              </a:rPr>
              <a:t>565 t over three years. The latest year is down 40.4% on the first. Every year ties back to the sheet.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273552"/>
            <a:ext cx="740664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273552"/>
            <a:ext cx="54864" cy="1316736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6656" y="3694176"/>
            <a:ext cx="457200" cy="457200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Light"/>
              </a:rPr>
              <a:t>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49300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Logistics / Supply Chain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85876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ontserrat Light"/>
              </a:rPr>
              <a:t>Picks the port, mode and sailing for each shipment.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8848" y="3529584"/>
            <a:ext cx="7315" cy="80467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3511296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LANDS ON  ·  CONTROL TOWER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3822191"/>
            <a:ext cx="2834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D2D2D"/>
                </a:solidFill>
                <a:latin typeface="Montserrat Light"/>
              </a:rPr>
              <a:t>50.2 t can be avoided. 176 ranked suggestions explain exactly how.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700016"/>
            <a:ext cx="740664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4700016"/>
            <a:ext cx="54864" cy="1316736"/>
          </a:xfrm>
          <a:prstGeom prst="rect">
            <a:avLst/>
          </a:prstGeom>
          <a:solidFill>
            <a:srgbClr val="023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5120640"/>
            <a:ext cx="457200" cy="457200"/>
          </a:xfrm>
          <a:prstGeom prst="ellipse">
            <a:avLst/>
          </a:prstGeom>
          <a:solidFill>
            <a:srgbClr val="023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Light"/>
              </a:rPr>
              <a:t>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919472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Sustainability Analyst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2852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ontserrat Light"/>
              </a:rPr>
              <a:t>Slices the data and prepares the numbers.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8848" y="4956048"/>
            <a:ext cx="7315" cy="80467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493776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23745"/>
                </a:solidFill>
                <a:latin typeface="Montserrat Light"/>
              </a:rPr>
              <a:t>LANDS ON  ·  EMISSION HOTSPOTS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8304" y="5248656"/>
            <a:ext cx="2834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D2D2D"/>
                </a:solidFill>
                <a:latin typeface="Montserrat Light"/>
              </a:rPr>
              <a:t>565 t cut six ways, month by month, at 9.26 g CO₂e per tonne-km.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1792224"/>
            <a:ext cx="3703320" cy="4224528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7616" y="20299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64F18"/>
                </a:solidFill>
                <a:latin typeface="Montserrat Light"/>
              </a:rPr>
              <a:t>THE “VIEWING AS” SWITCHER</a:t>
            </a:r>
          </a:p>
        </p:txBody>
      </p:sp>
      <p:pic>
        <p:nvPicPr>
          <p:cNvPr id="39" name="Picture 38" descr="s_persona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414016"/>
            <a:ext cx="3200400" cy="2358189"/>
          </a:xfrm>
          <a:prstGeom prst="rect">
            <a:avLst/>
          </a:prstGeom>
          <a:ln w="9525">
            <a:solidFill>
              <a:srgbClr val="D5D9DF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8357616" y="5065776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ontserrat Light"/>
              </a:rPr>
              <a:t>One click points the portal at the person in the room. Useful in a demo, and the same control every user gets on day 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619963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Montserrat Light"/>
              </a:rPr>
              <a:t>Everyone sees the whole company footprint. There is no buying persona because the workbook names no vendor or carrier — that role would have nothing to act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>
                <a:solidFill>
                  <a:srgbClr val="1A1A1A"/>
                </a:solidFill>
                <a:latin typeface="Montserrat Light"/>
              </a:rPr>
              <a:t>Control Tower — pick the shipment, see the better route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11" name="TextBox 10"/>
          <p:cNvSpPr txBox="1"/>
          <p:nvPr/>
        </p:nvSpPr>
        <p:spPr>
          <a:xfrm>
            <a:off x="384048" y="96012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SCREEN 01  ·  LOGISTICS / SUPPLY CHAIN LEAD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" y="15179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5361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Pick a shipment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9019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Click a lane on the map or a row in the register. You get the route it took, next to the best option your own data proves.</a:t>
            </a:r>
          </a:p>
        </p:txBody>
      </p:sp>
      <p:sp>
        <p:nvSpPr>
          <p:cNvPr id="15" name="Oval 14"/>
          <p:cNvSpPr/>
          <p:nvPr/>
        </p:nvSpPr>
        <p:spPr>
          <a:xfrm>
            <a:off x="384048" y="28895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907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See the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735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This air shipment cost 6.58 t CO₂e. By sea it is 71 kg. That is 6.51 t less — a 99% cut.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" y="42611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793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Check the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451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Sea takes about 26 days instead of 5. Both cards name the workbook cell behind every figure.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559552"/>
            <a:ext cx="3218688" cy="658368"/>
          </a:xfrm>
          <a:prstGeom prst="roundRect">
            <a:avLst>
              <a:gd name="adj" fmla="val 5000"/>
            </a:avLst>
          </a:prstGeom>
          <a:solidFill>
            <a:srgbClr val="FFF1EC"/>
          </a:solidFill>
          <a:ln w="9525">
            <a:solidFill>
              <a:srgbClr val="F7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669280"/>
            <a:ext cx="278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53424"/>
                </a:solidFill>
                <a:latin typeface="Montserrat Light"/>
              </a:rPr>
              <a:t>50.2 t avoidable network-wide</a:t>
            </a:r>
          </a:p>
        </p:txBody>
      </p:sp>
      <p:pic>
        <p:nvPicPr>
          <p:cNvPr id="23" name="Picture 22" descr="s_control_t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1133856"/>
            <a:ext cx="7927848" cy="4716000"/>
          </a:xfrm>
          <a:prstGeom prst="rect">
            <a:avLst/>
          </a:prstGeom>
          <a:ln w="9525">
            <a:solidFill>
              <a:srgbClr val="D5D9DF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>
                <a:solidFill>
                  <a:srgbClr val="1A1A1A"/>
                </a:solidFill>
                <a:latin typeface="Montserrat Light"/>
              </a:rPr>
              <a:t>Emission Hotspots — where the carbon actually sits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11" name="TextBox 10"/>
          <p:cNvSpPr txBox="1"/>
          <p:nvPr/>
        </p:nvSpPr>
        <p:spPr>
          <a:xfrm>
            <a:off x="384048" y="96012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SCREEN 02  ·  SUSTAINABILITY ANALYST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" y="15179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5361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Growth, or waste?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9019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Total CO₂e is drawn against intensity. Shipping more is not the same as shipping badly, and the chart keeps them apart.</a:t>
            </a:r>
          </a:p>
        </p:txBody>
      </p:sp>
      <p:sp>
        <p:nvSpPr>
          <p:cNvPr id="15" name="Oval 14"/>
          <p:cNvSpPr/>
          <p:nvPr/>
        </p:nvSpPr>
        <p:spPr>
          <a:xfrm>
            <a:off x="384048" y="28895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907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Road is the big lever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735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77.0 t sits in road legs. Road is charged per truck run, so a 400 kg load costs the same as a 25 t one.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" y="42611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793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Year, then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451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Click a year to open its months. Drag the brush to zoom into any stretch of the 36 months on record.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559552"/>
            <a:ext cx="3218688" cy="658368"/>
          </a:xfrm>
          <a:prstGeom prst="roundRect">
            <a:avLst>
              <a:gd name="adj" fmla="val 5000"/>
            </a:avLst>
          </a:prstGeom>
          <a:solidFill>
            <a:srgbClr val="FFF1EC"/>
          </a:solidFill>
          <a:ln w="9525">
            <a:solidFill>
              <a:srgbClr val="F7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669280"/>
            <a:ext cx="278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53424"/>
                </a:solidFill>
                <a:latin typeface="Montserrat Light"/>
              </a:rPr>
              <a:t>50.2 t of the 565 t is avoidable</a:t>
            </a:r>
          </a:p>
        </p:txBody>
      </p:sp>
      <p:pic>
        <p:nvPicPr>
          <p:cNvPr id="23" name="Picture 22" descr="s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1133856"/>
            <a:ext cx="7927848" cy="4718294"/>
          </a:xfrm>
          <a:prstGeom prst="rect">
            <a:avLst/>
          </a:prstGeom>
          <a:ln w="9525">
            <a:solidFill>
              <a:srgbClr val="D5D9D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>
                <a:solidFill>
                  <a:srgbClr val="1A1A1A"/>
                </a:solidFill>
                <a:latin typeface="Montserrat Light"/>
              </a:rPr>
              <a:t>Product &amp; Destination Lanes — where to act first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11" name="TextBox 10"/>
          <p:cNvSpPr txBox="1"/>
          <p:nvPr/>
        </p:nvSpPr>
        <p:spPr>
          <a:xfrm>
            <a:off x="384048" y="96012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SCREEN 03  ·  EVERY ROLE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" y="15179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5361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The carbon is concentrated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9019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91% of it sits in three destination ports. Three products carry most of the rest.</a:t>
            </a:r>
          </a:p>
        </p:txBody>
      </p:sp>
      <p:sp>
        <p:nvSpPr>
          <p:cNvPr id="15" name="Oval 14"/>
          <p:cNvSpPr/>
          <p:nvPr/>
        </p:nvSpPr>
        <p:spPr>
          <a:xfrm>
            <a:off x="384048" y="28895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907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Recut the same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735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Switch the slice to see the same 565 t by product, port, gateway, market or mode.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" y="42611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793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Rank the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451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Lane priority plots emissions against what can be avoided, so the best first move stands 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559552"/>
            <a:ext cx="3218688" cy="658368"/>
          </a:xfrm>
          <a:prstGeom prst="roundRect">
            <a:avLst>
              <a:gd name="adj" fmla="val 5000"/>
            </a:avLst>
          </a:prstGeom>
          <a:solidFill>
            <a:srgbClr val="FFF1EC"/>
          </a:solidFill>
          <a:ln w="9525">
            <a:solidFill>
              <a:srgbClr val="F7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669280"/>
            <a:ext cx="278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53424"/>
                </a:solidFill>
                <a:latin typeface="Montserrat Light"/>
              </a:rPr>
              <a:t>6,786 t of freight, 30 lanes</a:t>
            </a:r>
          </a:p>
        </p:txBody>
      </p:sp>
      <p:pic>
        <p:nvPicPr>
          <p:cNvPr id="23" name="Picture 22" descr="s_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1133856"/>
            <a:ext cx="7927848" cy="4718294"/>
          </a:xfrm>
          <a:prstGeom prst="rect">
            <a:avLst/>
          </a:prstGeom>
          <a:ln w="9525">
            <a:solidFill>
              <a:srgbClr val="D5D9D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>
                <a:solidFill>
                  <a:srgbClr val="1A1A1A"/>
                </a:solidFill>
                <a:latin typeface="Montserrat Light"/>
              </a:rPr>
              <a:t>Footprint &amp; Evidence — the number, and its proof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11" name="TextBox 10"/>
          <p:cNvSpPr txBox="1"/>
          <p:nvPr/>
        </p:nvSpPr>
        <p:spPr>
          <a:xfrm>
            <a:off x="384048" y="96012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SCREEN 04  ·  CHIEF SUSTAINABILITY OFFICER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" y="15179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5361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The reported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9019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565 t over three years. The latest year is down 40.4% on the first, at 9.53 g CO₂e per tonne-km.</a:t>
            </a:r>
          </a:p>
        </p:txBody>
      </p:sp>
      <p:sp>
        <p:nvSpPr>
          <p:cNvPr id="15" name="Oval 14"/>
          <p:cNvSpPr/>
          <p:nvPr/>
        </p:nvSpPr>
        <p:spPr>
          <a:xfrm>
            <a:off x="384048" y="28895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907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Tied to your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735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FY21-22 prints 218.693 t. Add the 29.836 t of road legs it leaves out, take off 2.701 t counted twice, and it lands on 245.828 t.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" y="4261104"/>
            <a:ext cx="310896" cy="310896"/>
          </a:xfrm>
          <a:prstGeom prst="ellipse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793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ontserrat Light"/>
              </a:rPr>
              <a:t>Ready for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4515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ontserrat Light"/>
              </a:rPr>
              <a:t>Factors, method, assumptions and the rows that disagree with themselves. Export to CSV or PDF.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559552"/>
            <a:ext cx="3218688" cy="658368"/>
          </a:xfrm>
          <a:prstGeom prst="roundRect">
            <a:avLst>
              <a:gd name="adj" fmla="val 5000"/>
            </a:avLst>
          </a:prstGeom>
          <a:solidFill>
            <a:srgbClr val="FFF1EC"/>
          </a:solidFill>
          <a:ln w="9525">
            <a:solidFill>
              <a:srgbClr val="F7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669280"/>
            <a:ext cx="278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53424"/>
                </a:solidFill>
                <a:latin typeface="Montserrat Light"/>
              </a:rPr>
              <a:t>Three years, each tied to the file</a:t>
            </a:r>
          </a:p>
        </p:txBody>
      </p:sp>
      <p:pic>
        <p:nvPicPr>
          <p:cNvPr id="23" name="Picture 22" descr="s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1133856"/>
            <a:ext cx="7927848" cy="4718294"/>
          </a:xfrm>
          <a:prstGeom prst="rect">
            <a:avLst/>
          </a:prstGeom>
          <a:ln w="9525">
            <a:solidFill>
              <a:srgbClr val="D5D9DF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>
                <a:solidFill>
                  <a:srgbClr val="1A1A1A"/>
                </a:solidFill>
                <a:latin typeface="Montserrat Light"/>
              </a:rPr>
              <a:t>What happens next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E2532C5-A3D4-42EF-4C26-6FE35804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540407"/>
            <a:ext cx="27432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en-US"/>
              <a:t>© SYREN CLOUD INC – 2026 – ALL RIGHTS RESERVED</a:t>
            </a:r>
            <a:endParaRPr lang="en-US" sz="600"/>
          </a:p>
        </p:txBody>
      </p:sp>
      <p:sp>
        <p:nvSpPr>
          <p:cNvPr id="11" name="TextBox 10"/>
          <p:cNvSpPr txBox="1"/>
          <p:nvPr/>
        </p:nvSpPr>
        <p:spPr>
          <a:xfrm>
            <a:off x="384048" y="960120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FROM WORKING DEMO TO CONNECTED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298448"/>
            <a:ext cx="11338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D2D"/>
                </a:solidFill>
                <a:latin typeface="Montserrat Light"/>
              </a:rPr>
              <a:t>The portal runs today on the transport workbook. It was built for the swap: no screen reads data directly, so moving to live systems changes one setting, not the whole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956816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956816"/>
            <a:ext cx="2743200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Montserrat Light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077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33765"/>
                </a:solidFill>
                <a:latin typeface="Montserrat Light"/>
              </a:rPr>
              <a:t>2–3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3697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ontserrat Light"/>
              </a:rPr>
              <a:t>Walk the four screens with your numbers. Agree the factors, the boundary and the rows that need fixing at source.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3552" y="1956816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73552" y="1956816"/>
            <a:ext cx="2743200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217627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2468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Montserrat Light"/>
              </a:rPr>
              <a:t>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29077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33765"/>
                </a:solidFill>
                <a:latin typeface="Montserrat Light"/>
              </a:rPr>
              <a:t>4–6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323697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ontserrat Light"/>
              </a:rPr>
              <a:t>Point the same screens at live shipment data. Add carrier, customer and freight cost as your systems supply them.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1956816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6" y="1956816"/>
            <a:ext cx="2743200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17627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468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Montserrat Light"/>
              </a:rPr>
              <a:t>Operate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9077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33765"/>
                </a:solidFill>
                <a:latin typeface="Montserrat Light"/>
              </a:rPr>
              <a:t>6–8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23697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ontserrat Light"/>
              </a:rPr>
              <a:t>Route options in the weekly planning rhythm. Exceptions cleared as they appear. The evidence pack generated, not assembled.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956816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1956816"/>
            <a:ext cx="2743200" cy="45720"/>
          </a:xfrm>
          <a:prstGeom prst="rect">
            <a:avLst/>
          </a:prstGeom>
          <a:solidFill>
            <a:srgbClr val="F64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217627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64F18"/>
                </a:solidFill>
                <a:latin typeface="Montserrat Light"/>
              </a:rP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2468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Montserrat Light"/>
              </a:rPr>
              <a:t>Extend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29077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33765"/>
                </a:solidFill>
                <a:latin typeface="Montserrat Light"/>
              </a:rPr>
              <a:t>ongoing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323697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Montserrat Light"/>
              </a:rPr>
              <a:t>Inbound and upstream transport on the same model, supplier factors, and the record needed for carbon credit talks.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" y="4480560"/>
            <a:ext cx="11430000" cy="13716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7183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WHAT WE NEED FROM TEROVA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504748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2D2D"/>
                </a:solidFill>
                <a:latin typeface="Montserrat Light"/>
              </a:rPr>
              <a:t>One owner for the reporting boundary, read access to the shipment data, and a decision on the rows that disagree with themselves.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4718304"/>
            <a:ext cx="7315" cy="914400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47183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64F18"/>
                </a:solidFill>
                <a:latin typeface="Montserrat Light"/>
              </a:rPr>
              <a:t>WHAT TEROVA GETS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504748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2D2D"/>
                </a:solidFill>
                <a:latin typeface="Montserrat Light"/>
              </a:rPr>
              <a:t>A footprint you can defend, tied back to the source — and a ranked list of the route changes worth the most carbon.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  <a:latin typeface="Montserrat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yren 2025 Color Palette">
      <a:dk1>
        <a:srgbClr val="000000"/>
      </a:dk1>
      <a:lt1>
        <a:srgbClr val="FFFFFF"/>
      </a:lt1>
      <a:dk2>
        <a:srgbClr val="F3F3F3"/>
      </a:dk2>
      <a:lt2>
        <a:srgbClr val="F64F18"/>
      </a:lt2>
      <a:accent1>
        <a:srgbClr val="FFD6CB"/>
      </a:accent1>
      <a:accent2>
        <a:srgbClr val="B53424"/>
      </a:accent2>
      <a:accent3>
        <a:srgbClr val="023745"/>
      </a:accent3>
      <a:accent4>
        <a:srgbClr val="033765"/>
      </a:accent4>
      <a:accent5>
        <a:srgbClr val="0D53AB"/>
      </a:accent5>
      <a:accent6>
        <a:srgbClr val="736B5D"/>
      </a:accent6>
      <a:hlink>
        <a:srgbClr val="F64F18"/>
      </a:hlink>
      <a:folHlink>
        <a:srgbClr val="FFD6CB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4_office theme">
  <a:themeElements>
    <a:clrScheme name="Syren 2025 Color Palette">
      <a:dk1>
        <a:srgbClr val="000000"/>
      </a:dk1>
      <a:lt1>
        <a:srgbClr val="FFFFFF"/>
      </a:lt1>
      <a:dk2>
        <a:srgbClr val="F3F3F3"/>
      </a:dk2>
      <a:lt2>
        <a:srgbClr val="F64F18"/>
      </a:lt2>
      <a:accent1>
        <a:srgbClr val="FFD6CB"/>
      </a:accent1>
      <a:accent2>
        <a:srgbClr val="B53424"/>
      </a:accent2>
      <a:accent3>
        <a:srgbClr val="023745"/>
      </a:accent3>
      <a:accent4>
        <a:srgbClr val="033765"/>
      </a:accent4>
      <a:accent5>
        <a:srgbClr val="0D53AB"/>
      </a:accent5>
      <a:accent6>
        <a:srgbClr val="736B5D"/>
      </a:accent6>
      <a:hlink>
        <a:srgbClr val="F64F18"/>
      </a:hlink>
      <a:folHlink>
        <a:srgbClr val="FFD6CB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Office Theme">
  <a:themeElements>
    <a:clrScheme name="Custom 1">
      <a:dk1>
        <a:srgbClr val="000000"/>
      </a:dk1>
      <a:lt1>
        <a:srgbClr val="FEFFFF"/>
      </a:lt1>
      <a:dk2>
        <a:srgbClr val="F2F3F3"/>
      </a:dk2>
      <a:lt2>
        <a:srgbClr val="F54F17"/>
      </a:lt2>
      <a:accent1>
        <a:srgbClr val="FED6CB"/>
      </a:accent1>
      <a:accent2>
        <a:srgbClr val="B53325"/>
      </a:accent2>
      <a:accent3>
        <a:srgbClr val="013744"/>
      </a:accent3>
      <a:accent4>
        <a:srgbClr val="023665"/>
      </a:accent4>
      <a:accent5>
        <a:srgbClr val="0E53AA"/>
      </a:accent5>
      <a:accent6>
        <a:srgbClr val="736A5D"/>
      </a:accent6>
      <a:hlink>
        <a:srgbClr val="F54F17"/>
      </a:hlink>
      <a:folHlink>
        <a:srgbClr val="FED6C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F"/>
      </a:lt1>
      <a:dk2>
        <a:srgbClr val="F2F3F3"/>
      </a:dk2>
      <a:lt2>
        <a:srgbClr val="F54F17"/>
      </a:lt2>
      <a:accent1>
        <a:srgbClr val="FED6CB"/>
      </a:accent1>
      <a:accent2>
        <a:srgbClr val="B53325"/>
      </a:accent2>
      <a:accent3>
        <a:srgbClr val="013744"/>
      </a:accent3>
      <a:accent4>
        <a:srgbClr val="023665"/>
      </a:accent4>
      <a:accent5>
        <a:srgbClr val="0E53AA"/>
      </a:accent5>
      <a:accent6>
        <a:srgbClr val="736A5D"/>
      </a:accent6>
      <a:hlink>
        <a:srgbClr val="F54F17"/>
      </a:hlink>
      <a:folHlink>
        <a:srgbClr val="FED6C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_office theme">
  <a:themeElements>
    <a:clrScheme name="Custom 1">
      <a:dk1>
        <a:srgbClr val="000000"/>
      </a:dk1>
      <a:lt1>
        <a:srgbClr val="FEFFFF"/>
      </a:lt1>
      <a:dk2>
        <a:srgbClr val="F2F3F3"/>
      </a:dk2>
      <a:lt2>
        <a:srgbClr val="F54F17"/>
      </a:lt2>
      <a:accent1>
        <a:srgbClr val="FED6CB"/>
      </a:accent1>
      <a:accent2>
        <a:srgbClr val="B53325"/>
      </a:accent2>
      <a:accent3>
        <a:srgbClr val="013744"/>
      </a:accent3>
      <a:accent4>
        <a:srgbClr val="023665"/>
      </a:accent4>
      <a:accent5>
        <a:srgbClr val="0E53AA"/>
      </a:accent5>
      <a:accent6>
        <a:srgbClr val="736A5D"/>
      </a:accent6>
      <a:hlink>
        <a:srgbClr val="F54F17"/>
      </a:hlink>
      <a:folHlink>
        <a:srgbClr val="FED6CB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_Use This">
  <a:themeElements>
    <a:clrScheme name="Syren 2025 Color Palette">
      <a:dk1>
        <a:srgbClr val="000000"/>
      </a:dk1>
      <a:lt1>
        <a:srgbClr val="FFFFFF"/>
      </a:lt1>
      <a:dk2>
        <a:srgbClr val="F3F3F3"/>
      </a:dk2>
      <a:lt2>
        <a:srgbClr val="F64F18"/>
      </a:lt2>
      <a:accent1>
        <a:srgbClr val="FFD6CB"/>
      </a:accent1>
      <a:accent2>
        <a:srgbClr val="B53424"/>
      </a:accent2>
      <a:accent3>
        <a:srgbClr val="023745"/>
      </a:accent3>
      <a:accent4>
        <a:srgbClr val="033765"/>
      </a:accent4>
      <a:accent5>
        <a:srgbClr val="0D53AB"/>
      </a:accent5>
      <a:accent6>
        <a:srgbClr val="736B5D"/>
      </a:accent6>
      <a:hlink>
        <a:srgbClr val="F64F18"/>
      </a:hlink>
      <a:folHlink>
        <a:srgbClr val="FFD6CB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12727</Words>
  <Application>Microsoft Office PowerPoint</Application>
  <PresentationFormat>Widescreen</PresentationFormat>
  <Paragraphs>2446</Paragraphs>
  <Slides>73</Slides>
  <Notes>29</Notes>
  <HiddenSlides>46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91" baseType="lpstr">
      <vt:lpstr>Aptos</vt:lpstr>
      <vt:lpstr>Aptos Display</vt:lpstr>
      <vt:lpstr>Arial</vt:lpstr>
      <vt:lpstr>Calibri</vt:lpstr>
      <vt:lpstr>Cambria Math</vt:lpstr>
      <vt:lpstr>DM Sans</vt:lpstr>
      <vt:lpstr>Montserrat</vt:lpstr>
      <vt:lpstr>Montserrat Light</vt:lpstr>
      <vt:lpstr>Montserrat Medium</vt:lpstr>
      <vt:lpstr>Verdana</vt:lpstr>
      <vt:lpstr>Wingdings</vt:lpstr>
      <vt:lpstr>office theme</vt:lpstr>
      <vt:lpstr>4_office theme</vt:lpstr>
      <vt:lpstr>4_Office Theme</vt:lpstr>
      <vt:lpstr>1_Office Theme</vt:lpstr>
      <vt:lpstr>9_office theme</vt:lpstr>
      <vt:lpstr>office theme_Use This</vt:lpstr>
      <vt:lpstr>think-cell Slide</vt:lpstr>
      <vt:lpstr>Syren Overview / Capabilities</vt:lpstr>
      <vt:lpstr>Company Snapshot</vt:lpstr>
      <vt:lpstr>Syren Capabilities </vt:lpstr>
      <vt:lpstr>30+ Supply chain Use Cases. Your Data Driving Operational Excellence.</vt:lpstr>
      <vt:lpstr>30+ Proven Supply Chain Use Cases. In Production</vt:lpstr>
      <vt:lpstr>20+ Commercial Use Cases. Your Data Working for Growth.</vt:lpstr>
      <vt:lpstr>Syren Center of Excellence</vt:lpstr>
      <vt:lpstr>Syren Center of Excellence</vt:lpstr>
      <vt:lpstr>Journey &amp; Use cases in J&amp;J​</vt:lpstr>
      <vt:lpstr>Our Journey within J&amp;J – Enterprise  &amp; IM </vt:lpstr>
      <vt:lpstr>Our Journey with J&amp;J - Medtech </vt:lpstr>
      <vt:lpstr>With other Clients</vt:lpstr>
      <vt:lpstr>Perfect Basket Selection</vt:lpstr>
      <vt:lpstr>Sales Captain.AI</vt:lpstr>
      <vt:lpstr>"Behind the Scenes: The Data Science Powering the Supply Chain"</vt:lpstr>
      <vt:lpstr>AI-Powered Supply Chain Decision Intelligence</vt:lpstr>
      <vt:lpstr>Use case 1: Store Remodels Supply Chain for retail giant </vt:lpstr>
      <vt:lpstr>Store remodels Decision Intelligence Platform</vt:lpstr>
      <vt:lpstr>Business Impact</vt:lpstr>
      <vt:lpstr>Use case 2: AI - Driven Decision Intelligence For Dairy Manufacturing plant</vt:lpstr>
      <vt:lpstr>Dairy Decision Intelligence Platform</vt:lpstr>
      <vt:lpstr>Business Impact</vt:lpstr>
      <vt:lpstr>Use case 3: AI - Driven Decision Intelligence For Beef Manufacturing plant</vt:lpstr>
      <vt:lpstr>Decision Intelligence Platform</vt:lpstr>
      <vt:lpstr>Business Impact</vt:lpstr>
      <vt:lpstr>Use case 4: Journey from Reactive to Prescriptive Asset Maintenance</vt:lpstr>
      <vt:lpstr>Thank you </vt:lpstr>
      <vt:lpstr>Case Study 3: Journey from Reactive to Prescriptive Supply Chain Decisions – Goal to Optimal Supply Chain</vt:lpstr>
      <vt:lpstr>Appendix </vt:lpstr>
      <vt:lpstr>Our Journey with J&amp;J </vt:lpstr>
      <vt:lpstr>With other Clients</vt:lpstr>
      <vt:lpstr>Journey to Maximize Gross Margins using Pricing 360</vt:lpstr>
      <vt:lpstr>Suggested Order Architecture</vt:lpstr>
      <vt:lpstr>DE &amp; UI/UX Capabilities​</vt:lpstr>
      <vt:lpstr>Expertise in Data Engineering</vt:lpstr>
      <vt:lpstr>Expertise in Software Engineering</vt:lpstr>
      <vt:lpstr>DS &amp; Agentic AI Expertise</vt:lpstr>
      <vt:lpstr>Transforming Supply Chains: From Prediction to Autonomous Action</vt:lpstr>
      <vt:lpstr>Intelligence that acts — Governed at every step</vt:lpstr>
      <vt:lpstr>Technical competencies that separate Governed AI from Experiments</vt:lpstr>
      <vt:lpstr>Journey to Maximize Gross Margins </vt:lpstr>
      <vt:lpstr>Supply &amp; Commercial  DS &amp;Agentic Usecases</vt:lpstr>
      <vt:lpstr>PowerPoint Presentation</vt:lpstr>
      <vt:lpstr>Supply Chain Decision Intelligence Platform</vt:lpstr>
      <vt:lpstr>Inventory Optimization formulation for grocery store</vt:lpstr>
      <vt:lpstr>Manufacturing plant: Scheduling problem formulation</vt:lpstr>
      <vt:lpstr>Predictive Maintenance (Machine Learning Formulation)</vt:lpstr>
      <vt:lpstr>Case Study 1: Inventory Optimization</vt:lpstr>
      <vt:lpstr>Case Study 2: Scheduling Optimization</vt:lpstr>
      <vt:lpstr>Thank You​</vt:lpstr>
      <vt:lpstr>PowerPoint Presentation</vt:lpstr>
      <vt:lpstr>Five Challenges Enterprises haven't solved well. Until now. </vt:lpstr>
      <vt:lpstr>Four capabilities. One Accountable Partner.</vt:lpstr>
      <vt:lpstr>From Tribal knowledge to Self-healing pipelines</vt:lpstr>
      <vt:lpstr>What we enforce in every engagement. Non-negotiable.</vt:lpstr>
      <vt:lpstr>J&amp;J Journey So Far</vt:lpstr>
      <vt:lpstr>Our Journey with J&amp;J- Medtech</vt:lpstr>
      <vt:lpstr>What we built for J&amp;J - why it mattered . Supply Chain</vt:lpstr>
      <vt:lpstr>What we built for J&amp;J - why it mattered</vt:lpstr>
      <vt:lpstr>What we built for J&amp;J - why it mattered</vt:lpstr>
      <vt:lpstr>Project Phase Futures -Quality Risk was running on spreadsheets</vt:lpstr>
      <vt:lpstr>Quality risk was running on spreadsheets (Contd..)</vt:lpstr>
      <vt:lpstr>The Engine underneath the programme</vt:lpstr>
      <vt:lpstr>Data Engineering – Data Foundation </vt:lpstr>
      <vt:lpstr>CDL MedTech Curation L1</vt:lpstr>
      <vt:lpstr>CDL MedTech L1 – Coding standards</vt:lpstr>
      <vt:lpstr>PowerPoint Presentation</vt:lpstr>
      <vt:lpstr>CDM L2 – Common Data Management Layer</vt:lpstr>
      <vt:lpstr>CDM L2 – Delivery Standards</vt:lpstr>
      <vt:lpstr>Typical Platform Building Strategy  </vt:lpstr>
      <vt:lpstr>Not another vendor. Your intelligence partner.</vt:lpstr>
      <vt:lpstr>Trusted by regulated enterprise leaders</vt:lpstr>
      <vt:lpstr>Certified for regulated enterprises. Audit-ready on day one.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Syren</dc:title>
  <dc:creator>Nagotu Dilip Kumar</dc:creator>
  <cp:lastModifiedBy>Srikant Kalaga</cp:lastModifiedBy>
  <cp:revision>1</cp:revision>
  <dcterms:created xsi:type="dcterms:W3CDTF">2024-12-30T06:44:52Z</dcterms:created>
  <dcterms:modified xsi:type="dcterms:W3CDTF">2026-07-13T14:13:18Z</dcterms:modified>
</cp:coreProperties>
</file>