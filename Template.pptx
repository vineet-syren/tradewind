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1"/>
  </p:sldMasterIdLst>
  <p:notesMasterIdLst>
    <p:notesMasterId r:id="rId19"/>
  </p:notesMasterIdLst>
  <p:handoutMasterIdLst>
    <p:handoutMasterId r:id="rId20"/>
  </p:handoutMasterIdLst>
  <p:sldIdLst>
    <p:sldId id="256" r:id="rId2"/>
    <p:sldId id="2076137803" r:id="rId3"/>
    <p:sldId id="2076137778" r:id="rId4"/>
    <p:sldId id="2076137817" r:id="rId5"/>
    <p:sldId id="2076137805" r:id="rId6"/>
    <p:sldId id="2076137808" r:id="rId7"/>
    <p:sldId id="2076137806" r:id="rId8"/>
    <p:sldId id="2076137780" r:id="rId9"/>
    <p:sldId id="2076137804" r:id="rId10"/>
    <p:sldId id="2076137813" r:id="rId11"/>
    <p:sldId id="2076137812" r:id="rId12"/>
    <p:sldId id="2076137815" r:id="rId13"/>
    <p:sldId id="2076137816" r:id="rId14"/>
    <p:sldId id="2076137807" r:id="rId15"/>
    <p:sldId id="2076137809" r:id="rId16"/>
    <p:sldId id="2076137810" r:id="rId17"/>
    <p:sldId id="207613781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9CB38504-E714-7BF9-DE4D-1E313A19EF49}" name="Vasim Mohammed" initials="VM" userId="S::vasim@syrencloud.com::2b9d3a5a-e9a8-4cc9-a3ee-126717dfb735" providerId="AD"/>
  <p188:author id="{7E47001F-30EC-ED36-BEE9-C3BBCFB616DD}" name="Avinash Veeramachaneni" initials="AV" userId="S::avinash.v@syrencloud.com::6b55c8e9-490b-4bc3-8867-cf1e0b1b7744" providerId="AD"/>
  <p188:author id="{F75E6238-CC63-ADF0-31DE-C8D719065F81}" name="Salil Gupta" initials="SG" userId="S::salil.g@syrencloud.com::98aad58e-cbbb-4554-8b41-cb328f6e43c0" providerId="AD"/>
  <p188:author id="{417C1849-E3A6-0D68-2FA6-91930B556FE4}" name="Sahil J" initials="SJ" userId="S::sahil.j@syrencloud.com::9413fd23-819f-4d0a-a327-22f4fbfbdb48" providerId="AD"/>
  <p188:author id="{9BA77350-A7BF-289C-048B-07746D60E675}" name="Heena Jain" initials="" userId="S::heena.j@syrencloud.com::314e7158-1c9e-45ea-b8e0-7eb826407175" providerId="AD"/>
  <p188:author id="{E543F858-162B-646D-629C-DDBE3D69F445}" name="Avantika Ashish Joglekar" initials="AJ" userId="S::avantika.j@syrencloud.com::f014a2bf-5918-46cd-9336-37d5792e0937" providerId="AD"/>
  <p188:author id="{C72D387E-6FBC-608B-D76F-308BC2BD6854}" name="Zainab Kapasi" initials="ZK" userId="S::zainab.k@syrencloud.com::f424bf30-b134-49ef-96a6-5fc87987a611" providerId="AD"/>
  <p188:author id="{A710B99A-9CE2-3548-A37B-3C609DC2D95E}" name="Daniel Sean Secor" initials="" userId="S::daniel.s@syrencloud.com::d5a23c43-adf6-4073-a88b-59e04e1a3265" providerId="AD"/>
  <p188:author id="{4046C9C3-D6C0-EA10-30F2-63F1CC1FDE49}" name="Chetan Inguva" initials="CI" userId="S::chetan@syrencloud.com::9e2f1b1f-1aab-4598-9e85-d8b95de07e3f" providerId="AD"/>
  <p188:author id="{5FA9A3DE-3943-0DCF-A846-39D827333ED4}" name="Samarth Patel" initials="" userId="S::samarth.p@syrencloud.com::79f38f6f-2073-4e55-a6ff-2ca0e341c1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1E36"/>
    <a:srgbClr val="FFF5EF"/>
    <a:srgbClr val="051E34"/>
    <a:srgbClr val="72382D"/>
    <a:srgbClr val="A6ADC4"/>
    <a:srgbClr val="F2F2F2"/>
    <a:srgbClr val="F64F18"/>
    <a:srgbClr val="FA9574"/>
    <a:srgbClr val="B53424"/>
    <a:srgbClr val="FF7C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746105-9D6D-4DB8-9463-26DDA894DF12}" v="1752" dt="2026-07-28T04:25:17.604"/>
    <p1510:client id="{44376F23-2536-4D6D-EB3C-BF35B3803F78}" v="32" dt="2026-07-27T13:30:07.529"/>
    <p1510:client id="{62C55511-0301-44A4-9F00-6811D5A2BA7E}" v="186" dt="2026-07-28T06:52:35.653"/>
    <p1510:client id="{AE09687A-4F26-477F-877A-08C4BF7AC2D5}" v="391" dt="2026-07-28T04:53:01.306"/>
    <p1510:client id="{BA968262-BB3B-975A-9709-07D3EEBEEF22}" v="6" dt="2026-07-27T12:40:58.9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74" d="100"/>
          <a:sy n="74" d="100"/>
        </p:scale>
        <p:origin x="28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gotu Dilip Kumar" userId="e960ee6c-1011-46fd-ab26-7447e3dfc484" providerId="ADAL" clId="{C537D0E1-F004-4867-A19F-CB629E995C3F}"/>
    <pc:docChg chg="undo custSel addSld delSld modSld sldOrd">
      <pc:chgData name="Nagotu Dilip Kumar" userId="e960ee6c-1011-46fd-ab26-7447e3dfc484" providerId="ADAL" clId="{C537D0E1-F004-4867-A19F-CB629E995C3F}" dt="2026-07-28T09:03:54.011" v="403"/>
      <pc:docMkLst>
        <pc:docMk/>
      </pc:docMkLst>
      <pc:sldChg chg="modSp mod">
        <pc:chgData name="Nagotu Dilip Kumar" userId="e960ee6c-1011-46fd-ab26-7447e3dfc484" providerId="ADAL" clId="{C537D0E1-F004-4867-A19F-CB629E995C3F}" dt="2026-07-28T04:53:01.306" v="390" actId="207"/>
        <pc:sldMkLst>
          <pc:docMk/>
          <pc:sldMk cId="109857222" sldId="256"/>
        </pc:sldMkLst>
        <pc:spChg chg="mod">
          <ac:chgData name="Nagotu Dilip Kumar" userId="e960ee6c-1011-46fd-ab26-7447e3dfc484" providerId="ADAL" clId="{C537D0E1-F004-4867-A19F-CB629E995C3F}" dt="2026-07-28T04:53:01.306" v="390" actId="207"/>
          <ac:spMkLst>
            <pc:docMk/>
            <pc:sldMk cId="109857222" sldId="256"/>
            <ac:spMk id="17" creationId="{D3CD80BE-CE19-150A-7CDE-233F91945763}"/>
          </ac:spMkLst>
        </pc:spChg>
        <pc:spChg chg="mod">
          <ac:chgData name="Nagotu Dilip Kumar" userId="e960ee6c-1011-46fd-ab26-7447e3dfc484" providerId="ADAL" clId="{C537D0E1-F004-4867-A19F-CB629E995C3F}" dt="2026-07-28T04:52:50.528" v="389" actId="207"/>
          <ac:spMkLst>
            <pc:docMk/>
            <pc:sldMk cId="109857222" sldId="256"/>
            <ac:spMk id="22" creationId="{7871B2B0-415E-9809-6131-3BED817D2ECF}"/>
          </ac:spMkLst>
        </pc:spChg>
      </pc:sldChg>
      <pc:sldChg chg="addSp delSp modSp add mod ord modClrScheme chgLayout">
        <pc:chgData name="Nagotu Dilip Kumar" userId="e960ee6c-1011-46fd-ab26-7447e3dfc484" providerId="ADAL" clId="{C537D0E1-F004-4867-A19F-CB629E995C3F}" dt="2026-07-27T11:29:22.878" v="169" actId="1036"/>
        <pc:sldMkLst>
          <pc:docMk/>
          <pc:sldMk cId="3133860186" sldId="2076137808"/>
        </pc:sldMkLst>
        <pc:spChg chg="mod ord">
          <ac:chgData name="Nagotu Dilip Kumar" userId="e960ee6c-1011-46fd-ab26-7447e3dfc484" providerId="ADAL" clId="{C537D0E1-F004-4867-A19F-CB629E995C3F}" dt="2026-07-27T11:11:39.377" v="12" actId="700"/>
          <ac:spMkLst>
            <pc:docMk/>
            <pc:sldMk cId="3133860186" sldId="2076137808"/>
            <ac:spMk id="2" creationId="{0EB1B7DE-2BF8-CC56-BD13-EC07791E842B}"/>
          </ac:spMkLst>
        </pc:spChg>
        <pc:spChg chg="mod ord">
          <ac:chgData name="Nagotu Dilip Kumar" userId="e960ee6c-1011-46fd-ab26-7447e3dfc484" providerId="ADAL" clId="{C537D0E1-F004-4867-A19F-CB629E995C3F}" dt="2026-07-27T11:11:39.377" v="12" actId="700"/>
          <ac:spMkLst>
            <pc:docMk/>
            <pc:sldMk cId="3133860186" sldId="2076137808"/>
            <ac:spMk id="3" creationId="{111E3F03-BF91-1866-8DCF-33A715EF0E95}"/>
          </ac:spMkLst>
        </pc:spChg>
        <pc:spChg chg="mod ord">
          <ac:chgData name="Nagotu Dilip Kumar" userId="e960ee6c-1011-46fd-ab26-7447e3dfc484" providerId="ADAL" clId="{C537D0E1-F004-4867-A19F-CB629E995C3F}" dt="2026-07-27T11:11:39.377" v="12" actId="700"/>
          <ac:spMkLst>
            <pc:docMk/>
            <pc:sldMk cId="3133860186" sldId="2076137808"/>
            <ac:spMk id="4" creationId="{EDD0A012-892B-FB50-B6E7-20EDA5CD2E6D}"/>
          </ac:spMkLst>
        </pc:spChg>
        <pc:spChg chg="add del mod">
          <ac:chgData name="Nagotu Dilip Kumar" userId="e960ee6c-1011-46fd-ab26-7447e3dfc484" providerId="ADAL" clId="{C537D0E1-F004-4867-A19F-CB629E995C3F}" dt="2026-07-27T11:11:32.581" v="10" actId="6264"/>
          <ac:spMkLst>
            <pc:docMk/>
            <pc:sldMk cId="3133860186" sldId="2076137808"/>
            <ac:spMk id="5" creationId="{BD558D64-0375-4735-0078-DA9B6DF41796}"/>
          </ac:spMkLst>
        </pc:spChg>
        <pc:spChg chg="mod">
          <ac:chgData name="Nagotu Dilip Kumar" userId="e960ee6c-1011-46fd-ab26-7447e3dfc484" providerId="ADAL" clId="{C537D0E1-F004-4867-A19F-CB629E995C3F}" dt="2026-07-27T11:11:09.710" v="7" actId="14100"/>
          <ac:spMkLst>
            <pc:docMk/>
            <pc:sldMk cId="3133860186" sldId="2076137808"/>
            <ac:spMk id="6" creationId="{A401B76A-8431-69D7-948B-6E70F9838CFD}"/>
          </ac:spMkLst>
        </pc:spChg>
        <pc:spChg chg="add del mod">
          <ac:chgData name="Nagotu Dilip Kumar" userId="e960ee6c-1011-46fd-ab26-7447e3dfc484" providerId="ADAL" clId="{C537D0E1-F004-4867-A19F-CB629E995C3F}" dt="2026-07-27T11:11:32.581" v="10" actId="6264"/>
          <ac:spMkLst>
            <pc:docMk/>
            <pc:sldMk cId="3133860186" sldId="2076137808"/>
            <ac:spMk id="7" creationId="{318E606A-D34C-A250-929F-417C391FCF76}"/>
          </ac:spMkLst>
        </pc:spChg>
        <pc:spChg chg="add del mod">
          <ac:chgData name="Nagotu Dilip Kumar" userId="e960ee6c-1011-46fd-ab26-7447e3dfc484" providerId="ADAL" clId="{C537D0E1-F004-4867-A19F-CB629E995C3F}" dt="2026-07-27T11:11:32.581" v="10" actId="6264"/>
          <ac:spMkLst>
            <pc:docMk/>
            <pc:sldMk cId="3133860186" sldId="2076137808"/>
            <ac:spMk id="8" creationId="{60EB7F5C-9403-F97E-49E9-446BDDCEE4A1}"/>
          </ac:spMkLst>
        </pc:spChg>
        <pc:spChg chg="mod">
          <ac:chgData name="Nagotu Dilip Kumar" userId="e960ee6c-1011-46fd-ab26-7447e3dfc484" providerId="ADAL" clId="{C537D0E1-F004-4867-A19F-CB629E995C3F}" dt="2026-07-27T11:11:04.124" v="6" actId="14100"/>
          <ac:spMkLst>
            <pc:docMk/>
            <pc:sldMk cId="3133860186" sldId="2076137808"/>
            <ac:spMk id="10" creationId="{9997D5E3-B511-957D-989F-E5B7FB54F0D7}"/>
          </ac:spMkLst>
        </pc:spChg>
        <pc:spChg chg="add mod">
          <ac:chgData name="Nagotu Dilip Kumar" userId="e960ee6c-1011-46fd-ab26-7447e3dfc484" providerId="ADAL" clId="{C537D0E1-F004-4867-A19F-CB629E995C3F}" dt="2026-07-27T11:27:17.894" v="156" actId="14100"/>
          <ac:spMkLst>
            <pc:docMk/>
            <pc:sldMk cId="3133860186" sldId="2076137808"/>
            <ac:spMk id="11" creationId="{C930C712-C5B3-75B5-C1BB-2831C85EC754}"/>
          </ac:spMkLst>
        </pc:spChg>
        <pc:spChg chg="mod">
          <ac:chgData name="Nagotu Dilip Kumar" userId="e960ee6c-1011-46fd-ab26-7447e3dfc484" providerId="ADAL" clId="{C537D0E1-F004-4867-A19F-CB629E995C3F}" dt="2026-07-27T11:12:02.599" v="14"/>
          <ac:spMkLst>
            <pc:docMk/>
            <pc:sldMk cId="3133860186" sldId="2076137808"/>
            <ac:spMk id="12" creationId="{49D99972-A906-CD89-8178-259114E9DA13}"/>
          </ac:spMkLst>
        </pc:spChg>
        <pc:spChg chg="del mod">
          <ac:chgData name="Nagotu Dilip Kumar" userId="e960ee6c-1011-46fd-ab26-7447e3dfc484" providerId="ADAL" clId="{C537D0E1-F004-4867-A19F-CB629E995C3F}" dt="2026-07-27T11:12:27.459" v="16" actId="478"/>
          <ac:spMkLst>
            <pc:docMk/>
            <pc:sldMk cId="3133860186" sldId="2076137808"/>
            <ac:spMk id="14" creationId="{AB9899AE-A76C-978A-CFDC-F4463F23B0CA}"/>
          </ac:spMkLst>
        </pc:spChg>
        <pc:spChg chg="add mod">
          <ac:chgData name="Nagotu Dilip Kumar" userId="e960ee6c-1011-46fd-ab26-7447e3dfc484" providerId="ADAL" clId="{C537D0E1-F004-4867-A19F-CB629E995C3F}" dt="2026-07-27T11:14:29.031" v="41" actId="1038"/>
          <ac:spMkLst>
            <pc:docMk/>
            <pc:sldMk cId="3133860186" sldId="2076137808"/>
            <ac:spMk id="15" creationId="{882E70AC-FB4C-5FD6-8737-A7C202F847A5}"/>
          </ac:spMkLst>
        </pc:spChg>
        <pc:spChg chg="del mod">
          <ac:chgData name="Nagotu Dilip Kumar" userId="e960ee6c-1011-46fd-ab26-7447e3dfc484" providerId="ADAL" clId="{C537D0E1-F004-4867-A19F-CB629E995C3F}" dt="2026-07-27T11:12:27.459" v="16" actId="478"/>
          <ac:spMkLst>
            <pc:docMk/>
            <pc:sldMk cId="3133860186" sldId="2076137808"/>
            <ac:spMk id="16" creationId="{2B2EA4D4-39AF-5D43-8CD4-261E9F9FF7DB}"/>
          </ac:spMkLst>
        </pc:spChg>
        <pc:spChg chg="del mod">
          <ac:chgData name="Nagotu Dilip Kumar" userId="e960ee6c-1011-46fd-ab26-7447e3dfc484" providerId="ADAL" clId="{C537D0E1-F004-4867-A19F-CB629E995C3F}" dt="2026-07-27T11:12:27.459" v="16" actId="478"/>
          <ac:spMkLst>
            <pc:docMk/>
            <pc:sldMk cId="3133860186" sldId="2076137808"/>
            <ac:spMk id="18" creationId="{588A4E77-DEE4-24A6-3E3E-2F695BACDFFC}"/>
          </ac:spMkLst>
        </pc:spChg>
        <pc:spChg chg="add mod">
          <ac:chgData name="Nagotu Dilip Kumar" userId="e960ee6c-1011-46fd-ab26-7447e3dfc484" providerId="ADAL" clId="{C537D0E1-F004-4867-A19F-CB629E995C3F}" dt="2026-07-27T11:27:40.574" v="163" actId="948"/>
          <ac:spMkLst>
            <pc:docMk/>
            <pc:sldMk cId="3133860186" sldId="2076137808"/>
            <ac:spMk id="19" creationId="{B4C0D13C-099F-169A-906B-D110351CE779}"/>
          </ac:spMkLst>
        </pc:spChg>
        <pc:spChg chg="del mod">
          <ac:chgData name="Nagotu Dilip Kumar" userId="e960ee6c-1011-46fd-ab26-7447e3dfc484" providerId="ADAL" clId="{C537D0E1-F004-4867-A19F-CB629E995C3F}" dt="2026-07-27T11:12:27.459" v="16" actId="478"/>
          <ac:spMkLst>
            <pc:docMk/>
            <pc:sldMk cId="3133860186" sldId="2076137808"/>
            <ac:spMk id="21" creationId="{CF44F360-FB1B-5386-9B86-3AAC110F7787}"/>
          </ac:spMkLst>
        </pc:spChg>
        <pc:spChg chg="del mod">
          <ac:chgData name="Nagotu Dilip Kumar" userId="e960ee6c-1011-46fd-ab26-7447e3dfc484" providerId="ADAL" clId="{C537D0E1-F004-4867-A19F-CB629E995C3F}" dt="2026-07-27T11:12:27.459" v="16" actId="478"/>
          <ac:spMkLst>
            <pc:docMk/>
            <pc:sldMk cId="3133860186" sldId="2076137808"/>
            <ac:spMk id="22" creationId="{BEDEC76C-185C-DEDC-B3B1-9C66AADBDCCA}"/>
          </ac:spMkLst>
        </pc:spChg>
        <pc:spChg chg="del mod">
          <ac:chgData name="Nagotu Dilip Kumar" userId="e960ee6c-1011-46fd-ab26-7447e3dfc484" providerId="ADAL" clId="{C537D0E1-F004-4867-A19F-CB629E995C3F}" dt="2026-07-27T11:12:27.459" v="16" actId="478"/>
          <ac:spMkLst>
            <pc:docMk/>
            <pc:sldMk cId="3133860186" sldId="2076137808"/>
            <ac:spMk id="23" creationId="{925DA302-6F88-5E0F-678C-0F3C4B826ED9}"/>
          </ac:spMkLst>
        </pc:spChg>
        <pc:spChg chg="add mod">
          <ac:chgData name="Nagotu Dilip Kumar" userId="e960ee6c-1011-46fd-ab26-7447e3dfc484" providerId="ADAL" clId="{C537D0E1-F004-4867-A19F-CB629E995C3F}" dt="2026-07-27T11:29:15.991" v="165" actId="1036"/>
          <ac:spMkLst>
            <pc:docMk/>
            <pc:sldMk cId="3133860186" sldId="2076137808"/>
            <ac:spMk id="24" creationId="{1C79A752-B3E8-1F10-E700-D551E9B48683}"/>
          </ac:spMkLst>
        </pc:spChg>
        <pc:spChg chg="mod">
          <ac:chgData name="Nagotu Dilip Kumar" userId="e960ee6c-1011-46fd-ab26-7447e3dfc484" providerId="ADAL" clId="{C537D0E1-F004-4867-A19F-CB629E995C3F}" dt="2026-07-27T11:27:17.894" v="156" actId="14100"/>
          <ac:spMkLst>
            <pc:docMk/>
            <pc:sldMk cId="3133860186" sldId="2076137808"/>
            <ac:spMk id="25" creationId="{E027CDE7-CE3D-3924-7492-A9B575CDD47C}"/>
          </ac:spMkLst>
        </pc:spChg>
        <pc:spChg chg="add mod">
          <ac:chgData name="Nagotu Dilip Kumar" userId="e960ee6c-1011-46fd-ab26-7447e3dfc484" providerId="ADAL" clId="{C537D0E1-F004-4867-A19F-CB629E995C3F}" dt="2026-07-27T11:29:22.878" v="169" actId="1036"/>
          <ac:spMkLst>
            <pc:docMk/>
            <pc:sldMk cId="3133860186" sldId="2076137808"/>
            <ac:spMk id="26" creationId="{6A6BEE15-8FDB-EE75-3E53-77456FF351B7}"/>
          </ac:spMkLst>
        </pc:spChg>
        <pc:spChg chg="add mod">
          <ac:chgData name="Nagotu Dilip Kumar" userId="e960ee6c-1011-46fd-ab26-7447e3dfc484" providerId="ADAL" clId="{C537D0E1-F004-4867-A19F-CB629E995C3F}" dt="2026-07-27T11:29:22.878" v="169" actId="1036"/>
          <ac:spMkLst>
            <pc:docMk/>
            <pc:sldMk cId="3133860186" sldId="2076137808"/>
            <ac:spMk id="28" creationId="{212176FF-6F84-983A-166E-A6B11C7BC392}"/>
          </ac:spMkLst>
        </pc:spChg>
        <pc:spChg chg="add mod">
          <ac:chgData name="Nagotu Dilip Kumar" userId="e960ee6c-1011-46fd-ab26-7447e3dfc484" providerId="ADAL" clId="{C537D0E1-F004-4867-A19F-CB629E995C3F}" dt="2026-07-27T11:29:22.878" v="169" actId="1036"/>
          <ac:spMkLst>
            <pc:docMk/>
            <pc:sldMk cId="3133860186" sldId="2076137808"/>
            <ac:spMk id="30" creationId="{C1BE08CC-7B3E-7590-9580-662D797E3068}"/>
          </ac:spMkLst>
        </pc:spChg>
        <pc:spChg chg="del mod">
          <ac:chgData name="Nagotu Dilip Kumar" userId="e960ee6c-1011-46fd-ab26-7447e3dfc484" providerId="ADAL" clId="{C537D0E1-F004-4867-A19F-CB629E995C3F}" dt="2026-07-27T11:12:31.540" v="17" actId="478"/>
          <ac:spMkLst>
            <pc:docMk/>
            <pc:sldMk cId="3133860186" sldId="2076137808"/>
            <ac:spMk id="33" creationId="{D7C1CC02-101B-AB44-5321-4DA7DD43E74C}"/>
          </ac:spMkLst>
        </pc:spChg>
        <pc:spChg chg="del mod">
          <ac:chgData name="Nagotu Dilip Kumar" userId="e960ee6c-1011-46fd-ab26-7447e3dfc484" providerId="ADAL" clId="{C537D0E1-F004-4867-A19F-CB629E995C3F}" dt="2026-07-27T11:12:31.540" v="17" actId="478"/>
          <ac:spMkLst>
            <pc:docMk/>
            <pc:sldMk cId="3133860186" sldId="2076137808"/>
            <ac:spMk id="34" creationId="{58CAFAAF-B357-734D-8688-6F18BBEBD695}"/>
          </ac:spMkLst>
        </pc:spChg>
        <pc:spChg chg="add mod">
          <ac:chgData name="Nagotu Dilip Kumar" userId="e960ee6c-1011-46fd-ab26-7447e3dfc484" providerId="ADAL" clId="{C537D0E1-F004-4867-A19F-CB629E995C3F}" dt="2026-07-27T11:29:22.878" v="169" actId="1036"/>
          <ac:spMkLst>
            <pc:docMk/>
            <pc:sldMk cId="3133860186" sldId="2076137808"/>
            <ac:spMk id="37" creationId="{E81FA697-5045-AD79-BA0E-05DF634959FC}"/>
          </ac:spMkLst>
        </pc:spChg>
        <pc:spChg chg="add mod">
          <ac:chgData name="Nagotu Dilip Kumar" userId="e960ee6c-1011-46fd-ab26-7447e3dfc484" providerId="ADAL" clId="{C537D0E1-F004-4867-A19F-CB629E995C3F}" dt="2026-07-27T11:29:22.878" v="169" actId="1036"/>
          <ac:spMkLst>
            <pc:docMk/>
            <pc:sldMk cId="3133860186" sldId="2076137808"/>
            <ac:spMk id="39" creationId="{2E651DEF-B757-8856-40E2-FF55A2EDECA8}"/>
          </ac:spMkLst>
        </pc:spChg>
        <pc:spChg chg="add mod">
          <ac:chgData name="Nagotu Dilip Kumar" userId="e960ee6c-1011-46fd-ab26-7447e3dfc484" providerId="ADAL" clId="{C537D0E1-F004-4867-A19F-CB629E995C3F}" dt="2026-07-27T11:29:22.878" v="169" actId="1036"/>
          <ac:spMkLst>
            <pc:docMk/>
            <pc:sldMk cId="3133860186" sldId="2076137808"/>
            <ac:spMk id="41" creationId="{FACF5B46-1E89-B4ED-4BBE-008219630DD8}"/>
          </ac:spMkLst>
        </pc:spChg>
        <pc:spChg chg="add mod">
          <ac:chgData name="Nagotu Dilip Kumar" userId="e960ee6c-1011-46fd-ab26-7447e3dfc484" providerId="ADAL" clId="{C537D0E1-F004-4867-A19F-CB629E995C3F}" dt="2026-07-27T11:29:22.878" v="169" actId="1036"/>
          <ac:spMkLst>
            <pc:docMk/>
            <pc:sldMk cId="3133860186" sldId="2076137808"/>
            <ac:spMk id="43" creationId="{BBD3624C-3036-F298-F55D-5A26E1BEFCEC}"/>
          </ac:spMkLst>
        </pc:spChg>
        <pc:spChg chg="add mod">
          <ac:chgData name="Nagotu Dilip Kumar" userId="e960ee6c-1011-46fd-ab26-7447e3dfc484" providerId="ADAL" clId="{C537D0E1-F004-4867-A19F-CB629E995C3F}" dt="2026-07-27T11:27:25.842" v="159" actId="1076"/>
          <ac:spMkLst>
            <pc:docMk/>
            <pc:sldMk cId="3133860186" sldId="2076137808"/>
            <ac:spMk id="45" creationId="{6CDF10E5-F95A-2A6D-B13A-0238D6DE5397}"/>
          </ac:spMkLst>
        </pc:spChg>
        <pc:spChg chg="add mod">
          <ac:chgData name="Nagotu Dilip Kumar" userId="e960ee6c-1011-46fd-ab26-7447e3dfc484" providerId="ADAL" clId="{C537D0E1-F004-4867-A19F-CB629E995C3F}" dt="2026-07-27T11:29:22.878" v="169" actId="1036"/>
          <ac:spMkLst>
            <pc:docMk/>
            <pc:sldMk cId="3133860186" sldId="2076137808"/>
            <ac:spMk id="47" creationId="{585A1374-39A6-0163-6ADC-E3CFADA5EF4E}"/>
          </ac:spMkLst>
        </pc:spChg>
        <pc:spChg chg="add mod">
          <ac:chgData name="Nagotu Dilip Kumar" userId="e960ee6c-1011-46fd-ab26-7447e3dfc484" providerId="ADAL" clId="{C537D0E1-F004-4867-A19F-CB629E995C3F}" dt="2026-07-27T11:29:22.878" v="169" actId="1036"/>
          <ac:spMkLst>
            <pc:docMk/>
            <pc:sldMk cId="3133860186" sldId="2076137808"/>
            <ac:spMk id="49" creationId="{C8C70617-AB2B-A943-76AE-BAEFA2F28E37}"/>
          </ac:spMkLst>
        </pc:spChg>
        <pc:spChg chg="add mod">
          <ac:chgData name="Nagotu Dilip Kumar" userId="e960ee6c-1011-46fd-ab26-7447e3dfc484" providerId="ADAL" clId="{C537D0E1-F004-4867-A19F-CB629E995C3F}" dt="2026-07-27T11:29:22.878" v="169" actId="1036"/>
          <ac:spMkLst>
            <pc:docMk/>
            <pc:sldMk cId="3133860186" sldId="2076137808"/>
            <ac:spMk id="51" creationId="{2240E2CE-9526-851F-63DC-DCBF9AB66648}"/>
          </ac:spMkLst>
        </pc:spChg>
        <pc:spChg chg="add mod">
          <ac:chgData name="Nagotu Dilip Kumar" userId="e960ee6c-1011-46fd-ab26-7447e3dfc484" providerId="ADAL" clId="{C537D0E1-F004-4867-A19F-CB629E995C3F}" dt="2026-07-27T11:27:13.168" v="155" actId="207"/>
          <ac:spMkLst>
            <pc:docMk/>
            <pc:sldMk cId="3133860186" sldId="2076137808"/>
            <ac:spMk id="61" creationId="{190D7012-77D5-1C79-3D97-76942CE72E17}"/>
          </ac:spMkLst>
        </pc:spChg>
        <pc:graphicFrameChg chg="del">
          <ac:chgData name="Nagotu Dilip Kumar" userId="e960ee6c-1011-46fd-ab26-7447e3dfc484" providerId="ADAL" clId="{C537D0E1-F004-4867-A19F-CB629E995C3F}" dt="2026-07-27T11:12:40.044" v="19" actId="478"/>
          <ac:graphicFrameMkLst>
            <pc:docMk/>
            <pc:sldMk cId="3133860186" sldId="2076137808"/>
            <ac:graphicFrameMk id="32" creationId="{C59B0D3C-18EE-45E2-2817-A9820818F9EC}"/>
          </ac:graphicFrameMkLst>
        </pc:graphicFrameChg>
        <pc:graphicFrameChg chg="del">
          <ac:chgData name="Nagotu Dilip Kumar" userId="e960ee6c-1011-46fd-ab26-7447e3dfc484" providerId="ADAL" clId="{C537D0E1-F004-4867-A19F-CB629E995C3F}" dt="2026-07-27T11:12:31.540" v="17" actId="478"/>
          <ac:graphicFrameMkLst>
            <pc:docMk/>
            <pc:sldMk cId="3133860186" sldId="2076137808"/>
            <ac:graphicFrameMk id="35" creationId="{C97B1B85-B19A-D88E-0E20-54B62DA3EACE}"/>
          </ac:graphicFrameMkLst>
        </pc:graphicFrameChg>
        <pc:graphicFrameChg chg="del mod">
          <ac:chgData name="Nagotu Dilip Kumar" userId="e960ee6c-1011-46fd-ab26-7447e3dfc484" providerId="ADAL" clId="{C537D0E1-F004-4867-A19F-CB629E995C3F}" dt="2026-07-27T11:12:31.540" v="17" actId="478"/>
          <ac:graphicFrameMkLst>
            <pc:docMk/>
            <pc:sldMk cId="3133860186" sldId="2076137808"/>
            <ac:graphicFrameMk id="36" creationId="{9BFA7774-69ED-B494-1EAA-6A88D7A80450}"/>
          </ac:graphicFrameMkLst>
        </pc:graphicFrameChg>
        <pc:cxnChg chg="add mod">
          <ac:chgData name="Nagotu Dilip Kumar" userId="e960ee6c-1011-46fd-ab26-7447e3dfc484" providerId="ADAL" clId="{C537D0E1-F004-4867-A19F-CB629E995C3F}" dt="2026-07-27T11:25:32.533" v="138" actId="1076"/>
          <ac:cxnSpMkLst>
            <pc:docMk/>
            <pc:sldMk cId="3133860186" sldId="2076137808"/>
            <ac:cxnSpMk id="53" creationId="{7D7AD9A5-9DE6-F711-4F70-FAE7744A9CFC}"/>
          </ac:cxnSpMkLst>
        </pc:cxnChg>
        <pc:cxnChg chg="add mod">
          <ac:chgData name="Nagotu Dilip Kumar" userId="e960ee6c-1011-46fd-ab26-7447e3dfc484" providerId="ADAL" clId="{C537D0E1-F004-4867-A19F-CB629E995C3F}" dt="2026-07-27T11:25:53.570" v="142" actId="14100"/>
          <ac:cxnSpMkLst>
            <pc:docMk/>
            <pc:sldMk cId="3133860186" sldId="2076137808"/>
            <ac:cxnSpMk id="55" creationId="{A51337B1-7B7F-DA81-408D-3B163A0A5365}"/>
          </ac:cxnSpMkLst>
        </pc:cxnChg>
        <pc:cxnChg chg="add mod">
          <ac:chgData name="Nagotu Dilip Kumar" userId="e960ee6c-1011-46fd-ab26-7447e3dfc484" providerId="ADAL" clId="{C537D0E1-F004-4867-A19F-CB629E995C3F}" dt="2026-07-27T11:25:44.447" v="140" actId="14100"/>
          <ac:cxnSpMkLst>
            <pc:docMk/>
            <pc:sldMk cId="3133860186" sldId="2076137808"/>
            <ac:cxnSpMk id="57" creationId="{C3557839-9DB5-968F-31E8-A193EF845C53}"/>
          </ac:cxnSpMkLst>
        </pc:cxnChg>
      </pc:sldChg>
      <pc:sldChg chg="new del">
        <pc:chgData name="Nagotu Dilip Kumar" userId="e960ee6c-1011-46fd-ab26-7447e3dfc484" providerId="ADAL" clId="{C537D0E1-F004-4867-A19F-CB629E995C3F}" dt="2026-07-27T11:11:34.951" v="11" actId="47"/>
        <pc:sldMkLst>
          <pc:docMk/>
          <pc:sldMk cId="759426340" sldId="2076137809"/>
        </pc:sldMkLst>
      </pc:sldChg>
      <pc:sldChg chg="addSp delSp modSp add mod modClrScheme chgLayout">
        <pc:chgData name="Nagotu Dilip Kumar" userId="e960ee6c-1011-46fd-ab26-7447e3dfc484" providerId="ADAL" clId="{C537D0E1-F004-4867-A19F-CB629E995C3F}" dt="2026-07-27T11:38:55.818" v="311" actId="14100"/>
        <pc:sldMkLst>
          <pc:docMk/>
          <pc:sldMk cId="594742698" sldId="2076137811"/>
        </pc:sldMkLst>
        <pc:spChg chg="mod ord">
          <ac:chgData name="Nagotu Dilip Kumar" userId="e960ee6c-1011-46fd-ab26-7447e3dfc484" providerId="ADAL" clId="{C537D0E1-F004-4867-A19F-CB629E995C3F}" dt="2026-07-27T11:30:41.337" v="178" actId="14100"/>
          <ac:spMkLst>
            <pc:docMk/>
            <pc:sldMk cId="594742698" sldId="2076137811"/>
            <ac:spMk id="2" creationId="{108595FF-91D4-2A20-178A-93D1274687BD}"/>
          </ac:spMkLst>
        </pc:spChg>
        <pc:spChg chg="mod ord">
          <ac:chgData name="Nagotu Dilip Kumar" userId="e960ee6c-1011-46fd-ab26-7447e3dfc484" providerId="ADAL" clId="{C537D0E1-F004-4867-A19F-CB629E995C3F}" dt="2026-07-27T11:30:01.601" v="171" actId="700"/>
          <ac:spMkLst>
            <pc:docMk/>
            <pc:sldMk cId="594742698" sldId="2076137811"/>
            <ac:spMk id="3" creationId="{0A87B378-0137-0E80-AA92-BD92B21813F0}"/>
          </ac:spMkLst>
        </pc:spChg>
        <pc:spChg chg="mod ord">
          <ac:chgData name="Nagotu Dilip Kumar" userId="e960ee6c-1011-46fd-ab26-7447e3dfc484" providerId="ADAL" clId="{C537D0E1-F004-4867-A19F-CB629E995C3F}" dt="2026-07-27T11:30:01.601" v="171" actId="700"/>
          <ac:spMkLst>
            <pc:docMk/>
            <pc:sldMk cId="594742698" sldId="2076137811"/>
            <ac:spMk id="4" creationId="{D0FF4748-4954-3A17-0C6E-C56599C608AD}"/>
          </ac:spMkLst>
        </pc:spChg>
        <pc:spChg chg="mod">
          <ac:chgData name="Nagotu Dilip Kumar" userId="e960ee6c-1011-46fd-ab26-7447e3dfc484" providerId="ADAL" clId="{C537D0E1-F004-4867-A19F-CB629E995C3F}" dt="2026-07-27T11:30:31.867" v="176" actId="14100"/>
          <ac:spMkLst>
            <pc:docMk/>
            <pc:sldMk cId="594742698" sldId="2076137811"/>
            <ac:spMk id="6" creationId="{612A2CF9-AE68-F20F-1261-737C55A7137E}"/>
          </ac:spMkLst>
        </pc:spChg>
        <pc:spChg chg="add mod">
          <ac:chgData name="Nagotu Dilip Kumar" userId="e960ee6c-1011-46fd-ab26-7447e3dfc484" providerId="ADAL" clId="{C537D0E1-F004-4867-A19F-CB629E995C3F}" dt="2026-07-27T11:38:55.818" v="311" actId="14100"/>
          <ac:spMkLst>
            <pc:docMk/>
            <pc:sldMk cId="594742698" sldId="2076137811"/>
            <ac:spMk id="7" creationId="{5BF8A27C-F5DA-0A22-499B-D96A24879058}"/>
          </ac:spMkLst>
        </pc:spChg>
        <pc:spChg chg="add mod">
          <ac:chgData name="Nagotu Dilip Kumar" userId="e960ee6c-1011-46fd-ab26-7447e3dfc484" providerId="ADAL" clId="{C537D0E1-F004-4867-A19F-CB629E995C3F}" dt="2026-07-27T11:32:31.761" v="214" actId="1076"/>
          <ac:spMkLst>
            <pc:docMk/>
            <pc:sldMk cId="594742698" sldId="2076137811"/>
            <ac:spMk id="9" creationId="{01179C2A-6D13-4804-D3D6-03B8B8F8F567}"/>
          </ac:spMkLst>
        </pc:spChg>
        <pc:spChg chg="mod">
          <ac:chgData name="Nagotu Dilip Kumar" userId="e960ee6c-1011-46fd-ab26-7447e3dfc484" providerId="ADAL" clId="{C537D0E1-F004-4867-A19F-CB629E995C3F}" dt="2026-07-27T11:30:27.443" v="175" actId="20577"/>
          <ac:spMkLst>
            <pc:docMk/>
            <pc:sldMk cId="594742698" sldId="2076137811"/>
            <ac:spMk id="10" creationId="{C6D8FC1C-1B6D-56F5-D50B-0096E16F2B86}"/>
          </ac:spMkLst>
        </pc:spChg>
        <pc:spChg chg="del">
          <ac:chgData name="Nagotu Dilip Kumar" userId="e960ee6c-1011-46fd-ab26-7447e3dfc484" providerId="ADAL" clId="{C537D0E1-F004-4867-A19F-CB629E995C3F}" dt="2026-07-27T11:31:00.410" v="182" actId="478"/>
          <ac:spMkLst>
            <pc:docMk/>
            <pc:sldMk cId="594742698" sldId="2076137811"/>
            <ac:spMk id="11" creationId="{7B62DC6B-277C-C32E-AB6B-22F98BE44049}"/>
          </ac:spMkLst>
        </pc:spChg>
        <pc:spChg chg="mod">
          <ac:chgData name="Nagotu Dilip Kumar" userId="e960ee6c-1011-46fd-ab26-7447e3dfc484" providerId="ADAL" clId="{C537D0E1-F004-4867-A19F-CB629E995C3F}" dt="2026-07-27T11:30:49.785" v="180" actId="1076"/>
          <ac:spMkLst>
            <pc:docMk/>
            <pc:sldMk cId="594742698" sldId="2076137811"/>
            <ac:spMk id="12" creationId="{73141CD8-2EED-04C8-8F26-FD0C39CA431E}"/>
          </ac:spMkLst>
        </pc:spChg>
        <pc:spChg chg="add mod">
          <ac:chgData name="Nagotu Dilip Kumar" userId="e960ee6c-1011-46fd-ab26-7447e3dfc484" providerId="ADAL" clId="{C537D0E1-F004-4867-A19F-CB629E995C3F}" dt="2026-07-27T11:36:40.267" v="275" actId="113"/>
          <ac:spMkLst>
            <pc:docMk/>
            <pc:sldMk cId="594742698" sldId="2076137811"/>
            <ac:spMk id="13" creationId="{12F4CA07-D09B-01A3-839C-8F63CA08EB0A}"/>
          </ac:spMkLst>
        </pc:spChg>
        <pc:spChg chg="del">
          <ac:chgData name="Nagotu Dilip Kumar" userId="e960ee6c-1011-46fd-ab26-7447e3dfc484" providerId="ADAL" clId="{C537D0E1-F004-4867-A19F-CB629E995C3F}" dt="2026-07-27T11:31:00.410" v="182" actId="478"/>
          <ac:spMkLst>
            <pc:docMk/>
            <pc:sldMk cId="594742698" sldId="2076137811"/>
            <ac:spMk id="15" creationId="{BC4B2565-D788-165A-A68F-43D66344AE96}"/>
          </ac:spMkLst>
        </pc:spChg>
        <pc:spChg chg="add mod">
          <ac:chgData name="Nagotu Dilip Kumar" userId="e960ee6c-1011-46fd-ab26-7447e3dfc484" providerId="ADAL" clId="{C537D0E1-F004-4867-A19F-CB629E995C3F}" dt="2026-07-27T11:37:52.931" v="294"/>
          <ac:spMkLst>
            <pc:docMk/>
            <pc:sldMk cId="594742698" sldId="2076137811"/>
            <ac:spMk id="16" creationId="{A6F1DDF5-E73F-26F6-416F-7D5040EA8945}"/>
          </ac:spMkLst>
        </pc:spChg>
        <pc:spChg chg="add mod">
          <ac:chgData name="Nagotu Dilip Kumar" userId="e960ee6c-1011-46fd-ab26-7447e3dfc484" providerId="ADAL" clId="{C537D0E1-F004-4867-A19F-CB629E995C3F}" dt="2026-07-27T11:38:08.965" v="300" actId="207"/>
          <ac:spMkLst>
            <pc:docMk/>
            <pc:sldMk cId="594742698" sldId="2076137811"/>
            <ac:spMk id="18" creationId="{753EA707-887E-AF85-1BBD-B45D6A1116DF}"/>
          </ac:spMkLst>
        </pc:spChg>
        <pc:spChg chg="del">
          <ac:chgData name="Nagotu Dilip Kumar" userId="e960ee6c-1011-46fd-ab26-7447e3dfc484" providerId="ADAL" clId="{C537D0E1-F004-4867-A19F-CB629E995C3F}" dt="2026-07-27T11:31:00.410" v="182" actId="478"/>
          <ac:spMkLst>
            <pc:docMk/>
            <pc:sldMk cId="594742698" sldId="2076137811"/>
            <ac:spMk id="19" creationId="{6F1BA849-14A3-E58A-41EC-80AE336C5D0C}"/>
          </ac:spMkLst>
        </pc:spChg>
        <pc:spChg chg="add mod">
          <ac:chgData name="Nagotu Dilip Kumar" userId="e960ee6c-1011-46fd-ab26-7447e3dfc484" providerId="ADAL" clId="{C537D0E1-F004-4867-A19F-CB629E995C3F}" dt="2026-07-27T11:38:22.433" v="305"/>
          <ac:spMkLst>
            <pc:docMk/>
            <pc:sldMk cId="594742698" sldId="2076137811"/>
            <ac:spMk id="21" creationId="{DA9BBC2A-E9C1-AFE4-53E0-39C517AD31AA}"/>
          </ac:spMkLst>
        </pc:spChg>
        <pc:spChg chg="add mod">
          <ac:chgData name="Nagotu Dilip Kumar" userId="e960ee6c-1011-46fd-ab26-7447e3dfc484" providerId="ADAL" clId="{C537D0E1-F004-4867-A19F-CB629E995C3F}" dt="2026-07-27T11:38:41.718" v="307"/>
          <ac:spMkLst>
            <pc:docMk/>
            <pc:sldMk cId="594742698" sldId="2076137811"/>
            <ac:spMk id="23" creationId="{6E3D12C4-9D89-02CB-2963-FDB831A6BDFF}"/>
          </ac:spMkLst>
        </pc:spChg>
        <pc:spChg chg="del">
          <ac:chgData name="Nagotu Dilip Kumar" userId="e960ee6c-1011-46fd-ab26-7447e3dfc484" providerId="ADAL" clId="{C537D0E1-F004-4867-A19F-CB629E995C3F}" dt="2026-07-27T11:31:02.347" v="183" actId="478"/>
          <ac:spMkLst>
            <pc:docMk/>
            <pc:sldMk cId="594742698" sldId="2076137811"/>
            <ac:spMk id="24" creationId="{0DEF54A3-1347-3BB8-B5AC-231619F2C447}"/>
          </ac:spMkLst>
        </pc:spChg>
        <pc:spChg chg="mod">
          <ac:chgData name="Nagotu Dilip Kumar" userId="e960ee6c-1011-46fd-ab26-7447e3dfc484" providerId="ADAL" clId="{C537D0E1-F004-4867-A19F-CB629E995C3F}" dt="2026-07-27T11:36:57.427" v="279"/>
          <ac:spMkLst>
            <pc:docMk/>
            <pc:sldMk cId="594742698" sldId="2076137811"/>
            <ac:spMk id="25" creationId="{ED8906FD-AAF9-23FA-BF03-C0DD97DB728A}"/>
          </ac:spMkLst>
        </pc:spChg>
        <pc:spChg chg="del">
          <ac:chgData name="Nagotu Dilip Kumar" userId="e960ee6c-1011-46fd-ab26-7447e3dfc484" providerId="ADAL" clId="{C537D0E1-F004-4867-A19F-CB629E995C3F}" dt="2026-07-27T11:31:05.715" v="185" actId="478"/>
          <ac:spMkLst>
            <pc:docMk/>
            <pc:sldMk cId="594742698" sldId="2076137811"/>
            <ac:spMk id="26" creationId="{705095DE-03ED-D8D5-F18D-5D6614D38B1C}"/>
          </ac:spMkLst>
        </pc:spChg>
        <pc:spChg chg="del">
          <ac:chgData name="Nagotu Dilip Kumar" userId="e960ee6c-1011-46fd-ab26-7447e3dfc484" providerId="ADAL" clId="{C537D0E1-F004-4867-A19F-CB629E995C3F}" dt="2026-07-27T11:31:04.549" v="184" actId="478"/>
          <ac:spMkLst>
            <pc:docMk/>
            <pc:sldMk cId="594742698" sldId="2076137811"/>
            <ac:spMk id="28" creationId="{4CDB445E-1DC8-B103-DEF1-5552AD4EABD1}"/>
          </ac:spMkLst>
        </pc:spChg>
        <pc:spChg chg="add mod">
          <ac:chgData name="Nagotu Dilip Kumar" userId="e960ee6c-1011-46fd-ab26-7447e3dfc484" providerId="ADAL" clId="{C537D0E1-F004-4867-A19F-CB629E995C3F}" dt="2026-07-27T11:34:55.919" v="243" actId="1076"/>
          <ac:spMkLst>
            <pc:docMk/>
            <pc:sldMk cId="594742698" sldId="2076137811"/>
            <ac:spMk id="29" creationId="{D415E506-2525-5FC9-AA2A-7009A87D4C0A}"/>
          </ac:spMkLst>
        </pc:spChg>
        <pc:spChg chg="del">
          <ac:chgData name="Nagotu Dilip Kumar" userId="e960ee6c-1011-46fd-ab26-7447e3dfc484" providerId="ADAL" clId="{C537D0E1-F004-4867-A19F-CB629E995C3F}" dt="2026-07-27T11:31:04.549" v="184" actId="478"/>
          <ac:spMkLst>
            <pc:docMk/>
            <pc:sldMk cId="594742698" sldId="2076137811"/>
            <ac:spMk id="30" creationId="{B226DAB0-42DD-CA86-40F4-7B7B768C12BF}"/>
          </ac:spMkLst>
        </pc:spChg>
        <pc:spChg chg="del">
          <ac:chgData name="Nagotu Dilip Kumar" userId="e960ee6c-1011-46fd-ab26-7447e3dfc484" providerId="ADAL" clId="{C537D0E1-F004-4867-A19F-CB629E995C3F}" dt="2026-07-27T11:31:04.549" v="184" actId="478"/>
          <ac:spMkLst>
            <pc:docMk/>
            <pc:sldMk cId="594742698" sldId="2076137811"/>
            <ac:spMk id="37" creationId="{42E29998-97AC-3231-F82C-6763CAA3305B}"/>
          </ac:spMkLst>
        </pc:spChg>
        <pc:spChg chg="del">
          <ac:chgData name="Nagotu Dilip Kumar" userId="e960ee6c-1011-46fd-ab26-7447e3dfc484" providerId="ADAL" clId="{C537D0E1-F004-4867-A19F-CB629E995C3F}" dt="2026-07-27T11:31:04.549" v="184" actId="478"/>
          <ac:spMkLst>
            <pc:docMk/>
            <pc:sldMk cId="594742698" sldId="2076137811"/>
            <ac:spMk id="39" creationId="{CAF7B316-9FFD-9EE1-2900-DE34EC365A2A}"/>
          </ac:spMkLst>
        </pc:spChg>
        <pc:spChg chg="del">
          <ac:chgData name="Nagotu Dilip Kumar" userId="e960ee6c-1011-46fd-ab26-7447e3dfc484" providerId="ADAL" clId="{C537D0E1-F004-4867-A19F-CB629E995C3F}" dt="2026-07-27T11:31:04.549" v="184" actId="478"/>
          <ac:spMkLst>
            <pc:docMk/>
            <pc:sldMk cId="594742698" sldId="2076137811"/>
            <ac:spMk id="41" creationId="{976B984A-789F-9795-7C2A-FF97E54E946A}"/>
          </ac:spMkLst>
        </pc:spChg>
        <pc:spChg chg="del">
          <ac:chgData name="Nagotu Dilip Kumar" userId="e960ee6c-1011-46fd-ab26-7447e3dfc484" providerId="ADAL" clId="{C537D0E1-F004-4867-A19F-CB629E995C3F}" dt="2026-07-27T11:31:04.549" v="184" actId="478"/>
          <ac:spMkLst>
            <pc:docMk/>
            <pc:sldMk cId="594742698" sldId="2076137811"/>
            <ac:spMk id="43" creationId="{AAD7877F-565F-6D0F-7EBD-DDC3C4D7276B}"/>
          </ac:spMkLst>
        </pc:spChg>
        <pc:spChg chg="del">
          <ac:chgData name="Nagotu Dilip Kumar" userId="e960ee6c-1011-46fd-ab26-7447e3dfc484" providerId="ADAL" clId="{C537D0E1-F004-4867-A19F-CB629E995C3F}" dt="2026-07-27T11:31:04.549" v="184" actId="478"/>
          <ac:spMkLst>
            <pc:docMk/>
            <pc:sldMk cId="594742698" sldId="2076137811"/>
            <ac:spMk id="45" creationId="{6AAF19D6-23A3-C34F-9D38-268B71721DEE}"/>
          </ac:spMkLst>
        </pc:spChg>
        <pc:spChg chg="del">
          <ac:chgData name="Nagotu Dilip Kumar" userId="e960ee6c-1011-46fd-ab26-7447e3dfc484" providerId="ADAL" clId="{C537D0E1-F004-4867-A19F-CB629E995C3F}" dt="2026-07-27T11:31:04.549" v="184" actId="478"/>
          <ac:spMkLst>
            <pc:docMk/>
            <pc:sldMk cId="594742698" sldId="2076137811"/>
            <ac:spMk id="47" creationId="{797F9412-A626-B70C-BCF4-5F2EAA490E00}"/>
          </ac:spMkLst>
        </pc:spChg>
        <pc:spChg chg="del">
          <ac:chgData name="Nagotu Dilip Kumar" userId="e960ee6c-1011-46fd-ab26-7447e3dfc484" providerId="ADAL" clId="{C537D0E1-F004-4867-A19F-CB629E995C3F}" dt="2026-07-27T11:31:04.549" v="184" actId="478"/>
          <ac:spMkLst>
            <pc:docMk/>
            <pc:sldMk cId="594742698" sldId="2076137811"/>
            <ac:spMk id="49" creationId="{BC29E300-A83F-4A1A-1847-3FFE7E766887}"/>
          </ac:spMkLst>
        </pc:spChg>
        <pc:spChg chg="del">
          <ac:chgData name="Nagotu Dilip Kumar" userId="e960ee6c-1011-46fd-ab26-7447e3dfc484" providerId="ADAL" clId="{C537D0E1-F004-4867-A19F-CB629E995C3F}" dt="2026-07-27T11:31:04.549" v="184" actId="478"/>
          <ac:spMkLst>
            <pc:docMk/>
            <pc:sldMk cId="594742698" sldId="2076137811"/>
            <ac:spMk id="51" creationId="{EEAFBE1E-23A0-002B-E8C0-8C4AC09F0ECB}"/>
          </ac:spMkLst>
        </pc:spChg>
        <pc:spChg chg="del">
          <ac:chgData name="Nagotu Dilip Kumar" userId="e960ee6c-1011-46fd-ab26-7447e3dfc484" providerId="ADAL" clId="{C537D0E1-F004-4867-A19F-CB629E995C3F}" dt="2026-07-27T11:30:58.224" v="181" actId="478"/>
          <ac:spMkLst>
            <pc:docMk/>
            <pc:sldMk cId="594742698" sldId="2076137811"/>
            <ac:spMk id="61" creationId="{DDB80F4C-6563-8C56-3C2E-B450CC0B4FA3}"/>
          </ac:spMkLst>
        </pc:spChg>
        <pc:cxnChg chg="add mod">
          <ac:chgData name="Nagotu Dilip Kumar" userId="e960ee6c-1011-46fd-ab26-7447e3dfc484" providerId="ADAL" clId="{C537D0E1-F004-4867-A19F-CB629E995C3F}" dt="2026-07-27T11:34:53.231" v="242" actId="1582"/>
          <ac:cxnSpMkLst>
            <pc:docMk/>
            <pc:sldMk cId="594742698" sldId="2076137811"/>
            <ac:cxnSpMk id="32" creationId="{4C27E996-A9AA-458A-2E3F-BDBF04E385E2}"/>
          </ac:cxnSpMkLst>
        </pc:cxnChg>
        <pc:cxnChg chg="add mod">
          <ac:chgData name="Nagotu Dilip Kumar" userId="e960ee6c-1011-46fd-ab26-7447e3dfc484" providerId="ADAL" clId="{C537D0E1-F004-4867-A19F-CB629E995C3F}" dt="2026-07-27T11:35:37.621" v="260" actId="12789"/>
          <ac:cxnSpMkLst>
            <pc:docMk/>
            <pc:sldMk cId="594742698" sldId="2076137811"/>
            <ac:cxnSpMk id="34" creationId="{91299D08-C6A1-1F55-0DCD-FDCAE360E075}"/>
          </ac:cxnSpMkLst>
        </pc:cxnChg>
        <pc:cxnChg chg="add mod">
          <ac:chgData name="Nagotu Dilip Kumar" userId="e960ee6c-1011-46fd-ab26-7447e3dfc484" providerId="ADAL" clId="{C537D0E1-F004-4867-A19F-CB629E995C3F}" dt="2026-07-27T11:35:37.621" v="260" actId="12789"/>
          <ac:cxnSpMkLst>
            <pc:docMk/>
            <pc:sldMk cId="594742698" sldId="2076137811"/>
            <ac:cxnSpMk id="35" creationId="{32B00964-A68E-E3B4-404F-647A13D9770A}"/>
          </ac:cxnSpMkLst>
        </pc:cxnChg>
        <pc:cxnChg chg="add mod">
          <ac:chgData name="Nagotu Dilip Kumar" userId="e960ee6c-1011-46fd-ab26-7447e3dfc484" providerId="ADAL" clId="{C537D0E1-F004-4867-A19F-CB629E995C3F}" dt="2026-07-27T11:35:37.621" v="260" actId="12789"/>
          <ac:cxnSpMkLst>
            <pc:docMk/>
            <pc:sldMk cId="594742698" sldId="2076137811"/>
            <ac:cxnSpMk id="40" creationId="{08408DB9-B45E-0667-1AC2-7D4FA363DE7C}"/>
          </ac:cxnSpMkLst>
        </pc:cxnChg>
        <pc:cxnChg chg="add del mod">
          <ac:chgData name="Nagotu Dilip Kumar" userId="e960ee6c-1011-46fd-ab26-7447e3dfc484" providerId="ADAL" clId="{C537D0E1-F004-4867-A19F-CB629E995C3F}" dt="2026-07-27T11:38:47.429" v="308" actId="478"/>
          <ac:cxnSpMkLst>
            <pc:docMk/>
            <pc:sldMk cId="594742698" sldId="2076137811"/>
            <ac:cxnSpMk id="46" creationId="{EBDACDB8-8546-94F2-F322-37CCB9A3E003}"/>
          </ac:cxnSpMkLst>
        </pc:cxnChg>
      </pc:sldChg>
      <pc:sldChg chg="addSp delSp modSp add mod modClrScheme chgLayout">
        <pc:chgData name="Nagotu Dilip Kumar" userId="e960ee6c-1011-46fd-ab26-7447e3dfc484" providerId="ADAL" clId="{C537D0E1-F004-4867-A19F-CB629E995C3F}" dt="2026-07-27T11:43:02.689" v="381" actId="113"/>
        <pc:sldMkLst>
          <pc:docMk/>
          <pc:sldMk cId="1495933921" sldId="2076137812"/>
        </pc:sldMkLst>
        <pc:spChg chg="mod ord">
          <ac:chgData name="Nagotu Dilip Kumar" userId="e960ee6c-1011-46fd-ab26-7447e3dfc484" providerId="ADAL" clId="{C537D0E1-F004-4867-A19F-CB629E995C3F}" dt="2026-07-27T11:40:05.016" v="318" actId="700"/>
          <ac:spMkLst>
            <pc:docMk/>
            <pc:sldMk cId="1495933921" sldId="2076137812"/>
            <ac:spMk id="2" creationId="{FEBDA27E-C3C1-0E75-E7E1-DD985831588C}"/>
          </ac:spMkLst>
        </pc:spChg>
        <pc:spChg chg="mod ord">
          <ac:chgData name="Nagotu Dilip Kumar" userId="e960ee6c-1011-46fd-ab26-7447e3dfc484" providerId="ADAL" clId="{C537D0E1-F004-4867-A19F-CB629E995C3F}" dt="2026-07-27T11:40:05.016" v="318" actId="700"/>
          <ac:spMkLst>
            <pc:docMk/>
            <pc:sldMk cId="1495933921" sldId="2076137812"/>
            <ac:spMk id="3" creationId="{E09B6404-9C70-91F3-BFB2-B553A04376A0}"/>
          </ac:spMkLst>
        </pc:spChg>
        <pc:spChg chg="mod ord">
          <ac:chgData name="Nagotu Dilip Kumar" userId="e960ee6c-1011-46fd-ab26-7447e3dfc484" providerId="ADAL" clId="{C537D0E1-F004-4867-A19F-CB629E995C3F}" dt="2026-07-27T11:40:05.016" v="318" actId="700"/>
          <ac:spMkLst>
            <pc:docMk/>
            <pc:sldMk cId="1495933921" sldId="2076137812"/>
            <ac:spMk id="4" creationId="{25D5D1BD-1CCD-AF0C-D3CF-DCAD1B7C0094}"/>
          </ac:spMkLst>
        </pc:spChg>
        <pc:spChg chg="mod">
          <ac:chgData name="Nagotu Dilip Kumar" userId="e960ee6c-1011-46fd-ab26-7447e3dfc484" providerId="ADAL" clId="{C537D0E1-F004-4867-A19F-CB629E995C3F}" dt="2026-07-27T11:39:44.178" v="315" actId="14100"/>
          <ac:spMkLst>
            <pc:docMk/>
            <pc:sldMk cId="1495933921" sldId="2076137812"/>
            <ac:spMk id="6" creationId="{294102C5-81BC-C458-8F64-6146C694587C}"/>
          </ac:spMkLst>
        </pc:spChg>
        <pc:spChg chg="del">
          <ac:chgData name="Nagotu Dilip Kumar" userId="e960ee6c-1011-46fd-ab26-7447e3dfc484" providerId="ADAL" clId="{C537D0E1-F004-4867-A19F-CB629E995C3F}" dt="2026-07-27T11:40:10.173" v="319" actId="478"/>
          <ac:spMkLst>
            <pc:docMk/>
            <pc:sldMk cId="1495933921" sldId="2076137812"/>
            <ac:spMk id="7" creationId="{1770F3AB-ADC5-D077-2D82-D551DB7DB8DC}"/>
          </ac:spMkLst>
        </pc:spChg>
        <pc:spChg chg="add mod">
          <ac:chgData name="Nagotu Dilip Kumar" userId="e960ee6c-1011-46fd-ab26-7447e3dfc484" providerId="ADAL" clId="{C537D0E1-F004-4867-A19F-CB629E995C3F}" dt="2026-07-27T11:42:34.823" v="364" actId="14100"/>
          <ac:spMkLst>
            <pc:docMk/>
            <pc:sldMk cId="1495933921" sldId="2076137812"/>
            <ac:spMk id="8" creationId="{2F52F1D4-89B9-9D12-3551-D6B90E0228CD}"/>
          </ac:spMkLst>
        </pc:spChg>
        <pc:spChg chg="del">
          <ac:chgData name="Nagotu Dilip Kumar" userId="e960ee6c-1011-46fd-ab26-7447e3dfc484" providerId="ADAL" clId="{C537D0E1-F004-4867-A19F-CB629E995C3F}" dt="2026-07-27T11:40:10.173" v="319" actId="478"/>
          <ac:spMkLst>
            <pc:docMk/>
            <pc:sldMk cId="1495933921" sldId="2076137812"/>
            <ac:spMk id="9" creationId="{A6B0338A-7C0F-3807-F5D0-BA2E5EB5AA88}"/>
          </ac:spMkLst>
        </pc:spChg>
        <pc:spChg chg="mod">
          <ac:chgData name="Nagotu Dilip Kumar" userId="e960ee6c-1011-46fd-ab26-7447e3dfc484" providerId="ADAL" clId="{C537D0E1-F004-4867-A19F-CB629E995C3F}" dt="2026-07-27T11:39:37.952" v="314" actId="14100"/>
          <ac:spMkLst>
            <pc:docMk/>
            <pc:sldMk cId="1495933921" sldId="2076137812"/>
            <ac:spMk id="10" creationId="{A068F6E0-930F-0D3D-64AF-8ECEAC95D76D}"/>
          </ac:spMkLst>
        </pc:spChg>
        <pc:spChg chg="mod">
          <ac:chgData name="Nagotu Dilip Kumar" userId="e960ee6c-1011-46fd-ab26-7447e3dfc484" providerId="ADAL" clId="{C537D0E1-F004-4867-A19F-CB629E995C3F}" dt="2026-07-27T11:40:36.498" v="322" actId="1076"/>
          <ac:spMkLst>
            <pc:docMk/>
            <pc:sldMk cId="1495933921" sldId="2076137812"/>
            <ac:spMk id="12" creationId="{D75149EA-9EA7-8EF3-6D97-FB5FDC91B57F}"/>
          </ac:spMkLst>
        </pc:spChg>
        <pc:spChg chg="del">
          <ac:chgData name="Nagotu Dilip Kumar" userId="e960ee6c-1011-46fd-ab26-7447e3dfc484" providerId="ADAL" clId="{C537D0E1-F004-4867-A19F-CB629E995C3F}" dt="2026-07-27T11:40:10.173" v="319" actId="478"/>
          <ac:spMkLst>
            <pc:docMk/>
            <pc:sldMk cId="1495933921" sldId="2076137812"/>
            <ac:spMk id="13" creationId="{E12DB490-E541-2023-45DD-681473858320}"/>
          </ac:spMkLst>
        </pc:spChg>
        <pc:spChg chg="add mod">
          <ac:chgData name="Nagotu Dilip Kumar" userId="e960ee6c-1011-46fd-ab26-7447e3dfc484" providerId="ADAL" clId="{C537D0E1-F004-4867-A19F-CB629E995C3F}" dt="2026-07-27T11:42:34.823" v="364" actId="14100"/>
          <ac:spMkLst>
            <pc:docMk/>
            <pc:sldMk cId="1495933921" sldId="2076137812"/>
            <ac:spMk id="14" creationId="{44F1C1CC-AE06-842A-7765-7BC4485D85A9}"/>
          </ac:spMkLst>
        </pc:spChg>
        <pc:spChg chg="del">
          <ac:chgData name="Nagotu Dilip Kumar" userId="e960ee6c-1011-46fd-ab26-7447e3dfc484" providerId="ADAL" clId="{C537D0E1-F004-4867-A19F-CB629E995C3F}" dt="2026-07-27T11:40:10.173" v="319" actId="478"/>
          <ac:spMkLst>
            <pc:docMk/>
            <pc:sldMk cId="1495933921" sldId="2076137812"/>
            <ac:spMk id="16" creationId="{795BFC5A-CB13-2DB9-2B3E-B7CCE32BEA04}"/>
          </ac:spMkLst>
        </pc:spChg>
        <pc:spChg chg="add mod">
          <ac:chgData name="Nagotu Dilip Kumar" userId="e960ee6c-1011-46fd-ab26-7447e3dfc484" providerId="ADAL" clId="{C537D0E1-F004-4867-A19F-CB629E995C3F}" dt="2026-07-27T11:42:40.032" v="376" actId="1035"/>
          <ac:spMkLst>
            <pc:docMk/>
            <pc:sldMk cId="1495933921" sldId="2076137812"/>
            <ac:spMk id="17" creationId="{657623F0-9328-68C3-47FB-D695B6D33E0A}"/>
          </ac:spMkLst>
        </pc:spChg>
        <pc:spChg chg="del">
          <ac:chgData name="Nagotu Dilip Kumar" userId="e960ee6c-1011-46fd-ab26-7447e3dfc484" providerId="ADAL" clId="{C537D0E1-F004-4867-A19F-CB629E995C3F}" dt="2026-07-27T11:40:10.173" v="319" actId="478"/>
          <ac:spMkLst>
            <pc:docMk/>
            <pc:sldMk cId="1495933921" sldId="2076137812"/>
            <ac:spMk id="18" creationId="{746F3F62-192A-5147-D104-3CD8670D2BE9}"/>
          </ac:spMkLst>
        </pc:spChg>
        <pc:spChg chg="add mod">
          <ac:chgData name="Nagotu Dilip Kumar" userId="e960ee6c-1011-46fd-ab26-7447e3dfc484" providerId="ADAL" clId="{C537D0E1-F004-4867-A19F-CB629E995C3F}" dt="2026-07-27T11:42:40.032" v="376" actId="1035"/>
          <ac:spMkLst>
            <pc:docMk/>
            <pc:sldMk cId="1495933921" sldId="2076137812"/>
            <ac:spMk id="20" creationId="{C9940927-AE03-88A0-0BF0-3A59DB025C37}"/>
          </ac:spMkLst>
        </pc:spChg>
        <pc:spChg chg="del">
          <ac:chgData name="Nagotu Dilip Kumar" userId="e960ee6c-1011-46fd-ab26-7447e3dfc484" providerId="ADAL" clId="{C537D0E1-F004-4867-A19F-CB629E995C3F}" dt="2026-07-27T11:40:10.173" v="319" actId="478"/>
          <ac:spMkLst>
            <pc:docMk/>
            <pc:sldMk cId="1495933921" sldId="2076137812"/>
            <ac:spMk id="21" creationId="{585D9482-99A4-549A-5B76-959F294BF1A6}"/>
          </ac:spMkLst>
        </pc:spChg>
        <pc:spChg chg="del">
          <ac:chgData name="Nagotu Dilip Kumar" userId="e960ee6c-1011-46fd-ab26-7447e3dfc484" providerId="ADAL" clId="{C537D0E1-F004-4867-A19F-CB629E995C3F}" dt="2026-07-27T11:40:10.173" v="319" actId="478"/>
          <ac:spMkLst>
            <pc:docMk/>
            <pc:sldMk cId="1495933921" sldId="2076137812"/>
            <ac:spMk id="23" creationId="{D423ED1D-6FDC-0B94-5566-49A0FC649A87}"/>
          </ac:spMkLst>
        </pc:spChg>
        <pc:spChg chg="add mod">
          <ac:chgData name="Nagotu Dilip Kumar" userId="e960ee6c-1011-46fd-ab26-7447e3dfc484" providerId="ADAL" clId="{C537D0E1-F004-4867-A19F-CB629E995C3F}" dt="2026-07-27T11:42:40.032" v="376" actId="1035"/>
          <ac:spMkLst>
            <pc:docMk/>
            <pc:sldMk cId="1495933921" sldId="2076137812"/>
            <ac:spMk id="24" creationId="{3EEB8EA1-03B0-F959-D910-BC04763803B5}"/>
          </ac:spMkLst>
        </pc:spChg>
        <pc:spChg chg="del">
          <ac:chgData name="Nagotu Dilip Kumar" userId="e960ee6c-1011-46fd-ab26-7447e3dfc484" providerId="ADAL" clId="{C537D0E1-F004-4867-A19F-CB629E995C3F}" dt="2026-07-27T11:40:10.173" v="319" actId="478"/>
          <ac:spMkLst>
            <pc:docMk/>
            <pc:sldMk cId="1495933921" sldId="2076137812"/>
            <ac:spMk id="25" creationId="{F9B562D3-F0FC-4477-137B-7C0D384A46D7}"/>
          </ac:spMkLst>
        </pc:spChg>
        <pc:spChg chg="add mod">
          <ac:chgData name="Nagotu Dilip Kumar" userId="e960ee6c-1011-46fd-ab26-7447e3dfc484" providerId="ADAL" clId="{C537D0E1-F004-4867-A19F-CB629E995C3F}" dt="2026-07-27T11:42:40.032" v="376" actId="1035"/>
          <ac:spMkLst>
            <pc:docMk/>
            <pc:sldMk cId="1495933921" sldId="2076137812"/>
            <ac:spMk id="27" creationId="{FA8C951B-6C43-DB36-DD40-8DDBC816D91F}"/>
          </ac:spMkLst>
        </pc:spChg>
        <pc:spChg chg="del">
          <ac:chgData name="Nagotu Dilip Kumar" userId="e960ee6c-1011-46fd-ab26-7447e3dfc484" providerId="ADAL" clId="{C537D0E1-F004-4867-A19F-CB629E995C3F}" dt="2026-07-27T11:40:10.173" v="319" actId="478"/>
          <ac:spMkLst>
            <pc:docMk/>
            <pc:sldMk cId="1495933921" sldId="2076137812"/>
            <ac:spMk id="29" creationId="{1D7AE3FC-B6CE-AE00-6497-560AE52F8580}"/>
          </ac:spMkLst>
        </pc:spChg>
        <pc:spChg chg="add mod">
          <ac:chgData name="Nagotu Dilip Kumar" userId="e960ee6c-1011-46fd-ab26-7447e3dfc484" providerId="ADAL" clId="{C537D0E1-F004-4867-A19F-CB629E995C3F}" dt="2026-07-27T11:43:02.689" v="381" actId="113"/>
          <ac:spMkLst>
            <pc:docMk/>
            <pc:sldMk cId="1495933921" sldId="2076137812"/>
            <ac:spMk id="30" creationId="{0107A2BF-67C8-9BD7-ECA4-43C74562B652}"/>
          </ac:spMkLst>
        </pc:spChg>
        <pc:cxnChg chg="del mod">
          <ac:chgData name="Nagotu Dilip Kumar" userId="e960ee6c-1011-46fd-ab26-7447e3dfc484" providerId="ADAL" clId="{C537D0E1-F004-4867-A19F-CB629E995C3F}" dt="2026-07-27T11:40:10.173" v="319" actId="478"/>
          <ac:cxnSpMkLst>
            <pc:docMk/>
            <pc:sldMk cId="1495933921" sldId="2076137812"/>
            <ac:cxnSpMk id="35" creationId="{ACC908F8-CDC1-9B14-0BE9-CF651F6BEF9E}"/>
          </ac:cxnSpMkLst>
        </pc:cxnChg>
      </pc:sldChg>
      <pc:sldChg chg="modSp mod">
        <pc:chgData name="Nagotu Dilip Kumar" userId="e960ee6c-1011-46fd-ab26-7447e3dfc484" providerId="ADAL" clId="{C537D0E1-F004-4867-A19F-CB629E995C3F}" dt="2026-07-28T09:03:54.011" v="403"/>
        <pc:sldMkLst>
          <pc:docMk/>
          <pc:sldMk cId="2650331631" sldId="2076137815"/>
        </pc:sldMkLst>
        <pc:spChg chg="mod">
          <ac:chgData name="Nagotu Dilip Kumar" userId="e960ee6c-1011-46fd-ab26-7447e3dfc484" providerId="ADAL" clId="{C537D0E1-F004-4867-A19F-CB629E995C3F}" dt="2026-07-28T09:03:53.704" v="402" actId="14100"/>
          <ac:spMkLst>
            <pc:docMk/>
            <pc:sldMk cId="2650331631" sldId="2076137815"/>
            <ac:spMk id="6" creationId="{03DB0919-37C4-0FC1-C313-6A0DF8164257}"/>
          </ac:spMkLst>
        </pc:spChg>
        <pc:spChg chg="mod">
          <ac:chgData name="Nagotu Dilip Kumar" userId="e960ee6c-1011-46fd-ab26-7447e3dfc484" providerId="ADAL" clId="{C537D0E1-F004-4867-A19F-CB629E995C3F}" dt="2026-07-28T09:03:54.011" v="403"/>
          <ac:spMkLst>
            <pc:docMk/>
            <pc:sldMk cId="2650331631" sldId="2076137815"/>
            <ac:spMk id="8" creationId="{B712FB65-E697-62EB-6A24-4E4D14ED781E}"/>
          </ac:spMkLst>
        </pc:spChg>
        <pc:spChg chg="mod">
          <ac:chgData name="Nagotu Dilip Kumar" userId="e960ee6c-1011-46fd-ab26-7447e3dfc484" providerId="ADAL" clId="{C537D0E1-F004-4867-A19F-CB629E995C3F}" dt="2026-07-27T12:26:50.444" v="388" actId="1035"/>
          <ac:spMkLst>
            <pc:docMk/>
            <pc:sldMk cId="2650331631" sldId="2076137815"/>
            <ac:spMk id="27" creationId="{31DDDCB9-531E-B84C-4EDD-52EE30394BC7}"/>
          </ac:spMkLst>
        </pc:spChg>
      </pc:sldChg>
    </pc:docChg>
  </pc:docChgLst>
  <pc:docChgLst>
    <pc:chgData name="Kannepamula Mahesh Babu" userId="391c5b16-0897-4eca-a028-a97f935a3bd2" providerId="ADAL" clId="{9E3353FE-7EFD-4D1F-85AC-2D3001641A94}"/>
    <pc:docChg chg="undo redo custSel addSld delSld modSld sldOrd modMainMaster">
      <pc:chgData name="Kannepamula Mahesh Babu" userId="391c5b16-0897-4eca-a028-a97f935a3bd2" providerId="ADAL" clId="{9E3353FE-7EFD-4D1F-85AC-2D3001641A94}" dt="2026-07-28T04:25:17.604" v="2078" actId="1076"/>
      <pc:docMkLst>
        <pc:docMk/>
      </pc:docMkLst>
      <pc:sldChg chg="modSp mod">
        <pc:chgData name="Kannepamula Mahesh Babu" userId="391c5b16-0897-4eca-a028-a97f935a3bd2" providerId="ADAL" clId="{9E3353FE-7EFD-4D1F-85AC-2D3001641A94}" dt="2026-07-28T04:22:15.059" v="2057" actId="207"/>
        <pc:sldMkLst>
          <pc:docMk/>
          <pc:sldMk cId="109857222" sldId="256"/>
        </pc:sldMkLst>
        <pc:spChg chg="mod">
          <ac:chgData name="Kannepamula Mahesh Babu" userId="391c5b16-0897-4eca-a028-a97f935a3bd2" providerId="ADAL" clId="{9E3353FE-7EFD-4D1F-85AC-2D3001641A94}" dt="2026-07-27T12:22:41.643" v="1810" actId="1076"/>
          <ac:spMkLst>
            <pc:docMk/>
            <pc:sldMk cId="109857222" sldId="256"/>
            <ac:spMk id="15" creationId="{613F9F58-540B-C0B5-8F7F-82E45FAFDB2B}"/>
          </ac:spMkLst>
        </pc:spChg>
        <pc:spChg chg="mod">
          <ac:chgData name="Kannepamula Mahesh Babu" userId="391c5b16-0897-4eca-a028-a97f935a3bd2" providerId="ADAL" clId="{9E3353FE-7EFD-4D1F-85AC-2D3001641A94}" dt="2026-07-27T13:03:21.775" v="2050" actId="14100"/>
          <ac:spMkLst>
            <pc:docMk/>
            <pc:sldMk cId="109857222" sldId="256"/>
            <ac:spMk id="16" creationId="{58165152-D09D-3F93-68C9-8C48052F1690}"/>
          </ac:spMkLst>
        </pc:spChg>
        <pc:spChg chg="mod">
          <ac:chgData name="Kannepamula Mahesh Babu" userId="391c5b16-0897-4eca-a028-a97f935a3bd2" providerId="ADAL" clId="{9E3353FE-7EFD-4D1F-85AC-2D3001641A94}" dt="2026-07-28T04:22:15.059" v="2057" actId="207"/>
          <ac:spMkLst>
            <pc:docMk/>
            <pc:sldMk cId="109857222" sldId="256"/>
            <ac:spMk id="17" creationId="{D3CD80BE-CE19-150A-7CDE-233F91945763}"/>
          </ac:spMkLst>
        </pc:spChg>
        <pc:spChg chg="mod">
          <ac:chgData name="Kannepamula Mahesh Babu" userId="391c5b16-0897-4eca-a028-a97f935a3bd2" providerId="ADAL" clId="{9E3353FE-7EFD-4D1F-85AC-2D3001641A94}" dt="2026-07-27T13:08:58.108" v="2053" actId="207"/>
          <ac:spMkLst>
            <pc:docMk/>
            <pc:sldMk cId="109857222" sldId="256"/>
            <ac:spMk id="20" creationId="{E4262C63-CAA1-6F2E-4473-85BE18E630FC}"/>
          </ac:spMkLst>
        </pc:spChg>
        <pc:spChg chg="mod">
          <ac:chgData name="Kannepamula Mahesh Babu" userId="391c5b16-0897-4eca-a028-a97f935a3bd2" providerId="ADAL" clId="{9E3353FE-7EFD-4D1F-85AC-2D3001641A94}" dt="2026-07-27T12:22:48.266" v="1812" actId="1076"/>
          <ac:spMkLst>
            <pc:docMk/>
            <pc:sldMk cId="109857222" sldId="256"/>
            <ac:spMk id="21" creationId="{5CAF4255-B735-C9FD-2D75-EFB073A59AA7}"/>
          </ac:spMkLst>
        </pc:spChg>
        <pc:spChg chg="mod">
          <ac:chgData name="Kannepamula Mahesh Babu" userId="391c5b16-0897-4eca-a028-a97f935a3bd2" providerId="ADAL" clId="{9E3353FE-7EFD-4D1F-85AC-2D3001641A94}" dt="2026-07-27T13:03:33.598" v="2051" actId="207"/>
          <ac:spMkLst>
            <pc:docMk/>
            <pc:sldMk cId="109857222" sldId="256"/>
            <ac:spMk id="32" creationId="{1891832B-DCF0-21F1-BDB8-85A12AAEAAE4}"/>
          </ac:spMkLst>
        </pc:spChg>
        <pc:spChg chg="mod">
          <ac:chgData name="Kannepamula Mahesh Babu" userId="391c5b16-0897-4eca-a028-a97f935a3bd2" providerId="ADAL" clId="{9E3353FE-7EFD-4D1F-85AC-2D3001641A94}" dt="2026-07-27T13:03:33.598" v="2051" actId="207"/>
          <ac:spMkLst>
            <pc:docMk/>
            <pc:sldMk cId="109857222" sldId="256"/>
            <ac:spMk id="33" creationId="{854E8E95-3C08-F081-52F5-3C4C36CBD1B4}"/>
          </ac:spMkLst>
        </pc:spChg>
        <pc:spChg chg="mod">
          <ac:chgData name="Kannepamula Mahesh Babu" userId="391c5b16-0897-4eca-a028-a97f935a3bd2" providerId="ADAL" clId="{9E3353FE-7EFD-4D1F-85AC-2D3001641A94}" dt="2026-07-27T13:03:33.598" v="2051" actId="207"/>
          <ac:spMkLst>
            <pc:docMk/>
            <pc:sldMk cId="109857222" sldId="256"/>
            <ac:spMk id="35" creationId="{32F2301B-3FA4-1D61-7159-42C44D03F318}"/>
          </ac:spMkLst>
        </pc:spChg>
        <pc:spChg chg="mod">
          <ac:chgData name="Kannepamula Mahesh Babu" userId="391c5b16-0897-4eca-a028-a97f935a3bd2" providerId="ADAL" clId="{9E3353FE-7EFD-4D1F-85AC-2D3001641A94}" dt="2026-07-27T12:22:58.401" v="1814" actId="1076"/>
          <ac:spMkLst>
            <pc:docMk/>
            <pc:sldMk cId="109857222" sldId="256"/>
            <ac:spMk id="37" creationId="{A3402E68-E3D2-EE93-C86F-218AC98ACA82}"/>
          </ac:spMkLst>
        </pc:spChg>
        <pc:spChg chg="mod">
          <ac:chgData name="Kannepamula Mahesh Babu" userId="391c5b16-0897-4eca-a028-a97f935a3bd2" providerId="ADAL" clId="{9E3353FE-7EFD-4D1F-85AC-2D3001641A94}" dt="2026-07-27T12:22:58.401" v="1814" actId="1076"/>
          <ac:spMkLst>
            <pc:docMk/>
            <pc:sldMk cId="109857222" sldId="256"/>
            <ac:spMk id="38" creationId="{E8672747-EEF6-0416-28DE-AF6700326BEF}"/>
          </ac:spMkLst>
        </pc:spChg>
        <pc:spChg chg="mod">
          <ac:chgData name="Kannepamula Mahesh Babu" userId="391c5b16-0897-4eca-a028-a97f935a3bd2" providerId="ADAL" clId="{9E3353FE-7EFD-4D1F-85AC-2D3001641A94}" dt="2026-07-27T12:22:58.401" v="1814" actId="1076"/>
          <ac:spMkLst>
            <pc:docMk/>
            <pc:sldMk cId="109857222" sldId="256"/>
            <ac:spMk id="39" creationId="{5DF448FA-AEB1-FAEC-D1A1-8023CA422D18}"/>
          </ac:spMkLst>
        </pc:spChg>
        <pc:spChg chg="mod">
          <ac:chgData name="Kannepamula Mahesh Babu" userId="391c5b16-0897-4eca-a028-a97f935a3bd2" providerId="ADAL" clId="{9E3353FE-7EFD-4D1F-85AC-2D3001641A94}" dt="2026-07-27T12:22:58.401" v="1814" actId="1076"/>
          <ac:spMkLst>
            <pc:docMk/>
            <pc:sldMk cId="109857222" sldId="256"/>
            <ac:spMk id="40" creationId="{3ECCDD50-2B0D-A954-5D96-73C4F0F63595}"/>
          </ac:spMkLst>
        </pc:spChg>
      </pc:sldChg>
      <pc:sldChg chg="addSp delSp modSp mod chgLayout">
        <pc:chgData name="Kannepamula Mahesh Babu" userId="391c5b16-0897-4eca-a028-a97f935a3bd2" providerId="ADAL" clId="{9E3353FE-7EFD-4D1F-85AC-2D3001641A94}" dt="2026-07-27T12:24:25.334" v="1823" actId="6264"/>
        <pc:sldMkLst>
          <pc:docMk/>
          <pc:sldMk cId="2881208099" sldId="2076137778"/>
        </pc:sldMkLst>
        <pc:spChg chg="mod ord">
          <ac:chgData name="Kannepamula Mahesh Babu" userId="391c5b16-0897-4eca-a028-a97f935a3bd2" providerId="ADAL" clId="{9E3353FE-7EFD-4D1F-85AC-2D3001641A94}" dt="2026-07-27T12:24:25.334" v="1823" actId="6264"/>
          <ac:spMkLst>
            <pc:docMk/>
            <pc:sldMk cId="2881208099" sldId="2076137778"/>
            <ac:spMk id="8" creationId="{A769C0BA-7536-9751-35C1-C90FA3F429A3}"/>
          </ac:spMkLst>
        </pc:spChg>
        <pc:spChg chg="mod ord">
          <ac:chgData name="Kannepamula Mahesh Babu" userId="391c5b16-0897-4eca-a028-a97f935a3bd2" providerId="ADAL" clId="{9E3353FE-7EFD-4D1F-85AC-2D3001641A94}" dt="2026-07-27T12:24:25.334" v="1823" actId="6264"/>
          <ac:spMkLst>
            <pc:docMk/>
            <pc:sldMk cId="2881208099" sldId="2076137778"/>
            <ac:spMk id="12" creationId="{971C8B6E-90C3-B1A1-F3EB-5CA7F8D214B3}"/>
          </ac:spMkLst>
        </pc:spChg>
        <pc:spChg chg="mod ord">
          <ac:chgData name="Kannepamula Mahesh Babu" userId="391c5b16-0897-4eca-a028-a97f935a3bd2" providerId="ADAL" clId="{9E3353FE-7EFD-4D1F-85AC-2D3001641A94}" dt="2026-07-27T12:24:25.334" v="1823" actId="6264"/>
          <ac:spMkLst>
            <pc:docMk/>
            <pc:sldMk cId="2881208099" sldId="2076137778"/>
            <ac:spMk id="13" creationId="{866E50E7-DE17-3631-C8A0-F48AC4F477C0}"/>
          </ac:spMkLst>
        </pc:spChg>
        <pc:spChg chg="add del mod">
          <ac:chgData name="Kannepamula Mahesh Babu" userId="391c5b16-0897-4eca-a028-a97f935a3bd2" providerId="ADAL" clId="{9E3353FE-7EFD-4D1F-85AC-2D3001641A94}" dt="2026-07-27T12:23:05.933" v="1815" actId="6264"/>
          <ac:spMkLst>
            <pc:docMk/>
            <pc:sldMk cId="2881208099" sldId="2076137778"/>
            <ac:spMk id="141" creationId="{C0BFD19D-4C78-F8FC-4F91-A5AF0A1F5BEB}"/>
          </ac:spMkLst>
        </pc:spChg>
        <pc:spChg chg="add del mod">
          <ac:chgData name="Kannepamula Mahesh Babu" userId="391c5b16-0897-4eca-a028-a97f935a3bd2" providerId="ADAL" clId="{9E3353FE-7EFD-4D1F-85AC-2D3001641A94}" dt="2026-07-27T12:23:05.933" v="1815" actId="6264"/>
          <ac:spMkLst>
            <pc:docMk/>
            <pc:sldMk cId="2881208099" sldId="2076137778"/>
            <ac:spMk id="142" creationId="{CECFC665-8307-7000-F620-AA3CE6AAA043}"/>
          </ac:spMkLst>
        </pc:spChg>
        <pc:spChg chg="add del mod">
          <ac:chgData name="Kannepamula Mahesh Babu" userId="391c5b16-0897-4eca-a028-a97f935a3bd2" providerId="ADAL" clId="{9E3353FE-7EFD-4D1F-85AC-2D3001641A94}" dt="2026-07-27T12:23:05.933" v="1815" actId="6264"/>
          <ac:spMkLst>
            <pc:docMk/>
            <pc:sldMk cId="2881208099" sldId="2076137778"/>
            <ac:spMk id="143" creationId="{C62BADDB-9EA4-130F-4074-AC91637B9A72}"/>
          </ac:spMkLst>
        </pc:spChg>
        <pc:spChg chg="add del mod">
          <ac:chgData name="Kannepamula Mahesh Babu" userId="391c5b16-0897-4eca-a028-a97f935a3bd2" providerId="ADAL" clId="{9E3353FE-7EFD-4D1F-85AC-2D3001641A94}" dt="2026-07-27T12:23:06.126" v="1816" actId="6264"/>
          <ac:spMkLst>
            <pc:docMk/>
            <pc:sldMk cId="2881208099" sldId="2076137778"/>
            <ac:spMk id="144" creationId="{64C83207-77C1-D866-6D1B-FBF0C20C0762}"/>
          </ac:spMkLst>
        </pc:spChg>
        <pc:spChg chg="add del mod">
          <ac:chgData name="Kannepamula Mahesh Babu" userId="391c5b16-0897-4eca-a028-a97f935a3bd2" providerId="ADAL" clId="{9E3353FE-7EFD-4D1F-85AC-2D3001641A94}" dt="2026-07-27T12:23:06.126" v="1816" actId="6264"/>
          <ac:spMkLst>
            <pc:docMk/>
            <pc:sldMk cId="2881208099" sldId="2076137778"/>
            <ac:spMk id="145" creationId="{C9F086A6-2ECB-AF88-FCF9-046C1F2B3775}"/>
          </ac:spMkLst>
        </pc:spChg>
        <pc:spChg chg="add del mod">
          <ac:chgData name="Kannepamula Mahesh Babu" userId="391c5b16-0897-4eca-a028-a97f935a3bd2" providerId="ADAL" clId="{9E3353FE-7EFD-4D1F-85AC-2D3001641A94}" dt="2026-07-27T12:23:06.126" v="1816" actId="6264"/>
          <ac:spMkLst>
            <pc:docMk/>
            <pc:sldMk cId="2881208099" sldId="2076137778"/>
            <ac:spMk id="146" creationId="{CACA7F3C-2ECC-28BF-9548-5AA26DDB7617}"/>
          </ac:spMkLst>
        </pc:spChg>
        <pc:spChg chg="add del mod">
          <ac:chgData name="Kannepamula Mahesh Babu" userId="391c5b16-0897-4eca-a028-a97f935a3bd2" providerId="ADAL" clId="{9E3353FE-7EFD-4D1F-85AC-2D3001641A94}" dt="2026-07-27T12:24:25.111" v="1822" actId="6264"/>
          <ac:spMkLst>
            <pc:docMk/>
            <pc:sldMk cId="2881208099" sldId="2076137778"/>
            <ac:spMk id="147" creationId="{BAC35E3C-0AA0-F06E-8687-0F41400ECB00}"/>
          </ac:spMkLst>
        </pc:spChg>
        <pc:spChg chg="add del mod">
          <ac:chgData name="Kannepamula Mahesh Babu" userId="391c5b16-0897-4eca-a028-a97f935a3bd2" providerId="ADAL" clId="{9E3353FE-7EFD-4D1F-85AC-2D3001641A94}" dt="2026-07-27T12:24:25.111" v="1822" actId="6264"/>
          <ac:spMkLst>
            <pc:docMk/>
            <pc:sldMk cId="2881208099" sldId="2076137778"/>
            <ac:spMk id="148" creationId="{C1AB2840-1217-6FF5-B93E-1BD920B7505A}"/>
          </ac:spMkLst>
        </pc:spChg>
        <pc:spChg chg="add del mod">
          <ac:chgData name="Kannepamula Mahesh Babu" userId="391c5b16-0897-4eca-a028-a97f935a3bd2" providerId="ADAL" clId="{9E3353FE-7EFD-4D1F-85AC-2D3001641A94}" dt="2026-07-27T12:24:25.111" v="1822" actId="6264"/>
          <ac:spMkLst>
            <pc:docMk/>
            <pc:sldMk cId="2881208099" sldId="2076137778"/>
            <ac:spMk id="149" creationId="{8F92FEF7-F2AB-A87C-EC34-4CE95AA15589}"/>
          </ac:spMkLst>
        </pc:spChg>
        <pc:spChg chg="add del mod">
          <ac:chgData name="Kannepamula Mahesh Babu" userId="391c5b16-0897-4eca-a028-a97f935a3bd2" providerId="ADAL" clId="{9E3353FE-7EFD-4D1F-85AC-2D3001641A94}" dt="2026-07-27T12:24:25.334" v="1823" actId="6264"/>
          <ac:spMkLst>
            <pc:docMk/>
            <pc:sldMk cId="2881208099" sldId="2076137778"/>
            <ac:spMk id="150" creationId="{6000B500-688D-546C-3B28-C691B0121EDF}"/>
          </ac:spMkLst>
        </pc:spChg>
        <pc:spChg chg="add del mod">
          <ac:chgData name="Kannepamula Mahesh Babu" userId="391c5b16-0897-4eca-a028-a97f935a3bd2" providerId="ADAL" clId="{9E3353FE-7EFD-4D1F-85AC-2D3001641A94}" dt="2026-07-27T12:24:25.334" v="1823" actId="6264"/>
          <ac:spMkLst>
            <pc:docMk/>
            <pc:sldMk cId="2881208099" sldId="2076137778"/>
            <ac:spMk id="151" creationId="{205EB028-0AB4-384F-EB7C-C1837D822F31}"/>
          </ac:spMkLst>
        </pc:spChg>
        <pc:spChg chg="add del mod">
          <ac:chgData name="Kannepamula Mahesh Babu" userId="391c5b16-0897-4eca-a028-a97f935a3bd2" providerId="ADAL" clId="{9E3353FE-7EFD-4D1F-85AC-2D3001641A94}" dt="2026-07-27T12:24:25.334" v="1823" actId="6264"/>
          <ac:spMkLst>
            <pc:docMk/>
            <pc:sldMk cId="2881208099" sldId="2076137778"/>
            <ac:spMk id="152" creationId="{65B13AD1-0D94-72D3-C3ED-1A955F2EE7C9}"/>
          </ac:spMkLst>
        </pc:spChg>
      </pc:sldChg>
      <pc:sldChg chg="delSp modSp mod modClrScheme chgLayout">
        <pc:chgData name="Kannepamula Mahesh Babu" userId="391c5b16-0897-4eca-a028-a97f935a3bd2" providerId="ADAL" clId="{9E3353FE-7EFD-4D1F-85AC-2D3001641A94}" dt="2026-07-27T13:21:49.289" v="2056" actId="6264"/>
        <pc:sldMkLst>
          <pc:docMk/>
          <pc:sldMk cId="2752941385" sldId="2076137780"/>
        </pc:sldMkLst>
        <pc:spChg chg="del">
          <ac:chgData name="Kannepamula Mahesh Babu" userId="391c5b16-0897-4eca-a028-a97f935a3bd2" providerId="ADAL" clId="{9E3353FE-7EFD-4D1F-85AC-2D3001641A94}" dt="2026-07-27T12:27:14.331" v="1861" actId="478"/>
          <ac:spMkLst>
            <pc:docMk/>
            <pc:sldMk cId="2752941385" sldId="2076137780"/>
            <ac:spMk id="2" creationId="{E5BAFC73-5115-0B4E-2329-35D74B1E347E}"/>
          </ac:spMkLst>
        </pc:spChg>
        <pc:spChg chg="mod">
          <ac:chgData name="Kannepamula Mahesh Babu" userId="391c5b16-0897-4eca-a028-a97f935a3bd2" providerId="ADAL" clId="{9E3353FE-7EFD-4D1F-85AC-2D3001641A94}" dt="2026-07-27T12:28:13.824" v="1869" actId="113"/>
          <ac:spMkLst>
            <pc:docMk/>
            <pc:sldMk cId="2752941385" sldId="2076137780"/>
            <ac:spMk id="3" creationId="{194EF6C9-2E67-B224-E7C0-D51D23261F1F}"/>
          </ac:spMkLst>
        </pc:spChg>
        <pc:spChg chg="del mod ord">
          <ac:chgData name="Kannepamula Mahesh Babu" userId="391c5b16-0897-4eca-a028-a97f935a3bd2" providerId="ADAL" clId="{9E3353FE-7EFD-4D1F-85AC-2D3001641A94}" dt="2026-07-27T13:03:05.663" v="2049" actId="478"/>
          <ac:spMkLst>
            <pc:docMk/>
            <pc:sldMk cId="2752941385" sldId="2076137780"/>
            <ac:spMk id="4" creationId="{B23ECAE6-E40E-95C4-242C-8299FF8998D0}"/>
          </ac:spMkLst>
        </pc:spChg>
      </pc:sldChg>
      <pc:sldChg chg="addSp delSp modSp mod">
        <pc:chgData name="Kannepamula Mahesh Babu" userId="391c5b16-0897-4eca-a028-a97f935a3bd2" providerId="ADAL" clId="{9E3353FE-7EFD-4D1F-85AC-2D3001641A94}" dt="2026-07-27T12:24:44.125" v="1827" actId="1076"/>
        <pc:sldMkLst>
          <pc:docMk/>
          <pc:sldMk cId="3150714709" sldId="2076137803"/>
        </pc:sldMkLst>
        <pc:spChg chg="del">
          <ac:chgData name="Kannepamula Mahesh Babu" userId="391c5b16-0897-4eca-a028-a97f935a3bd2" providerId="ADAL" clId="{9E3353FE-7EFD-4D1F-85AC-2D3001641A94}" dt="2026-07-27T12:24:34.664" v="1824" actId="478"/>
          <ac:spMkLst>
            <pc:docMk/>
            <pc:sldMk cId="3150714709" sldId="2076137803"/>
            <ac:spMk id="11" creationId="{19679C30-B9BD-B3BE-4B3B-962CB318EA16}"/>
          </ac:spMkLst>
        </pc:spChg>
        <pc:spChg chg="del">
          <ac:chgData name="Kannepamula Mahesh Babu" userId="391c5b16-0897-4eca-a028-a97f935a3bd2" providerId="ADAL" clId="{9E3353FE-7EFD-4D1F-85AC-2D3001641A94}" dt="2026-07-27T12:23:10.600" v="1817" actId="478"/>
          <ac:spMkLst>
            <pc:docMk/>
            <pc:sldMk cId="3150714709" sldId="2076137803"/>
            <ac:spMk id="12" creationId="{B4C28261-C7E1-112D-0944-5871FF4D7447}"/>
          </ac:spMkLst>
        </pc:spChg>
        <pc:spChg chg="del">
          <ac:chgData name="Kannepamula Mahesh Babu" userId="391c5b16-0897-4eca-a028-a97f935a3bd2" providerId="ADAL" clId="{9E3353FE-7EFD-4D1F-85AC-2D3001641A94}" dt="2026-07-27T12:23:10.600" v="1817" actId="478"/>
          <ac:spMkLst>
            <pc:docMk/>
            <pc:sldMk cId="3150714709" sldId="2076137803"/>
            <ac:spMk id="13" creationId="{9F386165-EFCF-5E92-23D3-F7ED7723C5C6}"/>
          </ac:spMkLst>
        </pc:spChg>
        <pc:spChg chg="del">
          <ac:chgData name="Kannepamula Mahesh Babu" userId="391c5b16-0897-4eca-a028-a97f935a3bd2" providerId="ADAL" clId="{9E3353FE-7EFD-4D1F-85AC-2D3001641A94}" dt="2026-07-27T12:24:34.664" v="1824" actId="478"/>
          <ac:spMkLst>
            <pc:docMk/>
            <pc:sldMk cId="3150714709" sldId="2076137803"/>
            <ac:spMk id="14" creationId="{E753C3E6-B1D7-8B59-2B03-8E06BC5C985B}"/>
          </ac:spMkLst>
        </pc:spChg>
        <pc:spChg chg="add mod">
          <ac:chgData name="Kannepamula Mahesh Babu" userId="391c5b16-0897-4eca-a028-a97f935a3bd2" providerId="ADAL" clId="{9E3353FE-7EFD-4D1F-85AC-2D3001641A94}" dt="2026-07-27T12:24:35.112" v="1825"/>
          <ac:spMkLst>
            <pc:docMk/>
            <pc:sldMk cId="3150714709" sldId="2076137803"/>
            <ac:spMk id="15" creationId="{7677F014-2721-0431-C63E-96FB927A3776}"/>
          </ac:spMkLst>
        </pc:spChg>
        <pc:spChg chg="add mod">
          <ac:chgData name="Kannepamula Mahesh Babu" userId="391c5b16-0897-4eca-a028-a97f935a3bd2" providerId="ADAL" clId="{9E3353FE-7EFD-4D1F-85AC-2D3001641A94}" dt="2026-07-27T12:24:44.125" v="1827" actId="1076"/>
          <ac:spMkLst>
            <pc:docMk/>
            <pc:sldMk cId="3150714709" sldId="2076137803"/>
            <ac:spMk id="16" creationId="{3E07BF99-7072-CDC9-4ACC-8BA51D942610}"/>
          </ac:spMkLst>
        </pc:spChg>
        <pc:spChg chg="mod">
          <ac:chgData name="Kannepamula Mahesh Babu" userId="391c5b16-0897-4eca-a028-a97f935a3bd2" providerId="ADAL" clId="{9E3353FE-7EFD-4D1F-85AC-2D3001641A94}" dt="2026-07-27T11:14:41.675" v="714" actId="20577"/>
          <ac:spMkLst>
            <pc:docMk/>
            <pc:sldMk cId="3150714709" sldId="2076137803"/>
            <ac:spMk id="42" creationId="{8B9904FC-B87D-F568-8266-8B83C401CB2C}"/>
          </ac:spMkLst>
        </pc:spChg>
        <pc:spChg chg="mod">
          <ac:chgData name="Kannepamula Mahesh Babu" userId="391c5b16-0897-4eca-a028-a97f935a3bd2" providerId="ADAL" clId="{9E3353FE-7EFD-4D1F-85AC-2D3001641A94}" dt="2026-07-27T11:14:47.025" v="715" actId="113"/>
          <ac:spMkLst>
            <pc:docMk/>
            <pc:sldMk cId="3150714709" sldId="2076137803"/>
            <ac:spMk id="45" creationId="{1239406D-C66B-14C5-9A1F-BDED328E4EAB}"/>
          </ac:spMkLst>
        </pc:spChg>
        <pc:spChg chg="mod">
          <ac:chgData name="Kannepamula Mahesh Babu" userId="391c5b16-0897-4eca-a028-a97f935a3bd2" providerId="ADAL" clId="{9E3353FE-7EFD-4D1F-85AC-2D3001641A94}" dt="2026-07-27T11:14:47.025" v="715" actId="113"/>
          <ac:spMkLst>
            <pc:docMk/>
            <pc:sldMk cId="3150714709" sldId="2076137803"/>
            <ac:spMk id="47" creationId="{AAC0C1B6-D5DF-5425-183A-C413BA3713A4}"/>
          </ac:spMkLst>
        </pc:spChg>
        <pc:spChg chg="mod">
          <ac:chgData name="Kannepamula Mahesh Babu" userId="391c5b16-0897-4eca-a028-a97f935a3bd2" providerId="ADAL" clId="{9E3353FE-7EFD-4D1F-85AC-2D3001641A94}" dt="2026-07-27T11:14:47.025" v="715" actId="113"/>
          <ac:spMkLst>
            <pc:docMk/>
            <pc:sldMk cId="3150714709" sldId="2076137803"/>
            <ac:spMk id="49" creationId="{795CB3B5-066A-CFCF-F5EF-626C46CCB340}"/>
          </ac:spMkLst>
        </pc:spChg>
      </pc:sldChg>
      <pc:sldChg chg="addSp delSp modSp mod chgLayout">
        <pc:chgData name="Kannepamula Mahesh Babu" userId="391c5b16-0897-4eca-a028-a97f935a3bd2" providerId="ADAL" clId="{9E3353FE-7EFD-4D1F-85AC-2D3001641A94}" dt="2026-07-28T04:25:17.604" v="2078" actId="1076"/>
        <pc:sldMkLst>
          <pc:docMk/>
          <pc:sldMk cId="290448218" sldId="2076137804"/>
        </pc:sldMkLst>
        <pc:spChg chg="mod ord">
          <ac:chgData name="Kannepamula Mahesh Babu" userId="391c5b16-0897-4eca-a028-a97f935a3bd2" providerId="ADAL" clId="{9E3353FE-7EFD-4D1F-85AC-2D3001641A94}" dt="2026-07-27T12:26:15.310" v="1836" actId="6264"/>
          <ac:spMkLst>
            <pc:docMk/>
            <pc:sldMk cId="290448218" sldId="2076137804"/>
            <ac:spMk id="2" creationId="{40761242-538D-16EF-B6AA-955350672768}"/>
          </ac:spMkLst>
        </pc:spChg>
        <pc:spChg chg="del">
          <ac:chgData name="Kannepamula Mahesh Babu" userId="391c5b16-0897-4eca-a028-a97f935a3bd2" providerId="ADAL" clId="{9E3353FE-7EFD-4D1F-85AC-2D3001641A94}" dt="2026-07-27T12:26:13.026" v="1833" actId="478"/>
          <ac:spMkLst>
            <pc:docMk/>
            <pc:sldMk cId="290448218" sldId="2076137804"/>
            <ac:spMk id="3" creationId="{11D227B8-E8CD-AD05-AEB3-985650F14554}"/>
          </ac:spMkLst>
        </pc:spChg>
        <pc:spChg chg="del mod">
          <ac:chgData name="Kannepamula Mahesh Babu" userId="391c5b16-0897-4eca-a028-a97f935a3bd2" providerId="ADAL" clId="{9E3353FE-7EFD-4D1F-85AC-2D3001641A94}" dt="2026-07-27T12:26:13.026" v="1833" actId="478"/>
          <ac:spMkLst>
            <pc:docMk/>
            <pc:sldMk cId="290448218" sldId="2076137804"/>
            <ac:spMk id="4" creationId="{6E4B910E-EE3F-9F6C-4D9C-C873BE708DB1}"/>
          </ac:spMkLst>
        </pc:spChg>
        <pc:spChg chg="add mod">
          <ac:chgData name="Kannepamula Mahesh Babu" userId="391c5b16-0897-4eca-a028-a97f935a3bd2" providerId="ADAL" clId="{9E3353FE-7EFD-4D1F-85AC-2D3001641A94}" dt="2026-07-28T04:24:56.774" v="2074" actId="571"/>
          <ac:spMkLst>
            <pc:docMk/>
            <pc:sldMk cId="290448218" sldId="2076137804"/>
            <ac:spMk id="8" creationId="{2282B627-B896-07E0-025C-12735D505D93}"/>
          </ac:spMkLst>
        </pc:spChg>
        <pc:spChg chg="mod">
          <ac:chgData name="Kannepamula Mahesh Babu" userId="391c5b16-0897-4eca-a028-a97f935a3bd2" providerId="ADAL" clId="{9E3353FE-7EFD-4D1F-85AC-2D3001641A94}" dt="2026-07-27T12:42:13.198" v="1914" actId="20577"/>
          <ac:spMkLst>
            <pc:docMk/>
            <pc:sldMk cId="290448218" sldId="2076137804"/>
            <ac:spMk id="12" creationId="{6D237BB9-1BC8-4904-D124-29AEE7F90331}"/>
          </ac:spMkLst>
        </pc:spChg>
        <pc:spChg chg="mod topLvl">
          <ac:chgData name="Kannepamula Mahesh Babu" userId="391c5b16-0897-4eca-a028-a97f935a3bd2" providerId="ADAL" clId="{9E3353FE-7EFD-4D1F-85AC-2D3001641A94}" dt="2026-07-28T04:24:30.925" v="2064" actId="555"/>
          <ac:spMkLst>
            <pc:docMk/>
            <pc:sldMk cId="290448218" sldId="2076137804"/>
            <ac:spMk id="18" creationId="{A973EF54-865C-F48A-DB94-24467649855C}"/>
          </ac:spMkLst>
        </pc:spChg>
        <pc:spChg chg="mod topLvl">
          <ac:chgData name="Kannepamula Mahesh Babu" userId="391c5b16-0897-4eca-a028-a97f935a3bd2" providerId="ADAL" clId="{9E3353FE-7EFD-4D1F-85AC-2D3001641A94}" dt="2026-07-28T04:24:35.698" v="2066" actId="555"/>
          <ac:spMkLst>
            <pc:docMk/>
            <pc:sldMk cId="290448218" sldId="2076137804"/>
            <ac:spMk id="19" creationId="{DD969AFC-D429-F0C0-CD91-DE5B257D468F}"/>
          </ac:spMkLst>
        </pc:spChg>
        <pc:spChg chg="mod topLvl">
          <ac:chgData name="Kannepamula Mahesh Babu" userId="391c5b16-0897-4eca-a028-a97f935a3bd2" providerId="ADAL" clId="{9E3353FE-7EFD-4D1F-85AC-2D3001641A94}" dt="2026-07-28T04:24:42.456" v="2068" actId="555"/>
          <ac:spMkLst>
            <pc:docMk/>
            <pc:sldMk cId="290448218" sldId="2076137804"/>
            <ac:spMk id="20" creationId="{C9A793AF-5A0F-52F1-FDC8-4D61BF9C822D}"/>
          </ac:spMkLst>
        </pc:spChg>
        <pc:spChg chg="mod topLvl">
          <ac:chgData name="Kannepamula Mahesh Babu" userId="391c5b16-0897-4eca-a028-a97f935a3bd2" providerId="ADAL" clId="{9E3353FE-7EFD-4D1F-85AC-2D3001641A94}" dt="2026-07-28T04:24:54.471" v="2072" actId="555"/>
          <ac:spMkLst>
            <pc:docMk/>
            <pc:sldMk cId="290448218" sldId="2076137804"/>
            <ac:spMk id="21" creationId="{11D3EE20-5A33-019F-CBE8-AE4D2C60CC62}"/>
          </ac:spMkLst>
        </pc:spChg>
        <pc:spChg chg="mod topLvl">
          <ac:chgData name="Kannepamula Mahesh Babu" userId="391c5b16-0897-4eca-a028-a97f935a3bd2" providerId="ADAL" clId="{9E3353FE-7EFD-4D1F-85AC-2D3001641A94}" dt="2026-07-28T04:25:06.303" v="2077" actId="555"/>
          <ac:spMkLst>
            <pc:docMk/>
            <pc:sldMk cId="290448218" sldId="2076137804"/>
            <ac:spMk id="22" creationId="{B6CB6CE8-B642-535A-2521-0C5631EA7148}"/>
          </ac:spMkLst>
        </pc:spChg>
        <pc:spChg chg="mod topLvl">
          <ac:chgData name="Kannepamula Mahesh Babu" userId="391c5b16-0897-4eca-a028-a97f935a3bd2" providerId="ADAL" clId="{9E3353FE-7EFD-4D1F-85AC-2D3001641A94}" dt="2026-07-27T13:12:30.290" v="2055" actId="465"/>
          <ac:spMkLst>
            <pc:docMk/>
            <pc:sldMk cId="290448218" sldId="2076137804"/>
            <ac:spMk id="23" creationId="{77C2DBF3-EF50-7D30-70C6-E1F803E2AC55}"/>
          </ac:spMkLst>
        </pc:spChg>
        <pc:spChg chg="mod topLvl">
          <ac:chgData name="Kannepamula Mahesh Babu" userId="391c5b16-0897-4eca-a028-a97f935a3bd2" providerId="ADAL" clId="{9E3353FE-7EFD-4D1F-85AC-2D3001641A94}" dt="2026-07-28T04:23:52.249" v="2059" actId="555"/>
          <ac:spMkLst>
            <pc:docMk/>
            <pc:sldMk cId="290448218" sldId="2076137804"/>
            <ac:spMk id="24" creationId="{505F1814-BE56-BBB9-35CC-3AB7A67638A4}"/>
          </ac:spMkLst>
        </pc:spChg>
        <pc:spChg chg="mod topLvl">
          <ac:chgData name="Kannepamula Mahesh Babu" userId="391c5b16-0897-4eca-a028-a97f935a3bd2" providerId="ADAL" clId="{9E3353FE-7EFD-4D1F-85AC-2D3001641A94}" dt="2026-07-27T12:53:31.839" v="1989" actId="12789"/>
          <ac:spMkLst>
            <pc:docMk/>
            <pc:sldMk cId="290448218" sldId="2076137804"/>
            <ac:spMk id="25" creationId="{309909D6-E40B-4139-F460-C91A071D172B}"/>
          </ac:spMkLst>
        </pc:spChg>
        <pc:spChg chg="mod">
          <ac:chgData name="Kannepamula Mahesh Babu" userId="391c5b16-0897-4eca-a028-a97f935a3bd2" providerId="ADAL" clId="{9E3353FE-7EFD-4D1F-85AC-2D3001641A94}" dt="2026-07-28T04:25:17.604" v="2078" actId="1076"/>
          <ac:spMkLst>
            <pc:docMk/>
            <pc:sldMk cId="290448218" sldId="2076137804"/>
            <ac:spMk id="27" creationId="{1E9A4980-FC9F-279E-D76C-1AB698732A75}"/>
          </ac:spMkLst>
        </pc:spChg>
        <pc:spChg chg="mod">
          <ac:chgData name="Kannepamula Mahesh Babu" userId="391c5b16-0897-4eca-a028-a97f935a3bd2" providerId="ADAL" clId="{9E3353FE-7EFD-4D1F-85AC-2D3001641A94}" dt="2026-07-27T12:53:47.487" v="1994" actId="12789"/>
          <ac:spMkLst>
            <pc:docMk/>
            <pc:sldMk cId="290448218" sldId="2076137804"/>
            <ac:spMk id="37" creationId="{55034277-B99B-F451-D25E-7E72B6977F59}"/>
          </ac:spMkLst>
        </pc:spChg>
        <pc:spChg chg="mod">
          <ac:chgData name="Kannepamula Mahesh Babu" userId="391c5b16-0897-4eca-a028-a97f935a3bd2" providerId="ADAL" clId="{9E3353FE-7EFD-4D1F-85AC-2D3001641A94}" dt="2026-07-27T12:53:43.915" v="1993" actId="12789"/>
          <ac:spMkLst>
            <pc:docMk/>
            <pc:sldMk cId="290448218" sldId="2076137804"/>
            <ac:spMk id="38" creationId="{1020DE70-1594-27D9-3152-F4A49CD2A598}"/>
          </ac:spMkLst>
        </pc:spChg>
        <pc:spChg chg="mod">
          <ac:chgData name="Kannepamula Mahesh Babu" userId="391c5b16-0897-4eca-a028-a97f935a3bd2" providerId="ADAL" clId="{9E3353FE-7EFD-4D1F-85AC-2D3001641A94}" dt="2026-07-27T12:53:41.696" v="1992" actId="12789"/>
          <ac:spMkLst>
            <pc:docMk/>
            <pc:sldMk cId="290448218" sldId="2076137804"/>
            <ac:spMk id="39" creationId="{0E835991-CAF3-3D29-74D9-31EB1B79A5AC}"/>
          </ac:spMkLst>
        </pc:spChg>
        <pc:spChg chg="mod">
          <ac:chgData name="Kannepamula Mahesh Babu" userId="391c5b16-0897-4eca-a028-a97f935a3bd2" providerId="ADAL" clId="{9E3353FE-7EFD-4D1F-85AC-2D3001641A94}" dt="2026-07-27T12:53:38.278" v="1991" actId="12789"/>
          <ac:spMkLst>
            <pc:docMk/>
            <pc:sldMk cId="290448218" sldId="2076137804"/>
            <ac:spMk id="40" creationId="{FC683051-CA4B-A20B-0A6B-24503B01A7A5}"/>
          </ac:spMkLst>
        </pc:spChg>
        <pc:spChg chg="mod">
          <ac:chgData name="Kannepamula Mahesh Babu" userId="391c5b16-0897-4eca-a028-a97f935a3bd2" providerId="ADAL" clId="{9E3353FE-7EFD-4D1F-85AC-2D3001641A94}" dt="2026-07-27T12:53:35.913" v="1990" actId="12789"/>
          <ac:spMkLst>
            <pc:docMk/>
            <pc:sldMk cId="290448218" sldId="2076137804"/>
            <ac:spMk id="41" creationId="{0199E7AE-F2B8-3A30-EE87-F2625D4E00C1}"/>
          </ac:spMkLst>
        </pc:spChg>
        <pc:spChg chg="mod">
          <ac:chgData name="Kannepamula Mahesh Babu" userId="391c5b16-0897-4eca-a028-a97f935a3bd2" providerId="ADAL" clId="{9E3353FE-7EFD-4D1F-85AC-2D3001641A94}" dt="2026-07-27T12:54:25.871" v="2004" actId="1076"/>
          <ac:spMkLst>
            <pc:docMk/>
            <pc:sldMk cId="290448218" sldId="2076137804"/>
            <ac:spMk id="42" creationId="{562DCF31-5BD2-EDE2-BDF6-E2F9C6172985}"/>
          </ac:spMkLst>
        </pc:spChg>
        <pc:spChg chg="mod">
          <ac:chgData name="Kannepamula Mahesh Babu" userId="391c5b16-0897-4eca-a028-a97f935a3bd2" providerId="ADAL" clId="{9E3353FE-7EFD-4D1F-85AC-2D3001641A94}" dt="2026-07-27T12:54:05.158" v="1996" actId="1076"/>
          <ac:spMkLst>
            <pc:docMk/>
            <pc:sldMk cId="290448218" sldId="2076137804"/>
            <ac:spMk id="56" creationId="{8327A0BB-AB4A-8F61-7651-0CB9C5E56EC1}"/>
          </ac:spMkLst>
        </pc:spChg>
        <pc:spChg chg="mod">
          <ac:chgData name="Kannepamula Mahesh Babu" userId="391c5b16-0897-4eca-a028-a97f935a3bd2" providerId="ADAL" clId="{9E3353FE-7EFD-4D1F-85AC-2D3001641A94}" dt="2026-07-27T12:54:05.158" v="1996" actId="1076"/>
          <ac:spMkLst>
            <pc:docMk/>
            <pc:sldMk cId="290448218" sldId="2076137804"/>
            <ac:spMk id="57" creationId="{DEEC6C34-4E0B-F84A-99B7-F83CC909B3CE}"/>
          </ac:spMkLst>
        </pc:spChg>
        <pc:spChg chg="mod">
          <ac:chgData name="Kannepamula Mahesh Babu" userId="391c5b16-0897-4eca-a028-a97f935a3bd2" providerId="ADAL" clId="{9E3353FE-7EFD-4D1F-85AC-2D3001641A94}" dt="2026-07-27T12:54:05.158" v="1996" actId="1076"/>
          <ac:spMkLst>
            <pc:docMk/>
            <pc:sldMk cId="290448218" sldId="2076137804"/>
            <ac:spMk id="59" creationId="{A4C38CC0-B1B9-6CEB-BB7F-A076C109F088}"/>
          </ac:spMkLst>
        </pc:spChg>
        <pc:spChg chg="mod">
          <ac:chgData name="Kannepamula Mahesh Babu" userId="391c5b16-0897-4eca-a028-a97f935a3bd2" providerId="ADAL" clId="{9E3353FE-7EFD-4D1F-85AC-2D3001641A94}" dt="2026-07-27T12:54:05.158" v="1996" actId="1076"/>
          <ac:spMkLst>
            <pc:docMk/>
            <pc:sldMk cId="290448218" sldId="2076137804"/>
            <ac:spMk id="60" creationId="{C8F90B28-0472-346A-79FD-2F45A7EE015D}"/>
          </ac:spMkLst>
        </pc:spChg>
        <pc:spChg chg="mod">
          <ac:chgData name="Kannepamula Mahesh Babu" userId="391c5b16-0897-4eca-a028-a97f935a3bd2" providerId="ADAL" clId="{9E3353FE-7EFD-4D1F-85AC-2D3001641A94}" dt="2026-07-27T12:54:10.196" v="1997" actId="1076"/>
          <ac:spMkLst>
            <pc:docMk/>
            <pc:sldMk cId="290448218" sldId="2076137804"/>
            <ac:spMk id="61" creationId="{5415592C-2B96-E52A-90FA-037A29BE9E78}"/>
          </ac:spMkLst>
        </pc:spChg>
        <pc:spChg chg="mod">
          <ac:chgData name="Kannepamula Mahesh Babu" userId="391c5b16-0897-4eca-a028-a97f935a3bd2" providerId="ADAL" clId="{9E3353FE-7EFD-4D1F-85AC-2D3001641A94}" dt="2026-07-27T12:54:10.196" v="1997" actId="1076"/>
          <ac:spMkLst>
            <pc:docMk/>
            <pc:sldMk cId="290448218" sldId="2076137804"/>
            <ac:spMk id="62" creationId="{BEB6E385-B758-204B-61EC-1724EFCEB09B}"/>
          </ac:spMkLst>
        </pc:spChg>
        <pc:spChg chg="mod">
          <ac:chgData name="Kannepamula Mahesh Babu" userId="391c5b16-0897-4eca-a028-a97f935a3bd2" providerId="ADAL" clId="{9E3353FE-7EFD-4D1F-85AC-2D3001641A94}" dt="2026-07-27T12:54:10.196" v="1997" actId="1076"/>
          <ac:spMkLst>
            <pc:docMk/>
            <pc:sldMk cId="290448218" sldId="2076137804"/>
            <ac:spMk id="63" creationId="{CE1BABB0-B556-9409-7E8E-981FD88E6E60}"/>
          </ac:spMkLst>
        </pc:spChg>
        <pc:spChg chg="mod">
          <ac:chgData name="Kannepamula Mahesh Babu" userId="391c5b16-0897-4eca-a028-a97f935a3bd2" providerId="ADAL" clId="{9E3353FE-7EFD-4D1F-85AC-2D3001641A94}" dt="2026-07-27T12:54:10.196" v="1997" actId="1076"/>
          <ac:spMkLst>
            <pc:docMk/>
            <pc:sldMk cId="290448218" sldId="2076137804"/>
            <ac:spMk id="64" creationId="{943D3CD4-F4C6-9C9E-7F1B-E8DFF04FBA62}"/>
          </ac:spMkLst>
        </pc:spChg>
        <pc:spChg chg="mod">
          <ac:chgData name="Kannepamula Mahesh Babu" userId="391c5b16-0897-4eca-a028-a97f935a3bd2" providerId="ADAL" clId="{9E3353FE-7EFD-4D1F-85AC-2D3001641A94}" dt="2026-07-27T12:54:10.196" v="1997" actId="1076"/>
          <ac:spMkLst>
            <pc:docMk/>
            <pc:sldMk cId="290448218" sldId="2076137804"/>
            <ac:spMk id="65" creationId="{72B3A1F2-98C7-BC2F-4AA3-544611EEA7E1}"/>
          </ac:spMkLst>
        </pc:spChg>
        <pc:spChg chg="mod">
          <ac:chgData name="Kannepamula Mahesh Babu" userId="391c5b16-0897-4eca-a028-a97f935a3bd2" providerId="ADAL" clId="{9E3353FE-7EFD-4D1F-85AC-2D3001641A94}" dt="2026-07-27T12:54:10.196" v="1997" actId="1076"/>
          <ac:spMkLst>
            <pc:docMk/>
            <pc:sldMk cId="290448218" sldId="2076137804"/>
            <ac:spMk id="66" creationId="{60C43CD9-7262-A2CB-8B56-8E08ECCA7760}"/>
          </ac:spMkLst>
        </pc:spChg>
        <pc:spChg chg="mod">
          <ac:chgData name="Kannepamula Mahesh Babu" userId="391c5b16-0897-4eca-a028-a97f935a3bd2" providerId="ADAL" clId="{9E3353FE-7EFD-4D1F-85AC-2D3001641A94}" dt="2026-07-27T12:54:14.254" v="2001" actId="1036"/>
          <ac:spMkLst>
            <pc:docMk/>
            <pc:sldMk cId="290448218" sldId="2076137804"/>
            <ac:spMk id="73" creationId="{F4535D40-CE5C-BDA7-CB51-89377D6C058C}"/>
          </ac:spMkLst>
        </pc:spChg>
        <pc:spChg chg="mod">
          <ac:chgData name="Kannepamula Mahesh Babu" userId="391c5b16-0897-4eca-a028-a97f935a3bd2" providerId="ADAL" clId="{9E3353FE-7EFD-4D1F-85AC-2D3001641A94}" dt="2026-07-27T12:54:14.254" v="2001" actId="1036"/>
          <ac:spMkLst>
            <pc:docMk/>
            <pc:sldMk cId="290448218" sldId="2076137804"/>
            <ac:spMk id="74" creationId="{55CE6475-01A5-910E-5DA0-B163D46C1489}"/>
          </ac:spMkLst>
        </pc:spChg>
        <pc:spChg chg="mod">
          <ac:chgData name="Kannepamula Mahesh Babu" userId="391c5b16-0897-4eca-a028-a97f935a3bd2" providerId="ADAL" clId="{9E3353FE-7EFD-4D1F-85AC-2D3001641A94}" dt="2026-07-27T12:54:14.254" v="2001" actId="1036"/>
          <ac:spMkLst>
            <pc:docMk/>
            <pc:sldMk cId="290448218" sldId="2076137804"/>
            <ac:spMk id="75" creationId="{203BBF52-1293-6074-1948-9277CA0B975D}"/>
          </ac:spMkLst>
        </pc:spChg>
        <pc:spChg chg="mod">
          <ac:chgData name="Kannepamula Mahesh Babu" userId="391c5b16-0897-4eca-a028-a97f935a3bd2" providerId="ADAL" clId="{9E3353FE-7EFD-4D1F-85AC-2D3001641A94}" dt="2026-07-27T12:54:14.254" v="2001" actId="1036"/>
          <ac:spMkLst>
            <pc:docMk/>
            <pc:sldMk cId="290448218" sldId="2076137804"/>
            <ac:spMk id="76" creationId="{8B93C067-EBD7-B51B-97FC-A02A705A179C}"/>
          </ac:spMkLst>
        </pc:spChg>
        <pc:spChg chg="mod">
          <ac:chgData name="Kannepamula Mahesh Babu" userId="391c5b16-0897-4eca-a028-a97f935a3bd2" providerId="ADAL" clId="{9E3353FE-7EFD-4D1F-85AC-2D3001641A94}" dt="2026-07-27T12:54:14.254" v="2001" actId="1036"/>
          <ac:spMkLst>
            <pc:docMk/>
            <pc:sldMk cId="290448218" sldId="2076137804"/>
            <ac:spMk id="77" creationId="{60FCA55F-A8DC-1EBB-2E52-D0F5CAC6D100}"/>
          </ac:spMkLst>
        </pc:spChg>
        <pc:spChg chg="mod">
          <ac:chgData name="Kannepamula Mahesh Babu" userId="391c5b16-0897-4eca-a028-a97f935a3bd2" providerId="ADAL" clId="{9E3353FE-7EFD-4D1F-85AC-2D3001641A94}" dt="2026-07-27T12:54:21.761" v="2002" actId="1076"/>
          <ac:spMkLst>
            <pc:docMk/>
            <pc:sldMk cId="290448218" sldId="2076137804"/>
            <ac:spMk id="79" creationId="{1A5AF9C1-63DE-0C71-1898-75E35D63DD10}"/>
          </ac:spMkLst>
        </pc:spChg>
        <pc:spChg chg="mod">
          <ac:chgData name="Kannepamula Mahesh Babu" userId="391c5b16-0897-4eca-a028-a97f935a3bd2" providerId="ADAL" clId="{9E3353FE-7EFD-4D1F-85AC-2D3001641A94}" dt="2026-07-27T12:54:21.761" v="2002" actId="1076"/>
          <ac:spMkLst>
            <pc:docMk/>
            <pc:sldMk cId="290448218" sldId="2076137804"/>
            <ac:spMk id="80" creationId="{8576FFEE-0E39-61CE-C1BE-2A7F09735003}"/>
          </ac:spMkLst>
        </pc:spChg>
        <pc:spChg chg="mod">
          <ac:chgData name="Kannepamula Mahesh Babu" userId="391c5b16-0897-4eca-a028-a97f935a3bd2" providerId="ADAL" clId="{9E3353FE-7EFD-4D1F-85AC-2D3001641A94}" dt="2026-07-27T12:54:21.761" v="2002" actId="1076"/>
          <ac:spMkLst>
            <pc:docMk/>
            <pc:sldMk cId="290448218" sldId="2076137804"/>
            <ac:spMk id="81" creationId="{31EC8F6E-A8A5-F83F-2D3B-0C1C73E3291E}"/>
          </ac:spMkLst>
        </pc:spChg>
        <pc:spChg chg="mod">
          <ac:chgData name="Kannepamula Mahesh Babu" userId="391c5b16-0897-4eca-a028-a97f935a3bd2" providerId="ADAL" clId="{9E3353FE-7EFD-4D1F-85AC-2D3001641A94}" dt="2026-07-27T12:54:21.761" v="2002" actId="1076"/>
          <ac:spMkLst>
            <pc:docMk/>
            <pc:sldMk cId="290448218" sldId="2076137804"/>
            <ac:spMk id="82" creationId="{E4337C9F-A44F-2E83-49A2-7816DE01764C}"/>
          </ac:spMkLst>
        </pc:spChg>
        <pc:spChg chg="mod">
          <ac:chgData name="Kannepamula Mahesh Babu" userId="391c5b16-0897-4eca-a028-a97f935a3bd2" providerId="ADAL" clId="{9E3353FE-7EFD-4D1F-85AC-2D3001641A94}" dt="2026-07-27T12:54:21.761" v="2002" actId="1076"/>
          <ac:spMkLst>
            <pc:docMk/>
            <pc:sldMk cId="290448218" sldId="2076137804"/>
            <ac:spMk id="83" creationId="{2550E2B7-6F4E-F52C-FDA7-C74718FF855C}"/>
          </ac:spMkLst>
        </pc:spChg>
        <pc:spChg chg="mod">
          <ac:chgData name="Kannepamula Mahesh Babu" userId="391c5b16-0897-4eca-a028-a97f935a3bd2" providerId="ADAL" clId="{9E3353FE-7EFD-4D1F-85AC-2D3001641A94}" dt="2026-07-27T12:54:33.229" v="2005" actId="1076"/>
          <ac:spMkLst>
            <pc:docMk/>
            <pc:sldMk cId="290448218" sldId="2076137804"/>
            <ac:spMk id="84" creationId="{E7FEE15E-652E-48B2-21EA-2DE8855CE8F0}"/>
          </ac:spMkLst>
        </pc:spChg>
        <pc:spChg chg="mod">
          <ac:chgData name="Kannepamula Mahesh Babu" userId="391c5b16-0897-4eca-a028-a97f935a3bd2" providerId="ADAL" clId="{9E3353FE-7EFD-4D1F-85AC-2D3001641A94}" dt="2026-07-27T12:54:33.229" v="2005" actId="1076"/>
          <ac:spMkLst>
            <pc:docMk/>
            <pc:sldMk cId="290448218" sldId="2076137804"/>
            <ac:spMk id="85" creationId="{A3FD2559-A625-F596-755F-BBA56CEAE84C}"/>
          </ac:spMkLst>
        </pc:spChg>
        <pc:spChg chg="mod">
          <ac:chgData name="Kannepamula Mahesh Babu" userId="391c5b16-0897-4eca-a028-a97f935a3bd2" providerId="ADAL" clId="{9E3353FE-7EFD-4D1F-85AC-2D3001641A94}" dt="2026-07-27T12:54:33.229" v="2005" actId="1076"/>
          <ac:spMkLst>
            <pc:docMk/>
            <pc:sldMk cId="290448218" sldId="2076137804"/>
            <ac:spMk id="86" creationId="{52B63580-466E-3E82-5B8C-795B4B7D8244}"/>
          </ac:spMkLst>
        </pc:spChg>
        <pc:spChg chg="mod">
          <ac:chgData name="Kannepamula Mahesh Babu" userId="391c5b16-0897-4eca-a028-a97f935a3bd2" providerId="ADAL" clId="{9E3353FE-7EFD-4D1F-85AC-2D3001641A94}" dt="2026-07-27T12:54:33.229" v="2005" actId="1076"/>
          <ac:spMkLst>
            <pc:docMk/>
            <pc:sldMk cId="290448218" sldId="2076137804"/>
            <ac:spMk id="87" creationId="{83388673-7425-51E0-A6C9-FC8402CC8A9E}"/>
          </ac:spMkLst>
        </pc:spChg>
        <pc:spChg chg="add del mod">
          <ac:chgData name="Kannepamula Mahesh Babu" userId="391c5b16-0897-4eca-a028-a97f935a3bd2" providerId="ADAL" clId="{9E3353FE-7EFD-4D1F-85AC-2D3001641A94}" dt="2026-07-27T12:26:14.931" v="1834" actId="6264"/>
          <ac:spMkLst>
            <pc:docMk/>
            <pc:sldMk cId="290448218" sldId="2076137804"/>
            <ac:spMk id="104" creationId="{2270B12D-641D-F6C6-0886-CEFF6EE45A67}"/>
          </ac:spMkLst>
        </pc:spChg>
        <pc:spChg chg="add del mod">
          <ac:chgData name="Kannepamula Mahesh Babu" userId="391c5b16-0897-4eca-a028-a97f935a3bd2" providerId="ADAL" clId="{9E3353FE-7EFD-4D1F-85AC-2D3001641A94}" dt="2026-07-27T12:26:15.101" v="1835" actId="6264"/>
          <ac:spMkLst>
            <pc:docMk/>
            <pc:sldMk cId="290448218" sldId="2076137804"/>
            <ac:spMk id="105" creationId="{77441EBE-E0C2-1944-C160-3A90C8D3D35F}"/>
          </ac:spMkLst>
        </pc:spChg>
        <pc:spChg chg="add del mod">
          <ac:chgData name="Kannepamula Mahesh Babu" userId="391c5b16-0897-4eca-a028-a97f935a3bd2" providerId="ADAL" clId="{9E3353FE-7EFD-4D1F-85AC-2D3001641A94}" dt="2026-07-27T12:26:15.310" v="1836" actId="6264"/>
          <ac:spMkLst>
            <pc:docMk/>
            <pc:sldMk cId="290448218" sldId="2076137804"/>
            <ac:spMk id="106" creationId="{0CAE6514-B499-F79A-DA1C-5D3C02622508}"/>
          </ac:spMkLst>
        </pc:spChg>
        <pc:spChg chg="add del mod">
          <ac:chgData name="Kannepamula Mahesh Babu" userId="391c5b16-0897-4eca-a028-a97f935a3bd2" providerId="ADAL" clId="{9E3353FE-7EFD-4D1F-85AC-2D3001641A94}" dt="2026-07-27T12:26:23.291" v="1841" actId="478"/>
          <ac:spMkLst>
            <pc:docMk/>
            <pc:sldMk cId="290448218" sldId="2076137804"/>
            <ac:spMk id="107" creationId="{8337CB32-638A-F55C-B877-D2DC33607E63}"/>
          </ac:spMkLst>
        </pc:spChg>
        <pc:spChg chg="add del mod">
          <ac:chgData name="Kannepamula Mahesh Babu" userId="391c5b16-0897-4eca-a028-a97f935a3bd2" providerId="ADAL" clId="{9E3353FE-7EFD-4D1F-85AC-2D3001641A94}" dt="2026-07-27T12:26:23.291" v="1841" actId="478"/>
          <ac:spMkLst>
            <pc:docMk/>
            <pc:sldMk cId="290448218" sldId="2076137804"/>
            <ac:spMk id="108" creationId="{BB076F33-4C61-0779-0478-47E3D06DFFF1}"/>
          </ac:spMkLst>
        </pc:spChg>
        <pc:spChg chg="add mod">
          <ac:chgData name="Kannepamula Mahesh Babu" userId="391c5b16-0897-4eca-a028-a97f935a3bd2" providerId="ADAL" clId="{9E3353FE-7EFD-4D1F-85AC-2D3001641A94}" dt="2026-07-27T12:26:23.603" v="1842"/>
          <ac:spMkLst>
            <pc:docMk/>
            <pc:sldMk cId="290448218" sldId="2076137804"/>
            <ac:spMk id="109" creationId="{123E3E38-CA6B-2D25-C66C-512F2BB57444}"/>
          </ac:spMkLst>
        </pc:spChg>
        <pc:spChg chg="add mod">
          <ac:chgData name="Kannepamula Mahesh Babu" userId="391c5b16-0897-4eca-a028-a97f935a3bd2" providerId="ADAL" clId="{9E3353FE-7EFD-4D1F-85AC-2D3001641A94}" dt="2026-07-27T12:26:23.603" v="1842"/>
          <ac:spMkLst>
            <pc:docMk/>
            <pc:sldMk cId="290448218" sldId="2076137804"/>
            <ac:spMk id="110" creationId="{09EC26AB-C70A-AEBC-8EC9-159E1092E3BE}"/>
          </ac:spMkLst>
        </pc:spChg>
        <pc:grpChg chg="del">
          <ac:chgData name="Kannepamula Mahesh Babu" userId="391c5b16-0897-4eca-a028-a97f935a3bd2" providerId="ADAL" clId="{9E3353FE-7EFD-4D1F-85AC-2D3001641A94}" dt="2026-07-27T12:53:28.818" v="1988" actId="165"/>
          <ac:grpSpMkLst>
            <pc:docMk/>
            <pc:sldMk cId="290448218" sldId="2076137804"/>
            <ac:grpSpMk id="35" creationId="{5B69492F-3463-9C18-30B1-8AF0178289F1}"/>
          </ac:grpSpMkLst>
        </pc:grpChg>
        <pc:cxnChg chg="add mod">
          <ac:chgData name="Kannepamula Mahesh Babu" userId="391c5b16-0897-4eca-a028-a97f935a3bd2" providerId="ADAL" clId="{9E3353FE-7EFD-4D1F-85AC-2D3001641A94}" dt="2026-07-28T04:23:52.249" v="2059" actId="555"/>
          <ac:cxnSpMkLst>
            <pc:docMk/>
            <pc:sldMk cId="290448218" sldId="2076137804"/>
            <ac:cxnSpMk id="3" creationId="{A431DC8B-C6EA-2B03-6177-9250E22C3C60}"/>
          </ac:cxnSpMkLst>
        </pc:cxnChg>
        <pc:cxnChg chg="add mod">
          <ac:chgData name="Kannepamula Mahesh Babu" userId="391c5b16-0897-4eca-a028-a97f935a3bd2" providerId="ADAL" clId="{9E3353FE-7EFD-4D1F-85AC-2D3001641A94}" dt="2026-07-28T04:24:30.925" v="2064" actId="555"/>
          <ac:cxnSpMkLst>
            <pc:docMk/>
            <pc:sldMk cId="290448218" sldId="2076137804"/>
            <ac:cxnSpMk id="4" creationId="{DF753AC2-09C7-A850-8730-713720EE7D45}"/>
          </ac:cxnSpMkLst>
        </pc:cxnChg>
        <pc:cxnChg chg="add mod">
          <ac:chgData name="Kannepamula Mahesh Babu" userId="391c5b16-0897-4eca-a028-a97f935a3bd2" providerId="ADAL" clId="{9E3353FE-7EFD-4D1F-85AC-2D3001641A94}" dt="2026-07-28T04:24:35.698" v="2066" actId="555"/>
          <ac:cxnSpMkLst>
            <pc:docMk/>
            <pc:sldMk cId="290448218" sldId="2076137804"/>
            <ac:cxnSpMk id="5" creationId="{9BD9B9C3-A79F-B39A-0A83-8F41D6B5613F}"/>
          </ac:cxnSpMkLst>
        </pc:cxnChg>
        <pc:cxnChg chg="add mod">
          <ac:chgData name="Kannepamula Mahesh Babu" userId="391c5b16-0897-4eca-a028-a97f935a3bd2" providerId="ADAL" clId="{9E3353FE-7EFD-4D1F-85AC-2D3001641A94}" dt="2026-07-28T04:24:42.456" v="2068" actId="555"/>
          <ac:cxnSpMkLst>
            <pc:docMk/>
            <pc:sldMk cId="290448218" sldId="2076137804"/>
            <ac:cxnSpMk id="6" creationId="{7B341693-878E-8484-47B3-A11C20DAEDE2}"/>
          </ac:cxnSpMkLst>
        </pc:cxnChg>
        <pc:cxnChg chg="add mod">
          <ac:chgData name="Kannepamula Mahesh Babu" userId="391c5b16-0897-4eca-a028-a97f935a3bd2" providerId="ADAL" clId="{9E3353FE-7EFD-4D1F-85AC-2D3001641A94}" dt="2026-07-28T04:24:54.471" v="2072" actId="555"/>
          <ac:cxnSpMkLst>
            <pc:docMk/>
            <pc:sldMk cId="290448218" sldId="2076137804"/>
            <ac:cxnSpMk id="7" creationId="{D6AF8A44-4754-FCA2-1FE7-C812987B65F6}"/>
          </ac:cxnSpMkLst>
        </pc:cxnChg>
        <pc:cxnChg chg="add mod">
          <ac:chgData name="Kannepamula Mahesh Babu" userId="391c5b16-0897-4eca-a028-a97f935a3bd2" providerId="ADAL" clId="{9E3353FE-7EFD-4D1F-85AC-2D3001641A94}" dt="2026-07-28T04:24:56.774" v="2074" actId="571"/>
          <ac:cxnSpMkLst>
            <pc:docMk/>
            <pc:sldMk cId="290448218" sldId="2076137804"/>
            <ac:cxnSpMk id="9" creationId="{87E40213-64AA-1150-B50B-0E8B61117C6A}"/>
          </ac:cxnSpMkLst>
        </pc:cxnChg>
        <pc:cxnChg chg="add mod">
          <ac:chgData name="Kannepamula Mahesh Babu" userId="391c5b16-0897-4eca-a028-a97f935a3bd2" providerId="ADAL" clId="{9E3353FE-7EFD-4D1F-85AC-2D3001641A94}" dt="2026-07-28T04:25:06.303" v="2077" actId="555"/>
          <ac:cxnSpMkLst>
            <pc:docMk/>
            <pc:sldMk cId="290448218" sldId="2076137804"/>
            <ac:cxnSpMk id="10" creationId="{6B59B929-ACCF-1037-2877-3DFF90B8C24F}"/>
          </ac:cxnSpMkLst>
        </pc:cxnChg>
        <pc:cxnChg chg="mod">
          <ac:chgData name="Kannepamula Mahesh Babu" userId="391c5b16-0897-4eca-a028-a97f935a3bd2" providerId="ADAL" clId="{9E3353FE-7EFD-4D1F-85AC-2D3001641A94}" dt="2026-07-27T13:12:30.290" v="2055" actId="465"/>
          <ac:cxnSpMkLst>
            <pc:docMk/>
            <pc:sldMk cId="290448218" sldId="2076137804"/>
            <ac:cxnSpMk id="93" creationId="{849EC6A4-C6C4-60B9-6E00-BD3E7E7B2E1D}"/>
          </ac:cxnSpMkLst>
        </pc:cxnChg>
        <pc:cxnChg chg="mod">
          <ac:chgData name="Kannepamula Mahesh Babu" userId="391c5b16-0897-4eca-a028-a97f935a3bd2" providerId="ADAL" clId="{9E3353FE-7EFD-4D1F-85AC-2D3001641A94}" dt="2026-07-27T13:11:11.662" v="2054" actId="465"/>
          <ac:cxnSpMkLst>
            <pc:docMk/>
            <pc:sldMk cId="290448218" sldId="2076137804"/>
            <ac:cxnSpMk id="98" creationId="{C4F5DF65-93B8-B658-86AE-BFA3BFCBAABA}"/>
          </ac:cxnSpMkLst>
        </pc:cxnChg>
        <pc:cxnChg chg="mod">
          <ac:chgData name="Kannepamula Mahesh Babu" userId="391c5b16-0897-4eca-a028-a97f935a3bd2" providerId="ADAL" clId="{9E3353FE-7EFD-4D1F-85AC-2D3001641A94}" dt="2026-07-27T13:12:30.290" v="2055" actId="465"/>
          <ac:cxnSpMkLst>
            <pc:docMk/>
            <pc:sldMk cId="290448218" sldId="2076137804"/>
            <ac:cxnSpMk id="99" creationId="{B8D6CE34-31E9-53DE-AB5A-DFBCF69D07D5}"/>
          </ac:cxnSpMkLst>
        </pc:cxnChg>
        <pc:cxnChg chg="mod">
          <ac:chgData name="Kannepamula Mahesh Babu" userId="391c5b16-0897-4eca-a028-a97f935a3bd2" providerId="ADAL" clId="{9E3353FE-7EFD-4D1F-85AC-2D3001641A94}" dt="2026-07-27T13:12:30.290" v="2055" actId="465"/>
          <ac:cxnSpMkLst>
            <pc:docMk/>
            <pc:sldMk cId="290448218" sldId="2076137804"/>
            <ac:cxnSpMk id="101" creationId="{D6A7A7DD-E01C-B36D-43E5-2E25476C76D3}"/>
          </ac:cxnSpMkLst>
        </pc:cxnChg>
        <pc:cxnChg chg="mod">
          <ac:chgData name="Kannepamula Mahesh Babu" userId="391c5b16-0897-4eca-a028-a97f935a3bd2" providerId="ADAL" clId="{9E3353FE-7EFD-4D1F-85AC-2D3001641A94}" dt="2026-07-27T13:12:30.290" v="2055" actId="465"/>
          <ac:cxnSpMkLst>
            <pc:docMk/>
            <pc:sldMk cId="290448218" sldId="2076137804"/>
            <ac:cxnSpMk id="103" creationId="{6BDEC3D4-3620-E966-2225-FB314086BE4E}"/>
          </ac:cxnSpMkLst>
        </pc:cxnChg>
      </pc:sldChg>
      <pc:sldChg chg="addSp delSp modSp mod">
        <pc:chgData name="Kannepamula Mahesh Babu" userId="391c5b16-0897-4eca-a028-a97f935a3bd2" providerId="ADAL" clId="{9E3353FE-7EFD-4D1F-85AC-2D3001641A94}" dt="2026-07-27T12:49:16.909" v="1956" actId="1582"/>
        <pc:sldMkLst>
          <pc:docMk/>
          <pc:sldMk cId="1174482974" sldId="2076137805"/>
        </pc:sldMkLst>
        <pc:spChg chg="del mod">
          <ac:chgData name="Kannepamula Mahesh Babu" userId="391c5b16-0897-4eca-a028-a97f935a3bd2" providerId="ADAL" clId="{9E3353FE-7EFD-4D1F-85AC-2D3001641A94}" dt="2026-07-27T12:26:19.991" v="1839" actId="478"/>
          <ac:spMkLst>
            <pc:docMk/>
            <pc:sldMk cId="1174482974" sldId="2076137805"/>
            <ac:spMk id="3" creationId="{C5EC8153-F9F4-1626-D978-C6A927862AD6}"/>
          </ac:spMkLst>
        </pc:spChg>
        <pc:spChg chg="del mod">
          <ac:chgData name="Kannepamula Mahesh Babu" userId="391c5b16-0897-4eca-a028-a97f935a3bd2" providerId="ADAL" clId="{9E3353FE-7EFD-4D1F-85AC-2D3001641A94}" dt="2026-07-27T12:26:19.991" v="1839" actId="478"/>
          <ac:spMkLst>
            <pc:docMk/>
            <pc:sldMk cId="1174482974" sldId="2076137805"/>
            <ac:spMk id="4" creationId="{5BC1ED73-9794-7C1E-4B8D-9947EB330110}"/>
          </ac:spMkLst>
        </pc:spChg>
        <pc:spChg chg="mod topLvl">
          <ac:chgData name="Kannepamula Mahesh Babu" userId="391c5b16-0897-4eca-a028-a97f935a3bd2" providerId="ADAL" clId="{9E3353FE-7EFD-4D1F-85AC-2D3001641A94}" dt="2026-07-27T10:16:43.416" v="123" actId="14100"/>
          <ac:spMkLst>
            <pc:docMk/>
            <pc:sldMk cId="1174482974" sldId="2076137805"/>
            <ac:spMk id="12" creationId="{7A8C608C-27D0-4684-ECF5-94CB46CF29D7}"/>
          </ac:spMkLst>
        </pc:spChg>
        <pc:spChg chg="mod">
          <ac:chgData name="Kannepamula Mahesh Babu" userId="391c5b16-0897-4eca-a028-a97f935a3bd2" providerId="ADAL" clId="{9E3353FE-7EFD-4D1F-85AC-2D3001641A94}" dt="2026-07-27T10:14:27.982" v="99" actId="165"/>
          <ac:spMkLst>
            <pc:docMk/>
            <pc:sldMk cId="1174482974" sldId="2076137805"/>
            <ac:spMk id="14" creationId="{2D53E97D-3A6C-B385-16FB-579E97EE5F7B}"/>
          </ac:spMkLst>
        </pc:spChg>
        <pc:spChg chg="mod">
          <ac:chgData name="Kannepamula Mahesh Babu" userId="391c5b16-0897-4eca-a028-a97f935a3bd2" providerId="ADAL" clId="{9E3353FE-7EFD-4D1F-85AC-2D3001641A94}" dt="2026-07-27T10:14:27.982" v="99" actId="165"/>
          <ac:spMkLst>
            <pc:docMk/>
            <pc:sldMk cId="1174482974" sldId="2076137805"/>
            <ac:spMk id="16" creationId="{24019D86-DC9A-46C8-558F-54E6EBCDE8C7}"/>
          </ac:spMkLst>
        </pc:spChg>
        <pc:spChg chg="mod">
          <ac:chgData name="Kannepamula Mahesh Babu" userId="391c5b16-0897-4eca-a028-a97f935a3bd2" providerId="ADAL" clId="{9E3353FE-7EFD-4D1F-85AC-2D3001641A94}" dt="2026-07-27T10:14:27.982" v="99" actId="165"/>
          <ac:spMkLst>
            <pc:docMk/>
            <pc:sldMk cId="1174482974" sldId="2076137805"/>
            <ac:spMk id="18" creationId="{E917EABA-AAB0-6662-D396-417EF2EF1A15}"/>
          </ac:spMkLst>
        </pc:spChg>
        <pc:spChg chg="mod topLvl">
          <ac:chgData name="Kannepamula Mahesh Babu" userId="391c5b16-0897-4eca-a028-a97f935a3bd2" providerId="ADAL" clId="{9E3353FE-7EFD-4D1F-85AC-2D3001641A94}" dt="2026-07-27T10:14:44.038" v="102" actId="164"/>
          <ac:spMkLst>
            <pc:docMk/>
            <pc:sldMk cId="1174482974" sldId="2076137805"/>
            <ac:spMk id="20" creationId="{12AEF796-E234-5522-6E08-D35BD2D64AE8}"/>
          </ac:spMkLst>
        </pc:spChg>
        <pc:spChg chg="mod">
          <ac:chgData name="Kannepamula Mahesh Babu" userId="391c5b16-0897-4eca-a028-a97f935a3bd2" providerId="ADAL" clId="{9E3353FE-7EFD-4D1F-85AC-2D3001641A94}" dt="2026-07-27T12:46:13.822" v="1916" actId="14100"/>
          <ac:spMkLst>
            <pc:docMk/>
            <pc:sldMk cId="1174482974" sldId="2076137805"/>
            <ac:spMk id="22" creationId="{73424FD2-5B2E-B153-C376-8FD58B783A00}"/>
          </ac:spMkLst>
        </pc:spChg>
        <pc:spChg chg="mod">
          <ac:chgData name="Kannepamula Mahesh Babu" userId="391c5b16-0897-4eca-a028-a97f935a3bd2" providerId="ADAL" clId="{9E3353FE-7EFD-4D1F-85AC-2D3001641A94}" dt="2026-07-27T12:46:13.822" v="1916" actId="14100"/>
          <ac:spMkLst>
            <pc:docMk/>
            <pc:sldMk cId="1174482974" sldId="2076137805"/>
            <ac:spMk id="24" creationId="{DCE7F777-C89F-DF19-6DC0-39BC522D50E4}"/>
          </ac:spMkLst>
        </pc:spChg>
        <pc:spChg chg="mod">
          <ac:chgData name="Kannepamula Mahesh Babu" userId="391c5b16-0897-4eca-a028-a97f935a3bd2" providerId="ADAL" clId="{9E3353FE-7EFD-4D1F-85AC-2D3001641A94}" dt="2026-07-27T12:46:13.822" v="1916" actId="14100"/>
          <ac:spMkLst>
            <pc:docMk/>
            <pc:sldMk cId="1174482974" sldId="2076137805"/>
            <ac:spMk id="26" creationId="{7D174D60-00B6-48E5-4DEE-B26149D3E9DF}"/>
          </ac:spMkLst>
        </pc:spChg>
        <pc:spChg chg="mod">
          <ac:chgData name="Kannepamula Mahesh Babu" userId="391c5b16-0897-4eca-a028-a97f935a3bd2" providerId="ADAL" clId="{9E3353FE-7EFD-4D1F-85AC-2D3001641A94}" dt="2026-07-27T10:14:27.982" v="99" actId="165"/>
          <ac:spMkLst>
            <pc:docMk/>
            <pc:sldMk cId="1174482974" sldId="2076137805"/>
            <ac:spMk id="28" creationId="{E6E1E61A-E6F1-D638-9FC6-399FB0C04776}"/>
          </ac:spMkLst>
        </pc:spChg>
        <pc:spChg chg="mod topLvl">
          <ac:chgData name="Kannepamula Mahesh Babu" userId="391c5b16-0897-4eca-a028-a97f935a3bd2" providerId="ADAL" clId="{9E3353FE-7EFD-4D1F-85AC-2D3001641A94}" dt="2026-07-27T12:46:17.573" v="1917" actId="408"/>
          <ac:spMkLst>
            <pc:docMk/>
            <pc:sldMk cId="1174482974" sldId="2076137805"/>
            <ac:spMk id="29" creationId="{9DD4AD8A-ADAB-9E21-524E-65965E08F6AA}"/>
          </ac:spMkLst>
        </pc:spChg>
        <pc:spChg chg="mod topLvl">
          <ac:chgData name="Kannepamula Mahesh Babu" userId="391c5b16-0897-4eca-a028-a97f935a3bd2" providerId="ADAL" clId="{9E3353FE-7EFD-4D1F-85AC-2D3001641A94}" dt="2026-07-27T10:14:44.038" v="102" actId="164"/>
          <ac:spMkLst>
            <pc:docMk/>
            <pc:sldMk cId="1174482974" sldId="2076137805"/>
            <ac:spMk id="54" creationId="{44A99BAC-7D7D-9170-D1B7-CB765385592F}"/>
          </ac:spMkLst>
        </pc:spChg>
        <pc:spChg chg="add mod">
          <ac:chgData name="Kannepamula Mahesh Babu" userId="391c5b16-0897-4eca-a028-a97f935a3bd2" providerId="ADAL" clId="{9E3353FE-7EFD-4D1F-85AC-2D3001641A94}" dt="2026-07-27T10:26:40.854" v="128" actId="1076"/>
          <ac:spMkLst>
            <pc:docMk/>
            <pc:sldMk cId="1174482974" sldId="2076137805"/>
            <ac:spMk id="60" creationId="{60597C1E-1F30-2BB1-60A0-DE09290E434A}"/>
          </ac:spMkLst>
        </pc:spChg>
        <pc:spChg chg="add mod">
          <ac:chgData name="Kannepamula Mahesh Babu" userId="391c5b16-0897-4eca-a028-a97f935a3bd2" providerId="ADAL" clId="{9E3353FE-7EFD-4D1F-85AC-2D3001641A94}" dt="2026-07-27T12:26:20.293" v="1840"/>
          <ac:spMkLst>
            <pc:docMk/>
            <pc:sldMk cId="1174482974" sldId="2076137805"/>
            <ac:spMk id="61" creationId="{33D335B6-7911-5F0D-7EB2-314774790825}"/>
          </ac:spMkLst>
        </pc:spChg>
        <pc:spChg chg="add mod">
          <ac:chgData name="Kannepamula Mahesh Babu" userId="391c5b16-0897-4eca-a028-a97f935a3bd2" providerId="ADAL" clId="{9E3353FE-7EFD-4D1F-85AC-2D3001641A94}" dt="2026-07-27T12:26:20.293" v="1840"/>
          <ac:spMkLst>
            <pc:docMk/>
            <pc:sldMk cId="1174482974" sldId="2076137805"/>
            <ac:spMk id="62" creationId="{FAE43F8E-F18E-24CB-B5F8-756E3328810D}"/>
          </ac:spMkLst>
        </pc:spChg>
        <pc:grpChg chg="mod">
          <ac:chgData name="Kannepamula Mahesh Babu" userId="391c5b16-0897-4eca-a028-a97f935a3bd2" providerId="ADAL" clId="{9E3353FE-7EFD-4D1F-85AC-2D3001641A94}" dt="2026-07-27T10:14:44.038" v="102" actId="164"/>
          <ac:grpSpMkLst>
            <pc:docMk/>
            <pc:sldMk cId="1174482974" sldId="2076137805"/>
            <ac:grpSpMk id="27" creationId="{484B536F-7628-4DDF-EA33-03C0C1060EA1}"/>
          </ac:grpSpMkLst>
        </pc:grpChg>
        <pc:grpChg chg="mod">
          <ac:chgData name="Kannepamula Mahesh Babu" userId="391c5b16-0897-4eca-a028-a97f935a3bd2" providerId="ADAL" clId="{9E3353FE-7EFD-4D1F-85AC-2D3001641A94}" dt="2026-07-27T10:14:44.038" v="102" actId="164"/>
          <ac:grpSpMkLst>
            <pc:docMk/>
            <pc:sldMk cId="1174482974" sldId="2076137805"/>
            <ac:grpSpMk id="50" creationId="{6A8473FC-70B0-1CD1-848A-338A593AFEAF}"/>
          </ac:grpSpMkLst>
        </pc:grpChg>
        <pc:grpChg chg="add mod">
          <ac:chgData name="Kannepamula Mahesh Babu" userId="391c5b16-0897-4eca-a028-a97f935a3bd2" providerId="ADAL" clId="{9E3353FE-7EFD-4D1F-85AC-2D3001641A94}" dt="2026-07-27T10:14:26.770" v="98" actId="14100"/>
          <ac:grpSpMkLst>
            <pc:docMk/>
            <pc:sldMk cId="1174482974" sldId="2076137805"/>
            <ac:grpSpMk id="57" creationId="{FB55C015-B875-898A-3CFB-5C5E0FE9BAA3}"/>
          </ac:grpSpMkLst>
        </pc:grpChg>
        <pc:grpChg chg="add mod">
          <ac:chgData name="Kannepamula Mahesh Babu" userId="391c5b16-0897-4eca-a028-a97f935a3bd2" providerId="ADAL" clId="{9E3353FE-7EFD-4D1F-85AC-2D3001641A94}" dt="2026-07-27T10:14:13.967" v="95" actId="14100"/>
          <ac:grpSpMkLst>
            <pc:docMk/>
            <pc:sldMk cId="1174482974" sldId="2076137805"/>
            <ac:grpSpMk id="58" creationId="{532386DE-1C47-CD73-ED13-32C63912D188}"/>
          </ac:grpSpMkLst>
        </pc:grpChg>
        <pc:grpChg chg="add mod">
          <ac:chgData name="Kannepamula Mahesh Babu" userId="391c5b16-0897-4eca-a028-a97f935a3bd2" providerId="ADAL" clId="{9E3353FE-7EFD-4D1F-85AC-2D3001641A94}" dt="2026-07-27T10:16:06.921" v="121" actId="465"/>
          <ac:grpSpMkLst>
            <pc:docMk/>
            <pc:sldMk cId="1174482974" sldId="2076137805"/>
            <ac:grpSpMk id="59" creationId="{54506225-8E56-9AB5-EBEA-1655BEBC3EBB}"/>
          </ac:grpSpMkLst>
        </pc:grpChg>
        <pc:graphicFrameChg chg="add mod modGraphic">
          <ac:chgData name="Kannepamula Mahesh Babu" userId="391c5b16-0897-4eca-a028-a97f935a3bd2" providerId="ADAL" clId="{9E3353FE-7EFD-4D1F-85AC-2D3001641A94}" dt="2026-07-27T12:48:15.176" v="1952" actId="404"/>
          <ac:graphicFrameMkLst>
            <pc:docMk/>
            <pc:sldMk cId="1174482974" sldId="2076137805"/>
            <ac:graphicFrameMk id="56" creationId="{96FE72D3-2083-4C3D-AAC3-F43D9BC2A0E9}"/>
          </ac:graphicFrameMkLst>
        </pc:graphicFrameChg>
        <pc:cxnChg chg="mod">
          <ac:chgData name="Kannepamula Mahesh Babu" userId="391c5b16-0897-4eca-a028-a97f935a3bd2" providerId="ADAL" clId="{9E3353FE-7EFD-4D1F-85AC-2D3001641A94}" dt="2026-07-27T12:49:16.909" v="1956" actId="1582"/>
          <ac:cxnSpMkLst>
            <pc:docMk/>
            <pc:sldMk cId="1174482974" sldId="2076137805"/>
            <ac:cxnSpMk id="31" creationId="{C88C3D61-8D22-BDB8-C891-D2FFDC460A8C}"/>
          </ac:cxnSpMkLst>
        </pc:cxnChg>
        <pc:cxnChg chg="mod">
          <ac:chgData name="Kannepamula Mahesh Babu" userId="391c5b16-0897-4eca-a028-a97f935a3bd2" providerId="ADAL" clId="{9E3353FE-7EFD-4D1F-85AC-2D3001641A94}" dt="2026-07-27T12:49:16.909" v="1956" actId="1582"/>
          <ac:cxnSpMkLst>
            <pc:docMk/>
            <pc:sldMk cId="1174482974" sldId="2076137805"/>
            <ac:cxnSpMk id="33" creationId="{EC847361-989F-4335-39F2-287FD551D804}"/>
          </ac:cxnSpMkLst>
        </pc:cxnChg>
        <pc:cxnChg chg="mod">
          <ac:chgData name="Kannepamula Mahesh Babu" userId="391c5b16-0897-4eca-a028-a97f935a3bd2" providerId="ADAL" clId="{9E3353FE-7EFD-4D1F-85AC-2D3001641A94}" dt="2026-07-27T12:49:16.909" v="1956" actId="1582"/>
          <ac:cxnSpMkLst>
            <pc:docMk/>
            <pc:sldMk cId="1174482974" sldId="2076137805"/>
            <ac:cxnSpMk id="36" creationId="{57D368F3-87E1-F04E-AC02-BB36CF046441}"/>
          </ac:cxnSpMkLst>
        </pc:cxnChg>
        <pc:cxnChg chg="mod">
          <ac:chgData name="Kannepamula Mahesh Babu" userId="391c5b16-0897-4eca-a028-a97f935a3bd2" providerId="ADAL" clId="{9E3353FE-7EFD-4D1F-85AC-2D3001641A94}" dt="2026-07-27T12:49:16.909" v="1956" actId="1582"/>
          <ac:cxnSpMkLst>
            <pc:docMk/>
            <pc:sldMk cId="1174482974" sldId="2076137805"/>
            <ac:cxnSpMk id="39" creationId="{9B99D55D-DE75-566C-3716-CE11DFDD4EE4}"/>
          </ac:cxnSpMkLst>
        </pc:cxnChg>
        <pc:cxnChg chg="mod">
          <ac:chgData name="Kannepamula Mahesh Babu" userId="391c5b16-0897-4eca-a028-a97f935a3bd2" providerId="ADAL" clId="{9E3353FE-7EFD-4D1F-85AC-2D3001641A94}" dt="2026-07-27T12:49:16.909" v="1956" actId="1582"/>
          <ac:cxnSpMkLst>
            <pc:docMk/>
            <pc:sldMk cId="1174482974" sldId="2076137805"/>
            <ac:cxnSpMk id="52" creationId="{542BFF3B-5729-3709-7EE5-4A1CC0F135B8}"/>
          </ac:cxnSpMkLst>
        </pc:cxnChg>
      </pc:sldChg>
      <pc:sldChg chg="addSp delSp modSp new mod">
        <pc:chgData name="Kannepamula Mahesh Babu" userId="391c5b16-0897-4eca-a028-a97f935a3bd2" providerId="ADAL" clId="{9E3353FE-7EFD-4D1F-85AC-2D3001641A94}" dt="2026-07-27T12:55:08.818" v="2006" actId="20577"/>
        <pc:sldMkLst>
          <pc:docMk/>
          <pc:sldMk cId="2327510652" sldId="2076137806"/>
        </pc:sldMkLst>
        <pc:spChg chg="mod">
          <ac:chgData name="Kannepamula Mahesh Babu" userId="391c5b16-0897-4eca-a028-a97f935a3bd2" providerId="ADAL" clId="{9E3353FE-7EFD-4D1F-85AC-2D3001641A94}" dt="2026-07-27T12:55:08.818" v="2006" actId="20577"/>
          <ac:spMkLst>
            <pc:docMk/>
            <pc:sldMk cId="2327510652" sldId="2076137806"/>
            <ac:spMk id="2" creationId="{B5EECD87-498D-0EB7-356B-1E819CD5A34A}"/>
          </ac:spMkLst>
        </pc:spChg>
        <pc:spChg chg="del">
          <ac:chgData name="Kannepamula Mahesh Babu" userId="391c5b16-0897-4eca-a028-a97f935a3bd2" providerId="ADAL" clId="{9E3353FE-7EFD-4D1F-85AC-2D3001641A94}" dt="2026-07-27T12:26:36.596" v="1843" actId="478"/>
          <ac:spMkLst>
            <pc:docMk/>
            <pc:sldMk cId="2327510652" sldId="2076137806"/>
            <ac:spMk id="3" creationId="{BF3248C5-17A1-6923-1010-6E1C23448EF4}"/>
          </ac:spMkLst>
        </pc:spChg>
        <pc:spChg chg="del">
          <ac:chgData name="Kannepamula Mahesh Babu" userId="391c5b16-0897-4eca-a028-a97f935a3bd2" providerId="ADAL" clId="{9E3353FE-7EFD-4D1F-85AC-2D3001641A94}" dt="2026-07-27T12:26:36.596" v="1843" actId="478"/>
          <ac:spMkLst>
            <pc:docMk/>
            <pc:sldMk cId="2327510652" sldId="2076137806"/>
            <ac:spMk id="4" creationId="{28EE78C8-3394-1403-3A6E-304F7A491F83}"/>
          </ac:spMkLst>
        </pc:spChg>
        <pc:spChg chg="add mod">
          <ac:chgData name="Kannepamula Mahesh Babu" userId="391c5b16-0897-4eca-a028-a97f935a3bd2" providerId="ADAL" clId="{9E3353FE-7EFD-4D1F-85AC-2D3001641A94}" dt="2026-07-27T10:33:22.175" v="143" actId="14100"/>
          <ac:spMkLst>
            <pc:docMk/>
            <pc:sldMk cId="2327510652" sldId="2076137806"/>
            <ac:spMk id="6" creationId="{85B76058-2958-92FD-55B0-5831BF060560}"/>
          </ac:spMkLst>
        </pc:spChg>
        <pc:spChg chg="add del mod">
          <ac:chgData name="Kannepamula Mahesh Babu" userId="391c5b16-0897-4eca-a028-a97f935a3bd2" providerId="ADAL" clId="{9E3353FE-7EFD-4D1F-85AC-2D3001641A94}" dt="2026-07-27T10:33:16.300" v="140" actId="21"/>
          <ac:spMkLst>
            <pc:docMk/>
            <pc:sldMk cId="2327510652" sldId="2076137806"/>
            <ac:spMk id="8" creationId="{269E38A7-6993-2CAF-B90F-9E129BA83B5B}"/>
          </ac:spMkLst>
        </pc:spChg>
        <pc:spChg chg="add">
          <ac:chgData name="Kannepamula Mahesh Babu" userId="391c5b16-0897-4eca-a028-a97f935a3bd2" providerId="ADAL" clId="{9E3353FE-7EFD-4D1F-85AC-2D3001641A94}" dt="2026-07-27T10:33:18.731" v="142" actId="22"/>
          <ac:spMkLst>
            <pc:docMk/>
            <pc:sldMk cId="2327510652" sldId="2076137806"/>
            <ac:spMk id="10" creationId="{9F0170E0-6EDE-BCF5-CDDA-A693202DD50D}"/>
          </ac:spMkLst>
        </pc:spChg>
        <pc:spChg chg="add mod">
          <ac:chgData name="Kannepamula Mahesh Babu" userId="391c5b16-0897-4eca-a028-a97f935a3bd2" providerId="ADAL" clId="{9E3353FE-7EFD-4D1F-85AC-2D3001641A94}" dt="2026-07-27T10:33:42.464" v="148" actId="20577"/>
          <ac:spMkLst>
            <pc:docMk/>
            <pc:sldMk cId="2327510652" sldId="2076137806"/>
            <ac:spMk id="12" creationId="{D54E51C9-B3EA-A18C-2239-A556172498C1}"/>
          </ac:spMkLst>
        </pc:spChg>
        <pc:spChg chg="add mod topLvl">
          <ac:chgData name="Kannepamula Mahesh Babu" userId="391c5b16-0897-4eca-a028-a97f935a3bd2" providerId="ADAL" clId="{9E3353FE-7EFD-4D1F-85AC-2D3001641A94}" dt="2026-07-27T10:44:17.786" v="328" actId="1076"/>
          <ac:spMkLst>
            <pc:docMk/>
            <pc:sldMk cId="2327510652" sldId="2076137806"/>
            <ac:spMk id="14" creationId="{0AD30476-BFC0-0AFA-3D9F-4ECAE56E161D}"/>
          </ac:spMkLst>
        </pc:spChg>
        <pc:spChg chg="add mod topLvl">
          <ac:chgData name="Kannepamula Mahesh Babu" userId="391c5b16-0897-4eca-a028-a97f935a3bd2" providerId="ADAL" clId="{9E3353FE-7EFD-4D1F-85AC-2D3001641A94}" dt="2026-07-27T10:44:17.786" v="328" actId="1076"/>
          <ac:spMkLst>
            <pc:docMk/>
            <pc:sldMk cId="2327510652" sldId="2076137806"/>
            <ac:spMk id="16" creationId="{8BBE4649-8365-026F-6DCD-9607C001662B}"/>
          </ac:spMkLst>
        </pc:spChg>
        <pc:spChg chg="add mod topLvl">
          <ac:chgData name="Kannepamula Mahesh Babu" userId="391c5b16-0897-4eca-a028-a97f935a3bd2" providerId="ADAL" clId="{9E3353FE-7EFD-4D1F-85AC-2D3001641A94}" dt="2026-07-27T10:44:17.786" v="328" actId="1076"/>
          <ac:spMkLst>
            <pc:docMk/>
            <pc:sldMk cId="2327510652" sldId="2076137806"/>
            <ac:spMk id="18" creationId="{C09813CB-92EB-C432-3FD8-59850DB8F8DF}"/>
          </ac:spMkLst>
        </pc:spChg>
        <pc:spChg chg="add mod">
          <ac:chgData name="Kannepamula Mahesh Babu" userId="391c5b16-0897-4eca-a028-a97f935a3bd2" providerId="ADAL" clId="{9E3353FE-7EFD-4D1F-85AC-2D3001641A94}" dt="2026-07-27T10:44:17.786" v="328" actId="1076"/>
          <ac:spMkLst>
            <pc:docMk/>
            <pc:sldMk cId="2327510652" sldId="2076137806"/>
            <ac:spMk id="21" creationId="{1F5CC447-0A3E-32F5-467F-C4EC6D732873}"/>
          </ac:spMkLst>
        </pc:spChg>
        <pc:spChg chg="add mod">
          <ac:chgData name="Kannepamula Mahesh Babu" userId="391c5b16-0897-4eca-a028-a97f935a3bd2" providerId="ADAL" clId="{9E3353FE-7EFD-4D1F-85AC-2D3001641A94}" dt="2026-07-27T10:44:17.786" v="328" actId="1076"/>
          <ac:spMkLst>
            <pc:docMk/>
            <pc:sldMk cId="2327510652" sldId="2076137806"/>
            <ac:spMk id="22" creationId="{8CB3BF85-EA6A-068A-9467-BF904AA86BD7}"/>
          </ac:spMkLst>
        </pc:spChg>
        <pc:spChg chg="add mod">
          <ac:chgData name="Kannepamula Mahesh Babu" userId="391c5b16-0897-4eca-a028-a97f935a3bd2" providerId="ADAL" clId="{9E3353FE-7EFD-4D1F-85AC-2D3001641A94}" dt="2026-07-27T10:44:17.786" v="328" actId="1076"/>
          <ac:spMkLst>
            <pc:docMk/>
            <pc:sldMk cId="2327510652" sldId="2076137806"/>
            <ac:spMk id="23" creationId="{E8D358D1-D8B7-1A9F-E58A-0E8E69ED8AA9}"/>
          </ac:spMkLst>
        </pc:spChg>
        <pc:spChg chg="add mod ord">
          <ac:chgData name="Kannepamula Mahesh Babu" userId="391c5b16-0897-4eca-a028-a97f935a3bd2" providerId="ADAL" clId="{9E3353FE-7EFD-4D1F-85AC-2D3001641A94}" dt="2026-07-27T10:44:17.786" v="328" actId="1076"/>
          <ac:spMkLst>
            <pc:docMk/>
            <pc:sldMk cId="2327510652" sldId="2076137806"/>
            <ac:spMk id="25" creationId="{59C0E3E6-B443-2045-96F1-4DEF2D8D3AF8}"/>
          </ac:spMkLst>
        </pc:spChg>
        <pc:spChg chg="add del mod ord">
          <ac:chgData name="Kannepamula Mahesh Babu" userId="391c5b16-0897-4eca-a028-a97f935a3bd2" providerId="ADAL" clId="{9E3353FE-7EFD-4D1F-85AC-2D3001641A94}" dt="2026-07-27T10:41:28.924" v="280" actId="478"/>
          <ac:spMkLst>
            <pc:docMk/>
            <pc:sldMk cId="2327510652" sldId="2076137806"/>
            <ac:spMk id="27" creationId="{E7D80978-1258-2F43-CC40-F4633415394E}"/>
          </ac:spMkLst>
        </pc:spChg>
        <pc:spChg chg="add del mod ord">
          <ac:chgData name="Kannepamula Mahesh Babu" userId="391c5b16-0897-4eca-a028-a97f935a3bd2" providerId="ADAL" clId="{9E3353FE-7EFD-4D1F-85AC-2D3001641A94}" dt="2026-07-27T10:41:28.924" v="280" actId="478"/>
          <ac:spMkLst>
            <pc:docMk/>
            <pc:sldMk cId="2327510652" sldId="2076137806"/>
            <ac:spMk id="29" creationId="{0138C04C-BFB0-A49C-B4EC-320CF7C8995D}"/>
          </ac:spMkLst>
        </pc:spChg>
        <pc:spChg chg="add del mod">
          <ac:chgData name="Kannepamula Mahesh Babu" userId="391c5b16-0897-4eca-a028-a97f935a3bd2" providerId="ADAL" clId="{9E3353FE-7EFD-4D1F-85AC-2D3001641A94}" dt="2026-07-27T10:39:39.766" v="241" actId="478"/>
          <ac:spMkLst>
            <pc:docMk/>
            <pc:sldMk cId="2327510652" sldId="2076137806"/>
            <ac:spMk id="31" creationId="{293805F8-2565-987C-4D3B-8271694142A5}"/>
          </ac:spMkLst>
        </pc:spChg>
        <pc:spChg chg="add mod ord">
          <ac:chgData name="Kannepamula Mahesh Babu" userId="391c5b16-0897-4eca-a028-a97f935a3bd2" providerId="ADAL" clId="{9E3353FE-7EFD-4D1F-85AC-2D3001641A94}" dt="2026-07-27T10:44:17.786" v="328" actId="1076"/>
          <ac:spMkLst>
            <pc:docMk/>
            <pc:sldMk cId="2327510652" sldId="2076137806"/>
            <ac:spMk id="33" creationId="{3BE0B097-67C1-43E9-1F54-8D4F6FD70278}"/>
          </ac:spMkLst>
        </pc:spChg>
        <pc:spChg chg="add mod ord">
          <ac:chgData name="Kannepamula Mahesh Babu" userId="391c5b16-0897-4eca-a028-a97f935a3bd2" providerId="ADAL" clId="{9E3353FE-7EFD-4D1F-85AC-2D3001641A94}" dt="2026-07-27T10:44:17.786" v="328" actId="1076"/>
          <ac:spMkLst>
            <pc:docMk/>
            <pc:sldMk cId="2327510652" sldId="2076137806"/>
            <ac:spMk id="34" creationId="{D8828FC1-5EEC-DD0D-47C5-94A489AD4F0D}"/>
          </ac:spMkLst>
        </pc:spChg>
        <pc:spChg chg="add mod">
          <ac:chgData name="Kannepamula Mahesh Babu" userId="391c5b16-0897-4eca-a028-a97f935a3bd2" providerId="ADAL" clId="{9E3353FE-7EFD-4D1F-85AC-2D3001641A94}" dt="2026-07-27T12:26:36.866" v="1844"/>
          <ac:spMkLst>
            <pc:docMk/>
            <pc:sldMk cId="2327510652" sldId="2076137806"/>
            <ac:spMk id="37" creationId="{FCF12C48-552E-84DF-F9AC-D2C9C7E1789E}"/>
          </ac:spMkLst>
        </pc:spChg>
        <pc:spChg chg="add mod">
          <ac:chgData name="Kannepamula Mahesh Babu" userId="391c5b16-0897-4eca-a028-a97f935a3bd2" providerId="ADAL" clId="{9E3353FE-7EFD-4D1F-85AC-2D3001641A94}" dt="2026-07-27T12:26:36.866" v="1844"/>
          <ac:spMkLst>
            <pc:docMk/>
            <pc:sldMk cId="2327510652" sldId="2076137806"/>
            <ac:spMk id="38" creationId="{D995F138-6338-F3DC-6FFB-CCCA90AE58B7}"/>
          </ac:spMkLst>
        </pc:spChg>
        <pc:grpChg chg="add del mod">
          <ac:chgData name="Kannepamula Mahesh Babu" userId="391c5b16-0897-4eca-a028-a97f935a3bd2" providerId="ADAL" clId="{9E3353FE-7EFD-4D1F-85AC-2D3001641A94}" dt="2026-07-27T10:38:33.379" v="221" actId="165"/>
          <ac:grpSpMkLst>
            <pc:docMk/>
            <pc:sldMk cId="2327510652" sldId="2076137806"/>
            <ac:grpSpMk id="19" creationId="{893A35B6-E5AC-32D4-9CFB-15BAFFAB8F58}"/>
          </ac:grpSpMkLst>
        </pc:grpChg>
        <pc:graphicFrameChg chg="add mod modGraphic">
          <ac:chgData name="Kannepamula Mahesh Babu" userId="391c5b16-0897-4eca-a028-a97f935a3bd2" providerId="ADAL" clId="{9E3353FE-7EFD-4D1F-85AC-2D3001641A94}" dt="2026-07-27T10:46:36.476" v="386" actId="572"/>
          <ac:graphicFrameMkLst>
            <pc:docMk/>
            <pc:sldMk cId="2327510652" sldId="2076137806"/>
            <ac:graphicFrameMk id="32" creationId="{3C48A413-E454-F8BB-8FBC-2BF4D7C80A3C}"/>
          </ac:graphicFrameMkLst>
        </pc:graphicFrameChg>
        <pc:graphicFrameChg chg="add mod modGraphic">
          <ac:chgData name="Kannepamula Mahesh Babu" userId="391c5b16-0897-4eca-a028-a97f935a3bd2" providerId="ADAL" clId="{9E3353FE-7EFD-4D1F-85AC-2D3001641A94}" dt="2026-07-27T10:46:38.889" v="387"/>
          <ac:graphicFrameMkLst>
            <pc:docMk/>
            <pc:sldMk cId="2327510652" sldId="2076137806"/>
            <ac:graphicFrameMk id="35" creationId="{0DDFF0BF-0C0A-08D3-D99F-1C6DDB19F0CD}"/>
          </ac:graphicFrameMkLst>
        </pc:graphicFrameChg>
        <pc:graphicFrameChg chg="add mod modGraphic">
          <ac:chgData name="Kannepamula Mahesh Babu" userId="391c5b16-0897-4eca-a028-a97f935a3bd2" providerId="ADAL" clId="{9E3353FE-7EFD-4D1F-85AC-2D3001641A94}" dt="2026-07-27T10:46:41.295" v="388"/>
          <ac:graphicFrameMkLst>
            <pc:docMk/>
            <pc:sldMk cId="2327510652" sldId="2076137806"/>
            <ac:graphicFrameMk id="36" creationId="{86F379F3-5918-032E-CAC0-1342853CFEB1}"/>
          </ac:graphicFrameMkLst>
        </pc:graphicFrameChg>
      </pc:sldChg>
      <pc:sldChg chg="addSp delSp modSp new mod modClrScheme chgLayout">
        <pc:chgData name="Kannepamula Mahesh Babu" userId="391c5b16-0897-4eca-a028-a97f935a3bd2" providerId="ADAL" clId="{9E3353FE-7EFD-4D1F-85AC-2D3001641A94}" dt="2026-07-27T12:57:49.378" v="2012" actId="14100"/>
        <pc:sldMkLst>
          <pc:docMk/>
          <pc:sldMk cId="4190763406" sldId="2076137807"/>
        </pc:sldMkLst>
        <pc:spChg chg="mod ord">
          <ac:chgData name="Kannepamula Mahesh Babu" userId="391c5b16-0897-4eca-a028-a97f935a3bd2" providerId="ADAL" clId="{9E3353FE-7EFD-4D1F-85AC-2D3001641A94}" dt="2026-07-27T12:55:15.304" v="2007" actId="20577"/>
          <ac:spMkLst>
            <pc:docMk/>
            <pc:sldMk cId="4190763406" sldId="2076137807"/>
            <ac:spMk id="2" creationId="{371F0A89-C4CF-B70B-BB1B-CC9330698914}"/>
          </ac:spMkLst>
        </pc:spChg>
        <pc:spChg chg="del mod ord">
          <ac:chgData name="Kannepamula Mahesh Babu" userId="391c5b16-0897-4eca-a028-a97f935a3bd2" providerId="ADAL" clId="{9E3353FE-7EFD-4D1F-85AC-2D3001641A94}" dt="2026-07-27T12:26:41.236" v="1845" actId="478"/>
          <ac:spMkLst>
            <pc:docMk/>
            <pc:sldMk cId="4190763406" sldId="2076137807"/>
            <ac:spMk id="3" creationId="{5452D7D1-411A-64FF-1828-926F47256B98}"/>
          </ac:spMkLst>
        </pc:spChg>
        <pc:spChg chg="del mod ord">
          <ac:chgData name="Kannepamula Mahesh Babu" userId="391c5b16-0897-4eca-a028-a97f935a3bd2" providerId="ADAL" clId="{9E3353FE-7EFD-4D1F-85AC-2D3001641A94}" dt="2026-07-27T12:26:41.236" v="1845" actId="478"/>
          <ac:spMkLst>
            <pc:docMk/>
            <pc:sldMk cId="4190763406" sldId="2076137807"/>
            <ac:spMk id="4" creationId="{D1696FB6-CC75-249C-D088-BC3712FA6DBF}"/>
          </ac:spMkLst>
        </pc:spChg>
        <pc:spChg chg="add del mod">
          <ac:chgData name="Kannepamula Mahesh Babu" userId="391c5b16-0897-4eca-a028-a97f935a3bd2" providerId="ADAL" clId="{9E3353FE-7EFD-4D1F-85AC-2D3001641A94}" dt="2026-07-27T10:53:42.950" v="399" actId="6264"/>
          <ac:spMkLst>
            <pc:docMk/>
            <pc:sldMk cId="4190763406" sldId="2076137807"/>
            <ac:spMk id="5" creationId="{AC1F1261-836E-B62A-BA48-CE2F1CF4521C}"/>
          </ac:spMkLst>
        </pc:spChg>
        <pc:spChg chg="add del mod">
          <ac:chgData name="Kannepamula Mahesh Babu" userId="391c5b16-0897-4eca-a028-a97f935a3bd2" providerId="ADAL" clId="{9E3353FE-7EFD-4D1F-85AC-2D3001641A94}" dt="2026-07-27T10:53:42.950" v="399" actId="6264"/>
          <ac:spMkLst>
            <pc:docMk/>
            <pc:sldMk cId="4190763406" sldId="2076137807"/>
            <ac:spMk id="6" creationId="{608485CE-E8C1-ADF1-3BE7-952953B93AD6}"/>
          </ac:spMkLst>
        </pc:spChg>
        <pc:spChg chg="add del mod">
          <ac:chgData name="Kannepamula Mahesh Babu" userId="391c5b16-0897-4eca-a028-a97f935a3bd2" providerId="ADAL" clId="{9E3353FE-7EFD-4D1F-85AC-2D3001641A94}" dt="2026-07-27T10:53:42.950" v="399" actId="6264"/>
          <ac:spMkLst>
            <pc:docMk/>
            <pc:sldMk cId="4190763406" sldId="2076137807"/>
            <ac:spMk id="7" creationId="{E6624494-80EE-3DB6-094A-394FB944B2DC}"/>
          </ac:spMkLst>
        </pc:spChg>
        <pc:spChg chg="add mod">
          <ac:chgData name="Kannepamula Mahesh Babu" userId="391c5b16-0897-4eca-a028-a97f935a3bd2" providerId="ADAL" clId="{9E3353FE-7EFD-4D1F-85AC-2D3001641A94}" dt="2026-07-27T10:54:18.086" v="406" actId="20577"/>
          <ac:spMkLst>
            <pc:docMk/>
            <pc:sldMk cId="4190763406" sldId="2076137807"/>
            <ac:spMk id="9" creationId="{97C4EE25-AD1B-3382-7602-5C88A02742DB}"/>
          </ac:spMkLst>
        </pc:spChg>
        <pc:spChg chg="add mod">
          <ac:chgData name="Kannepamula Mahesh Babu" userId="391c5b16-0897-4eca-a028-a97f935a3bd2" providerId="ADAL" clId="{9E3353FE-7EFD-4D1F-85AC-2D3001641A94}" dt="2026-07-27T12:32:15.345" v="1900" actId="14100"/>
          <ac:spMkLst>
            <pc:docMk/>
            <pc:sldMk cId="4190763406" sldId="2076137807"/>
            <ac:spMk id="11" creationId="{3B32981D-DB37-5285-A528-4C00F92D370C}"/>
          </ac:spMkLst>
        </pc:spChg>
        <pc:spChg chg="add mod">
          <ac:chgData name="Kannepamula Mahesh Babu" userId="391c5b16-0897-4eca-a028-a97f935a3bd2" providerId="ADAL" clId="{9E3353FE-7EFD-4D1F-85AC-2D3001641A94}" dt="2026-07-27T10:55:08.030" v="420" actId="207"/>
          <ac:spMkLst>
            <pc:docMk/>
            <pc:sldMk cId="4190763406" sldId="2076137807"/>
            <ac:spMk id="12" creationId="{3C5C00FD-610F-094A-3649-A37D767D2020}"/>
          </ac:spMkLst>
        </pc:spChg>
        <pc:spChg chg="add mod">
          <ac:chgData name="Kannepamula Mahesh Babu" userId="391c5b16-0897-4eca-a028-a97f935a3bd2" providerId="ADAL" clId="{9E3353FE-7EFD-4D1F-85AC-2D3001641A94}" dt="2026-07-27T10:56:16.930" v="441" actId="164"/>
          <ac:spMkLst>
            <pc:docMk/>
            <pc:sldMk cId="4190763406" sldId="2076137807"/>
            <ac:spMk id="13" creationId="{1ACB5BF6-00E5-52C0-DD14-DCA972B9B96B}"/>
          </ac:spMkLst>
        </pc:spChg>
        <pc:spChg chg="add mod">
          <ac:chgData name="Kannepamula Mahesh Babu" userId="391c5b16-0897-4eca-a028-a97f935a3bd2" providerId="ADAL" clId="{9E3353FE-7EFD-4D1F-85AC-2D3001641A94}" dt="2026-07-27T10:56:16.930" v="441" actId="164"/>
          <ac:spMkLst>
            <pc:docMk/>
            <pc:sldMk cId="4190763406" sldId="2076137807"/>
            <ac:spMk id="14" creationId="{D8AF7B33-758F-0A62-E2F2-DE2A0AB7E935}"/>
          </ac:spMkLst>
        </pc:spChg>
        <pc:spChg chg="add mod">
          <ac:chgData name="Kannepamula Mahesh Babu" userId="391c5b16-0897-4eca-a028-a97f935a3bd2" providerId="ADAL" clId="{9E3353FE-7EFD-4D1F-85AC-2D3001641A94}" dt="2026-07-27T11:15:58.525" v="717" actId="14100"/>
          <ac:spMkLst>
            <pc:docMk/>
            <pc:sldMk cId="4190763406" sldId="2076137807"/>
            <ac:spMk id="22" creationId="{B30FEB48-A425-CC9A-B0C6-0CA7463A844F}"/>
          </ac:spMkLst>
        </pc:spChg>
        <pc:spChg chg="add mod">
          <ac:chgData name="Kannepamula Mahesh Babu" userId="391c5b16-0897-4eca-a028-a97f935a3bd2" providerId="ADAL" clId="{9E3353FE-7EFD-4D1F-85AC-2D3001641A94}" dt="2026-07-27T11:11:36.576" v="648" actId="14100"/>
          <ac:spMkLst>
            <pc:docMk/>
            <pc:sldMk cId="4190763406" sldId="2076137807"/>
            <ac:spMk id="23" creationId="{198982B3-D154-6192-1566-082D56CEC1CE}"/>
          </ac:spMkLst>
        </pc:spChg>
        <pc:spChg chg="add mod">
          <ac:chgData name="Kannepamula Mahesh Babu" userId="391c5b16-0897-4eca-a028-a97f935a3bd2" providerId="ADAL" clId="{9E3353FE-7EFD-4D1F-85AC-2D3001641A94}" dt="2026-07-27T11:11:57.634" v="657" actId="207"/>
          <ac:spMkLst>
            <pc:docMk/>
            <pc:sldMk cId="4190763406" sldId="2076137807"/>
            <ac:spMk id="24" creationId="{CF8E3819-70B7-D0FB-3FE3-BE29CCAA1E98}"/>
          </ac:spMkLst>
        </pc:spChg>
        <pc:spChg chg="add mod">
          <ac:chgData name="Kannepamula Mahesh Babu" userId="391c5b16-0897-4eca-a028-a97f935a3bd2" providerId="ADAL" clId="{9E3353FE-7EFD-4D1F-85AC-2D3001641A94}" dt="2026-07-27T11:12:08.405" v="668" actId="207"/>
          <ac:spMkLst>
            <pc:docMk/>
            <pc:sldMk cId="4190763406" sldId="2076137807"/>
            <ac:spMk id="25" creationId="{0E64F33C-2F48-AA2E-9BC0-9D4DF8056474}"/>
          </ac:spMkLst>
        </pc:spChg>
        <pc:spChg chg="add mod">
          <ac:chgData name="Kannepamula Mahesh Babu" userId="391c5b16-0897-4eca-a028-a97f935a3bd2" providerId="ADAL" clId="{9E3353FE-7EFD-4D1F-85AC-2D3001641A94}" dt="2026-07-27T11:12:18.021" v="678"/>
          <ac:spMkLst>
            <pc:docMk/>
            <pc:sldMk cId="4190763406" sldId="2076137807"/>
            <ac:spMk id="26" creationId="{0DD9230B-70DC-87F2-8B69-BF370C89782B}"/>
          </ac:spMkLst>
        </pc:spChg>
        <pc:spChg chg="add mod">
          <ac:chgData name="Kannepamula Mahesh Babu" userId="391c5b16-0897-4eca-a028-a97f935a3bd2" providerId="ADAL" clId="{9E3353FE-7EFD-4D1F-85AC-2D3001641A94}" dt="2026-07-27T11:16:14.522" v="719" actId="14100"/>
          <ac:spMkLst>
            <pc:docMk/>
            <pc:sldMk cId="4190763406" sldId="2076137807"/>
            <ac:spMk id="27" creationId="{0058B726-3A58-51E4-ED71-D21554CED10F}"/>
          </ac:spMkLst>
        </pc:spChg>
        <pc:spChg chg="add mod">
          <ac:chgData name="Kannepamula Mahesh Babu" userId="391c5b16-0897-4eca-a028-a97f935a3bd2" providerId="ADAL" clId="{9E3353FE-7EFD-4D1F-85AC-2D3001641A94}" dt="2026-07-27T12:57:49.378" v="2012" actId="14100"/>
          <ac:spMkLst>
            <pc:docMk/>
            <pc:sldMk cId="4190763406" sldId="2076137807"/>
            <ac:spMk id="28" creationId="{EAB46C5A-0E17-0538-FE7A-3EC099D9065A}"/>
          </ac:spMkLst>
        </pc:spChg>
        <pc:spChg chg="add del mod">
          <ac:chgData name="Kannepamula Mahesh Babu" userId="391c5b16-0897-4eca-a028-a97f935a3bd2" providerId="ADAL" clId="{9E3353FE-7EFD-4D1F-85AC-2D3001641A94}" dt="2026-07-27T11:17:57.699" v="751" actId="6264"/>
          <ac:spMkLst>
            <pc:docMk/>
            <pc:sldMk cId="4190763406" sldId="2076137807"/>
            <ac:spMk id="29" creationId="{FCC32EA5-08F3-A14A-F0CE-021C17604020}"/>
          </ac:spMkLst>
        </pc:spChg>
        <pc:spChg chg="add del mod">
          <ac:chgData name="Kannepamula Mahesh Babu" userId="391c5b16-0897-4eca-a028-a97f935a3bd2" providerId="ADAL" clId="{9E3353FE-7EFD-4D1F-85AC-2D3001641A94}" dt="2026-07-27T11:17:57.699" v="751" actId="6264"/>
          <ac:spMkLst>
            <pc:docMk/>
            <pc:sldMk cId="4190763406" sldId="2076137807"/>
            <ac:spMk id="30" creationId="{D2E72A51-68A6-D05D-45B7-3DF60AFE01B9}"/>
          </ac:spMkLst>
        </pc:spChg>
        <pc:spChg chg="add del mod">
          <ac:chgData name="Kannepamula Mahesh Babu" userId="391c5b16-0897-4eca-a028-a97f935a3bd2" providerId="ADAL" clId="{9E3353FE-7EFD-4D1F-85AC-2D3001641A94}" dt="2026-07-27T11:17:57.699" v="751" actId="6264"/>
          <ac:spMkLst>
            <pc:docMk/>
            <pc:sldMk cId="4190763406" sldId="2076137807"/>
            <ac:spMk id="31" creationId="{34B423CC-05E4-70E0-B024-466392941FDC}"/>
          </ac:spMkLst>
        </pc:spChg>
        <pc:spChg chg="add del mod">
          <ac:chgData name="Kannepamula Mahesh Babu" userId="391c5b16-0897-4eca-a028-a97f935a3bd2" providerId="ADAL" clId="{9E3353FE-7EFD-4D1F-85AC-2D3001641A94}" dt="2026-07-27T11:17:58.064" v="752" actId="6264"/>
          <ac:spMkLst>
            <pc:docMk/>
            <pc:sldMk cId="4190763406" sldId="2076137807"/>
            <ac:spMk id="32" creationId="{8A8A58F5-83F3-22CB-9D04-F4B27CB846BF}"/>
          </ac:spMkLst>
        </pc:spChg>
        <pc:spChg chg="add del mod">
          <ac:chgData name="Kannepamula Mahesh Babu" userId="391c5b16-0897-4eca-a028-a97f935a3bd2" providerId="ADAL" clId="{9E3353FE-7EFD-4D1F-85AC-2D3001641A94}" dt="2026-07-27T11:17:58.064" v="752" actId="6264"/>
          <ac:spMkLst>
            <pc:docMk/>
            <pc:sldMk cId="4190763406" sldId="2076137807"/>
            <ac:spMk id="33" creationId="{064337DD-ABA9-F1EC-B4A4-E0AF08BE52AF}"/>
          </ac:spMkLst>
        </pc:spChg>
        <pc:spChg chg="add del mod">
          <ac:chgData name="Kannepamula Mahesh Babu" userId="391c5b16-0897-4eca-a028-a97f935a3bd2" providerId="ADAL" clId="{9E3353FE-7EFD-4D1F-85AC-2D3001641A94}" dt="2026-07-27T11:17:58.064" v="752" actId="6264"/>
          <ac:spMkLst>
            <pc:docMk/>
            <pc:sldMk cId="4190763406" sldId="2076137807"/>
            <ac:spMk id="34" creationId="{EC09EE50-3C95-6CE5-9CB2-EE055A0DBB38}"/>
          </ac:spMkLst>
        </pc:spChg>
        <pc:spChg chg="add del">
          <ac:chgData name="Kannepamula Mahesh Babu" userId="391c5b16-0897-4eca-a028-a97f935a3bd2" providerId="ADAL" clId="{9E3353FE-7EFD-4D1F-85AC-2D3001641A94}" dt="2026-07-27T11:25:02.700" v="839" actId="478"/>
          <ac:spMkLst>
            <pc:docMk/>
            <pc:sldMk cId="4190763406" sldId="2076137807"/>
            <ac:spMk id="36" creationId="{FA39F2DD-8328-28B3-12FC-D0A11579CD99}"/>
          </ac:spMkLst>
        </pc:spChg>
        <pc:spChg chg="add mod">
          <ac:chgData name="Kannepamula Mahesh Babu" userId="391c5b16-0897-4eca-a028-a97f935a3bd2" providerId="ADAL" clId="{9E3353FE-7EFD-4D1F-85AC-2D3001641A94}" dt="2026-07-27T12:26:41.522" v="1846"/>
          <ac:spMkLst>
            <pc:docMk/>
            <pc:sldMk cId="4190763406" sldId="2076137807"/>
            <ac:spMk id="37" creationId="{AC9F098A-977E-632E-3E2F-9443B27339FF}"/>
          </ac:spMkLst>
        </pc:spChg>
        <pc:spChg chg="add mod">
          <ac:chgData name="Kannepamula Mahesh Babu" userId="391c5b16-0897-4eca-a028-a97f935a3bd2" providerId="ADAL" clId="{9E3353FE-7EFD-4D1F-85AC-2D3001641A94}" dt="2026-07-27T12:26:41.522" v="1846"/>
          <ac:spMkLst>
            <pc:docMk/>
            <pc:sldMk cId="4190763406" sldId="2076137807"/>
            <ac:spMk id="38" creationId="{B27B527D-4BF1-F189-6317-3EE78CF9FFBD}"/>
          </ac:spMkLst>
        </pc:spChg>
        <pc:grpChg chg="add mod">
          <ac:chgData name="Kannepamula Mahesh Babu" userId="391c5b16-0897-4eca-a028-a97f935a3bd2" providerId="ADAL" clId="{9E3353FE-7EFD-4D1F-85AC-2D3001641A94}" dt="2026-07-27T10:56:22.327" v="442" actId="1076"/>
          <ac:grpSpMkLst>
            <pc:docMk/>
            <pc:sldMk cId="4190763406" sldId="2076137807"/>
            <ac:grpSpMk id="20" creationId="{4C88CD31-E7ED-6908-67D1-CA25F8CE220D}"/>
          </ac:grpSpMkLst>
        </pc:grpChg>
        <pc:graphicFrameChg chg="add mod modGraphic">
          <ac:chgData name="Kannepamula Mahesh Babu" userId="391c5b16-0897-4eca-a028-a97f935a3bd2" providerId="ADAL" clId="{9E3353FE-7EFD-4D1F-85AC-2D3001641A94}" dt="2026-07-27T11:25:00.213" v="838" actId="14734"/>
          <ac:graphicFrameMkLst>
            <pc:docMk/>
            <pc:sldMk cId="4190763406" sldId="2076137807"/>
            <ac:graphicFrameMk id="21" creationId="{BFA36C03-2BAC-A897-BA80-64CDE0746BE6}"/>
          </ac:graphicFrameMkLst>
        </pc:graphicFrameChg>
        <pc:cxnChg chg="add mod">
          <ac:chgData name="Kannepamula Mahesh Babu" userId="391c5b16-0897-4eca-a028-a97f935a3bd2" providerId="ADAL" clId="{9E3353FE-7EFD-4D1F-85AC-2D3001641A94}" dt="2026-07-27T10:56:16.930" v="441" actId="164"/>
          <ac:cxnSpMkLst>
            <pc:docMk/>
            <pc:sldMk cId="4190763406" sldId="2076137807"/>
            <ac:cxnSpMk id="16" creationId="{4F6046B7-A12C-B612-780C-038503207D9B}"/>
          </ac:cxnSpMkLst>
        </pc:cxnChg>
      </pc:sldChg>
      <pc:sldChg chg="addSp delSp modSp mod ord chgLayout">
        <pc:chgData name="Kannepamula Mahesh Babu" userId="391c5b16-0897-4eca-a028-a97f935a3bd2" providerId="ADAL" clId="{9E3353FE-7EFD-4D1F-85AC-2D3001641A94}" dt="2026-07-27T13:01:43.140" v="2042" actId="1076"/>
        <pc:sldMkLst>
          <pc:docMk/>
          <pc:sldMk cId="3133860186" sldId="2076137808"/>
        </pc:sldMkLst>
        <pc:spChg chg="mod ord">
          <ac:chgData name="Kannepamula Mahesh Babu" userId="391c5b16-0897-4eca-a028-a97f935a3bd2" providerId="ADAL" clId="{9E3353FE-7EFD-4D1F-85AC-2D3001641A94}" dt="2026-07-27T12:55:47.692" v="2010" actId="20577"/>
          <ac:spMkLst>
            <pc:docMk/>
            <pc:sldMk cId="3133860186" sldId="2076137808"/>
            <ac:spMk id="2" creationId="{0EB1B7DE-2BF8-CC56-BD13-EC07791E842B}"/>
          </ac:spMkLst>
        </pc:spChg>
        <pc:spChg chg="del mod ord">
          <ac:chgData name="Kannepamula Mahesh Babu" userId="391c5b16-0897-4eca-a028-a97f935a3bd2" providerId="ADAL" clId="{9E3353FE-7EFD-4D1F-85AC-2D3001641A94}" dt="2026-07-27T12:26:58.231" v="1853" actId="478"/>
          <ac:spMkLst>
            <pc:docMk/>
            <pc:sldMk cId="3133860186" sldId="2076137808"/>
            <ac:spMk id="3" creationId="{111E3F03-BF91-1866-8DCF-33A715EF0E95}"/>
          </ac:spMkLst>
        </pc:spChg>
        <pc:spChg chg="del mod ord">
          <ac:chgData name="Kannepamula Mahesh Babu" userId="391c5b16-0897-4eca-a028-a97f935a3bd2" providerId="ADAL" clId="{9E3353FE-7EFD-4D1F-85AC-2D3001641A94}" dt="2026-07-27T12:26:58.231" v="1853" actId="478"/>
          <ac:spMkLst>
            <pc:docMk/>
            <pc:sldMk cId="3133860186" sldId="2076137808"/>
            <ac:spMk id="4" creationId="{EDD0A012-892B-FB50-B6E7-20EDA5CD2E6D}"/>
          </ac:spMkLst>
        </pc:spChg>
        <pc:spChg chg="mod">
          <ac:chgData name="Kannepamula Mahesh Babu" userId="391c5b16-0897-4eca-a028-a97f935a3bd2" providerId="ADAL" clId="{9E3353FE-7EFD-4D1F-85AC-2D3001641A94}" dt="2026-07-27T13:01:15.226" v="2041" actId="14100"/>
          <ac:spMkLst>
            <pc:docMk/>
            <pc:sldMk cId="3133860186" sldId="2076137808"/>
            <ac:spMk id="15" creationId="{882E70AC-FB4C-5FD6-8737-A7C202F847A5}"/>
          </ac:spMkLst>
        </pc:spChg>
        <pc:spChg chg="mod">
          <ac:chgData name="Kannepamula Mahesh Babu" userId="391c5b16-0897-4eca-a028-a97f935a3bd2" providerId="ADAL" clId="{9E3353FE-7EFD-4D1F-85AC-2D3001641A94}" dt="2026-07-27T11:43:51.625" v="1197" actId="1076"/>
          <ac:spMkLst>
            <pc:docMk/>
            <pc:sldMk cId="3133860186" sldId="2076137808"/>
            <ac:spMk id="19" creationId="{B4C0D13C-099F-169A-906B-D110351CE779}"/>
          </ac:spMkLst>
        </pc:spChg>
        <pc:spChg chg="mod">
          <ac:chgData name="Kannepamula Mahesh Babu" userId="391c5b16-0897-4eca-a028-a97f935a3bd2" providerId="ADAL" clId="{9E3353FE-7EFD-4D1F-85AC-2D3001641A94}" dt="2026-07-27T12:01:42.858" v="1458" actId="1076"/>
          <ac:spMkLst>
            <pc:docMk/>
            <pc:sldMk cId="3133860186" sldId="2076137808"/>
            <ac:spMk id="24" creationId="{1C79A752-B3E8-1F10-E700-D551E9B48683}"/>
          </ac:spMkLst>
        </pc:spChg>
        <pc:spChg chg="mod">
          <ac:chgData name="Kannepamula Mahesh Babu" userId="391c5b16-0897-4eca-a028-a97f935a3bd2" providerId="ADAL" clId="{9E3353FE-7EFD-4D1F-85AC-2D3001641A94}" dt="2026-07-27T13:01:43.140" v="2042" actId="1076"/>
          <ac:spMkLst>
            <pc:docMk/>
            <pc:sldMk cId="3133860186" sldId="2076137808"/>
            <ac:spMk id="26" creationId="{6A6BEE15-8FDB-EE75-3E53-77456FF351B7}"/>
          </ac:spMkLst>
        </pc:spChg>
        <pc:spChg chg="add mod">
          <ac:chgData name="Kannepamula Mahesh Babu" userId="391c5b16-0897-4eca-a028-a97f935a3bd2" providerId="ADAL" clId="{9E3353FE-7EFD-4D1F-85AC-2D3001641A94}" dt="2026-07-27T11:43:44.501" v="1196" actId="571"/>
          <ac:spMkLst>
            <pc:docMk/>
            <pc:sldMk cId="3133860186" sldId="2076137808"/>
            <ac:spMk id="27" creationId="{A5ACC341-AB80-ACC4-2C02-32AEAE38334C}"/>
          </ac:spMkLst>
        </pc:spChg>
        <pc:spChg chg="mod">
          <ac:chgData name="Kannepamula Mahesh Babu" userId="391c5b16-0897-4eca-a028-a97f935a3bd2" providerId="ADAL" clId="{9E3353FE-7EFD-4D1F-85AC-2D3001641A94}" dt="2026-07-27T13:01:43.140" v="2042" actId="1076"/>
          <ac:spMkLst>
            <pc:docMk/>
            <pc:sldMk cId="3133860186" sldId="2076137808"/>
            <ac:spMk id="28" creationId="{212176FF-6F84-983A-166E-A6B11C7BC392}"/>
          </ac:spMkLst>
        </pc:spChg>
        <pc:spChg chg="add del mod">
          <ac:chgData name="Kannepamula Mahesh Babu" userId="391c5b16-0897-4eca-a028-a97f935a3bd2" providerId="ADAL" clId="{9E3353FE-7EFD-4D1F-85AC-2D3001641A94}" dt="2026-07-27T12:05:36.952" v="1506" actId="6264"/>
          <ac:spMkLst>
            <pc:docMk/>
            <pc:sldMk cId="3133860186" sldId="2076137808"/>
            <ac:spMk id="29" creationId="{912DACD9-8CDD-607B-3AF0-353D845F9E7B}"/>
          </ac:spMkLst>
        </pc:spChg>
        <pc:spChg chg="mod">
          <ac:chgData name="Kannepamula Mahesh Babu" userId="391c5b16-0897-4eca-a028-a97f935a3bd2" providerId="ADAL" clId="{9E3353FE-7EFD-4D1F-85AC-2D3001641A94}" dt="2026-07-27T13:01:43.140" v="2042" actId="1076"/>
          <ac:spMkLst>
            <pc:docMk/>
            <pc:sldMk cId="3133860186" sldId="2076137808"/>
            <ac:spMk id="30" creationId="{C1BE08CC-7B3E-7590-9580-662D797E3068}"/>
          </ac:spMkLst>
        </pc:spChg>
        <pc:spChg chg="add del mod">
          <ac:chgData name="Kannepamula Mahesh Babu" userId="391c5b16-0897-4eca-a028-a97f935a3bd2" providerId="ADAL" clId="{9E3353FE-7EFD-4D1F-85AC-2D3001641A94}" dt="2026-07-27T12:05:36.952" v="1506" actId="6264"/>
          <ac:spMkLst>
            <pc:docMk/>
            <pc:sldMk cId="3133860186" sldId="2076137808"/>
            <ac:spMk id="31" creationId="{629ED518-F7F1-90F9-E6B0-A8FCF3BF243F}"/>
          </ac:spMkLst>
        </pc:spChg>
        <pc:spChg chg="mod">
          <ac:chgData name="Kannepamula Mahesh Babu" userId="391c5b16-0897-4eca-a028-a97f935a3bd2" providerId="ADAL" clId="{9E3353FE-7EFD-4D1F-85AC-2D3001641A94}" dt="2026-07-27T13:01:43.140" v="2042" actId="1076"/>
          <ac:spMkLst>
            <pc:docMk/>
            <pc:sldMk cId="3133860186" sldId="2076137808"/>
            <ac:spMk id="37" creationId="{E81FA697-5045-AD79-BA0E-05DF634959FC}"/>
          </ac:spMkLst>
        </pc:spChg>
        <pc:spChg chg="add del mod">
          <ac:chgData name="Kannepamula Mahesh Babu" userId="391c5b16-0897-4eca-a028-a97f935a3bd2" providerId="ADAL" clId="{9E3353FE-7EFD-4D1F-85AC-2D3001641A94}" dt="2026-07-27T12:05:36.952" v="1506" actId="6264"/>
          <ac:spMkLst>
            <pc:docMk/>
            <pc:sldMk cId="3133860186" sldId="2076137808"/>
            <ac:spMk id="38" creationId="{2F797DA8-C240-6F04-D3E8-48EB9B2853A7}"/>
          </ac:spMkLst>
        </pc:spChg>
        <pc:spChg chg="mod">
          <ac:chgData name="Kannepamula Mahesh Babu" userId="391c5b16-0897-4eca-a028-a97f935a3bd2" providerId="ADAL" clId="{9E3353FE-7EFD-4D1F-85AC-2D3001641A94}" dt="2026-07-27T13:01:06.144" v="2039" actId="465"/>
          <ac:spMkLst>
            <pc:docMk/>
            <pc:sldMk cId="3133860186" sldId="2076137808"/>
            <ac:spMk id="39" creationId="{2E651DEF-B757-8856-40E2-FF55A2EDECA8}"/>
          </ac:spMkLst>
        </pc:spChg>
        <pc:spChg chg="add del mod">
          <ac:chgData name="Kannepamula Mahesh Babu" userId="391c5b16-0897-4eca-a028-a97f935a3bd2" providerId="ADAL" clId="{9E3353FE-7EFD-4D1F-85AC-2D3001641A94}" dt="2026-07-27T12:05:37.140" v="1507" actId="6264"/>
          <ac:spMkLst>
            <pc:docMk/>
            <pc:sldMk cId="3133860186" sldId="2076137808"/>
            <ac:spMk id="40" creationId="{A9998DDA-C775-7305-6B66-A03EA899AB86}"/>
          </ac:spMkLst>
        </pc:spChg>
        <pc:spChg chg="mod">
          <ac:chgData name="Kannepamula Mahesh Babu" userId="391c5b16-0897-4eca-a028-a97f935a3bd2" providerId="ADAL" clId="{9E3353FE-7EFD-4D1F-85AC-2D3001641A94}" dt="2026-07-27T13:01:43.140" v="2042" actId="1076"/>
          <ac:spMkLst>
            <pc:docMk/>
            <pc:sldMk cId="3133860186" sldId="2076137808"/>
            <ac:spMk id="41" creationId="{FACF5B46-1E89-B4ED-4BBE-008219630DD8}"/>
          </ac:spMkLst>
        </pc:spChg>
        <pc:spChg chg="add del mod">
          <ac:chgData name="Kannepamula Mahesh Babu" userId="391c5b16-0897-4eca-a028-a97f935a3bd2" providerId="ADAL" clId="{9E3353FE-7EFD-4D1F-85AC-2D3001641A94}" dt="2026-07-27T12:05:37.140" v="1507" actId="6264"/>
          <ac:spMkLst>
            <pc:docMk/>
            <pc:sldMk cId="3133860186" sldId="2076137808"/>
            <ac:spMk id="42" creationId="{4F2764ED-5733-D53A-12E3-E13691773E43}"/>
          </ac:spMkLst>
        </pc:spChg>
        <pc:spChg chg="mod">
          <ac:chgData name="Kannepamula Mahesh Babu" userId="391c5b16-0897-4eca-a028-a97f935a3bd2" providerId="ADAL" clId="{9E3353FE-7EFD-4D1F-85AC-2D3001641A94}" dt="2026-07-27T13:01:43.140" v="2042" actId="1076"/>
          <ac:spMkLst>
            <pc:docMk/>
            <pc:sldMk cId="3133860186" sldId="2076137808"/>
            <ac:spMk id="43" creationId="{BBD3624C-3036-F298-F55D-5A26E1BEFCEC}"/>
          </ac:spMkLst>
        </pc:spChg>
        <pc:spChg chg="add del mod">
          <ac:chgData name="Kannepamula Mahesh Babu" userId="391c5b16-0897-4eca-a028-a97f935a3bd2" providerId="ADAL" clId="{9E3353FE-7EFD-4D1F-85AC-2D3001641A94}" dt="2026-07-27T12:05:37.140" v="1507" actId="6264"/>
          <ac:spMkLst>
            <pc:docMk/>
            <pc:sldMk cId="3133860186" sldId="2076137808"/>
            <ac:spMk id="44" creationId="{67300E94-D29E-FB47-5978-B6F3DEAE3478}"/>
          </ac:spMkLst>
        </pc:spChg>
        <pc:spChg chg="mod">
          <ac:chgData name="Kannepamula Mahesh Babu" userId="391c5b16-0897-4eca-a028-a97f935a3bd2" providerId="ADAL" clId="{9E3353FE-7EFD-4D1F-85AC-2D3001641A94}" dt="2026-07-27T13:01:43.140" v="2042" actId="1076"/>
          <ac:spMkLst>
            <pc:docMk/>
            <pc:sldMk cId="3133860186" sldId="2076137808"/>
            <ac:spMk id="45" creationId="{6CDF10E5-F95A-2A6D-B13A-0238D6DE5397}"/>
          </ac:spMkLst>
        </pc:spChg>
        <pc:spChg chg="add mod">
          <ac:chgData name="Kannepamula Mahesh Babu" userId="391c5b16-0897-4eca-a028-a97f935a3bd2" providerId="ADAL" clId="{9E3353FE-7EFD-4D1F-85AC-2D3001641A94}" dt="2026-07-27T12:26:58.527" v="1854"/>
          <ac:spMkLst>
            <pc:docMk/>
            <pc:sldMk cId="3133860186" sldId="2076137808"/>
            <ac:spMk id="46" creationId="{E76AF00F-0C94-E211-C5F7-6CA47219B710}"/>
          </ac:spMkLst>
        </pc:spChg>
        <pc:spChg chg="mod">
          <ac:chgData name="Kannepamula Mahesh Babu" userId="391c5b16-0897-4eca-a028-a97f935a3bd2" providerId="ADAL" clId="{9E3353FE-7EFD-4D1F-85AC-2D3001641A94}" dt="2026-07-27T13:01:43.140" v="2042" actId="1076"/>
          <ac:spMkLst>
            <pc:docMk/>
            <pc:sldMk cId="3133860186" sldId="2076137808"/>
            <ac:spMk id="47" creationId="{585A1374-39A6-0163-6ADC-E3CFADA5EF4E}"/>
          </ac:spMkLst>
        </pc:spChg>
        <pc:spChg chg="add mod">
          <ac:chgData name="Kannepamula Mahesh Babu" userId="391c5b16-0897-4eca-a028-a97f935a3bd2" providerId="ADAL" clId="{9E3353FE-7EFD-4D1F-85AC-2D3001641A94}" dt="2026-07-27T12:26:58.527" v="1854"/>
          <ac:spMkLst>
            <pc:docMk/>
            <pc:sldMk cId="3133860186" sldId="2076137808"/>
            <ac:spMk id="48" creationId="{79552DDC-4667-B7C3-DE0B-037DB360710E}"/>
          </ac:spMkLst>
        </pc:spChg>
        <pc:spChg chg="mod">
          <ac:chgData name="Kannepamula Mahesh Babu" userId="391c5b16-0897-4eca-a028-a97f935a3bd2" providerId="ADAL" clId="{9E3353FE-7EFD-4D1F-85AC-2D3001641A94}" dt="2026-07-27T13:01:43.140" v="2042" actId="1076"/>
          <ac:spMkLst>
            <pc:docMk/>
            <pc:sldMk cId="3133860186" sldId="2076137808"/>
            <ac:spMk id="49" creationId="{C8C70617-AB2B-A943-76AE-BAEFA2F28E37}"/>
          </ac:spMkLst>
        </pc:spChg>
        <pc:spChg chg="mod">
          <ac:chgData name="Kannepamula Mahesh Babu" userId="391c5b16-0897-4eca-a028-a97f935a3bd2" providerId="ADAL" clId="{9E3353FE-7EFD-4D1F-85AC-2D3001641A94}" dt="2026-07-27T13:01:43.140" v="2042" actId="1076"/>
          <ac:spMkLst>
            <pc:docMk/>
            <pc:sldMk cId="3133860186" sldId="2076137808"/>
            <ac:spMk id="51" creationId="{2240E2CE-9526-851F-63DC-DCBF9AB66648}"/>
          </ac:spMkLst>
        </pc:spChg>
        <pc:spChg chg="mod">
          <ac:chgData name="Kannepamula Mahesh Babu" userId="391c5b16-0897-4eca-a028-a97f935a3bd2" providerId="ADAL" clId="{9E3353FE-7EFD-4D1F-85AC-2D3001641A94}" dt="2026-07-27T11:43:35.271" v="1194" actId="113"/>
          <ac:spMkLst>
            <pc:docMk/>
            <pc:sldMk cId="3133860186" sldId="2076137808"/>
            <ac:spMk id="61" creationId="{190D7012-77D5-1C79-3D97-76942CE72E17}"/>
          </ac:spMkLst>
        </pc:spChg>
        <pc:cxnChg chg="add mod">
          <ac:chgData name="Kannepamula Mahesh Babu" userId="391c5b16-0897-4eca-a028-a97f935a3bd2" providerId="ADAL" clId="{9E3353FE-7EFD-4D1F-85AC-2D3001641A94}" dt="2026-07-27T12:48:52.066" v="1953" actId="1582"/>
          <ac:cxnSpMkLst>
            <pc:docMk/>
            <pc:sldMk cId="3133860186" sldId="2076137808"/>
            <ac:cxnSpMk id="9" creationId="{5CA77115-6032-27DA-6924-3C8A26CCF1A3}"/>
          </ac:cxnSpMkLst>
        </pc:cxnChg>
        <pc:cxnChg chg="mod">
          <ac:chgData name="Kannepamula Mahesh Babu" userId="391c5b16-0897-4eca-a028-a97f935a3bd2" providerId="ADAL" clId="{9E3353FE-7EFD-4D1F-85AC-2D3001641A94}" dt="2026-07-27T12:48:52.066" v="1953" actId="1582"/>
          <ac:cxnSpMkLst>
            <pc:docMk/>
            <pc:sldMk cId="3133860186" sldId="2076137808"/>
            <ac:cxnSpMk id="53" creationId="{7D7AD9A5-9DE6-F711-4F70-FAE7744A9CFC}"/>
          </ac:cxnSpMkLst>
        </pc:cxnChg>
        <pc:cxnChg chg="del mod">
          <ac:chgData name="Kannepamula Mahesh Babu" userId="391c5b16-0897-4eca-a028-a97f935a3bd2" providerId="ADAL" clId="{9E3353FE-7EFD-4D1F-85AC-2D3001641A94}" dt="2026-07-27T11:42:16.936" v="1182" actId="478"/>
          <ac:cxnSpMkLst>
            <pc:docMk/>
            <pc:sldMk cId="3133860186" sldId="2076137808"/>
            <ac:cxnSpMk id="55" creationId="{A51337B1-7B7F-DA81-408D-3B163A0A5365}"/>
          </ac:cxnSpMkLst>
        </pc:cxnChg>
        <pc:cxnChg chg="mod">
          <ac:chgData name="Kannepamula Mahesh Babu" userId="391c5b16-0897-4eca-a028-a97f935a3bd2" providerId="ADAL" clId="{9E3353FE-7EFD-4D1F-85AC-2D3001641A94}" dt="2026-07-27T12:48:52.066" v="1953" actId="1582"/>
          <ac:cxnSpMkLst>
            <pc:docMk/>
            <pc:sldMk cId="3133860186" sldId="2076137808"/>
            <ac:cxnSpMk id="57" creationId="{C3557839-9DB5-968F-31E8-A193EF845C53}"/>
          </ac:cxnSpMkLst>
        </pc:cxnChg>
      </pc:sldChg>
      <pc:sldChg chg="addSp delSp modSp add mod chgLayout">
        <pc:chgData name="Kannepamula Mahesh Babu" userId="391c5b16-0897-4eca-a028-a97f935a3bd2" providerId="ADAL" clId="{9E3353FE-7EFD-4D1F-85AC-2D3001641A94}" dt="2026-07-27T12:58:51.224" v="2019" actId="14100"/>
        <pc:sldMkLst>
          <pc:docMk/>
          <pc:sldMk cId="1089406458" sldId="2076137809"/>
        </pc:sldMkLst>
        <pc:spChg chg="mod ord">
          <ac:chgData name="Kannepamula Mahesh Babu" userId="391c5b16-0897-4eca-a028-a97f935a3bd2" providerId="ADAL" clId="{9E3353FE-7EFD-4D1F-85AC-2D3001641A94}" dt="2026-07-27T12:55:30.050" v="2008" actId="20577"/>
          <ac:spMkLst>
            <pc:docMk/>
            <pc:sldMk cId="1089406458" sldId="2076137809"/>
            <ac:spMk id="2" creationId="{381C2BAD-0CE0-A1E7-DFE0-5C15FBF764F2}"/>
          </ac:spMkLst>
        </pc:spChg>
        <pc:spChg chg="del mod ord">
          <ac:chgData name="Kannepamula Mahesh Babu" userId="391c5b16-0897-4eca-a028-a97f935a3bd2" providerId="ADAL" clId="{9E3353FE-7EFD-4D1F-85AC-2D3001641A94}" dt="2026-07-27T12:26:47.584" v="1847" actId="478"/>
          <ac:spMkLst>
            <pc:docMk/>
            <pc:sldMk cId="1089406458" sldId="2076137809"/>
            <ac:spMk id="3" creationId="{1EEE163D-5FCF-A1D1-E674-3FC3D474669A}"/>
          </ac:spMkLst>
        </pc:spChg>
        <pc:spChg chg="del mod ord">
          <ac:chgData name="Kannepamula Mahesh Babu" userId="391c5b16-0897-4eca-a028-a97f935a3bd2" providerId="ADAL" clId="{9E3353FE-7EFD-4D1F-85AC-2D3001641A94}" dt="2026-07-27T12:26:47.584" v="1847" actId="478"/>
          <ac:spMkLst>
            <pc:docMk/>
            <pc:sldMk cId="1089406458" sldId="2076137809"/>
            <ac:spMk id="4" creationId="{E1F8BED9-170B-8D6F-E754-A8B79BE1F317}"/>
          </ac:spMkLst>
        </pc:spChg>
        <pc:spChg chg="add del mod">
          <ac:chgData name="Kannepamula Mahesh Babu" userId="391c5b16-0897-4eca-a028-a97f935a3bd2" providerId="ADAL" clId="{9E3353FE-7EFD-4D1F-85AC-2D3001641A94}" dt="2026-07-27T11:17:49.322" v="748" actId="6264"/>
          <ac:spMkLst>
            <pc:docMk/>
            <pc:sldMk cId="1089406458" sldId="2076137809"/>
            <ac:spMk id="5" creationId="{59E6B52C-F3BE-1DB2-43CE-331E0FD0679E}"/>
          </ac:spMkLst>
        </pc:spChg>
        <pc:spChg chg="add del mod">
          <ac:chgData name="Kannepamula Mahesh Babu" userId="391c5b16-0897-4eca-a028-a97f935a3bd2" providerId="ADAL" clId="{9E3353FE-7EFD-4D1F-85AC-2D3001641A94}" dt="2026-07-27T11:17:49.322" v="748" actId="6264"/>
          <ac:spMkLst>
            <pc:docMk/>
            <pc:sldMk cId="1089406458" sldId="2076137809"/>
            <ac:spMk id="6" creationId="{DEFF1615-BB9D-87FD-3415-8E7CCE5AA1E3}"/>
          </ac:spMkLst>
        </pc:spChg>
        <pc:spChg chg="add del mod">
          <ac:chgData name="Kannepamula Mahesh Babu" userId="391c5b16-0897-4eca-a028-a97f935a3bd2" providerId="ADAL" clId="{9E3353FE-7EFD-4D1F-85AC-2D3001641A94}" dt="2026-07-27T11:17:49.322" v="748" actId="6264"/>
          <ac:spMkLst>
            <pc:docMk/>
            <pc:sldMk cId="1089406458" sldId="2076137809"/>
            <ac:spMk id="7" creationId="{62FBD144-17DE-7A57-A573-2F56768D1AA2}"/>
          </ac:spMkLst>
        </pc:spChg>
        <pc:spChg chg="add del mod">
          <ac:chgData name="Kannepamula Mahesh Babu" userId="391c5b16-0897-4eca-a028-a97f935a3bd2" providerId="ADAL" clId="{9E3353FE-7EFD-4D1F-85AC-2D3001641A94}" dt="2026-07-27T11:17:49.461" v="749" actId="6264"/>
          <ac:spMkLst>
            <pc:docMk/>
            <pc:sldMk cId="1089406458" sldId="2076137809"/>
            <ac:spMk id="8" creationId="{AB832122-A024-A63D-5E2A-F15B9152619A}"/>
          </ac:spMkLst>
        </pc:spChg>
        <pc:spChg chg="add del">
          <ac:chgData name="Kannepamula Mahesh Babu" userId="391c5b16-0897-4eca-a028-a97f935a3bd2" providerId="ADAL" clId="{9E3353FE-7EFD-4D1F-85AC-2D3001641A94}" dt="2026-07-27T11:18:22.145" v="763" actId="478"/>
          <ac:spMkLst>
            <pc:docMk/>
            <pc:sldMk cId="1089406458" sldId="2076137809"/>
            <ac:spMk id="9" creationId="{7FE7F179-6048-8400-FB96-A3B6988A660F}"/>
          </ac:spMkLst>
        </pc:spChg>
        <pc:spChg chg="add del mod">
          <ac:chgData name="Kannepamula Mahesh Babu" userId="391c5b16-0897-4eca-a028-a97f935a3bd2" providerId="ADAL" clId="{9E3353FE-7EFD-4D1F-85AC-2D3001641A94}" dt="2026-07-27T11:17:49.461" v="749" actId="6264"/>
          <ac:spMkLst>
            <pc:docMk/>
            <pc:sldMk cId="1089406458" sldId="2076137809"/>
            <ac:spMk id="10" creationId="{C16D93DC-DA92-393E-A3CB-8E505D69079C}"/>
          </ac:spMkLst>
        </pc:spChg>
        <pc:spChg chg="del mod">
          <ac:chgData name="Kannepamula Mahesh Babu" userId="391c5b16-0897-4eca-a028-a97f935a3bd2" providerId="ADAL" clId="{9E3353FE-7EFD-4D1F-85AC-2D3001641A94}" dt="2026-07-27T12:32:56.317" v="1902" actId="478"/>
          <ac:spMkLst>
            <pc:docMk/>
            <pc:sldMk cId="1089406458" sldId="2076137809"/>
            <ac:spMk id="11" creationId="{77B26C85-57B2-4BB7-2EE8-BB447C9139E8}"/>
          </ac:spMkLst>
        </pc:spChg>
        <pc:spChg chg="mod">
          <ac:chgData name="Kannepamula Mahesh Babu" userId="391c5b16-0897-4eca-a028-a97f935a3bd2" providerId="ADAL" clId="{9E3353FE-7EFD-4D1F-85AC-2D3001641A94}" dt="2026-07-27T11:18:30.397" v="766"/>
          <ac:spMkLst>
            <pc:docMk/>
            <pc:sldMk cId="1089406458" sldId="2076137809"/>
            <ac:spMk id="12" creationId="{A778E691-C45A-1C3F-A41A-2FAA046B986D}"/>
          </ac:spMkLst>
        </pc:spChg>
        <pc:spChg chg="mod">
          <ac:chgData name="Kannepamula Mahesh Babu" userId="391c5b16-0897-4eca-a028-a97f935a3bd2" providerId="ADAL" clId="{9E3353FE-7EFD-4D1F-85AC-2D3001641A94}" dt="2026-07-27T11:21:38.614" v="770" actId="20577"/>
          <ac:spMkLst>
            <pc:docMk/>
            <pc:sldMk cId="1089406458" sldId="2076137809"/>
            <ac:spMk id="14" creationId="{FD9BE477-EB7A-9D0B-0A9F-11318A587C49}"/>
          </ac:spMkLst>
        </pc:spChg>
        <pc:spChg chg="add del mod">
          <ac:chgData name="Kannepamula Mahesh Babu" userId="391c5b16-0897-4eca-a028-a97f935a3bd2" providerId="ADAL" clId="{9E3353FE-7EFD-4D1F-85AC-2D3001641A94}" dt="2026-07-27T11:17:49.461" v="749" actId="6264"/>
          <ac:spMkLst>
            <pc:docMk/>
            <pc:sldMk cId="1089406458" sldId="2076137809"/>
            <ac:spMk id="15" creationId="{092B340C-E5F8-3974-5DFE-0B76315C03CE}"/>
          </ac:spMkLst>
        </pc:spChg>
        <pc:spChg chg="add mod">
          <ac:chgData name="Kannepamula Mahesh Babu" userId="391c5b16-0897-4eca-a028-a97f935a3bd2" providerId="ADAL" clId="{9E3353FE-7EFD-4D1F-85AC-2D3001641A94}" dt="2026-07-27T12:26:47.934" v="1848"/>
          <ac:spMkLst>
            <pc:docMk/>
            <pc:sldMk cId="1089406458" sldId="2076137809"/>
            <ac:spMk id="18" creationId="{43582F87-F270-2757-0B60-6141E1A792C5}"/>
          </ac:spMkLst>
        </pc:spChg>
        <pc:spChg chg="add mod">
          <ac:chgData name="Kannepamula Mahesh Babu" userId="391c5b16-0897-4eca-a028-a97f935a3bd2" providerId="ADAL" clId="{9E3353FE-7EFD-4D1F-85AC-2D3001641A94}" dt="2026-07-27T12:26:47.934" v="1848"/>
          <ac:spMkLst>
            <pc:docMk/>
            <pc:sldMk cId="1089406458" sldId="2076137809"/>
            <ac:spMk id="19" creationId="{42795971-E8A0-53C1-6180-CD13D1B7E4E9}"/>
          </ac:spMkLst>
        </pc:spChg>
        <pc:spChg chg="mod">
          <ac:chgData name="Kannepamula Mahesh Babu" userId="391c5b16-0897-4eca-a028-a97f935a3bd2" providerId="ADAL" clId="{9E3353FE-7EFD-4D1F-85AC-2D3001641A94}" dt="2026-07-27T11:24:39.410" v="835" actId="14100"/>
          <ac:spMkLst>
            <pc:docMk/>
            <pc:sldMk cId="1089406458" sldId="2076137809"/>
            <ac:spMk id="22" creationId="{E5C966B4-8D26-062A-7E1B-988CBBE1B94C}"/>
          </ac:spMkLst>
        </pc:spChg>
        <pc:spChg chg="mod">
          <ac:chgData name="Kannepamula Mahesh Babu" userId="391c5b16-0897-4eca-a028-a97f935a3bd2" providerId="ADAL" clId="{9E3353FE-7EFD-4D1F-85AC-2D3001641A94}" dt="2026-07-27T11:38:29.991" v="1112" actId="122"/>
          <ac:spMkLst>
            <pc:docMk/>
            <pc:sldMk cId="1089406458" sldId="2076137809"/>
            <ac:spMk id="23" creationId="{97EBB462-22EC-C37B-91C1-DCC134845276}"/>
          </ac:spMkLst>
        </pc:spChg>
        <pc:spChg chg="mod">
          <ac:chgData name="Kannepamula Mahesh Babu" userId="391c5b16-0897-4eca-a028-a97f935a3bd2" providerId="ADAL" clId="{9E3353FE-7EFD-4D1F-85AC-2D3001641A94}" dt="2026-07-27T11:26:08.874" v="842" actId="14100"/>
          <ac:spMkLst>
            <pc:docMk/>
            <pc:sldMk cId="1089406458" sldId="2076137809"/>
            <ac:spMk id="24" creationId="{4389F050-F0D7-A5D0-7F59-B3BD75E6D838}"/>
          </ac:spMkLst>
        </pc:spChg>
        <pc:spChg chg="mod">
          <ac:chgData name="Kannepamula Mahesh Babu" userId="391c5b16-0897-4eca-a028-a97f935a3bd2" providerId="ADAL" clId="{9E3353FE-7EFD-4D1F-85AC-2D3001641A94}" dt="2026-07-27T11:26:12.026" v="843" actId="14100"/>
          <ac:spMkLst>
            <pc:docMk/>
            <pc:sldMk cId="1089406458" sldId="2076137809"/>
            <ac:spMk id="25" creationId="{5CB473B3-10D6-CD8F-13B1-7AF35AFA4F64}"/>
          </ac:spMkLst>
        </pc:spChg>
        <pc:spChg chg="mod">
          <ac:chgData name="Kannepamula Mahesh Babu" userId="391c5b16-0897-4eca-a028-a97f935a3bd2" providerId="ADAL" clId="{9E3353FE-7EFD-4D1F-85AC-2D3001641A94}" dt="2026-07-27T11:26:27.582" v="845" actId="14100"/>
          <ac:spMkLst>
            <pc:docMk/>
            <pc:sldMk cId="1089406458" sldId="2076137809"/>
            <ac:spMk id="26" creationId="{3C97FE7E-85B0-4E73-5BCD-2BA9205725AE}"/>
          </ac:spMkLst>
        </pc:spChg>
        <pc:spChg chg="mod">
          <ac:chgData name="Kannepamula Mahesh Babu" userId="391c5b16-0897-4eca-a028-a97f935a3bd2" providerId="ADAL" clId="{9E3353FE-7EFD-4D1F-85AC-2D3001641A94}" dt="2026-07-27T11:28:11.227" v="862" actId="14100"/>
          <ac:spMkLst>
            <pc:docMk/>
            <pc:sldMk cId="1089406458" sldId="2076137809"/>
            <ac:spMk id="27" creationId="{6936D3F4-17B6-481C-AEF3-D85103B4E090}"/>
          </ac:spMkLst>
        </pc:spChg>
        <pc:spChg chg="mod">
          <ac:chgData name="Kannepamula Mahesh Babu" userId="391c5b16-0897-4eca-a028-a97f935a3bd2" providerId="ADAL" clId="{9E3353FE-7EFD-4D1F-85AC-2D3001641A94}" dt="2026-07-27T12:58:51.224" v="2019" actId="14100"/>
          <ac:spMkLst>
            <pc:docMk/>
            <pc:sldMk cId="1089406458" sldId="2076137809"/>
            <ac:spMk id="28" creationId="{C5AE1334-FF8E-E26B-1FEF-01FF8AC36763}"/>
          </ac:spMkLst>
        </pc:spChg>
        <pc:spChg chg="add ord">
          <ac:chgData name="Kannepamula Mahesh Babu" userId="391c5b16-0897-4eca-a028-a97f935a3bd2" providerId="ADAL" clId="{9E3353FE-7EFD-4D1F-85AC-2D3001641A94}" dt="2026-07-27T12:33:00.955" v="1904" actId="167"/>
          <ac:spMkLst>
            <pc:docMk/>
            <pc:sldMk cId="1089406458" sldId="2076137809"/>
            <ac:spMk id="30" creationId="{F2F7F865-3E77-219C-F24B-170D0E39C593}"/>
          </ac:spMkLst>
        </pc:spChg>
        <pc:graphicFrameChg chg="mod modGraphic">
          <ac:chgData name="Kannepamula Mahesh Babu" userId="391c5b16-0897-4eca-a028-a97f935a3bd2" providerId="ADAL" clId="{9E3353FE-7EFD-4D1F-85AC-2D3001641A94}" dt="2026-07-27T11:27:47.681" v="861"/>
          <ac:graphicFrameMkLst>
            <pc:docMk/>
            <pc:sldMk cId="1089406458" sldId="2076137809"/>
            <ac:graphicFrameMk id="21" creationId="{93BF9491-9B3B-F994-1E37-2989BFBE30F2}"/>
          </ac:graphicFrameMkLst>
        </pc:graphicFrameChg>
        <pc:cxnChg chg="mod">
          <ac:chgData name="Kannepamula Mahesh Babu" userId="391c5b16-0897-4eca-a028-a97f935a3bd2" providerId="ADAL" clId="{9E3353FE-7EFD-4D1F-85AC-2D3001641A94}" dt="2026-07-27T11:21:38.614" v="770" actId="20577"/>
          <ac:cxnSpMkLst>
            <pc:docMk/>
            <pc:sldMk cId="1089406458" sldId="2076137809"/>
            <ac:cxnSpMk id="16" creationId="{BB471211-FA67-95B0-CB5F-AA0752EA3A8C}"/>
          </ac:cxnSpMkLst>
        </pc:cxnChg>
      </pc:sldChg>
      <pc:sldChg chg="addSp delSp modSp add mod">
        <pc:chgData name="Kannepamula Mahesh Babu" userId="391c5b16-0897-4eca-a028-a97f935a3bd2" providerId="ADAL" clId="{9E3353FE-7EFD-4D1F-85AC-2D3001641A94}" dt="2026-07-27T12:58:38.094" v="2016" actId="14100"/>
        <pc:sldMkLst>
          <pc:docMk/>
          <pc:sldMk cId="26030809" sldId="2076137810"/>
        </pc:sldMkLst>
        <pc:spChg chg="mod">
          <ac:chgData name="Kannepamula Mahesh Babu" userId="391c5b16-0897-4eca-a028-a97f935a3bd2" providerId="ADAL" clId="{9E3353FE-7EFD-4D1F-85AC-2D3001641A94}" dt="2026-07-27T12:55:35.187" v="2009" actId="20577"/>
          <ac:spMkLst>
            <pc:docMk/>
            <pc:sldMk cId="26030809" sldId="2076137810"/>
            <ac:spMk id="2" creationId="{8EE5378B-4510-FAEC-9578-EED6F22A86A0}"/>
          </ac:spMkLst>
        </pc:spChg>
        <pc:spChg chg="del">
          <ac:chgData name="Kannepamula Mahesh Babu" userId="391c5b16-0897-4eca-a028-a97f935a3bd2" providerId="ADAL" clId="{9E3353FE-7EFD-4D1F-85AC-2D3001641A94}" dt="2026-07-27T12:26:51.552" v="1849" actId="478"/>
          <ac:spMkLst>
            <pc:docMk/>
            <pc:sldMk cId="26030809" sldId="2076137810"/>
            <ac:spMk id="3" creationId="{6CB06E31-EAB0-1C41-DB1F-E5E6AE3ED36E}"/>
          </ac:spMkLst>
        </pc:spChg>
        <pc:spChg chg="del">
          <ac:chgData name="Kannepamula Mahesh Babu" userId="391c5b16-0897-4eca-a028-a97f935a3bd2" providerId="ADAL" clId="{9E3353FE-7EFD-4D1F-85AC-2D3001641A94}" dt="2026-07-27T12:26:51.552" v="1849" actId="478"/>
          <ac:spMkLst>
            <pc:docMk/>
            <pc:sldMk cId="26030809" sldId="2076137810"/>
            <ac:spMk id="4" creationId="{2A593FD0-761A-81E6-F196-3FA8E3902A01}"/>
          </ac:spMkLst>
        </pc:spChg>
        <pc:spChg chg="add mod">
          <ac:chgData name="Kannepamula Mahesh Babu" userId="391c5b16-0897-4eca-a028-a97f935a3bd2" providerId="ADAL" clId="{9E3353FE-7EFD-4D1F-85AC-2D3001641A94}" dt="2026-07-27T11:44:22.381" v="1199" actId="1076"/>
          <ac:spMkLst>
            <pc:docMk/>
            <pc:sldMk cId="26030809" sldId="2076137810"/>
            <ac:spMk id="6" creationId="{E05B13B0-BF69-78CF-E326-AA937C5EFBEA}"/>
          </ac:spMkLst>
        </pc:spChg>
        <pc:spChg chg="add mod">
          <ac:chgData name="Kannepamula Mahesh Babu" userId="391c5b16-0897-4eca-a028-a97f935a3bd2" providerId="ADAL" clId="{9E3353FE-7EFD-4D1F-85AC-2D3001641A94}" dt="2026-07-27T11:44:22.381" v="1199" actId="1076"/>
          <ac:spMkLst>
            <pc:docMk/>
            <pc:sldMk cId="26030809" sldId="2076137810"/>
            <ac:spMk id="7" creationId="{9CFB21CD-4FF5-F216-EF28-BEE158A2ED95}"/>
          </ac:spMkLst>
        </pc:spChg>
        <pc:spChg chg="add del mod">
          <ac:chgData name="Kannepamula Mahesh Babu" userId="391c5b16-0897-4eca-a028-a97f935a3bd2" providerId="ADAL" clId="{9E3353FE-7EFD-4D1F-85AC-2D3001641A94}" dt="2026-07-27T11:40:18.792" v="1162" actId="21"/>
          <ac:spMkLst>
            <pc:docMk/>
            <pc:sldMk cId="26030809" sldId="2076137810"/>
            <ac:spMk id="8" creationId="{8EE2DF55-2226-5589-C6E0-2727617AFF02}"/>
          </ac:spMkLst>
        </pc:spChg>
        <pc:spChg chg="del">
          <ac:chgData name="Kannepamula Mahesh Babu" userId="391c5b16-0897-4eca-a028-a97f935a3bd2" providerId="ADAL" clId="{9E3353FE-7EFD-4D1F-85AC-2D3001641A94}" dt="2026-07-27T11:33:20.822" v="1033" actId="478"/>
          <ac:spMkLst>
            <pc:docMk/>
            <pc:sldMk cId="26030809" sldId="2076137810"/>
            <ac:spMk id="9" creationId="{DA4B2EBF-4610-57A4-CA20-EB3455F5DF18}"/>
          </ac:spMkLst>
        </pc:spChg>
        <pc:spChg chg="del mod ord">
          <ac:chgData name="Kannepamula Mahesh Babu" userId="391c5b16-0897-4eca-a028-a97f935a3bd2" providerId="ADAL" clId="{9E3353FE-7EFD-4D1F-85AC-2D3001641A94}" dt="2026-07-27T12:30:23.426" v="1880" actId="21"/>
          <ac:spMkLst>
            <pc:docMk/>
            <pc:sldMk cId="26030809" sldId="2076137810"/>
            <ac:spMk id="11" creationId="{4E9E67E5-9B66-B4D4-65C2-30864A5E5AC2}"/>
          </ac:spMkLst>
        </pc:spChg>
        <pc:spChg chg="mod">
          <ac:chgData name="Kannepamula Mahesh Babu" userId="391c5b16-0897-4eca-a028-a97f935a3bd2" providerId="ADAL" clId="{9E3353FE-7EFD-4D1F-85AC-2D3001641A94}" dt="2026-07-27T11:44:22.381" v="1199" actId="1076"/>
          <ac:spMkLst>
            <pc:docMk/>
            <pc:sldMk cId="26030809" sldId="2076137810"/>
            <ac:spMk id="12" creationId="{FB71AE19-012D-84A8-CD9C-1EC4FC32495F}"/>
          </ac:spMkLst>
        </pc:spChg>
        <pc:spChg chg="mod">
          <ac:chgData name="Kannepamula Mahesh Babu" userId="391c5b16-0897-4eca-a028-a97f935a3bd2" providerId="ADAL" clId="{9E3353FE-7EFD-4D1F-85AC-2D3001641A94}" dt="2026-07-27T11:28:54.905" v="877" actId="20577"/>
          <ac:spMkLst>
            <pc:docMk/>
            <pc:sldMk cId="26030809" sldId="2076137810"/>
            <ac:spMk id="14" creationId="{1307738D-7B18-C7A7-408E-37E7CAD63066}"/>
          </ac:spMkLst>
        </pc:spChg>
        <pc:spChg chg="add mod">
          <ac:chgData name="Kannepamula Mahesh Babu" userId="391c5b16-0897-4eca-a028-a97f935a3bd2" providerId="ADAL" clId="{9E3353FE-7EFD-4D1F-85AC-2D3001641A94}" dt="2026-07-27T11:44:22.381" v="1199" actId="1076"/>
          <ac:spMkLst>
            <pc:docMk/>
            <pc:sldMk cId="26030809" sldId="2076137810"/>
            <ac:spMk id="15" creationId="{9826CDE9-90B3-35EA-514C-29FEC745EB31}"/>
          </ac:spMkLst>
        </pc:spChg>
        <pc:spChg chg="add mod">
          <ac:chgData name="Kannepamula Mahesh Babu" userId="391c5b16-0897-4eca-a028-a97f935a3bd2" providerId="ADAL" clId="{9E3353FE-7EFD-4D1F-85AC-2D3001641A94}" dt="2026-07-27T12:26:51.857" v="1850"/>
          <ac:spMkLst>
            <pc:docMk/>
            <pc:sldMk cId="26030809" sldId="2076137810"/>
            <ac:spMk id="17" creationId="{1F3344BF-E6D1-7ABB-CD4B-72859FD76190}"/>
          </ac:spMkLst>
        </pc:spChg>
        <pc:spChg chg="add mod">
          <ac:chgData name="Kannepamula Mahesh Babu" userId="391c5b16-0897-4eca-a028-a97f935a3bd2" providerId="ADAL" clId="{9E3353FE-7EFD-4D1F-85AC-2D3001641A94}" dt="2026-07-27T12:26:51.857" v="1850"/>
          <ac:spMkLst>
            <pc:docMk/>
            <pc:sldMk cId="26030809" sldId="2076137810"/>
            <ac:spMk id="18" creationId="{DEA55555-7737-ACF3-7160-CAD5C5973707}"/>
          </ac:spMkLst>
        </pc:spChg>
        <pc:spChg chg="mod">
          <ac:chgData name="Kannepamula Mahesh Babu" userId="391c5b16-0897-4eca-a028-a97f935a3bd2" providerId="ADAL" clId="{9E3353FE-7EFD-4D1F-85AC-2D3001641A94}" dt="2026-07-27T11:44:22.381" v="1199" actId="1076"/>
          <ac:spMkLst>
            <pc:docMk/>
            <pc:sldMk cId="26030809" sldId="2076137810"/>
            <ac:spMk id="22" creationId="{000A8349-85E8-39C4-4502-4FAE8981E087}"/>
          </ac:spMkLst>
        </pc:spChg>
        <pc:spChg chg="mod">
          <ac:chgData name="Kannepamula Mahesh Babu" userId="391c5b16-0897-4eca-a028-a97f935a3bd2" providerId="ADAL" clId="{9E3353FE-7EFD-4D1F-85AC-2D3001641A94}" dt="2026-07-27T11:44:22.381" v="1199" actId="1076"/>
          <ac:spMkLst>
            <pc:docMk/>
            <pc:sldMk cId="26030809" sldId="2076137810"/>
            <ac:spMk id="23" creationId="{27C1A078-12A6-4BC1-1A30-EB281C026144}"/>
          </ac:spMkLst>
        </pc:spChg>
        <pc:spChg chg="mod">
          <ac:chgData name="Kannepamula Mahesh Babu" userId="391c5b16-0897-4eca-a028-a97f935a3bd2" providerId="ADAL" clId="{9E3353FE-7EFD-4D1F-85AC-2D3001641A94}" dt="2026-07-27T11:44:22.381" v="1199" actId="1076"/>
          <ac:spMkLst>
            <pc:docMk/>
            <pc:sldMk cId="26030809" sldId="2076137810"/>
            <ac:spMk id="24" creationId="{A89781DE-F044-34F7-5094-EBD849930467}"/>
          </ac:spMkLst>
        </pc:spChg>
        <pc:spChg chg="mod">
          <ac:chgData name="Kannepamula Mahesh Babu" userId="391c5b16-0897-4eca-a028-a97f935a3bd2" providerId="ADAL" clId="{9E3353FE-7EFD-4D1F-85AC-2D3001641A94}" dt="2026-07-27T11:44:22.381" v="1199" actId="1076"/>
          <ac:spMkLst>
            <pc:docMk/>
            <pc:sldMk cId="26030809" sldId="2076137810"/>
            <ac:spMk id="25" creationId="{704A3F83-A2BA-7D12-7205-E08ED5153A07}"/>
          </ac:spMkLst>
        </pc:spChg>
        <pc:spChg chg="del mod">
          <ac:chgData name="Kannepamula Mahesh Babu" userId="391c5b16-0897-4eca-a028-a97f935a3bd2" providerId="ADAL" clId="{9E3353FE-7EFD-4D1F-85AC-2D3001641A94}" dt="2026-07-27T11:40:20.495" v="1163" actId="478"/>
          <ac:spMkLst>
            <pc:docMk/>
            <pc:sldMk cId="26030809" sldId="2076137810"/>
            <ac:spMk id="26" creationId="{A595BBE8-B8A6-60AD-619D-45FD2036F289}"/>
          </ac:spMkLst>
        </pc:spChg>
        <pc:spChg chg="mod">
          <ac:chgData name="Kannepamula Mahesh Babu" userId="391c5b16-0897-4eca-a028-a97f935a3bd2" providerId="ADAL" clId="{9E3353FE-7EFD-4D1F-85AC-2D3001641A94}" dt="2026-07-27T11:41:08.890" v="1173"/>
          <ac:spMkLst>
            <pc:docMk/>
            <pc:sldMk cId="26030809" sldId="2076137810"/>
            <ac:spMk id="27" creationId="{93A55669-0CF0-C289-DA95-79E8BACE9D2E}"/>
          </ac:spMkLst>
        </pc:spChg>
        <pc:spChg chg="mod">
          <ac:chgData name="Kannepamula Mahesh Babu" userId="391c5b16-0897-4eca-a028-a97f935a3bd2" providerId="ADAL" clId="{9E3353FE-7EFD-4D1F-85AC-2D3001641A94}" dt="2026-07-27T12:58:38.094" v="2016" actId="14100"/>
          <ac:spMkLst>
            <pc:docMk/>
            <pc:sldMk cId="26030809" sldId="2076137810"/>
            <ac:spMk id="28" creationId="{8647CF22-00DB-F267-2BD2-E7C7B08DE13F}"/>
          </ac:spMkLst>
        </pc:spChg>
        <pc:spChg chg="add del mod ord">
          <ac:chgData name="Kannepamula Mahesh Babu" userId="391c5b16-0897-4eca-a028-a97f935a3bd2" providerId="ADAL" clId="{9E3353FE-7EFD-4D1F-85AC-2D3001641A94}" dt="2026-07-27T12:30:25.006" v="1881" actId="478"/>
          <ac:spMkLst>
            <pc:docMk/>
            <pc:sldMk cId="26030809" sldId="2076137810"/>
            <ac:spMk id="29" creationId="{98944DAE-A734-F8E4-8602-461A1C1173BB}"/>
          </ac:spMkLst>
        </pc:spChg>
        <pc:spChg chg="add del mod ord">
          <ac:chgData name="Kannepamula Mahesh Babu" userId="391c5b16-0897-4eca-a028-a97f935a3bd2" providerId="ADAL" clId="{9E3353FE-7EFD-4D1F-85AC-2D3001641A94}" dt="2026-07-27T12:33:04.607" v="1905" actId="478"/>
          <ac:spMkLst>
            <pc:docMk/>
            <pc:sldMk cId="26030809" sldId="2076137810"/>
            <ac:spMk id="31" creationId="{55A0AAD9-27ED-3DD6-CDE6-B3BB89A82C5C}"/>
          </ac:spMkLst>
        </pc:spChg>
        <pc:spChg chg="add mod ord">
          <ac:chgData name="Kannepamula Mahesh Babu" userId="391c5b16-0897-4eca-a028-a97f935a3bd2" providerId="ADAL" clId="{9E3353FE-7EFD-4D1F-85AC-2D3001641A94}" dt="2026-07-27T12:33:18.529" v="1908" actId="14100"/>
          <ac:spMkLst>
            <pc:docMk/>
            <pc:sldMk cId="26030809" sldId="2076137810"/>
            <ac:spMk id="33" creationId="{7A319BC1-A245-BE92-4649-704B61FF4BD2}"/>
          </ac:spMkLst>
        </pc:spChg>
        <pc:graphicFrameChg chg="mod modGraphic">
          <ac:chgData name="Kannepamula Mahesh Babu" userId="391c5b16-0897-4eca-a028-a97f935a3bd2" providerId="ADAL" clId="{9E3353FE-7EFD-4D1F-85AC-2D3001641A94}" dt="2026-07-27T11:35:47.923" v="1055" actId="14100"/>
          <ac:graphicFrameMkLst>
            <pc:docMk/>
            <pc:sldMk cId="26030809" sldId="2076137810"/>
            <ac:graphicFrameMk id="21" creationId="{15CD5DF3-9625-24D1-A178-5228527E763C}"/>
          </ac:graphicFrameMkLst>
        </pc:graphicFrameChg>
        <pc:cxnChg chg="mod">
          <ac:chgData name="Kannepamula Mahesh Babu" userId="391c5b16-0897-4eca-a028-a97f935a3bd2" providerId="ADAL" clId="{9E3353FE-7EFD-4D1F-85AC-2D3001641A94}" dt="2026-07-27T11:28:54.905" v="877" actId="20577"/>
          <ac:cxnSpMkLst>
            <pc:docMk/>
            <pc:sldMk cId="26030809" sldId="2076137810"/>
            <ac:cxnSpMk id="16" creationId="{1C4734CF-5D96-E810-C8A8-40D05FD6B00A}"/>
          </ac:cxnSpMkLst>
        </pc:cxnChg>
      </pc:sldChg>
      <pc:sldChg chg="addSp delSp modSp mod ord">
        <pc:chgData name="Kannepamula Mahesh Babu" userId="391c5b16-0897-4eca-a028-a97f935a3bd2" providerId="ADAL" clId="{9E3353FE-7EFD-4D1F-85AC-2D3001641A94}" dt="2026-07-27T13:01:54.139" v="2044" actId="14100"/>
        <pc:sldMkLst>
          <pc:docMk/>
          <pc:sldMk cId="594742698" sldId="2076137811"/>
        </pc:sldMkLst>
        <pc:spChg chg="mod">
          <ac:chgData name="Kannepamula Mahesh Babu" userId="391c5b16-0897-4eca-a028-a97f935a3bd2" providerId="ADAL" clId="{9E3353FE-7EFD-4D1F-85AC-2D3001641A94}" dt="2026-07-27T12:05:31.284" v="1504" actId="20577"/>
          <ac:spMkLst>
            <pc:docMk/>
            <pc:sldMk cId="594742698" sldId="2076137811"/>
            <ac:spMk id="2" creationId="{108595FF-91D4-2A20-178A-93D1274687BD}"/>
          </ac:spMkLst>
        </pc:spChg>
        <pc:spChg chg="del">
          <ac:chgData name="Kannepamula Mahesh Babu" userId="391c5b16-0897-4eca-a028-a97f935a3bd2" providerId="ADAL" clId="{9E3353FE-7EFD-4D1F-85AC-2D3001641A94}" dt="2026-07-27T12:27:01.203" v="1855" actId="478"/>
          <ac:spMkLst>
            <pc:docMk/>
            <pc:sldMk cId="594742698" sldId="2076137811"/>
            <ac:spMk id="3" creationId="{0A87B378-0137-0E80-AA92-BD92B21813F0}"/>
          </ac:spMkLst>
        </pc:spChg>
        <pc:spChg chg="del">
          <ac:chgData name="Kannepamula Mahesh Babu" userId="391c5b16-0897-4eca-a028-a97f935a3bd2" providerId="ADAL" clId="{9E3353FE-7EFD-4D1F-85AC-2D3001641A94}" dt="2026-07-27T12:27:01.203" v="1855" actId="478"/>
          <ac:spMkLst>
            <pc:docMk/>
            <pc:sldMk cId="594742698" sldId="2076137811"/>
            <ac:spMk id="4" creationId="{D0FF4748-4954-3A17-0C6E-C56599C608AD}"/>
          </ac:spMkLst>
        </pc:spChg>
        <pc:spChg chg="add mod">
          <ac:chgData name="Kannepamula Mahesh Babu" userId="391c5b16-0897-4eca-a028-a97f935a3bd2" providerId="ADAL" clId="{9E3353FE-7EFD-4D1F-85AC-2D3001641A94}" dt="2026-07-27T12:27:01.503" v="1856"/>
          <ac:spMkLst>
            <pc:docMk/>
            <pc:sldMk cId="594742698" sldId="2076137811"/>
            <ac:spMk id="5" creationId="{8AA4E922-6B1E-48F2-E27B-3642169953C8}"/>
          </ac:spMkLst>
        </pc:spChg>
        <pc:spChg chg="mod">
          <ac:chgData name="Kannepamula Mahesh Babu" userId="391c5b16-0897-4eca-a028-a97f935a3bd2" providerId="ADAL" clId="{9E3353FE-7EFD-4D1F-85AC-2D3001641A94}" dt="2026-07-27T13:01:54.139" v="2044" actId="14100"/>
          <ac:spMkLst>
            <pc:docMk/>
            <pc:sldMk cId="594742698" sldId="2076137811"/>
            <ac:spMk id="7" creationId="{5BF8A27C-F5DA-0A22-499B-D96A24879058}"/>
          </ac:spMkLst>
        </pc:spChg>
        <pc:spChg chg="add mod">
          <ac:chgData name="Kannepamula Mahesh Babu" userId="391c5b16-0897-4eca-a028-a97f935a3bd2" providerId="ADAL" clId="{9E3353FE-7EFD-4D1F-85AC-2D3001641A94}" dt="2026-07-27T12:27:01.503" v="1856"/>
          <ac:spMkLst>
            <pc:docMk/>
            <pc:sldMk cId="594742698" sldId="2076137811"/>
            <ac:spMk id="8" creationId="{27CC602D-98C2-7D0B-1FA0-846AEFAD2D12}"/>
          </ac:spMkLst>
        </pc:spChg>
        <pc:spChg chg="mod">
          <ac:chgData name="Kannepamula Mahesh Babu" userId="391c5b16-0897-4eca-a028-a97f935a3bd2" providerId="ADAL" clId="{9E3353FE-7EFD-4D1F-85AC-2D3001641A94}" dt="2026-07-27T12:02:52.874" v="1466" actId="122"/>
          <ac:spMkLst>
            <pc:docMk/>
            <pc:sldMk cId="594742698" sldId="2076137811"/>
            <ac:spMk id="9" creationId="{01179C2A-6D13-4804-D3D6-03B8B8F8F567}"/>
          </ac:spMkLst>
        </pc:spChg>
        <pc:spChg chg="mod">
          <ac:chgData name="Kannepamula Mahesh Babu" userId="391c5b16-0897-4eca-a028-a97f935a3bd2" providerId="ADAL" clId="{9E3353FE-7EFD-4D1F-85AC-2D3001641A94}" dt="2026-07-27T12:02:33.649" v="1463" actId="2711"/>
          <ac:spMkLst>
            <pc:docMk/>
            <pc:sldMk cId="594742698" sldId="2076137811"/>
            <ac:spMk id="13" creationId="{12F4CA07-D09B-01A3-839C-8F63CA08EB0A}"/>
          </ac:spMkLst>
        </pc:spChg>
        <pc:spChg chg="mod">
          <ac:chgData name="Kannepamula Mahesh Babu" userId="391c5b16-0897-4eca-a028-a97f935a3bd2" providerId="ADAL" clId="{9E3353FE-7EFD-4D1F-85AC-2D3001641A94}" dt="2026-07-27T12:02:33.649" v="1463" actId="2711"/>
          <ac:spMkLst>
            <pc:docMk/>
            <pc:sldMk cId="594742698" sldId="2076137811"/>
            <ac:spMk id="16" creationId="{A6F1DDF5-E73F-26F6-416F-7D5040EA8945}"/>
          </ac:spMkLst>
        </pc:spChg>
        <pc:spChg chg="mod">
          <ac:chgData name="Kannepamula Mahesh Babu" userId="391c5b16-0897-4eca-a028-a97f935a3bd2" providerId="ADAL" clId="{9E3353FE-7EFD-4D1F-85AC-2D3001641A94}" dt="2026-07-27T12:02:33.649" v="1463" actId="2711"/>
          <ac:spMkLst>
            <pc:docMk/>
            <pc:sldMk cId="594742698" sldId="2076137811"/>
            <ac:spMk id="18" creationId="{753EA707-887E-AF85-1BBD-B45D6A1116DF}"/>
          </ac:spMkLst>
        </pc:spChg>
        <pc:spChg chg="mod">
          <ac:chgData name="Kannepamula Mahesh Babu" userId="391c5b16-0897-4eca-a028-a97f935a3bd2" providerId="ADAL" clId="{9E3353FE-7EFD-4D1F-85AC-2D3001641A94}" dt="2026-07-27T12:02:33.649" v="1463" actId="2711"/>
          <ac:spMkLst>
            <pc:docMk/>
            <pc:sldMk cId="594742698" sldId="2076137811"/>
            <ac:spMk id="21" creationId="{DA9BBC2A-E9C1-AFE4-53E0-39C517AD31AA}"/>
          </ac:spMkLst>
        </pc:spChg>
        <pc:spChg chg="mod">
          <ac:chgData name="Kannepamula Mahesh Babu" userId="391c5b16-0897-4eca-a028-a97f935a3bd2" providerId="ADAL" clId="{9E3353FE-7EFD-4D1F-85AC-2D3001641A94}" dt="2026-07-27T12:02:33.649" v="1463" actId="2711"/>
          <ac:spMkLst>
            <pc:docMk/>
            <pc:sldMk cId="594742698" sldId="2076137811"/>
            <ac:spMk id="23" creationId="{6E3D12C4-9D89-02CB-2963-FDB831A6BDFF}"/>
          </ac:spMkLst>
        </pc:spChg>
        <pc:spChg chg="mod">
          <ac:chgData name="Kannepamula Mahesh Babu" userId="391c5b16-0897-4eca-a028-a97f935a3bd2" providerId="ADAL" clId="{9E3353FE-7EFD-4D1F-85AC-2D3001641A94}" dt="2026-07-27T12:02:52.874" v="1466" actId="122"/>
          <ac:spMkLst>
            <pc:docMk/>
            <pc:sldMk cId="594742698" sldId="2076137811"/>
            <ac:spMk id="25" creationId="{ED8906FD-AAF9-23FA-BF03-C0DD97DB728A}"/>
          </ac:spMkLst>
        </pc:spChg>
        <pc:spChg chg="mod">
          <ac:chgData name="Kannepamula Mahesh Babu" userId="391c5b16-0897-4eca-a028-a97f935a3bd2" providerId="ADAL" clId="{9E3353FE-7EFD-4D1F-85AC-2D3001641A94}" dt="2026-07-27T12:02:43.509" v="1464" actId="2711"/>
          <ac:spMkLst>
            <pc:docMk/>
            <pc:sldMk cId="594742698" sldId="2076137811"/>
            <ac:spMk id="29" creationId="{D415E506-2525-5FC9-AA2A-7009A87D4C0A}"/>
          </ac:spMkLst>
        </pc:spChg>
        <pc:cxnChg chg="mod">
          <ac:chgData name="Kannepamula Mahesh Babu" userId="391c5b16-0897-4eca-a028-a97f935a3bd2" providerId="ADAL" clId="{9E3353FE-7EFD-4D1F-85AC-2D3001641A94}" dt="2026-07-27T12:49:38.570" v="1960" actId="1582"/>
          <ac:cxnSpMkLst>
            <pc:docMk/>
            <pc:sldMk cId="594742698" sldId="2076137811"/>
            <ac:cxnSpMk id="34" creationId="{91299D08-C6A1-1F55-0DCD-FDCAE360E075}"/>
          </ac:cxnSpMkLst>
        </pc:cxnChg>
        <pc:cxnChg chg="mod">
          <ac:chgData name="Kannepamula Mahesh Babu" userId="391c5b16-0897-4eca-a028-a97f935a3bd2" providerId="ADAL" clId="{9E3353FE-7EFD-4D1F-85AC-2D3001641A94}" dt="2026-07-27T12:49:38.570" v="1960" actId="1582"/>
          <ac:cxnSpMkLst>
            <pc:docMk/>
            <pc:sldMk cId="594742698" sldId="2076137811"/>
            <ac:cxnSpMk id="35" creationId="{32B00964-A68E-E3B4-404F-647A13D9770A}"/>
          </ac:cxnSpMkLst>
        </pc:cxnChg>
        <pc:cxnChg chg="mod">
          <ac:chgData name="Kannepamula Mahesh Babu" userId="391c5b16-0897-4eca-a028-a97f935a3bd2" providerId="ADAL" clId="{9E3353FE-7EFD-4D1F-85AC-2D3001641A94}" dt="2026-07-27T12:49:38.570" v="1960" actId="1582"/>
          <ac:cxnSpMkLst>
            <pc:docMk/>
            <pc:sldMk cId="594742698" sldId="2076137811"/>
            <ac:cxnSpMk id="40" creationId="{08408DB9-B45E-0667-1AC2-7D4FA363DE7C}"/>
          </ac:cxnSpMkLst>
        </pc:cxnChg>
      </pc:sldChg>
      <pc:sldChg chg="addSp delSp modSp mod ord">
        <pc:chgData name="Kannepamula Mahesh Babu" userId="391c5b16-0897-4eca-a028-a97f935a3bd2" providerId="ADAL" clId="{9E3353FE-7EFD-4D1F-85AC-2D3001641A94}" dt="2026-07-27T12:38:33.078" v="1910" actId="207"/>
        <pc:sldMkLst>
          <pc:docMk/>
          <pc:sldMk cId="1495933921" sldId="2076137812"/>
        </pc:sldMkLst>
        <pc:spChg chg="mod">
          <ac:chgData name="Kannepamula Mahesh Babu" userId="391c5b16-0897-4eca-a028-a97f935a3bd2" providerId="ADAL" clId="{9E3353FE-7EFD-4D1F-85AC-2D3001641A94}" dt="2026-07-27T12:05:25.899" v="1503" actId="20577"/>
          <ac:spMkLst>
            <pc:docMk/>
            <pc:sldMk cId="1495933921" sldId="2076137812"/>
            <ac:spMk id="2" creationId="{FEBDA27E-C3C1-0E75-E7E1-DD985831588C}"/>
          </ac:spMkLst>
        </pc:spChg>
        <pc:spChg chg="del">
          <ac:chgData name="Kannepamula Mahesh Babu" userId="391c5b16-0897-4eca-a028-a97f935a3bd2" providerId="ADAL" clId="{9E3353FE-7EFD-4D1F-85AC-2D3001641A94}" dt="2026-07-27T12:27:04.720" v="1857" actId="478"/>
          <ac:spMkLst>
            <pc:docMk/>
            <pc:sldMk cId="1495933921" sldId="2076137812"/>
            <ac:spMk id="3" creationId="{E09B6404-9C70-91F3-BFB2-B553A04376A0}"/>
          </ac:spMkLst>
        </pc:spChg>
        <pc:spChg chg="del">
          <ac:chgData name="Kannepamula Mahesh Babu" userId="391c5b16-0897-4eca-a028-a97f935a3bd2" providerId="ADAL" clId="{9E3353FE-7EFD-4D1F-85AC-2D3001641A94}" dt="2026-07-27T12:27:04.720" v="1857" actId="478"/>
          <ac:spMkLst>
            <pc:docMk/>
            <pc:sldMk cId="1495933921" sldId="2076137812"/>
            <ac:spMk id="4" creationId="{25D5D1BD-1CCD-AF0C-D3CF-DCAD1B7C0094}"/>
          </ac:spMkLst>
        </pc:spChg>
        <pc:spChg chg="add mod">
          <ac:chgData name="Kannepamula Mahesh Babu" userId="391c5b16-0897-4eca-a028-a97f935a3bd2" providerId="ADAL" clId="{9E3353FE-7EFD-4D1F-85AC-2D3001641A94}" dt="2026-07-27T12:27:05.003" v="1858"/>
          <ac:spMkLst>
            <pc:docMk/>
            <pc:sldMk cId="1495933921" sldId="2076137812"/>
            <ac:spMk id="5" creationId="{70443501-9F01-C7EA-EFE8-48104EF49694}"/>
          </ac:spMkLst>
        </pc:spChg>
        <pc:spChg chg="add mod">
          <ac:chgData name="Kannepamula Mahesh Babu" userId="391c5b16-0897-4eca-a028-a97f935a3bd2" providerId="ADAL" clId="{9E3353FE-7EFD-4D1F-85AC-2D3001641A94}" dt="2026-07-27T12:27:05.003" v="1858"/>
          <ac:spMkLst>
            <pc:docMk/>
            <pc:sldMk cId="1495933921" sldId="2076137812"/>
            <ac:spMk id="11" creationId="{B5056177-9878-7D6A-C4DC-5442939B4B28}"/>
          </ac:spMkLst>
        </pc:spChg>
        <pc:spChg chg="mod">
          <ac:chgData name="Kannepamula Mahesh Babu" userId="391c5b16-0897-4eca-a028-a97f935a3bd2" providerId="ADAL" clId="{9E3353FE-7EFD-4D1F-85AC-2D3001641A94}" dt="2026-07-27T12:38:33.078" v="1910" actId="207"/>
          <ac:spMkLst>
            <pc:docMk/>
            <pc:sldMk cId="1495933921" sldId="2076137812"/>
            <ac:spMk id="17" creationId="{657623F0-9328-68C3-47FB-D695B6D33E0A}"/>
          </ac:spMkLst>
        </pc:spChg>
        <pc:spChg chg="mod">
          <ac:chgData name="Kannepamula Mahesh Babu" userId="391c5b16-0897-4eca-a028-a97f935a3bd2" providerId="ADAL" clId="{9E3353FE-7EFD-4D1F-85AC-2D3001641A94}" dt="2026-07-27T12:04:21.111" v="1484" actId="313"/>
          <ac:spMkLst>
            <pc:docMk/>
            <pc:sldMk cId="1495933921" sldId="2076137812"/>
            <ac:spMk id="20" creationId="{C9940927-AE03-88A0-0BF0-3A59DB025C37}"/>
          </ac:spMkLst>
        </pc:spChg>
        <pc:spChg chg="mod">
          <ac:chgData name="Kannepamula Mahesh Babu" userId="391c5b16-0897-4eca-a028-a97f935a3bd2" providerId="ADAL" clId="{9E3353FE-7EFD-4D1F-85AC-2D3001641A94}" dt="2026-07-27T12:38:33.078" v="1910" actId="207"/>
          <ac:spMkLst>
            <pc:docMk/>
            <pc:sldMk cId="1495933921" sldId="2076137812"/>
            <ac:spMk id="24" creationId="{3EEB8EA1-03B0-F959-D910-BC04763803B5}"/>
          </ac:spMkLst>
        </pc:spChg>
        <pc:spChg chg="mod">
          <ac:chgData name="Kannepamula Mahesh Babu" userId="391c5b16-0897-4eca-a028-a97f935a3bd2" providerId="ADAL" clId="{9E3353FE-7EFD-4D1F-85AC-2D3001641A94}" dt="2026-07-27T12:04:23.962" v="1485" actId="313"/>
          <ac:spMkLst>
            <pc:docMk/>
            <pc:sldMk cId="1495933921" sldId="2076137812"/>
            <ac:spMk id="27" creationId="{FA8C951B-6C43-DB36-DD40-8DDBC816D91F}"/>
          </ac:spMkLst>
        </pc:spChg>
        <pc:spChg chg="mod">
          <ac:chgData name="Kannepamula Mahesh Babu" userId="391c5b16-0897-4eca-a028-a97f935a3bd2" providerId="ADAL" clId="{9E3353FE-7EFD-4D1F-85AC-2D3001641A94}" dt="2026-07-27T12:04:14.220" v="1483" actId="113"/>
          <ac:spMkLst>
            <pc:docMk/>
            <pc:sldMk cId="1495933921" sldId="2076137812"/>
            <ac:spMk id="30" creationId="{0107A2BF-67C8-9BD7-ECA4-43C74562B652}"/>
          </ac:spMkLst>
        </pc:spChg>
      </pc:sldChg>
      <pc:sldChg chg="addSp delSp modSp new mod modClrScheme chgLayout">
        <pc:chgData name="Kannepamula Mahesh Babu" userId="391c5b16-0897-4eca-a028-a97f935a3bd2" providerId="ADAL" clId="{9E3353FE-7EFD-4D1F-85AC-2D3001641A94}" dt="2026-07-27T12:59:27.731" v="2021" actId="555"/>
        <pc:sldMkLst>
          <pc:docMk/>
          <pc:sldMk cId="2837977869" sldId="2076137813"/>
        </pc:sldMkLst>
        <pc:spChg chg="mod ord">
          <ac:chgData name="Kannepamula Mahesh Babu" userId="391c5b16-0897-4eca-a028-a97f935a3bd2" providerId="ADAL" clId="{9E3353FE-7EFD-4D1F-85AC-2D3001641A94}" dt="2026-07-27T11:45:06.695" v="1207" actId="6264"/>
          <ac:spMkLst>
            <pc:docMk/>
            <pc:sldMk cId="2837977869" sldId="2076137813"/>
            <ac:spMk id="2" creationId="{65D82386-B499-0F23-4227-EB0EA8E33A13}"/>
          </ac:spMkLst>
        </pc:spChg>
        <pc:spChg chg="del mod ord">
          <ac:chgData name="Kannepamula Mahesh Babu" userId="391c5b16-0897-4eca-a028-a97f935a3bd2" providerId="ADAL" clId="{9E3353FE-7EFD-4D1F-85AC-2D3001641A94}" dt="2026-07-27T12:26:54.876" v="1851" actId="478"/>
          <ac:spMkLst>
            <pc:docMk/>
            <pc:sldMk cId="2837977869" sldId="2076137813"/>
            <ac:spMk id="3" creationId="{8BC88DF2-AF0F-AA0A-05A8-D5B2F2EEE664}"/>
          </ac:spMkLst>
        </pc:spChg>
        <pc:spChg chg="del mod ord">
          <ac:chgData name="Kannepamula Mahesh Babu" userId="391c5b16-0897-4eca-a028-a97f935a3bd2" providerId="ADAL" clId="{9E3353FE-7EFD-4D1F-85AC-2D3001641A94}" dt="2026-07-27T12:26:54.876" v="1851" actId="478"/>
          <ac:spMkLst>
            <pc:docMk/>
            <pc:sldMk cId="2837977869" sldId="2076137813"/>
            <ac:spMk id="4" creationId="{9328BAD8-A010-B92A-3370-2B0B72080F81}"/>
          </ac:spMkLst>
        </pc:spChg>
        <pc:spChg chg="add del mod">
          <ac:chgData name="Kannepamula Mahesh Babu" userId="391c5b16-0897-4eca-a028-a97f935a3bd2" providerId="ADAL" clId="{9E3353FE-7EFD-4D1F-85AC-2D3001641A94}" dt="2026-07-27T11:45:06.551" v="1206" actId="6264"/>
          <ac:spMkLst>
            <pc:docMk/>
            <pc:sldMk cId="2837977869" sldId="2076137813"/>
            <ac:spMk id="5" creationId="{7F740F77-F5A8-FD1C-566C-0B7CA92139DB}"/>
          </ac:spMkLst>
        </pc:spChg>
        <pc:spChg chg="add del mod">
          <ac:chgData name="Kannepamula Mahesh Babu" userId="391c5b16-0897-4eca-a028-a97f935a3bd2" providerId="ADAL" clId="{9E3353FE-7EFD-4D1F-85AC-2D3001641A94}" dt="2026-07-27T11:45:06.551" v="1206" actId="6264"/>
          <ac:spMkLst>
            <pc:docMk/>
            <pc:sldMk cId="2837977869" sldId="2076137813"/>
            <ac:spMk id="6" creationId="{9F10ECF7-7637-A2C0-3428-DF8A906237D7}"/>
          </ac:spMkLst>
        </pc:spChg>
        <pc:spChg chg="add del mod">
          <ac:chgData name="Kannepamula Mahesh Babu" userId="391c5b16-0897-4eca-a028-a97f935a3bd2" providerId="ADAL" clId="{9E3353FE-7EFD-4D1F-85AC-2D3001641A94}" dt="2026-07-27T11:45:06.551" v="1206" actId="6264"/>
          <ac:spMkLst>
            <pc:docMk/>
            <pc:sldMk cId="2837977869" sldId="2076137813"/>
            <ac:spMk id="7" creationId="{B7B74DE0-B9A8-A8AD-5F85-26AF9BD48D71}"/>
          </ac:spMkLst>
        </pc:spChg>
        <pc:spChg chg="add del mod">
          <ac:chgData name="Kannepamula Mahesh Babu" userId="391c5b16-0897-4eca-a028-a97f935a3bd2" providerId="ADAL" clId="{9E3353FE-7EFD-4D1F-85AC-2D3001641A94}" dt="2026-07-27T11:45:06.695" v="1207" actId="6264"/>
          <ac:spMkLst>
            <pc:docMk/>
            <pc:sldMk cId="2837977869" sldId="2076137813"/>
            <ac:spMk id="8" creationId="{D2A57CC3-11C6-45E7-D1E2-D19A1DD9F1DF}"/>
          </ac:spMkLst>
        </pc:spChg>
        <pc:spChg chg="add del mod">
          <ac:chgData name="Kannepamula Mahesh Babu" userId="391c5b16-0897-4eca-a028-a97f935a3bd2" providerId="ADAL" clId="{9E3353FE-7EFD-4D1F-85AC-2D3001641A94}" dt="2026-07-27T11:45:06.695" v="1207" actId="6264"/>
          <ac:spMkLst>
            <pc:docMk/>
            <pc:sldMk cId="2837977869" sldId="2076137813"/>
            <ac:spMk id="9" creationId="{FF1A9D33-FD30-5F96-8366-D95295D32B39}"/>
          </ac:spMkLst>
        </pc:spChg>
        <pc:spChg chg="add del mod">
          <ac:chgData name="Kannepamula Mahesh Babu" userId="391c5b16-0897-4eca-a028-a97f935a3bd2" providerId="ADAL" clId="{9E3353FE-7EFD-4D1F-85AC-2D3001641A94}" dt="2026-07-27T11:45:06.695" v="1207" actId="6264"/>
          <ac:spMkLst>
            <pc:docMk/>
            <pc:sldMk cId="2837977869" sldId="2076137813"/>
            <ac:spMk id="10" creationId="{2A0F7993-F3BD-0979-F529-60931060D4B3}"/>
          </ac:spMkLst>
        </pc:spChg>
        <pc:spChg chg="add mod">
          <ac:chgData name="Kannepamula Mahesh Babu" userId="391c5b16-0897-4eca-a028-a97f935a3bd2" providerId="ADAL" clId="{9E3353FE-7EFD-4D1F-85AC-2D3001641A94}" dt="2026-07-27T11:50:57.062" v="1271" actId="552"/>
          <ac:spMkLst>
            <pc:docMk/>
            <pc:sldMk cId="2837977869" sldId="2076137813"/>
            <ac:spMk id="12" creationId="{777391D8-FADB-BC48-0FFB-2325C9EE64C6}"/>
          </ac:spMkLst>
        </pc:spChg>
        <pc:spChg chg="add mod">
          <ac:chgData name="Kannepamula Mahesh Babu" userId="391c5b16-0897-4eca-a028-a97f935a3bd2" providerId="ADAL" clId="{9E3353FE-7EFD-4D1F-85AC-2D3001641A94}" dt="2026-07-27T12:30:54.030" v="1886" actId="14100"/>
          <ac:spMkLst>
            <pc:docMk/>
            <pc:sldMk cId="2837977869" sldId="2076137813"/>
            <ac:spMk id="14" creationId="{69B5362A-0FE1-F744-3FAF-4889787760C1}"/>
          </ac:spMkLst>
        </pc:spChg>
        <pc:spChg chg="add mod">
          <ac:chgData name="Kannepamula Mahesh Babu" userId="391c5b16-0897-4eca-a028-a97f935a3bd2" providerId="ADAL" clId="{9E3353FE-7EFD-4D1F-85AC-2D3001641A94}" dt="2026-07-27T12:30:57.450" v="1887" actId="14100"/>
          <ac:spMkLst>
            <pc:docMk/>
            <pc:sldMk cId="2837977869" sldId="2076137813"/>
            <ac:spMk id="16" creationId="{CC8524AA-3E1C-53DE-02D8-D6D2F2CBCCD7}"/>
          </ac:spMkLst>
        </pc:spChg>
        <pc:spChg chg="add del mod">
          <ac:chgData name="Kannepamula Mahesh Babu" userId="391c5b16-0897-4eca-a028-a97f935a3bd2" providerId="ADAL" clId="{9E3353FE-7EFD-4D1F-85AC-2D3001641A94}" dt="2026-07-27T12:31:33.529" v="1895" actId="478"/>
          <ac:spMkLst>
            <pc:docMk/>
            <pc:sldMk cId="2837977869" sldId="2076137813"/>
            <ac:spMk id="18" creationId="{44E3DB11-7E32-C61F-83EF-BDDBE3D4B98D}"/>
          </ac:spMkLst>
        </pc:spChg>
        <pc:spChg chg="del">
          <ac:chgData name="Kannepamula Mahesh Babu" userId="391c5b16-0897-4eca-a028-a97f935a3bd2" providerId="ADAL" clId="{9E3353FE-7EFD-4D1F-85AC-2D3001641A94}" dt="2026-07-27T11:48:49.561" v="1229" actId="478"/>
          <ac:spMkLst>
            <pc:docMk/>
            <pc:sldMk cId="2837977869" sldId="2076137813"/>
            <ac:spMk id="20" creationId="{B1C5B6A8-6A33-EE03-C8C1-DA9267FC1170}"/>
          </ac:spMkLst>
        </pc:spChg>
        <pc:spChg chg="add del mod">
          <ac:chgData name="Kannepamula Mahesh Babu" userId="391c5b16-0897-4eca-a028-a97f935a3bd2" providerId="ADAL" clId="{9E3353FE-7EFD-4D1F-85AC-2D3001641A94}" dt="2026-07-27T11:48:49.561" v="1229" actId="478"/>
          <ac:spMkLst>
            <pc:docMk/>
            <pc:sldMk cId="2837977869" sldId="2076137813"/>
            <ac:spMk id="22" creationId="{CD0B6356-70E4-A0A0-0B1E-75159E3458A8}"/>
          </ac:spMkLst>
        </pc:spChg>
        <pc:spChg chg="add del mod">
          <ac:chgData name="Kannepamula Mahesh Babu" userId="391c5b16-0897-4eca-a028-a97f935a3bd2" providerId="ADAL" clId="{9E3353FE-7EFD-4D1F-85AC-2D3001641A94}" dt="2026-07-27T11:48:49.561" v="1229" actId="478"/>
          <ac:spMkLst>
            <pc:docMk/>
            <pc:sldMk cId="2837977869" sldId="2076137813"/>
            <ac:spMk id="24" creationId="{0D80A315-CFBA-F5F8-ACAD-861C3D8D1F31}"/>
          </ac:spMkLst>
        </pc:spChg>
        <pc:spChg chg="add mod">
          <ac:chgData name="Kannepamula Mahesh Babu" userId="391c5b16-0897-4eca-a028-a97f935a3bd2" providerId="ADAL" clId="{9E3353FE-7EFD-4D1F-85AC-2D3001641A94}" dt="2026-07-27T11:47:57.577" v="1215" actId="1076"/>
          <ac:spMkLst>
            <pc:docMk/>
            <pc:sldMk cId="2837977869" sldId="2076137813"/>
            <ac:spMk id="26" creationId="{294AC2C1-4062-F0F0-2CDF-926D8CAB20E7}"/>
          </ac:spMkLst>
        </pc:spChg>
        <pc:spChg chg="add mod">
          <ac:chgData name="Kannepamula Mahesh Babu" userId="391c5b16-0897-4eca-a028-a97f935a3bd2" providerId="ADAL" clId="{9E3353FE-7EFD-4D1F-85AC-2D3001641A94}" dt="2026-07-27T11:48:12.845" v="1220" actId="14100"/>
          <ac:spMkLst>
            <pc:docMk/>
            <pc:sldMk cId="2837977869" sldId="2076137813"/>
            <ac:spMk id="28" creationId="{8DD9B775-8930-D902-6D0A-2947B036A822}"/>
          </ac:spMkLst>
        </pc:spChg>
        <pc:spChg chg="add mod">
          <ac:chgData name="Kannepamula Mahesh Babu" userId="391c5b16-0897-4eca-a028-a97f935a3bd2" providerId="ADAL" clId="{9E3353FE-7EFD-4D1F-85AC-2D3001641A94}" dt="2026-07-27T11:47:57.577" v="1215" actId="1076"/>
          <ac:spMkLst>
            <pc:docMk/>
            <pc:sldMk cId="2837977869" sldId="2076137813"/>
            <ac:spMk id="30" creationId="{C19FC9A7-5AC8-A948-05F0-05590AFDF523}"/>
          </ac:spMkLst>
        </pc:spChg>
        <pc:spChg chg="add mod">
          <ac:chgData name="Kannepamula Mahesh Babu" userId="391c5b16-0897-4eca-a028-a97f935a3bd2" providerId="ADAL" clId="{9E3353FE-7EFD-4D1F-85AC-2D3001641A94}" dt="2026-07-27T11:48:22.562" v="1224" actId="14100"/>
          <ac:spMkLst>
            <pc:docMk/>
            <pc:sldMk cId="2837977869" sldId="2076137813"/>
            <ac:spMk id="32" creationId="{ACBF1514-E3ED-D026-FDCE-F8FE421A0478}"/>
          </ac:spMkLst>
        </pc:spChg>
        <pc:spChg chg="add mod">
          <ac:chgData name="Kannepamula Mahesh Babu" userId="391c5b16-0897-4eca-a028-a97f935a3bd2" providerId="ADAL" clId="{9E3353FE-7EFD-4D1F-85AC-2D3001641A94}" dt="2026-07-27T11:48:31.559" v="1228" actId="14100"/>
          <ac:spMkLst>
            <pc:docMk/>
            <pc:sldMk cId="2837977869" sldId="2076137813"/>
            <ac:spMk id="36" creationId="{8495D30A-A6E5-668E-2DDB-4A0819C7D9DC}"/>
          </ac:spMkLst>
        </pc:spChg>
        <pc:spChg chg="add mod">
          <ac:chgData name="Kannepamula Mahesh Babu" userId="391c5b16-0897-4eca-a028-a97f935a3bd2" providerId="ADAL" clId="{9E3353FE-7EFD-4D1F-85AC-2D3001641A94}" dt="2026-07-27T12:59:27.731" v="2021" actId="555"/>
          <ac:spMkLst>
            <pc:docMk/>
            <pc:sldMk cId="2837977869" sldId="2076137813"/>
            <ac:spMk id="46" creationId="{9CF21D0C-BF67-24D5-71BE-C3B64D33AF6B}"/>
          </ac:spMkLst>
        </pc:spChg>
        <pc:spChg chg="add mod">
          <ac:chgData name="Kannepamula Mahesh Babu" userId="391c5b16-0897-4eca-a028-a97f935a3bd2" providerId="ADAL" clId="{9E3353FE-7EFD-4D1F-85AC-2D3001641A94}" dt="2026-07-27T12:59:27.731" v="2021" actId="555"/>
          <ac:spMkLst>
            <pc:docMk/>
            <pc:sldMk cId="2837977869" sldId="2076137813"/>
            <ac:spMk id="47" creationId="{83021B81-87F9-EB57-B93F-BE2D004CB749}"/>
          </ac:spMkLst>
        </pc:spChg>
        <pc:spChg chg="add mod">
          <ac:chgData name="Kannepamula Mahesh Babu" userId="391c5b16-0897-4eca-a028-a97f935a3bd2" providerId="ADAL" clId="{9E3353FE-7EFD-4D1F-85AC-2D3001641A94}" dt="2026-07-27T12:59:27.731" v="2021" actId="555"/>
          <ac:spMkLst>
            <pc:docMk/>
            <pc:sldMk cId="2837977869" sldId="2076137813"/>
            <ac:spMk id="48" creationId="{D497EAD6-AAEB-6F5D-2723-EEE1FED468F4}"/>
          </ac:spMkLst>
        </pc:spChg>
        <pc:spChg chg="add mod">
          <ac:chgData name="Kannepamula Mahesh Babu" userId="391c5b16-0897-4eca-a028-a97f935a3bd2" providerId="ADAL" clId="{9E3353FE-7EFD-4D1F-85AC-2D3001641A94}" dt="2026-07-27T12:26:55.169" v="1852"/>
          <ac:spMkLst>
            <pc:docMk/>
            <pc:sldMk cId="2837977869" sldId="2076137813"/>
            <ac:spMk id="49" creationId="{CD28506B-6E44-A2A3-E216-EE89CF292F61}"/>
          </ac:spMkLst>
        </pc:spChg>
        <pc:spChg chg="add mod">
          <ac:chgData name="Kannepamula Mahesh Babu" userId="391c5b16-0897-4eca-a028-a97f935a3bd2" providerId="ADAL" clId="{9E3353FE-7EFD-4D1F-85AC-2D3001641A94}" dt="2026-07-27T12:26:55.169" v="1852"/>
          <ac:spMkLst>
            <pc:docMk/>
            <pc:sldMk cId="2837977869" sldId="2076137813"/>
            <ac:spMk id="50" creationId="{09D1CBF2-F529-A9BF-3A00-D9E782748418}"/>
          </ac:spMkLst>
        </pc:spChg>
        <pc:spChg chg="add del ord">
          <ac:chgData name="Kannepamula Mahesh Babu" userId="391c5b16-0897-4eca-a028-a97f935a3bd2" providerId="ADAL" clId="{9E3353FE-7EFD-4D1F-85AC-2D3001641A94}" dt="2026-07-27T12:31:11.858" v="1890" actId="478"/>
          <ac:spMkLst>
            <pc:docMk/>
            <pc:sldMk cId="2837977869" sldId="2076137813"/>
            <ac:spMk id="52" creationId="{37FCAB9F-59A0-B4E5-E0C7-2E2B33E2DBA7}"/>
          </ac:spMkLst>
        </pc:spChg>
        <pc:spChg chg="add del mod">
          <ac:chgData name="Kannepamula Mahesh Babu" userId="391c5b16-0897-4eca-a028-a97f935a3bd2" providerId="ADAL" clId="{9E3353FE-7EFD-4D1F-85AC-2D3001641A94}" dt="2026-07-27T12:31:32.420" v="1894" actId="21"/>
          <ac:spMkLst>
            <pc:docMk/>
            <pc:sldMk cId="2837977869" sldId="2076137813"/>
            <ac:spMk id="53" creationId="{15D5068A-AFD0-7129-A584-1A381F0C1A55}"/>
          </ac:spMkLst>
        </pc:spChg>
        <pc:spChg chg="add ord">
          <ac:chgData name="Kannepamula Mahesh Babu" userId="391c5b16-0897-4eca-a028-a97f935a3bd2" providerId="ADAL" clId="{9E3353FE-7EFD-4D1F-85AC-2D3001641A94}" dt="2026-07-27T12:31:35.376" v="1897" actId="167"/>
          <ac:spMkLst>
            <pc:docMk/>
            <pc:sldMk cId="2837977869" sldId="2076137813"/>
            <ac:spMk id="55" creationId="{69D2B47C-8084-B9FA-29AA-A2DC8FFB4777}"/>
          </ac:spMkLst>
        </pc:spChg>
        <pc:graphicFrameChg chg="add mod modGraphic">
          <ac:chgData name="Kannepamula Mahesh Babu" userId="391c5b16-0897-4eca-a028-a97f935a3bd2" providerId="ADAL" clId="{9E3353FE-7EFD-4D1F-85AC-2D3001641A94}" dt="2026-07-27T11:59:27.980" v="1450" actId="1076"/>
          <ac:graphicFrameMkLst>
            <pc:docMk/>
            <pc:sldMk cId="2837977869" sldId="2076137813"/>
            <ac:graphicFrameMk id="38" creationId="{7DAD384A-AB4F-C377-F464-C10BA78DADC0}"/>
          </ac:graphicFrameMkLst>
        </pc:graphicFrameChg>
        <pc:graphicFrameChg chg="add del mod">
          <ac:chgData name="Kannepamula Mahesh Babu" userId="391c5b16-0897-4eca-a028-a97f935a3bd2" providerId="ADAL" clId="{9E3353FE-7EFD-4D1F-85AC-2D3001641A94}" dt="2026-07-27T11:50:45.986" v="1266" actId="478"/>
          <ac:graphicFrameMkLst>
            <pc:docMk/>
            <pc:sldMk cId="2837977869" sldId="2076137813"/>
            <ac:graphicFrameMk id="40" creationId="{EB6EFD27-2491-26E3-46FD-40B271382747}"/>
          </ac:graphicFrameMkLst>
        </pc:graphicFrameChg>
        <pc:graphicFrameChg chg="add del mod">
          <ac:chgData name="Kannepamula Mahesh Babu" userId="391c5b16-0897-4eca-a028-a97f935a3bd2" providerId="ADAL" clId="{9E3353FE-7EFD-4D1F-85AC-2D3001641A94}" dt="2026-07-27T11:50:45.986" v="1266" actId="478"/>
          <ac:graphicFrameMkLst>
            <pc:docMk/>
            <pc:sldMk cId="2837977869" sldId="2076137813"/>
            <ac:graphicFrameMk id="42" creationId="{45CBB731-7D91-1FF3-FC54-9F75C88E9651}"/>
          </ac:graphicFrameMkLst>
        </pc:graphicFrameChg>
        <pc:graphicFrameChg chg="add mod modGraphic">
          <ac:chgData name="Kannepamula Mahesh Babu" userId="391c5b16-0897-4eca-a028-a97f935a3bd2" providerId="ADAL" clId="{9E3353FE-7EFD-4D1F-85AC-2D3001641A94}" dt="2026-07-27T11:59:48.883" v="1454"/>
          <ac:graphicFrameMkLst>
            <pc:docMk/>
            <pc:sldMk cId="2837977869" sldId="2076137813"/>
            <ac:graphicFrameMk id="43" creationId="{3ADF4852-D993-0A0E-AB74-8DA713D53EBF}"/>
          </ac:graphicFrameMkLst>
        </pc:graphicFrameChg>
        <pc:graphicFrameChg chg="add mod modGraphic">
          <ac:chgData name="Kannepamula Mahesh Babu" userId="391c5b16-0897-4eca-a028-a97f935a3bd2" providerId="ADAL" clId="{9E3353FE-7EFD-4D1F-85AC-2D3001641A94}" dt="2026-07-27T11:59:27.980" v="1450" actId="1076"/>
          <ac:graphicFrameMkLst>
            <pc:docMk/>
            <pc:sldMk cId="2837977869" sldId="2076137813"/>
            <ac:graphicFrameMk id="44" creationId="{F3EE5F6D-B15E-1BA3-5932-8ED3C2E3241E}"/>
          </ac:graphicFrameMkLst>
        </pc:graphicFrameChg>
      </pc:sldChg>
      <pc:sldChg chg="addSp delSp modSp new del mod modClrScheme chgLayout">
        <pc:chgData name="Kannepamula Mahesh Babu" userId="391c5b16-0897-4eca-a028-a97f935a3bd2" providerId="ADAL" clId="{9E3353FE-7EFD-4D1F-85AC-2D3001641A94}" dt="2026-07-27T12:15:16.388" v="1675" actId="47"/>
        <pc:sldMkLst>
          <pc:docMk/>
          <pc:sldMk cId="3819821700" sldId="2076137814"/>
        </pc:sldMkLst>
        <pc:spChg chg="mod ord">
          <ac:chgData name="Kannepamula Mahesh Babu" userId="391c5b16-0897-4eca-a028-a97f935a3bd2" providerId="ADAL" clId="{9E3353FE-7EFD-4D1F-85AC-2D3001641A94}" dt="2026-07-27T12:05:22.191" v="1502" actId="20577"/>
          <ac:spMkLst>
            <pc:docMk/>
            <pc:sldMk cId="3819821700" sldId="2076137814"/>
            <ac:spMk id="2" creationId="{0D68CACA-33BA-6FBF-AA21-6F79CDF63AB8}"/>
          </ac:spMkLst>
        </pc:spChg>
        <pc:spChg chg="mod ord">
          <ac:chgData name="Kannepamula Mahesh Babu" userId="391c5b16-0897-4eca-a028-a97f935a3bd2" providerId="ADAL" clId="{9E3353FE-7EFD-4D1F-85AC-2D3001641A94}" dt="2026-07-27T12:05:18.600" v="1501" actId="700"/>
          <ac:spMkLst>
            <pc:docMk/>
            <pc:sldMk cId="3819821700" sldId="2076137814"/>
            <ac:spMk id="3" creationId="{D83D1630-5758-73AA-D5B3-75B492F17702}"/>
          </ac:spMkLst>
        </pc:spChg>
        <pc:spChg chg="mod ord">
          <ac:chgData name="Kannepamula Mahesh Babu" userId="391c5b16-0897-4eca-a028-a97f935a3bd2" providerId="ADAL" clId="{9E3353FE-7EFD-4D1F-85AC-2D3001641A94}" dt="2026-07-27T12:05:18.600" v="1501" actId="700"/>
          <ac:spMkLst>
            <pc:docMk/>
            <pc:sldMk cId="3819821700" sldId="2076137814"/>
            <ac:spMk id="4" creationId="{E3E54A62-F9CD-5ABB-8622-F4EF808D12A3}"/>
          </ac:spMkLst>
        </pc:spChg>
        <pc:spChg chg="add mod">
          <ac:chgData name="Kannepamula Mahesh Babu" userId="391c5b16-0897-4eca-a028-a97f935a3bd2" providerId="ADAL" clId="{9E3353FE-7EFD-4D1F-85AC-2D3001641A94}" dt="2026-07-27T12:05:05.137" v="1497" actId="14100"/>
          <ac:spMkLst>
            <pc:docMk/>
            <pc:sldMk cId="3819821700" sldId="2076137814"/>
            <ac:spMk id="6" creationId="{AB7AB4B5-9DC6-93A9-EE5E-21115550E445}"/>
          </ac:spMkLst>
        </pc:spChg>
        <pc:spChg chg="add mod">
          <ac:chgData name="Kannepamula Mahesh Babu" userId="391c5b16-0897-4eca-a028-a97f935a3bd2" providerId="ADAL" clId="{9E3353FE-7EFD-4D1F-85AC-2D3001641A94}" dt="2026-07-27T12:05:03.010" v="1496" actId="14100"/>
          <ac:spMkLst>
            <pc:docMk/>
            <pc:sldMk cId="3819821700" sldId="2076137814"/>
            <ac:spMk id="8" creationId="{ACC98B7C-5D17-E40A-11E7-018F3E01BB66}"/>
          </ac:spMkLst>
        </pc:spChg>
        <pc:spChg chg="add del">
          <ac:chgData name="Kannepamula Mahesh Babu" userId="391c5b16-0897-4eca-a028-a97f935a3bd2" providerId="ADAL" clId="{9E3353FE-7EFD-4D1F-85AC-2D3001641A94}" dt="2026-07-27T12:04:49.953" v="1492" actId="22"/>
          <ac:spMkLst>
            <pc:docMk/>
            <pc:sldMk cId="3819821700" sldId="2076137814"/>
            <ac:spMk id="10" creationId="{D68ECEB0-F184-1708-7107-B748000A0B70}"/>
          </ac:spMkLst>
        </pc:spChg>
        <pc:spChg chg="add del">
          <ac:chgData name="Kannepamula Mahesh Babu" userId="391c5b16-0897-4eca-a028-a97f935a3bd2" providerId="ADAL" clId="{9E3353FE-7EFD-4D1F-85AC-2D3001641A94}" dt="2026-07-27T12:04:49.953" v="1492" actId="22"/>
          <ac:spMkLst>
            <pc:docMk/>
            <pc:sldMk cId="3819821700" sldId="2076137814"/>
            <ac:spMk id="12" creationId="{CC5EE665-2001-74F6-BCB3-24CDD2EF2882}"/>
          </ac:spMkLst>
        </pc:spChg>
        <pc:spChg chg="add mod">
          <ac:chgData name="Kannepamula Mahesh Babu" userId="391c5b16-0897-4eca-a028-a97f935a3bd2" providerId="ADAL" clId="{9E3353FE-7EFD-4D1F-85AC-2D3001641A94}" dt="2026-07-27T12:13:33.252" v="1652" actId="14100"/>
          <ac:spMkLst>
            <pc:docMk/>
            <pc:sldMk cId="3819821700" sldId="2076137814"/>
            <ac:spMk id="13" creationId="{FA8E714F-8778-AAFD-C61C-504ADEEE65CB}"/>
          </ac:spMkLst>
        </pc:spChg>
        <pc:spChg chg="add del mod">
          <ac:chgData name="Kannepamula Mahesh Babu" userId="391c5b16-0897-4eca-a028-a97f935a3bd2" providerId="ADAL" clId="{9E3353FE-7EFD-4D1F-85AC-2D3001641A94}" dt="2026-07-27T12:12:29.418" v="1633" actId="478"/>
          <ac:spMkLst>
            <pc:docMk/>
            <pc:sldMk cId="3819821700" sldId="2076137814"/>
            <ac:spMk id="14" creationId="{74F787A8-11AC-4F61-B2B3-9CDDCC2B3ECA}"/>
          </ac:spMkLst>
        </pc:spChg>
        <pc:spChg chg="add mod">
          <ac:chgData name="Kannepamula Mahesh Babu" userId="391c5b16-0897-4eca-a028-a97f935a3bd2" providerId="ADAL" clId="{9E3353FE-7EFD-4D1F-85AC-2D3001641A94}" dt="2026-07-27T12:13:29.974" v="1649" actId="1076"/>
          <ac:spMkLst>
            <pc:docMk/>
            <pc:sldMk cId="3819821700" sldId="2076137814"/>
            <ac:spMk id="15" creationId="{04D5C1F3-35CE-A7D4-4AC5-C837E74A0717}"/>
          </ac:spMkLst>
        </pc:spChg>
        <pc:spChg chg="add mod">
          <ac:chgData name="Kannepamula Mahesh Babu" userId="391c5b16-0897-4eca-a028-a97f935a3bd2" providerId="ADAL" clId="{9E3353FE-7EFD-4D1F-85AC-2D3001641A94}" dt="2026-07-27T12:13:18.903" v="1646" actId="1076"/>
          <ac:spMkLst>
            <pc:docMk/>
            <pc:sldMk cId="3819821700" sldId="2076137814"/>
            <ac:spMk id="16" creationId="{159553E0-BED1-2CFE-118E-F730D34AAEFE}"/>
          </ac:spMkLst>
        </pc:spChg>
        <pc:spChg chg="add mod">
          <ac:chgData name="Kannepamula Mahesh Babu" userId="391c5b16-0897-4eca-a028-a97f935a3bd2" providerId="ADAL" clId="{9E3353FE-7EFD-4D1F-85AC-2D3001641A94}" dt="2026-07-27T12:13:18.903" v="1646" actId="1076"/>
          <ac:spMkLst>
            <pc:docMk/>
            <pc:sldMk cId="3819821700" sldId="2076137814"/>
            <ac:spMk id="17" creationId="{231061CE-A946-3AC9-B70F-F3D941BDBEAD}"/>
          </ac:spMkLst>
        </pc:spChg>
        <pc:spChg chg="add mod">
          <ac:chgData name="Kannepamula Mahesh Babu" userId="391c5b16-0897-4eca-a028-a97f935a3bd2" providerId="ADAL" clId="{9E3353FE-7EFD-4D1F-85AC-2D3001641A94}" dt="2026-07-27T12:13:18.903" v="1646" actId="1076"/>
          <ac:spMkLst>
            <pc:docMk/>
            <pc:sldMk cId="3819821700" sldId="2076137814"/>
            <ac:spMk id="18" creationId="{62414F2A-1B99-53DA-36B0-AECD3B7BEED1}"/>
          </ac:spMkLst>
        </pc:spChg>
        <pc:spChg chg="add mod">
          <ac:chgData name="Kannepamula Mahesh Babu" userId="391c5b16-0897-4eca-a028-a97f935a3bd2" providerId="ADAL" clId="{9E3353FE-7EFD-4D1F-85AC-2D3001641A94}" dt="2026-07-27T12:13:18.903" v="1646" actId="1076"/>
          <ac:spMkLst>
            <pc:docMk/>
            <pc:sldMk cId="3819821700" sldId="2076137814"/>
            <ac:spMk id="19" creationId="{FB0139BA-B789-96B0-6322-29A0F24A557B}"/>
          </ac:spMkLst>
        </pc:spChg>
        <pc:spChg chg="add mod">
          <ac:chgData name="Kannepamula Mahesh Babu" userId="391c5b16-0897-4eca-a028-a97f935a3bd2" providerId="ADAL" clId="{9E3353FE-7EFD-4D1F-85AC-2D3001641A94}" dt="2026-07-27T12:13:18.903" v="1646" actId="1076"/>
          <ac:spMkLst>
            <pc:docMk/>
            <pc:sldMk cId="3819821700" sldId="2076137814"/>
            <ac:spMk id="20" creationId="{FA8EB96F-DAC4-F4C3-B2F0-0FF72D124A75}"/>
          </ac:spMkLst>
        </pc:spChg>
        <pc:spChg chg="add mod">
          <ac:chgData name="Kannepamula Mahesh Babu" userId="391c5b16-0897-4eca-a028-a97f935a3bd2" providerId="ADAL" clId="{9E3353FE-7EFD-4D1F-85AC-2D3001641A94}" dt="2026-07-27T12:13:25.319" v="1648" actId="1076"/>
          <ac:spMkLst>
            <pc:docMk/>
            <pc:sldMk cId="3819821700" sldId="2076137814"/>
            <ac:spMk id="21" creationId="{8374D296-4F36-38E9-D20B-BCAC09D7E967}"/>
          </ac:spMkLst>
        </pc:spChg>
        <pc:spChg chg="add mod">
          <ac:chgData name="Kannepamula Mahesh Babu" userId="391c5b16-0897-4eca-a028-a97f935a3bd2" providerId="ADAL" clId="{9E3353FE-7EFD-4D1F-85AC-2D3001641A94}" dt="2026-07-27T12:06:22.774" v="1513" actId="20577"/>
          <ac:spMkLst>
            <pc:docMk/>
            <pc:sldMk cId="3819821700" sldId="2076137814"/>
            <ac:spMk id="27" creationId="{83BD0E4D-9F37-B83F-F6BE-75E0A7DE1464}"/>
          </ac:spMkLst>
        </pc:spChg>
        <pc:spChg chg="add mod">
          <ac:chgData name="Kannepamula Mahesh Babu" userId="391c5b16-0897-4eca-a028-a97f935a3bd2" providerId="ADAL" clId="{9E3353FE-7EFD-4D1F-85AC-2D3001641A94}" dt="2026-07-27T12:13:18.903" v="1646" actId="1076"/>
          <ac:spMkLst>
            <pc:docMk/>
            <pc:sldMk cId="3819821700" sldId="2076137814"/>
            <ac:spMk id="34" creationId="{1AE28629-B633-5D7C-6313-3BF652CB65D2}"/>
          </ac:spMkLst>
        </pc:spChg>
        <pc:spChg chg="add mod">
          <ac:chgData name="Kannepamula Mahesh Babu" userId="391c5b16-0897-4eca-a028-a97f935a3bd2" providerId="ADAL" clId="{9E3353FE-7EFD-4D1F-85AC-2D3001641A94}" dt="2026-07-27T12:13:18.903" v="1646" actId="1076"/>
          <ac:spMkLst>
            <pc:docMk/>
            <pc:sldMk cId="3819821700" sldId="2076137814"/>
            <ac:spMk id="35" creationId="{E427D2A5-5452-3D7C-8367-37512592DD99}"/>
          </ac:spMkLst>
        </pc:spChg>
        <pc:spChg chg="add mod">
          <ac:chgData name="Kannepamula Mahesh Babu" userId="391c5b16-0897-4eca-a028-a97f935a3bd2" providerId="ADAL" clId="{9E3353FE-7EFD-4D1F-85AC-2D3001641A94}" dt="2026-07-27T12:13:22.106" v="1647" actId="1076"/>
          <ac:spMkLst>
            <pc:docMk/>
            <pc:sldMk cId="3819821700" sldId="2076137814"/>
            <ac:spMk id="41" creationId="{0D9B1798-E33C-F939-9ABC-0A68EA0DE58F}"/>
          </ac:spMkLst>
        </pc:spChg>
        <pc:spChg chg="add mod">
          <ac:chgData name="Kannepamula Mahesh Babu" userId="391c5b16-0897-4eca-a028-a97f935a3bd2" providerId="ADAL" clId="{9E3353FE-7EFD-4D1F-85AC-2D3001641A94}" dt="2026-07-27T12:13:51.617" v="1654" actId="1076"/>
          <ac:spMkLst>
            <pc:docMk/>
            <pc:sldMk cId="3819821700" sldId="2076137814"/>
            <ac:spMk id="43" creationId="{D465134D-E6A7-AB0C-CA9B-B8058DF4DC52}"/>
          </ac:spMkLst>
        </pc:spChg>
        <pc:spChg chg="add mod">
          <ac:chgData name="Kannepamula Mahesh Babu" userId="391c5b16-0897-4eca-a028-a97f935a3bd2" providerId="ADAL" clId="{9E3353FE-7EFD-4D1F-85AC-2D3001641A94}" dt="2026-07-27T12:13:51.617" v="1654" actId="1076"/>
          <ac:spMkLst>
            <pc:docMk/>
            <pc:sldMk cId="3819821700" sldId="2076137814"/>
            <ac:spMk id="45" creationId="{09DA75BB-CD89-9C0A-DDF3-A3F80061B47B}"/>
          </ac:spMkLst>
        </pc:spChg>
        <pc:spChg chg="add mod">
          <ac:chgData name="Kannepamula Mahesh Babu" userId="391c5b16-0897-4eca-a028-a97f935a3bd2" providerId="ADAL" clId="{9E3353FE-7EFD-4D1F-85AC-2D3001641A94}" dt="2026-07-27T12:13:59.231" v="1657"/>
          <ac:spMkLst>
            <pc:docMk/>
            <pc:sldMk cId="3819821700" sldId="2076137814"/>
            <ac:spMk id="47" creationId="{3DFAD055-BF11-B996-C7C1-8AC620DCA3CB}"/>
          </ac:spMkLst>
        </pc:spChg>
        <pc:spChg chg="add mod">
          <ac:chgData name="Kannepamula Mahesh Babu" userId="391c5b16-0897-4eca-a028-a97f935a3bd2" providerId="ADAL" clId="{9E3353FE-7EFD-4D1F-85AC-2D3001641A94}" dt="2026-07-27T12:14:12.712" v="1660"/>
          <ac:spMkLst>
            <pc:docMk/>
            <pc:sldMk cId="3819821700" sldId="2076137814"/>
            <ac:spMk id="49" creationId="{583F992B-F2E1-BBA3-8C32-286E8776FAB9}"/>
          </ac:spMkLst>
        </pc:spChg>
        <pc:spChg chg="add mod">
          <ac:chgData name="Kannepamula Mahesh Babu" userId="391c5b16-0897-4eca-a028-a97f935a3bd2" providerId="ADAL" clId="{9E3353FE-7EFD-4D1F-85AC-2D3001641A94}" dt="2026-07-27T12:14:22.859" v="1663"/>
          <ac:spMkLst>
            <pc:docMk/>
            <pc:sldMk cId="3819821700" sldId="2076137814"/>
            <ac:spMk id="51" creationId="{63A29A17-C1B4-E4E2-B682-751843E6283F}"/>
          </ac:spMkLst>
        </pc:spChg>
        <pc:spChg chg="add mod">
          <ac:chgData name="Kannepamula Mahesh Babu" userId="391c5b16-0897-4eca-a028-a97f935a3bd2" providerId="ADAL" clId="{9E3353FE-7EFD-4D1F-85AC-2D3001641A94}" dt="2026-07-27T12:14:34.341" v="1666"/>
          <ac:spMkLst>
            <pc:docMk/>
            <pc:sldMk cId="3819821700" sldId="2076137814"/>
            <ac:spMk id="53" creationId="{DCF6E870-5F19-BBBA-193E-FB2B2E699C0E}"/>
          </ac:spMkLst>
        </pc:spChg>
        <pc:cxnChg chg="del">
          <ac:chgData name="Kannepamula Mahesh Babu" userId="391c5b16-0897-4eca-a028-a97f935a3bd2" providerId="ADAL" clId="{9E3353FE-7EFD-4D1F-85AC-2D3001641A94}" dt="2026-07-27T12:11:26.897" v="1616" actId="478"/>
          <ac:cxnSpMkLst>
            <pc:docMk/>
            <pc:sldMk cId="3819821700" sldId="2076137814"/>
            <ac:cxnSpMk id="22" creationId="{E0D88855-1431-CFFE-2D4B-AC09F20A2E45}"/>
          </ac:cxnSpMkLst>
        </pc:cxnChg>
        <pc:cxnChg chg="add mod">
          <ac:chgData name="Kannepamula Mahesh Babu" userId="391c5b16-0897-4eca-a028-a97f935a3bd2" providerId="ADAL" clId="{9E3353FE-7EFD-4D1F-85AC-2D3001641A94}" dt="2026-07-27T12:13:18.903" v="1646" actId="1076"/>
          <ac:cxnSpMkLst>
            <pc:docMk/>
            <pc:sldMk cId="3819821700" sldId="2076137814"/>
            <ac:cxnSpMk id="23" creationId="{993044D3-0872-C30B-A3E8-6551B219488D}"/>
          </ac:cxnSpMkLst>
        </pc:cxnChg>
        <pc:cxnChg chg="mod">
          <ac:chgData name="Kannepamula Mahesh Babu" userId="391c5b16-0897-4eca-a028-a97f935a3bd2" providerId="ADAL" clId="{9E3353FE-7EFD-4D1F-85AC-2D3001641A94}" dt="2026-07-27T12:13:18.903" v="1646" actId="1076"/>
          <ac:cxnSpMkLst>
            <pc:docMk/>
            <pc:sldMk cId="3819821700" sldId="2076137814"/>
            <ac:cxnSpMk id="24" creationId="{31776C07-EFE5-07E4-86CD-B05FF3589DAC}"/>
          </ac:cxnSpMkLst>
        </pc:cxnChg>
        <pc:cxnChg chg="mod">
          <ac:chgData name="Kannepamula Mahesh Babu" userId="391c5b16-0897-4eca-a028-a97f935a3bd2" providerId="ADAL" clId="{9E3353FE-7EFD-4D1F-85AC-2D3001641A94}" dt="2026-07-27T12:10:19.904" v="1600" actId="14100"/>
          <ac:cxnSpMkLst>
            <pc:docMk/>
            <pc:sldMk cId="3819821700" sldId="2076137814"/>
            <ac:cxnSpMk id="25" creationId="{D3370141-E66C-7898-25D8-398BBD830725}"/>
          </ac:cxnSpMkLst>
        </pc:cxnChg>
        <pc:cxnChg chg="add mod">
          <ac:chgData name="Kannepamula Mahesh Babu" userId="391c5b16-0897-4eca-a028-a97f935a3bd2" providerId="ADAL" clId="{9E3353FE-7EFD-4D1F-85AC-2D3001641A94}" dt="2026-07-27T12:10:27.075" v="1604" actId="14100"/>
          <ac:cxnSpMkLst>
            <pc:docMk/>
            <pc:sldMk cId="3819821700" sldId="2076137814"/>
            <ac:cxnSpMk id="38" creationId="{854707B7-870D-F20D-A393-BD216ABA0644}"/>
          </ac:cxnSpMkLst>
        </pc:cxnChg>
      </pc:sldChg>
      <pc:sldChg chg="addSp delSp modSp add mod">
        <pc:chgData name="Kannepamula Mahesh Babu" userId="391c5b16-0897-4eca-a028-a97f935a3bd2" providerId="ADAL" clId="{9E3353FE-7EFD-4D1F-85AC-2D3001641A94}" dt="2026-07-27T13:02:19.756" v="2048" actId="403"/>
        <pc:sldMkLst>
          <pc:docMk/>
          <pc:sldMk cId="2650331631" sldId="2076137815"/>
        </pc:sldMkLst>
        <pc:spChg chg="del">
          <ac:chgData name="Kannepamula Mahesh Babu" userId="391c5b16-0897-4eca-a028-a97f935a3bd2" providerId="ADAL" clId="{9E3353FE-7EFD-4D1F-85AC-2D3001641A94}" dt="2026-07-27T12:28:24.533" v="1870" actId="478"/>
          <ac:spMkLst>
            <pc:docMk/>
            <pc:sldMk cId="2650331631" sldId="2076137815"/>
            <ac:spMk id="3" creationId="{F5D326CD-A290-CDD4-58D2-CC9EB1676852}"/>
          </ac:spMkLst>
        </pc:spChg>
        <pc:spChg chg="del">
          <ac:chgData name="Kannepamula Mahesh Babu" userId="391c5b16-0897-4eca-a028-a97f935a3bd2" providerId="ADAL" clId="{9E3353FE-7EFD-4D1F-85AC-2D3001641A94}" dt="2026-07-27T12:28:24.533" v="1870" actId="478"/>
          <ac:spMkLst>
            <pc:docMk/>
            <pc:sldMk cId="2650331631" sldId="2076137815"/>
            <ac:spMk id="4" creationId="{C2B9B0B3-677E-2E67-F880-BFFF26A520B6}"/>
          </ac:spMkLst>
        </pc:spChg>
        <pc:spChg chg="add mod">
          <ac:chgData name="Kannepamula Mahesh Babu" userId="391c5b16-0897-4eca-a028-a97f935a3bd2" providerId="ADAL" clId="{9E3353FE-7EFD-4D1F-85AC-2D3001641A94}" dt="2026-07-27T12:28:24.901" v="1871"/>
          <ac:spMkLst>
            <pc:docMk/>
            <pc:sldMk cId="2650331631" sldId="2076137815"/>
            <ac:spMk id="7" creationId="{A73491F9-581F-38C7-15FF-648BE4EFBCE5}"/>
          </ac:spMkLst>
        </pc:spChg>
        <pc:spChg chg="add mod">
          <ac:chgData name="Kannepamula Mahesh Babu" userId="391c5b16-0897-4eca-a028-a97f935a3bd2" providerId="ADAL" clId="{9E3353FE-7EFD-4D1F-85AC-2D3001641A94}" dt="2026-07-27T12:28:24.901" v="1871"/>
          <ac:spMkLst>
            <pc:docMk/>
            <pc:sldMk cId="2650331631" sldId="2076137815"/>
            <ac:spMk id="9" creationId="{8D35E832-C790-2412-B391-E04AB90E4263}"/>
          </ac:spMkLst>
        </pc:spChg>
        <pc:spChg chg="add mod">
          <ac:chgData name="Kannepamula Mahesh Babu" userId="391c5b16-0897-4eca-a028-a97f935a3bd2" providerId="ADAL" clId="{9E3353FE-7EFD-4D1F-85AC-2D3001641A94}" dt="2026-07-27T12:49:50.369" v="1963" actId="571"/>
          <ac:spMkLst>
            <pc:docMk/>
            <pc:sldMk cId="2650331631" sldId="2076137815"/>
            <ac:spMk id="10" creationId="{870E8A2E-97E0-9B54-D0EC-ADAACAB6DC7B}"/>
          </ac:spMkLst>
        </pc:spChg>
        <pc:spChg chg="mod">
          <ac:chgData name="Kannepamula Mahesh Babu" userId="391c5b16-0897-4eca-a028-a97f935a3bd2" providerId="ADAL" clId="{9E3353FE-7EFD-4D1F-85AC-2D3001641A94}" dt="2026-07-27T12:50:51.714" v="1982" actId="1076"/>
          <ac:spMkLst>
            <pc:docMk/>
            <pc:sldMk cId="2650331631" sldId="2076137815"/>
            <ac:spMk id="13" creationId="{C0BFC5E7-9162-8D2E-0863-D449EFAFE012}"/>
          </ac:spMkLst>
        </pc:spChg>
        <pc:spChg chg="mod">
          <ac:chgData name="Kannepamula Mahesh Babu" userId="391c5b16-0897-4eca-a028-a97f935a3bd2" providerId="ADAL" clId="{9E3353FE-7EFD-4D1F-85AC-2D3001641A94}" dt="2026-07-27T12:21:07.289" v="1781" actId="1076"/>
          <ac:spMkLst>
            <pc:docMk/>
            <pc:sldMk cId="2650331631" sldId="2076137815"/>
            <ac:spMk id="15" creationId="{344411AA-EE28-DD7A-0645-34E9873E6759}"/>
          </ac:spMkLst>
        </pc:spChg>
        <pc:spChg chg="mod topLvl">
          <ac:chgData name="Kannepamula Mahesh Babu" userId="391c5b16-0897-4eca-a028-a97f935a3bd2" providerId="ADAL" clId="{9E3353FE-7EFD-4D1F-85AC-2D3001641A94}" dt="2026-07-27T12:50:26.734" v="1969" actId="165"/>
          <ac:spMkLst>
            <pc:docMk/>
            <pc:sldMk cId="2650331631" sldId="2076137815"/>
            <ac:spMk id="16" creationId="{EF423F4C-5A95-4953-B356-413FB9506E34}"/>
          </ac:spMkLst>
        </pc:spChg>
        <pc:spChg chg="mod topLvl">
          <ac:chgData name="Kannepamula Mahesh Babu" userId="391c5b16-0897-4eca-a028-a97f935a3bd2" providerId="ADAL" clId="{9E3353FE-7EFD-4D1F-85AC-2D3001641A94}" dt="2026-07-27T12:50:51.162" v="1981" actId="555"/>
          <ac:spMkLst>
            <pc:docMk/>
            <pc:sldMk cId="2650331631" sldId="2076137815"/>
            <ac:spMk id="17" creationId="{56734AB2-E198-F3E0-AE89-573CB750FCE9}"/>
          </ac:spMkLst>
        </pc:spChg>
        <pc:spChg chg="mod topLvl">
          <ac:chgData name="Kannepamula Mahesh Babu" userId="391c5b16-0897-4eca-a028-a97f935a3bd2" providerId="ADAL" clId="{9E3353FE-7EFD-4D1F-85AC-2D3001641A94}" dt="2026-07-27T12:50:54.314" v="1983" actId="1076"/>
          <ac:spMkLst>
            <pc:docMk/>
            <pc:sldMk cId="2650331631" sldId="2076137815"/>
            <ac:spMk id="18" creationId="{90F69D8F-4EAE-8AAF-E1EF-1476549B87AC}"/>
          </ac:spMkLst>
        </pc:spChg>
        <pc:spChg chg="mod topLvl">
          <ac:chgData name="Kannepamula Mahesh Babu" userId="391c5b16-0897-4eca-a028-a97f935a3bd2" providerId="ADAL" clId="{9E3353FE-7EFD-4D1F-85AC-2D3001641A94}" dt="2026-07-27T12:50:51.162" v="1981" actId="555"/>
          <ac:spMkLst>
            <pc:docMk/>
            <pc:sldMk cId="2650331631" sldId="2076137815"/>
            <ac:spMk id="19" creationId="{8030B302-5CD9-88BC-6F49-AF99B2650EDE}"/>
          </ac:spMkLst>
        </pc:spChg>
        <pc:spChg chg="mod topLvl">
          <ac:chgData name="Kannepamula Mahesh Babu" userId="391c5b16-0897-4eca-a028-a97f935a3bd2" providerId="ADAL" clId="{9E3353FE-7EFD-4D1F-85AC-2D3001641A94}" dt="2026-07-27T12:50:26.734" v="1969" actId="165"/>
          <ac:spMkLst>
            <pc:docMk/>
            <pc:sldMk cId="2650331631" sldId="2076137815"/>
            <ac:spMk id="20" creationId="{01F5E2CC-62EB-7627-504B-68C28CBAEDBC}"/>
          </ac:spMkLst>
        </pc:spChg>
        <pc:spChg chg="mod topLvl">
          <ac:chgData name="Kannepamula Mahesh Babu" userId="391c5b16-0897-4eca-a028-a97f935a3bd2" providerId="ADAL" clId="{9E3353FE-7EFD-4D1F-85AC-2D3001641A94}" dt="2026-07-27T13:02:19.756" v="2048" actId="403"/>
          <ac:spMkLst>
            <pc:docMk/>
            <pc:sldMk cId="2650331631" sldId="2076137815"/>
            <ac:spMk id="21" creationId="{1B30EB83-92ED-3EEE-108F-53291D17EB1C}"/>
          </ac:spMkLst>
        </pc:spChg>
        <pc:spChg chg="mod topLvl">
          <ac:chgData name="Kannepamula Mahesh Babu" userId="391c5b16-0897-4eca-a028-a97f935a3bd2" providerId="ADAL" clId="{9E3353FE-7EFD-4D1F-85AC-2D3001641A94}" dt="2026-07-27T12:50:55.350" v="1984" actId="465"/>
          <ac:spMkLst>
            <pc:docMk/>
            <pc:sldMk cId="2650331631" sldId="2076137815"/>
            <ac:spMk id="34" creationId="{1B40EDD2-2F9C-5603-D446-587F021A98CD}"/>
          </ac:spMkLst>
        </pc:spChg>
        <pc:spChg chg="mod topLvl">
          <ac:chgData name="Kannepamula Mahesh Babu" userId="391c5b16-0897-4eca-a028-a97f935a3bd2" providerId="ADAL" clId="{9E3353FE-7EFD-4D1F-85AC-2D3001641A94}" dt="2026-07-27T12:50:54.314" v="1983" actId="1076"/>
          <ac:spMkLst>
            <pc:docMk/>
            <pc:sldMk cId="2650331631" sldId="2076137815"/>
            <ac:spMk id="35" creationId="{BC51AD68-AE5F-E199-472B-1C78F078AC8E}"/>
          </ac:spMkLst>
        </pc:spChg>
        <pc:spChg chg="mod topLvl">
          <ac:chgData name="Kannepamula Mahesh Babu" userId="391c5b16-0897-4eca-a028-a97f935a3bd2" providerId="ADAL" clId="{9E3353FE-7EFD-4D1F-85AC-2D3001641A94}" dt="2026-07-27T13:02:08.804" v="2045" actId="1076"/>
          <ac:spMkLst>
            <pc:docMk/>
            <pc:sldMk cId="2650331631" sldId="2076137815"/>
            <ac:spMk id="41" creationId="{28EB0711-7083-8489-0764-29D0599BC388}"/>
          </ac:spMkLst>
        </pc:spChg>
        <pc:spChg chg="del">
          <ac:chgData name="Kannepamula Mahesh Babu" userId="391c5b16-0897-4eca-a028-a97f935a3bd2" providerId="ADAL" clId="{9E3353FE-7EFD-4D1F-85AC-2D3001641A94}" dt="2026-07-27T12:20:47.056" v="1776" actId="478"/>
          <ac:spMkLst>
            <pc:docMk/>
            <pc:sldMk cId="2650331631" sldId="2076137815"/>
            <ac:spMk id="43" creationId="{819E5F22-334C-A367-853C-D74B5FFC05A5}"/>
          </ac:spMkLst>
        </pc:spChg>
        <pc:spChg chg="del">
          <ac:chgData name="Kannepamula Mahesh Babu" userId="391c5b16-0897-4eca-a028-a97f935a3bd2" providerId="ADAL" clId="{9E3353FE-7EFD-4D1F-85AC-2D3001641A94}" dt="2026-07-27T12:20:47.056" v="1776" actId="478"/>
          <ac:spMkLst>
            <pc:docMk/>
            <pc:sldMk cId="2650331631" sldId="2076137815"/>
            <ac:spMk id="45" creationId="{60F0B79A-E179-782A-7B9D-B7022929ABA0}"/>
          </ac:spMkLst>
        </pc:spChg>
        <pc:spChg chg="del">
          <ac:chgData name="Kannepamula Mahesh Babu" userId="391c5b16-0897-4eca-a028-a97f935a3bd2" providerId="ADAL" clId="{9E3353FE-7EFD-4D1F-85AC-2D3001641A94}" dt="2026-07-27T12:20:47.056" v="1776" actId="478"/>
          <ac:spMkLst>
            <pc:docMk/>
            <pc:sldMk cId="2650331631" sldId="2076137815"/>
            <ac:spMk id="47" creationId="{5C064A13-2F56-AC7C-9AF0-FBB512083EB6}"/>
          </ac:spMkLst>
        </pc:spChg>
        <pc:spChg chg="del">
          <ac:chgData name="Kannepamula Mahesh Babu" userId="391c5b16-0897-4eca-a028-a97f935a3bd2" providerId="ADAL" clId="{9E3353FE-7EFD-4D1F-85AC-2D3001641A94}" dt="2026-07-27T12:20:47.056" v="1776" actId="478"/>
          <ac:spMkLst>
            <pc:docMk/>
            <pc:sldMk cId="2650331631" sldId="2076137815"/>
            <ac:spMk id="49" creationId="{BF6B2832-D305-ED6C-2D29-887A7979C75E}"/>
          </ac:spMkLst>
        </pc:spChg>
        <pc:spChg chg="del">
          <ac:chgData name="Kannepamula Mahesh Babu" userId="391c5b16-0897-4eca-a028-a97f935a3bd2" providerId="ADAL" clId="{9E3353FE-7EFD-4D1F-85AC-2D3001641A94}" dt="2026-07-27T12:20:47.056" v="1776" actId="478"/>
          <ac:spMkLst>
            <pc:docMk/>
            <pc:sldMk cId="2650331631" sldId="2076137815"/>
            <ac:spMk id="51" creationId="{6F94192E-6601-3249-9467-6E792CDA0962}"/>
          </ac:spMkLst>
        </pc:spChg>
        <pc:spChg chg="del">
          <ac:chgData name="Kannepamula Mahesh Babu" userId="391c5b16-0897-4eca-a028-a97f935a3bd2" providerId="ADAL" clId="{9E3353FE-7EFD-4D1F-85AC-2D3001641A94}" dt="2026-07-27T12:20:47.056" v="1776" actId="478"/>
          <ac:spMkLst>
            <pc:docMk/>
            <pc:sldMk cId="2650331631" sldId="2076137815"/>
            <ac:spMk id="53" creationId="{27A778A6-6C25-D7CA-BCD6-A138F1A4780C}"/>
          </ac:spMkLst>
        </pc:spChg>
        <pc:grpChg chg="add del mod">
          <ac:chgData name="Kannepamula Mahesh Babu" userId="391c5b16-0897-4eca-a028-a97f935a3bd2" providerId="ADAL" clId="{9E3353FE-7EFD-4D1F-85AC-2D3001641A94}" dt="2026-07-27T12:50:26.734" v="1969" actId="165"/>
          <ac:grpSpMkLst>
            <pc:docMk/>
            <pc:sldMk cId="2650331631" sldId="2076137815"/>
            <ac:grpSpMk id="5" creationId="{19805C83-F775-D7FE-6924-C17302E582BC}"/>
          </ac:grpSpMkLst>
        </pc:grpChg>
        <pc:cxnChg chg="mod">
          <ac:chgData name="Kannepamula Mahesh Babu" userId="391c5b16-0897-4eca-a028-a97f935a3bd2" providerId="ADAL" clId="{9E3353FE-7EFD-4D1F-85AC-2D3001641A94}" dt="2026-07-27T12:50:51.162" v="1981" actId="555"/>
          <ac:cxnSpMkLst>
            <pc:docMk/>
            <pc:sldMk cId="2650331631" sldId="2076137815"/>
            <ac:cxnSpMk id="23" creationId="{EC19D294-B2CF-3893-B99C-CD3E6D7798D3}"/>
          </ac:cxnSpMkLst>
        </pc:cxnChg>
        <pc:cxnChg chg="mod">
          <ac:chgData name="Kannepamula Mahesh Babu" userId="391c5b16-0897-4eca-a028-a97f935a3bd2" providerId="ADAL" clId="{9E3353FE-7EFD-4D1F-85AC-2D3001641A94}" dt="2026-07-27T12:50:55.350" v="1984" actId="465"/>
          <ac:cxnSpMkLst>
            <pc:docMk/>
            <pc:sldMk cId="2650331631" sldId="2076137815"/>
            <ac:cxnSpMk id="24" creationId="{3D73D3E6-F83A-4B68-AFB0-7C0DDCC3DE96}"/>
          </ac:cxnSpMkLst>
        </pc:cxnChg>
        <pc:cxnChg chg="mod">
          <ac:chgData name="Kannepamula Mahesh Babu" userId="391c5b16-0897-4eca-a028-a97f935a3bd2" providerId="ADAL" clId="{9E3353FE-7EFD-4D1F-85AC-2D3001641A94}" dt="2026-07-27T12:50:55.350" v="1984" actId="465"/>
          <ac:cxnSpMkLst>
            <pc:docMk/>
            <pc:sldMk cId="2650331631" sldId="2076137815"/>
            <ac:cxnSpMk id="25" creationId="{A0D72D64-E667-F4EB-C583-C624647ACD91}"/>
          </ac:cxnSpMkLst>
        </pc:cxnChg>
        <pc:cxnChg chg="mod">
          <ac:chgData name="Kannepamula Mahesh Babu" userId="391c5b16-0897-4eca-a028-a97f935a3bd2" providerId="ADAL" clId="{9E3353FE-7EFD-4D1F-85AC-2D3001641A94}" dt="2026-07-27T12:50:51.162" v="1981" actId="555"/>
          <ac:cxnSpMkLst>
            <pc:docMk/>
            <pc:sldMk cId="2650331631" sldId="2076137815"/>
            <ac:cxnSpMk id="38" creationId="{F7DD2CF9-F11B-2BAC-8700-A4C71F2F46D3}"/>
          </ac:cxnSpMkLst>
        </pc:cxnChg>
      </pc:sldChg>
      <pc:sldChg chg="addSp delSp modSp add mod">
        <pc:chgData name="Kannepamula Mahesh Babu" userId="391c5b16-0897-4eca-a028-a97f935a3bd2" providerId="ADAL" clId="{9E3353FE-7EFD-4D1F-85AC-2D3001641A94}" dt="2026-07-27T12:39:46.629" v="1912" actId="1582"/>
        <pc:sldMkLst>
          <pc:docMk/>
          <pc:sldMk cId="423064731" sldId="2076137816"/>
        </pc:sldMkLst>
        <pc:spChg chg="mod">
          <ac:chgData name="Kannepamula Mahesh Babu" userId="391c5b16-0897-4eca-a028-a97f935a3bd2" providerId="ADAL" clId="{9E3353FE-7EFD-4D1F-85AC-2D3001641A94}" dt="2026-07-27T12:21:59.072" v="1801" actId="113"/>
          <ac:spMkLst>
            <pc:docMk/>
            <pc:sldMk cId="423064731" sldId="2076137816"/>
            <ac:spMk id="2" creationId="{1B9E531C-A602-25D0-0AB5-3B14BD531A0C}"/>
          </ac:spMkLst>
        </pc:spChg>
        <pc:spChg chg="del">
          <ac:chgData name="Kannepamula Mahesh Babu" userId="391c5b16-0897-4eca-a028-a97f935a3bd2" providerId="ADAL" clId="{9E3353FE-7EFD-4D1F-85AC-2D3001641A94}" dt="2026-07-27T12:27:09.359" v="1859" actId="478"/>
          <ac:spMkLst>
            <pc:docMk/>
            <pc:sldMk cId="423064731" sldId="2076137816"/>
            <ac:spMk id="3" creationId="{32222E5C-2B92-2A1B-C0CC-628E11998022}"/>
          </ac:spMkLst>
        </pc:spChg>
        <pc:spChg chg="del">
          <ac:chgData name="Kannepamula Mahesh Babu" userId="391c5b16-0897-4eca-a028-a97f935a3bd2" providerId="ADAL" clId="{9E3353FE-7EFD-4D1F-85AC-2D3001641A94}" dt="2026-07-27T12:27:09.359" v="1859" actId="478"/>
          <ac:spMkLst>
            <pc:docMk/>
            <pc:sldMk cId="423064731" sldId="2076137816"/>
            <ac:spMk id="4" creationId="{CA0FD2A9-A805-92E2-30A5-994E7C12ED92}"/>
          </ac:spMkLst>
        </pc:spChg>
        <pc:spChg chg="add mod">
          <ac:chgData name="Kannepamula Mahesh Babu" userId="391c5b16-0897-4eca-a028-a97f935a3bd2" providerId="ADAL" clId="{9E3353FE-7EFD-4D1F-85AC-2D3001641A94}" dt="2026-07-27T12:20:31.457" v="1774" actId="1076"/>
          <ac:spMkLst>
            <pc:docMk/>
            <pc:sldMk cId="423064731" sldId="2076137816"/>
            <ac:spMk id="5" creationId="{5CB77011-AAF0-F660-6274-60D0FCA50861}"/>
          </ac:spMkLst>
        </pc:spChg>
        <pc:spChg chg="del">
          <ac:chgData name="Kannepamula Mahesh Babu" userId="391c5b16-0897-4eca-a028-a97f935a3bd2" providerId="ADAL" clId="{9E3353FE-7EFD-4D1F-85AC-2D3001641A94}" dt="2026-07-27T12:21:42.797" v="1789" actId="478"/>
          <ac:spMkLst>
            <pc:docMk/>
            <pc:sldMk cId="423064731" sldId="2076137816"/>
            <ac:spMk id="6" creationId="{EF9BEBB6-C2E8-B753-64D2-DCCB6F55AF32}"/>
          </ac:spMkLst>
        </pc:spChg>
        <pc:spChg chg="del">
          <ac:chgData name="Kannepamula Mahesh Babu" userId="391c5b16-0897-4eca-a028-a97f935a3bd2" providerId="ADAL" clId="{9E3353FE-7EFD-4D1F-85AC-2D3001641A94}" dt="2026-07-27T12:21:42.797" v="1789" actId="478"/>
          <ac:spMkLst>
            <pc:docMk/>
            <pc:sldMk cId="423064731" sldId="2076137816"/>
            <ac:spMk id="8" creationId="{77DB0AAD-99E8-B704-EEE9-EF53A5BF427B}"/>
          </ac:spMkLst>
        </pc:spChg>
        <pc:spChg chg="add mod">
          <ac:chgData name="Kannepamula Mahesh Babu" userId="391c5b16-0897-4eca-a028-a97f935a3bd2" providerId="ADAL" clId="{9E3353FE-7EFD-4D1F-85AC-2D3001641A94}" dt="2026-07-27T12:20:31.457" v="1774" actId="1076"/>
          <ac:spMkLst>
            <pc:docMk/>
            <pc:sldMk cId="423064731" sldId="2076137816"/>
            <ac:spMk id="9" creationId="{75F4E531-7034-E362-7001-A53DBEA82D66}"/>
          </ac:spMkLst>
        </pc:spChg>
        <pc:spChg chg="add mod">
          <ac:chgData name="Kannepamula Mahesh Babu" userId="391c5b16-0897-4eca-a028-a97f935a3bd2" providerId="ADAL" clId="{9E3353FE-7EFD-4D1F-85AC-2D3001641A94}" dt="2026-07-27T12:39:46.629" v="1912" actId="1582"/>
          <ac:spMkLst>
            <pc:docMk/>
            <pc:sldMk cId="423064731" sldId="2076137816"/>
            <ac:spMk id="11" creationId="{29E5FFA4-A2AF-54AE-C335-C5AF6237FC7B}"/>
          </ac:spMkLst>
        </pc:spChg>
        <pc:spChg chg="add del mod">
          <ac:chgData name="Kannepamula Mahesh Babu" userId="391c5b16-0897-4eca-a028-a97f935a3bd2" providerId="ADAL" clId="{9E3353FE-7EFD-4D1F-85AC-2D3001641A94}" dt="2026-07-27T12:17:58.765" v="1727" actId="478"/>
          <ac:spMkLst>
            <pc:docMk/>
            <pc:sldMk cId="423064731" sldId="2076137816"/>
            <ac:spMk id="12" creationId="{F4CDA573-147A-B0DB-9C41-9CC694E344D3}"/>
          </ac:spMkLst>
        </pc:spChg>
        <pc:spChg chg="del">
          <ac:chgData name="Kannepamula Mahesh Babu" userId="391c5b16-0897-4eca-a028-a97f935a3bd2" providerId="ADAL" clId="{9E3353FE-7EFD-4D1F-85AC-2D3001641A94}" dt="2026-07-27T12:15:22.088" v="1676" actId="478"/>
          <ac:spMkLst>
            <pc:docMk/>
            <pc:sldMk cId="423064731" sldId="2076137816"/>
            <ac:spMk id="13" creationId="{629989CD-8AB1-7114-F8CA-C1E3BEFF834F}"/>
          </ac:spMkLst>
        </pc:spChg>
        <pc:spChg chg="add mod">
          <ac:chgData name="Kannepamula Mahesh Babu" userId="391c5b16-0897-4eca-a028-a97f935a3bd2" providerId="ADAL" clId="{9E3353FE-7EFD-4D1F-85AC-2D3001641A94}" dt="2026-07-27T12:39:46.629" v="1912" actId="1582"/>
          <ac:spMkLst>
            <pc:docMk/>
            <pc:sldMk cId="423064731" sldId="2076137816"/>
            <ac:spMk id="14" creationId="{1F381D70-1680-D970-0E2B-BBC5EB90BA7F}"/>
          </ac:spMkLst>
        </pc:spChg>
        <pc:spChg chg="del">
          <ac:chgData name="Kannepamula Mahesh Babu" userId="391c5b16-0897-4eca-a028-a97f935a3bd2" providerId="ADAL" clId="{9E3353FE-7EFD-4D1F-85AC-2D3001641A94}" dt="2026-07-27T12:15:22.088" v="1676" actId="478"/>
          <ac:spMkLst>
            <pc:docMk/>
            <pc:sldMk cId="423064731" sldId="2076137816"/>
            <ac:spMk id="16" creationId="{AE4A336E-DEC6-7AFB-1FB0-A73D9805B275}"/>
          </ac:spMkLst>
        </pc:spChg>
        <pc:spChg chg="del">
          <ac:chgData name="Kannepamula Mahesh Babu" userId="391c5b16-0897-4eca-a028-a97f935a3bd2" providerId="ADAL" clId="{9E3353FE-7EFD-4D1F-85AC-2D3001641A94}" dt="2026-07-27T12:15:22.088" v="1676" actId="478"/>
          <ac:spMkLst>
            <pc:docMk/>
            <pc:sldMk cId="423064731" sldId="2076137816"/>
            <ac:spMk id="17" creationId="{44E05541-6293-9539-9654-B54D1930BE53}"/>
          </ac:spMkLst>
        </pc:spChg>
        <pc:spChg chg="del">
          <ac:chgData name="Kannepamula Mahesh Babu" userId="391c5b16-0897-4eca-a028-a97f935a3bd2" providerId="ADAL" clId="{9E3353FE-7EFD-4D1F-85AC-2D3001641A94}" dt="2026-07-27T12:15:22.088" v="1676" actId="478"/>
          <ac:spMkLst>
            <pc:docMk/>
            <pc:sldMk cId="423064731" sldId="2076137816"/>
            <ac:spMk id="18" creationId="{54034903-04CE-C51F-7C51-AE8C515BBB3E}"/>
          </ac:spMkLst>
        </pc:spChg>
        <pc:spChg chg="del">
          <ac:chgData name="Kannepamula Mahesh Babu" userId="391c5b16-0897-4eca-a028-a97f935a3bd2" providerId="ADAL" clId="{9E3353FE-7EFD-4D1F-85AC-2D3001641A94}" dt="2026-07-27T12:15:22.088" v="1676" actId="478"/>
          <ac:spMkLst>
            <pc:docMk/>
            <pc:sldMk cId="423064731" sldId="2076137816"/>
            <ac:spMk id="20" creationId="{20672282-0E98-D0F5-47A9-C8FCE841A548}"/>
          </ac:spMkLst>
        </pc:spChg>
        <pc:spChg chg="del">
          <ac:chgData name="Kannepamula Mahesh Babu" userId="391c5b16-0897-4eca-a028-a97f935a3bd2" providerId="ADAL" clId="{9E3353FE-7EFD-4D1F-85AC-2D3001641A94}" dt="2026-07-27T12:15:22.088" v="1676" actId="478"/>
          <ac:spMkLst>
            <pc:docMk/>
            <pc:sldMk cId="423064731" sldId="2076137816"/>
            <ac:spMk id="21" creationId="{A7EC6EAA-8567-ACB0-EC02-2E6BDABA4B54}"/>
          </ac:spMkLst>
        </pc:spChg>
        <pc:spChg chg="add mod">
          <ac:chgData name="Kannepamula Mahesh Babu" userId="391c5b16-0897-4eca-a028-a97f935a3bd2" providerId="ADAL" clId="{9E3353FE-7EFD-4D1F-85AC-2D3001641A94}" dt="2026-07-27T12:39:46.629" v="1912" actId="1582"/>
          <ac:spMkLst>
            <pc:docMk/>
            <pc:sldMk cId="423064731" sldId="2076137816"/>
            <ac:spMk id="22" creationId="{88DC9267-C694-11AA-BE23-A254A075E3FE}"/>
          </ac:spMkLst>
        </pc:spChg>
        <pc:spChg chg="add mod">
          <ac:chgData name="Kannepamula Mahesh Babu" userId="391c5b16-0897-4eca-a028-a97f935a3bd2" providerId="ADAL" clId="{9E3353FE-7EFD-4D1F-85AC-2D3001641A94}" dt="2026-07-27T12:39:46.629" v="1912" actId="1582"/>
          <ac:spMkLst>
            <pc:docMk/>
            <pc:sldMk cId="423064731" sldId="2076137816"/>
            <ac:spMk id="26" creationId="{921F1C32-7049-4A85-40C8-A0E4166B220C}"/>
          </ac:spMkLst>
        </pc:spChg>
        <pc:spChg chg="del">
          <ac:chgData name="Kannepamula Mahesh Babu" userId="391c5b16-0897-4eca-a028-a97f935a3bd2" providerId="ADAL" clId="{9E3353FE-7EFD-4D1F-85AC-2D3001641A94}" dt="2026-07-27T12:15:22.088" v="1676" actId="478"/>
          <ac:spMkLst>
            <pc:docMk/>
            <pc:sldMk cId="423064731" sldId="2076137816"/>
            <ac:spMk id="27" creationId="{2C1003D0-3D4F-F491-1977-EF3421861C4A}"/>
          </ac:spMkLst>
        </pc:spChg>
        <pc:spChg chg="add mod">
          <ac:chgData name="Kannepamula Mahesh Babu" userId="391c5b16-0897-4eca-a028-a97f935a3bd2" providerId="ADAL" clId="{9E3353FE-7EFD-4D1F-85AC-2D3001641A94}" dt="2026-07-27T12:39:46.629" v="1912" actId="1582"/>
          <ac:spMkLst>
            <pc:docMk/>
            <pc:sldMk cId="423064731" sldId="2076137816"/>
            <ac:spMk id="28" creationId="{3B6E79C4-1FA4-8DF3-D473-C6EF55876F92}"/>
          </ac:spMkLst>
        </pc:spChg>
        <pc:spChg chg="add mod">
          <ac:chgData name="Kannepamula Mahesh Babu" userId="391c5b16-0897-4eca-a028-a97f935a3bd2" providerId="ADAL" clId="{9E3353FE-7EFD-4D1F-85AC-2D3001641A94}" dt="2026-07-27T12:39:46.629" v="1912" actId="1582"/>
          <ac:spMkLst>
            <pc:docMk/>
            <pc:sldMk cId="423064731" sldId="2076137816"/>
            <ac:spMk id="29" creationId="{10B97810-5BEF-9DA5-1AFB-7A05DDA4F0E5}"/>
          </ac:spMkLst>
        </pc:spChg>
        <pc:spChg chg="add mod">
          <ac:chgData name="Kannepamula Mahesh Babu" userId="391c5b16-0897-4eca-a028-a97f935a3bd2" providerId="ADAL" clId="{9E3353FE-7EFD-4D1F-85AC-2D3001641A94}" dt="2026-07-27T12:20:22.283" v="1772" actId="1076"/>
          <ac:spMkLst>
            <pc:docMk/>
            <pc:sldMk cId="423064731" sldId="2076137816"/>
            <ac:spMk id="32" creationId="{005780CD-7045-D55C-DE22-2A0E6DF693C6}"/>
          </ac:spMkLst>
        </pc:spChg>
        <pc:spChg chg="add mod">
          <ac:chgData name="Kannepamula Mahesh Babu" userId="391c5b16-0897-4eca-a028-a97f935a3bd2" providerId="ADAL" clId="{9E3353FE-7EFD-4D1F-85AC-2D3001641A94}" dt="2026-07-27T12:27:09.693" v="1860"/>
          <ac:spMkLst>
            <pc:docMk/>
            <pc:sldMk cId="423064731" sldId="2076137816"/>
            <ac:spMk id="33" creationId="{E681C2C5-16DF-8C76-AC38-710837143637}"/>
          </ac:spMkLst>
        </pc:spChg>
        <pc:spChg chg="del">
          <ac:chgData name="Kannepamula Mahesh Babu" userId="391c5b16-0897-4eca-a028-a97f935a3bd2" providerId="ADAL" clId="{9E3353FE-7EFD-4D1F-85AC-2D3001641A94}" dt="2026-07-27T12:15:22.088" v="1676" actId="478"/>
          <ac:spMkLst>
            <pc:docMk/>
            <pc:sldMk cId="423064731" sldId="2076137816"/>
            <ac:spMk id="34" creationId="{6D505D49-A1C5-4CED-18F3-802DBAF3D07B}"/>
          </ac:spMkLst>
        </pc:spChg>
        <pc:spChg chg="del">
          <ac:chgData name="Kannepamula Mahesh Babu" userId="391c5b16-0897-4eca-a028-a97f935a3bd2" providerId="ADAL" clId="{9E3353FE-7EFD-4D1F-85AC-2D3001641A94}" dt="2026-07-27T12:15:22.088" v="1676" actId="478"/>
          <ac:spMkLst>
            <pc:docMk/>
            <pc:sldMk cId="423064731" sldId="2076137816"/>
            <ac:spMk id="35" creationId="{38A450DD-914C-4902-430F-EFEAF17E5A83}"/>
          </ac:spMkLst>
        </pc:spChg>
        <pc:spChg chg="add mod">
          <ac:chgData name="Kannepamula Mahesh Babu" userId="391c5b16-0897-4eca-a028-a97f935a3bd2" providerId="ADAL" clId="{9E3353FE-7EFD-4D1F-85AC-2D3001641A94}" dt="2026-07-27T12:27:09.693" v="1860"/>
          <ac:spMkLst>
            <pc:docMk/>
            <pc:sldMk cId="423064731" sldId="2076137816"/>
            <ac:spMk id="36" creationId="{5462BF7C-A156-3471-9261-C1F005F3D8A5}"/>
          </ac:spMkLst>
        </pc:spChg>
        <pc:spChg chg="del">
          <ac:chgData name="Kannepamula Mahesh Babu" userId="391c5b16-0897-4eca-a028-a97f935a3bd2" providerId="ADAL" clId="{9E3353FE-7EFD-4D1F-85AC-2D3001641A94}" dt="2026-07-27T12:15:22.088" v="1676" actId="478"/>
          <ac:spMkLst>
            <pc:docMk/>
            <pc:sldMk cId="423064731" sldId="2076137816"/>
            <ac:spMk id="41" creationId="{C12F98EA-A4E1-E76A-F102-ED8DE3E6C345}"/>
          </ac:spMkLst>
        </pc:spChg>
        <pc:spChg chg="mod">
          <ac:chgData name="Kannepamula Mahesh Babu" userId="391c5b16-0897-4eca-a028-a97f935a3bd2" providerId="ADAL" clId="{9E3353FE-7EFD-4D1F-85AC-2D3001641A94}" dt="2026-07-27T12:15:35.904" v="1678" actId="14100"/>
          <ac:spMkLst>
            <pc:docMk/>
            <pc:sldMk cId="423064731" sldId="2076137816"/>
            <ac:spMk id="43" creationId="{660F3BA3-661C-284D-3475-03F993CA9212}"/>
          </ac:spMkLst>
        </pc:spChg>
        <pc:spChg chg="mod">
          <ac:chgData name="Kannepamula Mahesh Babu" userId="391c5b16-0897-4eca-a028-a97f935a3bd2" providerId="ADAL" clId="{9E3353FE-7EFD-4D1F-85AC-2D3001641A94}" dt="2026-07-27T12:15:35.904" v="1678" actId="14100"/>
          <ac:spMkLst>
            <pc:docMk/>
            <pc:sldMk cId="423064731" sldId="2076137816"/>
            <ac:spMk id="45" creationId="{1E47B0F5-4C37-8886-9226-A450A8BF3F40}"/>
          </ac:spMkLst>
        </pc:spChg>
        <pc:spChg chg="mod">
          <ac:chgData name="Kannepamula Mahesh Babu" userId="391c5b16-0897-4eca-a028-a97f935a3bd2" providerId="ADAL" clId="{9E3353FE-7EFD-4D1F-85AC-2D3001641A94}" dt="2026-07-27T12:20:07.839" v="1770" actId="403"/>
          <ac:spMkLst>
            <pc:docMk/>
            <pc:sldMk cId="423064731" sldId="2076137816"/>
            <ac:spMk id="47" creationId="{761F89D1-77FA-A009-EFF8-9471CFAC8E1A}"/>
          </ac:spMkLst>
        </pc:spChg>
        <pc:spChg chg="mod">
          <ac:chgData name="Kannepamula Mahesh Babu" userId="391c5b16-0897-4eca-a028-a97f935a3bd2" providerId="ADAL" clId="{9E3353FE-7EFD-4D1F-85AC-2D3001641A94}" dt="2026-07-27T12:20:04.560" v="1769" actId="554"/>
          <ac:spMkLst>
            <pc:docMk/>
            <pc:sldMk cId="423064731" sldId="2076137816"/>
            <ac:spMk id="49" creationId="{BF8AE3B0-4E03-ECEB-BAA5-F64EE88B1B78}"/>
          </ac:spMkLst>
        </pc:spChg>
        <pc:spChg chg="mod">
          <ac:chgData name="Kannepamula Mahesh Babu" userId="391c5b16-0897-4eca-a028-a97f935a3bd2" providerId="ADAL" clId="{9E3353FE-7EFD-4D1F-85AC-2D3001641A94}" dt="2026-07-27T12:20:07.839" v="1770" actId="403"/>
          <ac:spMkLst>
            <pc:docMk/>
            <pc:sldMk cId="423064731" sldId="2076137816"/>
            <ac:spMk id="51" creationId="{A40D2F92-F90A-78C6-CCD6-9839F0F7EB71}"/>
          </ac:spMkLst>
        </pc:spChg>
        <pc:spChg chg="mod">
          <ac:chgData name="Kannepamula Mahesh Babu" userId="391c5b16-0897-4eca-a028-a97f935a3bd2" providerId="ADAL" clId="{9E3353FE-7EFD-4D1F-85AC-2D3001641A94}" dt="2026-07-27T12:20:04.560" v="1769" actId="554"/>
          <ac:spMkLst>
            <pc:docMk/>
            <pc:sldMk cId="423064731" sldId="2076137816"/>
            <ac:spMk id="53" creationId="{0F989385-7615-CB00-0D67-6910EA78C08D}"/>
          </ac:spMkLst>
        </pc:spChg>
        <pc:grpChg chg="add mod">
          <ac:chgData name="Kannepamula Mahesh Babu" userId="391c5b16-0897-4eca-a028-a97f935a3bd2" providerId="ADAL" clId="{9E3353FE-7EFD-4D1F-85AC-2D3001641A94}" dt="2026-07-27T12:20:33.967" v="1775" actId="1076"/>
          <ac:grpSpMkLst>
            <pc:docMk/>
            <pc:sldMk cId="423064731" sldId="2076137816"/>
            <ac:grpSpMk id="30" creationId="{834E2A5A-D7E2-1BB6-6DE5-931FF568BD7D}"/>
          </ac:grpSpMkLst>
        </pc:grpChg>
      </pc:sldChg>
      <pc:sldMasterChg chg="modSp addSldLayout modSldLayout">
        <pc:chgData name="Kannepamula Mahesh Babu" userId="391c5b16-0897-4eca-a028-a97f935a3bd2" providerId="ADAL" clId="{9E3353FE-7EFD-4D1F-85AC-2D3001641A94}" dt="2026-07-27T12:27:55.955" v="1866" actId="478"/>
        <pc:sldMasterMkLst>
          <pc:docMk/>
          <pc:sldMasterMk cId="2460954070" sldId="2147483704"/>
        </pc:sldMasterMkLst>
        <pc:sldLayoutChg chg="addSp delSp modSp mod">
          <pc:chgData name="Kannepamula Mahesh Babu" userId="391c5b16-0897-4eca-a028-a97f935a3bd2" providerId="ADAL" clId="{9E3353FE-7EFD-4D1F-85AC-2D3001641A94}" dt="2026-07-27T12:25:39.033" v="1829" actId="22"/>
          <pc:sldLayoutMkLst>
            <pc:docMk/>
            <pc:sldMasterMk cId="2460954070" sldId="2147483704"/>
            <pc:sldLayoutMk cId="1522563793" sldId="2147483732"/>
          </pc:sldLayoutMkLst>
          <pc:spChg chg="add mod">
            <ac:chgData name="Kannepamula Mahesh Babu" userId="391c5b16-0897-4eca-a028-a97f935a3bd2" providerId="ADAL" clId="{9E3353FE-7EFD-4D1F-85AC-2D3001641A94}" dt="2026-07-27T12:24:01.190" v="1819"/>
            <ac:spMkLst>
              <pc:docMk/>
              <pc:sldMasterMk cId="2460954070" sldId="2147483704"/>
              <pc:sldLayoutMk cId="1522563793" sldId="2147483732"/>
              <ac:spMk id="3" creationId="{A77B272A-2FEC-3CF7-225F-0366261642A2}"/>
            </ac:spMkLst>
          </pc:spChg>
          <pc:spChg chg="add mod">
            <ac:chgData name="Kannepamula Mahesh Babu" userId="391c5b16-0897-4eca-a028-a97f935a3bd2" providerId="ADAL" clId="{9E3353FE-7EFD-4D1F-85AC-2D3001641A94}" dt="2026-07-27T12:24:01.190" v="1819"/>
            <ac:spMkLst>
              <pc:docMk/>
              <pc:sldMasterMk cId="2460954070" sldId="2147483704"/>
              <pc:sldLayoutMk cId="1522563793" sldId="2147483732"/>
              <ac:spMk id="4" creationId="{6F1E60E2-50A5-E7EA-417A-E3DBCF14079E}"/>
            </ac:spMkLst>
          </pc:spChg>
          <pc:spChg chg="del">
            <ac:chgData name="Kannepamula Mahesh Babu" userId="391c5b16-0897-4eca-a028-a97f935a3bd2" providerId="ADAL" clId="{9E3353FE-7EFD-4D1F-85AC-2D3001641A94}" dt="2026-07-27T12:24:00.854" v="1818" actId="478"/>
            <ac:spMkLst>
              <pc:docMk/>
              <pc:sldMasterMk cId="2460954070" sldId="2147483704"/>
              <pc:sldLayoutMk cId="1522563793" sldId="2147483732"/>
              <ac:spMk id="5" creationId="{E4E4A761-C7ED-DA79-3C12-F1EAC05E64EA}"/>
            </ac:spMkLst>
          </pc:spChg>
          <pc:spChg chg="del">
            <ac:chgData name="Kannepamula Mahesh Babu" userId="391c5b16-0897-4eca-a028-a97f935a3bd2" providerId="ADAL" clId="{9E3353FE-7EFD-4D1F-85AC-2D3001641A94}" dt="2026-07-27T12:24:00.854" v="1818" actId="478"/>
            <ac:spMkLst>
              <pc:docMk/>
              <pc:sldMasterMk cId="2460954070" sldId="2147483704"/>
              <pc:sldLayoutMk cId="1522563793" sldId="2147483732"/>
              <ac:spMk id="6" creationId="{9181AD3B-ECB4-571D-0141-19E9DB6B5EC2}"/>
            </ac:spMkLst>
          </pc:spChg>
          <pc:picChg chg="del">
            <ac:chgData name="Kannepamula Mahesh Babu" userId="391c5b16-0897-4eca-a028-a97f935a3bd2" providerId="ADAL" clId="{9E3353FE-7EFD-4D1F-85AC-2D3001641A94}" dt="2026-07-27T12:25:38.730" v="1828" actId="478"/>
            <ac:picMkLst>
              <pc:docMk/>
              <pc:sldMasterMk cId="2460954070" sldId="2147483704"/>
              <pc:sldLayoutMk cId="1522563793" sldId="2147483732"/>
              <ac:picMk id="2" creationId="{8985478A-27F5-9BB8-E5D9-15BD764FA57A}"/>
            </ac:picMkLst>
          </pc:picChg>
          <pc:picChg chg="add">
            <ac:chgData name="Kannepamula Mahesh Babu" userId="391c5b16-0897-4eca-a028-a97f935a3bd2" providerId="ADAL" clId="{9E3353FE-7EFD-4D1F-85AC-2D3001641A94}" dt="2026-07-27T12:25:39.033" v="1829" actId="22"/>
            <ac:picMkLst>
              <pc:docMk/>
              <pc:sldMasterMk cId="2460954070" sldId="2147483704"/>
              <pc:sldLayoutMk cId="1522563793" sldId="2147483732"/>
              <ac:picMk id="8" creationId="{68AB3D11-3C2C-93E0-A9EF-ED3441BEB0F7}"/>
            </ac:picMkLst>
          </pc:picChg>
        </pc:sldLayoutChg>
        <pc:sldLayoutChg chg="addSp delSp mod">
          <pc:chgData name="Kannepamula Mahesh Babu" userId="391c5b16-0897-4eca-a028-a97f935a3bd2" providerId="ADAL" clId="{9E3353FE-7EFD-4D1F-85AC-2D3001641A94}" dt="2026-07-27T12:27:51.548" v="1864" actId="478"/>
          <pc:sldLayoutMkLst>
            <pc:docMk/>
            <pc:sldMasterMk cId="2460954070" sldId="2147483704"/>
            <pc:sldLayoutMk cId="2238840219" sldId="2147483733"/>
          </pc:sldLayoutMkLst>
          <pc:spChg chg="add del">
            <ac:chgData name="Kannepamula Mahesh Babu" userId="391c5b16-0897-4eca-a028-a97f935a3bd2" providerId="ADAL" clId="{9E3353FE-7EFD-4D1F-85AC-2D3001641A94}" dt="2026-07-27T12:27:51.548" v="1864" actId="478"/>
            <ac:spMkLst>
              <pc:docMk/>
              <pc:sldMasterMk cId="2460954070" sldId="2147483704"/>
              <pc:sldLayoutMk cId="2238840219" sldId="2147483733"/>
              <ac:spMk id="3" creationId="{0D14A837-FA07-F64A-BF8F-E5A15A76BE76}"/>
            </ac:spMkLst>
          </pc:spChg>
          <pc:spChg chg="add del">
            <ac:chgData name="Kannepamula Mahesh Babu" userId="391c5b16-0897-4eca-a028-a97f935a3bd2" providerId="ADAL" clId="{9E3353FE-7EFD-4D1F-85AC-2D3001641A94}" dt="2026-07-27T12:27:51.548" v="1864" actId="478"/>
            <ac:spMkLst>
              <pc:docMk/>
              <pc:sldMasterMk cId="2460954070" sldId="2147483704"/>
              <pc:sldLayoutMk cId="2238840219" sldId="2147483733"/>
              <ac:spMk id="4" creationId="{DA49823A-A265-8759-0B5C-209F627332D3}"/>
            </ac:spMkLst>
          </pc:spChg>
          <pc:picChg chg="add del">
            <ac:chgData name="Kannepamula Mahesh Babu" userId="391c5b16-0897-4eca-a028-a97f935a3bd2" providerId="ADAL" clId="{9E3353FE-7EFD-4D1F-85AC-2D3001641A94}" dt="2026-07-27T12:27:51.548" v="1864" actId="478"/>
            <ac:picMkLst>
              <pc:docMk/>
              <pc:sldMasterMk cId="2460954070" sldId="2147483704"/>
              <pc:sldLayoutMk cId="2238840219" sldId="2147483733"/>
              <ac:picMk id="7" creationId="{AE004862-E218-CC84-D51B-E99765CAA3E3}"/>
            </ac:picMkLst>
          </pc:picChg>
        </pc:sldLayoutChg>
        <pc:sldLayoutChg chg="addSp delSp modSp mod">
          <pc:chgData name="Kannepamula Mahesh Babu" userId="391c5b16-0897-4eca-a028-a97f935a3bd2" providerId="ADAL" clId="{9E3353FE-7EFD-4D1F-85AC-2D3001641A94}" dt="2026-07-27T12:25:42.015" v="1831" actId="22"/>
          <pc:sldLayoutMkLst>
            <pc:docMk/>
            <pc:sldMasterMk cId="2460954070" sldId="2147483704"/>
            <pc:sldLayoutMk cId="2176473466" sldId="2147483741"/>
          </pc:sldLayoutMkLst>
          <pc:spChg chg="del">
            <ac:chgData name="Kannepamula Mahesh Babu" userId="391c5b16-0897-4eca-a028-a97f935a3bd2" providerId="ADAL" clId="{9E3353FE-7EFD-4D1F-85AC-2D3001641A94}" dt="2026-07-27T12:24:07.728" v="1820" actId="478"/>
            <ac:spMkLst>
              <pc:docMk/>
              <pc:sldMasterMk cId="2460954070" sldId="2147483704"/>
              <pc:sldLayoutMk cId="2176473466" sldId="2147483741"/>
              <ac:spMk id="3" creationId="{BA198892-28AC-D2A7-D71E-71313624EC62}"/>
            </ac:spMkLst>
          </pc:spChg>
          <pc:spChg chg="del">
            <ac:chgData name="Kannepamula Mahesh Babu" userId="391c5b16-0897-4eca-a028-a97f935a3bd2" providerId="ADAL" clId="{9E3353FE-7EFD-4D1F-85AC-2D3001641A94}" dt="2026-07-27T12:24:07.728" v="1820" actId="478"/>
            <ac:spMkLst>
              <pc:docMk/>
              <pc:sldMasterMk cId="2460954070" sldId="2147483704"/>
              <pc:sldLayoutMk cId="2176473466" sldId="2147483741"/>
              <ac:spMk id="4" creationId="{ABEC069B-826B-61B1-EB2D-D7E7783DE7FD}"/>
            </ac:spMkLst>
          </pc:spChg>
          <pc:spChg chg="add mod">
            <ac:chgData name="Kannepamula Mahesh Babu" userId="391c5b16-0897-4eca-a028-a97f935a3bd2" providerId="ADAL" clId="{9E3353FE-7EFD-4D1F-85AC-2D3001641A94}" dt="2026-07-27T12:24:08.087" v="1821"/>
            <ac:spMkLst>
              <pc:docMk/>
              <pc:sldMasterMk cId="2460954070" sldId="2147483704"/>
              <pc:sldLayoutMk cId="2176473466" sldId="2147483741"/>
              <ac:spMk id="5" creationId="{90634A35-4AF8-9CFA-638B-68AEF5912644}"/>
            </ac:spMkLst>
          </pc:spChg>
          <pc:spChg chg="add mod">
            <ac:chgData name="Kannepamula Mahesh Babu" userId="391c5b16-0897-4eca-a028-a97f935a3bd2" providerId="ADAL" clId="{9E3353FE-7EFD-4D1F-85AC-2D3001641A94}" dt="2026-07-27T12:24:08.087" v="1821"/>
            <ac:spMkLst>
              <pc:docMk/>
              <pc:sldMasterMk cId="2460954070" sldId="2147483704"/>
              <pc:sldLayoutMk cId="2176473466" sldId="2147483741"/>
              <ac:spMk id="6" creationId="{CFEB6FAF-0974-1DA2-16B8-B843B3E6FCE7}"/>
            </ac:spMkLst>
          </pc:spChg>
          <pc:picChg chg="add">
            <ac:chgData name="Kannepamula Mahesh Babu" userId="391c5b16-0897-4eca-a028-a97f935a3bd2" providerId="ADAL" clId="{9E3353FE-7EFD-4D1F-85AC-2D3001641A94}" dt="2026-07-27T12:25:42.015" v="1831" actId="22"/>
            <ac:picMkLst>
              <pc:docMk/>
              <pc:sldMasterMk cId="2460954070" sldId="2147483704"/>
              <pc:sldLayoutMk cId="2176473466" sldId="2147483741"/>
              <ac:picMk id="8" creationId="{81024804-B218-09EA-584F-92E814037119}"/>
            </ac:picMkLst>
          </pc:picChg>
          <pc:picChg chg="del">
            <ac:chgData name="Kannepamula Mahesh Babu" userId="391c5b16-0897-4eca-a028-a97f935a3bd2" providerId="ADAL" clId="{9E3353FE-7EFD-4D1F-85AC-2D3001641A94}" dt="2026-07-27T12:25:41.712" v="1830" actId="478"/>
            <ac:picMkLst>
              <pc:docMk/>
              <pc:sldMasterMk cId="2460954070" sldId="2147483704"/>
              <pc:sldLayoutMk cId="2176473466" sldId="2147483741"/>
              <ac:picMk id="21" creationId="{CB5EAA79-B37C-8611-CCD8-84DCDF78A3E6}"/>
            </ac:picMkLst>
          </pc:picChg>
        </pc:sldLayoutChg>
        <pc:sldLayoutChg chg="delSp add mod modTransition">
          <pc:chgData name="Kannepamula Mahesh Babu" userId="391c5b16-0897-4eca-a028-a97f935a3bd2" providerId="ADAL" clId="{9E3353FE-7EFD-4D1F-85AC-2D3001641A94}" dt="2026-07-27T12:27:55.955" v="1866" actId="478"/>
          <pc:sldLayoutMkLst>
            <pc:docMk/>
            <pc:sldMasterMk cId="2460954070" sldId="2147483704"/>
            <pc:sldLayoutMk cId="843564132" sldId="2147483766"/>
          </pc:sldLayoutMkLst>
          <pc:spChg chg="del">
            <ac:chgData name="Kannepamula Mahesh Babu" userId="391c5b16-0897-4eca-a028-a97f935a3bd2" providerId="ADAL" clId="{9E3353FE-7EFD-4D1F-85AC-2D3001641A94}" dt="2026-07-27T12:27:55.955" v="1866" actId="478"/>
            <ac:spMkLst>
              <pc:docMk/>
              <pc:sldMasterMk cId="2460954070" sldId="2147483704"/>
              <pc:sldLayoutMk cId="843564132" sldId="2147483766"/>
              <ac:spMk id="3" creationId="{0D14A837-FA07-F64A-BF8F-E5A15A76BE76}"/>
            </ac:spMkLst>
          </pc:spChg>
          <pc:spChg chg="del">
            <ac:chgData name="Kannepamula Mahesh Babu" userId="391c5b16-0897-4eca-a028-a97f935a3bd2" providerId="ADAL" clId="{9E3353FE-7EFD-4D1F-85AC-2D3001641A94}" dt="2026-07-27T12:27:55.955" v="1866" actId="478"/>
            <ac:spMkLst>
              <pc:docMk/>
              <pc:sldMasterMk cId="2460954070" sldId="2147483704"/>
              <pc:sldLayoutMk cId="843564132" sldId="2147483766"/>
              <ac:spMk id="4" creationId="{DA49823A-A265-8759-0B5C-209F627332D3}"/>
            </ac:spMkLst>
          </pc:spChg>
          <pc:picChg chg="del">
            <ac:chgData name="Kannepamula Mahesh Babu" userId="391c5b16-0897-4eca-a028-a97f935a3bd2" providerId="ADAL" clId="{9E3353FE-7EFD-4D1F-85AC-2D3001641A94}" dt="2026-07-27T12:27:55.955" v="1866" actId="478"/>
            <ac:picMkLst>
              <pc:docMk/>
              <pc:sldMasterMk cId="2460954070" sldId="2147483704"/>
              <pc:sldLayoutMk cId="843564132" sldId="2147483766"/>
              <ac:picMk id="7" creationId="{AE004862-E218-CC84-D51B-E99765CAA3E3}"/>
            </ac:picMkLst>
          </pc:picChg>
        </pc:sldLayoutChg>
      </pc:sldMasterChg>
    </pc:docChg>
  </pc:docChgLst>
  <pc:docChgLst>
    <pc:chgData name="Sakshi Srivastava" userId="S::sakshi.s@syrencloud.com::1b66c1ba-f430-41f3-b9dd-ff0e88769738" providerId="AD" clId="Web-{BA968262-BB3B-975A-9709-07D3EEBEEF22}"/>
    <pc:docChg chg="modSld">
      <pc:chgData name="Sakshi Srivastava" userId="S::sakshi.s@syrencloud.com::1b66c1ba-f430-41f3-b9dd-ff0e88769738" providerId="AD" clId="Web-{BA968262-BB3B-975A-9709-07D3EEBEEF22}" dt="2026-07-27T12:40:58.950" v="2" actId="20577"/>
      <pc:docMkLst>
        <pc:docMk/>
      </pc:docMkLst>
      <pc:sldChg chg="modSp">
        <pc:chgData name="Sakshi Srivastava" userId="S::sakshi.s@syrencloud.com::1b66c1ba-f430-41f3-b9dd-ff0e88769738" providerId="AD" clId="Web-{BA968262-BB3B-975A-9709-07D3EEBEEF22}" dt="2026-07-27T12:40:58.950" v="2" actId="20577"/>
        <pc:sldMkLst>
          <pc:docMk/>
          <pc:sldMk cId="109857222" sldId="256"/>
        </pc:sldMkLst>
        <pc:spChg chg="mod">
          <ac:chgData name="Sakshi Srivastava" userId="S::sakshi.s@syrencloud.com::1b66c1ba-f430-41f3-b9dd-ff0e88769738" providerId="AD" clId="Web-{BA968262-BB3B-975A-9709-07D3EEBEEF22}" dt="2026-07-27T12:40:58.950" v="2" actId="20577"/>
          <ac:spMkLst>
            <pc:docMk/>
            <pc:sldMk cId="109857222" sldId="256"/>
            <ac:spMk id="20" creationId="{E4262C63-CAA1-6F2E-4473-85BE18E630FC}"/>
          </ac:spMkLst>
        </pc:spChg>
      </pc:sldChg>
    </pc:docChg>
  </pc:docChgLst>
  <pc:docChgLst>
    <pc:chgData name="Srikant Kalaga" userId="961c47af-c9bb-4225-b2a0-952af4799497" providerId="ADAL" clId="{D6148BFB-762D-4554-9CEC-E58224A3C632}"/>
    <pc:docChg chg="undo custSel addSld modSld sldOrd">
      <pc:chgData name="Srikant Kalaga" userId="961c47af-c9bb-4225-b2a0-952af4799497" providerId="ADAL" clId="{D6148BFB-762D-4554-9CEC-E58224A3C632}" dt="2026-07-28T06:52:35.653" v="238" actId="20577"/>
      <pc:docMkLst>
        <pc:docMk/>
      </pc:docMkLst>
      <pc:sldChg chg="modSp mod">
        <pc:chgData name="Srikant Kalaga" userId="961c47af-c9bb-4225-b2a0-952af4799497" providerId="ADAL" clId="{D6148BFB-762D-4554-9CEC-E58224A3C632}" dt="2026-07-28T06:27:23.861" v="237" actId="20577"/>
        <pc:sldMkLst>
          <pc:docMk/>
          <pc:sldMk cId="109857222" sldId="256"/>
        </pc:sldMkLst>
        <pc:spChg chg="mod">
          <ac:chgData name="Srikant Kalaga" userId="961c47af-c9bb-4225-b2a0-952af4799497" providerId="ADAL" clId="{D6148BFB-762D-4554-9CEC-E58224A3C632}" dt="2026-07-28T06:27:14.739" v="234" actId="14100"/>
          <ac:spMkLst>
            <pc:docMk/>
            <pc:sldMk cId="109857222" sldId="256"/>
            <ac:spMk id="15" creationId="{613F9F58-540B-C0B5-8F7F-82E45FAFDB2B}"/>
          </ac:spMkLst>
        </pc:spChg>
        <pc:spChg chg="mod">
          <ac:chgData name="Srikant Kalaga" userId="961c47af-c9bb-4225-b2a0-952af4799497" providerId="ADAL" clId="{D6148BFB-762D-4554-9CEC-E58224A3C632}" dt="2026-07-28T06:27:03.965" v="231" actId="1076"/>
          <ac:spMkLst>
            <pc:docMk/>
            <pc:sldMk cId="109857222" sldId="256"/>
            <ac:spMk id="20" creationId="{E4262C63-CAA1-6F2E-4473-85BE18E630FC}"/>
          </ac:spMkLst>
        </pc:spChg>
        <pc:spChg chg="mod">
          <ac:chgData name="Srikant Kalaga" userId="961c47af-c9bb-4225-b2a0-952af4799497" providerId="ADAL" clId="{D6148BFB-762D-4554-9CEC-E58224A3C632}" dt="2026-07-28T06:27:23.861" v="237" actId="20577"/>
          <ac:spMkLst>
            <pc:docMk/>
            <pc:sldMk cId="109857222" sldId="256"/>
            <ac:spMk id="36" creationId="{79E41DF2-0E51-DBD1-A519-AB224FEAA0B2}"/>
          </ac:spMkLst>
        </pc:spChg>
      </pc:sldChg>
      <pc:sldChg chg="delSp modSp mod">
        <pc:chgData name="Srikant Kalaga" userId="961c47af-c9bb-4225-b2a0-952af4799497" providerId="ADAL" clId="{D6148BFB-762D-4554-9CEC-E58224A3C632}" dt="2026-07-28T04:20:33.928" v="51" actId="20577"/>
        <pc:sldMkLst>
          <pc:docMk/>
          <pc:sldMk cId="2881208099" sldId="2076137778"/>
        </pc:sldMkLst>
        <pc:spChg chg="del">
          <ac:chgData name="Srikant Kalaga" userId="961c47af-c9bb-4225-b2a0-952af4799497" providerId="ADAL" clId="{D6148BFB-762D-4554-9CEC-E58224A3C632}" dt="2026-07-28T02:05:22.844" v="16" actId="478"/>
          <ac:spMkLst>
            <pc:docMk/>
            <pc:sldMk cId="2881208099" sldId="2076137778"/>
            <ac:spMk id="2" creationId="{37ECC691-DCBB-2F14-F6FD-3EC618C9986C}"/>
          </ac:spMkLst>
        </pc:spChg>
        <pc:spChg chg="del">
          <ac:chgData name="Srikant Kalaga" userId="961c47af-c9bb-4225-b2a0-952af4799497" providerId="ADAL" clId="{D6148BFB-762D-4554-9CEC-E58224A3C632}" dt="2026-07-28T02:05:21.155" v="15" actId="478"/>
          <ac:spMkLst>
            <pc:docMk/>
            <pc:sldMk cId="2881208099" sldId="2076137778"/>
            <ac:spMk id="4" creationId="{C60BFDFD-5995-1D01-B62D-AA695A196EC7}"/>
          </ac:spMkLst>
        </pc:spChg>
        <pc:spChg chg="mod">
          <ac:chgData name="Srikant Kalaga" userId="961c47af-c9bb-4225-b2a0-952af4799497" providerId="ADAL" clId="{D6148BFB-762D-4554-9CEC-E58224A3C632}" dt="2026-07-28T04:20:33.928" v="51" actId="20577"/>
          <ac:spMkLst>
            <pc:docMk/>
            <pc:sldMk cId="2881208099" sldId="2076137778"/>
            <ac:spMk id="129" creationId="{E513722F-F862-C98F-51C8-F0A39D79B3EC}"/>
          </ac:spMkLst>
        </pc:spChg>
      </pc:sldChg>
      <pc:sldChg chg="ord">
        <pc:chgData name="Srikant Kalaga" userId="961c47af-c9bb-4225-b2a0-952af4799497" providerId="ADAL" clId="{D6148BFB-762D-4554-9CEC-E58224A3C632}" dt="2026-07-28T04:20:19.823" v="50"/>
        <pc:sldMkLst>
          <pc:docMk/>
          <pc:sldMk cId="2752941385" sldId="2076137780"/>
        </pc:sldMkLst>
      </pc:sldChg>
      <pc:sldChg chg="delSp modSp mod">
        <pc:chgData name="Srikant Kalaga" userId="961c47af-c9bb-4225-b2a0-952af4799497" providerId="ADAL" clId="{D6148BFB-762D-4554-9CEC-E58224A3C632}" dt="2026-07-28T02:06:53.856" v="31" actId="1076"/>
        <pc:sldMkLst>
          <pc:docMk/>
          <pc:sldMk cId="3150714709" sldId="2076137803"/>
        </pc:sldMkLst>
        <pc:spChg chg="del">
          <ac:chgData name="Srikant Kalaga" userId="961c47af-c9bb-4225-b2a0-952af4799497" providerId="ADAL" clId="{D6148BFB-762D-4554-9CEC-E58224A3C632}" dt="2026-07-28T02:05:28.475" v="18" actId="478"/>
          <ac:spMkLst>
            <pc:docMk/>
            <pc:sldMk cId="3150714709" sldId="2076137803"/>
            <ac:spMk id="2" creationId="{EC220FD4-99CF-58C2-B2AC-5D0C042ADADA}"/>
          </ac:spMkLst>
        </pc:spChg>
        <pc:spChg chg="del">
          <ac:chgData name="Srikant Kalaga" userId="961c47af-c9bb-4225-b2a0-952af4799497" providerId="ADAL" clId="{D6148BFB-762D-4554-9CEC-E58224A3C632}" dt="2026-07-28T02:05:26.312" v="17" actId="478"/>
          <ac:spMkLst>
            <pc:docMk/>
            <pc:sldMk cId="3150714709" sldId="2076137803"/>
            <ac:spMk id="4" creationId="{4A9BE28A-20F6-B776-6B4A-0C25D2DD1058}"/>
          </ac:spMkLst>
        </pc:spChg>
        <pc:spChg chg="mod">
          <ac:chgData name="Srikant Kalaga" userId="961c47af-c9bb-4225-b2a0-952af4799497" providerId="ADAL" clId="{D6148BFB-762D-4554-9CEC-E58224A3C632}" dt="2026-07-28T02:06:18.114" v="26" actId="1076"/>
          <ac:spMkLst>
            <pc:docMk/>
            <pc:sldMk cId="3150714709" sldId="2076137803"/>
            <ac:spMk id="34" creationId="{06DE48E4-A922-8C72-B963-CDBDA8799772}"/>
          </ac:spMkLst>
        </pc:spChg>
        <pc:spChg chg="mod">
          <ac:chgData name="Srikant Kalaga" userId="961c47af-c9bb-4225-b2a0-952af4799497" providerId="ADAL" clId="{D6148BFB-762D-4554-9CEC-E58224A3C632}" dt="2026-07-28T02:06:25.430" v="29" actId="1076"/>
          <ac:spMkLst>
            <pc:docMk/>
            <pc:sldMk cId="3150714709" sldId="2076137803"/>
            <ac:spMk id="35" creationId="{CFC4D646-A8E0-7DB1-0FD7-5F462EA5E641}"/>
          </ac:spMkLst>
        </pc:spChg>
        <pc:spChg chg="mod">
          <ac:chgData name="Srikant Kalaga" userId="961c47af-c9bb-4225-b2a0-952af4799497" providerId="ADAL" clId="{D6148BFB-762D-4554-9CEC-E58224A3C632}" dt="2026-07-28T02:06:21.317" v="27" actId="1076"/>
          <ac:spMkLst>
            <pc:docMk/>
            <pc:sldMk cId="3150714709" sldId="2076137803"/>
            <ac:spMk id="41" creationId="{3B25CFFD-CCE5-1836-FBF7-D912BA8AF38A}"/>
          </ac:spMkLst>
        </pc:spChg>
        <pc:spChg chg="mod">
          <ac:chgData name="Srikant Kalaga" userId="961c47af-c9bb-4225-b2a0-952af4799497" providerId="ADAL" clId="{D6148BFB-762D-4554-9CEC-E58224A3C632}" dt="2026-07-28T02:06:35.861" v="30" actId="1076"/>
          <ac:spMkLst>
            <pc:docMk/>
            <pc:sldMk cId="3150714709" sldId="2076137803"/>
            <ac:spMk id="42" creationId="{8B9904FC-B87D-F568-8266-8B83C401CB2C}"/>
          </ac:spMkLst>
        </pc:spChg>
        <pc:spChg chg="mod">
          <ac:chgData name="Srikant Kalaga" userId="961c47af-c9bb-4225-b2a0-952af4799497" providerId="ADAL" clId="{D6148BFB-762D-4554-9CEC-E58224A3C632}" dt="2026-07-28T02:06:53.856" v="31" actId="1076"/>
          <ac:spMkLst>
            <pc:docMk/>
            <pc:sldMk cId="3150714709" sldId="2076137803"/>
            <ac:spMk id="43" creationId="{A59EE47D-3621-7B09-5D98-01487AE2D784}"/>
          </ac:spMkLst>
        </pc:spChg>
        <pc:spChg chg="del">
          <ac:chgData name="Srikant Kalaga" userId="961c47af-c9bb-4225-b2a0-952af4799497" providerId="ADAL" clId="{D6148BFB-762D-4554-9CEC-E58224A3C632}" dt="2026-07-28T02:05:49.728" v="19" actId="478"/>
          <ac:spMkLst>
            <pc:docMk/>
            <pc:sldMk cId="3150714709" sldId="2076137803"/>
            <ac:spMk id="44" creationId="{6CCFE824-05A3-312A-B2FB-6AB0C454C86B}"/>
          </ac:spMkLst>
        </pc:spChg>
        <pc:spChg chg="del">
          <ac:chgData name="Srikant Kalaga" userId="961c47af-c9bb-4225-b2a0-952af4799497" providerId="ADAL" clId="{D6148BFB-762D-4554-9CEC-E58224A3C632}" dt="2026-07-28T02:05:52.432" v="20" actId="478"/>
          <ac:spMkLst>
            <pc:docMk/>
            <pc:sldMk cId="3150714709" sldId="2076137803"/>
            <ac:spMk id="46" creationId="{3F770896-B560-9FBA-4AE7-DF5420BDAA46}"/>
          </ac:spMkLst>
        </pc:spChg>
        <pc:spChg chg="del mod">
          <ac:chgData name="Srikant Kalaga" userId="961c47af-c9bb-4225-b2a0-952af4799497" providerId="ADAL" clId="{D6148BFB-762D-4554-9CEC-E58224A3C632}" dt="2026-07-28T02:06:01.016" v="22" actId="478"/>
          <ac:spMkLst>
            <pc:docMk/>
            <pc:sldMk cId="3150714709" sldId="2076137803"/>
            <ac:spMk id="47" creationId="{AAC0C1B6-D5DF-5425-183A-C413BA3713A4}"/>
          </ac:spMkLst>
        </pc:spChg>
        <pc:spChg chg="del">
          <ac:chgData name="Srikant Kalaga" userId="961c47af-c9bb-4225-b2a0-952af4799497" providerId="ADAL" clId="{D6148BFB-762D-4554-9CEC-E58224A3C632}" dt="2026-07-28T02:06:04.816" v="24" actId="478"/>
          <ac:spMkLst>
            <pc:docMk/>
            <pc:sldMk cId="3150714709" sldId="2076137803"/>
            <ac:spMk id="48" creationId="{7488B71A-A593-8C64-9299-7BF550BCDDC8}"/>
          </ac:spMkLst>
        </pc:spChg>
        <pc:spChg chg="del">
          <ac:chgData name="Srikant Kalaga" userId="961c47af-c9bb-4225-b2a0-952af4799497" providerId="ADAL" clId="{D6148BFB-762D-4554-9CEC-E58224A3C632}" dt="2026-07-28T02:06:03.161" v="23" actId="478"/>
          <ac:spMkLst>
            <pc:docMk/>
            <pc:sldMk cId="3150714709" sldId="2076137803"/>
            <ac:spMk id="49" creationId="{795CB3B5-066A-CFCF-F5EF-626C46CCB340}"/>
          </ac:spMkLst>
        </pc:spChg>
      </pc:sldChg>
      <pc:sldChg chg="addSp delSp modSp mod ord modShow">
        <pc:chgData name="Srikant Kalaga" userId="961c47af-c9bb-4225-b2a0-952af4799497" providerId="ADAL" clId="{D6148BFB-762D-4554-9CEC-E58224A3C632}" dt="2026-07-28T06:22:09.697" v="138"/>
        <pc:sldMkLst>
          <pc:docMk/>
          <pc:sldMk cId="290448218" sldId="2076137804"/>
        </pc:sldMkLst>
        <pc:spChg chg="add mod">
          <ac:chgData name="Srikant Kalaga" userId="961c47af-c9bb-4225-b2a0-952af4799497" providerId="ADAL" clId="{D6148BFB-762D-4554-9CEC-E58224A3C632}" dt="2026-07-28T02:41:15.480" v="38" actId="571"/>
          <ac:spMkLst>
            <pc:docMk/>
            <pc:sldMk cId="290448218" sldId="2076137804"/>
            <ac:spMk id="3" creationId="{726C99E1-7618-29D3-5018-71E335534D91}"/>
          </ac:spMkLst>
        </pc:spChg>
        <pc:spChg chg="add mod">
          <ac:chgData name="Srikant Kalaga" userId="961c47af-c9bb-4225-b2a0-952af4799497" providerId="ADAL" clId="{D6148BFB-762D-4554-9CEC-E58224A3C632}" dt="2026-07-28T02:41:15.480" v="38" actId="571"/>
          <ac:spMkLst>
            <pc:docMk/>
            <pc:sldMk cId="290448218" sldId="2076137804"/>
            <ac:spMk id="4" creationId="{D6EC5230-AE51-6E76-8F5A-CC0CCEEA67A3}"/>
          </ac:spMkLst>
        </pc:spChg>
        <pc:spChg chg="add del mod">
          <ac:chgData name="Srikant Kalaga" userId="961c47af-c9bb-4225-b2a0-952af4799497" providerId="ADAL" clId="{D6148BFB-762D-4554-9CEC-E58224A3C632}" dt="2026-07-28T02:41:38.980" v="39" actId="478"/>
          <ac:spMkLst>
            <pc:docMk/>
            <pc:sldMk cId="290448218" sldId="2076137804"/>
            <ac:spMk id="5" creationId="{5208A981-B1CF-EF50-82A3-994C08FC8A3F}"/>
          </ac:spMkLst>
        </pc:spChg>
        <pc:spChg chg="del">
          <ac:chgData name="Srikant Kalaga" userId="961c47af-c9bb-4225-b2a0-952af4799497" providerId="ADAL" clId="{D6148BFB-762D-4554-9CEC-E58224A3C632}" dt="2026-07-28T02:05:16.615" v="14" actId="478"/>
          <ac:spMkLst>
            <pc:docMk/>
            <pc:sldMk cId="290448218" sldId="2076137804"/>
            <ac:spMk id="6" creationId="{CBD9DEDA-5B69-4BA9-1F66-44EC08109095}"/>
          </ac:spMkLst>
        </pc:spChg>
        <pc:spChg chg="del mod">
          <ac:chgData name="Srikant Kalaga" userId="961c47af-c9bb-4225-b2a0-952af4799497" providerId="ADAL" clId="{D6148BFB-762D-4554-9CEC-E58224A3C632}" dt="2026-07-28T02:05:12.054" v="13" actId="478"/>
          <ac:spMkLst>
            <pc:docMk/>
            <pc:sldMk cId="290448218" sldId="2076137804"/>
            <ac:spMk id="8" creationId="{FAF750D0-368F-A327-7868-022E2D10C7FE}"/>
          </ac:spMkLst>
        </pc:spChg>
        <pc:spChg chg="del">
          <ac:chgData name="Srikant Kalaga" userId="961c47af-c9bb-4225-b2a0-952af4799497" providerId="ADAL" clId="{D6148BFB-762D-4554-9CEC-E58224A3C632}" dt="2026-07-28T02:41:44.078" v="40" actId="478"/>
          <ac:spMkLst>
            <pc:docMk/>
            <pc:sldMk cId="290448218" sldId="2076137804"/>
            <ac:spMk id="45" creationId="{448F406B-EAF8-E26E-92A3-CC857C29FD8E}"/>
          </ac:spMkLst>
        </pc:spChg>
        <pc:spChg chg="del">
          <ac:chgData name="Srikant Kalaga" userId="961c47af-c9bb-4225-b2a0-952af4799497" providerId="ADAL" clId="{D6148BFB-762D-4554-9CEC-E58224A3C632}" dt="2026-07-28T02:41:44.078" v="40" actId="478"/>
          <ac:spMkLst>
            <pc:docMk/>
            <pc:sldMk cId="290448218" sldId="2076137804"/>
            <ac:spMk id="46" creationId="{04F290BA-39F9-CD16-8C44-674EC43D186A}"/>
          </ac:spMkLst>
        </pc:spChg>
        <pc:spChg chg="del">
          <ac:chgData name="Srikant Kalaga" userId="961c47af-c9bb-4225-b2a0-952af4799497" providerId="ADAL" clId="{D6148BFB-762D-4554-9CEC-E58224A3C632}" dt="2026-07-28T02:41:44.078" v="40" actId="478"/>
          <ac:spMkLst>
            <pc:docMk/>
            <pc:sldMk cId="290448218" sldId="2076137804"/>
            <ac:spMk id="47" creationId="{B1488DE3-CF06-2E4B-F384-1A89B67A4D69}"/>
          </ac:spMkLst>
        </pc:spChg>
        <pc:spChg chg="del">
          <ac:chgData name="Srikant Kalaga" userId="961c47af-c9bb-4225-b2a0-952af4799497" providerId="ADAL" clId="{D6148BFB-762D-4554-9CEC-E58224A3C632}" dt="2026-07-28T02:41:38.980" v="39" actId="478"/>
          <ac:spMkLst>
            <pc:docMk/>
            <pc:sldMk cId="290448218" sldId="2076137804"/>
            <ac:spMk id="51" creationId="{0E97C00D-830A-5D6D-9D91-2183CDB5D919}"/>
          </ac:spMkLst>
        </pc:spChg>
        <pc:spChg chg="del">
          <ac:chgData name="Srikant Kalaga" userId="961c47af-c9bb-4225-b2a0-952af4799497" providerId="ADAL" clId="{D6148BFB-762D-4554-9CEC-E58224A3C632}" dt="2026-07-28T02:41:38.980" v="39" actId="478"/>
          <ac:spMkLst>
            <pc:docMk/>
            <pc:sldMk cId="290448218" sldId="2076137804"/>
            <ac:spMk id="52" creationId="{F05B3B7B-DF07-C931-4B07-8B183BEE35F1}"/>
          </ac:spMkLst>
        </pc:spChg>
        <pc:spChg chg="del">
          <ac:chgData name="Srikant Kalaga" userId="961c47af-c9bb-4225-b2a0-952af4799497" providerId="ADAL" clId="{D6148BFB-762D-4554-9CEC-E58224A3C632}" dt="2026-07-28T02:41:38.980" v="39" actId="478"/>
          <ac:spMkLst>
            <pc:docMk/>
            <pc:sldMk cId="290448218" sldId="2076137804"/>
            <ac:spMk id="53" creationId="{5524D6EC-DEB0-FE67-D2D7-FAAFFFAE26AF}"/>
          </ac:spMkLst>
        </pc:spChg>
        <pc:spChg chg="del">
          <ac:chgData name="Srikant Kalaga" userId="961c47af-c9bb-4225-b2a0-952af4799497" providerId="ADAL" clId="{D6148BFB-762D-4554-9CEC-E58224A3C632}" dt="2026-07-28T02:41:38.980" v="39" actId="478"/>
          <ac:spMkLst>
            <pc:docMk/>
            <pc:sldMk cId="290448218" sldId="2076137804"/>
            <ac:spMk id="55" creationId="{49B3CDB5-2FE7-0B9D-C7B9-DD655DBD6CA1}"/>
          </ac:spMkLst>
        </pc:spChg>
        <pc:spChg chg="del">
          <ac:chgData name="Srikant Kalaga" userId="961c47af-c9bb-4225-b2a0-952af4799497" providerId="ADAL" clId="{D6148BFB-762D-4554-9CEC-E58224A3C632}" dt="2026-07-28T02:41:38.980" v="39" actId="478"/>
          <ac:spMkLst>
            <pc:docMk/>
            <pc:sldMk cId="290448218" sldId="2076137804"/>
            <ac:spMk id="57" creationId="{DEEC6C34-4E0B-F84A-99B7-F83CC909B3CE}"/>
          </ac:spMkLst>
        </pc:spChg>
        <pc:spChg chg="del">
          <ac:chgData name="Srikant Kalaga" userId="961c47af-c9bb-4225-b2a0-952af4799497" providerId="ADAL" clId="{D6148BFB-762D-4554-9CEC-E58224A3C632}" dt="2026-07-28T02:41:38.980" v="39" actId="478"/>
          <ac:spMkLst>
            <pc:docMk/>
            <pc:sldMk cId="290448218" sldId="2076137804"/>
            <ac:spMk id="60" creationId="{C8F90B28-0472-346A-79FD-2F45A7EE015D}"/>
          </ac:spMkLst>
        </pc:spChg>
        <pc:spChg chg="del">
          <ac:chgData name="Srikant Kalaga" userId="961c47af-c9bb-4225-b2a0-952af4799497" providerId="ADAL" clId="{D6148BFB-762D-4554-9CEC-E58224A3C632}" dt="2026-07-28T02:41:38.980" v="39" actId="478"/>
          <ac:spMkLst>
            <pc:docMk/>
            <pc:sldMk cId="290448218" sldId="2076137804"/>
            <ac:spMk id="63" creationId="{CE1BABB0-B556-9409-7E8E-981FD88E6E60}"/>
          </ac:spMkLst>
        </pc:spChg>
        <pc:spChg chg="del">
          <ac:chgData name="Srikant Kalaga" userId="961c47af-c9bb-4225-b2a0-952af4799497" providerId="ADAL" clId="{D6148BFB-762D-4554-9CEC-E58224A3C632}" dt="2026-07-28T02:41:38.980" v="39" actId="478"/>
          <ac:spMkLst>
            <pc:docMk/>
            <pc:sldMk cId="290448218" sldId="2076137804"/>
            <ac:spMk id="65" creationId="{72B3A1F2-98C7-BC2F-4AA3-544611EEA7E1}"/>
          </ac:spMkLst>
        </pc:spChg>
        <pc:spChg chg="del">
          <ac:chgData name="Srikant Kalaga" userId="961c47af-c9bb-4225-b2a0-952af4799497" providerId="ADAL" clId="{D6148BFB-762D-4554-9CEC-E58224A3C632}" dt="2026-07-28T02:41:38.980" v="39" actId="478"/>
          <ac:spMkLst>
            <pc:docMk/>
            <pc:sldMk cId="290448218" sldId="2076137804"/>
            <ac:spMk id="66" creationId="{60C43CD9-7262-A2CB-8B56-8E08ECCA7760}"/>
          </ac:spMkLst>
        </pc:spChg>
        <pc:spChg chg="del">
          <ac:chgData name="Srikant Kalaga" userId="961c47af-c9bb-4225-b2a0-952af4799497" providerId="ADAL" clId="{D6148BFB-762D-4554-9CEC-E58224A3C632}" dt="2026-07-28T02:42:08.292" v="41" actId="478"/>
          <ac:spMkLst>
            <pc:docMk/>
            <pc:sldMk cId="290448218" sldId="2076137804"/>
            <ac:spMk id="67" creationId="{3ABF7540-4E56-C00C-390B-550A59E0ED2A}"/>
          </ac:spMkLst>
        </pc:spChg>
        <pc:spChg chg="del">
          <ac:chgData name="Srikant Kalaga" userId="961c47af-c9bb-4225-b2a0-952af4799497" providerId="ADAL" clId="{D6148BFB-762D-4554-9CEC-E58224A3C632}" dt="2026-07-28T02:42:08.292" v="41" actId="478"/>
          <ac:spMkLst>
            <pc:docMk/>
            <pc:sldMk cId="290448218" sldId="2076137804"/>
            <ac:spMk id="68" creationId="{76B24B1B-01D1-96C3-107C-939C9E5A5078}"/>
          </ac:spMkLst>
        </pc:spChg>
        <pc:spChg chg="del">
          <ac:chgData name="Srikant Kalaga" userId="961c47af-c9bb-4225-b2a0-952af4799497" providerId="ADAL" clId="{D6148BFB-762D-4554-9CEC-E58224A3C632}" dt="2026-07-28T02:42:08.292" v="41" actId="478"/>
          <ac:spMkLst>
            <pc:docMk/>
            <pc:sldMk cId="290448218" sldId="2076137804"/>
            <ac:spMk id="69" creationId="{C6F8DEFC-C108-28A8-AF94-2982B6DE78DE}"/>
          </ac:spMkLst>
        </pc:spChg>
        <pc:spChg chg="del">
          <ac:chgData name="Srikant Kalaga" userId="961c47af-c9bb-4225-b2a0-952af4799497" providerId="ADAL" clId="{D6148BFB-762D-4554-9CEC-E58224A3C632}" dt="2026-07-28T02:42:08.292" v="41" actId="478"/>
          <ac:spMkLst>
            <pc:docMk/>
            <pc:sldMk cId="290448218" sldId="2076137804"/>
            <ac:spMk id="70" creationId="{2D332C97-B860-3D96-4447-6044303FEECD}"/>
          </ac:spMkLst>
        </pc:spChg>
        <pc:spChg chg="del">
          <ac:chgData name="Srikant Kalaga" userId="961c47af-c9bb-4225-b2a0-952af4799497" providerId="ADAL" clId="{D6148BFB-762D-4554-9CEC-E58224A3C632}" dt="2026-07-28T02:42:08.292" v="41" actId="478"/>
          <ac:spMkLst>
            <pc:docMk/>
            <pc:sldMk cId="290448218" sldId="2076137804"/>
            <ac:spMk id="71" creationId="{ED601C61-BA0C-3143-ED06-4EC65770FA71}"/>
          </ac:spMkLst>
        </pc:spChg>
        <pc:spChg chg="del">
          <ac:chgData name="Srikant Kalaga" userId="961c47af-c9bb-4225-b2a0-952af4799497" providerId="ADAL" clId="{D6148BFB-762D-4554-9CEC-E58224A3C632}" dt="2026-07-28T02:42:08.292" v="41" actId="478"/>
          <ac:spMkLst>
            <pc:docMk/>
            <pc:sldMk cId="290448218" sldId="2076137804"/>
            <ac:spMk id="72" creationId="{E9E8A274-84D7-F798-3A46-03F0B478C246}"/>
          </ac:spMkLst>
        </pc:spChg>
        <pc:spChg chg="del">
          <ac:chgData name="Srikant Kalaga" userId="961c47af-c9bb-4225-b2a0-952af4799497" providerId="ADAL" clId="{D6148BFB-762D-4554-9CEC-E58224A3C632}" dt="2026-07-28T02:42:23.960" v="42" actId="478"/>
          <ac:spMkLst>
            <pc:docMk/>
            <pc:sldMk cId="290448218" sldId="2076137804"/>
            <ac:spMk id="73" creationId="{F4535D40-CE5C-BDA7-CB51-89377D6C058C}"/>
          </ac:spMkLst>
        </pc:spChg>
        <pc:spChg chg="del">
          <ac:chgData name="Srikant Kalaga" userId="961c47af-c9bb-4225-b2a0-952af4799497" providerId="ADAL" clId="{D6148BFB-762D-4554-9CEC-E58224A3C632}" dt="2026-07-28T02:42:23.960" v="42" actId="478"/>
          <ac:spMkLst>
            <pc:docMk/>
            <pc:sldMk cId="290448218" sldId="2076137804"/>
            <ac:spMk id="74" creationId="{55CE6475-01A5-910E-5DA0-B163D46C1489}"/>
          </ac:spMkLst>
        </pc:spChg>
        <pc:spChg chg="del">
          <ac:chgData name="Srikant Kalaga" userId="961c47af-c9bb-4225-b2a0-952af4799497" providerId="ADAL" clId="{D6148BFB-762D-4554-9CEC-E58224A3C632}" dt="2026-07-28T02:42:23.960" v="42" actId="478"/>
          <ac:spMkLst>
            <pc:docMk/>
            <pc:sldMk cId="290448218" sldId="2076137804"/>
            <ac:spMk id="76" creationId="{8B93C067-EBD7-B51B-97FC-A02A705A179C}"/>
          </ac:spMkLst>
        </pc:spChg>
        <pc:spChg chg="del">
          <ac:chgData name="Srikant Kalaga" userId="961c47af-c9bb-4225-b2a0-952af4799497" providerId="ADAL" clId="{D6148BFB-762D-4554-9CEC-E58224A3C632}" dt="2026-07-28T02:42:23.960" v="42" actId="478"/>
          <ac:spMkLst>
            <pc:docMk/>
            <pc:sldMk cId="290448218" sldId="2076137804"/>
            <ac:spMk id="79" creationId="{1A5AF9C1-63DE-0C71-1898-75E35D63DD10}"/>
          </ac:spMkLst>
        </pc:spChg>
        <pc:spChg chg="del">
          <ac:chgData name="Srikant Kalaga" userId="961c47af-c9bb-4225-b2a0-952af4799497" providerId="ADAL" clId="{D6148BFB-762D-4554-9CEC-E58224A3C632}" dt="2026-07-28T02:42:23.960" v="42" actId="478"/>
          <ac:spMkLst>
            <pc:docMk/>
            <pc:sldMk cId="290448218" sldId="2076137804"/>
            <ac:spMk id="80" creationId="{8576FFEE-0E39-61CE-C1BE-2A7F09735003}"/>
          </ac:spMkLst>
        </pc:spChg>
        <pc:spChg chg="del">
          <ac:chgData name="Srikant Kalaga" userId="961c47af-c9bb-4225-b2a0-952af4799497" providerId="ADAL" clId="{D6148BFB-762D-4554-9CEC-E58224A3C632}" dt="2026-07-28T02:42:23.960" v="42" actId="478"/>
          <ac:spMkLst>
            <pc:docMk/>
            <pc:sldMk cId="290448218" sldId="2076137804"/>
            <ac:spMk id="81" creationId="{31EC8F6E-A8A5-F83F-2D3B-0C1C73E3291E}"/>
          </ac:spMkLst>
        </pc:spChg>
        <pc:spChg chg="del">
          <ac:chgData name="Srikant Kalaga" userId="961c47af-c9bb-4225-b2a0-952af4799497" providerId="ADAL" clId="{D6148BFB-762D-4554-9CEC-E58224A3C632}" dt="2026-07-28T02:42:23.960" v="42" actId="478"/>
          <ac:spMkLst>
            <pc:docMk/>
            <pc:sldMk cId="290448218" sldId="2076137804"/>
            <ac:spMk id="82" creationId="{E4337C9F-A44F-2E83-49A2-7816DE01764C}"/>
          </ac:spMkLst>
        </pc:spChg>
        <pc:spChg chg="del">
          <ac:chgData name="Srikant Kalaga" userId="961c47af-c9bb-4225-b2a0-952af4799497" providerId="ADAL" clId="{D6148BFB-762D-4554-9CEC-E58224A3C632}" dt="2026-07-28T02:42:23.960" v="42" actId="478"/>
          <ac:spMkLst>
            <pc:docMk/>
            <pc:sldMk cId="290448218" sldId="2076137804"/>
            <ac:spMk id="83" creationId="{2550E2B7-6F4E-F52C-FDA7-C74718FF855C}"/>
          </ac:spMkLst>
        </pc:spChg>
        <pc:spChg chg="del">
          <ac:chgData name="Srikant Kalaga" userId="961c47af-c9bb-4225-b2a0-952af4799497" providerId="ADAL" clId="{D6148BFB-762D-4554-9CEC-E58224A3C632}" dt="2026-07-28T02:42:23.960" v="42" actId="478"/>
          <ac:spMkLst>
            <pc:docMk/>
            <pc:sldMk cId="290448218" sldId="2076137804"/>
            <ac:spMk id="84" creationId="{E7FEE15E-652E-48B2-21EA-2DE8855CE8F0}"/>
          </ac:spMkLst>
        </pc:spChg>
        <pc:spChg chg="del">
          <ac:chgData name="Srikant Kalaga" userId="961c47af-c9bb-4225-b2a0-952af4799497" providerId="ADAL" clId="{D6148BFB-762D-4554-9CEC-E58224A3C632}" dt="2026-07-28T02:42:23.960" v="42" actId="478"/>
          <ac:spMkLst>
            <pc:docMk/>
            <pc:sldMk cId="290448218" sldId="2076137804"/>
            <ac:spMk id="85" creationId="{A3FD2559-A625-F596-755F-BBA56CEAE84C}"/>
          </ac:spMkLst>
        </pc:spChg>
      </pc:sldChg>
      <pc:sldChg chg="delSp modSp mod">
        <pc:chgData name="Srikant Kalaga" userId="961c47af-c9bb-4225-b2a0-952af4799497" providerId="ADAL" clId="{D6148BFB-762D-4554-9CEC-E58224A3C632}" dt="2026-07-28T06:26:00.603" v="227" actId="572"/>
        <pc:sldMkLst>
          <pc:docMk/>
          <pc:sldMk cId="1174482974" sldId="2076137805"/>
        </pc:sldMkLst>
        <pc:spChg chg="del">
          <ac:chgData name="Srikant Kalaga" userId="961c47af-c9bb-4225-b2a0-952af4799497" providerId="ADAL" clId="{D6148BFB-762D-4554-9CEC-E58224A3C632}" dt="2026-07-28T02:05:06.437" v="11" actId="478"/>
          <ac:spMkLst>
            <pc:docMk/>
            <pc:sldMk cId="1174482974" sldId="2076137805"/>
            <ac:spMk id="6" creationId="{EE94D781-7CD4-9551-32D7-9AB1C83F6412}"/>
          </ac:spMkLst>
        </pc:spChg>
        <pc:spChg chg="del mod">
          <ac:chgData name="Srikant Kalaga" userId="961c47af-c9bb-4225-b2a0-952af4799497" providerId="ADAL" clId="{D6148BFB-762D-4554-9CEC-E58224A3C632}" dt="2026-07-28T02:05:01.694" v="10" actId="478"/>
          <ac:spMkLst>
            <pc:docMk/>
            <pc:sldMk cId="1174482974" sldId="2076137805"/>
            <ac:spMk id="8" creationId="{6AB41275-EEB7-C6B8-DEE8-C91B424D942D}"/>
          </ac:spMkLst>
        </pc:spChg>
        <pc:graphicFrameChg chg="mod modGraphic">
          <ac:chgData name="Srikant Kalaga" userId="961c47af-c9bb-4225-b2a0-952af4799497" providerId="ADAL" clId="{D6148BFB-762D-4554-9CEC-E58224A3C632}" dt="2026-07-28T06:26:00.603" v="227" actId="572"/>
          <ac:graphicFrameMkLst>
            <pc:docMk/>
            <pc:sldMk cId="1174482974" sldId="2076137805"/>
            <ac:graphicFrameMk id="56" creationId="{96FE72D3-2083-4C3D-AAC3-F43D9BC2A0E9}"/>
          </ac:graphicFrameMkLst>
        </pc:graphicFrameChg>
      </pc:sldChg>
      <pc:sldChg chg="delSp modSp mod">
        <pc:chgData name="Srikant Kalaga" userId="961c47af-c9bb-4225-b2a0-952af4799497" providerId="ADAL" clId="{D6148BFB-762D-4554-9CEC-E58224A3C632}" dt="2026-07-28T02:04:53.814" v="8" actId="478"/>
        <pc:sldMkLst>
          <pc:docMk/>
          <pc:sldMk cId="2327510652" sldId="2076137806"/>
        </pc:sldMkLst>
        <pc:spChg chg="del">
          <ac:chgData name="Srikant Kalaga" userId="961c47af-c9bb-4225-b2a0-952af4799497" providerId="ADAL" clId="{D6148BFB-762D-4554-9CEC-E58224A3C632}" dt="2026-07-28T02:04:53.814" v="8" actId="478"/>
          <ac:spMkLst>
            <pc:docMk/>
            <pc:sldMk cId="2327510652" sldId="2076137806"/>
            <ac:spMk id="6" creationId="{85B76058-2958-92FD-55B0-5831BF060560}"/>
          </ac:spMkLst>
        </pc:spChg>
        <pc:spChg chg="del mod">
          <ac:chgData name="Srikant Kalaga" userId="961c47af-c9bb-4225-b2a0-952af4799497" providerId="ADAL" clId="{D6148BFB-762D-4554-9CEC-E58224A3C632}" dt="2026-07-28T02:04:51.532" v="7" actId="478"/>
          <ac:spMkLst>
            <pc:docMk/>
            <pc:sldMk cId="2327510652" sldId="2076137806"/>
            <ac:spMk id="10" creationId="{9F0170E0-6EDE-BCF5-CDDA-A693202DD50D}"/>
          </ac:spMkLst>
        </pc:spChg>
      </pc:sldChg>
      <pc:sldChg chg="mod ord modShow">
        <pc:chgData name="Srikant Kalaga" userId="961c47af-c9bb-4225-b2a0-952af4799497" providerId="ADAL" clId="{D6148BFB-762D-4554-9CEC-E58224A3C632}" dt="2026-07-28T02:04:23.097" v="3"/>
        <pc:sldMkLst>
          <pc:docMk/>
          <pc:sldMk cId="4190763406" sldId="2076137807"/>
        </pc:sldMkLst>
      </pc:sldChg>
      <pc:sldChg chg="delSp mod ord">
        <pc:chgData name="Srikant Kalaga" userId="961c47af-c9bb-4225-b2a0-952af4799497" providerId="ADAL" clId="{D6148BFB-762D-4554-9CEC-E58224A3C632}" dt="2026-07-28T06:26:38.447" v="229"/>
        <pc:sldMkLst>
          <pc:docMk/>
          <pc:sldMk cId="3133860186" sldId="2076137808"/>
        </pc:sldMkLst>
        <pc:spChg chg="del">
          <ac:chgData name="Srikant Kalaga" userId="961c47af-c9bb-4225-b2a0-952af4799497" providerId="ADAL" clId="{D6148BFB-762D-4554-9CEC-E58224A3C632}" dt="2026-07-28T02:07:25.958" v="33" actId="478"/>
          <ac:spMkLst>
            <pc:docMk/>
            <pc:sldMk cId="3133860186" sldId="2076137808"/>
            <ac:spMk id="6" creationId="{A401B76A-8431-69D7-948B-6E70F9838CFD}"/>
          </ac:spMkLst>
        </pc:spChg>
        <pc:spChg chg="del">
          <ac:chgData name="Srikant Kalaga" userId="961c47af-c9bb-4225-b2a0-952af4799497" providerId="ADAL" clId="{D6148BFB-762D-4554-9CEC-E58224A3C632}" dt="2026-07-28T02:07:23.974" v="32" actId="478"/>
          <ac:spMkLst>
            <pc:docMk/>
            <pc:sldMk cId="3133860186" sldId="2076137808"/>
            <ac:spMk id="10" creationId="{9997D5E3-B511-957D-989F-E5B7FB54F0D7}"/>
          </ac:spMkLst>
        </pc:spChg>
      </pc:sldChg>
      <pc:sldChg chg="mod ord modShow">
        <pc:chgData name="Srikant Kalaga" userId="961c47af-c9bb-4225-b2a0-952af4799497" providerId="ADAL" clId="{D6148BFB-762D-4554-9CEC-E58224A3C632}" dt="2026-07-28T02:04:23.097" v="3"/>
        <pc:sldMkLst>
          <pc:docMk/>
          <pc:sldMk cId="1089406458" sldId="2076137809"/>
        </pc:sldMkLst>
      </pc:sldChg>
      <pc:sldChg chg="mod ord modShow">
        <pc:chgData name="Srikant Kalaga" userId="961c47af-c9bb-4225-b2a0-952af4799497" providerId="ADAL" clId="{D6148BFB-762D-4554-9CEC-E58224A3C632}" dt="2026-07-28T02:04:23.097" v="3"/>
        <pc:sldMkLst>
          <pc:docMk/>
          <pc:sldMk cId="26030809" sldId="2076137810"/>
        </pc:sldMkLst>
      </pc:sldChg>
      <pc:sldChg chg="mod ord modShow">
        <pc:chgData name="Srikant Kalaga" userId="961c47af-c9bb-4225-b2a0-952af4799497" providerId="ADAL" clId="{D6148BFB-762D-4554-9CEC-E58224A3C632}" dt="2026-07-28T02:04:27.629" v="5"/>
        <pc:sldMkLst>
          <pc:docMk/>
          <pc:sldMk cId="594742698" sldId="2076137811"/>
        </pc:sldMkLst>
      </pc:sldChg>
      <pc:sldChg chg="delSp modSp mod modShow">
        <pc:chgData name="Srikant Kalaga" userId="961c47af-c9bb-4225-b2a0-952af4799497" providerId="ADAL" clId="{D6148BFB-762D-4554-9CEC-E58224A3C632}" dt="2026-07-28T04:20:08.080" v="44" actId="729"/>
        <pc:sldMkLst>
          <pc:docMk/>
          <pc:sldMk cId="1495933921" sldId="2076137812"/>
        </pc:sldMkLst>
        <pc:spChg chg="del">
          <ac:chgData name="Srikant Kalaga" userId="961c47af-c9bb-4225-b2a0-952af4799497" providerId="ADAL" clId="{D6148BFB-762D-4554-9CEC-E58224A3C632}" dt="2026-07-28T02:07:40.864" v="37" actId="478"/>
          <ac:spMkLst>
            <pc:docMk/>
            <pc:sldMk cId="1495933921" sldId="2076137812"/>
            <ac:spMk id="6" creationId="{294102C5-81BC-C458-8F64-6146C694587C}"/>
          </ac:spMkLst>
        </pc:spChg>
        <pc:spChg chg="del mod">
          <ac:chgData name="Srikant Kalaga" userId="961c47af-c9bb-4225-b2a0-952af4799497" providerId="ADAL" clId="{D6148BFB-762D-4554-9CEC-E58224A3C632}" dt="2026-07-28T02:07:37.067" v="36" actId="478"/>
          <ac:spMkLst>
            <pc:docMk/>
            <pc:sldMk cId="1495933921" sldId="2076137812"/>
            <ac:spMk id="10" creationId="{A068F6E0-930F-0D3D-64AF-8ECEAC95D76D}"/>
          </ac:spMkLst>
        </pc:spChg>
      </pc:sldChg>
      <pc:sldChg chg="mod modShow">
        <pc:chgData name="Srikant Kalaga" userId="961c47af-c9bb-4225-b2a0-952af4799497" providerId="ADAL" clId="{D6148BFB-762D-4554-9CEC-E58224A3C632}" dt="2026-07-28T04:20:04.871" v="43" actId="729"/>
        <pc:sldMkLst>
          <pc:docMk/>
          <pc:sldMk cId="2837977869" sldId="2076137813"/>
        </pc:sldMkLst>
      </pc:sldChg>
      <pc:sldChg chg="mod modShow">
        <pc:chgData name="Srikant Kalaga" userId="961c47af-c9bb-4225-b2a0-952af4799497" providerId="ADAL" clId="{D6148BFB-762D-4554-9CEC-E58224A3C632}" dt="2026-07-28T04:20:11.287" v="45" actId="729"/>
        <pc:sldMkLst>
          <pc:docMk/>
          <pc:sldMk cId="2650331631" sldId="2076137815"/>
        </pc:sldMkLst>
      </pc:sldChg>
      <pc:sldChg chg="mod modShow">
        <pc:chgData name="Srikant Kalaga" userId="961c47af-c9bb-4225-b2a0-952af4799497" providerId="ADAL" clId="{D6148BFB-762D-4554-9CEC-E58224A3C632}" dt="2026-07-28T04:20:13.209" v="46" actId="729"/>
        <pc:sldMkLst>
          <pc:docMk/>
          <pc:sldMk cId="423064731" sldId="2076137816"/>
        </pc:sldMkLst>
      </pc:sldChg>
      <pc:sldChg chg="addSp modSp add mod">
        <pc:chgData name="Srikant Kalaga" userId="961c47af-c9bb-4225-b2a0-952af4799497" providerId="ADAL" clId="{D6148BFB-762D-4554-9CEC-E58224A3C632}" dt="2026-07-28T06:52:35.653" v="238" actId="20577"/>
        <pc:sldMkLst>
          <pc:docMk/>
          <pc:sldMk cId="2205405458" sldId="2076137817"/>
        </pc:sldMkLst>
        <pc:spChg chg="add mod">
          <ac:chgData name="Srikant Kalaga" userId="961c47af-c9bb-4225-b2a0-952af4799497" providerId="ADAL" clId="{D6148BFB-762D-4554-9CEC-E58224A3C632}" dt="2026-07-28T06:07:17.173" v="60" actId="1076"/>
          <ac:spMkLst>
            <pc:docMk/>
            <pc:sldMk cId="2205405458" sldId="2076137817"/>
            <ac:spMk id="13" creationId="{4E677586-D8BD-65E8-0A9F-B59B275BC5C3}"/>
          </ac:spMkLst>
        </pc:spChg>
        <pc:spChg chg="add mod">
          <ac:chgData name="Srikant Kalaga" userId="961c47af-c9bb-4225-b2a0-952af4799497" providerId="ADAL" clId="{D6148BFB-762D-4554-9CEC-E58224A3C632}" dt="2026-07-28T06:09:31.281" v="73" actId="1076"/>
          <ac:spMkLst>
            <pc:docMk/>
            <pc:sldMk cId="2205405458" sldId="2076137817"/>
            <ac:spMk id="15" creationId="{1E8690C3-6343-631E-32AB-9DBA7C16E7B0}"/>
          </ac:spMkLst>
        </pc:spChg>
        <pc:spChg chg="add mod">
          <ac:chgData name="Srikant Kalaga" userId="961c47af-c9bb-4225-b2a0-952af4799497" providerId="ADAL" clId="{D6148BFB-762D-4554-9CEC-E58224A3C632}" dt="2026-07-28T06:12:28.398" v="81" actId="14100"/>
          <ac:spMkLst>
            <pc:docMk/>
            <pc:sldMk cId="2205405458" sldId="2076137817"/>
            <ac:spMk id="17" creationId="{9FEB35B7-8D46-CB15-0112-6CD457D26D41}"/>
          </ac:spMkLst>
        </pc:spChg>
        <pc:spChg chg="mod">
          <ac:chgData name="Srikant Kalaga" userId="961c47af-c9bb-4225-b2a0-952af4799497" providerId="ADAL" clId="{D6148BFB-762D-4554-9CEC-E58224A3C632}" dt="2026-07-28T06:09:16.545" v="70" actId="1076"/>
          <ac:spMkLst>
            <pc:docMk/>
            <pc:sldMk cId="2205405458" sldId="2076137817"/>
            <ac:spMk id="27" creationId="{F631A4ED-8121-5A56-109A-D10D125F198A}"/>
          </ac:spMkLst>
        </pc:spChg>
        <pc:spChg chg="add mod">
          <ac:chgData name="Srikant Kalaga" userId="961c47af-c9bb-4225-b2a0-952af4799497" providerId="ADAL" clId="{D6148BFB-762D-4554-9CEC-E58224A3C632}" dt="2026-07-28T06:52:35.653" v="238" actId="20577"/>
          <ac:spMkLst>
            <pc:docMk/>
            <pc:sldMk cId="2205405458" sldId="2076137817"/>
            <ac:spMk id="28" creationId="{DD28F7AB-F5D1-8CD6-6E3C-8C65C0C02AA0}"/>
          </ac:spMkLst>
        </pc:spChg>
        <pc:spChg chg="add mod">
          <ac:chgData name="Srikant Kalaga" userId="961c47af-c9bb-4225-b2a0-952af4799497" providerId="ADAL" clId="{D6148BFB-762D-4554-9CEC-E58224A3C632}" dt="2026-07-28T06:18:36.028" v="101" actId="14100"/>
          <ac:spMkLst>
            <pc:docMk/>
            <pc:sldMk cId="2205405458" sldId="2076137817"/>
            <ac:spMk id="30" creationId="{A3AF2CAB-72BA-D69E-C86F-DE19514F92E7}"/>
          </ac:spMkLst>
        </pc:spChg>
        <pc:spChg chg="add mod">
          <ac:chgData name="Srikant Kalaga" userId="961c47af-c9bb-4225-b2a0-952af4799497" providerId="ADAL" clId="{D6148BFB-762D-4554-9CEC-E58224A3C632}" dt="2026-07-28T06:19:41.763" v="108" actId="20577"/>
          <ac:spMkLst>
            <pc:docMk/>
            <pc:sldMk cId="2205405458" sldId="2076137817"/>
            <ac:spMk id="32" creationId="{6948D0E5-DC09-9A6A-89FC-4F9F03E72864}"/>
          </ac:spMkLst>
        </pc:spChg>
        <pc:spChg chg="add mod">
          <ac:chgData name="Srikant Kalaga" userId="961c47af-c9bb-4225-b2a0-952af4799497" providerId="ADAL" clId="{D6148BFB-762D-4554-9CEC-E58224A3C632}" dt="2026-07-28T06:20:06.759" v="114" actId="20577"/>
          <ac:spMkLst>
            <pc:docMk/>
            <pc:sldMk cId="2205405458" sldId="2076137817"/>
            <ac:spMk id="34" creationId="{08AAF26D-BF45-9F2D-86C3-3F5D12BB2C90}"/>
          </ac:spMkLst>
        </pc:spChg>
        <pc:spChg chg="mod">
          <ac:chgData name="Srikant Kalaga" userId="961c47af-c9bb-4225-b2a0-952af4799497" providerId="ADAL" clId="{D6148BFB-762D-4554-9CEC-E58224A3C632}" dt="2026-07-28T06:12:01.407" v="74" actId="1076"/>
          <ac:spMkLst>
            <pc:docMk/>
            <pc:sldMk cId="2205405458" sldId="2076137817"/>
            <ac:spMk id="36" creationId="{4A407846-57DA-CDD6-559D-8BB6C0449395}"/>
          </ac:spMkLst>
        </pc:spChg>
        <pc:spChg chg="mod">
          <ac:chgData name="Srikant Kalaga" userId="961c47af-c9bb-4225-b2a0-952af4799497" providerId="ADAL" clId="{D6148BFB-762D-4554-9CEC-E58224A3C632}" dt="2026-07-28T06:12:42.969" v="83" actId="1076"/>
          <ac:spMkLst>
            <pc:docMk/>
            <pc:sldMk cId="2205405458" sldId="2076137817"/>
            <ac:spMk id="37" creationId="{33DAA408-401A-B423-6D72-70AC7EBAA050}"/>
          </ac:spMkLst>
        </pc:spChg>
        <pc:spChg chg="mod">
          <ac:chgData name="Srikant Kalaga" userId="961c47af-c9bb-4225-b2a0-952af4799497" providerId="ADAL" clId="{D6148BFB-762D-4554-9CEC-E58224A3C632}" dt="2026-07-28T06:17:18.379" v="92" actId="1076"/>
          <ac:spMkLst>
            <pc:docMk/>
            <pc:sldMk cId="2205405458" sldId="2076137817"/>
            <ac:spMk id="38" creationId="{41A1F81E-0957-AAB1-3DC2-22658C5CC150}"/>
          </ac:spMkLst>
        </pc:spChg>
        <pc:spChg chg="mod">
          <ac:chgData name="Srikant Kalaga" userId="961c47af-c9bb-4225-b2a0-952af4799497" providerId="ADAL" clId="{D6148BFB-762D-4554-9CEC-E58224A3C632}" dt="2026-07-28T06:18:51.068" v="104" actId="1076"/>
          <ac:spMkLst>
            <pc:docMk/>
            <pc:sldMk cId="2205405458" sldId="2076137817"/>
            <ac:spMk id="39" creationId="{036771C4-4FBC-AD89-8FB0-7728782575A5}"/>
          </ac:spMkLst>
        </pc:spChg>
        <pc:spChg chg="mod">
          <ac:chgData name="Srikant Kalaga" userId="961c47af-c9bb-4225-b2a0-952af4799497" providerId="ADAL" clId="{D6148BFB-762D-4554-9CEC-E58224A3C632}" dt="2026-07-28T06:21:03.147" v="123" actId="1076"/>
          <ac:spMkLst>
            <pc:docMk/>
            <pc:sldMk cId="2205405458" sldId="2076137817"/>
            <ac:spMk id="40" creationId="{6DBFADE5-32CF-FFBF-EFD3-5FFFC36E2388}"/>
          </ac:spMkLst>
        </pc:spChg>
        <pc:spChg chg="mod">
          <ac:chgData name="Srikant Kalaga" userId="961c47af-c9bb-4225-b2a0-952af4799497" providerId="ADAL" clId="{D6148BFB-762D-4554-9CEC-E58224A3C632}" dt="2026-07-28T06:21:30.388" v="127" actId="1076"/>
          <ac:spMkLst>
            <pc:docMk/>
            <pc:sldMk cId="2205405458" sldId="2076137817"/>
            <ac:spMk id="41" creationId="{8C268653-A2AF-4563-D090-09EBE9CBD0F9}"/>
          </ac:spMkLst>
        </pc:spChg>
        <pc:spChg chg="mod">
          <ac:chgData name="Srikant Kalaga" userId="961c47af-c9bb-4225-b2a0-952af4799497" providerId="ADAL" clId="{D6148BFB-762D-4554-9CEC-E58224A3C632}" dt="2026-07-28T06:21:47.800" v="133" actId="255"/>
          <ac:spMkLst>
            <pc:docMk/>
            <pc:sldMk cId="2205405458" sldId="2076137817"/>
            <ac:spMk id="42" creationId="{8178CDD2-42CF-1C7E-D13B-654357ABC984}"/>
          </ac:spMkLst>
        </pc:spChg>
        <pc:spChg chg="add mod">
          <ac:chgData name="Srikant Kalaga" userId="961c47af-c9bb-4225-b2a0-952af4799497" providerId="ADAL" clId="{D6148BFB-762D-4554-9CEC-E58224A3C632}" dt="2026-07-28T06:20:43.040" v="120" actId="20577"/>
          <ac:spMkLst>
            <pc:docMk/>
            <pc:sldMk cId="2205405458" sldId="2076137817"/>
            <ac:spMk id="43" creationId="{21F93D8D-7C3B-CB02-ED58-AF04408FD4FC}"/>
          </ac:spMkLst>
        </pc:spChg>
        <pc:cxnChg chg="add mod">
          <ac:chgData name="Srikant Kalaga" userId="961c47af-c9bb-4225-b2a0-952af4799497" providerId="ADAL" clId="{D6148BFB-762D-4554-9CEC-E58224A3C632}" dt="2026-07-28T06:06:54.587" v="55" actId="14100"/>
          <ac:cxnSpMkLst>
            <pc:docMk/>
            <pc:sldMk cId="2205405458" sldId="2076137817"/>
            <ac:cxnSpMk id="9" creationId="{B091FEA4-5FC9-4712-43F4-630C9608509A}"/>
          </ac:cxnSpMkLst>
        </pc:cxnChg>
        <pc:cxnChg chg="add mod">
          <ac:chgData name="Srikant Kalaga" userId="961c47af-c9bb-4225-b2a0-952af4799497" providerId="ADAL" clId="{D6148BFB-762D-4554-9CEC-E58224A3C632}" dt="2026-07-28T06:21:59.543" v="135" actId="1076"/>
          <ac:cxnSpMkLst>
            <pc:docMk/>
            <pc:sldMk cId="2205405458" sldId="2076137817"/>
            <ac:cxnSpMk id="44" creationId="{28FA44D5-DE01-7FB3-838E-AAFAA2B48946}"/>
          </ac:cxnSpMkLst>
        </pc:cxnChg>
      </pc:sldChg>
    </pc:docChg>
  </pc:docChgLst>
  <pc:docChgLst>
    <pc:chgData name="Sakshi Srivastava" userId="S::sakshi.s@syrencloud.com::1b66c1ba-f430-41f3-b9dd-ff0e88769738" providerId="AD" clId="Web-{44376F23-2536-4D6D-EB3C-BF35B3803F78}"/>
    <pc:docChg chg="modSld">
      <pc:chgData name="Sakshi Srivastava" userId="S::sakshi.s@syrencloud.com::1b66c1ba-f430-41f3-b9dd-ff0e88769738" providerId="AD" clId="Web-{44376F23-2536-4D6D-EB3C-BF35B3803F78}" dt="2026-07-27T13:29:57.029" v="13" actId="20577"/>
      <pc:docMkLst>
        <pc:docMk/>
      </pc:docMkLst>
      <pc:sldChg chg="modSp">
        <pc:chgData name="Sakshi Srivastava" userId="S::sakshi.s@syrencloud.com::1b66c1ba-f430-41f3-b9dd-ff0e88769738" providerId="AD" clId="Web-{44376F23-2536-4D6D-EB3C-BF35B3803F78}" dt="2026-07-27T13:08:55.478" v="1" actId="20577"/>
        <pc:sldMkLst>
          <pc:docMk/>
          <pc:sldMk cId="109857222" sldId="256"/>
        </pc:sldMkLst>
        <pc:spChg chg="mod">
          <ac:chgData name="Sakshi Srivastava" userId="S::sakshi.s@syrencloud.com::1b66c1ba-f430-41f3-b9dd-ff0e88769738" providerId="AD" clId="Web-{44376F23-2536-4D6D-EB3C-BF35B3803F78}" dt="2026-07-27T13:08:55.478" v="1" actId="20577"/>
          <ac:spMkLst>
            <pc:docMk/>
            <pc:sldMk cId="109857222" sldId="256"/>
            <ac:spMk id="20" creationId="{E4262C63-CAA1-6F2E-4473-85BE18E630FC}"/>
          </ac:spMkLst>
        </pc:spChg>
      </pc:sldChg>
      <pc:sldChg chg="modSp">
        <pc:chgData name="Sakshi Srivastava" userId="S::sakshi.s@syrencloud.com::1b66c1ba-f430-41f3-b9dd-ff0e88769738" providerId="AD" clId="Web-{44376F23-2536-4D6D-EB3C-BF35B3803F78}" dt="2026-07-27T13:28:20.322" v="12" actId="20577"/>
        <pc:sldMkLst>
          <pc:docMk/>
          <pc:sldMk cId="3150714709" sldId="2076137803"/>
        </pc:sldMkLst>
        <pc:spChg chg="mod">
          <ac:chgData name="Sakshi Srivastava" userId="S::sakshi.s@syrencloud.com::1b66c1ba-f430-41f3-b9dd-ff0e88769738" providerId="AD" clId="Web-{44376F23-2536-4D6D-EB3C-BF35B3803F78}" dt="2026-07-27T13:28:20.322" v="12" actId="20577"/>
          <ac:spMkLst>
            <pc:docMk/>
            <pc:sldMk cId="3150714709" sldId="2076137803"/>
            <ac:spMk id="43" creationId="{A59EE47D-3621-7B09-5D98-01487AE2D784}"/>
          </ac:spMkLst>
        </pc:spChg>
      </pc:sldChg>
      <pc:sldChg chg="modSp">
        <pc:chgData name="Sakshi Srivastava" userId="S::sakshi.s@syrencloud.com::1b66c1ba-f430-41f3-b9dd-ff0e88769738" providerId="AD" clId="Web-{44376F23-2536-4D6D-EB3C-BF35B3803F78}" dt="2026-07-27T13:27:55.571" v="11" actId="20577"/>
        <pc:sldMkLst>
          <pc:docMk/>
          <pc:sldMk cId="290448218" sldId="2076137804"/>
        </pc:sldMkLst>
        <pc:spChg chg="mod">
          <ac:chgData name="Sakshi Srivastava" userId="S::sakshi.s@syrencloud.com::1b66c1ba-f430-41f3-b9dd-ff0e88769738" providerId="AD" clId="Web-{44376F23-2536-4D6D-EB3C-BF35B3803F78}" dt="2026-07-27T13:27:55.571" v="11" actId="20577"/>
          <ac:spMkLst>
            <pc:docMk/>
            <pc:sldMk cId="290448218" sldId="2076137804"/>
            <ac:spMk id="37" creationId="{55034277-B99B-F451-D25E-7E72B6977F59}"/>
          </ac:spMkLst>
        </pc:spChg>
      </pc:sldChg>
      <pc:sldChg chg="modSp">
        <pc:chgData name="Sakshi Srivastava" userId="S::sakshi.s@syrencloud.com::1b66c1ba-f430-41f3-b9dd-ff0e88769738" providerId="AD" clId="Web-{44376F23-2536-4D6D-EB3C-BF35B3803F78}" dt="2026-07-27T13:29:57.029" v="13" actId="20577"/>
        <pc:sldMkLst>
          <pc:docMk/>
          <pc:sldMk cId="3133860186" sldId="2076137808"/>
        </pc:sldMkLst>
        <pc:spChg chg="mod">
          <ac:chgData name="Sakshi Srivastava" userId="S::sakshi.s@syrencloud.com::1b66c1ba-f430-41f3-b9dd-ff0e88769738" providerId="AD" clId="Web-{44376F23-2536-4D6D-EB3C-BF35B3803F78}" dt="2026-07-27T13:27:26.867" v="8" actId="20577"/>
          <ac:spMkLst>
            <pc:docMk/>
            <pc:sldMk cId="3133860186" sldId="2076137808"/>
            <ac:spMk id="19" creationId="{B4C0D13C-099F-169A-906B-D110351CE779}"/>
          </ac:spMkLst>
        </pc:spChg>
        <pc:spChg chg="mod">
          <ac:chgData name="Sakshi Srivastava" userId="S::sakshi.s@syrencloud.com::1b66c1ba-f430-41f3-b9dd-ff0e88769738" providerId="AD" clId="Web-{44376F23-2536-4D6D-EB3C-BF35B3803F78}" dt="2026-07-27T13:29:57.029" v="13" actId="20577"/>
          <ac:spMkLst>
            <pc:docMk/>
            <pc:sldMk cId="3133860186" sldId="2076137808"/>
            <ac:spMk id="41" creationId="{FACF5B46-1E89-B4ED-4BBE-008219630DD8}"/>
          </ac:spMkLst>
        </pc:spChg>
      </pc:sldChg>
      <pc:sldChg chg="modSp">
        <pc:chgData name="Sakshi Srivastava" userId="S::sakshi.s@syrencloud.com::1b66c1ba-f430-41f3-b9dd-ff0e88769738" providerId="AD" clId="Web-{44376F23-2536-4D6D-EB3C-BF35B3803F78}" dt="2026-07-27T13:23:39.686" v="5" actId="20577"/>
        <pc:sldMkLst>
          <pc:docMk/>
          <pc:sldMk cId="1495933921" sldId="2076137812"/>
        </pc:sldMkLst>
        <pc:spChg chg="mod">
          <ac:chgData name="Sakshi Srivastava" userId="S::sakshi.s@syrencloud.com::1b66c1ba-f430-41f3-b9dd-ff0e88769738" providerId="AD" clId="Web-{44376F23-2536-4D6D-EB3C-BF35B3803F78}" dt="2026-07-27T13:23:39.686" v="5" actId="20577"/>
          <ac:spMkLst>
            <pc:docMk/>
            <pc:sldMk cId="1495933921" sldId="2076137812"/>
            <ac:spMk id="20" creationId="{C9940927-AE03-88A0-0BF0-3A59DB025C37}"/>
          </ac:spMkLst>
        </pc:spChg>
        <pc:spChg chg="mod">
          <ac:chgData name="Sakshi Srivastava" userId="S::sakshi.s@syrencloud.com::1b66c1ba-f430-41f3-b9dd-ff0e88769738" providerId="AD" clId="Web-{44376F23-2536-4D6D-EB3C-BF35B3803F78}" dt="2026-07-27T13:12:32.331" v="3" actId="20577"/>
          <ac:spMkLst>
            <pc:docMk/>
            <pc:sldMk cId="1495933921" sldId="2076137812"/>
            <ac:spMk id="30" creationId="{0107A2BF-67C8-9BD7-ECA4-43C74562B652}"/>
          </ac:spMkLst>
        </pc:spChg>
      </pc:sldChg>
      <pc:sldChg chg="modSp">
        <pc:chgData name="Sakshi Srivastava" userId="S::sakshi.s@syrencloud.com::1b66c1ba-f430-41f3-b9dd-ff0e88769738" providerId="AD" clId="Web-{44376F23-2536-4D6D-EB3C-BF35B3803F78}" dt="2026-07-27T13:27:32.757" v="10" actId="20577"/>
        <pc:sldMkLst>
          <pc:docMk/>
          <pc:sldMk cId="2837977869" sldId="2076137813"/>
        </pc:sldMkLst>
        <pc:spChg chg="mod">
          <ac:chgData name="Sakshi Srivastava" userId="S::sakshi.s@syrencloud.com::1b66c1ba-f430-41f3-b9dd-ff0e88769738" providerId="AD" clId="Web-{44376F23-2536-4D6D-EB3C-BF35B3803F78}" dt="2026-07-27T13:27:32.757" v="10" actId="20577"/>
          <ac:spMkLst>
            <pc:docMk/>
            <pc:sldMk cId="2837977869" sldId="2076137813"/>
            <ac:spMk id="48" creationId="{D497EAD6-AAEB-6F5D-2723-EEE1FED468F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E2888B6-C055-F384-67A8-EAF3B4DA7B2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682C8F20-3B55-394D-BE37-2DD022074F4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BA72EBD-466B-4AA7-93C9-77743871C211}" type="datetimeFigureOut">
              <a:rPr lang="en-IN" smtClean="0"/>
              <a:t>28-07-2026</a:t>
            </a:fld>
            <a:endParaRPr lang="en-IN"/>
          </a:p>
        </p:txBody>
      </p:sp>
      <p:sp>
        <p:nvSpPr>
          <p:cNvPr id="4" name="Footer Placeholder 3">
            <a:extLst>
              <a:ext uri="{FF2B5EF4-FFF2-40B4-BE49-F238E27FC236}">
                <a16:creationId xmlns:a16="http://schemas.microsoft.com/office/drawing/2014/main" id="{91FD6AFF-B7BF-96E5-DA89-E572794AF0C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25768227-1470-CB73-AD4B-3F5A056CF46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6D460FF-548D-4735-9E68-C4A45B7E8C4B}" type="slidenum">
              <a:rPr lang="en-IN" smtClean="0"/>
              <a:t>‹#›</a:t>
            </a:fld>
            <a:endParaRPr lang="en-IN"/>
          </a:p>
        </p:txBody>
      </p:sp>
    </p:spTree>
    <p:extLst>
      <p:ext uri="{BB962C8B-B14F-4D97-AF65-F5344CB8AC3E}">
        <p14:creationId xmlns:p14="http://schemas.microsoft.com/office/powerpoint/2010/main" val="200940061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6E97F9-52BD-453A-BD82-EBF7F92A2D88}" type="datetimeFigureOut">
              <a:t>7/28/2026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22594A-B2C9-43D4-8EEF-B56681AC5ABE}" type="slidenum">
              <a:t>‹#›</a:t>
            </a:fld>
            <a:endParaRPr lang="en-US"/>
          </a:p>
        </p:txBody>
      </p:sp>
    </p:spTree>
    <p:extLst>
      <p:ext uri="{BB962C8B-B14F-4D97-AF65-F5344CB8AC3E}">
        <p14:creationId xmlns:p14="http://schemas.microsoft.com/office/powerpoint/2010/main" val="1710218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22594A-B2C9-43D4-8EEF-B56681AC5ABE}" type="slidenum">
              <a:rPr lang="en-US" smtClean="0"/>
              <a:t>1</a:t>
            </a:fld>
            <a:endParaRPr lang="en-US"/>
          </a:p>
        </p:txBody>
      </p:sp>
    </p:spTree>
    <p:extLst>
      <p:ext uri="{BB962C8B-B14F-4D97-AF65-F5344CB8AC3E}">
        <p14:creationId xmlns:p14="http://schemas.microsoft.com/office/powerpoint/2010/main" val="697386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32121-93F4-E255-C1BD-9E76F31CC8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E98DC4-1CC9-90D1-2DB5-6A9E519E42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6AE26E-997A-3810-2779-413C34EAA0D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EE1885E-BAA2-E768-20AD-5480CF965D87}"/>
              </a:ext>
            </a:extLst>
          </p:cNvPr>
          <p:cNvSpPr>
            <a:spLocks noGrp="1"/>
          </p:cNvSpPr>
          <p:nvPr>
            <p:ph type="sldNum" sz="quarter" idx="5"/>
          </p:nvPr>
        </p:nvSpPr>
        <p:spPr/>
        <p:txBody>
          <a:bodyPr/>
          <a:lstStyle/>
          <a:p>
            <a:fld id="{C022594A-B2C9-43D4-8EEF-B56681AC5ABE}" type="slidenum">
              <a:rPr lang="en-IN" smtClean="0"/>
              <a:t>4</a:t>
            </a:fld>
            <a:endParaRPr lang="en-IN"/>
          </a:p>
        </p:txBody>
      </p:sp>
    </p:spTree>
    <p:extLst>
      <p:ext uri="{BB962C8B-B14F-4D97-AF65-F5344CB8AC3E}">
        <p14:creationId xmlns:p14="http://schemas.microsoft.com/office/powerpoint/2010/main" val="7037733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a:spcAft>
                <a:spcPts val="3900"/>
              </a:spcAft>
              <a:buNone/>
            </a:pPr>
            <a:r>
              <a:rPr lang="en-IN" sz="1200" b="0" i="0">
                <a:solidFill>
                  <a:srgbClr val="EAF1F4"/>
                </a:solidFill>
                <a:effectLst/>
                <a:latin typeface="Poppins" panose="00000500000000000000" pitchFamily="2" charset="0"/>
              </a:rPr>
              <a:t>Scope is measured, not estimated. Count the sources, classify ingestion complexity, count target Silver tables and Gold KPIs. The highest tier triggered across the four dimensions sets the size — one dimension in "Complex" pulls the whole engagement to Complex.</a:t>
            </a:r>
          </a:p>
          <a:p>
            <a:pPr>
              <a:buNone/>
            </a:pPr>
            <a:br>
              <a:rPr lang="en-IN"/>
            </a:br>
            <a:endParaRPr lang="en-IN"/>
          </a:p>
        </p:txBody>
      </p:sp>
      <p:sp>
        <p:nvSpPr>
          <p:cNvPr id="4" name="Slide Number Placeholder 3"/>
          <p:cNvSpPr>
            <a:spLocks noGrp="1"/>
          </p:cNvSpPr>
          <p:nvPr>
            <p:ph type="sldNum" sz="quarter" idx="5"/>
          </p:nvPr>
        </p:nvSpPr>
        <p:spPr/>
        <p:txBody>
          <a:bodyPr/>
          <a:lstStyle/>
          <a:p>
            <a:fld id="{C022594A-B2C9-43D4-8EEF-B56681AC5ABE}" type="slidenum">
              <a:rPr lang="en-IN" smtClean="0"/>
              <a:t>5</a:t>
            </a:fld>
            <a:endParaRPr lang="en-IN"/>
          </a:p>
        </p:txBody>
      </p:sp>
    </p:spTree>
    <p:extLst>
      <p:ext uri="{BB962C8B-B14F-4D97-AF65-F5344CB8AC3E}">
        <p14:creationId xmlns:p14="http://schemas.microsoft.com/office/powerpoint/2010/main" val="3374510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022594A-B2C9-43D4-8EEF-B56681AC5ABE}" type="slidenum">
              <a:rPr lang="en-IN" smtClean="0"/>
              <a:t>9</a:t>
            </a:fld>
            <a:endParaRPr lang="en-IN"/>
          </a:p>
        </p:txBody>
      </p:sp>
    </p:spTree>
    <p:extLst>
      <p:ext uri="{BB962C8B-B14F-4D97-AF65-F5344CB8AC3E}">
        <p14:creationId xmlns:p14="http://schemas.microsoft.com/office/powerpoint/2010/main" val="3013210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022594A-B2C9-43D4-8EEF-B56681AC5ABE}" type="slidenum">
              <a:rPr lang="en-IN" smtClean="0"/>
              <a:t>16</a:t>
            </a:fld>
            <a:endParaRPr lang="en-IN"/>
          </a:p>
        </p:txBody>
      </p:sp>
    </p:spTree>
    <p:extLst>
      <p:ext uri="{BB962C8B-B14F-4D97-AF65-F5344CB8AC3E}">
        <p14:creationId xmlns:p14="http://schemas.microsoft.com/office/powerpoint/2010/main" val="4121940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9.jpeg"/><Relationship Id="rId4" Type="http://schemas.openxmlformats.org/officeDocument/2006/relationships/image" Target="../media/image8.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10.jpeg"/><Relationship Id="rId4" Type="http://schemas.openxmlformats.org/officeDocument/2006/relationships/image" Target="../media/image8.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1.svg"/><Relationship Id="rId4" Type="http://schemas.openxmlformats.org/officeDocument/2006/relationships/image" Target="../media/image9.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3.jpeg"/><Relationship Id="rId5" Type="http://schemas.openxmlformats.org/officeDocument/2006/relationships/image" Target="../media/image1.sv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13.jpeg"/><Relationship Id="rId4" Type="http://schemas.openxmlformats.org/officeDocument/2006/relationships/image" Target="../media/image1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16.png"/><Relationship Id="rId4" Type="http://schemas.openxmlformats.org/officeDocument/2006/relationships/image" Target="../media/image15.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9.jpeg"/><Relationship Id="rId4" Type="http://schemas.openxmlformats.org/officeDocument/2006/relationships/image" Target="../media/image8.jpe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10.jpeg"/><Relationship Id="rId4" Type="http://schemas.openxmlformats.org/officeDocument/2006/relationships/image" Target="../media/image8.jpe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1.svg"/><Relationship Id="rId4" Type="http://schemas.openxmlformats.org/officeDocument/2006/relationships/image" Target="../media/image9.jpe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3.jpeg"/><Relationship Id="rId5" Type="http://schemas.openxmlformats.org/officeDocument/2006/relationships/image" Target="../media/image1.svg"/><Relationship Id="rId4" Type="http://schemas.openxmlformats.org/officeDocument/2006/relationships/image" Target="../media/image7.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13.jpeg"/><Relationship Id="rId4" Type="http://schemas.openxmlformats.org/officeDocument/2006/relationships/image" Target="../media/image12.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16.png"/><Relationship Id="rId4" Type="http://schemas.openxmlformats.org/officeDocument/2006/relationships/image" Target="../media/image15.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19.jpeg"/><Relationship Id="rId5" Type="http://schemas.openxmlformats.org/officeDocument/2006/relationships/image" Target="../media/image18.svg"/><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Dark">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42464A0-709C-F76E-C599-8075C9B6C5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9" name="Title 1">
            <a:extLst>
              <a:ext uri="{FF2B5EF4-FFF2-40B4-BE49-F238E27FC236}">
                <a16:creationId xmlns:a16="http://schemas.microsoft.com/office/drawing/2014/main" id="{0FAACCE4-5651-FD3D-19A4-BFFBCBEA52DD}"/>
              </a:ext>
            </a:extLst>
          </p:cNvPr>
          <p:cNvSpPr>
            <a:spLocks noGrp="1"/>
          </p:cNvSpPr>
          <p:nvPr>
            <p:ph type="ctrTitle"/>
          </p:nvPr>
        </p:nvSpPr>
        <p:spPr>
          <a:xfrm>
            <a:off x="381001" y="2341184"/>
            <a:ext cx="5715000" cy="1828800"/>
          </a:xfrm>
        </p:spPr>
        <p:txBody>
          <a:bodyPr lIns="0" tIns="0" rIns="0" bIns="0" anchor="b">
            <a:normAutofit/>
          </a:bodyPr>
          <a:lstStyle>
            <a:lvl1pPr marL="0" indent="0" algn="l">
              <a:lnSpc>
                <a:spcPct val="100000"/>
              </a:lnSpc>
              <a:spcBef>
                <a:spcPts val="0"/>
              </a:spcBef>
              <a:tabLst/>
              <a:defRPr sz="4800" b="0">
                <a:solidFill>
                  <a:schemeClr val="tx1"/>
                </a:solidFill>
                <a:latin typeface="Tenorite" panose="00000500000000000000" pitchFamily="2" charset="0"/>
                <a:cs typeface="Kalinga" panose="020B0502040204020203" pitchFamily="34" charset="0"/>
              </a:defRPr>
            </a:lvl1pPr>
          </a:lstStyle>
          <a:p>
            <a:r>
              <a:rPr lang="en-US"/>
              <a:t>Click to edit Master title style</a:t>
            </a:r>
          </a:p>
        </p:txBody>
      </p:sp>
      <p:sp>
        <p:nvSpPr>
          <p:cNvPr id="20" name="Subtitle 2">
            <a:extLst>
              <a:ext uri="{FF2B5EF4-FFF2-40B4-BE49-F238E27FC236}">
                <a16:creationId xmlns:a16="http://schemas.microsoft.com/office/drawing/2014/main" id="{9E112093-AAA0-F955-FA8B-78C4C8C407AF}"/>
              </a:ext>
            </a:extLst>
          </p:cNvPr>
          <p:cNvSpPr>
            <a:spLocks noGrp="1"/>
          </p:cNvSpPr>
          <p:nvPr>
            <p:ph type="subTitle" idx="1"/>
          </p:nvPr>
        </p:nvSpPr>
        <p:spPr>
          <a:xfrm>
            <a:off x="381001" y="4307008"/>
            <a:ext cx="5715000" cy="1143000"/>
          </a:xfrm>
        </p:spPr>
        <p:txBody>
          <a:bodyPr lIns="0" tIns="0" rIns="0" bIns="0">
            <a:normAutofit/>
          </a:bodyPr>
          <a:lstStyle>
            <a:lvl1pPr marL="0" indent="0" algn="l">
              <a:lnSpc>
                <a:spcPct val="100000"/>
              </a:lnSpc>
              <a:spcBef>
                <a:spcPts val="0"/>
              </a:spcBef>
              <a:buFont typeface="Arial" panose="020B0604020202020204" pitchFamily="34" charset="0"/>
              <a:buNone/>
              <a:defRPr sz="1600">
                <a:solidFill>
                  <a:schemeClr val="tx1"/>
                </a:solidFill>
                <a:latin typeface="Tenorite"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1" name="Text Placeholder 10">
            <a:extLst>
              <a:ext uri="{FF2B5EF4-FFF2-40B4-BE49-F238E27FC236}">
                <a16:creationId xmlns:a16="http://schemas.microsoft.com/office/drawing/2014/main" id="{9356596E-F467-38DD-C714-164776319466}"/>
              </a:ext>
            </a:extLst>
          </p:cNvPr>
          <p:cNvSpPr>
            <a:spLocks noGrp="1"/>
          </p:cNvSpPr>
          <p:nvPr>
            <p:ph type="body" sz="quarter" idx="10"/>
          </p:nvPr>
        </p:nvSpPr>
        <p:spPr>
          <a:xfrm>
            <a:off x="381000" y="5962963"/>
            <a:ext cx="1679947" cy="138499"/>
          </a:xfrm>
        </p:spPr>
        <p:txBody>
          <a:bodyPr wrap="none" lIns="0" tIns="0" rIns="0" bIns="0">
            <a:spAutoFit/>
          </a:bodyPr>
          <a:lstStyle>
            <a:lvl1pPr marL="0" indent="0">
              <a:buNone/>
              <a:defRPr sz="1000">
                <a:solidFill>
                  <a:schemeClr val="tx2"/>
                </a:solidFill>
                <a:latin typeface="Tenorite" panose="00000500000000000000" pitchFamily="2" charset="0"/>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25" name="Graphic 24">
            <a:extLst>
              <a:ext uri="{FF2B5EF4-FFF2-40B4-BE49-F238E27FC236}">
                <a16:creationId xmlns:a16="http://schemas.microsoft.com/office/drawing/2014/main" id="{6C6DEE5D-FB18-A131-508F-D35F3AAC8E5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395653"/>
            <a:ext cx="1256622" cy="394520"/>
          </a:xfrm>
          <a:prstGeom prst="rect">
            <a:avLst/>
          </a:prstGeom>
        </p:spPr>
      </p:pic>
      <p:pic>
        <p:nvPicPr>
          <p:cNvPr id="54" name="Picture 53">
            <a:extLst>
              <a:ext uri="{FF2B5EF4-FFF2-40B4-BE49-F238E27FC236}">
                <a16:creationId xmlns:a16="http://schemas.microsoft.com/office/drawing/2014/main" id="{E2E14777-DACF-0D2D-AFFC-DE5BFE8E0A3B}"/>
              </a:ext>
            </a:extLst>
          </p:cNvPr>
          <p:cNvPicPr>
            <a:picLocks noChangeAspect="1"/>
          </p:cNvPicPr>
          <p:nvPr userDrawn="1"/>
        </p:nvPicPr>
        <p:blipFill>
          <a:blip r:embed="rId4"/>
          <a:srcRect r="23366" b="9124"/>
          <a:stretch>
            <a:fillRect/>
          </a:stretch>
        </p:blipFill>
        <p:spPr>
          <a:xfrm>
            <a:off x="6582832" y="162005"/>
            <a:ext cx="5609168" cy="6695996"/>
          </a:xfrm>
          <a:prstGeom prst="rect">
            <a:avLst/>
          </a:prstGeom>
        </p:spPr>
      </p:pic>
      <p:sp>
        <p:nvSpPr>
          <p:cNvPr id="55" name="Date Placeholder 3">
            <a:extLst>
              <a:ext uri="{FF2B5EF4-FFF2-40B4-BE49-F238E27FC236}">
                <a16:creationId xmlns:a16="http://schemas.microsoft.com/office/drawing/2014/main" id="{C58AEE17-D2EA-E015-633B-B6163FDB516D}"/>
              </a:ext>
            </a:extLst>
          </p:cNvPr>
          <p:cNvSpPr>
            <a:spLocks noGrp="1"/>
          </p:cNvSpPr>
          <p:nvPr>
            <p:ph type="dt" sz="half" idx="2"/>
          </p:nvPr>
        </p:nvSpPr>
        <p:spPr>
          <a:xfrm>
            <a:off x="381000" y="6298443"/>
            <a:ext cx="2670175" cy="206375"/>
          </a:xfrm>
          <a:prstGeom prst="rect">
            <a:avLst/>
          </a:prstGeom>
        </p:spPr>
        <p:txBody>
          <a:bodyPr vert="horz" lIns="0" tIns="45720" rIns="91440" bIns="45720" rtlCol="0" anchor="ctr"/>
          <a:lstStyle>
            <a:lvl1pPr algn="l">
              <a:defRPr sz="700" b="0" i="0">
                <a:solidFill>
                  <a:schemeClr val="tx1"/>
                </a:solidFill>
                <a:latin typeface="Tenorite" panose="00000500000000000000" pitchFamily="2" charset="0"/>
              </a:defRPr>
            </a:lvl1pPr>
          </a:lstStyle>
          <a:p>
            <a:r>
              <a:rPr lang="en-US"/>
              <a:t>© SYREN CLOUD INC – 2026 – ALL RIGHTS RESERVED</a:t>
            </a:r>
          </a:p>
        </p:txBody>
      </p:sp>
    </p:spTree>
    <p:extLst>
      <p:ext uri="{BB962C8B-B14F-4D97-AF65-F5344CB8AC3E}">
        <p14:creationId xmlns:p14="http://schemas.microsoft.com/office/powerpoint/2010/main" val="184109432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Light">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D95D51B-3A6F-3114-9A30-C4A0A3C5B5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4FBF73D9-0881-A73E-A8B1-CD8E49046877}"/>
              </a:ext>
            </a:extLst>
          </p:cNvPr>
          <p:cNvSpPr>
            <a:spLocks noGrp="1"/>
          </p:cNvSpPr>
          <p:nvPr>
            <p:ph type="ctrTitle"/>
          </p:nvPr>
        </p:nvSpPr>
        <p:spPr>
          <a:xfrm>
            <a:off x="381001" y="2341184"/>
            <a:ext cx="5715000" cy="1828800"/>
          </a:xfrm>
        </p:spPr>
        <p:txBody>
          <a:bodyPr lIns="0" tIns="0" rIns="0" bIns="0" anchor="b">
            <a:normAutofit/>
          </a:bodyPr>
          <a:lstStyle>
            <a:lvl1pPr marL="0" indent="0" algn="l">
              <a:lnSpc>
                <a:spcPct val="100000"/>
              </a:lnSpc>
              <a:spcBef>
                <a:spcPts val="0"/>
              </a:spcBef>
              <a:tabLst/>
              <a:defRPr sz="4800" b="0">
                <a:solidFill>
                  <a:schemeClr val="bg1"/>
                </a:solidFill>
                <a:latin typeface="Tenorite" panose="00000500000000000000" pitchFamily="2" charset="0"/>
                <a:cs typeface="Kalinga" panose="020B0502040204020203" pitchFamily="34" charset="0"/>
              </a:defRPr>
            </a:lvl1pPr>
          </a:lstStyle>
          <a:p>
            <a:r>
              <a:rPr lang="en-US"/>
              <a:t>Click to edit Master title style</a:t>
            </a:r>
          </a:p>
        </p:txBody>
      </p:sp>
      <p:sp>
        <p:nvSpPr>
          <p:cNvPr id="2" name="Subtitle 2">
            <a:extLst>
              <a:ext uri="{FF2B5EF4-FFF2-40B4-BE49-F238E27FC236}">
                <a16:creationId xmlns:a16="http://schemas.microsoft.com/office/drawing/2014/main" id="{903CAEE5-79E7-5D68-00B6-7355D1811879}"/>
              </a:ext>
            </a:extLst>
          </p:cNvPr>
          <p:cNvSpPr>
            <a:spLocks noGrp="1"/>
          </p:cNvSpPr>
          <p:nvPr>
            <p:ph type="subTitle" idx="1"/>
          </p:nvPr>
        </p:nvSpPr>
        <p:spPr>
          <a:xfrm>
            <a:off x="381001" y="4307008"/>
            <a:ext cx="5715000" cy="1143000"/>
          </a:xfrm>
        </p:spPr>
        <p:txBody>
          <a:bodyPr lIns="0" tIns="0" rIns="0" bIns="0">
            <a:normAutofit/>
          </a:bodyPr>
          <a:lstStyle>
            <a:lvl1pPr marL="0" indent="0" algn="l">
              <a:lnSpc>
                <a:spcPct val="100000"/>
              </a:lnSpc>
              <a:spcBef>
                <a:spcPts val="0"/>
              </a:spcBef>
              <a:buFont typeface="Arial" panose="020B0604020202020204" pitchFamily="34" charset="0"/>
              <a:buNone/>
              <a:defRPr sz="1600">
                <a:solidFill>
                  <a:schemeClr val="bg1"/>
                </a:solidFill>
                <a:latin typeface="Tenorite"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9" name="Graphic 18">
            <a:extLst>
              <a:ext uri="{FF2B5EF4-FFF2-40B4-BE49-F238E27FC236}">
                <a16:creationId xmlns:a16="http://schemas.microsoft.com/office/drawing/2014/main" id="{673F6543-F8CA-D7C6-4BC7-7680075AE22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966" y="378498"/>
            <a:ext cx="1252391" cy="393192"/>
          </a:xfrm>
          <a:prstGeom prst="rect">
            <a:avLst/>
          </a:prstGeom>
        </p:spPr>
      </p:pic>
      <p:pic>
        <p:nvPicPr>
          <p:cNvPr id="10" name="Picture 9">
            <a:extLst>
              <a:ext uri="{FF2B5EF4-FFF2-40B4-BE49-F238E27FC236}">
                <a16:creationId xmlns:a16="http://schemas.microsoft.com/office/drawing/2014/main" id="{57A832A8-01E1-AFAA-23A7-23A65E1C91C8}"/>
              </a:ext>
            </a:extLst>
          </p:cNvPr>
          <p:cNvPicPr>
            <a:picLocks noChangeAspect="1"/>
          </p:cNvPicPr>
          <p:nvPr userDrawn="1"/>
        </p:nvPicPr>
        <p:blipFill>
          <a:blip r:embed="rId4"/>
          <a:srcRect r="23366" b="9124"/>
          <a:stretch>
            <a:fillRect/>
          </a:stretch>
        </p:blipFill>
        <p:spPr>
          <a:xfrm>
            <a:off x="6582832" y="162005"/>
            <a:ext cx="5609168" cy="6695996"/>
          </a:xfrm>
          <a:prstGeom prst="rect">
            <a:avLst/>
          </a:prstGeom>
        </p:spPr>
      </p:pic>
      <p:sp>
        <p:nvSpPr>
          <p:cNvPr id="11" name="Date Placeholder 3">
            <a:extLst>
              <a:ext uri="{FF2B5EF4-FFF2-40B4-BE49-F238E27FC236}">
                <a16:creationId xmlns:a16="http://schemas.microsoft.com/office/drawing/2014/main" id="{DC439732-F786-DB3B-CA2D-F9ED04DA3FCE}"/>
              </a:ext>
            </a:extLst>
          </p:cNvPr>
          <p:cNvSpPr>
            <a:spLocks noGrp="1"/>
          </p:cNvSpPr>
          <p:nvPr>
            <p:ph type="dt" sz="half" idx="2"/>
          </p:nvPr>
        </p:nvSpPr>
        <p:spPr>
          <a:xfrm>
            <a:off x="381000" y="6298443"/>
            <a:ext cx="2670175" cy="206375"/>
          </a:xfrm>
          <a:prstGeom prst="rect">
            <a:avLst/>
          </a:prstGeom>
        </p:spPr>
        <p:txBody>
          <a:bodyPr vert="horz" lIns="0" tIns="45720" rIns="91440" bIns="45720" rtlCol="0" anchor="ctr"/>
          <a:lstStyle>
            <a:lvl1pPr algn="l">
              <a:defRPr sz="700" b="0" i="0">
                <a:solidFill>
                  <a:schemeClr val="bg1"/>
                </a:solidFill>
                <a:latin typeface="Tenorite" panose="00000500000000000000" pitchFamily="2" charset="0"/>
              </a:defRPr>
            </a:lvl1pPr>
          </a:lstStyle>
          <a:p>
            <a:r>
              <a:rPr lang="en-US"/>
              <a:t>© SYREN CLOUD INC – 2026 – ALL RIGHTS RESERVED</a:t>
            </a:r>
          </a:p>
        </p:txBody>
      </p:sp>
      <p:sp>
        <p:nvSpPr>
          <p:cNvPr id="12" name="Text Placeholder 10">
            <a:extLst>
              <a:ext uri="{FF2B5EF4-FFF2-40B4-BE49-F238E27FC236}">
                <a16:creationId xmlns:a16="http://schemas.microsoft.com/office/drawing/2014/main" id="{A802D92C-DEE3-46C9-B60E-DE5FD48CB7D3}"/>
              </a:ext>
            </a:extLst>
          </p:cNvPr>
          <p:cNvSpPr>
            <a:spLocks noGrp="1"/>
          </p:cNvSpPr>
          <p:nvPr>
            <p:ph type="body" sz="quarter" idx="10"/>
          </p:nvPr>
        </p:nvSpPr>
        <p:spPr>
          <a:xfrm>
            <a:off x="381000" y="5962963"/>
            <a:ext cx="1679947" cy="138499"/>
          </a:xfrm>
        </p:spPr>
        <p:txBody>
          <a:bodyPr wrap="none" lIns="0" tIns="0" rIns="0" bIns="0">
            <a:spAutoFit/>
          </a:bodyPr>
          <a:lstStyle>
            <a:lvl1pPr marL="0" indent="0">
              <a:buNone/>
              <a:defRPr sz="1000">
                <a:solidFill>
                  <a:schemeClr val="bg1"/>
                </a:solidFill>
                <a:latin typeface="Tenorite" panose="00000500000000000000" pitchFamily="2" charset="0"/>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spTree>
    <p:extLst>
      <p:ext uri="{BB962C8B-B14F-4D97-AF65-F5344CB8AC3E}">
        <p14:creationId xmlns:p14="http://schemas.microsoft.com/office/powerpoint/2010/main" val="1535753733"/>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Dark_Imag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3B76481-5CF1-DFAA-3614-B71DA45AD706}"/>
              </a:ext>
            </a:extLst>
          </p:cNvPr>
          <p:cNvPicPr>
            <a:picLocks noChangeAspect="1"/>
          </p:cNvPicPr>
          <p:nvPr userDrawn="1"/>
        </p:nvPicPr>
        <p:blipFill>
          <a:blip r:embed="rId2" cstate="print">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0" name="Picture 59">
            <a:extLst>
              <a:ext uri="{FF2B5EF4-FFF2-40B4-BE49-F238E27FC236}">
                <a16:creationId xmlns:a16="http://schemas.microsoft.com/office/drawing/2014/main" id="{4F3E88B2-CF8F-8C1B-95C8-AD88ACE9075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22250"/>
            <a:ext cx="12192000" cy="6635750"/>
          </a:xfrm>
          <a:prstGeom prst="rect">
            <a:avLst/>
          </a:prstGeom>
        </p:spPr>
      </p:pic>
      <p:pic>
        <p:nvPicPr>
          <p:cNvPr id="18" name="Picture 17">
            <a:extLst>
              <a:ext uri="{FF2B5EF4-FFF2-40B4-BE49-F238E27FC236}">
                <a16:creationId xmlns:a16="http://schemas.microsoft.com/office/drawing/2014/main" id="{B29923C7-9F19-ECDC-4712-46A333D541E6}"/>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29062" t="-1375" r="41117" b="100000"/>
          <a:stretch>
            <a:fillRect/>
          </a:stretch>
        </p:blipFill>
        <p:spPr>
          <a:xfrm>
            <a:off x="1168945" y="-94314"/>
            <a:ext cx="3069791" cy="94314"/>
          </a:xfrm>
          <a:custGeom>
            <a:avLst/>
            <a:gdLst>
              <a:gd name="csX0" fmla="*/ 34621 w 3069791"/>
              <a:gd name="csY0" fmla="*/ 0 h 94314"/>
              <a:gd name="csX1" fmla="*/ 3069791 w 3069791"/>
              <a:gd name="csY1" fmla="*/ 11597 h 94314"/>
              <a:gd name="csX2" fmla="*/ 3043170 w 3069791"/>
              <a:gd name="csY2" fmla="*/ 94314 h 94314"/>
              <a:gd name="csX3" fmla="*/ 0 w 3069791"/>
              <a:gd name="csY3" fmla="*/ 94314 h 94314"/>
              <a:gd name="csX4" fmla="*/ 34621 w 3069791"/>
              <a:gd name="csY4" fmla="*/ 0 h 94314"/>
            </a:gdLst>
            <a:ahLst/>
            <a:cxnLst>
              <a:cxn ang="0">
                <a:pos x="csX0" y="csY0"/>
              </a:cxn>
              <a:cxn ang="0">
                <a:pos x="csX1" y="csY1"/>
              </a:cxn>
              <a:cxn ang="0">
                <a:pos x="csX2" y="csY2"/>
              </a:cxn>
              <a:cxn ang="0">
                <a:pos x="csX3" y="csY3"/>
              </a:cxn>
              <a:cxn ang="0">
                <a:pos x="csX4" y="csY4"/>
              </a:cxn>
            </a:cxnLst>
            <a:rect l="l" t="t" r="r" b="b"/>
            <a:pathLst>
              <a:path w="3069791" h="94314">
                <a:moveTo>
                  <a:pt x="34621" y="0"/>
                </a:moveTo>
                <a:lnTo>
                  <a:pt x="3069791" y="11597"/>
                </a:lnTo>
                <a:lnTo>
                  <a:pt x="3043170" y="94314"/>
                </a:lnTo>
                <a:lnTo>
                  <a:pt x="0" y="94314"/>
                </a:lnTo>
                <a:lnTo>
                  <a:pt x="34621" y="0"/>
                </a:lnTo>
                <a:close/>
              </a:path>
            </a:pathLst>
          </a:custGeom>
        </p:spPr>
      </p:pic>
      <p:sp>
        <p:nvSpPr>
          <p:cNvPr id="19" name="Title 1">
            <a:extLst>
              <a:ext uri="{FF2B5EF4-FFF2-40B4-BE49-F238E27FC236}">
                <a16:creationId xmlns:a16="http://schemas.microsoft.com/office/drawing/2014/main" id="{0FAACCE4-5651-FD3D-19A4-BFFBCBEA52DD}"/>
              </a:ext>
            </a:extLst>
          </p:cNvPr>
          <p:cNvSpPr>
            <a:spLocks noGrp="1"/>
          </p:cNvSpPr>
          <p:nvPr>
            <p:ph type="ctrTitle"/>
          </p:nvPr>
        </p:nvSpPr>
        <p:spPr>
          <a:xfrm>
            <a:off x="381001" y="2341184"/>
            <a:ext cx="5715000" cy="1828800"/>
          </a:xfrm>
        </p:spPr>
        <p:txBody>
          <a:bodyPr lIns="0" tIns="0" rIns="0" bIns="0" anchor="b">
            <a:normAutofit/>
          </a:bodyPr>
          <a:lstStyle>
            <a:lvl1pPr marL="0" indent="0" algn="l">
              <a:lnSpc>
                <a:spcPct val="100000"/>
              </a:lnSpc>
              <a:spcBef>
                <a:spcPts val="0"/>
              </a:spcBef>
              <a:tabLst/>
              <a:defRPr sz="4800" b="0">
                <a:solidFill>
                  <a:schemeClr val="tx1"/>
                </a:solidFill>
                <a:latin typeface="Tenorite" panose="00000500000000000000" pitchFamily="2" charset="0"/>
                <a:cs typeface="Kalinga" panose="020B0502040204020203" pitchFamily="34" charset="0"/>
              </a:defRPr>
            </a:lvl1pPr>
          </a:lstStyle>
          <a:p>
            <a:r>
              <a:rPr lang="en-US"/>
              <a:t>Click to edit Master title style</a:t>
            </a:r>
          </a:p>
        </p:txBody>
      </p:sp>
      <p:sp>
        <p:nvSpPr>
          <p:cNvPr id="20" name="Subtitle 2">
            <a:extLst>
              <a:ext uri="{FF2B5EF4-FFF2-40B4-BE49-F238E27FC236}">
                <a16:creationId xmlns:a16="http://schemas.microsoft.com/office/drawing/2014/main" id="{9E112093-AAA0-F955-FA8B-78C4C8C407AF}"/>
              </a:ext>
            </a:extLst>
          </p:cNvPr>
          <p:cNvSpPr>
            <a:spLocks noGrp="1"/>
          </p:cNvSpPr>
          <p:nvPr>
            <p:ph type="subTitle" idx="1"/>
          </p:nvPr>
        </p:nvSpPr>
        <p:spPr>
          <a:xfrm>
            <a:off x="381001" y="4307008"/>
            <a:ext cx="5715000" cy="1143000"/>
          </a:xfrm>
        </p:spPr>
        <p:txBody>
          <a:bodyPr lIns="0" tIns="0" rIns="0" bIns="0">
            <a:normAutofit/>
          </a:bodyPr>
          <a:lstStyle>
            <a:lvl1pPr marL="0" indent="0" algn="l">
              <a:lnSpc>
                <a:spcPct val="100000"/>
              </a:lnSpc>
              <a:spcBef>
                <a:spcPts val="0"/>
              </a:spcBef>
              <a:buFont typeface="Arial" panose="020B0604020202020204" pitchFamily="34" charset="0"/>
              <a:buNone/>
              <a:defRPr sz="1600">
                <a:solidFill>
                  <a:schemeClr val="tx1"/>
                </a:solidFill>
                <a:latin typeface="Tenorite"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8" name="Picture 67">
            <a:extLst>
              <a:ext uri="{FF2B5EF4-FFF2-40B4-BE49-F238E27FC236}">
                <a16:creationId xmlns:a16="http://schemas.microsoft.com/office/drawing/2014/main" id="{5524A42F-229A-24B4-A014-3BAE8F3450CA}"/>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l="39204" t="10674" r="9597" b="14201"/>
          <a:stretch>
            <a:fillRect/>
          </a:stretch>
        </p:blipFill>
        <p:spPr>
          <a:xfrm>
            <a:off x="7391400" y="-94314"/>
            <a:ext cx="5441448" cy="5321295"/>
          </a:xfrm>
          <a:custGeom>
            <a:avLst/>
            <a:gdLst>
              <a:gd name="csX0" fmla="*/ 0 w 5339236"/>
              <a:gd name="csY0" fmla="*/ 0 h 5221340"/>
              <a:gd name="csX1" fmla="*/ 3945034 w 5339236"/>
              <a:gd name="csY1" fmla="*/ 17071 h 5221340"/>
              <a:gd name="csX2" fmla="*/ 5339236 w 5339236"/>
              <a:gd name="csY2" fmla="*/ 5220992 h 5221340"/>
              <a:gd name="csX3" fmla="*/ 2007414 w 5339236"/>
              <a:gd name="csY3" fmla="*/ 5221340 h 5221340"/>
              <a:gd name="csX4" fmla="*/ 1287507 w 5339236"/>
              <a:gd name="csY4" fmla="*/ 4782940 h 5221340"/>
              <a:gd name="csX5" fmla="*/ 0 w 5339236"/>
              <a:gd name="csY5" fmla="*/ 0 h 5221340"/>
            </a:gdLst>
            <a:ahLst/>
            <a:cxnLst>
              <a:cxn ang="0">
                <a:pos x="csX0" y="csY0"/>
              </a:cxn>
              <a:cxn ang="0">
                <a:pos x="csX1" y="csY1"/>
              </a:cxn>
              <a:cxn ang="0">
                <a:pos x="csX2" y="csY2"/>
              </a:cxn>
              <a:cxn ang="0">
                <a:pos x="csX3" y="csY3"/>
              </a:cxn>
              <a:cxn ang="0">
                <a:pos x="csX4" y="csY4"/>
              </a:cxn>
              <a:cxn ang="0">
                <a:pos x="csX5" y="csY5"/>
              </a:cxn>
            </a:cxnLst>
            <a:rect l="l" t="t" r="r" b="b"/>
            <a:pathLst>
              <a:path w="5339236" h="5221340">
                <a:moveTo>
                  <a:pt x="0" y="0"/>
                </a:moveTo>
                <a:lnTo>
                  <a:pt x="3945034" y="17071"/>
                </a:lnTo>
                <a:lnTo>
                  <a:pt x="5339236" y="5220992"/>
                </a:lnTo>
                <a:lnTo>
                  <a:pt x="2007414" y="5221340"/>
                </a:lnTo>
                <a:cubicBezTo>
                  <a:pt x="1540395" y="5219464"/>
                  <a:pt x="1377996" y="5120651"/>
                  <a:pt x="1287507" y="4782940"/>
                </a:cubicBezTo>
                <a:cubicBezTo>
                  <a:pt x="864688" y="3198151"/>
                  <a:pt x="422819" y="1584788"/>
                  <a:pt x="0" y="0"/>
                </a:cubicBezTo>
                <a:close/>
              </a:path>
            </a:pathLst>
          </a:custGeom>
        </p:spPr>
      </p:pic>
      <p:grpSp>
        <p:nvGrpSpPr>
          <p:cNvPr id="17" name="Group 16">
            <a:extLst>
              <a:ext uri="{FF2B5EF4-FFF2-40B4-BE49-F238E27FC236}">
                <a16:creationId xmlns:a16="http://schemas.microsoft.com/office/drawing/2014/main" id="{5BE7D49D-2388-58B9-7629-56D8856FC0BB}"/>
              </a:ext>
            </a:extLst>
          </p:cNvPr>
          <p:cNvGrpSpPr/>
          <p:nvPr userDrawn="1"/>
        </p:nvGrpSpPr>
        <p:grpSpPr>
          <a:xfrm>
            <a:off x="7170420" y="533400"/>
            <a:ext cx="5021580" cy="5098142"/>
            <a:chOff x="7170420" y="533400"/>
            <a:chExt cx="5021580" cy="5098142"/>
          </a:xfrm>
        </p:grpSpPr>
        <p:cxnSp>
          <p:nvCxnSpPr>
            <p:cNvPr id="6" name="Straight Connector 5">
              <a:extLst>
                <a:ext uri="{FF2B5EF4-FFF2-40B4-BE49-F238E27FC236}">
                  <a16:creationId xmlns:a16="http://schemas.microsoft.com/office/drawing/2014/main" id="{12F85EBC-8379-2291-3005-F2AC15F655B3}"/>
                </a:ext>
              </a:extLst>
            </p:cNvPr>
            <p:cNvCxnSpPr>
              <a:cxnSpLocks/>
            </p:cNvCxnSpPr>
            <p:nvPr userDrawn="1"/>
          </p:nvCxnSpPr>
          <p:spPr>
            <a:xfrm>
              <a:off x="9053081" y="5631542"/>
              <a:ext cx="3138919" cy="0"/>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E50C8794-21B4-3CD7-61FF-17BF54EB2C8D}"/>
                </a:ext>
              </a:extLst>
            </p:cNvPr>
            <p:cNvCxnSpPr>
              <a:cxnSpLocks/>
            </p:cNvCxnSpPr>
            <p:nvPr userDrawn="1"/>
          </p:nvCxnSpPr>
          <p:spPr>
            <a:xfrm>
              <a:off x="7170420" y="533400"/>
              <a:ext cx="1223011" cy="4509306"/>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8" name="Arc 7">
              <a:extLst>
                <a:ext uri="{FF2B5EF4-FFF2-40B4-BE49-F238E27FC236}">
                  <a16:creationId xmlns:a16="http://schemas.microsoft.com/office/drawing/2014/main" id="{13AFBAEB-A615-CB54-26E9-A51A8CB75F91}"/>
                </a:ext>
              </a:extLst>
            </p:cNvPr>
            <p:cNvSpPr/>
            <p:nvPr userDrawn="1"/>
          </p:nvSpPr>
          <p:spPr>
            <a:xfrm rot="10800000">
              <a:off x="8321236" y="3538925"/>
              <a:ext cx="1463692" cy="2092617"/>
            </a:xfrm>
            <a:prstGeom prst="arc">
              <a:avLst>
                <a:gd name="adj1" fmla="val 16200000"/>
                <a:gd name="adj2" fmla="val 19828464"/>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grpSp>
      <p:sp>
        <p:nvSpPr>
          <p:cNvPr id="10" name="Oval 9">
            <a:extLst>
              <a:ext uri="{FF2B5EF4-FFF2-40B4-BE49-F238E27FC236}">
                <a16:creationId xmlns:a16="http://schemas.microsoft.com/office/drawing/2014/main" id="{5DBAB224-3DBE-2F35-F581-EE8C0EBA8D19}"/>
              </a:ext>
            </a:extLst>
          </p:cNvPr>
          <p:cNvSpPr/>
          <p:nvPr userDrawn="1"/>
        </p:nvSpPr>
        <p:spPr>
          <a:xfrm>
            <a:off x="7067029" y="355434"/>
            <a:ext cx="177966" cy="177966"/>
          </a:xfrm>
          <a:prstGeom prst="ellipse">
            <a:avLst/>
          </a:prstGeom>
          <a:solidFill>
            <a:schemeClr val="tx2"/>
          </a:solidFill>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solidFill>
                <a:schemeClr val="tx1"/>
              </a:solidFill>
            </a:endParaRPr>
          </a:p>
        </p:txBody>
      </p:sp>
      <p:sp>
        <p:nvSpPr>
          <p:cNvPr id="11" name="Oval 10">
            <a:extLst>
              <a:ext uri="{FF2B5EF4-FFF2-40B4-BE49-F238E27FC236}">
                <a16:creationId xmlns:a16="http://schemas.microsoft.com/office/drawing/2014/main" id="{E382C977-CF05-DB9B-F775-77FE75B40DCF}"/>
              </a:ext>
            </a:extLst>
          </p:cNvPr>
          <p:cNvSpPr/>
          <p:nvPr userDrawn="1"/>
        </p:nvSpPr>
        <p:spPr>
          <a:xfrm>
            <a:off x="7055576" y="2233638"/>
            <a:ext cx="177966" cy="177966"/>
          </a:xfrm>
          <a:prstGeom prst="ellipse">
            <a:avLst/>
          </a:prstGeom>
          <a:solidFill>
            <a:schemeClr val="tx2"/>
          </a:solidFill>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solidFill>
                <a:schemeClr val="tx1"/>
              </a:solidFill>
            </a:endParaRPr>
          </a:p>
        </p:txBody>
      </p:sp>
      <p:cxnSp>
        <p:nvCxnSpPr>
          <p:cNvPr id="12" name="Straight Connector 11">
            <a:extLst>
              <a:ext uri="{FF2B5EF4-FFF2-40B4-BE49-F238E27FC236}">
                <a16:creationId xmlns:a16="http://schemas.microsoft.com/office/drawing/2014/main" id="{07FECE78-6246-21D8-5D86-9A3400FDF8AC}"/>
              </a:ext>
            </a:extLst>
          </p:cNvPr>
          <p:cNvCxnSpPr>
            <a:cxnSpLocks/>
          </p:cNvCxnSpPr>
          <p:nvPr userDrawn="1"/>
        </p:nvCxnSpPr>
        <p:spPr>
          <a:xfrm>
            <a:off x="6507192" y="-21015"/>
            <a:ext cx="611506" cy="2254653"/>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28" name="Group 27">
            <a:extLst>
              <a:ext uri="{FF2B5EF4-FFF2-40B4-BE49-F238E27FC236}">
                <a16:creationId xmlns:a16="http://schemas.microsoft.com/office/drawing/2014/main" id="{DA8EEDF9-7571-4045-E806-4B0F0A2491DE}"/>
              </a:ext>
            </a:extLst>
          </p:cNvPr>
          <p:cNvGrpSpPr/>
          <p:nvPr userDrawn="1"/>
        </p:nvGrpSpPr>
        <p:grpSpPr>
          <a:xfrm>
            <a:off x="42438" y="6048244"/>
            <a:ext cx="1458800" cy="1362088"/>
            <a:chOff x="151297" y="5724394"/>
            <a:chExt cx="1458800" cy="1362088"/>
          </a:xfrm>
        </p:grpSpPr>
        <p:grpSp>
          <p:nvGrpSpPr>
            <p:cNvPr id="22" name="Group 21">
              <a:extLst>
                <a:ext uri="{FF2B5EF4-FFF2-40B4-BE49-F238E27FC236}">
                  <a16:creationId xmlns:a16="http://schemas.microsoft.com/office/drawing/2014/main" id="{CD678347-1EFB-45FC-B8B3-75932F3CAEAE}"/>
                </a:ext>
              </a:extLst>
            </p:cNvPr>
            <p:cNvGrpSpPr/>
            <p:nvPr userDrawn="1"/>
          </p:nvGrpSpPr>
          <p:grpSpPr>
            <a:xfrm rot="6300000">
              <a:off x="50881" y="5870977"/>
              <a:ext cx="1315921" cy="1115089"/>
              <a:chOff x="7949958" y="1934033"/>
              <a:chExt cx="4242042" cy="3697509"/>
            </a:xfrm>
          </p:grpSpPr>
          <p:cxnSp>
            <p:nvCxnSpPr>
              <p:cNvPr id="23" name="Straight Connector 22">
                <a:extLst>
                  <a:ext uri="{FF2B5EF4-FFF2-40B4-BE49-F238E27FC236}">
                    <a16:creationId xmlns:a16="http://schemas.microsoft.com/office/drawing/2014/main" id="{64C77EEE-BB95-60BE-41A9-75313C179123}"/>
                  </a:ext>
                </a:extLst>
              </p:cNvPr>
              <p:cNvCxnSpPr>
                <a:cxnSpLocks/>
              </p:cNvCxnSpPr>
              <p:nvPr userDrawn="1"/>
            </p:nvCxnSpPr>
            <p:spPr>
              <a:xfrm>
                <a:off x="9053081" y="5631542"/>
                <a:ext cx="3138919" cy="0"/>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A3E1396-2A10-0C4F-4523-269399BB12CB}"/>
                  </a:ext>
                </a:extLst>
              </p:cNvPr>
              <p:cNvCxnSpPr>
                <a:cxnSpLocks/>
                <a:stCxn id="26" idx="2"/>
              </p:cNvCxnSpPr>
              <p:nvPr userDrawn="1"/>
            </p:nvCxnSpPr>
            <p:spPr>
              <a:xfrm rot="15300000" flipH="1">
                <a:off x="6388391" y="3495600"/>
                <a:ext cx="3168730" cy="45595"/>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5" name="Arc 24">
                <a:extLst>
                  <a:ext uri="{FF2B5EF4-FFF2-40B4-BE49-F238E27FC236}">
                    <a16:creationId xmlns:a16="http://schemas.microsoft.com/office/drawing/2014/main" id="{0B00A588-E04F-41BA-E38D-892CF3505D03}"/>
                  </a:ext>
                </a:extLst>
              </p:cNvPr>
              <p:cNvSpPr/>
              <p:nvPr userDrawn="1"/>
            </p:nvSpPr>
            <p:spPr>
              <a:xfrm rot="10800000">
                <a:off x="8321236" y="3538925"/>
                <a:ext cx="1463692" cy="2092617"/>
              </a:xfrm>
              <a:prstGeom prst="arc">
                <a:avLst>
                  <a:gd name="adj1" fmla="val 16200000"/>
                  <a:gd name="adj2" fmla="val 19828464"/>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grpSp>
        <p:sp>
          <p:nvSpPr>
            <p:cNvPr id="26" name="Oval 25">
              <a:extLst>
                <a:ext uri="{FF2B5EF4-FFF2-40B4-BE49-F238E27FC236}">
                  <a16:creationId xmlns:a16="http://schemas.microsoft.com/office/drawing/2014/main" id="{A4FC2551-53DB-4683-0949-D7FE3C33490B}"/>
                </a:ext>
              </a:extLst>
            </p:cNvPr>
            <p:cNvSpPr/>
            <p:nvPr userDrawn="1"/>
          </p:nvSpPr>
          <p:spPr>
            <a:xfrm>
              <a:off x="1432131" y="5724394"/>
              <a:ext cx="177966" cy="177966"/>
            </a:xfrm>
            <a:prstGeom prst="ellipse">
              <a:avLst/>
            </a:prstGeom>
            <a:solidFill>
              <a:schemeClr val="tx2"/>
            </a:solidFill>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solidFill>
                  <a:schemeClr val="tx1"/>
                </a:solidFill>
              </a:endParaRPr>
            </a:p>
          </p:txBody>
        </p:sp>
      </p:grpSp>
      <p:sp>
        <p:nvSpPr>
          <p:cNvPr id="27" name="Text Placeholder 10">
            <a:extLst>
              <a:ext uri="{FF2B5EF4-FFF2-40B4-BE49-F238E27FC236}">
                <a16:creationId xmlns:a16="http://schemas.microsoft.com/office/drawing/2014/main" id="{A3A1139F-C12D-53FE-8E61-D8936990C394}"/>
              </a:ext>
            </a:extLst>
          </p:cNvPr>
          <p:cNvSpPr>
            <a:spLocks noGrp="1"/>
          </p:cNvSpPr>
          <p:nvPr>
            <p:ph type="body" sz="quarter" idx="10"/>
          </p:nvPr>
        </p:nvSpPr>
        <p:spPr>
          <a:xfrm>
            <a:off x="381000" y="5792278"/>
            <a:ext cx="1679947" cy="138499"/>
          </a:xfrm>
        </p:spPr>
        <p:txBody>
          <a:bodyPr wrap="none" lIns="0" tIns="0" rIns="0" bIns="0">
            <a:spAutoFit/>
          </a:bodyPr>
          <a:lstStyle>
            <a:lvl1pPr marL="0" indent="0">
              <a:buNone/>
              <a:defRPr sz="1000">
                <a:solidFill>
                  <a:schemeClr val="tx2"/>
                </a:solidFill>
                <a:latin typeface="Tenorite" panose="00000500000000000000" pitchFamily="2" charset="0"/>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33" name="Graphic 32">
            <a:extLst>
              <a:ext uri="{FF2B5EF4-FFF2-40B4-BE49-F238E27FC236}">
                <a16:creationId xmlns:a16="http://schemas.microsoft.com/office/drawing/2014/main" id="{BF670417-59BE-A305-CC43-235A8C21846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81000" y="395653"/>
            <a:ext cx="1256622" cy="394520"/>
          </a:xfrm>
          <a:prstGeom prst="rect">
            <a:avLst/>
          </a:prstGeom>
        </p:spPr>
      </p:pic>
      <p:sp>
        <p:nvSpPr>
          <p:cNvPr id="4" name="Date Placeholder 3">
            <a:extLst>
              <a:ext uri="{FF2B5EF4-FFF2-40B4-BE49-F238E27FC236}">
                <a16:creationId xmlns:a16="http://schemas.microsoft.com/office/drawing/2014/main" id="{1ACD67EC-7FF7-BE22-21D2-2B3D698FCB5C}"/>
              </a:ext>
            </a:extLst>
          </p:cNvPr>
          <p:cNvSpPr>
            <a:spLocks noGrp="1"/>
          </p:cNvSpPr>
          <p:nvPr>
            <p:ph type="dt" sz="half" idx="2"/>
          </p:nvPr>
        </p:nvSpPr>
        <p:spPr>
          <a:xfrm>
            <a:off x="381000" y="6298443"/>
            <a:ext cx="2670175" cy="206375"/>
          </a:xfrm>
          <a:prstGeom prst="rect">
            <a:avLst/>
          </a:prstGeom>
        </p:spPr>
        <p:txBody>
          <a:bodyPr vert="horz" lIns="0" tIns="45720" rIns="91440" bIns="45720" rtlCol="0" anchor="ctr"/>
          <a:lstStyle>
            <a:lvl1pPr algn="l">
              <a:defRPr sz="700" b="0" i="0">
                <a:solidFill>
                  <a:schemeClr val="tx1"/>
                </a:solidFill>
                <a:latin typeface="Tenorite" panose="00000500000000000000" pitchFamily="2" charset="0"/>
              </a:defRPr>
            </a:lvl1pPr>
          </a:lstStyle>
          <a:p>
            <a:r>
              <a:rPr lang="en-US"/>
              <a:t>© SYREN CLOUD INC – 2026 – ALL RIGHTS RESERVED</a:t>
            </a:r>
          </a:p>
        </p:txBody>
      </p:sp>
    </p:spTree>
    <p:extLst>
      <p:ext uri="{BB962C8B-B14F-4D97-AF65-F5344CB8AC3E}">
        <p14:creationId xmlns:p14="http://schemas.microsoft.com/office/powerpoint/2010/main" val="250582878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Title Slide Dark_Imag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3B76481-5CF1-DFAA-3614-B71DA45AD706}"/>
              </a:ext>
            </a:extLst>
          </p:cNvPr>
          <p:cNvPicPr>
            <a:picLocks noChangeAspect="1"/>
          </p:cNvPicPr>
          <p:nvPr userDrawn="1"/>
        </p:nvPicPr>
        <p:blipFill>
          <a:blip r:embed="rId2" cstate="print">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0" name="Picture 59">
            <a:extLst>
              <a:ext uri="{FF2B5EF4-FFF2-40B4-BE49-F238E27FC236}">
                <a16:creationId xmlns:a16="http://schemas.microsoft.com/office/drawing/2014/main" id="{4F3E88B2-CF8F-8C1B-95C8-AD88ACE9075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22250"/>
            <a:ext cx="12192000" cy="6635750"/>
          </a:xfrm>
          <a:prstGeom prst="rect">
            <a:avLst/>
          </a:prstGeom>
        </p:spPr>
      </p:pic>
      <p:pic>
        <p:nvPicPr>
          <p:cNvPr id="18" name="Picture 17">
            <a:extLst>
              <a:ext uri="{FF2B5EF4-FFF2-40B4-BE49-F238E27FC236}">
                <a16:creationId xmlns:a16="http://schemas.microsoft.com/office/drawing/2014/main" id="{B29923C7-9F19-ECDC-4712-46A333D541E6}"/>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29062" t="-1375" r="41117" b="100000"/>
          <a:stretch>
            <a:fillRect/>
          </a:stretch>
        </p:blipFill>
        <p:spPr>
          <a:xfrm>
            <a:off x="1168945" y="-94314"/>
            <a:ext cx="3069791" cy="94314"/>
          </a:xfrm>
          <a:custGeom>
            <a:avLst/>
            <a:gdLst>
              <a:gd name="csX0" fmla="*/ 34621 w 3069791"/>
              <a:gd name="csY0" fmla="*/ 0 h 94314"/>
              <a:gd name="csX1" fmla="*/ 3069791 w 3069791"/>
              <a:gd name="csY1" fmla="*/ 11597 h 94314"/>
              <a:gd name="csX2" fmla="*/ 3043170 w 3069791"/>
              <a:gd name="csY2" fmla="*/ 94314 h 94314"/>
              <a:gd name="csX3" fmla="*/ 0 w 3069791"/>
              <a:gd name="csY3" fmla="*/ 94314 h 94314"/>
              <a:gd name="csX4" fmla="*/ 34621 w 3069791"/>
              <a:gd name="csY4" fmla="*/ 0 h 94314"/>
            </a:gdLst>
            <a:ahLst/>
            <a:cxnLst>
              <a:cxn ang="0">
                <a:pos x="csX0" y="csY0"/>
              </a:cxn>
              <a:cxn ang="0">
                <a:pos x="csX1" y="csY1"/>
              </a:cxn>
              <a:cxn ang="0">
                <a:pos x="csX2" y="csY2"/>
              </a:cxn>
              <a:cxn ang="0">
                <a:pos x="csX3" y="csY3"/>
              </a:cxn>
              <a:cxn ang="0">
                <a:pos x="csX4" y="csY4"/>
              </a:cxn>
            </a:cxnLst>
            <a:rect l="l" t="t" r="r" b="b"/>
            <a:pathLst>
              <a:path w="3069791" h="94314">
                <a:moveTo>
                  <a:pt x="34621" y="0"/>
                </a:moveTo>
                <a:lnTo>
                  <a:pt x="3069791" y="11597"/>
                </a:lnTo>
                <a:lnTo>
                  <a:pt x="3043170" y="94314"/>
                </a:lnTo>
                <a:lnTo>
                  <a:pt x="0" y="94314"/>
                </a:lnTo>
                <a:lnTo>
                  <a:pt x="34621" y="0"/>
                </a:lnTo>
                <a:close/>
              </a:path>
            </a:pathLst>
          </a:custGeom>
        </p:spPr>
      </p:pic>
      <p:sp>
        <p:nvSpPr>
          <p:cNvPr id="19" name="Title 1">
            <a:extLst>
              <a:ext uri="{FF2B5EF4-FFF2-40B4-BE49-F238E27FC236}">
                <a16:creationId xmlns:a16="http://schemas.microsoft.com/office/drawing/2014/main" id="{0FAACCE4-5651-FD3D-19A4-BFFBCBEA52DD}"/>
              </a:ext>
            </a:extLst>
          </p:cNvPr>
          <p:cNvSpPr>
            <a:spLocks noGrp="1"/>
          </p:cNvSpPr>
          <p:nvPr>
            <p:ph type="ctrTitle"/>
          </p:nvPr>
        </p:nvSpPr>
        <p:spPr>
          <a:xfrm>
            <a:off x="381001" y="2341184"/>
            <a:ext cx="5715000" cy="1828800"/>
          </a:xfrm>
        </p:spPr>
        <p:txBody>
          <a:bodyPr lIns="0" tIns="0" rIns="0" bIns="0" anchor="b">
            <a:normAutofit/>
          </a:bodyPr>
          <a:lstStyle>
            <a:lvl1pPr marL="0" indent="0" algn="l">
              <a:lnSpc>
                <a:spcPct val="100000"/>
              </a:lnSpc>
              <a:spcBef>
                <a:spcPts val="0"/>
              </a:spcBef>
              <a:tabLst/>
              <a:defRPr sz="4800" b="0">
                <a:solidFill>
                  <a:schemeClr val="tx1"/>
                </a:solidFill>
                <a:latin typeface="Tenorite" panose="00000500000000000000" pitchFamily="2" charset="0"/>
                <a:cs typeface="Kalinga" panose="020B0502040204020203" pitchFamily="34" charset="0"/>
              </a:defRPr>
            </a:lvl1pPr>
          </a:lstStyle>
          <a:p>
            <a:r>
              <a:rPr lang="en-US"/>
              <a:t>Click to edit Master title style</a:t>
            </a:r>
          </a:p>
        </p:txBody>
      </p:sp>
      <p:sp>
        <p:nvSpPr>
          <p:cNvPr id="20" name="Subtitle 2">
            <a:extLst>
              <a:ext uri="{FF2B5EF4-FFF2-40B4-BE49-F238E27FC236}">
                <a16:creationId xmlns:a16="http://schemas.microsoft.com/office/drawing/2014/main" id="{9E112093-AAA0-F955-FA8B-78C4C8C407AF}"/>
              </a:ext>
            </a:extLst>
          </p:cNvPr>
          <p:cNvSpPr>
            <a:spLocks noGrp="1"/>
          </p:cNvSpPr>
          <p:nvPr>
            <p:ph type="subTitle" idx="1"/>
          </p:nvPr>
        </p:nvSpPr>
        <p:spPr>
          <a:xfrm>
            <a:off x="381001" y="4307008"/>
            <a:ext cx="5715000" cy="1143000"/>
          </a:xfrm>
        </p:spPr>
        <p:txBody>
          <a:bodyPr lIns="0" tIns="0" rIns="0" bIns="0">
            <a:normAutofit/>
          </a:bodyPr>
          <a:lstStyle>
            <a:lvl1pPr marL="0" indent="0" algn="l">
              <a:lnSpc>
                <a:spcPct val="100000"/>
              </a:lnSpc>
              <a:spcBef>
                <a:spcPts val="0"/>
              </a:spcBef>
              <a:buFont typeface="Arial" panose="020B0604020202020204" pitchFamily="34" charset="0"/>
              <a:buNone/>
              <a:defRPr sz="1600">
                <a:solidFill>
                  <a:schemeClr val="tx1"/>
                </a:solidFill>
                <a:latin typeface="Tenorite"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8" name="Picture 67">
            <a:extLst>
              <a:ext uri="{FF2B5EF4-FFF2-40B4-BE49-F238E27FC236}">
                <a16:creationId xmlns:a16="http://schemas.microsoft.com/office/drawing/2014/main" id="{5524A42F-229A-24B4-A014-3BAE8F3450CA}"/>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9696" r="22030"/>
          <a:stretch>
            <a:fillRect/>
          </a:stretch>
        </p:blipFill>
        <p:spPr>
          <a:xfrm>
            <a:off x="7391400" y="-94314"/>
            <a:ext cx="5441448" cy="5321295"/>
          </a:xfrm>
          <a:custGeom>
            <a:avLst/>
            <a:gdLst>
              <a:gd name="csX0" fmla="*/ 0 w 5339236"/>
              <a:gd name="csY0" fmla="*/ 0 h 5221340"/>
              <a:gd name="csX1" fmla="*/ 3945034 w 5339236"/>
              <a:gd name="csY1" fmla="*/ 17071 h 5221340"/>
              <a:gd name="csX2" fmla="*/ 5339236 w 5339236"/>
              <a:gd name="csY2" fmla="*/ 5220992 h 5221340"/>
              <a:gd name="csX3" fmla="*/ 2007414 w 5339236"/>
              <a:gd name="csY3" fmla="*/ 5221340 h 5221340"/>
              <a:gd name="csX4" fmla="*/ 1287507 w 5339236"/>
              <a:gd name="csY4" fmla="*/ 4782940 h 5221340"/>
              <a:gd name="csX5" fmla="*/ 0 w 5339236"/>
              <a:gd name="csY5" fmla="*/ 0 h 5221340"/>
            </a:gdLst>
            <a:ahLst/>
            <a:cxnLst>
              <a:cxn ang="0">
                <a:pos x="csX0" y="csY0"/>
              </a:cxn>
              <a:cxn ang="0">
                <a:pos x="csX1" y="csY1"/>
              </a:cxn>
              <a:cxn ang="0">
                <a:pos x="csX2" y="csY2"/>
              </a:cxn>
              <a:cxn ang="0">
                <a:pos x="csX3" y="csY3"/>
              </a:cxn>
              <a:cxn ang="0">
                <a:pos x="csX4" y="csY4"/>
              </a:cxn>
              <a:cxn ang="0">
                <a:pos x="csX5" y="csY5"/>
              </a:cxn>
            </a:cxnLst>
            <a:rect l="l" t="t" r="r" b="b"/>
            <a:pathLst>
              <a:path w="5339236" h="5221340">
                <a:moveTo>
                  <a:pt x="0" y="0"/>
                </a:moveTo>
                <a:lnTo>
                  <a:pt x="3945034" y="17071"/>
                </a:lnTo>
                <a:lnTo>
                  <a:pt x="5339236" y="5220992"/>
                </a:lnTo>
                <a:lnTo>
                  <a:pt x="2007414" y="5221340"/>
                </a:lnTo>
                <a:cubicBezTo>
                  <a:pt x="1540395" y="5219464"/>
                  <a:pt x="1377996" y="5120651"/>
                  <a:pt x="1287507" y="4782940"/>
                </a:cubicBezTo>
                <a:cubicBezTo>
                  <a:pt x="864688" y="3198151"/>
                  <a:pt x="422819" y="1584788"/>
                  <a:pt x="0" y="0"/>
                </a:cubicBezTo>
                <a:close/>
              </a:path>
            </a:pathLst>
          </a:custGeom>
        </p:spPr>
      </p:pic>
      <p:grpSp>
        <p:nvGrpSpPr>
          <p:cNvPr id="17" name="Group 16">
            <a:extLst>
              <a:ext uri="{FF2B5EF4-FFF2-40B4-BE49-F238E27FC236}">
                <a16:creationId xmlns:a16="http://schemas.microsoft.com/office/drawing/2014/main" id="{5BE7D49D-2388-58B9-7629-56D8856FC0BB}"/>
              </a:ext>
            </a:extLst>
          </p:cNvPr>
          <p:cNvGrpSpPr/>
          <p:nvPr userDrawn="1"/>
        </p:nvGrpSpPr>
        <p:grpSpPr>
          <a:xfrm>
            <a:off x="7170420" y="533400"/>
            <a:ext cx="5021580" cy="5098142"/>
            <a:chOff x="7170420" y="533400"/>
            <a:chExt cx="5021580" cy="5098142"/>
          </a:xfrm>
        </p:grpSpPr>
        <p:cxnSp>
          <p:nvCxnSpPr>
            <p:cNvPr id="6" name="Straight Connector 5">
              <a:extLst>
                <a:ext uri="{FF2B5EF4-FFF2-40B4-BE49-F238E27FC236}">
                  <a16:creationId xmlns:a16="http://schemas.microsoft.com/office/drawing/2014/main" id="{12F85EBC-8379-2291-3005-F2AC15F655B3}"/>
                </a:ext>
              </a:extLst>
            </p:cNvPr>
            <p:cNvCxnSpPr>
              <a:cxnSpLocks/>
            </p:cNvCxnSpPr>
            <p:nvPr userDrawn="1"/>
          </p:nvCxnSpPr>
          <p:spPr>
            <a:xfrm>
              <a:off x="9053081" y="5631542"/>
              <a:ext cx="3138919" cy="0"/>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E50C8794-21B4-3CD7-61FF-17BF54EB2C8D}"/>
                </a:ext>
              </a:extLst>
            </p:cNvPr>
            <p:cNvCxnSpPr>
              <a:cxnSpLocks/>
            </p:cNvCxnSpPr>
            <p:nvPr userDrawn="1"/>
          </p:nvCxnSpPr>
          <p:spPr>
            <a:xfrm>
              <a:off x="7170420" y="533400"/>
              <a:ext cx="1223011" cy="4509306"/>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8" name="Arc 7">
              <a:extLst>
                <a:ext uri="{FF2B5EF4-FFF2-40B4-BE49-F238E27FC236}">
                  <a16:creationId xmlns:a16="http://schemas.microsoft.com/office/drawing/2014/main" id="{13AFBAEB-A615-CB54-26E9-A51A8CB75F91}"/>
                </a:ext>
              </a:extLst>
            </p:cNvPr>
            <p:cNvSpPr/>
            <p:nvPr userDrawn="1"/>
          </p:nvSpPr>
          <p:spPr>
            <a:xfrm rot="10800000">
              <a:off x="8321236" y="3538925"/>
              <a:ext cx="1463692" cy="2092617"/>
            </a:xfrm>
            <a:prstGeom prst="arc">
              <a:avLst>
                <a:gd name="adj1" fmla="val 16200000"/>
                <a:gd name="adj2" fmla="val 19828464"/>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grpSp>
      <p:sp>
        <p:nvSpPr>
          <p:cNvPr id="10" name="Oval 9">
            <a:extLst>
              <a:ext uri="{FF2B5EF4-FFF2-40B4-BE49-F238E27FC236}">
                <a16:creationId xmlns:a16="http://schemas.microsoft.com/office/drawing/2014/main" id="{5DBAB224-3DBE-2F35-F581-EE8C0EBA8D19}"/>
              </a:ext>
            </a:extLst>
          </p:cNvPr>
          <p:cNvSpPr/>
          <p:nvPr userDrawn="1"/>
        </p:nvSpPr>
        <p:spPr>
          <a:xfrm>
            <a:off x="7067029" y="355434"/>
            <a:ext cx="177966" cy="177966"/>
          </a:xfrm>
          <a:prstGeom prst="ellipse">
            <a:avLst/>
          </a:prstGeom>
          <a:solidFill>
            <a:schemeClr val="tx2"/>
          </a:solidFill>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solidFill>
                <a:schemeClr val="tx1"/>
              </a:solidFill>
            </a:endParaRPr>
          </a:p>
        </p:txBody>
      </p:sp>
      <p:sp>
        <p:nvSpPr>
          <p:cNvPr id="11" name="Oval 10">
            <a:extLst>
              <a:ext uri="{FF2B5EF4-FFF2-40B4-BE49-F238E27FC236}">
                <a16:creationId xmlns:a16="http://schemas.microsoft.com/office/drawing/2014/main" id="{E382C977-CF05-DB9B-F775-77FE75B40DCF}"/>
              </a:ext>
            </a:extLst>
          </p:cNvPr>
          <p:cNvSpPr/>
          <p:nvPr userDrawn="1"/>
        </p:nvSpPr>
        <p:spPr>
          <a:xfrm>
            <a:off x="7055576" y="2233638"/>
            <a:ext cx="177966" cy="177966"/>
          </a:xfrm>
          <a:prstGeom prst="ellipse">
            <a:avLst/>
          </a:prstGeom>
          <a:solidFill>
            <a:schemeClr val="tx2"/>
          </a:solidFill>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solidFill>
                <a:schemeClr val="tx1"/>
              </a:solidFill>
            </a:endParaRPr>
          </a:p>
        </p:txBody>
      </p:sp>
      <p:cxnSp>
        <p:nvCxnSpPr>
          <p:cNvPr id="12" name="Straight Connector 11">
            <a:extLst>
              <a:ext uri="{FF2B5EF4-FFF2-40B4-BE49-F238E27FC236}">
                <a16:creationId xmlns:a16="http://schemas.microsoft.com/office/drawing/2014/main" id="{07FECE78-6246-21D8-5D86-9A3400FDF8AC}"/>
              </a:ext>
            </a:extLst>
          </p:cNvPr>
          <p:cNvCxnSpPr>
            <a:cxnSpLocks/>
          </p:cNvCxnSpPr>
          <p:nvPr userDrawn="1"/>
        </p:nvCxnSpPr>
        <p:spPr>
          <a:xfrm>
            <a:off x="6507192" y="-21015"/>
            <a:ext cx="611506" cy="2254653"/>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28" name="Group 27">
            <a:extLst>
              <a:ext uri="{FF2B5EF4-FFF2-40B4-BE49-F238E27FC236}">
                <a16:creationId xmlns:a16="http://schemas.microsoft.com/office/drawing/2014/main" id="{DA8EEDF9-7571-4045-E806-4B0F0A2491DE}"/>
              </a:ext>
            </a:extLst>
          </p:cNvPr>
          <p:cNvGrpSpPr/>
          <p:nvPr userDrawn="1"/>
        </p:nvGrpSpPr>
        <p:grpSpPr>
          <a:xfrm>
            <a:off x="42438" y="6048244"/>
            <a:ext cx="1458800" cy="1362088"/>
            <a:chOff x="151297" y="5724394"/>
            <a:chExt cx="1458800" cy="1362088"/>
          </a:xfrm>
        </p:grpSpPr>
        <p:grpSp>
          <p:nvGrpSpPr>
            <p:cNvPr id="22" name="Group 21">
              <a:extLst>
                <a:ext uri="{FF2B5EF4-FFF2-40B4-BE49-F238E27FC236}">
                  <a16:creationId xmlns:a16="http://schemas.microsoft.com/office/drawing/2014/main" id="{CD678347-1EFB-45FC-B8B3-75932F3CAEAE}"/>
                </a:ext>
              </a:extLst>
            </p:cNvPr>
            <p:cNvGrpSpPr/>
            <p:nvPr userDrawn="1"/>
          </p:nvGrpSpPr>
          <p:grpSpPr>
            <a:xfrm rot="6300000">
              <a:off x="50881" y="5870977"/>
              <a:ext cx="1315921" cy="1115089"/>
              <a:chOff x="7949958" y="1934033"/>
              <a:chExt cx="4242042" cy="3697509"/>
            </a:xfrm>
          </p:grpSpPr>
          <p:cxnSp>
            <p:nvCxnSpPr>
              <p:cNvPr id="23" name="Straight Connector 22">
                <a:extLst>
                  <a:ext uri="{FF2B5EF4-FFF2-40B4-BE49-F238E27FC236}">
                    <a16:creationId xmlns:a16="http://schemas.microsoft.com/office/drawing/2014/main" id="{64C77EEE-BB95-60BE-41A9-75313C179123}"/>
                  </a:ext>
                </a:extLst>
              </p:cNvPr>
              <p:cNvCxnSpPr>
                <a:cxnSpLocks/>
              </p:cNvCxnSpPr>
              <p:nvPr userDrawn="1"/>
            </p:nvCxnSpPr>
            <p:spPr>
              <a:xfrm>
                <a:off x="9053081" y="5631542"/>
                <a:ext cx="3138919" cy="0"/>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A3E1396-2A10-0C4F-4523-269399BB12CB}"/>
                  </a:ext>
                </a:extLst>
              </p:cNvPr>
              <p:cNvCxnSpPr>
                <a:cxnSpLocks/>
                <a:stCxn id="26" idx="2"/>
              </p:cNvCxnSpPr>
              <p:nvPr userDrawn="1"/>
            </p:nvCxnSpPr>
            <p:spPr>
              <a:xfrm rot="15300000" flipH="1">
                <a:off x="6388391" y="3495600"/>
                <a:ext cx="3168730" cy="45595"/>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5" name="Arc 24">
                <a:extLst>
                  <a:ext uri="{FF2B5EF4-FFF2-40B4-BE49-F238E27FC236}">
                    <a16:creationId xmlns:a16="http://schemas.microsoft.com/office/drawing/2014/main" id="{0B00A588-E04F-41BA-E38D-892CF3505D03}"/>
                  </a:ext>
                </a:extLst>
              </p:cNvPr>
              <p:cNvSpPr/>
              <p:nvPr userDrawn="1"/>
            </p:nvSpPr>
            <p:spPr>
              <a:xfrm rot="10800000">
                <a:off x="8321236" y="3538925"/>
                <a:ext cx="1463692" cy="2092617"/>
              </a:xfrm>
              <a:prstGeom prst="arc">
                <a:avLst>
                  <a:gd name="adj1" fmla="val 16200000"/>
                  <a:gd name="adj2" fmla="val 19828464"/>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grpSp>
        <p:sp>
          <p:nvSpPr>
            <p:cNvPr id="26" name="Oval 25">
              <a:extLst>
                <a:ext uri="{FF2B5EF4-FFF2-40B4-BE49-F238E27FC236}">
                  <a16:creationId xmlns:a16="http://schemas.microsoft.com/office/drawing/2014/main" id="{A4FC2551-53DB-4683-0949-D7FE3C33490B}"/>
                </a:ext>
              </a:extLst>
            </p:cNvPr>
            <p:cNvSpPr/>
            <p:nvPr userDrawn="1"/>
          </p:nvSpPr>
          <p:spPr>
            <a:xfrm>
              <a:off x="1432131" y="5724394"/>
              <a:ext cx="177966" cy="177966"/>
            </a:xfrm>
            <a:prstGeom prst="ellipse">
              <a:avLst/>
            </a:prstGeom>
            <a:solidFill>
              <a:schemeClr val="tx2"/>
            </a:solidFill>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solidFill>
                  <a:schemeClr val="tx1"/>
                </a:solidFill>
              </a:endParaRPr>
            </a:p>
          </p:txBody>
        </p:sp>
      </p:grpSp>
      <p:sp>
        <p:nvSpPr>
          <p:cNvPr id="27" name="Text Placeholder 10">
            <a:extLst>
              <a:ext uri="{FF2B5EF4-FFF2-40B4-BE49-F238E27FC236}">
                <a16:creationId xmlns:a16="http://schemas.microsoft.com/office/drawing/2014/main" id="{A3A1139F-C12D-53FE-8E61-D8936990C394}"/>
              </a:ext>
            </a:extLst>
          </p:cNvPr>
          <p:cNvSpPr>
            <a:spLocks noGrp="1"/>
          </p:cNvSpPr>
          <p:nvPr>
            <p:ph type="body" sz="quarter" idx="10"/>
          </p:nvPr>
        </p:nvSpPr>
        <p:spPr>
          <a:xfrm>
            <a:off x="381000" y="5792278"/>
            <a:ext cx="1679947" cy="138499"/>
          </a:xfrm>
        </p:spPr>
        <p:txBody>
          <a:bodyPr wrap="none" lIns="0" tIns="0" rIns="0" bIns="0">
            <a:spAutoFit/>
          </a:bodyPr>
          <a:lstStyle>
            <a:lvl1pPr marL="0" indent="0">
              <a:buNone/>
              <a:defRPr sz="1000">
                <a:solidFill>
                  <a:schemeClr val="tx2"/>
                </a:solidFill>
                <a:latin typeface="Tenorite" panose="00000500000000000000" pitchFamily="2" charset="0"/>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33" name="Graphic 32">
            <a:extLst>
              <a:ext uri="{FF2B5EF4-FFF2-40B4-BE49-F238E27FC236}">
                <a16:creationId xmlns:a16="http://schemas.microsoft.com/office/drawing/2014/main" id="{BF670417-59BE-A305-CC43-235A8C21846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81000" y="395653"/>
            <a:ext cx="1256622" cy="394520"/>
          </a:xfrm>
          <a:prstGeom prst="rect">
            <a:avLst/>
          </a:prstGeom>
        </p:spPr>
      </p:pic>
      <p:sp>
        <p:nvSpPr>
          <p:cNvPr id="21" name="Date Placeholder 3">
            <a:extLst>
              <a:ext uri="{FF2B5EF4-FFF2-40B4-BE49-F238E27FC236}">
                <a16:creationId xmlns:a16="http://schemas.microsoft.com/office/drawing/2014/main" id="{E56C7C29-066C-C48B-97E5-CAC37FDF4B16}"/>
              </a:ext>
            </a:extLst>
          </p:cNvPr>
          <p:cNvSpPr>
            <a:spLocks noGrp="1"/>
          </p:cNvSpPr>
          <p:nvPr>
            <p:ph type="dt" sz="half" idx="2"/>
          </p:nvPr>
        </p:nvSpPr>
        <p:spPr>
          <a:xfrm>
            <a:off x="381000" y="6298443"/>
            <a:ext cx="2670175" cy="206375"/>
          </a:xfrm>
          <a:prstGeom prst="rect">
            <a:avLst/>
          </a:prstGeom>
        </p:spPr>
        <p:txBody>
          <a:bodyPr vert="horz" lIns="0" tIns="45720" rIns="91440" bIns="45720" rtlCol="0" anchor="ctr"/>
          <a:lstStyle>
            <a:lvl1pPr algn="l">
              <a:defRPr sz="700" b="0" i="0">
                <a:solidFill>
                  <a:schemeClr val="tx1"/>
                </a:solidFill>
                <a:latin typeface="Tenorite" panose="00000500000000000000" pitchFamily="2" charset="0"/>
              </a:defRPr>
            </a:lvl1pPr>
          </a:lstStyle>
          <a:p>
            <a:r>
              <a:rPr lang="en-US"/>
              <a:t>© SYREN CLOUD INC – 2026 – ALL RIGHTS RESERVED</a:t>
            </a:r>
          </a:p>
        </p:txBody>
      </p:sp>
    </p:spTree>
    <p:extLst>
      <p:ext uri="{BB962C8B-B14F-4D97-AF65-F5344CB8AC3E}">
        <p14:creationId xmlns:p14="http://schemas.microsoft.com/office/powerpoint/2010/main" val="1069111208"/>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Slide Dark_Image">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D4A0E2A-91CF-F30D-B2DE-9D4C2B5375D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t="41946" b="15147"/>
          <a:stretch>
            <a:fillRect/>
          </a:stretch>
        </p:blipFill>
        <p:spPr>
          <a:xfrm>
            <a:off x="0" y="3915383"/>
            <a:ext cx="12192000" cy="2942617"/>
          </a:xfrm>
          <a:prstGeom prst="rect">
            <a:avLst/>
          </a:prstGeom>
        </p:spPr>
      </p:pic>
      <p:pic>
        <p:nvPicPr>
          <p:cNvPr id="60" name="Picture 59">
            <a:extLst>
              <a:ext uri="{FF2B5EF4-FFF2-40B4-BE49-F238E27FC236}">
                <a16:creationId xmlns:a16="http://schemas.microsoft.com/office/drawing/2014/main" id="{4F3E88B2-CF8F-8C1B-95C8-AD88ACE9075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22250"/>
            <a:ext cx="12192000" cy="6635750"/>
          </a:xfrm>
          <a:prstGeom prst="rect">
            <a:avLst/>
          </a:prstGeom>
        </p:spPr>
      </p:pic>
      <p:sp>
        <p:nvSpPr>
          <p:cNvPr id="19" name="Title 1">
            <a:extLst>
              <a:ext uri="{FF2B5EF4-FFF2-40B4-BE49-F238E27FC236}">
                <a16:creationId xmlns:a16="http://schemas.microsoft.com/office/drawing/2014/main" id="{0FAACCE4-5651-FD3D-19A4-BFFBCBEA52DD}"/>
              </a:ext>
            </a:extLst>
          </p:cNvPr>
          <p:cNvSpPr>
            <a:spLocks noGrp="1"/>
          </p:cNvSpPr>
          <p:nvPr>
            <p:ph type="ctrTitle"/>
          </p:nvPr>
        </p:nvSpPr>
        <p:spPr>
          <a:xfrm>
            <a:off x="381001" y="2341184"/>
            <a:ext cx="5715000" cy="1828800"/>
          </a:xfrm>
        </p:spPr>
        <p:txBody>
          <a:bodyPr lIns="0" tIns="0" rIns="0" bIns="0" anchor="b">
            <a:normAutofit/>
          </a:bodyPr>
          <a:lstStyle>
            <a:lvl1pPr marL="0" indent="0" algn="l">
              <a:lnSpc>
                <a:spcPct val="100000"/>
              </a:lnSpc>
              <a:spcBef>
                <a:spcPts val="0"/>
              </a:spcBef>
              <a:tabLst/>
              <a:defRPr sz="4800" b="0">
                <a:solidFill>
                  <a:schemeClr val="accent4"/>
                </a:solidFill>
                <a:latin typeface="Tenorite" panose="00000500000000000000" pitchFamily="2" charset="0"/>
                <a:cs typeface="Kalinga" panose="020B0502040204020203" pitchFamily="34" charset="0"/>
              </a:defRPr>
            </a:lvl1pPr>
          </a:lstStyle>
          <a:p>
            <a:r>
              <a:rPr lang="en-US"/>
              <a:t>Click to edit Master title style</a:t>
            </a:r>
          </a:p>
        </p:txBody>
      </p:sp>
      <p:sp>
        <p:nvSpPr>
          <p:cNvPr id="20" name="Subtitle 2">
            <a:extLst>
              <a:ext uri="{FF2B5EF4-FFF2-40B4-BE49-F238E27FC236}">
                <a16:creationId xmlns:a16="http://schemas.microsoft.com/office/drawing/2014/main" id="{9E112093-AAA0-F955-FA8B-78C4C8C407AF}"/>
              </a:ext>
            </a:extLst>
          </p:cNvPr>
          <p:cNvSpPr>
            <a:spLocks noGrp="1"/>
          </p:cNvSpPr>
          <p:nvPr>
            <p:ph type="subTitle" idx="1"/>
          </p:nvPr>
        </p:nvSpPr>
        <p:spPr>
          <a:xfrm>
            <a:off x="381001" y="4307008"/>
            <a:ext cx="5715000" cy="1143000"/>
          </a:xfrm>
        </p:spPr>
        <p:txBody>
          <a:bodyPr lIns="0" tIns="0" rIns="0" bIns="0">
            <a:normAutofit/>
          </a:bodyPr>
          <a:lstStyle>
            <a:lvl1pPr marL="0" indent="0" algn="l">
              <a:lnSpc>
                <a:spcPct val="100000"/>
              </a:lnSpc>
              <a:spcBef>
                <a:spcPts val="0"/>
              </a:spcBef>
              <a:buFont typeface="Arial" panose="020B0604020202020204" pitchFamily="34" charset="0"/>
              <a:buNone/>
              <a:defRPr sz="1600">
                <a:solidFill>
                  <a:schemeClr val="bg1"/>
                </a:solidFill>
                <a:latin typeface="Tenorite"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8" name="Picture 67">
            <a:extLst>
              <a:ext uri="{FF2B5EF4-FFF2-40B4-BE49-F238E27FC236}">
                <a16:creationId xmlns:a16="http://schemas.microsoft.com/office/drawing/2014/main" id="{5524A42F-229A-24B4-A014-3BAE8F3450CA}"/>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39204" t="10674" r="9597" b="14201"/>
          <a:stretch>
            <a:fillRect/>
          </a:stretch>
        </p:blipFill>
        <p:spPr>
          <a:xfrm>
            <a:off x="7391400" y="-94314"/>
            <a:ext cx="5441448" cy="5321295"/>
          </a:xfrm>
          <a:custGeom>
            <a:avLst/>
            <a:gdLst>
              <a:gd name="csX0" fmla="*/ 0 w 5339236"/>
              <a:gd name="csY0" fmla="*/ 0 h 5221340"/>
              <a:gd name="csX1" fmla="*/ 3945034 w 5339236"/>
              <a:gd name="csY1" fmla="*/ 17071 h 5221340"/>
              <a:gd name="csX2" fmla="*/ 5339236 w 5339236"/>
              <a:gd name="csY2" fmla="*/ 5220992 h 5221340"/>
              <a:gd name="csX3" fmla="*/ 2007414 w 5339236"/>
              <a:gd name="csY3" fmla="*/ 5221340 h 5221340"/>
              <a:gd name="csX4" fmla="*/ 1287507 w 5339236"/>
              <a:gd name="csY4" fmla="*/ 4782940 h 5221340"/>
              <a:gd name="csX5" fmla="*/ 0 w 5339236"/>
              <a:gd name="csY5" fmla="*/ 0 h 5221340"/>
            </a:gdLst>
            <a:ahLst/>
            <a:cxnLst>
              <a:cxn ang="0">
                <a:pos x="csX0" y="csY0"/>
              </a:cxn>
              <a:cxn ang="0">
                <a:pos x="csX1" y="csY1"/>
              </a:cxn>
              <a:cxn ang="0">
                <a:pos x="csX2" y="csY2"/>
              </a:cxn>
              <a:cxn ang="0">
                <a:pos x="csX3" y="csY3"/>
              </a:cxn>
              <a:cxn ang="0">
                <a:pos x="csX4" y="csY4"/>
              </a:cxn>
              <a:cxn ang="0">
                <a:pos x="csX5" y="csY5"/>
              </a:cxn>
            </a:cxnLst>
            <a:rect l="l" t="t" r="r" b="b"/>
            <a:pathLst>
              <a:path w="5339236" h="5221340">
                <a:moveTo>
                  <a:pt x="0" y="0"/>
                </a:moveTo>
                <a:lnTo>
                  <a:pt x="3945034" y="17071"/>
                </a:lnTo>
                <a:lnTo>
                  <a:pt x="5339236" y="5220992"/>
                </a:lnTo>
                <a:lnTo>
                  <a:pt x="2007414" y="5221340"/>
                </a:lnTo>
                <a:cubicBezTo>
                  <a:pt x="1540395" y="5219464"/>
                  <a:pt x="1377996" y="5120651"/>
                  <a:pt x="1287507" y="4782940"/>
                </a:cubicBezTo>
                <a:cubicBezTo>
                  <a:pt x="864688" y="3198151"/>
                  <a:pt x="422819" y="1584788"/>
                  <a:pt x="0" y="0"/>
                </a:cubicBezTo>
                <a:close/>
              </a:path>
            </a:pathLst>
          </a:custGeom>
        </p:spPr>
      </p:pic>
      <p:grpSp>
        <p:nvGrpSpPr>
          <p:cNvPr id="17" name="Group 16">
            <a:extLst>
              <a:ext uri="{FF2B5EF4-FFF2-40B4-BE49-F238E27FC236}">
                <a16:creationId xmlns:a16="http://schemas.microsoft.com/office/drawing/2014/main" id="{5BE7D49D-2388-58B9-7629-56D8856FC0BB}"/>
              </a:ext>
            </a:extLst>
          </p:cNvPr>
          <p:cNvGrpSpPr/>
          <p:nvPr userDrawn="1"/>
        </p:nvGrpSpPr>
        <p:grpSpPr>
          <a:xfrm>
            <a:off x="7170420" y="533400"/>
            <a:ext cx="5021580" cy="5098142"/>
            <a:chOff x="7170420" y="533400"/>
            <a:chExt cx="5021580" cy="5098142"/>
          </a:xfrm>
        </p:grpSpPr>
        <p:cxnSp>
          <p:nvCxnSpPr>
            <p:cNvPr id="6" name="Straight Connector 5">
              <a:extLst>
                <a:ext uri="{FF2B5EF4-FFF2-40B4-BE49-F238E27FC236}">
                  <a16:creationId xmlns:a16="http://schemas.microsoft.com/office/drawing/2014/main" id="{12F85EBC-8379-2291-3005-F2AC15F655B3}"/>
                </a:ext>
              </a:extLst>
            </p:cNvPr>
            <p:cNvCxnSpPr>
              <a:cxnSpLocks/>
            </p:cNvCxnSpPr>
            <p:nvPr userDrawn="1"/>
          </p:nvCxnSpPr>
          <p:spPr>
            <a:xfrm>
              <a:off x="9053081" y="5631542"/>
              <a:ext cx="3138919" cy="0"/>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E50C8794-21B4-3CD7-61FF-17BF54EB2C8D}"/>
                </a:ext>
              </a:extLst>
            </p:cNvPr>
            <p:cNvCxnSpPr>
              <a:cxnSpLocks/>
            </p:cNvCxnSpPr>
            <p:nvPr userDrawn="1"/>
          </p:nvCxnSpPr>
          <p:spPr>
            <a:xfrm>
              <a:off x="7170420" y="533400"/>
              <a:ext cx="1223011" cy="4509306"/>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8" name="Arc 7">
              <a:extLst>
                <a:ext uri="{FF2B5EF4-FFF2-40B4-BE49-F238E27FC236}">
                  <a16:creationId xmlns:a16="http://schemas.microsoft.com/office/drawing/2014/main" id="{13AFBAEB-A615-CB54-26E9-A51A8CB75F91}"/>
                </a:ext>
              </a:extLst>
            </p:cNvPr>
            <p:cNvSpPr/>
            <p:nvPr userDrawn="1"/>
          </p:nvSpPr>
          <p:spPr>
            <a:xfrm rot="10800000">
              <a:off x="8321236" y="3538925"/>
              <a:ext cx="1463692" cy="2092617"/>
            </a:xfrm>
            <a:prstGeom prst="arc">
              <a:avLst>
                <a:gd name="adj1" fmla="val 16200000"/>
                <a:gd name="adj2" fmla="val 19828464"/>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grpSp>
      <p:sp>
        <p:nvSpPr>
          <p:cNvPr id="10" name="Oval 9">
            <a:extLst>
              <a:ext uri="{FF2B5EF4-FFF2-40B4-BE49-F238E27FC236}">
                <a16:creationId xmlns:a16="http://schemas.microsoft.com/office/drawing/2014/main" id="{5DBAB224-3DBE-2F35-F581-EE8C0EBA8D19}"/>
              </a:ext>
            </a:extLst>
          </p:cNvPr>
          <p:cNvSpPr/>
          <p:nvPr userDrawn="1"/>
        </p:nvSpPr>
        <p:spPr>
          <a:xfrm>
            <a:off x="7067029" y="355434"/>
            <a:ext cx="177966" cy="177966"/>
          </a:xfrm>
          <a:prstGeom prst="ellipse">
            <a:avLst/>
          </a:prstGeom>
          <a:solidFill>
            <a:schemeClr val="tx2"/>
          </a:solidFill>
          <a:ln w="44450"/>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solidFill>
                <a:schemeClr val="tx1"/>
              </a:solidFill>
            </a:endParaRPr>
          </a:p>
        </p:txBody>
      </p:sp>
      <p:sp>
        <p:nvSpPr>
          <p:cNvPr id="11" name="Oval 10">
            <a:extLst>
              <a:ext uri="{FF2B5EF4-FFF2-40B4-BE49-F238E27FC236}">
                <a16:creationId xmlns:a16="http://schemas.microsoft.com/office/drawing/2014/main" id="{E382C977-CF05-DB9B-F775-77FE75B40DCF}"/>
              </a:ext>
            </a:extLst>
          </p:cNvPr>
          <p:cNvSpPr/>
          <p:nvPr userDrawn="1"/>
        </p:nvSpPr>
        <p:spPr>
          <a:xfrm>
            <a:off x="7055576" y="2233638"/>
            <a:ext cx="177966" cy="177966"/>
          </a:xfrm>
          <a:prstGeom prst="ellipse">
            <a:avLst/>
          </a:prstGeom>
          <a:solidFill>
            <a:schemeClr val="tx2"/>
          </a:solidFill>
          <a:ln w="44450"/>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p>
        </p:txBody>
      </p:sp>
      <p:cxnSp>
        <p:nvCxnSpPr>
          <p:cNvPr id="12" name="Straight Connector 11">
            <a:extLst>
              <a:ext uri="{FF2B5EF4-FFF2-40B4-BE49-F238E27FC236}">
                <a16:creationId xmlns:a16="http://schemas.microsoft.com/office/drawing/2014/main" id="{07FECE78-6246-21D8-5D86-9A3400FDF8AC}"/>
              </a:ext>
            </a:extLst>
          </p:cNvPr>
          <p:cNvCxnSpPr>
            <a:cxnSpLocks/>
          </p:cNvCxnSpPr>
          <p:nvPr userDrawn="1"/>
        </p:nvCxnSpPr>
        <p:spPr>
          <a:xfrm>
            <a:off x="6507192" y="-21015"/>
            <a:ext cx="611506" cy="2254653"/>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28" name="Group 27">
            <a:extLst>
              <a:ext uri="{FF2B5EF4-FFF2-40B4-BE49-F238E27FC236}">
                <a16:creationId xmlns:a16="http://schemas.microsoft.com/office/drawing/2014/main" id="{DA8EEDF9-7571-4045-E806-4B0F0A2491DE}"/>
              </a:ext>
            </a:extLst>
          </p:cNvPr>
          <p:cNvGrpSpPr/>
          <p:nvPr userDrawn="1"/>
        </p:nvGrpSpPr>
        <p:grpSpPr>
          <a:xfrm>
            <a:off x="42438" y="6048244"/>
            <a:ext cx="1458800" cy="1362088"/>
            <a:chOff x="151297" y="5724394"/>
            <a:chExt cx="1458800" cy="1362088"/>
          </a:xfrm>
        </p:grpSpPr>
        <p:grpSp>
          <p:nvGrpSpPr>
            <p:cNvPr id="22" name="Group 21">
              <a:extLst>
                <a:ext uri="{FF2B5EF4-FFF2-40B4-BE49-F238E27FC236}">
                  <a16:creationId xmlns:a16="http://schemas.microsoft.com/office/drawing/2014/main" id="{CD678347-1EFB-45FC-B8B3-75932F3CAEAE}"/>
                </a:ext>
              </a:extLst>
            </p:cNvPr>
            <p:cNvGrpSpPr/>
            <p:nvPr userDrawn="1"/>
          </p:nvGrpSpPr>
          <p:grpSpPr>
            <a:xfrm rot="6300000">
              <a:off x="50881" y="5870977"/>
              <a:ext cx="1315921" cy="1115089"/>
              <a:chOff x="7949958" y="1934033"/>
              <a:chExt cx="4242042" cy="3697509"/>
            </a:xfrm>
          </p:grpSpPr>
          <p:cxnSp>
            <p:nvCxnSpPr>
              <p:cNvPr id="23" name="Straight Connector 22">
                <a:extLst>
                  <a:ext uri="{FF2B5EF4-FFF2-40B4-BE49-F238E27FC236}">
                    <a16:creationId xmlns:a16="http://schemas.microsoft.com/office/drawing/2014/main" id="{64C77EEE-BB95-60BE-41A9-75313C179123}"/>
                  </a:ext>
                </a:extLst>
              </p:cNvPr>
              <p:cNvCxnSpPr>
                <a:cxnSpLocks/>
              </p:cNvCxnSpPr>
              <p:nvPr userDrawn="1"/>
            </p:nvCxnSpPr>
            <p:spPr>
              <a:xfrm>
                <a:off x="9053081" y="5631542"/>
                <a:ext cx="3138919" cy="0"/>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A3E1396-2A10-0C4F-4523-269399BB12CB}"/>
                  </a:ext>
                </a:extLst>
              </p:cNvPr>
              <p:cNvCxnSpPr>
                <a:cxnSpLocks/>
                <a:stCxn id="26" idx="2"/>
              </p:cNvCxnSpPr>
              <p:nvPr userDrawn="1"/>
            </p:nvCxnSpPr>
            <p:spPr>
              <a:xfrm rot="15300000" flipH="1">
                <a:off x="6388391" y="3495600"/>
                <a:ext cx="3168730" cy="45595"/>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5" name="Arc 24">
                <a:extLst>
                  <a:ext uri="{FF2B5EF4-FFF2-40B4-BE49-F238E27FC236}">
                    <a16:creationId xmlns:a16="http://schemas.microsoft.com/office/drawing/2014/main" id="{0B00A588-E04F-41BA-E38D-892CF3505D03}"/>
                  </a:ext>
                </a:extLst>
              </p:cNvPr>
              <p:cNvSpPr/>
              <p:nvPr userDrawn="1"/>
            </p:nvSpPr>
            <p:spPr>
              <a:xfrm rot="10800000">
                <a:off x="8321236" y="3538925"/>
                <a:ext cx="1463692" cy="2092617"/>
              </a:xfrm>
              <a:prstGeom prst="arc">
                <a:avLst>
                  <a:gd name="adj1" fmla="val 16200000"/>
                  <a:gd name="adj2" fmla="val 19828464"/>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grpSp>
        <p:sp>
          <p:nvSpPr>
            <p:cNvPr id="26" name="Oval 25">
              <a:extLst>
                <a:ext uri="{FF2B5EF4-FFF2-40B4-BE49-F238E27FC236}">
                  <a16:creationId xmlns:a16="http://schemas.microsoft.com/office/drawing/2014/main" id="{A4FC2551-53DB-4683-0949-D7FE3C33490B}"/>
                </a:ext>
              </a:extLst>
            </p:cNvPr>
            <p:cNvSpPr/>
            <p:nvPr userDrawn="1"/>
          </p:nvSpPr>
          <p:spPr>
            <a:xfrm>
              <a:off x="1432131" y="5724394"/>
              <a:ext cx="177966" cy="177966"/>
            </a:xfrm>
            <a:prstGeom prst="ellipse">
              <a:avLst/>
            </a:prstGeom>
            <a:solidFill>
              <a:schemeClr val="tx2"/>
            </a:solidFill>
            <a:ln w="44450"/>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solidFill>
                  <a:schemeClr val="tx1"/>
                </a:solidFill>
              </a:endParaRPr>
            </a:p>
          </p:txBody>
        </p:sp>
      </p:grpSp>
      <p:sp>
        <p:nvSpPr>
          <p:cNvPr id="27" name="Text Placeholder 10">
            <a:extLst>
              <a:ext uri="{FF2B5EF4-FFF2-40B4-BE49-F238E27FC236}">
                <a16:creationId xmlns:a16="http://schemas.microsoft.com/office/drawing/2014/main" id="{A3A1139F-C12D-53FE-8E61-D8936990C394}"/>
              </a:ext>
            </a:extLst>
          </p:cNvPr>
          <p:cNvSpPr>
            <a:spLocks noGrp="1"/>
          </p:cNvSpPr>
          <p:nvPr>
            <p:ph type="body" sz="quarter" idx="10"/>
          </p:nvPr>
        </p:nvSpPr>
        <p:spPr>
          <a:xfrm>
            <a:off x="381000" y="5792278"/>
            <a:ext cx="1679947" cy="138499"/>
          </a:xfrm>
        </p:spPr>
        <p:txBody>
          <a:bodyPr wrap="none" lIns="0" tIns="0" rIns="0" bIns="0">
            <a:spAutoFit/>
          </a:bodyPr>
          <a:lstStyle>
            <a:lvl1pPr marL="0" indent="0">
              <a:buNone/>
              <a:defRPr sz="1000">
                <a:solidFill>
                  <a:schemeClr val="tx2"/>
                </a:solidFill>
                <a:latin typeface="Tenorite" panose="00000500000000000000" pitchFamily="2" charset="0"/>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3" name="Graphic 2">
            <a:extLst>
              <a:ext uri="{FF2B5EF4-FFF2-40B4-BE49-F238E27FC236}">
                <a16:creationId xmlns:a16="http://schemas.microsoft.com/office/drawing/2014/main" id="{9A459F79-C0B7-AE15-3AD0-0056476FEB0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1966" y="378498"/>
            <a:ext cx="1252391" cy="393192"/>
          </a:xfrm>
          <a:prstGeom prst="rect">
            <a:avLst/>
          </a:prstGeom>
        </p:spPr>
      </p:pic>
      <p:sp>
        <p:nvSpPr>
          <p:cNvPr id="16" name="Date Placeholder 3">
            <a:extLst>
              <a:ext uri="{FF2B5EF4-FFF2-40B4-BE49-F238E27FC236}">
                <a16:creationId xmlns:a16="http://schemas.microsoft.com/office/drawing/2014/main" id="{795E885F-13E0-1AA2-EAEB-B6E042506EF9}"/>
              </a:ext>
            </a:extLst>
          </p:cNvPr>
          <p:cNvSpPr>
            <a:spLocks noGrp="1"/>
          </p:cNvSpPr>
          <p:nvPr>
            <p:ph type="dt" sz="half" idx="2"/>
          </p:nvPr>
        </p:nvSpPr>
        <p:spPr>
          <a:xfrm>
            <a:off x="381000" y="6298443"/>
            <a:ext cx="2670175" cy="206375"/>
          </a:xfrm>
          <a:prstGeom prst="rect">
            <a:avLst/>
          </a:prstGeom>
        </p:spPr>
        <p:txBody>
          <a:bodyPr vert="horz" lIns="0" tIns="45720" rIns="91440" bIns="45720" rtlCol="0" anchor="ctr"/>
          <a:lstStyle>
            <a:lvl1pPr algn="l">
              <a:defRPr sz="700" b="0" i="0">
                <a:solidFill>
                  <a:schemeClr val="accent6"/>
                </a:solidFill>
                <a:latin typeface="Tenorite" panose="00000500000000000000" pitchFamily="2" charset="0"/>
              </a:defRPr>
            </a:lvl1pPr>
          </a:lstStyle>
          <a:p>
            <a:r>
              <a:rPr lang="en-US"/>
              <a:t>© SYREN CLOUD INC – 2026 – ALL RIGHTS RESERVED</a:t>
            </a:r>
          </a:p>
        </p:txBody>
      </p:sp>
    </p:spTree>
    <p:extLst>
      <p:ext uri="{BB962C8B-B14F-4D97-AF65-F5344CB8AC3E}">
        <p14:creationId xmlns:p14="http://schemas.microsoft.com/office/powerpoint/2010/main" val="3527169510"/>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Light_Image">
    <p:bg>
      <p:bgPr>
        <a:solidFill>
          <a:schemeClr val="tx1"/>
        </a:solidFill>
        <a:effectLst/>
      </p:bgPr>
    </p:bg>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F009C641-69B8-C890-6AC8-2D2D5A09AD1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t="41946" b="15147"/>
          <a:stretch>
            <a:fillRect/>
          </a:stretch>
        </p:blipFill>
        <p:spPr>
          <a:xfrm>
            <a:off x="0" y="3915383"/>
            <a:ext cx="12192000" cy="2942617"/>
          </a:xfrm>
          <a:prstGeom prst="rect">
            <a:avLst/>
          </a:prstGeom>
        </p:spPr>
      </p:pic>
      <p:pic>
        <p:nvPicPr>
          <p:cNvPr id="9" name="Picture 8">
            <a:extLst>
              <a:ext uri="{FF2B5EF4-FFF2-40B4-BE49-F238E27FC236}">
                <a16:creationId xmlns:a16="http://schemas.microsoft.com/office/drawing/2014/main" id="{BEFC95EB-D646-6790-5201-06302FBA7CA4}"/>
              </a:ext>
            </a:extLst>
          </p:cNvPr>
          <p:cNvPicPr>
            <a:picLocks noChangeAspect="1"/>
          </p:cNvPicPr>
          <p:nvPr userDrawn="1"/>
        </p:nvPicPr>
        <p:blipFill>
          <a:blip r:embed="rId3">
            <a:extLst>
              <a:ext uri="{28A0092B-C50C-407E-A947-70E740481C1C}">
                <a14:useLocalDpi xmlns:a14="http://schemas.microsoft.com/office/drawing/2010/main" val="0"/>
              </a:ext>
            </a:extLst>
          </a:blip>
          <a:srcRect t="2" b="2"/>
          <a:stretch/>
        </p:blipFill>
        <p:spPr>
          <a:xfrm>
            <a:off x="6424817" y="-1367525"/>
            <a:ext cx="6890441" cy="8225526"/>
          </a:xfrm>
          <a:prstGeom prst="rect">
            <a:avLst/>
          </a:prstGeom>
        </p:spPr>
      </p:pic>
      <p:pic>
        <p:nvPicPr>
          <p:cNvPr id="60" name="Picture 59">
            <a:extLst>
              <a:ext uri="{FF2B5EF4-FFF2-40B4-BE49-F238E27FC236}">
                <a16:creationId xmlns:a16="http://schemas.microsoft.com/office/drawing/2014/main" id="{4F3E88B2-CF8F-8C1B-95C8-AD88ACE9075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222250"/>
            <a:ext cx="12192000" cy="6635750"/>
          </a:xfrm>
          <a:prstGeom prst="rect">
            <a:avLst/>
          </a:prstGeom>
        </p:spPr>
      </p:pic>
      <p:sp>
        <p:nvSpPr>
          <p:cNvPr id="19" name="Title 1">
            <a:extLst>
              <a:ext uri="{FF2B5EF4-FFF2-40B4-BE49-F238E27FC236}">
                <a16:creationId xmlns:a16="http://schemas.microsoft.com/office/drawing/2014/main" id="{0FAACCE4-5651-FD3D-19A4-BFFBCBEA52DD}"/>
              </a:ext>
            </a:extLst>
          </p:cNvPr>
          <p:cNvSpPr>
            <a:spLocks noGrp="1"/>
          </p:cNvSpPr>
          <p:nvPr>
            <p:ph type="ctrTitle"/>
          </p:nvPr>
        </p:nvSpPr>
        <p:spPr>
          <a:xfrm>
            <a:off x="381001" y="1472363"/>
            <a:ext cx="5715000" cy="1828800"/>
          </a:xfrm>
        </p:spPr>
        <p:txBody>
          <a:bodyPr lIns="0" tIns="0" rIns="0" bIns="0" anchor="b">
            <a:normAutofit/>
          </a:bodyPr>
          <a:lstStyle>
            <a:lvl1pPr marL="0" indent="0" algn="l">
              <a:lnSpc>
                <a:spcPct val="100000"/>
              </a:lnSpc>
              <a:spcBef>
                <a:spcPts val="0"/>
              </a:spcBef>
              <a:tabLst/>
              <a:defRPr sz="4800" b="0">
                <a:solidFill>
                  <a:schemeClr val="bg1"/>
                </a:solidFill>
                <a:latin typeface="Tenorite" panose="00000500000000000000" pitchFamily="2" charset="0"/>
                <a:cs typeface="Kalinga" panose="020B0502040204020203" pitchFamily="34" charset="0"/>
              </a:defRPr>
            </a:lvl1pPr>
          </a:lstStyle>
          <a:p>
            <a:r>
              <a:rPr lang="en-US"/>
              <a:t>Click to edit Master title style</a:t>
            </a:r>
          </a:p>
        </p:txBody>
      </p:sp>
      <p:sp>
        <p:nvSpPr>
          <p:cNvPr id="20" name="Subtitle 2">
            <a:extLst>
              <a:ext uri="{FF2B5EF4-FFF2-40B4-BE49-F238E27FC236}">
                <a16:creationId xmlns:a16="http://schemas.microsoft.com/office/drawing/2014/main" id="{9E112093-AAA0-F955-FA8B-78C4C8C407AF}"/>
              </a:ext>
            </a:extLst>
          </p:cNvPr>
          <p:cNvSpPr>
            <a:spLocks noGrp="1"/>
          </p:cNvSpPr>
          <p:nvPr>
            <p:ph type="subTitle" idx="1"/>
          </p:nvPr>
        </p:nvSpPr>
        <p:spPr>
          <a:xfrm>
            <a:off x="381001" y="3432771"/>
            <a:ext cx="5715000" cy="831141"/>
          </a:xfrm>
        </p:spPr>
        <p:txBody>
          <a:bodyPr lIns="0" tIns="0" rIns="0" bIns="0">
            <a:normAutofit/>
          </a:bodyPr>
          <a:lstStyle>
            <a:lvl1pPr marL="0" indent="0" algn="l">
              <a:lnSpc>
                <a:spcPct val="100000"/>
              </a:lnSpc>
              <a:spcBef>
                <a:spcPts val="0"/>
              </a:spcBef>
              <a:buFont typeface="Arial" panose="020B0604020202020204" pitchFamily="34" charset="0"/>
              <a:buNone/>
              <a:defRPr sz="1600">
                <a:solidFill>
                  <a:schemeClr val="bg1"/>
                </a:solidFill>
                <a:latin typeface="Tenorite"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6" name="Text Placeholder 10">
            <a:extLst>
              <a:ext uri="{FF2B5EF4-FFF2-40B4-BE49-F238E27FC236}">
                <a16:creationId xmlns:a16="http://schemas.microsoft.com/office/drawing/2014/main" id="{C8A43C30-4C4C-AA65-AB35-EE8FFD4D5CAF}"/>
              </a:ext>
            </a:extLst>
          </p:cNvPr>
          <p:cNvSpPr>
            <a:spLocks noGrp="1"/>
          </p:cNvSpPr>
          <p:nvPr>
            <p:ph type="body" sz="quarter" idx="10"/>
          </p:nvPr>
        </p:nvSpPr>
        <p:spPr>
          <a:xfrm>
            <a:off x="381000" y="5917774"/>
            <a:ext cx="1679947" cy="138499"/>
          </a:xfrm>
        </p:spPr>
        <p:txBody>
          <a:bodyPr wrap="none" lIns="0" tIns="0" rIns="0" bIns="0">
            <a:spAutoFit/>
          </a:bodyPr>
          <a:lstStyle>
            <a:lvl1pPr marL="0" indent="0">
              <a:buNone/>
              <a:defRPr sz="1000">
                <a:solidFill>
                  <a:schemeClr val="tx2"/>
                </a:solidFill>
                <a:latin typeface="Tenorite" panose="00000500000000000000" pitchFamily="2" charset="0"/>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16" name="Graphic 15">
            <a:extLst>
              <a:ext uri="{FF2B5EF4-FFF2-40B4-BE49-F238E27FC236}">
                <a16:creationId xmlns:a16="http://schemas.microsoft.com/office/drawing/2014/main" id="{6801EAEB-400D-9C7C-9655-22944F6EEE1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1966" y="378498"/>
            <a:ext cx="1252391" cy="393192"/>
          </a:xfrm>
          <a:prstGeom prst="rect">
            <a:avLst/>
          </a:prstGeom>
        </p:spPr>
      </p:pic>
      <p:sp>
        <p:nvSpPr>
          <p:cNvPr id="11" name="Oval 10">
            <a:extLst>
              <a:ext uri="{FF2B5EF4-FFF2-40B4-BE49-F238E27FC236}">
                <a16:creationId xmlns:a16="http://schemas.microsoft.com/office/drawing/2014/main" id="{6078EE6B-ECA4-A957-BC7E-48F208C63C07}"/>
              </a:ext>
            </a:extLst>
          </p:cNvPr>
          <p:cNvSpPr/>
          <p:nvPr userDrawn="1"/>
        </p:nvSpPr>
        <p:spPr>
          <a:xfrm rot="19800000">
            <a:off x="6397180" y="1326265"/>
            <a:ext cx="5044153" cy="5044151"/>
          </a:xfrm>
          <a:prstGeom prst="ellipse">
            <a:avLst/>
          </a:prstGeom>
          <a:gradFill flip="none" rotWithShape="1">
            <a:gsLst>
              <a:gs pos="0">
                <a:schemeClr val="accent3"/>
              </a:gs>
              <a:gs pos="100000">
                <a:schemeClr val="tx2"/>
              </a:gs>
            </a:gsLst>
            <a:lin ang="0" scaled="1"/>
            <a:tileRect/>
          </a:gradFill>
          <a:ln>
            <a:noFill/>
          </a:ln>
          <a:effectLst>
            <a:softEdge rad="571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FBA872D4-C094-8240-10A8-4117CBA7014F}"/>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l="39769" t="10674" r="10162" b="14201"/>
          <a:stretch>
            <a:fillRect/>
          </a:stretch>
        </p:blipFill>
        <p:spPr>
          <a:xfrm>
            <a:off x="6477002" y="960598"/>
            <a:ext cx="4681131" cy="4681129"/>
          </a:xfrm>
          <a:prstGeom prst="ellipse">
            <a:avLst/>
          </a:prstGeom>
        </p:spPr>
      </p:pic>
      <p:sp>
        <p:nvSpPr>
          <p:cNvPr id="14" name="Date Placeholder 3">
            <a:extLst>
              <a:ext uri="{FF2B5EF4-FFF2-40B4-BE49-F238E27FC236}">
                <a16:creationId xmlns:a16="http://schemas.microsoft.com/office/drawing/2014/main" id="{33B426C0-0DBD-E528-C4BE-9C3492707425}"/>
              </a:ext>
            </a:extLst>
          </p:cNvPr>
          <p:cNvSpPr>
            <a:spLocks noGrp="1"/>
          </p:cNvSpPr>
          <p:nvPr>
            <p:ph type="dt" sz="half" idx="2"/>
          </p:nvPr>
        </p:nvSpPr>
        <p:spPr>
          <a:xfrm>
            <a:off x="381000" y="6298443"/>
            <a:ext cx="2670175" cy="206375"/>
          </a:xfrm>
          <a:prstGeom prst="rect">
            <a:avLst/>
          </a:prstGeom>
        </p:spPr>
        <p:txBody>
          <a:bodyPr vert="horz" lIns="0" tIns="45720" rIns="91440" bIns="45720" rtlCol="0" anchor="ctr"/>
          <a:lstStyle>
            <a:lvl1pPr algn="l">
              <a:defRPr sz="700" b="0" i="0">
                <a:solidFill>
                  <a:schemeClr val="accent6"/>
                </a:solidFill>
                <a:latin typeface="Tenorite" panose="00000500000000000000" pitchFamily="2" charset="0"/>
              </a:defRPr>
            </a:lvl1pPr>
          </a:lstStyle>
          <a:p>
            <a:r>
              <a:rPr lang="en-US"/>
              <a:t>© SYREN CLOUD INC – 2026 – ALL RIGHTS RESERVED</a:t>
            </a:r>
          </a:p>
        </p:txBody>
      </p:sp>
    </p:spTree>
    <p:extLst>
      <p:ext uri="{BB962C8B-B14F-4D97-AF65-F5344CB8AC3E}">
        <p14:creationId xmlns:p14="http://schemas.microsoft.com/office/powerpoint/2010/main" val="1899642574"/>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Slide Light_Imag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F56815-1FBC-E219-C81E-B292089BD80A}"/>
              </a:ext>
            </a:extLst>
          </p:cNvPr>
          <p:cNvPicPr>
            <a:picLocks noChangeAspect="1"/>
          </p:cNvPicPr>
          <p:nvPr userDrawn="1"/>
        </p:nvPicPr>
        <p:blipFill>
          <a:blip r:embed="rId2" cstate="print">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a:extLst>
              <a:ext uri="{FF2B5EF4-FFF2-40B4-BE49-F238E27FC236}">
                <a16:creationId xmlns:a16="http://schemas.microsoft.com/office/drawing/2014/main" id="{99854F57-C7BC-9310-8B89-61C92486327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8100" y="222250"/>
            <a:ext cx="12192000" cy="6635750"/>
          </a:xfrm>
          <a:prstGeom prst="rect">
            <a:avLst/>
          </a:prstGeom>
        </p:spPr>
      </p:pic>
      <p:pic>
        <p:nvPicPr>
          <p:cNvPr id="4" name="Picture 3">
            <a:extLst>
              <a:ext uri="{FF2B5EF4-FFF2-40B4-BE49-F238E27FC236}">
                <a16:creationId xmlns:a16="http://schemas.microsoft.com/office/drawing/2014/main" id="{41FCFBE2-40D0-A37B-659B-CBF5C0E952D7}"/>
              </a:ext>
            </a:extLst>
          </p:cNvPr>
          <p:cNvPicPr>
            <a:picLocks noChangeAspect="1"/>
          </p:cNvPicPr>
          <p:nvPr userDrawn="1"/>
        </p:nvPicPr>
        <p:blipFill>
          <a:blip r:embed="rId4">
            <a:extLst>
              <a:ext uri="{28A0092B-C50C-407E-A947-70E740481C1C}">
                <a14:useLocalDpi xmlns:a14="http://schemas.microsoft.com/office/drawing/2010/main" val="0"/>
              </a:ext>
            </a:extLst>
          </a:blip>
          <a:srcRect t="2" b="2"/>
          <a:stretch/>
        </p:blipFill>
        <p:spPr>
          <a:xfrm>
            <a:off x="6424817" y="-1367525"/>
            <a:ext cx="6890441" cy="8225526"/>
          </a:xfrm>
          <a:prstGeom prst="rect">
            <a:avLst/>
          </a:prstGeom>
        </p:spPr>
      </p:pic>
      <p:sp>
        <p:nvSpPr>
          <p:cNvPr id="19" name="Title 1">
            <a:extLst>
              <a:ext uri="{FF2B5EF4-FFF2-40B4-BE49-F238E27FC236}">
                <a16:creationId xmlns:a16="http://schemas.microsoft.com/office/drawing/2014/main" id="{0FAACCE4-5651-FD3D-19A4-BFFBCBEA52DD}"/>
              </a:ext>
            </a:extLst>
          </p:cNvPr>
          <p:cNvSpPr>
            <a:spLocks noGrp="1"/>
          </p:cNvSpPr>
          <p:nvPr>
            <p:ph type="ctrTitle"/>
          </p:nvPr>
        </p:nvSpPr>
        <p:spPr>
          <a:xfrm>
            <a:off x="381001" y="1472363"/>
            <a:ext cx="5715000" cy="1828800"/>
          </a:xfrm>
        </p:spPr>
        <p:txBody>
          <a:bodyPr lIns="0" tIns="0" rIns="0" bIns="0" anchor="b">
            <a:normAutofit/>
          </a:bodyPr>
          <a:lstStyle>
            <a:lvl1pPr marL="0" indent="0" algn="l">
              <a:lnSpc>
                <a:spcPct val="100000"/>
              </a:lnSpc>
              <a:spcBef>
                <a:spcPts val="0"/>
              </a:spcBef>
              <a:tabLst/>
              <a:defRPr sz="4800" b="0">
                <a:solidFill>
                  <a:schemeClr val="tx1"/>
                </a:solidFill>
                <a:latin typeface="Tenorite" panose="00000500000000000000" pitchFamily="2" charset="0"/>
                <a:cs typeface="Kalinga" panose="020B0502040204020203" pitchFamily="34" charset="0"/>
              </a:defRPr>
            </a:lvl1pPr>
          </a:lstStyle>
          <a:p>
            <a:r>
              <a:rPr lang="en-US"/>
              <a:t>Click to edit Master title style</a:t>
            </a:r>
          </a:p>
        </p:txBody>
      </p:sp>
      <p:sp>
        <p:nvSpPr>
          <p:cNvPr id="20" name="Subtitle 2">
            <a:extLst>
              <a:ext uri="{FF2B5EF4-FFF2-40B4-BE49-F238E27FC236}">
                <a16:creationId xmlns:a16="http://schemas.microsoft.com/office/drawing/2014/main" id="{9E112093-AAA0-F955-FA8B-78C4C8C407AF}"/>
              </a:ext>
            </a:extLst>
          </p:cNvPr>
          <p:cNvSpPr>
            <a:spLocks noGrp="1"/>
          </p:cNvSpPr>
          <p:nvPr>
            <p:ph type="subTitle" idx="1"/>
          </p:nvPr>
        </p:nvSpPr>
        <p:spPr>
          <a:xfrm>
            <a:off x="381001" y="3432771"/>
            <a:ext cx="5715000" cy="831141"/>
          </a:xfrm>
        </p:spPr>
        <p:txBody>
          <a:bodyPr lIns="0" tIns="0" rIns="0" bIns="0">
            <a:normAutofit/>
          </a:bodyPr>
          <a:lstStyle>
            <a:lvl1pPr marL="0" indent="0" algn="l">
              <a:lnSpc>
                <a:spcPct val="100000"/>
              </a:lnSpc>
              <a:spcBef>
                <a:spcPts val="0"/>
              </a:spcBef>
              <a:buFont typeface="Arial" panose="020B0604020202020204" pitchFamily="34" charset="0"/>
              <a:buNone/>
              <a:defRPr sz="1600">
                <a:solidFill>
                  <a:schemeClr val="tx1"/>
                </a:solidFill>
                <a:latin typeface="Tenorite"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6" name="Text Placeholder 10">
            <a:extLst>
              <a:ext uri="{FF2B5EF4-FFF2-40B4-BE49-F238E27FC236}">
                <a16:creationId xmlns:a16="http://schemas.microsoft.com/office/drawing/2014/main" id="{C8A43C30-4C4C-AA65-AB35-EE8FFD4D5CAF}"/>
              </a:ext>
            </a:extLst>
          </p:cNvPr>
          <p:cNvSpPr>
            <a:spLocks noGrp="1"/>
          </p:cNvSpPr>
          <p:nvPr>
            <p:ph type="body" sz="quarter" idx="10"/>
          </p:nvPr>
        </p:nvSpPr>
        <p:spPr>
          <a:xfrm>
            <a:off x="381000" y="5917774"/>
            <a:ext cx="1679947" cy="138499"/>
          </a:xfrm>
        </p:spPr>
        <p:txBody>
          <a:bodyPr wrap="none" lIns="0" tIns="0" rIns="0" bIns="0">
            <a:spAutoFit/>
          </a:bodyPr>
          <a:lstStyle>
            <a:lvl1pPr marL="0" indent="0">
              <a:buNone/>
              <a:defRPr sz="1000">
                <a:solidFill>
                  <a:schemeClr val="tx2"/>
                </a:solidFill>
                <a:latin typeface="Tenorite" panose="00000500000000000000" pitchFamily="2" charset="0"/>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sp>
        <p:nvSpPr>
          <p:cNvPr id="8" name="Oval 7">
            <a:extLst>
              <a:ext uri="{FF2B5EF4-FFF2-40B4-BE49-F238E27FC236}">
                <a16:creationId xmlns:a16="http://schemas.microsoft.com/office/drawing/2014/main" id="{8AC0C140-FB61-D75E-B744-75F265251898}"/>
              </a:ext>
            </a:extLst>
          </p:cNvPr>
          <p:cNvSpPr/>
          <p:nvPr userDrawn="1"/>
        </p:nvSpPr>
        <p:spPr>
          <a:xfrm rot="19800000">
            <a:off x="6397180" y="1326265"/>
            <a:ext cx="5044153" cy="5044151"/>
          </a:xfrm>
          <a:prstGeom prst="ellipse">
            <a:avLst/>
          </a:prstGeom>
          <a:gradFill flip="none" rotWithShape="1">
            <a:gsLst>
              <a:gs pos="0">
                <a:schemeClr val="accent3"/>
              </a:gs>
              <a:gs pos="100000">
                <a:schemeClr val="tx2"/>
              </a:gs>
            </a:gsLst>
            <a:lin ang="0" scaled="1"/>
            <a:tileRect/>
          </a:gradFill>
          <a:ln>
            <a:noFill/>
          </a:ln>
          <a:effectLst>
            <a:softEdge rad="571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1" name="Picture 20">
            <a:extLst>
              <a:ext uri="{FF2B5EF4-FFF2-40B4-BE49-F238E27FC236}">
                <a16:creationId xmlns:a16="http://schemas.microsoft.com/office/drawing/2014/main" id="{8C0FB9A5-A138-DB2E-7AA9-CF4AB7D87765}"/>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l="39769" t="10674" r="10162" b="14201"/>
          <a:stretch>
            <a:fillRect/>
          </a:stretch>
        </p:blipFill>
        <p:spPr>
          <a:xfrm>
            <a:off x="6477002" y="960598"/>
            <a:ext cx="4681131" cy="4681129"/>
          </a:xfrm>
          <a:prstGeom prst="ellipse">
            <a:avLst/>
          </a:prstGeom>
        </p:spPr>
      </p:pic>
      <p:pic>
        <p:nvPicPr>
          <p:cNvPr id="9" name="Graphic 8">
            <a:extLst>
              <a:ext uri="{FF2B5EF4-FFF2-40B4-BE49-F238E27FC236}">
                <a16:creationId xmlns:a16="http://schemas.microsoft.com/office/drawing/2014/main" id="{737182AC-9AE5-3338-D946-85C293F00FB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81000" y="395653"/>
            <a:ext cx="1256622" cy="394520"/>
          </a:xfrm>
          <a:prstGeom prst="rect">
            <a:avLst/>
          </a:prstGeom>
        </p:spPr>
      </p:pic>
      <p:sp>
        <p:nvSpPr>
          <p:cNvPr id="7" name="Date Placeholder 3">
            <a:extLst>
              <a:ext uri="{FF2B5EF4-FFF2-40B4-BE49-F238E27FC236}">
                <a16:creationId xmlns:a16="http://schemas.microsoft.com/office/drawing/2014/main" id="{D3ED520A-AB4C-F088-56E8-EE33DE083B29}"/>
              </a:ext>
            </a:extLst>
          </p:cNvPr>
          <p:cNvSpPr>
            <a:spLocks noGrp="1"/>
          </p:cNvSpPr>
          <p:nvPr>
            <p:ph type="dt" sz="half" idx="2"/>
          </p:nvPr>
        </p:nvSpPr>
        <p:spPr>
          <a:xfrm>
            <a:off x="381000" y="6298443"/>
            <a:ext cx="2670175" cy="206375"/>
          </a:xfrm>
          <a:prstGeom prst="rect">
            <a:avLst/>
          </a:prstGeom>
        </p:spPr>
        <p:txBody>
          <a:bodyPr vert="horz" lIns="0" tIns="45720" rIns="91440" bIns="45720" rtlCol="0" anchor="ctr"/>
          <a:lstStyle>
            <a:lvl1pPr algn="l">
              <a:defRPr sz="700" b="0" i="0">
                <a:solidFill>
                  <a:schemeClr val="tx1"/>
                </a:solidFill>
                <a:latin typeface="Tenorite" panose="00000500000000000000" pitchFamily="2" charset="0"/>
              </a:defRPr>
            </a:lvl1pPr>
          </a:lstStyle>
          <a:p>
            <a:r>
              <a:rPr lang="en-US"/>
              <a:t>© SYREN CLOUD INC – 2026 – ALL RIGHTS RESERVED</a:t>
            </a:r>
          </a:p>
        </p:txBody>
      </p:sp>
    </p:spTree>
    <p:extLst>
      <p:ext uri="{BB962C8B-B14F-4D97-AF65-F5344CB8AC3E}">
        <p14:creationId xmlns:p14="http://schemas.microsoft.com/office/powerpoint/2010/main" val="248387031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_Light">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C04E0B-7F46-F77A-9D5C-CACD08D855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EC88ECEF-E24B-D3A5-1375-70BE4BA25EE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966" y="378498"/>
            <a:ext cx="1252391" cy="393192"/>
          </a:xfrm>
          <a:prstGeom prst="rect">
            <a:avLst/>
          </a:prstGeom>
        </p:spPr>
      </p:pic>
      <p:pic>
        <p:nvPicPr>
          <p:cNvPr id="9" name="Picture 8">
            <a:extLst>
              <a:ext uri="{FF2B5EF4-FFF2-40B4-BE49-F238E27FC236}">
                <a16:creationId xmlns:a16="http://schemas.microsoft.com/office/drawing/2014/main" id="{010CAF1E-A4A5-20E6-A994-2AB53C76C4D7}"/>
              </a:ext>
            </a:extLst>
          </p:cNvPr>
          <p:cNvPicPr>
            <a:picLocks noChangeAspect="1"/>
          </p:cNvPicPr>
          <p:nvPr userDrawn="1"/>
        </p:nvPicPr>
        <p:blipFill>
          <a:blip r:embed="rId4"/>
          <a:srcRect r="23366" b="9124"/>
          <a:stretch>
            <a:fillRect/>
          </a:stretch>
        </p:blipFill>
        <p:spPr>
          <a:xfrm>
            <a:off x="6582832" y="162005"/>
            <a:ext cx="5609168" cy="6695996"/>
          </a:xfrm>
          <a:prstGeom prst="rect">
            <a:avLst/>
          </a:prstGeom>
        </p:spPr>
      </p:pic>
      <p:pic>
        <p:nvPicPr>
          <p:cNvPr id="2" name="Graphic 1">
            <a:extLst>
              <a:ext uri="{FF2B5EF4-FFF2-40B4-BE49-F238E27FC236}">
                <a16:creationId xmlns:a16="http://schemas.microsoft.com/office/drawing/2014/main" id="{E4C17DCC-72A3-F74B-C7CD-EEC0F66AEFA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38580"/>
            <a:ext cx="457200" cy="143540"/>
          </a:xfrm>
          <a:prstGeom prst="rect">
            <a:avLst/>
          </a:prstGeom>
        </p:spPr>
      </p:pic>
      <p:sp>
        <p:nvSpPr>
          <p:cNvPr id="6" name="Slide Number Placeholder 5">
            <a:extLst>
              <a:ext uri="{FF2B5EF4-FFF2-40B4-BE49-F238E27FC236}">
                <a16:creationId xmlns:a16="http://schemas.microsoft.com/office/drawing/2014/main" id="{95424C6B-F9C8-2389-D900-E7507017E6D1}"/>
              </a:ext>
            </a:extLst>
          </p:cNvPr>
          <p:cNvSpPr>
            <a:spLocks noGrp="1"/>
          </p:cNvSpPr>
          <p:nvPr>
            <p:ph type="sldNum" sz="quarter" idx="4"/>
          </p:nvPr>
        </p:nvSpPr>
        <p:spPr>
          <a:xfrm>
            <a:off x="9067800" y="6538580"/>
            <a:ext cx="2743200" cy="174958"/>
          </a:xfrm>
          <a:prstGeom prst="rect">
            <a:avLst/>
          </a:prstGeom>
        </p:spPr>
        <p:txBody>
          <a:bodyPr vert="horz" lIns="91440" tIns="45720" rIns="0" bIns="45720" rtlCol="0" anchor="ctr"/>
          <a:lstStyle>
            <a:lvl1pPr algn="r">
              <a:defRPr sz="700" b="0" i="0">
                <a:solidFill>
                  <a:schemeClr val="accent4"/>
                </a:solidFill>
                <a:latin typeface="Tenorite" panose="00000500000000000000" pitchFamily="2" charset="0"/>
              </a:defRPr>
            </a:lvl1pPr>
          </a:lstStyle>
          <a:p>
            <a:fld id="{330EA680-D336-4FF7-8B7A-9848BB0A1C32}" type="slidenum">
              <a:rPr lang="en-US" smtClean="0"/>
              <a:pPr/>
              <a:t>‹#›</a:t>
            </a:fld>
            <a:endParaRPr lang="en-US"/>
          </a:p>
        </p:txBody>
      </p:sp>
      <p:sp>
        <p:nvSpPr>
          <p:cNvPr id="8" name="Date Placeholder 3">
            <a:extLst>
              <a:ext uri="{FF2B5EF4-FFF2-40B4-BE49-F238E27FC236}">
                <a16:creationId xmlns:a16="http://schemas.microsoft.com/office/drawing/2014/main" id="{C0E854BE-0B6E-BBC8-7571-FE50D96BFEFC}"/>
              </a:ext>
            </a:extLst>
          </p:cNvPr>
          <p:cNvSpPr>
            <a:spLocks noGrp="1"/>
          </p:cNvSpPr>
          <p:nvPr>
            <p:ph type="dt" sz="half" idx="2"/>
          </p:nvPr>
        </p:nvSpPr>
        <p:spPr>
          <a:xfrm>
            <a:off x="930274" y="6538580"/>
            <a:ext cx="2670175" cy="174958"/>
          </a:xfrm>
          <a:prstGeom prst="rect">
            <a:avLst/>
          </a:prstGeom>
        </p:spPr>
        <p:txBody>
          <a:bodyPr vert="horz" lIns="0" tIns="45720" rIns="91440" bIns="45720" rtlCol="0" anchor="ctr"/>
          <a:lstStyle>
            <a:lvl1pPr algn="l">
              <a:defRPr sz="700" b="0" i="0">
                <a:solidFill>
                  <a:schemeClr val="accent4"/>
                </a:solidFill>
                <a:latin typeface="Tenorite" panose="00000500000000000000" pitchFamily="2" charset="0"/>
              </a:defRPr>
            </a:lvl1pPr>
          </a:lstStyle>
          <a:p>
            <a:r>
              <a:rPr lang="en-US"/>
              <a:t>© SYREN CLOUD INC – 2026 – ALL RIGHTS RESERVED</a:t>
            </a:r>
            <a:endParaRPr lang="en-US" sz="700"/>
          </a:p>
        </p:txBody>
      </p:sp>
    </p:spTree>
    <p:extLst>
      <p:ext uri="{BB962C8B-B14F-4D97-AF65-F5344CB8AC3E}">
        <p14:creationId xmlns:p14="http://schemas.microsoft.com/office/powerpoint/2010/main" val="3330140466"/>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Break_Dark">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42464A0-709C-F76E-C599-8075C9B6C5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5" name="Graphic 24">
            <a:extLst>
              <a:ext uri="{FF2B5EF4-FFF2-40B4-BE49-F238E27FC236}">
                <a16:creationId xmlns:a16="http://schemas.microsoft.com/office/drawing/2014/main" id="{6C6DEE5D-FB18-A131-508F-D35F3AAC8E5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395653"/>
            <a:ext cx="1256622" cy="394520"/>
          </a:xfrm>
          <a:prstGeom prst="rect">
            <a:avLst/>
          </a:prstGeom>
        </p:spPr>
      </p:pic>
      <p:pic>
        <p:nvPicPr>
          <p:cNvPr id="5" name="Picture 4">
            <a:extLst>
              <a:ext uri="{FF2B5EF4-FFF2-40B4-BE49-F238E27FC236}">
                <a16:creationId xmlns:a16="http://schemas.microsoft.com/office/drawing/2014/main" id="{7D661AE3-3420-2B79-1F5E-C61978BCCC6A}"/>
              </a:ext>
            </a:extLst>
          </p:cNvPr>
          <p:cNvPicPr>
            <a:picLocks noChangeAspect="1"/>
          </p:cNvPicPr>
          <p:nvPr userDrawn="1"/>
        </p:nvPicPr>
        <p:blipFill>
          <a:blip r:embed="rId4"/>
          <a:srcRect r="23366" b="9124"/>
          <a:stretch>
            <a:fillRect/>
          </a:stretch>
        </p:blipFill>
        <p:spPr>
          <a:xfrm>
            <a:off x="6582832" y="162005"/>
            <a:ext cx="5609168" cy="6695996"/>
          </a:xfrm>
          <a:prstGeom prst="rect">
            <a:avLst/>
          </a:prstGeom>
        </p:spPr>
      </p:pic>
      <p:sp>
        <p:nvSpPr>
          <p:cNvPr id="3" name="Slide Number Placeholder 5">
            <a:extLst>
              <a:ext uri="{FF2B5EF4-FFF2-40B4-BE49-F238E27FC236}">
                <a16:creationId xmlns:a16="http://schemas.microsoft.com/office/drawing/2014/main" id="{0D14A837-FA07-F64A-BF8F-E5A15A76BE76}"/>
              </a:ext>
            </a:extLst>
          </p:cNvPr>
          <p:cNvSpPr>
            <a:spLocks noGrp="1"/>
          </p:cNvSpPr>
          <p:nvPr>
            <p:ph type="sldNum" sz="quarter" idx="4"/>
          </p:nvPr>
        </p:nvSpPr>
        <p:spPr>
          <a:xfrm>
            <a:off x="9067800" y="6507163"/>
            <a:ext cx="2743200" cy="206375"/>
          </a:xfrm>
          <a:prstGeom prst="rect">
            <a:avLst/>
          </a:prstGeom>
        </p:spPr>
        <p:txBody>
          <a:bodyPr vert="horz" lIns="91440" tIns="45720" rIns="0" bIns="45720" rtlCol="0" anchor="ctr"/>
          <a:lstStyle>
            <a:lvl1pPr algn="r">
              <a:defRPr sz="700" b="0" i="0">
                <a:solidFill>
                  <a:schemeClr val="tx1"/>
                </a:solidFill>
                <a:latin typeface="Tenorite" panose="00000500000000000000" pitchFamily="2" charset="0"/>
              </a:defRPr>
            </a:lvl1pPr>
          </a:lstStyle>
          <a:p>
            <a:fld id="{330EA680-D336-4FF7-8B7A-9848BB0A1C32}" type="slidenum">
              <a:rPr lang="en-US" smtClean="0"/>
              <a:pPr/>
              <a:t>‹#›</a:t>
            </a:fld>
            <a:endParaRPr lang="en-US"/>
          </a:p>
        </p:txBody>
      </p:sp>
      <p:sp>
        <p:nvSpPr>
          <p:cNvPr id="4" name="Date Placeholder 3">
            <a:extLst>
              <a:ext uri="{FF2B5EF4-FFF2-40B4-BE49-F238E27FC236}">
                <a16:creationId xmlns:a16="http://schemas.microsoft.com/office/drawing/2014/main" id="{DA49823A-A265-8759-0B5C-209F627332D3}"/>
              </a:ext>
            </a:extLst>
          </p:cNvPr>
          <p:cNvSpPr>
            <a:spLocks noGrp="1"/>
          </p:cNvSpPr>
          <p:nvPr>
            <p:ph type="dt" sz="half" idx="2"/>
          </p:nvPr>
        </p:nvSpPr>
        <p:spPr>
          <a:xfrm>
            <a:off x="930274" y="6507163"/>
            <a:ext cx="2670175" cy="206375"/>
          </a:xfrm>
          <a:prstGeom prst="rect">
            <a:avLst/>
          </a:prstGeom>
        </p:spPr>
        <p:txBody>
          <a:bodyPr vert="horz" lIns="0" tIns="45720" rIns="91440" bIns="45720" rtlCol="0" anchor="ctr"/>
          <a:lstStyle>
            <a:lvl1pPr algn="l">
              <a:defRPr sz="700" b="0" i="0">
                <a:solidFill>
                  <a:schemeClr val="tx1"/>
                </a:solidFill>
                <a:latin typeface="Tenorite" panose="00000500000000000000" pitchFamily="2" charset="0"/>
              </a:defRPr>
            </a:lvl1pPr>
          </a:lstStyle>
          <a:p>
            <a:r>
              <a:rPr lang="en-US"/>
              <a:t>© SYREN CLOUD INC – 2026 – ALL RIGHTS RESERVED</a:t>
            </a:r>
          </a:p>
        </p:txBody>
      </p:sp>
      <p:pic>
        <p:nvPicPr>
          <p:cNvPr id="7" name="Graphic 6">
            <a:extLst>
              <a:ext uri="{FF2B5EF4-FFF2-40B4-BE49-F238E27FC236}">
                <a16:creationId xmlns:a16="http://schemas.microsoft.com/office/drawing/2014/main" id="{AE004862-E218-CC84-D51B-E99765CAA3E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38580"/>
            <a:ext cx="457200" cy="143540"/>
          </a:xfrm>
          <a:prstGeom prst="rect">
            <a:avLst/>
          </a:prstGeom>
        </p:spPr>
      </p:pic>
    </p:spTree>
    <p:extLst>
      <p:ext uri="{BB962C8B-B14F-4D97-AF65-F5344CB8AC3E}">
        <p14:creationId xmlns:p14="http://schemas.microsoft.com/office/powerpoint/2010/main" val="223884021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Section Break_Dark">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42464A0-709C-F76E-C599-8075C9B6C5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5" name="Graphic 24">
            <a:extLst>
              <a:ext uri="{FF2B5EF4-FFF2-40B4-BE49-F238E27FC236}">
                <a16:creationId xmlns:a16="http://schemas.microsoft.com/office/drawing/2014/main" id="{6C6DEE5D-FB18-A131-508F-D35F3AAC8E5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395653"/>
            <a:ext cx="1256622" cy="394520"/>
          </a:xfrm>
          <a:prstGeom prst="rect">
            <a:avLst/>
          </a:prstGeom>
        </p:spPr>
      </p:pic>
      <p:pic>
        <p:nvPicPr>
          <p:cNvPr id="5" name="Picture 4">
            <a:extLst>
              <a:ext uri="{FF2B5EF4-FFF2-40B4-BE49-F238E27FC236}">
                <a16:creationId xmlns:a16="http://schemas.microsoft.com/office/drawing/2014/main" id="{7D661AE3-3420-2B79-1F5E-C61978BCCC6A}"/>
              </a:ext>
            </a:extLst>
          </p:cNvPr>
          <p:cNvPicPr>
            <a:picLocks noChangeAspect="1"/>
          </p:cNvPicPr>
          <p:nvPr userDrawn="1"/>
        </p:nvPicPr>
        <p:blipFill>
          <a:blip r:embed="rId4"/>
          <a:srcRect r="23366" b="9124"/>
          <a:stretch>
            <a:fillRect/>
          </a:stretch>
        </p:blipFill>
        <p:spPr>
          <a:xfrm>
            <a:off x="6582832" y="162005"/>
            <a:ext cx="5609168" cy="6695996"/>
          </a:xfrm>
          <a:prstGeom prst="rect">
            <a:avLst/>
          </a:prstGeom>
        </p:spPr>
      </p:pic>
    </p:spTree>
    <p:extLst>
      <p:ext uri="{BB962C8B-B14F-4D97-AF65-F5344CB8AC3E}">
        <p14:creationId xmlns:p14="http://schemas.microsoft.com/office/powerpoint/2010/main" val="843564132"/>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Layout">
    <p:bg>
      <p:bgPr>
        <a:solidFill>
          <a:schemeClr val="tx1"/>
        </a:solidFill>
        <a:effectLst/>
      </p:bgPr>
    </p:bg>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F1D738FB-F33F-BD8D-BE34-F1ED7F4EDA2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t="41946" b="15147"/>
          <a:stretch>
            <a:fillRect/>
          </a:stretch>
        </p:blipFill>
        <p:spPr>
          <a:xfrm>
            <a:off x="0" y="3915383"/>
            <a:ext cx="12192000" cy="2942617"/>
          </a:xfrm>
          <a:prstGeom prst="rect">
            <a:avLst/>
          </a:prstGeom>
        </p:spPr>
      </p:pic>
      <p:cxnSp>
        <p:nvCxnSpPr>
          <p:cNvPr id="10" name="Straight Connector 9">
            <a:extLst>
              <a:ext uri="{FF2B5EF4-FFF2-40B4-BE49-F238E27FC236}">
                <a16:creationId xmlns:a16="http://schemas.microsoft.com/office/drawing/2014/main" id="{75483841-FD43-AEBE-3F88-028120884B1E}"/>
              </a:ext>
            </a:extLst>
          </p:cNvPr>
          <p:cNvCxnSpPr>
            <a:cxnSpLocks/>
          </p:cNvCxnSpPr>
          <p:nvPr userDrawn="1"/>
        </p:nvCxnSpPr>
        <p:spPr>
          <a:xfrm>
            <a:off x="381000" y="896897"/>
            <a:ext cx="451866" cy="0"/>
          </a:xfrm>
          <a:prstGeom prst="line">
            <a:avLst/>
          </a:prstGeom>
          <a:ln w="19050">
            <a:solidFill>
              <a:schemeClr val="tx2"/>
            </a:solidFill>
          </a:ln>
        </p:spPr>
        <p:style>
          <a:lnRef idx="2">
            <a:schemeClr val="accent1"/>
          </a:lnRef>
          <a:fillRef idx="0">
            <a:schemeClr val="accent1"/>
          </a:fillRef>
          <a:effectRef idx="1">
            <a:schemeClr val="accent1"/>
          </a:effectRef>
          <a:fontRef idx="minor">
            <a:schemeClr val="tx1"/>
          </a:fontRef>
        </p:style>
      </p:cxnSp>
      <p:sp>
        <p:nvSpPr>
          <p:cNvPr id="31" name="Title 1">
            <a:extLst>
              <a:ext uri="{FF2B5EF4-FFF2-40B4-BE49-F238E27FC236}">
                <a16:creationId xmlns:a16="http://schemas.microsoft.com/office/drawing/2014/main" id="{49C4E324-EDAA-E5FA-05DA-A70174F42972}"/>
              </a:ext>
            </a:extLst>
          </p:cNvPr>
          <p:cNvSpPr>
            <a:spLocks noGrp="1"/>
          </p:cNvSpPr>
          <p:nvPr>
            <p:ph type="title"/>
          </p:nvPr>
        </p:nvSpPr>
        <p:spPr>
          <a:xfrm>
            <a:off x="381000" y="317499"/>
            <a:ext cx="11468100" cy="498598"/>
          </a:xfrm>
          <a:noFill/>
        </p:spPr>
        <p:txBody>
          <a:bodyPr wrap="square" lIns="0" tIns="0" rIns="0" bIns="0" rtlCol="0">
            <a:spAutoFit/>
          </a:bodyPr>
          <a:lstStyle>
            <a:lvl1pPr>
              <a:defRPr lang="en-US" sz="3600" b="1" dirty="0">
                <a:solidFill>
                  <a:schemeClr val="accent4"/>
                </a:solidFill>
                <a:latin typeface="Tenorite" panose="00000500000000000000" pitchFamily="2" charset="0"/>
                <a:ea typeface="+mn-ea"/>
                <a:cs typeface="+mn-cs"/>
              </a:defRPr>
            </a:lvl1pPr>
          </a:lstStyle>
          <a:p>
            <a:pPr marL="0" lvl="0"/>
            <a:r>
              <a:rPr lang="en-US"/>
              <a:t>Click to edit Master title style</a:t>
            </a:r>
          </a:p>
        </p:txBody>
      </p:sp>
      <p:sp>
        <p:nvSpPr>
          <p:cNvPr id="3" name="Slide Number Placeholder 5">
            <a:extLst>
              <a:ext uri="{FF2B5EF4-FFF2-40B4-BE49-F238E27FC236}">
                <a16:creationId xmlns:a16="http://schemas.microsoft.com/office/drawing/2014/main" id="{A77B272A-2FEC-3CF7-225F-0366261642A2}"/>
              </a:ext>
            </a:extLst>
          </p:cNvPr>
          <p:cNvSpPr>
            <a:spLocks noGrp="1"/>
          </p:cNvSpPr>
          <p:nvPr>
            <p:ph type="sldNum" sz="quarter" idx="4"/>
          </p:nvPr>
        </p:nvSpPr>
        <p:spPr>
          <a:xfrm>
            <a:off x="9067800" y="6538580"/>
            <a:ext cx="2743200" cy="174958"/>
          </a:xfrm>
          <a:prstGeom prst="rect">
            <a:avLst/>
          </a:prstGeom>
        </p:spPr>
        <p:txBody>
          <a:bodyPr vert="horz" lIns="91440" tIns="45720" rIns="0" bIns="45720" rtlCol="0" anchor="ctr"/>
          <a:lstStyle>
            <a:lvl1pPr algn="r">
              <a:defRPr sz="700" b="0" i="0">
                <a:solidFill>
                  <a:schemeClr val="accent4"/>
                </a:solidFill>
                <a:latin typeface="Tenorite" panose="00000500000000000000" pitchFamily="2" charset="0"/>
              </a:defRPr>
            </a:lvl1pPr>
          </a:lstStyle>
          <a:p>
            <a:fld id="{330EA680-D336-4FF7-8B7A-9848BB0A1C32}" type="slidenum">
              <a:rPr lang="en-US" smtClean="0"/>
              <a:pPr/>
              <a:t>‹#›</a:t>
            </a:fld>
            <a:endParaRPr lang="en-US"/>
          </a:p>
        </p:txBody>
      </p:sp>
      <p:sp>
        <p:nvSpPr>
          <p:cNvPr id="4" name="Date Placeholder 3">
            <a:extLst>
              <a:ext uri="{FF2B5EF4-FFF2-40B4-BE49-F238E27FC236}">
                <a16:creationId xmlns:a16="http://schemas.microsoft.com/office/drawing/2014/main" id="{6F1E60E2-50A5-E7EA-417A-E3DBCF14079E}"/>
              </a:ext>
            </a:extLst>
          </p:cNvPr>
          <p:cNvSpPr>
            <a:spLocks noGrp="1"/>
          </p:cNvSpPr>
          <p:nvPr>
            <p:ph type="dt" sz="half" idx="2"/>
          </p:nvPr>
        </p:nvSpPr>
        <p:spPr>
          <a:xfrm>
            <a:off x="930274" y="6538580"/>
            <a:ext cx="2670175" cy="174958"/>
          </a:xfrm>
          <a:prstGeom prst="rect">
            <a:avLst/>
          </a:prstGeom>
        </p:spPr>
        <p:txBody>
          <a:bodyPr vert="horz" lIns="0" tIns="45720" rIns="91440" bIns="45720" rtlCol="0" anchor="ctr"/>
          <a:lstStyle>
            <a:lvl1pPr algn="l">
              <a:defRPr sz="700" b="0" i="0">
                <a:solidFill>
                  <a:schemeClr val="accent4"/>
                </a:solidFill>
                <a:latin typeface="Tenorite" panose="00000500000000000000" pitchFamily="2" charset="0"/>
              </a:defRPr>
            </a:lvl1pPr>
          </a:lstStyle>
          <a:p>
            <a:r>
              <a:rPr lang="en-US"/>
              <a:t>© SYREN CLOUD INC – 2026 – ALL RIGHTS RESERVED</a:t>
            </a:r>
            <a:endParaRPr lang="en-US" sz="700"/>
          </a:p>
        </p:txBody>
      </p:sp>
      <p:pic>
        <p:nvPicPr>
          <p:cNvPr id="8" name="Graphic 7">
            <a:extLst>
              <a:ext uri="{FF2B5EF4-FFF2-40B4-BE49-F238E27FC236}">
                <a16:creationId xmlns:a16="http://schemas.microsoft.com/office/drawing/2014/main" id="{68AB3D11-3C2C-93E0-A9EF-ED3441BEB0F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38580"/>
            <a:ext cx="457200" cy="143540"/>
          </a:xfrm>
          <a:prstGeom prst="rect">
            <a:avLst/>
          </a:prstGeom>
        </p:spPr>
      </p:pic>
    </p:spTree>
    <p:extLst>
      <p:ext uri="{BB962C8B-B14F-4D97-AF65-F5344CB8AC3E}">
        <p14:creationId xmlns:p14="http://schemas.microsoft.com/office/powerpoint/2010/main" val="1522563793"/>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Content Layout">
    <p:bg>
      <p:bgPr>
        <a:solidFill>
          <a:schemeClr val="tx1"/>
        </a:solid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CE893AD8-C867-5BD8-E685-CABED1AFC99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6" name="Picture 25">
            <a:extLst>
              <a:ext uri="{FF2B5EF4-FFF2-40B4-BE49-F238E27FC236}">
                <a16:creationId xmlns:a16="http://schemas.microsoft.com/office/drawing/2014/main" id="{F1D738FB-F33F-BD8D-BE34-F1ED7F4EDA2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41946" b="15147"/>
          <a:stretch>
            <a:fillRect/>
          </a:stretch>
        </p:blipFill>
        <p:spPr>
          <a:xfrm>
            <a:off x="0" y="3915383"/>
            <a:ext cx="12192000" cy="2942617"/>
          </a:xfrm>
          <a:prstGeom prst="rect">
            <a:avLst/>
          </a:prstGeom>
        </p:spPr>
      </p:pic>
      <p:sp>
        <p:nvSpPr>
          <p:cNvPr id="31" name="Title 1">
            <a:extLst>
              <a:ext uri="{FF2B5EF4-FFF2-40B4-BE49-F238E27FC236}">
                <a16:creationId xmlns:a16="http://schemas.microsoft.com/office/drawing/2014/main" id="{49C4E324-EDAA-E5FA-05DA-A70174F42972}"/>
              </a:ext>
            </a:extLst>
          </p:cNvPr>
          <p:cNvSpPr>
            <a:spLocks noGrp="1"/>
          </p:cNvSpPr>
          <p:nvPr>
            <p:ph type="title" hasCustomPrompt="1"/>
          </p:nvPr>
        </p:nvSpPr>
        <p:spPr>
          <a:xfrm>
            <a:off x="381000" y="315656"/>
            <a:ext cx="11468100" cy="997196"/>
          </a:xfrm>
          <a:noFill/>
        </p:spPr>
        <p:txBody>
          <a:bodyPr vert="horz" wrap="square" lIns="0" tIns="0" rIns="0" bIns="0" rtlCol="0" anchor="t" anchorCtr="0">
            <a:spAutoFit/>
          </a:bodyPr>
          <a:lstStyle>
            <a:lvl1pPr>
              <a:defRPr lang="en-US" sz="3600" b="1" dirty="0">
                <a:ea typeface="+mn-ea"/>
                <a:cs typeface="+mn-cs"/>
              </a:defRPr>
            </a:lvl1pPr>
          </a:lstStyle>
          <a:p>
            <a:pPr marL="0" lvl="0"/>
            <a:r>
              <a:rPr lang="en-US"/>
              <a:t>Click to edit Master title style</a:t>
            </a:r>
            <a:br>
              <a:rPr lang="en-US"/>
            </a:br>
            <a:endParaRPr lang="en-US"/>
          </a:p>
        </p:txBody>
      </p:sp>
      <p:cxnSp>
        <p:nvCxnSpPr>
          <p:cNvPr id="2" name="Straight Connector 1">
            <a:extLst>
              <a:ext uri="{FF2B5EF4-FFF2-40B4-BE49-F238E27FC236}">
                <a16:creationId xmlns:a16="http://schemas.microsoft.com/office/drawing/2014/main" id="{75483841-FD43-AEBE-3F88-028120884B1E}"/>
              </a:ext>
            </a:extLst>
          </p:cNvPr>
          <p:cNvCxnSpPr>
            <a:cxnSpLocks/>
          </p:cNvCxnSpPr>
          <p:nvPr userDrawn="1"/>
        </p:nvCxnSpPr>
        <p:spPr>
          <a:xfrm>
            <a:off x="381000" y="1379497"/>
            <a:ext cx="451866" cy="0"/>
          </a:xfrm>
          <a:prstGeom prst="line">
            <a:avLst/>
          </a:prstGeom>
          <a:ln w="19050">
            <a:solidFill>
              <a:schemeClr val="tx2"/>
            </a:solidFill>
          </a:ln>
        </p:spPr>
        <p:style>
          <a:lnRef idx="2">
            <a:schemeClr val="accent1"/>
          </a:lnRef>
          <a:fillRef idx="0">
            <a:schemeClr val="accent1"/>
          </a:fillRef>
          <a:effectRef idx="1">
            <a:schemeClr val="accent1"/>
          </a:effectRef>
          <a:fontRef idx="minor">
            <a:schemeClr val="tx1"/>
          </a:fontRef>
        </p:style>
      </p:cxnSp>
      <p:sp>
        <p:nvSpPr>
          <p:cNvPr id="5" name="Slide Number Placeholder 5">
            <a:extLst>
              <a:ext uri="{FF2B5EF4-FFF2-40B4-BE49-F238E27FC236}">
                <a16:creationId xmlns:a16="http://schemas.microsoft.com/office/drawing/2014/main" id="{90634A35-4AF8-9CFA-638B-68AEF5912644}"/>
              </a:ext>
            </a:extLst>
          </p:cNvPr>
          <p:cNvSpPr>
            <a:spLocks noGrp="1"/>
          </p:cNvSpPr>
          <p:nvPr>
            <p:ph type="sldNum" sz="quarter" idx="4"/>
          </p:nvPr>
        </p:nvSpPr>
        <p:spPr>
          <a:xfrm>
            <a:off x="9067800" y="6538580"/>
            <a:ext cx="2743200" cy="174958"/>
          </a:xfrm>
          <a:prstGeom prst="rect">
            <a:avLst/>
          </a:prstGeom>
        </p:spPr>
        <p:txBody>
          <a:bodyPr vert="horz" lIns="91440" tIns="45720" rIns="0" bIns="45720" rtlCol="0" anchor="ctr"/>
          <a:lstStyle>
            <a:lvl1pPr algn="r">
              <a:defRPr sz="700" b="0" i="0">
                <a:solidFill>
                  <a:schemeClr val="accent4"/>
                </a:solidFill>
                <a:latin typeface="Tenorite" panose="00000500000000000000" pitchFamily="2" charset="0"/>
              </a:defRPr>
            </a:lvl1pPr>
          </a:lstStyle>
          <a:p>
            <a:fld id="{330EA680-D336-4FF7-8B7A-9848BB0A1C32}" type="slidenum">
              <a:rPr lang="en-US" smtClean="0"/>
              <a:pPr/>
              <a:t>‹#›</a:t>
            </a:fld>
            <a:endParaRPr lang="en-US"/>
          </a:p>
        </p:txBody>
      </p:sp>
      <p:sp>
        <p:nvSpPr>
          <p:cNvPr id="6" name="Date Placeholder 3">
            <a:extLst>
              <a:ext uri="{FF2B5EF4-FFF2-40B4-BE49-F238E27FC236}">
                <a16:creationId xmlns:a16="http://schemas.microsoft.com/office/drawing/2014/main" id="{CFEB6FAF-0974-1DA2-16B8-B843B3E6FCE7}"/>
              </a:ext>
            </a:extLst>
          </p:cNvPr>
          <p:cNvSpPr>
            <a:spLocks noGrp="1"/>
          </p:cNvSpPr>
          <p:nvPr>
            <p:ph type="dt" sz="half" idx="2"/>
          </p:nvPr>
        </p:nvSpPr>
        <p:spPr>
          <a:xfrm>
            <a:off x="930274" y="6538580"/>
            <a:ext cx="2670175" cy="174958"/>
          </a:xfrm>
          <a:prstGeom prst="rect">
            <a:avLst/>
          </a:prstGeom>
        </p:spPr>
        <p:txBody>
          <a:bodyPr vert="horz" lIns="0" tIns="45720" rIns="91440" bIns="45720" rtlCol="0" anchor="ctr"/>
          <a:lstStyle>
            <a:lvl1pPr algn="l">
              <a:defRPr sz="700" b="0" i="0">
                <a:solidFill>
                  <a:schemeClr val="accent4"/>
                </a:solidFill>
                <a:latin typeface="Tenorite" panose="00000500000000000000" pitchFamily="2" charset="0"/>
              </a:defRPr>
            </a:lvl1pPr>
          </a:lstStyle>
          <a:p>
            <a:r>
              <a:rPr lang="en-US"/>
              <a:t>© SYREN CLOUD INC – 2026 – ALL RIGHTS RESERVED</a:t>
            </a:r>
            <a:endParaRPr lang="en-US" sz="700"/>
          </a:p>
        </p:txBody>
      </p:sp>
      <p:pic>
        <p:nvPicPr>
          <p:cNvPr id="8" name="Graphic 7">
            <a:extLst>
              <a:ext uri="{FF2B5EF4-FFF2-40B4-BE49-F238E27FC236}">
                <a16:creationId xmlns:a16="http://schemas.microsoft.com/office/drawing/2014/main" id="{81024804-B218-09EA-584F-92E81403711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1000" y="6538580"/>
            <a:ext cx="457200" cy="143540"/>
          </a:xfrm>
          <a:prstGeom prst="rect">
            <a:avLst/>
          </a:prstGeom>
        </p:spPr>
      </p:pic>
    </p:spTree>
    <p:extLst>
      <p:ext uri="{BB962C8B-B14F-4D97-AF65-F5344CB8AC3E}">
        <p14:creationId xmlns:p14="http://schemas.microsoft.com/office/powerpoint/2010/main" val="2176473466"/>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Light">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D95D51B-3A6F-3114-9A30-C4A0A3C5B5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33F3ED7-011A-8DC5-AFA6-169A845ED6FC}"/>
              </a:ext>
            </a:extLst>
          </p:cNvPr>
          <p:cNvSpPr>
            <a:spLocks noGrp="1"/>
          </p:cNvSpPr>
          <p:nvPr>
            <p:ph type="ctrTitle"/>
          </p:nvPr>
        </p:nvSpPr>
        <p:spPr>
          <a:xfrm>
            <a:off x="381000" y="2817586"/>
            <a:ext cx="5887453" cy="1222827"/>
          </a:xfrm>
        </p:spPr>
        <p:txBody>
          <a:bodyPr lIns="0" anchor="t">
            <a:normAutofit/>
          </a:bodyPr>
          <a:lstStyle>
            <a:lvl1pPr marL="6350" indent="0" algn="l">
              <a:tabLst/>
              <a:defRPr sz="4000">
                <a:solidFill>
                  <a:schemeClr val="bg1"/>
                </a:solidFill>
                <a:latin typeface="Tenorite" panose="00000500000000000000" pitchFamily="2" charset="0"/>
              </a:defRPr>
            </a:lvl1pPr>
          </a:lstStyle>
          <a:p>
            <a:r>
              <a:rPr lang="en-US"/>
              <a:t>Click to edit Master title style</a:t>
            </a:r>
          </a:p>
        </p:txBody>
      </p:sp>
      <p:pic>
        <p:nvPicPr>
          <p:cNvPr id="13" name="Picture 12">
            <a:extLst>
              <a:ext uri="{FF2B5EF4-FFF2-40B4-BE49-F238E27FC236}">
                <a16:creationId xmlns:a16="http://schemas.microsoft.com/office/drawing/2014/main" id="{A405EEEF-15DC-FC13-916C-2FFC236FE819}"/>
              </a:ext>
            </a:extLst>
          </p:cNvPr>
          <p:cNvPicPr>
            <a:picLocks noChangeAspect="1"/>
          </p:cNvPicPr>
          <p:nvPr userDrawn="1"/>
        </p:nvPicPr>
        <p:blipFill>
          <a:blip r:embed="rId3"/>
          <a:srcRect r="23366" b="9124"/>
          <a:stretch>
            <a:fillRect/>
          </a:stretch>
        </p:blipFill>
        <p:spPr>
          <a:xfrm>
            <a:off x="6582832" y="162005"/>
            <a:ext cx="5609168" cy="6695996"/>
          </a:xfrm>
          <a:prstGeom prst="rect">
            <a:avLst/>
          </a:prstGeom>
        </p:spPr>
      </p:pic>
    </p:spTree>
    <p:extLst>
      <p:ext uri="{BB962C8B-B14F-4D97-AF65-F5344CB8AC3E}">
        <p14:creationId xmlns:p14="http://schemas.microsoft.com/office/powerpoint/2010/main" val="241361876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Slide Light">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A2F5AB1-453A-A73D-4183-546E52C737E5}"/>
              </a:ext>
            </a:extLst>
          </p:cNvPr>
          <p:cNvPicPr>
            <a:picLocks noChangeAspect="1"/>
          </p:cNvPicPr>
          <p:nvPr userDrawn="1"/>
        </p:nvPicPr>
        <p:blipFill>
          <a:blip r:embed="rId2" cstate="print">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22" name="Group 21">
            <a:extLst>
              <a:ext uri="{FF2B5EF4-FFF2-40B4-BE49-F238E27FC236}">
                <a16:creationId xmlns:a16="http://schemas.microsoft.com/office/drawing/2014/main" id="{3F41F469-D93E-6727-9671-49949F0157D7}"/>
              </a:ext>
            </a:extLst>
          </p:cNvPr>
          <p:cNvGrpSpPr/>
          <p:nvPr userDrawn="1"/>
        </p:nvGrpSpPr>
        <p:grpSpPr>
          <a:xfrm>
            <a:off x="7497522" y="333628"/>
            <a:ext cx="5783579" cy="5821029"/>
            <a:chOff x="6316133" y="208324"/>
            <a:chExt cx="7273786" cy="7320885"/>
          </a:xfrm>
        </p:grpSpPr>
        <p:sp>
          <p:nvSpPr>
            <p:cNvPr id="23" name="Oval 22">
              <a:extLst>
                <a:ext uri="{FF2B5EF4-FFF2-40B4-BE49-F238E27FC236}">
                  <a16:creationId xmlns:a16="http://schemas.microsoft.com/office/drawing/2014/main" id="{48E0673D-4C64-6539-83D5-A2A0090C6DE9}"/>
                </a:ext>
              </a:extLst>
            </p:cNvPr>
            <p:cNvSpPr/>
            <p:nvPr userDrawn="1"/>
          </p:nvSpPr>
          <p:spPr>
            <a:xfrm>
              <a:off x="6316133" y="208324"/>
              <a:ext cx="7273786" cy="7320885"/>
            </a:xfrm>
            <a:prstGeom prst="ellipse">
              <a:avLst/>
            </a:prstGeom>
            <a:no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F95C1D19-BF82-1DA9-153C-942794FBB687}"/>
                </a:ext>
              </a:extLst>
            </p:cNvPr>
            <p:cNvSpPr/>
            <p:nvPr/>
          </p:nvSpPr>
          <p:spPr>
            <a:xfrm>
              <a:off x="6366933" y="2421467"/>
              <a:ext cx="3249462" cy="3247813"/>
            </a:xfrm>
            <a:prstGeom prst="ellipse">
              <a:avLst/>
            </a:prstGeom>
            <a:no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8FD61648-EC14-83D2-1DFD-BBB0FEEB28E5}"/>
                </a:ext>
              </a:extLst>
            </p:cNvPr>
            <p:cNvSpPr/>
            <p:nvPr/>
          </p:nvSpPr>
          <p:spPr>
            <a:xfrm>
              <a:off x="6341533" y="1575412"/>
              <a:ext cx="4868637" cy="4880472"/>
            </a:xfrm>
            <a:prstGeom prst="ellipse">
              <a:avLst/>
            </a:prstGeom>
            <a:no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 name="Title 1">
            <a:extLst>
              <a:ext uri="{FF2B5EF4-FFF2-40B4-BE49-F238E27FC236}">
                <a16:creationId xmlns:a16="http://schemas.microsoft.com/office/drawing/2014/main" id="{4FBF73D9-0881-A73E-A8B1-CD8E49046877}"/>
              </a:ext>
            </a:extLst>
          </p:cNvPr>
          <p:cNvSpPr>
            <a:spLocks noGrp="1"/>
          </p:cNvSpPr>
          <p:nvPr>
            <p:ph type="ctrTitle"/>
          </p:nvPr>
        </p:nvSpPr>
        <p:spPr>
          <a:xfrm>
            <a:off x="381000" y="2817586"/>
            <a:ext cx="5887453" cy="1222827"/>
          </a:xfrm>
        </p:spPr>
        <p:txBody>
          <a:bodyPr lIns="0" anchor="t">
            <a:normAutofit/>
          </a:bodyPr>
          <a:lstStyle>
            <a:lvl1pPr marL="6350" indent="0" algn="l">
              <a:tabLst/>
              <a:defRPr sz="4000">
                <a:solidFill>
                  <a:schemeClr val="tx1"/>
                </a:solidFill>
                <a:latin typeface="Tenorite" panose="00000500000000000000" pitchFamily="2" charset="0"/>
              </a:defRPr>
            </a:lvl1pPr>
          </a:lstStyle>
          <a:p>
            <a:r>
              <a:rPr lang="en-US"/>
              <a:t>Click to edit Master title style</a:t>
            </a:r>
          </a:p>
        </p:txBody>
      </p:sp>
      <p:pic>
        <p:nvPicPr>
          <p:cNvPr id="11" name="Graphic 10">
            <a:extLst>
              <a:ext uri="{FF2B5EF4-FFF2-40B4-BE49-F238E27FC236}">
                <a16:creationId xmlns:a16="http://schemas.microsoft.com/office/drawing/2014/main" id="{A5109558-901D-36E2-99DC-A9B5F84F76C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sp>
        <p:nvSpPr>
          <p:cNvPr id="26" name="Date Placeholder 9">
            <a:extLst>
              <a:ext uri="{FF2B5EF4-FFF2-40B4-BE49-F238E27FC236}">
                <a16:creationId xmlns:a16="http://schemas.microsoft.com/office/drawing/2014/main" id="{87A90856-5CBE-F2CD-52AB-BD82FE26A370}"/>
              </a:ext>
            </a:extLst>
          </p:cNvPr>
          <p:cNvSpPr>
            <a:spLocks noGrp="1"/>
          </p:cNvSpPr>
          <p:nvPr>
            <p:ph type="dt" sz="half" idx="2"/>
          </p:nvPr>
        </p:nvSpPr>
        <p:spPr>
          <a:xfrm>
            <a:off x="930274" y="6540407"/>
            <a:ext cx="2670175" cy="206375"/>
          </a:xfrm>
          <a:prstGeom prst="rect">
            <a:avLst/>
          </a:prstGeom>
        </p:spPr>
        <p:txBody>
          <a:bodyPr/>
          <a:lstStyle>
            <a:lvl1pPr>
              <a:defRPr>
                <a:solidFill>
                  <a:schemeClr val="tx1"/>
                </a:solidFill>
              </a:defRPr>
            </a:lvl1pPr>
          </a:lstStyle>
          <a:p>
            <a:r>
              <a:rPr lang="en-US"/>
              <a:t>© SYREN CLOUD INC – 2026 – ALL RIGHTS RESERVED</a:t>
            </a:r>
          </a:p>
        </p:txBody>
      </p:sp>
      <p:sp>
        <p:nvSpPr>
          <p:cNvPr id="27" name="Slide Number Placeholder 11">
            <a:extLst>
              <a:ext uri="{FF2B5EF4-FFF2-40B4-BE49-F238E27FC236}">
                <a16:creationId xmlns:a16="http://schemas.microsoft.com/office/drawing/2014/main" id="{3E870065-AC77-8C18-8A3C-7C18CA649B17}"/>
              </a:ext>
            </a:extLst>
          </p:cNvPr>
          <p:cNvSpPr>
            <a:spLocks noGrp="1"/>
          </p:cNvSpPr>
          <p:nvPr>
            <p:ph type="sldNum" sz="quarter" idx="4"/>
          </p:nvPr>
        </p:nvSpPr>
        <p:spPr>
          <a:xfrm>
            <a:off x="9105900" y="6540407"/>
            <a:ext cx="2743200" cy="206375"/>
          </a:xfrm>
          <a:prstGeom prst="rect">
            <a:avLst/>
          </a:prstGeom>
        </p:spPr>
        <p:txBody>
          <a:bodyPr/>
          <a:lstStyle>
            <a:lvl1pPr>
              <a:defRPr>
                <a:solidFill>
                  <a:schemeClr val="tx1"/>
                </a:solidFill>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1518681784"/>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Title Slide Light">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93A14B-2D55-69C0-F91E-B5332416B8D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a:extLst>
              <a:ext uri="{FF2B5EF4-FFF2-40B4-BE49-F238E27FC236}">
                <a16:creationId xmlns:a16="http://schemas.microsoft.com/office/drawing/2014/main" id="{C71CDCC4-890C-3A40-BF65-2CE1474D21BA}"/>
              </a:ext>
            </a:extLst>
          </p:cNvPr>
          <p:cNvGrpSpPr/>
          <p:nvPr userDrawn="1"/>
        </p:nvGrpSpPr>
        <p:grpSpPr>
          <a:xfrm>
            <a:off x="7497522" y="333628"/>
            <a:ext cx="5783579" cy="5821029"/>
            <a:chOff x="6316133" y="208324"/>
            <a:chExt cx="7273786" cy="7320885"/>
          </a:xfrm>
        </p:grpSpPr>
        <p:sp>
          <p:nvSpPr>
            <p:cNvPr id="11" name="Oval 10">
              <a:extLst>
                <a:ext uri="{FF2B5EF4-FFF2-40B4-BE49-F238E27FC236}">
                  <a16:creationId xmlns:a16="http://schemas.microsoft.com/office/drawing/2014/main" id="{FECCFE6B-C646-A412-B12B-02070A588C69}"/>
                </a:ext>
              </a:extLst>
            </p:cNvPr>
            <p:cNvSpPr/>
            <p:nvPr userDrawn="1"/>
          </p:nvSpPr>
          <p:spPr>
            <a:xfrm>
              <a:off x="6316133" y="208324"/>
              <a:ext cx="7273786" cy="7320885"/>
            </a:xfrm>
            <a:prstGeom prst="ellipse">
              <a:avLst/>
            </a:prstGeom>
            <a:no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E436DCB0-A4B9-2506-AC0C-A75C1D0E9129}"/>
                </a:ext>
              </a:extLst>
            </p:cNvPr>
            <p:cNvSpPr/>
            <p:nvPr/>
          </p:nvSpPr>
          <p:spPr>
            <a:xfrm>
              <a:off x="6366933" y="2421467"/>
              <a:ext cx="3249462" cy="3247813"/>
            </a:xfrm>
            <a:prstGeom prst="ellipse">
              <a:avLst/>
            </a:prstGeom>
            <a:no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51A04065-23B2-9B12-26FF-8B26159FB4B7}"/>
                </a:ext>
              </a:extLst>
            </p:cNvPr>
            <p:cNvSpPr/>
            <p:nvPr/>
          </p:nvSpPr>
          <p:spPr>
            <a:xfrm>
              <a:off x="6341533" y="1575412"/>
              <a:ext cx="4868637" cy="4880472"/>
            </a:xfrm>
            <a:prstGeom prst="ellipse">
              <a:avLst/>
            </a:prstGeom>
            <a:no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 name="Title 1">
            <a:extLst>
              <a:ext uri="{FF2B5EF4-FFF2-40B4-BE49-F238E27FC236}">
                <a16:creationId xmlns:a16="http://schemas.microsoft.com/office/drawing/2014/main" id="{4FBF73D9-0881-A73E-A8B1-CD8E49046877}"/>
              </a:ext>
            </a:extLst>
          </p:cNvPr>
          <p:cNvSpPr>
            <a:spLocks noGrp="1"/>
          </p:cNvSpPr>
          <p:nvPr>
            <p:ph type="ctrTitle"/>
          </p:nvPr>
        </p:nvSpPr>
        <p:spPr>
          <a:xfrm>
            <a:off x="381000" y="2817586"/>
            <a:ext cx="5887453" cy="1222827"/>
          </a:xfrm>
        </p:spPr>
        <p:txBody>
          <a:bodyPr lIns="0" anchor="t">
            <a:normAutofit/>
          </a:bodyPr>
          <a:lstStyle>
            <a:lvl1pPr marL="6350" indent="0" algn="l">
              <a:tabLst/>
              <a:defRPr sz="4000">
                <a:solidFill>
                  <a:schemeClr val="bg1"/>
                </a:solidFill>
                <a:latin typeface="Tenorite" panose="00000500000000000000" pitchFamily="2" charset="0"/>
              </a:defRPr>
            </a:lvl1pPr>
          </a:lstStyle>
          <a:p>
            <a:r>
              <a:rPr lang="en-US"/>
              <a:t>Click to edit Master title style</a:t>
            </a:r>
          </a:p>
        </p:txBody>
      </p:sp>
      <p:pic>
        <p:nvPicPr>
          <p:cNvPr id="6" name="Graphic 5">
            <a:extLst>
              <a:ext uri="{FF2B5EF4-FFF2-40B4-BE49-F238E27FC236}">
                <a16:creationId xmlns:a16="http://schemas.microsoft.com/office/drawing/2014/main" id="{ECC8BA2F-98D6-C6DC-2364-BFD4F5EE5DA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sp>
        <p:nvSpPr>
          <p:cNvPr id="14" name="Date Placeholder 9">
            <a:extLst>
              <a:ext uri="{FF2B5EF4-FFF2-40B4-BE49-F238E27FC236}">
                <a16:creationId xmlns:a16="http://schemas.microsoft.com/office/drawing/2014/main" id="{BADE9160-0CEC-36F4-C3A5-F5E0F0243CEF}"/>
              </a:ext>
            </a:extLst>
          </p:cNvPr>
          <p:cNvSpPr>
            <a:spLocks noGrp="1"/>
          </p:cNvSpPr>
          <p:nvPr>
            <p:ph type="dt" sz="half" idx="2"/>
          </p:nvPr>
        </p:nvSpPr>
        <p:spPr>
          <a:xfrm>
            <a:off x="930274" y="6540407"/>
            <a:ext cx="2670175" cy="206375"/>
          </a:xfrm>
          <a:prstGeom prst="rect">
            <a:avLst/>
          </a:prstGeom>
        </p:spPr>
        <p:txBody>
          <a:bodyPr/>
          <a:lstStyle>
            <a:lvl1pPr>
              <a:defRPr>
                <a:solidFill>
                  <a:schemeClr val="bg1"/>
                </a:solidFill>
              </a:defRPr>
            </a:lvl1pPr>
          </a:lstStyle>
          <a:p>
            <a:r>
              <a:rPr lang="en-US"/>
              <a:t>© SYREN CLOUD INC – 2026 – ALL RIGHTS RESERVED</a:t>
            </a:r>
          </a:p>
        </p:txBody>
      </p:sp>
      <p:sp>
        <p:nvSpPr>
          <p:cNvPr id="15" name="Slide Number Placeholder 11">
            <a:extLst>
              <a:ext uri="{FF2B5EF4-FFF2-40B4-BE49-F238E27FC236}">
                <a16:creationId xmlns:a16="http://schemas.microsoft.com/office/drawing/2014/main" id="{79FAB19E-B27B-0923-85AD-B8D5996E8AB4}"/>
              </a:ext>
            </a:extLst>
          </p:cNvPr>
          <p:cNvSpPr>
            <a:spLocks noGrp="1"/>
          </p:cNvSpPr>
          <p:nvPr>
            <p:ph type="sldNum" sz="quarter" idx="4"/>
          </p:nvPr>
        </p:nvSpPr>
        <p:spPr>
          <a:xfrm>
            <a:off x="9105900" y="6540407"/>
            <a:ext cx="2743200" cy="206375"/>
          </a:xfrm>
          <a:prstGeom prst="rect">
            <a:avLst/>
          </a:prstGeom>
        </p:spPr>
        <p:txBody>
          <a:bodyPr/>
          <a:lstStyle>
            <a:lvl1pPr>
              <a:defRPr>
                <a:solidFill>
                  <a:schemeClr val="bg1"/>
                </a:solidFill>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257296437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le Slide Light">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A2F5AB1-453A-A73D-4183-546E52C737E5}"/>
              </a:ext>
            </a:extLst>
          </p:cNvPr>
          <p:cNvPicPr>
            <a:picLocks noChangeAspect="1"/>
          </p:cNvPicPr>
          <p:nvPr userDrawn="1"/>
        </p:nvPicPr>
        <p:blipFill>
          <a:blip r:embed="rId2" cstate="print">
            <a:alphaModFix/>
            <a:extLst>
              <a:ext uri="{28A0092B-C50C-407E-A947-70E740481C1C}">
                <a14:useLocalDpi xmlns:a14="http://schemas.microsoft.com/office/drawing/2010/main" val="0"/>
              </a:ext>
            </a:extLst>
          </a:blip>
          <a:stretch>
            <a:fillRect/>
          </a:stretch>
        </p:blipFill>
        <p:spPr>
          <a:xfrm>
            <a:off x="-3" y="0"/>
            <a:ext cx="12192000" cy="6858000"/>
          </a:xfrm>
          <a:prstGeom prst="rect">
            <a:avLst/>
          </a:prstGeom>
        </p:spPr>
      </p:pic>
      <p:sp>
        <p:nvSpPr>
          <p:cNvPr id="14" name="Graphic 12">
            <a:extLst>
              <a:ext uri="{FF2B5EF4-FFF2-40B4-BE49-F238E27FC236}">
                <a16:creationId xmlns:a16="http://schemas.microsoft.com/office/drawing/2014/main" id="{E8E87991-7E94-EF93-8A9C-37EEFDC27DB8}"/>
              </a:ext>
            </a:extLst>
          </p:cNvPr>
          <p:cNvSpPr/>
          <p:nvPr/>
        </p:nvSpPr>
        <p:spPr>
          <a:xfrm>
            <a:off x="0" y="4391112"/>
            <a:ext cx="12191997" cy="1244350"/>
          </a:xfrm>
          <a:custGeom>
            <a:avLst/>
            <a:gdLst>
              <a:gd name="csX0" fmla="*/ 0 w 11715750"/>
              <a:gd name="csY0" fmla="*/ 1962150 h 1962150"/>
              <a:gd name="csX1" fmla="*/ 3114408 w 11715750"/>
              <a:gd name="csY1" fmla="*/ 1962150 h 1962150"/>
              <a:gd name="csX2" fmla="*/ 3653581 w 11715750"/>
              <a:gd name="csY2" fmla="*/ 1794853 h 1962150"/>
              <a:gd name="csX3" fmla="*/ 6023820 w 11715750"/>
              <a:gd name="csY3" fmla="*/ 167294 h 1962150"/>
              <a:gd name="csX4" fmla="*/ 6562992 w 11715750"/>
              <a:gd name="csY4" fmla="*/ 0 h 1962150"/>
              <a:gd name="csX5" fmla="*/ 11715750 w 11715750"/>
              <a:gd name="csY5" fmla="*/ 0 h 1962150"/>
            </a:gdLst>
            <a:ahLst/>
            <a:cxnLst>
              <a:cxn ang="0">
                <a:pos x="csX0" y="csY0"/>
              </a:cxn>
              <a:cxn ang="0">
                <a:pos x="csX1" y="csY1"/>
              </a:cxn>
              <a:cxn ang="0">
                <a:pos x="csX2" y="csY2"/>
              </a:cxn>
              <a:cxn ang="0">
                <a:pos x="csX3" y="csY3"/>
              </a:cxn>
              <a:cxn ang="0">
                <a:pos x="csX4" y="csY4"/>
              </a:cxn>
              <a:cxn ang="0">
                <a:pos x="csX5" y="csY5"/>
              </a:cxn>
            </a:cxnLst>
            <a:rect l="l" t="t" r="r" b="b"/>
            <a:pathLst>
              <a:path w="11715750" h="1962150">
                <a:moveTo>
                  <a:pt x="0" y="1962150"/>
                </a:moveTo>
                <a:lnTo>
                  <a:pt x="3114408" y="1962150"/>
                </a:lnTo>
                <a:cubicBezTo>
                  <a:pt x="3306909" y="1962150"/>
                  <a:pt x="3494894" y="1903819"/>
                  <a:pt x="3653581" y="1794853"/>
                </a:cubicBezTo>
                <a:lnTo>
                  <a:pt x="6023820" y="167294"/>
                </a:lnTo>
                <a:cubicBezTo>
                  <a:pt x="6182506" y="58327"/>
                  <a:pt x="6370492" y="0"/>
                  <a:pt x="6562992" y="0"/>
                </a:cubicBezTo>
                <a:lnTo>
                  <a:pt x="11715750" y="0"/>
                </a:lnTo>
              </a:path>
            </a:pathLst>
          </a:custGeom>
          <a:noFill/>
          <a:ln w="1587500" cap="flat">
            <a:gradFill flip="none" rotWithShape="1">
              <a:gsLst>
                <a:gs pos="0">
                  <a:schemeClr val="tx2"/>
                </a:gs>
                <a:gs pos="100000">
                  <a:schemeClr val="accent4">
                    <a:lumMod val="75000"/>
                    <a:alpha val="9000"/>
                  </a:schemeClr>
                </a:gs>
              </a:gsLst>
              <a:lin ang="10800000" scaled="1"/>
              <a:tileRect/>
            </a:gradFill>
            <a:prstDash val="solid"/>
            <a:miter/>
          </a:ln>
        </p:spPr>
        <p:txBody>
          <a:bodyPr/>
          <a:lstStyle/>
          <a:p>
            <a:endParaRPr lang="en-IN"/>
          </a:p>
        </p:txBody>
      </p:sp>
      <p:sp>
        <p:nvSpPr>
          <p:cNvPr id="9" name="Title 1">
            <a:extLst>
              <a:ext uri="{FF2B5EF4-FFF2-40B4-BE49-F238E27FC236}">
                <a16:creationId xmlns:a16="http://schemas.microsoft.com/office/drawing/2014/main" id="{4FBF73D9-0881-A73E-A8B1-CD8E49046877}"/>
              </a:ext>
            </a:extLst>
          </p:cNvPr>
          <p:cNvSpPr>
            <a:spLocks noGrp="1"/>
          </p:cNvSpPr>
          <p:nvPr>
            <p:ph type="ctrTitle"/>
          </p:nvPr>
        </p:nvSpPr>
        <p:spPr>
          <a:xfrm>
            <a:off x="381000" y="2188528"/>
            <a:ext cx="5887453" cy="1222827"/>
          </a:xfrm>
        </p:spPr>
        <p:txBody>
          <a:bodyPr lIns="0" anchor="t">
            <a:normAutofit/>
          </a:bodyPr>
          <a:lstStyle>
            <a:lvl1pPr marL="6350" indent="0" algn="l">
              <a:tabLst/>
              <a:defRPr sz="4000">
                <a:solidFill>
                  <a:schemeClr val="tx1"/>
                </a:solidFill>
                <a:latin typeface="Tenorite" panose="00000500000000000000" pitchFamily="2" charset="0"/>
              </a:defRPr>
            </a:lvl1pPr>
          </a:lstStyle>
          <a:p>
            <a:r>
              <a:rPr lang="en-US"/>
              <a:t>Click to edit Master title style</a:t>
            </a:r>
          </a:p>
        </p:txBody>
      </p:sp>
      <p:pic>
        <p:nvPicPr>
          <p:cNvPr id="11" name="Graphic 10">
            <a:extLst>
              <a:ext uri="{FF2B5EF4-FFF2-40B4-BE49-F238E27FC236}">
                <a16:creationId xmlns:a16="http://schemas.microsoft.com/office/drawing/2014/main" id="{A5109558-901D-36E2-99DC-A9B5F84F76C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grpSp>
        <p:nvGrpSpPr>
          <p:cNvPr id="27" name="Group 26">
            <a:extLst>
              <a:ext uri="{FF2B5EF4-FFF2-40B4-BE49-F238E27FC236}">
                <a16:creationId xmlns:a16="http://schemas.microsoft.com/office/drawing/2014/main" id="{83DE670E-28CD-2C13-54AF-614E9A87D245}"/>
              </a:ext>
            </a:extLst>
          </p:cNvPr>
          <p:cNvGrpSpPr/>
          <p:nvPr userDrawn="1"/>
        </p:nvGrpSpPr>
        <p:grpSpPr>
          <a:xfrm>
            <a:off x="-3" y="2743966"/>
            <a:ext cx="3985143" cy="1743477"/>
            <a:chOff x="-3" y="2743966"/>
            <a:chExt cx="3985143" cy="1743477"/>
          </a:xfrm>
        </p:grpSpPr>
        <p:sp>
          <p:nvSpPr>
            <p:cNvPr id="15" name="Oval 14">
              <a:extLst>
                <a:ext uri="{FF2B5EF4-FFF2-40B4-BE49-F238E27FC236}">
                  <a16:creationId xmlns:a16="http://schemas.microsoft.com/office/drawing/2014/main" id="{5E1F8DE4-F412-8F3F-BB22-94A14F725A63}"/>
                </a:ext>
              </a:extLst>
            </p:cNvPr>
            <p:cNvSpPr/>
            <p:nvPr userDrawn="1"/>
          </p:nvSpPr>
          <p:spPr>
            <a:xfrm>
              <a:off x="3490300" y="4263659"/>
              <a:ext cx="177966" cy="177966"/>
            </a:xfrm>
            <a:prstGeom prst="ellipse">
              <a:avLst/>
            </a:prstGeom>
            <a:solidFill>
              <a:schemeClr val="tx2"/>
            </a:solidFill>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solidFill>
                  <a:schemeClr val="tx1"/>
                </a:solidFill>
              </a:endParaRPr>
            </a:p>
          </p:txBody>
        </p:sp>
        <p:cxnSp>
          <p:nvCxnSpPr>
            <p:cNvPr id="16" name="Straight Connector 15">
              <a:extLst>
                <a:ext uri="{FF2B5EF4-FFF2-40B4-BE49-F238E27FC236}">
                  <a16:creationId xmlns:a16="http://schemas.microsoft.com/office/drawing/2014/main" id="{5E03E5CB-06C3-0A3E-DF50-C5674ADD4F70}"/>
                </a:ext>
              </a:extLst>
            </p:cNvPr>
            <p:cNvCxnSpPr>
              <a:cxnSpLocks/>
            </p:cNvCxnSpPr>
            <p:nvPr userDrawn="1"/>
          </p:nvCxnSpPr>
          <p:spPr>
            <a:xfrm>
              <a:off x="-3" y="4476555"/>
              <a:ext cx="3086103" cy="0"/>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1" name="Arc 20">
              <a:extLst>
                <a:ext uri="{FF2B5EF4-FFF2-40B4-BE49-F238E27FC236}">
                  <a16:creationId xmlns:a16="http://schemas.microsoft.com/office/drawing/2014/main" id="{B2ACF52E-086E-74C7-5C6D-BEC889681F95}"/>
                </a:ext>
              </a:extLst>
            </p:cNvPr>
            <p:cNvSpPr/>
            <p:nvPr userDrawn="1"/>
          </p:nvSpPr>
          <p:spPr>
            <a:xfrm rot="1800000" flipV="1">
              <a:off x="2327113" y="2743966"/>
              <a:ext cx="1658027" cy="1743477"/>
            </a:xfrm>
            <a:prstGeom prst="arc">
              <a:avLst>
                <a:gd name="adj1" fmla="val 17714064"/>
                <a:gd name="adj2" fmla="val 19401832"/>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grpSp>
      <p:cxnSp>
        <p:nvCxnSpPr>
          <p:cNvPr id="44" name="Straight Connector 43">
            <a:extLst>
              <a:ext uri="{FF2B5EF4-FFF2-40B4-BE49-F238E27FC236}">
                <a16:creationId xmlns:a16="http://schemas.microsoft.com/office/drawing/2014/main" id="{8F2C585A-7735-4666-F597-9343E6985AB0}"/>
              </a:ext>
            </a:extLst>
          </p:cNvPr>
          <p:cNvCxnSpPr>
            <a:cxnSpLocks/>
          </p:cNvCxnSpPr>
          <p:nvPr userDrawn="1"/>
        </p:nvCxnSpPr>
        <p:spPr>
          <a:xfrm flipH="1">
            <a:off x="6811989" y="5594251"/>
            <a:ext cx="5380011" cy="0"/>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45" name="Arc 44">
            <a:extLst>
              <a:ext uri="{FF2B5EF4-FFF2-40B4-BE49-F238E27FC236}">
                <a16:creationId xmlns:a16="http://schemas.microsoft.com/office/drawing/2014/main" id="{98ED52D0-51D2-92E1-6918-9E7051615855}"/>
              </a:ext>
            </a:extLst>
          </p:cNvPr>
          <p:cNvSpPr/>
          <p:nvPr userDrawn="1"/>
        </p:nvSpPr>
        <p:spPr>
          <a:xfrm rot="17100000">
            <a:off x="6351297" y="5305901"/>
            <a:ext cx="1463692" cy="2092617"/>
          </a:xfrm>
          <a:prstGeom prst="arc">
            <a:avLst>
              <a:gd name="adj1" fmla="val 17507059"/>
              <a:gd name="adj2" fmla="val 19828464"/>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47" name="Oval 46">
            <a:extLst>
              <a:ext uri="{FF2B5EF4-FFF2-40B4-BE49-F238E27FC236}">
                <a16:creationId xmlns:a16="http://schemas.microsoft.com/office/drawing/2014/main" id="{282D12EB-58C2-ED27-EC43-FCAABE26DB84}"/>
              </a:ext>
            </a:extLst>
          </p:cNvPr>
          <p:cNvSpPr/>
          <p:nvPr userDrawn="1"/>
        </p:nvSpPr>
        <p:spPr>
          <a:xfrm flipH="1">
            <a:off x="6179470" y="5693458"/>
            <a:ext cx="177966" cy="177966"/>
          </a:xfrm>
          <a:prstGeom prst="ellipse">
            <a:avLst/>
          </a:prstGeom>
          <a:solidFill>
            <a:schemeClr val="tx2"/>
          </a:solidFill>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solidFill>
                <a:schemeClr val="tx1"/>
              </a:solidFill>
            </a:endParaRPr>
          </a:p>
        </p:txBody>
      </p:sp>
      <p:sp>
        <p:nvSpPr>
          <p:cNvPr id="51" name="Date Placeholder 9">
            <a:extLst>
              <a:ext uri="{FF2B5EF4-FFF2-40B4-BE49-F238E27FC236}">
                <a16:creationId xmlns:a16="http://schemas.microsoft.com/office/drawing/2014/main" id="{0192FD63-B0C7-5B84-96E7-74E5135F33D1}"/>
              </a:ext>
            </a:extLst>
          </p:cNvPr>
          <p:cNvSpPr>
            <a:spLocks noGrp="1"/>
          </p:cNvSpPr>
          <p:nvPr userDrawn="1">
            <p:ph type="dt" sz="half" idx="2"/>
          </p:nvPr>
        </p:nvSpPr>
        <p:spPr>
          <a:xfrm>
            <a:off x="930274" y="6540407"/>
            <a:ext cx="2670175" cy="206375"/>
          </a:xfrm>
          <a:prstGeom prst="rect">
            <a:avLst/>
          </a:prstGeom>
        </p:spPr>
        <p:txBody>
          <a:bodyPr/>
          <a:lstStyle>
            <a:lvl1pPr>
              <a:defRPr>
                <a:solidFill>
                  <a:schemeClr val="tx1"/>
                </a:solidFill>
              </a:defRPr>
            </a:lvl1pPr>
          </a:lstStyle>
          <a:p>
            <a:r>
              <a:rPr lang="en-US"/>
              <a:t>© SYREN CLOUD INC – 2026 – ALL RIGHTS RESERVED</a:t>
            </a:r>
          </a:p>
        </p:txBody>
      </p:sp>
      <p:sp>
        <p:nvSpPr>
          <p:cNvPr id="52" name="Slide Number Placeholder 11">
            <a:extLst>
              <a:ext uri="{FF2B5EF4-FFF2-40B4-BE49-F238E27FC236}">
                <a16:creationId xmlns:a16="http://schemas.microsoft.com/office/drawing/2014/main" id="{90DF0705-4F28-9247-66C2-A123A87BAB35}"/>
              </a:ext>
            </a:extLst>
          </p:cNvPr>
          <p:cNvSpPr>
            <a:spLocks noGrp="1"/>
          </p:cNvSpPr>
          <p:nvPr userDrawn="1">
            <p:ph type="sldNum" sz="quarter" idx="4"/>
          </p:nvPr>
        </p:nvSpPr>
        <p:spPr>
          <a:xfrm>
            <a:off x="9105900" y="6540407"/>
            <a:ext cx="2743200" cy="206375"/>
          </a:xfrm>
          <a:prstGeom prst="rect">
            <a:avLst/>
          </a:prstGeom>
        </p:spPr>
        <p:txBody>
          <a:bodyPr/>
          <a:lstStyle>
            <a:lvl1pPr>
              <a:defRPr>
                <a:solidFill>
                  <a:schemeClr val="tx1"/>
                </a:solidFill>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3160301011"/>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Layout">
    <p:bg>
      <p:bgPr>
        <a:solidFill>
          <a:schemeClr val="tx1"/>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15D6B8B-4E4D-0828-D322-50FB63D6907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t="41946" b="15147"/>
          <a:stretch>
            <a:fillRect/>
          </a:stretch>
        </p:blipFill>
        <p:spPr>
          <a:xfrm>
            <a:off x="0" y="3915383"/>
            <a:ext cx="12192000" cy="2942617"/>
          </a:xfrm>
          <a:prstGeom prst="rect">
            <a:avLst/>
          </a:prstGeom>
        </p:spPr>
      </p:pic>
      <p:sp>
        <p:nvSpPr>
          <p:cNvPr id="16" name="Slide Number Placeholder 5">
            <a:extLst>
              <a:ext uri="{FF2B5EF4-FFF2-40B4-BE49-F238E27FC236}">
                <a16:creationId xmlns:a16="http://schemas.microsoft.com/office/drawing/2014/main" id="{0F3BD111-5B10-BC2C-E121-A31AA4D8F0CF}"/>
              </a:ext>
            </a:extLst>
          </p:cNvPr>
          <p:cNvSpPr>
            <a:spLocks noGrp="1"/>
          </p:cNvSpPr>
          <p:nvPr>
            <p:ph type="sldNum" sz="quarter" idx="12"/>
          </p:nvPr>
        </p:nvSpPr>
        <p:spPr>
          <a:xfrm>
            <a:off x="9105900" y="6540407"/>
            <a:ext cx="2743200" cy="206375"/>
          </a:xfrm>
          <a:prstGeom prst="rect">
            <a:avLst/>
          </a:prstGeom>
        </p:spPr>
        <p:txBody>
          <a:bodyPr/>
          <a:lstStyle>
            <a:lvl1pPr>
              <a:defRPr>
                <a:solidFill>
                  <a:schemeClr val="bg1"/>
                </a:solidFill>
              </a:defRPr>
            </a:lvl1pPr>
          </a:lstStyle>
          <a:p>
            <a:fld id="{330EA680-D336-4FF7-8B7A-9848BB0A1C32}" type="slidenum">
              <a:rPr lang="en-US" smtClean="0"/>
              <a:pPr/>
              <a:t>‹#›</a:t>
            </a:fld>
            <a:endParaRPr lang="en-US"/>
          </a:p>
        </p:txBody>
      </p:sp>
      <p:pic>
        <p:nvPicPr>
          <p:cNvPr id="18" name="Graphic 17">
            <a:extLst>
              <a:ext uri="{FF2B5EF4-FFF2-40B4-BE49-F238E27FC236}">
                <a16:creationId xmlns:a16="http://schemas.microsoft.com/office/drawing/2014/main" id="{209ABE94-00EA-5EB7-88E5-0DE7DD3F6BA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sp>
        <p:nvSpPr>
          <p:cNvPr id="20" name="Date Placeholder 3">
            <a:extLst>
              <a:ext uri="{FF2B5EF4-FFF2-40B4-BE49-F238E27FC236}">
                <a16:creationId xmlns:a16="http://schemas.microsoft.com/office/drawing/2014/main" id="{753BB41F-C00B-813C-1C97-C81771F19EB5}"/>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bg1"/>
                </a:solidFill>
                <a:latin typeface="Montserrat Light" pitchFamily="2" charset="77"/>
              </a:defRPr>
            </a:lvl1pPr>
          </a:lstStyle>
          <a:p>
            <a:r>
              <a:rPr lang="en-US"/>
              <a:t>© SYREN CLOUD INC – 2026 – ALL RIGHTS RESERVED</a:t>
            </a:r>
            <a:endParaRPr lang="en-US">
              <a:solidFill>
                <a:schemeClr val="bg1"/>
              </a:solidFill>
            </a:endParaRPr>
          </a:p>
        </p:txBody>
      </p:sp>
      <p:sp>
        <p:nvSpPr>
          <p:cNvPr id="21" name="Title 1">
            <a:extLst>
              <a:ext uri="{FF2B5EF4-FFF2-40B4-BE49-F238E27FC236}">
                <a16:creationId xmlns:a16="http://schemas.microsoft.com/office/drawing/2014/main" id="{07959A0D-BA49-122F-DC00-58B9868F480C}"/>
              </a:ext>
            </a:extLst>
          </p:cNvPr>
          <p:cNvSpPr>
            <a:spLocks noGrp="1"/>
          </p:cNvSpPr>
          <p:nvPr>
            <p:ph type="title"/>
          </p:nvPr>
        </p:nvSpPr>
        <p:spPr>
          <a:xfrm>
            <a:off x="381000" y="287081"/>
            <a:ext cx="5715000" cy="997196"/>
          </a:xfrm>
          <a:noFill/>
        </p:spPr>
        <p:txBody>
          <a:bodyPr wrap="square" lIns="0" tIns="0" rIns="0" bIns="0" rtlCol="0">
            <a:spAutoFit/>
          </a:bodyPr>
          <a:lstStyle>
            <a:lvl1pPr>
              <a:defRPr lang="en-US" sz="3600" dirty="0">
                <a:solidFill>
                  <a:schemeClr val="accent4"/>
                </a:solidFill>
                <a:latin typeface="Tenorite" panose="00000500000000000000" pitchFamily="2" charset="0"/>
                <a:ea typeface="+mn-ea"/>
                <a:cs typeface="+mn-cs"/>
              </a:defRPr>
            </a:lvl1pPr>
          </a:lstStyle>
          <a:p>
            <a:pPr marL="0" lvl="0"/>
            <a:r>
              <a:rPr lang="en-US"/>
              <a:t>Click to edit Master title style</a:t>
            </a:r>
          </a:p>
        </p:txBody>
      </p:sp>
      <p:sp>
        <p:nvSpPr>
          <p:cNvPr id="22" name="Content Placeholder 2">
            <a:extLst>
              <a:ext uri="{FF2B5EF4-FFF2-40B4-BE49-F238E27FC236}">
                <a16:creationId xmlns:a16="http://schemas.microsoft.com/office/drawing/2014/main" id="{A7364013-9090-A3CA-7361-BE1861F8E3CF}"/>
              </a:ext>
            </a:extLst>
          </p:cNvPr>
          <p:cNvSpPr>
            <a:spLocks noGrp="1"/>
          </p:cNvSpPr>
          <p:nvPr>
            <p:ph idx="1"/>
          </p:nvPr>
        </p:nvSpPr>
        <p:spPr>
          <a:xfrm>
            <a:off x="381000" y="1479899"/>
            <a:ext cx="5715000" cy="5035200"/>
          </a:xfrm>
        </p:spPr>
        <p:txBody>
          <a:bodyPr/>
          <a:lstStyle>
            <a:lvl1pPr marL="182880" indent="-182880">
              <a:buClr>
                <a:schemeClr val="tx2"/>
              </a:buClr>
              <a:buFont typeface="Wingdings" panose="05000000000000000000" pitchFamily="2" charset="2"/>
              <a:buChar char="v"/>
              <a:defRPr sz="1600">
                <a:solidFill>
                  <a:schemeClr val="bg1"/>
                </a:solidFill>
                <a:latin typeface="Tenorite" panose="00000500000000000000" pitchFamily="2" charset="0"/>
              </a:defRPr>
            </a:lvl1pPr>
            <a:lvl2pPr marL="365760" indent="-182880">
              <a:buClr>
                <a:schemeClr val="tx2"/>
              </a:buClr>
              <a:buFont typeface="Arial" panose="020B0604020202020204" pitchFamily="34" charset="0"/>
              <a:buChar char="•"/>
              <a:defRPr sz="1600">
                <a:solidFill>
                  <a:schemeClr val="bg1"/>
                </a:solidFill>
                <a:latin typeface="Tenorite" panose="00000500000000000000" pitchFamily="2" charset="0"/>
              </a:defRPr>
            </a:lvl2pPr>
            <a:lvl3pPr marL="548640" indent="-182880">
              <a:buClr>
                <a:schemeClr val="tx2"/>
              </a:buClr>
              <a:buFont typeface="Tenorite" panose="00000500000000000000" pitchFamily="2" charset="0"/>
              <a:buChar char="–"/>
              <a:defRPr sz="1600">
                <a:solidFill>
                  <a:schemeClr val="bg1"/>
                </a:solidFill>
                <a:latin typeface="Tenorite" panose="00000500000000000000" pitchFamily="2" charset="0"/>
              </a:defRPr>
            </a:lvl3pPr>
            <a:lvl4pPr marL="1600200" indent="-228600">
              <a:buFontTx/>
              <a:buBlip>
                <a:blip r:embed="rId4"/>
              </a:buBlip>
              <a:defRPr sz="1600">
                <a:solidFill>
                  <a:schemeClr val="bg1"/>
                </a:solidFill>
                <a:latin typeface="Tenorite" panose="00000500000000000000" pitchFamily="2" charset="0"/>
              </a:defRPr>
            </a:lvl4pPr>
            <a:lvl5pPr marL="2057400" indent="-228600">
              <a:buFontTx/>
              <a:buBlip>
                <a:blip r:embed="rId4"/>
              </a:buBlip>
              <a:defRPr sz="1600">
                <a:solidFill>
                  <a:schemeClr val="bg1"/>
                </a:solidFill>
                <a:latin typeface="Tenorite" panose="00000500000000000000" pitchFamily="2" charset="0"/>
              </a:defRPr>
            </a:lvl5pPr>
          </a:lstStyle>
          <a:p>
            <a:pPr lvl="0"/>
            <a:r>
              <a:rPr lang="en-US"/>
              <a:t>Click to edit Master text styles</a:t>
            </a:r>
          </a:p>
          <a:p>
            <a:pPr lvl="1"/>
            <a:r>
              <a:rPr lang="en-US"/>
              <a:t>Second level</a:t>
            </a:r>
          </a:p>
          <a:p>
            <a:pPr lvl="2"/>
            <a:r>
              <a:rPr lang="en-US"/>
              <a:t>Third level</a:t>
            </a:r>
          </a:p>
        </p:txBody>
      </p:sp>
      <p:cxnSp>
        <p:nvCxnSpPr>
          <p:cNvPr id="2" name="Straight Connector 1">
            <a:extLst>
              <a:ext uri="{FF2B5EF4-FFF2-40B4-BE49-F238E27FC236}">
                <a16:creationId xmlns:a16="http://schemas.microsoft.com/office/drawing/2014/main" id="{75483841-FD43-AEBE-3F88-028120884B1E}"/>
              </a:ext>
            </a:extLst>
          </p:cNvPr>
          <p:cNvCxnSpPr>
            <a:cxnSpLocks/>
          </p:cNvCxnSpPr>
          <p:nvPr userDrawn="1"/>
        </p:nvCxnSpPr>
        <p:spPr>
          <a:xfrm>
            <a:off x="381000" y="1354767"/>
            <a:ext cx="451866" cy="0"/>
          </a:xfrm>
          <a:prstGeom prst="line">
            <a:avLst/>
          </a:prstGeom>
          <a:ln w="19050">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2470425"/>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ot using ">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2971307-E8A3-003C-B28C-B3B86B707D3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t="41946" b="15147"/>
          <a:stretch>
            <a:fillRect/>
          </a:stretch>
        </p:blipFill>
        <p:spPr>
          <a:xfrm>
            <a:off x="0" y="3915383"/>
            <a:ext cx="12192000" cy="2942617"/>
          </a:xfrm>
          <a:prstGeom prst="rect">
            <a:avLst/>
          </a:prstGeom>
        </p:spPr>
      </p:pic>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sp>
        <p:nvSpPr>
          <p:cNvPr id="12" name="Date Placeholder 3">
            <a:extLst>
              <a:ext uri="{FF2B5EF4-FFF2-40B4-BE49-F238E27FC236}">
                <a16:creationId xmlns:a16="http://schemas.microsoft.com/office/drawing/2014/main" id="{356B5CE4-CB9C-2813-E3D0-9CEDCA63520A}"/>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p>
        </p:txBody>
      </p:sp>
      <p:sp>
        <p:nvSpPr>
          <p:cNvPr id="19" name="Slide Number Placeholder 5"/>
          <p:cNvSpPr>
            <a:spLocks noGrp="1"/>
          </p:cNvSpPr>
          <p:nvPr>
            <p:ph type="sldNum" sz="quarter" idx="12"/>
          </p:nvPr>
        </p:nvSpPr>
        <p:spPr>
          <a:xfrm>
            <a:off x="9105900" y="6540407"/>
            <a:ext cx="2743200" cy="206375"/>
          </a:xfrm>
          <a:prstGeom prst="rect">
            <a:avLst/>
          </a:prstGeom>
        </p:spPr>
        <p:txBody>
          <a:bodyPr/>
          <a:lstStyle/>
          <a:p>
            <a:fld id="{330EA680-D336-4FF7-8B7A-9848BB0A1C32}" type="slidenum">
              <a:rPr lang="en-US" smtClean="0"/>
              <a:t>‹#›</a:t>
            </a:fld>
            <a:endParaRPr lang="en-US"/>
          </a:p>
        </p:txBody>
      </p:sp>
      <p:cxnSp>
        <p:nvCxnSpPr>
          <p:cNvPr id="23" name="Straight Connector 22">
            <a:extLst>
              <a:ext uri="{FF2B5EF4-FFF2-40B4-BE49-F238E27FC236}">
                <a16:creationId xmlns:a16="http://schemas.microsoft.com/office/drawing/2014/main" id="{771AA66D-5417-512E-BC6A-87A3E6664F7F}"/>
              </a:ext>
            </a:extLst>
          </p:cNvPr>
          <p:cNvCxnSpPr>
            <a:cxnSpLocks/>
          </p:cNvCxnSpPr>
          <p:nvPr userDrawn="1"/>
        </p:nvCxnSpPr>
        <p:spPr>
          <a:xfrm>
            <a:off x="381000"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
        <p:nvSpPr>
          <p:cNvPr id="15" name="Title 1">
            <a:extLst>
              <a:ext uri="{FF2B5EF4-FFF2-40B4-BE49-F238E27FC236}">
                <a16:creationId xmlns:a16="http://schemas.microsoft.com/office/drawing/2014/main" id="{9F670DB0-7357-1464-574F-F130B41D238C}"/>
              </a:ext>
            </a:extLst>
          </p:cNvPr>
          <p:cNvSpPr>
            <a:spLocks noGrp="1"/>
          </p:cNvSpPr>
          <p:nvPr>
            <p:ph type="title"/>
          </p:nvPr>
        </p:nvSpPr>
        <p:spPr>
          <a:xfrm>
            <a:off x="381000" y="287081"/>
            <a:ext cx="10515600" cy="498598"/>
          </a:xfrm>
          <a:noFill/>
        </p:spPr>
        <p:txBody>
          <a:bodyPr wrap="square" lIns="0" tIns="0" rIns="0" bIns="0" rtlCol="0">
            <a:spAutoFit/>
          </a:bodyPr>
          <a:lstStyle>
            <a:lvl1pPr>
              <a:defRPr lang="en-US" sz="3600" dirty="0">
                <a:solidFill>
                  <a:schemeClr val="accent4"/>
                </a:solidFill>
                <a:latin typeface="Tenorite" panose="00000500000000000000" pitchFamily="2" charset="0"/>
                <a:ea typeface="+mn-ea"/>
                <a:cs typeface="+mn-cs"/>
              </a:defRPr>
            </a:lvl1pPr>
          </a:lstStyle>
          <a:p>
            <a:pPr marL="0" lvl="0"/>
            <a:r>
              <a:rPr lang="en-US"/>
              <a:t>Click to edit Master title style</a:t>
            </a:r>
          </a:p>
        </p:txBody>
      </p:sp>
    </p:spTree>
    <p:extLst>
      <p:ext uri="{BB962C8B-B14F-4D97-AF65-F5344CB8AC3E}">
        <p14:creationId xmlns:p14="http://schemas.microsoft.com/office/powerpoint/2010/main" val="27066199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Agenda Slide - Ligh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80DD77-FD05-AF7C-95CD-BE8C70905F6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t="41946" b="15147"/>
          <a:stretch>
            <a:fillRect/>
          </a:stretch>
        </p:blipFill>
        <p:spPr>
          <a:xfrm>
            <a:off x="0" y="3915383"/>
            <a:ext cx="12192000" cy="2942617"/>
          </a:xfrm>
          <a:prstGeom prst="rect">
            <a:avLst/>
          </a:prstGeom>
        </p:spPr>
      </p:pic>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sp>
        <p:nvSpPr>
          <p:cNvPr id="12" name="Date Placeholder 3">
            <a:extLst>
              <a:ext uri="{FF2B5EF4-FFF2-40B4-BE49-F238E27FC236}">
                <a16:creationId xmlns:a16="http://schemas.microsoft.com/office/drawing/2014/main" id="{356B5CE4-CB9C-2813-E3D0-9CEDCA63520A}"/>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p>
        </p:txBody>
      </p:sp>
      <p:pic>
        <p:nvPicPr>
          <p:cNvPr id="16" name="Picture 15" descr="A black background with orange circles&#10;&#10;AI-generated content may be incorrect.">
            <a:extLst>
              <a:ext uri="{FF2B5EF4-FFF2-40B4-BE49-F238E27FC236}">
                <a16:creationId xmlns:a16="http://schemas.microsoft.com/office/drawing/2014/main" id="{3DE28CC3-9C80-40F4-374F-0362855353E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085974" y="-327921"/>
            <a:ext cx="8112501" cy="8115744"/>
          </a:xfrm>
          <a:prstGeom prst="rect">
            <a:avLst/>
          </a:prstGeom>
        </p:spPr>
      </p:pic>
      <p:sp>
        <p:nvSpPr>
          <p:cNvPr id="19" name="Slide Number Placeholder 5"/>
          <p:cNvSpPr>
            <a:spLocks noGrp="1"/>
          </p:cNvSpPr>
          <p:nvPr>
            <p:ph type="sldNum" sz="quarter" idx="12"/>
          </p:nvPr>
        </p:nvSpPr>
        <p:spPr>
          <a:xfrm>
            <a:off x="9105900" y="6540407"/>
            <a:ext cx="2743200" cy="206375"/>
          </a:xfrm>
          <a:prstGeom prst="rect">
            <a:avLst/>
          </a:prstGeom>
        </p:spPr>
        <p:txBody>
          <a:bodyPr/>
          <a:lstStyle/>
          <a:p>
            <a:fld id="{330EA680-D336-4FF7-8B7A-9848BB0A1C32}" type="slidenum">
              <a:rPr lang="en-US" smtClean="0"/>
              <a:t>‹#›</a:t>
            </a:fld>
            <a:endParaRPr lang="en-US"/>
          </a:p>
        </p:txBody>
      </p:sp>
      <p:cxnSp>
        <p:nvCxnSpPr>
          <p:cNvPr id="23" name="Straight Connector 22">
            <a:extLst>
              <a:ext uri="{FF2B5EF4-FFF2-40B4-BE49-F238E27FC236}">
                <a16:creationId xmlns:a16="http://schemas.microsoft.com/office/drawing/2014/main" id="{771AA66D-5417-512E-BC6A-87A3E6664F7F}"/>
              </a:ext>
            </a:extLst>
          </p:cNvPr>
          <p:cNvCxnSpPr>
            <a:cxnSpLocks/>
          </p:cNvCxnSpPr>
          <p:nvPr userDrawn="1"/>
        </p:nvCxnSpPr>
        <p:spPr>
          <a:xfrm>
            <a:off x="381000"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8525212-9001-FA31-8893-59A09A7AA8CD}"/>
              </a:ext>
            </a:extLst>
          </p:cNvPr>
          <p:cNvSpPr>
            <a:spLocks noGrp="1"/>
          </p:cNvSpPr>
          <p:nvPr>
            <p:ph type="title"/>
          </p:nvPr>
        </p:nvSpPr>
        <p:spPr>
          <a:xfrm>
            <a:off x="381000" y="287081"/>
            <a:ext cx="10515600" cy="498598"/>
          </a:xfrm>
          <a:noFill/>
        </p:spPr>
        <p:txBody>
          <a:bodyPr wrap="square" lIns="0" tIns="0" rIns="0" bIns="0" rtlCol="0">
            <a:spAutoFit/>
          </a:bodyPr>
          <a:lstStyle>
            <a:lvl1pPr>
              <a:defRPr lang="en-US" sz="3600" dirty="0">
                <a:solidFill>
                  <a:schemeClr val="accent4"/>
                </a:solidFill>
                <a:latin typeface="Tenorite" panose="00000500000000000000" pitchFamily="2" charset="0"/>
                <a:ea typeface="+mn-ea"/>
                <a:cs typeface="+mn-cs"/>
              </a:defRPr>
            </a:lvl1pPr>
          </a:lstStyle>
          <a:p>
            <a:pPr marL="0" lvl="0"/>
            <a:r>
              <a:rPr lang="en-US"/>
              <a:t>Click to edit Master title style</a:t>
            </a:r>
          </a:p>
        </p:txBody>
      </p:sp>
      <p:pic>
        <p:nvPicPr>
          <p:cNvPr id="18" name="Picture 17">
            <a:extLst>
              <a:ext uri="{FF2B5EF4-FFF2-40B4-BE49-F238E27FC236}">
                <a16:creationId xmlns:a16="http://schemas.microsoft.com/office/drawing/2014/main" id="{F336A52F-B74E-B46F-2030-E75C9666E45D}"/>
              </a:ext>
            </a:extLst>
          </p:cNvPr>
          <p:cNvPicPr>
            <a:picLocks noChangeAspect="1"/>
          </p:cNvPicPr>
          <p:nvPr userDrawn="1"/>
        </p:nvPicPr>
        <p:blipFill>
          <a:blip r:embed="rId5">
            <a:extLst>
              <a:ext uri="{28A0092B-C50C-407E-A947-70E740481C1C}">
                <a14:useLocalDpi xmlns:a14="http://schemas.microsoft.com/office/drawing/2010/main" val="0"/>
              </a:ext>
            </a:extLst>
          </a:blip>
          <a:srcRect l="3515" t="6289" r="16227" b="47212"/>
          <a:stretch>
            <a:fillRect/>
          </a:stretch>
        </p:blipFill>
        <p:spPr>
          <a:xfrm>
            <a:off x="5613400" y="1139424"/>
            <a:ext cx="6578600" cy="5718576"/>
          </a:xfrm>
          <a:prstGeom prst="rect">
            <a:avLst/>
          </a:prstGeom>
        </p:spPr>
      </p:pic>
    </p:spTree>
    <p:extLst>
      <p:ext uri="{BB962C8B-B14F-4D97-AF65-F5344CB8AC3E}">
        <p14:creationId xmlns:p14="http://schemas.microsoft.com/office/powerpoint/2010/main" val="37648373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itle Slide Dark">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42464A0-709C-F76E-C599-8075C9B6C5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9" name="Title 1">
            <a:extLst>
              <a:ext uri="{FF2B5EF4-FFF2-40B4-BE49-F238E27FC236}">
                <a16:creationId xmlns:a16="http://schemas.microsoft.com/office/drawing/2014/main" id="{0FAACCE4-5651-FD3D-19A4-BFFBCBEA52DD}"/>
              </a:ext>
            </a:extLst>
          </p:cNvPr>
          <p:cNvSpPr>
            <a:spLocks noGrp="1"/>
          </p:cNvSpPr>
          <p:nvPr>
            <p:ph type="ctrTitle"/>
          </p:nvPr>
        </p:nvSpPr>
        <p:spPr>
          <a:xfrm>
            <a:off x="381001" y="2341184"/>
            <a:ext cx="5715000" cy="1828800"/>
          </a:xfrm>
        </p:spPr>
        <p:txBody>
          <a:bodyPr lIns="0" tIns="0" rIns="0" bIns="0" anchor="b">
            <a:normAutofit/>
          </a:bodyPr>
          <a:lstStyle>
            <a:lvl1pPr marL="0" indent="0" algn="l">
              <a:lnSpc>
                <a:spcPct val="100000"/>
              </a:lnSpc>
              <a:spcBef>
                <a:spcPts val="0"/>
              </a:spcBef>
              <a:tabLst/>
              <a:defRPr sz="4800" b="0">
                <a:solidFill>
                  <a:schemeClr val="tx1"/>
                </a:solidFill>
                <a:latin typeface="Tenorite" panose="00000500000000000000" pitchFamily="2" charset="0"/>
                <a:cs typeface="Kalinga" panose="020B0502040204020203" pitchFamily="34" charset="0"/>
              </a:defRPr>
            </a:lvl1pPr>
          </a:lstStyle>
          <a:p>
            <a:r>
              <a:rPr lang="en-US"/>
              <a:t>Click to edit Master title style</a:t>
            </a:r>
          </a:p>
        </p:txBody>
      </p:sp>
      <p:sp>
        <p:nvSpPr>
          <p:cNvPr id="20" name="Subtitle 2">
            <a:extLst>
              <a:ext uri="{FF2B5EF4-FFF2-40B4-BE49-F238E27FC236}">
                <a16:creationId xmlns:a16="http://schemas.microsoft.com/office/drawing/2014/main" id="{9E112093-AAA0-F955-FA8B-78C4C8C407AF}"/>
              </a:ext>
            </a:extLst>
          </p:cNvPr>
          <p:cNvSpPr>
            <a:spLocks noGrp="1"/>
          </p:cNvSpPr>
          <p:nvPr>
            <p:ph type="subTitle" idx="1"/>
          </p:nvPr>
        </p:nvSpPr>
        <p:spPr>
          <a:xfrm>
            <a:off x="381001" y="4307008"/>
            <a:ext cx="5715000" cy="1143000"/>
          </a:xfrm>
        </p:spPr>
        <p:txBody>
          <a:bodyPr lIns="0" tIns="0" rIns="0" bIns="0">
            <a:normAutofit/>
          </a:bodyPr>
          <a:lstStyle>
            <a:lvl1pPr marL="0" indent="0" algn="l">
              <a:lnSpc>
                <a:spcPct val="100000"/>
              </a:lnSpc>
              <a:spcBef>
                <a:spcPts val="0"/>
              </a:spcBef>
              <a:buFont typeface="Arial" panose="020B0604020202020204" pitchFamily="34" charset="0"/>
              <a:buNone/>
              <a:defRPr sz="1600">
                <a:solidFill>
                  <a:schemeClr val="tx1"/>
                </a:solidFill>
                <a:latin typeface="Tenorite"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1" name="Text Placeholder 10">
            <a:extLst>
              <a:ext uri="{FF2B5EF4-FFF2-40B4-BE49-F238E27FC236}">
                <a16:creationId xmlns:a16="http://schemas.microsoft.com/office/drawing/2014/main" id="{9356596E-F467-38DD-C714-164776319466}"/>
              </a:ext>
            </a:extLst>
          </p:cNvPr>
          <p:cNvSpPr>
            <a:spLocks noGrp="1"/>
          </p:cNvSpPr>
          <p:nvPr>
            <p:ph type="body" sz="quarter" idx="10"/>
          </p:nvPr>
        </p:nvSpPr>
        <p:spPr>
          <a:xfrm>
            <a:off x="381000" y="5962963"/>
            <a:ext cx="1679947" cy="138499"/>
          </a:xfrm>
        </p:spPr>
        <p:txBody>
          <a:bodyPr wrap="none" lIns="0" tIns="0" rIns="0" bIns="0">
            <a:spAutoFit/>
          </a:bodyPr>
          <a:lstStyle>
            <a:lvl1pPr marL="0" indent="0">
              <a:buNone/>
              <a:defRPr sz="1000">
                <a:solidFill>
                  <a:schemeClr val="tx2"/>
                </a:solidFill>
                <a:latin typeface="Tenorite" panose="00000500000000000000" pitchFamily="2" charset="0"/>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25" name="Graphic 24">
            <a:extLst>
              <a:ext uri="{FF2B5EF4-FFF2-40B4-BE49-F238E27FC236}">
                <a16:creationId xmlns:a16="http://schemas.microsoft.com/office/drawing/2014/main" id="{6C6DEE5D-FB18-A131-508F-D35F3AAC8E5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395653"/>
            <a:ext cx="1256622" cy="394520"/>
          </a:xfrm>
          <a:prstGeom prst="rect">
            <a:avLst/>
          </a:prstGeom>
        </p:spPr>
      </p:pic>
      <p:pic>
        <p:nvPicPr>
          <p:cNvPr id="54" name="Picture 53">
            <a:extLst>
              <a:ext uri="{FF2B5EF4-FFF2-40B4-BE49-F238E27FC236}">
                <a16:creationId xmlns:a16="http://schemas.microsoft.com/office/drawing/2014/main" id="{E2E14777-DACF-0D2D-AFFC-DE5BFE8E0A3B}"/>
              </a:ext>
            </a:extLst>
          </p:cNvPr>
          <p:cNvPicPr>
            <a:picLocks noChangeAspect="1"/>
          </p:cNvPicPr>
          <p:nvPr userDrawn="1"/>
        </p:nvPicPr>
        <p:blipFill>
          <a:blip r:embed="rId4"/>
          <a:srcRect r="23366" b="9124"/>
          <a:stretch>
            <a:fillRect/>
          </a:stretch>
        </p:blipFill>
        <p:spPr>
          <a:xfrm>
            <a:off x="6582832" y="162005"/>
            <a:ext cx="5609168" cy="6695996"/>
          </a:xfrm>
          <a:prstGeom prst="rect">
            <a:avLst/>
          </a:prstGeom>
        </p:spPr>
      </p:pic>
      <p:sp>
        <p:nvSpPr>
          <p:cNvPr id="55" name="Date Placeholder 3">
            <a:extLst>
              <a:ext uri="{FF2B5EF4-FFF2-40B4-BE49-F238E27FC236}">
                <a16:creationId xmlns:a16="http://schemas.microsoft.com/office/drawing/2014/main" id="{C58AEE17-D2EA-E015-633B-B6163FDB516D}"/>
              </a:ext>
            </a:extLst>
          </p:cNvPr>
          <p:cNvSpPr>
            <a:spLocks noGrp="1"/>
          </p:cNvSpPr>
          <p:nvPr>
            <p:ph type="dt" sz="half" idx="2"/>
          </p:nvPr>
        </p:nvSpPr>
        <p:spPr>
          <a:xfrm>
            <a:off x="381000" y="6298443"/>
            <a:ext cx="2670175" cy="206375"/>
          </a:xfrm>
          <a:prstGeom prst="rect">
            <a:avLst/>
          </a:prstGeom>
        </p:spPr>
        <p:txBody>
          <a:bodyPr vert="horz" lIns="0" tIns="45720" rIns="91440" bIns="45720" rtlCol="0" anchor="ctr"/>
          <a:lstStyle>
            <a:lvl1pPr algn="l">
              <a:defRPr sz="700" b="0" i="0">
                <a:solidFill>
                  <a:schemeClr val="tx1"/>
                </a:solidFill>
                <a:latin typeface="Tenorite" panose="00000500000000000000" pitchFamily="2" charset="0"/>
              </a:defRPr>
            </a:lvl1pPr>
          </a:lstStyle>
          <a:p>
            <a:r>
              <a:rPr lang="en-US"/>
              <a:t>© SYREN CLOUD INC – 2026 – ALL RIGHTS RESERVED</a:t>
            </a:r>
          </a:p>
        </p:txBody>
      </p:sp>
    </p:spTree>
    <p:extLst>
      <p:ext uri="{BB962C8B-B14F-4D97-AF65-F5344CB8AC3E}">
        <p14:creationId xmlns:p14="http://schemas.microsoft.com/office/powerpoint/2010/main" val="1773796330"/>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Title Slide Light">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D95D51B-3A6F-3114-9A30-C4A0A3C5B5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4FBF73D9-0881-A73E-A8B1-CD8E49046877}"/>
              </a:ext>
            </a:extLst>
          </p:cNvPr>
          <p:cNvSpPr>
            <a:spLocks noGrp="1"/>
          </p:cNvSpPr>
          <p:nvPr>
            <p:ph type="ctrTitle"/>
          </p:nvPr>
        </p:nvSpPr>
        <p:spPr>
          <a:xfrm>
            <a:off x="381001" y="2341184"/>
            <a:ext cx="5715000" cy="1828800"/>
          </a:xfrm>
        </p:spPr>
        <p:txBody>
          <a:bodyPr lIns="0" tIns="0" rIns="0" bIns="0" anchor="b">
            <a:normAutofit/>
          </a:bodyPr>
          <a:lstStyle>
            <a:lvl1pPr marL="0" indent="0" algn="l">
              <a:lnSpc>
                <a:spcPct val="100000"/>
              </a:lnSpc>
              <a:spcBef>
                <a:spcPts val="0"/>
              </a:spcBef>
              <a:tabLst/>
              <a:defRPr sz="4800" b="0">
                <a:solidFill>
                  <a:schemeClr val="bg1"/>
                </a:solidFill>
                <a:latin typeface="Tenorite" panose="00000500000000000000" pitchFamily="2" charset="0"/>
                <a:cs typeface="Kalinga" panose="020B0502040204020203" pitchFamily="34" charset="0"/>
              </a:defRPr>
            </a:lvl1pPr>
          </a:lstStyle>
          <a:p>
            <a:r>
              <a:rPr lang="en-US"/>
              <a:t>Click to edit Master title style</a:t>
            </a:r>
          </a:p>
        </p:txBody>
      </p:sp>
      <p:sp>
        <p:nvSpPr>
          <p:cNvPr id="2" name="Subtitle 2">
            <a:extLst>
              <a:ext uri="{FF2B5EF4-FFF2-40B4-BE49-F238E27FC236}">
                <a16:creationId xmlns:a16="http://schemas.microsoft.com/office/drawing/2014/main" id="{903CAEE5-79E7-5D68-00B6-7355D1811879}"/>
              </a:ext>
            </a:extLst>
          </p:cNvPr>
          <p:cNvSpPr>
            <a:spLocks noGrp="1"/>
          </p:cNvSpPr>
          <p:nvPr>
            <p:ph type="subTitle" idx="1"/>
          </p:nvPr>
        </p:nvSpPr>
        <p:spPr>
          <a:xfrm>
            <a:off x="381001" y="4307008"/>
            <a:ext cx="5715000" cy="1143000"/>
          </a:xfrm>
        </p:spPr>
        <p:txBody>
          <a:bodyPr lIns="0" tIns="0" rIns="0" bIns="0">
            <a:normAutofit/>
          </a:bodyPr>
          <a:lstStyle>
            <a:lvl1pPr marL="0" indent="0" algn="l">
              <a:lnSpc>
                <a:spcPct val="100000"/>
              </a:lnSpc>
              <a:spcBef>
                <a:spcPts val="0"/>
              </a:spcBef>
              <a:buFont typeface="Arial" panose="020B0604020202020204" pitchFamily="34" charset="0"/>
              <a:buNone/>
              <a:defRPr sz="1600">
                <a:solidFill>
                  <a:schemeClr val="bg1"/>
                </a:solidFill>
                <a:latin typeface="Tenorite"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9" name="Graphic 18">
            <a:extLst>
              <a:ext uri="{FF2B5EF4-FFF2-40B4-BE49-F238E27FC236}">
                <a16:creationId xmlns:a16="http://schemas.microsoft.com/office/drawing/2014/main" id="{673F6543-F8CA-D7C6-4BC7-7680075AE22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966" y="378498"/>
            <a:ext cx="1252391" cy="393192"/>
          </a:xfrm>
          <a:prstGeom prst="rect">
            <a:avLst/>
          </a:prstGeom>
        </p:spPr>
      </p:pic>
      <p:pic>
        <p:nvPicPr>
          <p:cNvPr id="10" name="Picture 9">
            <a:extLst>
              <a:ext uri="{FF2B5EF4-FFF2-40B4-BE49-F238E27FC236}">
                <a16:creationId xmlns:a16="http://schemas.microsoft.com/office/drawing/2014/main" id="{57A832A8-01E1-AFAA-23A7-23A65E1C91C8}"/>
              </a:ext>
            </a:extLst>
          </p:cNvPr>
          <p:cNvPicPr>
            <a:picLocks noChangeAspect="1"/>
          </p:cNvPicPr>
          <p:nvPr userDrawn="1"/>
        </p:nvPicPr>
        <p:blipFill>
          <a:blip r:embed="rId4"/>
          <a:srcRect r="23366" b="9124"/>
          <a:stretch>
            <a:fillRect/>
          </a:stretch>
        </p:blipFill>
        <p:spPr>
          <a:xfrm>
            <a:off x="6582832" y="162005"/>
            <a:ext cx="5609168" cy="6695996"/>
          </a:xfrm>
          <a:prstGeom prst="rect">
            <a:avLst/>
          </a:prstGeom>
        </p:spPr>
      </p:pic>
      <p:sp>
        <p:nvSpPr>
          <p:cNvPr id="11" name="Date Placeholder 3">
            <a:extLst>
              <a:ext uri="{FF2B5EF4-FFF2-40B4-BE49-F238E27FC236}">
                <a16:creationId xmlns:a16="http://schemas.microsoft.com/office/drawing/2014/main" id="{DC439732-F786-DB3B-CA2D-F9ED04DA3FCE}"/>
              </a:ext>
            </a:extLst>
          </p:cNvPr>
          <p:cNvSpPr>
            <a:spLocks noGrp="1"/>
          </p:cNvSpPr>
          <p:nvPr>
            <p:ph type="dt" sz="half" idx="2"/>
          </p:nvPr>
        </p:nvSpPr>
        <p:spPr>
          <a:xfrm>
            <a:off x="381000" y="6298443"/>
            <a:ext cx="2670175" cy="206375"/>
          </a:xfrm>
          <a:prstGeom prst="rect">
            <a:avLst/>
          </a:prstGeom>
        </p:spPr>
        <p:txBody>
          <a:bodyPr vert="horz" lIns="0" tIns="45720" rIns="91440" bIns="45720" rtlCol="0" anchor="ctr"/>
          <a:lstStyle>
            <a:lvl1pPr algn="l">
              <a:defRPr sz="700" b="0" i="0">
                <a:solidFill>
                  <a:schemeClr val="bg1"/>
                </a:solidFill>
                <a:latin typeface="Tenorite" panose="00000500000000000000" pitchFamily="2" charset="0"/>
              </a:defRPr>
            </a:lvl1pPr>
          </a:lstStyle>
          <a:p>
            <a:r>
              <a:rPr lang="en-US"/>
              <a:t>© SYREN CLOUD INC – 2026 – ALL RIGHTS RESERVED</a:t>
            </a:r>
          </a:p>
        </p:txBody>
      </p:sp>
      <p:sp>
        <p:nvSpPr>
          <p:cNvPr id="12" name="Text Placeholder 10">
            <a:extLst>
              <a:ext uri="{FF2B5EF4-FFF2-40B4-BE49-F238E27FC236}">
                <a16:creationId xmlns:a16="http://schemas.microsoft.com/office/drawing/2014/main" id="{A802D92C-DEE3-46C9-B60E-DE5FD48CB7D3}"/>
              </a:ext>
            </a:extLst>
          </p:cNvPr>
          <p:cNvSpPr>
            <a:spLocks noGrp="1"/>
          </p:cNvSpPr>
          <p:nvPr>
            <p:ph type="body" sz="quarter" idx="10"/>
          </p:nvPr>
        </p:nvSpPr>
        <p:spPr>
          <a:xfrm>
            <a:off x="381000" y="5962963"/>
            <a:ext cx="1679947" cy="138499"/>
          </a:xfrm>
        </p:spPr>
        <p:txBody>
          <a:bodyPr wrap="none" lIns="0" tIns="0" rIns="0" bIns="0">
            <a:spAutoFit/>
          </a:bodyPr>
          <a:lstStyle>
            <a:lvl1pPr marL="0" indent="0">
              <a:buNone/>
              <a:defRPr sz="1000">
                <a:solidFill>
                  <a:schemeClr val="bg1"/>
                </a:solidFill>
                <a:latin typeface="Tenorite" panose="00000500000000000000" pitchFamily="2" charset="0"/>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spTree>
    <p:extLst>
      <p:ext uri="{BB962C8B-B14F-4D97-AF65-F5344CB8AC3E}">
        <p14:creationId xmlns:p14="http://schemas.microsoft.com/office/powerpoint/2010/main" val="1705637820"/>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6_Title Slide Dark_Imag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3B76481-5CF1-DFAA-3614-B71DA45AD706}"/>
              </a:ext>
            </a:extLst>
          </p:cNvPr>
          <p:cNvPicPr>
            <a:picLocks noChangeAspect="1"/>
          </p:cNvPicPr>
          <p:nvPr userDrawn="1"/>
        </p:nvPicPr>
        <p:blipFill>
          <a:blip r:embed="rId2" cstate="print">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0" name="Picture 59">
            <a:extLst>
              <a:ext uri="{FF2B5EF4-FFF2-40B4-BE49-F238E27FC236}">
                <a16:creationId xmlns:a16="http://schemas.microsoft.com/office/drawing/2014/main" id="{4F3E88B2-CF8F-8C1B-95C8-AD88ACE9075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8100" y="222250"/>
            <a:ext cx="12192000" cy="6635750"/>
          </a:xfrm>
          <a:prstGeom prst="rect">
            <a:avLst/>
          </a:prstGeom>
        </p:spPr>
      </p:pic>
      <p:pic>
        <p:nvPicPr>
          <p:cNvPr id="18" name="Picture 17">
            <a:extLst>
              <a:ext uri="{FF2B5EF4-FFF2-40B4-BE49-F238E27FC236}">
                <a16:creationId xmlns:a16="http://schemas.microsoft.com/office/drawing/2014/main" id="{B29923C7-9F19-ECDC-4712-46A333D541E6}"/>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29062" t="-1375" r="41117" b="100000"/>
          <a:stretch>
            <a:fillRect/>
          </a:stretch>
        </p:blipFill>
        <p:spPr>
          <a:xfrm>
            <a:off x="1168945" y="-94314"/>
            <a:ext cx="3069791" cy="94314"/>
          </a:xfrm>
          <a:custGeom>
            <a:avLst/>
            <a:gdLst>
              <a:gd name="csX0" fmla="*/ 34621 w 3069791"/>
              <a:gd name="csY0" fmla="*/ 0 h 94314"/>
              <a:gd name="csX1" fmla="*/ 3069791 w 3069791"/>
              <a:gd name="csY1" fmla="*/ 11597 h 94314"/>
              <a:gd name="csX2" fmla="*/ 3043170 w 3069791"/>
              <a:gd name="csY2" fmla="*/ 94314 h 94314"/>
              <a:gd name="csX3" fmla="*/ 0 w 3069791"/>
              <a:gd name="csY3" fmla="*/ 94314 h 94314"/>
              <a:gd name="csX4" fmla="*/ 34621 w 3069791"/>
              <a:gd name="csY4" fmla="*/ 0 h 94314"/>
            </a:gdLst>
            <a:ahLst/>
            <a:cxnLst>
              <a:cxn ang="0">
                <a:pos x="csX0" y="csY0"/>
              </a:cxn>
              <a:cxn ang="0">
                <a:pos x="csX1" y="csY1"/>
              </a:cxn>
              <a:cxn ang="0">
                <a:pos x="csX2" y="csY2"/>
              </a:cxn>
              <a:cxn ang="0">
                <a:pos x="csX3" y="csY3"/>
              </a:cxn>
              <a:cxn ang="0">
                <a:pos x="csX4" y="csY4"/>
              </a:cxn>
            </a:cxnLst>
            <a:rect l="l" t="t" r="r" b="b"/>
            <a:pathLst>
              <a:path w="3069791" h="94314">
                <a:moveTo>
                  <a:pt x="34621" y="0"/>
                </a:moveTo>
                <a:lnTo>
                  <a:pt x="3069791" y="11597"/>
                </a:lnTo>
                <a:lnTo>
                  <a:pt x="3043170" y="94314"/>
                </a:lnTo>
                <a:lnTo>
                  <a:pt x="0" y="94314"/>
                </a:lnTo>
                <a:lnTo>
                  <a:pt x="34621" y="0"/>
                </a:lnTo>
                <a:close/>
              </a:path>
            </a:pathLst>
          </a:custGeom>
        </p:spPr>
      </p:pic>
      <p:sp>
        <p:nvSpPr>
          <p:cNvPr id="19" name="Title 1">
            <a:extLst>
              <a:ext uri="{FF2B5EF4-FFF2-40B4-BE49-F238E27FC236}">
                <a16:creationId xmlns:a16="http://schemas.microsoft.com/office/drawing/2014/main" id="{0FAACCE4-5651-FD3D-19A4-BFFBCBEA52DD}"/>
              </a:ext>
            </a:extLst>
          </p:cNvPr>
          <p:cNvSpPr>
            <a:spLocks noGrp="1"/>
          </p:cNvSpPr>
          <p:nvPr>
            <p:ph type="ctrTitle"/>
          </p:nvPr>
        </p:nvSpPr>
        <p:spPr>
          <a:xfrm>
            <a:off x="381001" y="2341184"/>
            <a:ext cx="5715000" cy="1828800"/>
          </a:xfrm>
        </p:spPr>
        <p:txBody>
          <a:bodyPr lIns="0" tIns="0" rIns="0" bIns="0" anchor="b">
            <a:normAutofit/>
          </a:bodyPr>
          <a:lstStyle>
            <a:lvl1pPr marL="0" indent="0" algn="l">
              <a:lnSpc>
                <a:spcPct val="100000"/>
              </a:lnSpc>
              <a:spcBef>
                <a:spcPts val="0"/>
              </a:spcBef>
              <a:tabLst/>
              <a:defRPr sz="4800" b="0">
                <a:solidFill>
                  <a:schemeClr val="tx1"/>
                </a:solidFill>
                <a:latin typeface="Tenorite" panose="00000500000000000000" pitchFamily="2" charset="0"/>
                <a:cs typeface="Kalinga" panose="020B0502040204020203" pitchFamily="34" charset="0"/>
              </a:defRPr>
            </a:lvl1pPr>
          </a:lstStyle>
          <a:p>
            <a:r>
              <a:rPr lang="en-US"/>
              <a:t>Click to edit Master title style</a:t>
            </a:r>
          </a:p>
        </p:txBody>
      </p:sp>
      <p:sp>
        <p:nvSpPr>
          <p:cNvPr id="20" name="Subtitle 2">
            <a:extLst>
              <a:ext uri="{FF2B5EF4-FFF2-40B4-BE49-F238E27FC236}">
                <a16:creationId xmlns:a16="http://schemas.microsoft.com/office/drawing/2014/main" id="{9E112093-AAA0-F955-FA8B-78C4C8C407AF}"/>
              </a:ext>
            </a:extLst>
          </p:cNvPr>
          <p:cNvSpPr>
            <a:spLocks noGrp="1"/>
          </p:cNvSpPr>
          <p:nvPr>
            <p:ph type="subTitle" idx="1"/>
          </p:nvPr>
        </p:nvSpPr>
        <p:spPr>
          <a:xfrm>
            <a:off x="381001" y="4307008"/>
            <a:ext cx="5715000" cy="1143000"/>
          </a:xfrm>
        </p:spPr>
        <p:txBody>
          <a:bodyPr lIns="0" tIns="0" rIns="0" bIns="0">
            <a:normAutofit/>
          </a:bodyPr>
          <a:lstStyle>
            <a:lvl1pPr marL="0" indent="0" algn="l">
              <a:lnSpc>
                <a:spcPct val="100000"/>
              </a:lnSpc>
              <a:spcBef>
                <a:spcPts val="0"/>
              </a:spcBef>
              <a:buFont typeface="Arial" panose="020B0604020202020204" pitchFamily="34" charset="0"/>
              <a:buNone/>
              <a:defRPr sz="1600">
                <a:solidFill>
                  <a:schemeClr val="tx1"/>
                </a:solidFill>
                <a:latin typeface="Tenorite"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8" name="Picture 67">
            <a:extLst>
              <a:ext uri="{FF2B5EF4-FFF2-40B4-BE49-F238E27FC236}">
                <a16:creationId xmlns:a16="http://schemas.microsoft.com/office/drawing/2014/main" id="{5524A42F-229A-24B4-A014-3BAE8F3450CA}"/>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l="39204" t="10674" r="9597" b="14201"/>
          <a:stretch>
            <a:fillRect/>
          </a:stretch>
        </p:blipFill>
        <p:spPr>
          <a:xfrm>
            <a:off x="7391400" y="-94314"/>
            <a:ext cx="5441448" cy="5321295"/>
          </a:xfrm>
          <a:custGeom>
            <a:avLst/>
            <a:gdLst>
              <a:gd name="csX0" fmla="*/ 0 w 5339236"/>
              <a:gd name="csY0" fmla="*/ 0 h 5221340"/>
              <a:gd name="csX1" fmla="*/ 3945034 w 5339236"/>
              <a:gd name="csY1" fmla="*/ 17071 h 5221340"/>
              <a:gd name="csX2" fmla="*/ 5339236 w 5339236"/>
              <a:gd name="csY2" fmla="*/ 5220992 h 5221340"/>
              <a:gd name="csX3" fmla="*/ 2007414 w 5339236"/>
              <a:gd name="csY3" fmla="*/ 5221340 h 5221340"/>
              <a:gd name="csX4" fmla="*/ 1287507 w 5339236"/>
              <a:gd name="csY4" fmla="*/ 4782940 h 5221340"/>
              <a:gd name="csX5" fmla="*/ 0 w 5339236"/>
              <a:gd name="csY5" fmla="*/ 0 h 5221340"/>
            </a:gdLst>
            <a:ahLst/>
            <a:cxnLst>
              <a:cxn ang="0">
                <a:pos x="csX0" y="csY0"/>
              </a:cxn>
              <a:cxn ang="0">
                <a:pos x="csX1" y="csY1"/>
              </a:cxn>
              <a:cxn ang="0">
                <a:pos x="csX2" y="csY2"/>
              </a:cxn>
              <a:cxn ang="0">
                <a:pos x="csX3" y="csY3"/>
              </a:cxn>
              <a:cxn ang="0">
                <a:pos x="csX4" y="csY4"/>
              </a:cxn>
              <a:cxn ang="0">
                <a:pos x="csX5" y="csY5"/>
              </a:cxn>
            </a:cxnLst>
            <a:rect l="l" t="t" r="r" b="b"/>
            <a:pathLst>
              <a:path w="5339236" h="5221340">
                <a:moveTo>
                  <a:pt x="0" y="0"/>
                </a:moveTo>
                <a:lnTo>
                  <a:pt x="3945034" y="17071"/>
                </a:lnTo>
                <a:lnTo>
                  <a:pt x="5339236" y="5220992"/>
                </a:lnTo>
                <a:lnTo>
                  <a:pt x="2007414" y="5221340"/>
                </a:lnTo>
                <a:cubicBezTo>
                  <a:pt x="1540395" y="5219464"/>
                  <a:pt x="1377996" y="5120651"/>
                  <a:pt x="1287507" y="4782940"/>
                </a:cubicBezTo>
                <a:cubicBezTo>
                  <a:pt x="864688" y="3198151"/>
                  <a:pt x="422819" y="1584788"/>
                  <a:pt x="0" y="0"/>
                </a:cubicBezTo>
                <a:close/>
              </a:path>
            </a:pathLst>
          </a:custGeom>
        </p:spPr>
      </p:pic>
      <p:grpSp>
        <p:nvGrpSpPr>
          <p:cNvPr id="17" name="Group 16">
            <a:extLst>
              <a:ext uri="{FF2B5EF4-FFF2-40B4-BE49-F238E27FC236}">
                <a16:creationId xmlns:a16="http://schemas.microsoft.com/office/drawing/2014/main" id="{5BE7D49D-2388-58B9-7629-56D8856FC0BB}"/>
              </a:ext>
            </a:extLst>
          </p:cNvPr>
          <p:cNvGrpSpPr/>
          <p:nvPr userDrawn="1"/>
        </p:nvGrpSpPr>
        <p:grpSpPr>
          <a:xfrm>
            <a:off x="7170420" y="533400"/>
            <a:ext cx="5021580" cy="5098142"/>
            <a:chOff x="7170420" y="533400"/>
            <a:chExt cx="5021580" cy="5098142"/>
          </a:xfrm>
        </p:grpSpPr>
        <p:cxnSp>
          <p:nvCxnSpPr>
            <p:cNvPr id="6" name="Straight Connector 5">
              <a:extLst>
                <a:ext uri="{FF2B5EF4-FFF2-40B4-BE49-F238E27FC236}">
                  <a16:creationId xmlns:a16="http://schemas.microsoft.com/office/drawing/2014/main" id="{12F85EBC-8379-2291-3005-F2AC15F655B3}"/>
                </a:ext>
              </a:extLst>
            </p:cNvPr>
            <p:cNvCxnSpPr>
              <a:cxnSpLocks/>
            </p:cNvCxnSpPr>
            <p:nvPr userDrawn="1"/>
          </p:nvCxnSpPr>
          <p:spPr>
            <a:xfrm>
              <a:off x="9053081" y="5631542"/>
              <a:ext cx="3138919" cy="0"/>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E50C8794-21B4-3CD7-61FF-17BF54EB2C8D}"/>
                </a:ext>
              </a:extLst>
            </p:cNvPr>
            <p:cNvCxnSpPr>
              <a:cxnSpLocks/>
            </p:cNvCxnSpPr>
            <p:nvPr userDrawn="1"/>
          </p:nvCxnSpPr>
          <p:spPr>
            <a:xfrm>
              <a:off x="7170420" y="533400"/>
              <a:ext cx="1223011" cy="4509306"/>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8" name="Arc 7">
              <a:extLst>
                <a:ext uri="{FF2B5EF4-FFF2-40B4-BE49-F238E27FC236}">
                  <a16:creationId xmlns:a16="http://schemas.microsoft.com/office/drawing/2014/main" id="{13AFBAEB-A615-CB54-26E9-A51A8CB75F91}"/>
                </a:ext>
              </a:extLst>
            </p:cNvPr>
            <p:cNvSpPr/>
            <p:nvPr userDrawn="1"/>
          </p:nvSpPr>
          <p:spPr>
            <a:xfrm rot="10800000">
              <a:off x="8321236" y="3538925"/>
              <a:ext cx="1463692" cy="2092617"/>
            </a:xfrm>
            <a:prstGeom prst="arc">
              <a:avLst>
                <a:gd name="adj1" fmla="val 16200000"/>
                <a:gd name="adj2" fmla="val 19828464"/>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grpSp>
      <p:sp>
        <p:nvSpPr>
          <p:cNvPr id="10" name="Oval 9">
            <a:extLst>
              <a:ext uri="{FF2B5EF4-FFF2-40B4-BE49-F238E27FC236}">
                <a16:creationId xmlns:a16="http://schemas.microsoft.com/office/drawing/2014/main" id="{5DBAB224-3DBE-2F35-F581-EE8C0EBA8D19}"/>
              </a:ext>
            </a:extLst>
          </p:cNvPr>
          <p:cNvSpPr/>
          <p:nvPr userDrawn="1"/>
        </p:nvSpPr>
        <p:spPr>
          <a:xfrm>
            <a:off x="7067029" y="355434"/>
            <a:ext cx="177966" cy="177966"/>
          </a:xfrm>
          <a:prstGeom prst="ellipse">
            <a:avLst/>
          </a:prstGeom>
          <a:solidFill>
            <a:schemeClr val="tx2"/>
          </a:solidFill>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solidFill>
                <a:schemeClr val="tx1"/>
              </a:solidFill>
            </a:endParaRPr>
          </a:p>
        </p:txBody>
      </p:sp>
      <p:sp>
        <p:nvSpPr>
          <p:cNvPr id="11" name="Oval 10">
            <a:extLst>
              <a:ext uri="{FF2B5EF4-FFF2-40B4-BE49-F238E27FC236}">
                <a16:creationId xmlns:a16="http://schemas.microsoft.com/office/drawing/2014/main" id="{E382C977-CF05-DB9B-F775-77FE75B40DCF}"/>
              </a:ext>
            </a:extLst>
          </p:cNvPr>
          <p:cNvSpPr/>
          <p:nvPr userDrawn="1"/>
        </p:nvSpPr>
        <p:spPr>
          <a:xfrm>
            <a:off x="7055576" y="2233638"/>
            <a:ext cx="177966" cy="177966"/>
          </a:xfrm>
          <a:prstGeom prst="ellipse">
            <a:avLst/>
          </a:prstGeom>
          <a:solidFill>
            <a:schemeClr val="tx2"/>
          </a:solidFill>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solidFill>
                <a:schemeClr val="tx1"/>
              </a:solidFill>
            </a:endParaRPr>
          </a:p>
        </p:txBody>
      </p:sp>
      <p:cxnSp>
        <p:nvCxnSpPr>
          <p:cNvPr id="12" name="Straight Connector 11">
            <a:extLst>
              <a:ext uri="{FF2B5EF4-FFF2-40B4-BE49-F238E27FC236}">
                <a16:creationId xmlns:a16="http://schemas.microsoft.com/office/drawing/2014/main" id="{07FECE78-6246-21D8-5D86-9A3400FDF8AC}"/>
              </a:ext>
            </a:extLst>
          </p:cNvPr>
          <p:cNvCxnSpPr>
            <a:cxnSpLocks/>
          </p:cNvCxnSpPr>
          <p:nvPr userDrawn="1"/>
        </p:nvCxnSpPr>
        <p:spPr>
          <a:xfrm>
            <a:off x="6507192" y="-21015"/>
            <a:ext cx="611506" cy="2254653"/>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28" name="Group 27">
            <a:extLst>
              <a:ext uri="{FF2B5EF4-FFF2-40B4-BE49-F238E27FC236}">
                <a16:creationId xmlns:a16="http://schemas.microsoft.com/office/drawing/2014/main" id="{DA8EEDF9-7571-4045-E806-4B0F0A2491DE}"/>
              </a:ext>
            </a:extLst>
          </p:cNvPr>
          <p:cNvGrpSpPr/>
          <p:nvPr userDrawn="1"/>
        </p:nvGrpSpPr>
        <p:grpSpPr>
          <a:xfrm>
            <a:off x="42438" y="6048244"/>
            <a:ext cx="1458800" cy="1362088"/>
            <a:chOff x="151297" y="5724394"/>
            <a:chExt cx="1458800" cy="1362088"/>
          </a:xfrm>
        </p:grpSpPr>
        <p:grpSp>
          <p:nvGrpSpPr>
            <p:cNvPr id="22" name="Group 21">
              <a:extLst>
                <a:ext uri="{FF2B5EF4-FFF2-40B4-BE49-F238E27FC236}">
                  <a16:creationId xmlns:a16="http://schemas.microsoft.com/office/drawing/2014/main" id="{CD678347-1EFB-45FC-B8B3-75932F3CAEAE}"/>
                </a:ext>
              </a:extLst>
            </p:cNvPr>
            <p:cNvGrpSpPr/>
            <p:nvPr userDrawn="1"/>
          </p:nvGrpSpPr>
          <p:grpSpPr>
            <a:xfrm rot="6300000">
              <a:off x="50881" y="5870977"/>
              <a:ext cx="1315921" cy="1115089"/>
              <a:chOff x="7949958" y="1934033"/>
              <a:chExt cx="4242042" cy="3697509"/>
            </a:xfrm>
          </p:grpSpPr>
          <p:cxnSp>
            <p:nvCxnSpPr>
              <p:cNvPr id="23" name="Straight Connector 22">
                <a:extLst>
                  <a:ext uri="{FF2B5EF4-FFF2-40B4-BE49-F238E27FC236}">
                    <a16:creationId xmlns:a16="http://schemas.microsoft.com/office/drawing/2014/main" id="{64C77EEE-BB95-60BE-41A9-75313C179123}"/>
                  </a:ext>
                </a:extLst>
              </p:cNvPr>
              <p:cNvCxnSpPr>
                <a:cxnSpLocks/>
              </p:cNvCxnSpPr>
              <p:nvPr userDrawn="1"/>
            </p:nvCxnSpPr>
            <p:spPr>
              <a:xfrm>
                <a:off x="9053081" y="5631542"/>
                <a:ext cx="3138919" cy="0"/>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A3E1396-2A10-0C4F-4523-269399BB12CB}"/>
                  </a:ext>
                </a:extLst>
              </p:cNvPr>
              <p:cNvCxnSpPr>
                <a:cxnSpLocks/>
                <a:stCxn id="26" idx="2"/>
              </p:cNvCxnSpPr>
              <p:nvPr userDrawn="1"/>
            </p:nvCxnSpPr>
            <p:spPr>
              <a:xfrm rot="15300000" flipH="1">
                <a:off x="6388391" y="3495600"/>
                <a:ext cx="3168730" cy="45595"/>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5" name="Arc 24">
                <a:extLst>
                  <a:ext uri="{FF2B5EF4-FFF2-40B4-BE49-F238E27FC236}">
                    <a16:creationId xmlns:a16="http://schemas.microsoft.com/office/drawing/2014/main" id="{0B00A588-E04F-41BA-E38D-892CF3505D03}"/>
                  </a:ext>
                </a:extLst>
              </p:cNvPr>
              <p:cNvSpPr/>
              <p:nvPr userDrawn="1"/>
            </p:nvSpPr>
            <p:spPr>
              <a:xfrm rot="10800000">
                <a:off x="8321236" y="3538925"/>
                <a:ext cx="1463692" cy="2092617"/>
              </a:xfrm>
              <a:prstGeom prst="arc">
                <a:avLst>
                  <a:gd name="adj1" fmla="val 16200000"/>
                  <a:gd name="adj2" fmla="val 19828464"/>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grpSp>
        <p:sp>
          <p:nvSpPr>
            <p:cNvPr id="26" name="Oval 25">
              <a:extLst>
                <a:ext uri="{FF2B5EF4-FFF2-40B4-BE49-F238E27FC236}">
                  <a16:creationId xmlns:a16="http://schemas.microsoft.com/office/drawing/2014/main" id="{A4FC2551-53DB-4683-0949-D7FE3C33490B}"/>
                </a:ext>
              </a:extLst>
            </p:cNvPr>
            <p:cNvSpPr/>
            <p:nvPr userDrawn="1"/>
          </p:nvSpPr>
          <p:spPr>
            <a:xfrm>
              <a:off x="1432131" y="5724394"/>
              <a:ext cx="177966" cy="177966"/>
            </a:xfrm>
            <a:prstGeom prst="ellipse">
              <a:avLst/>
            </a:prstGeom>
            <a:solidFill>
              <a:schemeClr val="tx2"/>
            </a:solidFill>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solidFill>
                  <a:schemeClr val="tx1"/>
                </a:solidFill>
              </a:endParaRPr>
            </a:p>
          </p:txBody>
        </p:sp>
      </p:grpSp>
      <p:sp>
        <p:nvSpPr>
          <p:cNvPr id="27" name="Text Placeholder 10">
            <a:extLst>
              <a:ext uri="{FF2B5EF4-FFF2-40B4-BE49-F238E27FC236}">
                <a16:creationId xmlns:a16="http://schemas.microsoft.com/office/drawing/2014/main" id="{A3A1139F-C12D-53FE-8E61-D8936990C394}"/>
              </a:ext>
            </a:extLst>
          </p:cNvPr>
          <p:cNvSpPr>
            <a:spLocks noGrp="1"/>
          </p:cNvSpPr>
          <p:nvPr>
            <p:ph type="body" sz="quarter" idx="10"/>
          </p:nvPr>
        </p:nvSpPr>
        <p:spPr>
          <a:xfrm>
            <a:off x="381000" y="5792278"/>
            <a:ext cx="1679947" cy="138499"/>
          </a:xfrm>
        </p:spPr>
        <p:txBody>
          <a:bodyPr wrap="none" lIns="0" tIns="0" rIns="0" bIns="0">
            <a:spAutoFit/>
          </a:bodyPr>
          <a:lstStyle>
            <a:lvl1pPr marL="0" indent="0">
              <a:buNone/>
              <a:defRPr sz="1000">
                <a:solidFill>
                  <a:schemeClr val="tx2"/>
                </a:solidFill>
                <a:latin typeface="Tenorite" panose="00000500000000000000" pitchFamily="2" charset="0"/>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33" name="Graphic 32">
            <a:extLst>
              <a:ext uri="{FF2B5EF4-FFF2-40B4-BE49-F238E27FC236}">
                <a16:creationId xmlns:a16="http://schemas.microsoft.com/office/drawing/2014/main" id="{BF670417-59BE-A305-CC43-235A8C21846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81000" y="395653"/>
            <a:ext cx="1256622" cy="394520"/>
          </a:xfrm>
          <a:prstGeom prst="rect">
            <a:avLst/>
          </a:prstGeom>
        </p:spPr>
      </p:pic>
      <p:sp>
        <p:nvSpPr>
          <p:cNvPr id="4" name="Date Placeholder 3">
            <a:extLst>
              <a:ext uri="{FF2B5EF4-FFF2-40B4-BE49-F238E27FC236}">
                <a16:creationId xmlns:a16="http://schemas.microsoft.com/office/drawing/2014/main" id="{1ACD67EC-7FF7-BE22-21D2-2B3D698FCB5C}"/>
              </a:ext>
            </a:extLst>
          </p:cNvPr>
          <p:cNvSpPr>
            <a:spLocks noGrp="1"/>
          </p:cNvSpPr>
          <p:nvPr>
            <p:ph type="dt" sz="half" idx="2"/>
          </p:nvPr>
        </p:nvSpPr>
        <p:spPr>
          <a:xfrm>
            <a:off x="381000" y="6298443"/>
            <a:ext cx="2670175" cy="206375"/>
          </a:xfrm>
          <a:prstGeom prst="rect">
            <a:avLst/>
          </a:prstGeom>
        </p:spPr>
        <p:txBody>
          <a:bodyPr vert="horz" lIns="0" tIns="45720" rIns="91440" bIns="45720" rtlCol="0" anchor="ctr"/>
          <a:lstStyle>
            <a:lvl1pPr algn="l">
              <a:defRPr sz="700" b="0" i="0">
                <a:solidFill>
                  <a:schemeClr val="tx1"/>
                </a:solidFill>
                <a:latin typeface="Tenorite" panose="00000500000000000000" pitchFamily="2" charset="0"/>
              </a:defRPr>
            </a:lvl1pPr>
          </a:lstStyle>
          <a:p>
            <a:r>
              <a:rPr lang="en-US"/>
              <a:t>© SYREN CLOUD INC – 2026 – ALL RIGHTS RESERVED</a:t>
            </a:r>
          </a:p>
        </p:txBody>
      </p:sp>
    </p:spTree>
    <p:extLst>
      <p:ext uri="{BB962C8B-B14F-4D97-AF65-F5344CB8AC3E}">
        <p14:creationId xmlns:p14="http://schemas.microsoft.com/office/powerpoint/2010/main" val="3969609968"/>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7_Title Slide Dark_Imag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3B76481-5CF1-DFAA-3614-B71DA45AD706}"/>
              </a:ext>
            </a:extLst>
          </p:cNvPr>
          <p:cNvPicPr>
            <a:picLocks noChangeAspect="1"/>
          </p:cNvPicPr>
          <p:nvPr userDrawn="1"/>
        </p:nvPicPr>
        <p:blipFill>
          <a:blip r:embed="rId2" cstate="print">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0" name="Picture 59">
            <a:extLst>
              <a:ext uri="{FF2B5EF4-FFF2-40B4-BE49-F238E27FC236}">
                <a16:creationId xmlns:a16="http://schemas.microsoft.com/office/drawing/2014/main" id="{4F3E88B2-CF8F-8C1B-95C8-AD88ACE9075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22250"/>
            <a:ext cx="12192000" cy="6635750"/>
          </a:xfrm>
          <a:prstGeom prst="rect">
            <a:avLst/>
          </a:prstGeom>
        </p:spPr>
      </p:pic>
      <p:pic>
        <p:nvPicPr>
          <p:cNvPr id="18" name="Picture 17">
            <a:extLst>
              <a:ext uri="{FF2B5EF4-FFF2-40B4-BE49-F238E27FC236}">
                <a16:creationId xmlns:a16="http://schemas.microsoft.com/office/drawing/2014/main" id="{B29923C7-9F19-ECDC-4712-46A333D541E6}"/>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29062" t="-1375" r="41117" b="100000"/>
          <a:stretch>
            <a:fillRect/>
          </a:stretch>
        </p:blipFill>
        <p:spPr>
          <a:xfrm>
            <a:off x="1168945" y="-94314"/>
            <a:ext cx="3069791" cy="94314"/>
          </a:xfrm>
          <a:custGeom>
            <a:avLst/>
            <a:gdLst>
              <a:gd name="csX0" fmla="*/ 34621 w 3069791"/>
              <a:gd name="csY0" fmla="*/ 0 h 94314"/>
              <a:gd name="csX1" fmla="*/ 3069791 w 3069791"/>
              <a:gd name="csY1" fmla="*/ 11597 h 94314"/>
              <a:gd name="csX2" fmla="*/ 3043170 w 3069791"/>
              <a:gd name="csY2" fmla="*/ 94314 h 94314"/>
              <a:gd name="csX3" fmla="*/ 0 w 3069791"/>
              <a:gd name="csY3" fmla="*/ 94314 h 94314"/>
              <a:gd name="csX4" fmla="*/ 34621 w 3069791"/>
              <a:gd name="csY4" fmla="*/ 0 h 94314"/>
            </a:gdLst>
            <a:ahLst/>
            <a:cxnLst>
              <a:cxn ang="0">
                <a:pos x="csX0" y="csY0"/>
              </a:cxn>
              <a:cxn ang="0">
                <a:pos x="csX1" y="csY1"/>
              </a:cxn>
              <a:cxn ang="0">
                <a:pos x="csX2" y="csY2"/>
              </a:cxn>
              <a:cxn ang="0">
                <a:pos x="csX3" y="csY3"/>
              </a:cxn>
              <a:cxn ang="0">
                <a:pos x="csX4" y="csY4"/>
              </a:cxn>
            </a:cxnLst>
            <a:rect l="l" t="t" r="r" b="b"/>
            <a:pathLst>
              <a:path w="3069791" h="94314">
                <a:moveTo>
                  <a:pt x="34621" y="0"/>
                </a:moveTo>
                <a:lnTo>
                  <a:pt x="3069791" y="11597"/>
                </a:lnTo>
                <a:lnTo>
                  <a:pt x="3043170" y="94314"/>
                </a:lnTo>
                <a:lnTo>
                  <a:pt x="0" y="94314"/>
                </a:lnTo>
                <a:lnTo>
                  <a:pt x="34621" y="0"/>
                </a:lnTo>
                <a:close/>
              </a:path>
            </a:pathLst>
          </a:custGeom>
        </p:spPr>
      </p:pic>
      <p:sp>
        <p:nvSpPr>
          <p:cNvPr id="19" name="Title 1">
            <a:extLst>
              <a:ext uri="{FF2B5EF4-FFF2-40B4-BE49-F238E27FC236}">
                <a16:creationId xmlns:a16="http://schemas.microsoft.com/office/drawing/2014/main" id="{0FAACCE4-5651-FD3D-19A4-BFFBCBEA52DD}"/>
              </a:ext>
            </a:extLst>
          </p:cNvPr>
          <p:cNvSpPr>
            <a:spLocks noGrp="1"/>
          </p:cNvSpPr>
          <p:nvPr>
            <p:ph type="ctrTitle"/>
          </p:nvPr>
        </p:nvSpPr>
        <p:spPr>
          <a:xfrm>
            <a:off x="381001" y="2341184"/>
            <a:ext cx="5715000" cy="1828800"/>
          </a:xfrm>
        </p:spPr>
        <p:txBody>
          <a:bodyPr lIns="0" tIns="0" rIns="0" bIns="0" anchor="b">
            <a:normAutofit/>
          </a:bodyPr>
          <a:lstStyle>
            <a:lvl1pPr marL="0" indent="0" algn="l">
              <a:lnSpc>
                <a:spcPct val="100000"/>
              </a:lnSpc>
              <a:spcBef>
                <a:spcPts val="0"/>
              </a:spcBef>
              <a:tabLst/>
              <a:defRPr sz="4800" b="0">
                <a:solidFill>
                  <a:schemeClr val="tx1"/>
                </a:solidFill>
                <a:latin typeface="Tenorite" panose="00000500000000000000" pitchFamily="2" charset="0"/>
                <a:cs typeface="Kalinga" panose="020B0502040204020203" pitchFamily="34" charset="0"/>
              </a:defRPr>
            </a:lvl1pPr>
          </a:lstStyle>
          <a:p>
            <a:r>
              <a:rPr lang="en-US"/>
              <a:t>Click to edit Master title style</a:t>
            </a:r>
          </a:p>
        </p:txBody>
      </p:sp>
      <p:sp>
        <p:nvSpPr>
          <p:cNvPr id="20" name="Subtitle 2">
            <a:extLst>
              <a:ext uri="{FF2B5EF4-FFF2-40B4-BE49-F238E27FC236}">
                <a16:creationId xmlns:a16="http://schemas.microsoft.com/office/drawing/2014/main" id="{9E112093-AAA0-F955-FA8B-78C4C8C407AF}"/>
              </a:ext>
            </a:extLst>
          </p:cNvPr>
          <p:cNvSpPr>
            <a:spLocks noGrp="1"/>
          </p:cNvSpPr>
          <p:nvPr>
            <p:ph type="subTitle" idx="1"/>
          </p:nvPr>
        </p:nvSpPr>
        <p:spPr>
          <a:xfrm>
            <a:off x="381001" y="4307008"/>
            <a:ext cx="5715000" cy="1143000"/>
          </a:xfrm>
        </p:spPr>
        <p:txBody>
          <a:bodyPr lIns="0" tIns="0" rIns="0" bIns="0">
            <a:normAutofit/>
          </a:bodyPr>
          <a:lstStyle>
            <a:lvl1pPr marL="0" indent="0" algn="l">
              <a:lnSpc>
                <a:spcPct val="100000"/>
              </a:lnSpc>
              <a:spcBef>
                <a:spcPts val="0"/>
              </a:spcBef>
              <a:buFont typeface="Arial" panose="020B0604020202020204" pitchFamily="34" charset="0"/>
              <a:buNone/>
              <a:defRPr sz="1600">
                <a:solidFill>
                  <a:schemeClr val="tx1"/>
                </a:solidFill>
                <a:latin typeface="Tenorite"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8" name="Picture 67">
            <a:extLst>
              <a:ext uri="{FF2B5EF4-FFF2-40B4-BE49-F238E27FC236}">
                <a16:creationId xmlns:a16="http://schemas.microsoft.com/office/drawing/2014/main" id="{5524A42F-229A-24B4-A014-3BAE8F3450CA}"/>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9696" r="22030"/>
          <a:stretch>
            <a:fillRect/>
          </a:stretch>
        </p:blipFill>
        <p:spPr>
          <a:xfrm>
            <a:off x="7391400" y="-94314"/>
            <a:ext cx="5441448" cy="5321295"/>
          </a:xfrm>
          <a:custGeom>
            <a:avLst/>
            <a:gdLst>
              <a:gd name="csX0" fmla="*/ 0 w 5339236"/>
              <a:gd name="csY0" fmla="*/ 0 h 5221340"/>
              <a:gd name="csX1" fmla="*/ 3945034 w 5339236"/>
              <a:gd name="csY1" fmla="*/ 17071 h 5221340"/>
              <a:gd name="csX2" fmla="*/ 5339236 w 5339236"/>
              <a:gd name="csY2" fmla="*/ 5220992 h 5221340"/>
              <a:gd name="csX3" fmla="*/ 2007414 w 5339236"/>
              <a:gd name="csY3" fmla="*/ 5221340 h 5221340"/>
              <a:gd name="csX4" fmla="*/ 1287507 w 5339236"/>
              <a:gd name="csY4" fmla="*/ 4782940 h 5221340"/>
              <a:gd name="csX5" fmla="*/ 0 w 5339236"/>
              <a:gd name="csY5" fmla="*/ 0 h 5221340"/>
            </a:gdLst>
            <a:ahLst/>
            <a:cxnLst>
              <a:cxn ang="0">
                <a:pos x="csX0" y="csY0"/>
              </a:cxn>
              <a:cxn ang="0">
                <a:pos x="csX1" y="csY1"/>
              </a:cxn>
              <a:cxn ang="0">
                <a:pos x="csX2" y="csY2"/>
              </a:cxn>
              <a:cxn ang="0">
                <a:pos x="csX3" y="csY3"/>
              </a:cxn>
              <a:cxn ang="0">
                <a:pos x="csX4" y="csY4"/>
              </a:cxn>
              <a:cxn ang="0">
                <a:pos x="csX5" y="csY5"/>
              </a:cxn>
            </a:cxnLst>
            <a:rect l="l" t="t" r="r" b="b"/>
            <a:pathLst>
              <a:path w="5339236" h="5221340">
                <a:moveTo>
                  <a:pt x="0" y="0"/>
                </a:moveTo>
                <a:lnTo>
                  <a:pt x="3945034" y="17071"/>
                </a:lnTo>
                <a:lnTo>
                  <a:pt x="5339236" y="5220992"/>
                </a:lnTo>
                <a:lnTo>
                  <a:pt x="2007414" y="5221340"/>
                </a:lnTo>
                <a:cubicBezTo>
                  <a:pt x="1540395" y="5219464"/>
                  <a:pt x="1377996" y="5120651"/>
                  <a:pt x="1287507" y="4782940"/>
                </a:cubicBezTo>
                <a:cubicBezTo>
                  <a:pt x="864688" y="3198151"/>
                  <a:pt x="422819" y="1584788"/>
                  <a:pt x="0" y="0"/>
                </a:cubicBezTo>
                <a:close/>
              </a:path>
            </a:pathLst>
          </a:custGeom>
        </p:spPr>
      </p:pic>
      <p:grpSp>
        <p:nvGrpSpPr>
          <p:cNvPr id="17" name="Group 16">
            <a:extLst>
              <a:ext uri="{FF2B5EF4-FFF2-40B4-BE49-F238E27FC236}">
                <a16:creationId xmlns:a16="http://schemas.microsoft.com/office/drawing/2014/main" id="{5BE7D49D-2388-58B9-7629-56D8856FC0BB}"/>
              </a:ext>
            </a:extLst>
          </p:cNvPr>
          <p:cNvGrpSpPr/>
          <p:nvPr userDrawn="1"/>
        </p:nvGrpSpPr>
        <p:grpSpPr>
          <a:xfrm>
            <a:off x="7170420" y="533400"/>
            <a:ext cx="5021580" cy="5098142"/>
            <a:chOff x="7170420" y="533400"/>
            <a:chExt cx="5021580" cy="5098142"/>
          </a:xfrm>
        </p:grpSpPr>
        <p:cxnSp>
          <p:nvCxnSpPr>
            <p:cNvPr id="6" name="Straight Connector 5">
              <a:extLst>
                <a:ext uri="{FF2B5EF4-FFF2-40B4-BE49-F238E27FC236}">
                  <a16:creationId xmlns:a16="http://schemas.microsoft.com/office/drawing/2014/main" id="{12F85EBC-8379-2291-3005-F2AC15F655B3}"/>
                </a:ext>
              </a:extLst>
            </p:cNvPr>
            <p:cNvCxnSpPr>
              <a:cxnSpLocks/>
            </p:cNvCxnSpPr>
            <p:nvPr userDrawn="1"/>
          </p:nvCxnSpPr>
          <p:spPr>
            <a:xfrm>
              <a:off x="9053081" y="5631542"/>
              <a:ext cx="3138919" cy="0"/>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E50C8794-21B4-3CD7-61FF-17BF54EB2C8D}"/>
                </a:ext>
              </a:extLst>
            </p:cNvPr>
            <p:cNvCxnSpPr>
              <a:cxnSpLocks/>
            </p:cNvCxnSpPr>
            <p:nvPr userDrawn="1"/>
          </p:nvCxnSpPr>
          <p:spPr>
            <a:xfrm>
              <a:off x="7170420" y="533400"/>
              <a:ext cx="1223011" cy="4509306"/>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8" name="Arc 7">
              <a:extLst>
                <a:ext uri="{FF2B5EF4-FFF2-40B4-BE49-F238E27FC236}">
                  <a16:creationId xmlns:a16="http://schemas.microsoft.com/office/drawing/2014/main" id="{13AFBAEB-A615-CB54-26E9-A51A8CB75F91}"/>
                </a:ext>
              </a:extLst>
            </p:cNvPr>
            <p:cNvSpPr/>
            <p:nvPr userDrawn="1"/>
          </p:nvSpPr>
          <p:spPr>
            <a:xfrm rot="10800000">
              <a:off x="8321236" y="3538925"/>
              <a:ext cx="1463692" cy="2092617"/>
            </a:xfrm>
            <a:prstGeom prst="arc">
              <a:avLst>
                <a:gd name="adj1" fmla="val 16200000"/>
                <a:gd name="adj2" fmla="val 19828464"/>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grpSp>
      <p:sp>
        <p:nvSpPr>
          <p:cNvPr id="10" name="Oval 9">
            <a:extLst>
              <a:ext uri="{FF2B5EF4-FFF2-40B4-BE49-F238E27FC236}">
                <a16:creationId xmlns:a16="http://schemas.microsoft.com/office/drawing/2014/main" id="{5DBAB224-3DBE-2F35-F581-EE8C0EBA8D19}"/>
              </a:ext>
            </a:extLst>
          </p:cNvPr>
          <p:cNvSpPr/>
          <p:nvPr userDrawn="1"/>
        </p:nvSpPr>
        <p:spPr>
          <a:xfrm>
            <a:off x="7067029" y="355434"/>
            <a:ext cx="177966" cy="177966"/>
          </a:xfrm>
          <a:prstGeom prst="ellipse">
            <a:avLst/>
          </a:prstGeom>
          <a:solidFill>
            <a:schemeClr val="tx2"/>
          </a:solidFill>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solidFill>
                <a:schemeClr val="tx1"/>
              </a:solidFill>
            </a:endParaRPr>
          </a:p>
        </p:txBody>
      </p:sp>
      <p:sp>
        <p:nvSpPr>
          <p:cNvPr id="11" name="Oval 10">
            <a:extLst>
              <a:ext uri="{FF2B5EF4-FFF2-40B4-BE49-F238E27FC236}">
                <a16:creationId xmlns:a16="http://schemas.microsoft.com/office/drawing/2014/main" id="{E382C977-CF05-DB9B-F775-77FE75B40DCF}"/>
              </a:ext>
            </a:extLst>
          </p:cNvPr>
          <p:cNvSpPr/>
          <p:nvPr userDrawn="1"/>
        </p:nvSpPr>
        <p:spPr>
          <a:xfrm>
            <a:off x="7055576" y="2233638"/>
            <a:ext cx="177966" cy="177966"/>
          </a:xfrm>
          <a:prstGeom prst="ellipse">
            <a:avLst/>
          </a:prstGeom>
          <a:solidFill>
            <a:schemeClr val="tx2"/>
          </a:solidFill>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solidFill>
                <a:schemeClr val="tx1"/>
              </a:solidFill>
            </a:endParaRPr>
          </a:p>
        </p:txBody>
      </p:sp>
      <p:cxnSp>
        <p:nvCxnSpPr>
          <p:cNvPr id="12" name="Straight Connector 11">
            <a:extLst>
              <a:ext uri="{FF2B5EF4-FFF2-40B4-BE49-F238E27FC236}">
                <a16:creationId xmlns:a16="http://schemas.microsoft.com/office/drawing/2014/main" id="{07FECE78-6246-21D8-5D86-9A3400FDF8AC}"/>
              </a:ext>
            </a:extLst>
          </p:cNvPr>
          <p:cNvCxnSpPr>
            <a:cxnSpLocks/>
          </p:cNvCxnSpPr>
          <p:nvPr userDrawn="1"/>
        </p:nvCxnSpPr>
        <p:spPr>
          <a:xfrm>
            <a:off x="6507192" y="-21015"/>
            <a:ext cx="611506" cy="2254653"/>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28" name="Group 27">
            <a:extLst>
              <a:ext uri="{FF2B5EF4-FFF2-40B4-BE49-F238E27FC236}">
                <a16:creationId xmlns:a16="http://schemas.microsoft.com/office/drawing/2014/main" id="{DA8EEDF9-7571-4045-E806-4B0F0A2491DE}"/>
              </a:ext>
            </a:extLst>
          </p:cNvPr>
          <p:cNvGrpSpPr/>
          <p:nvPr userDrawn="1"/>
        </p:nvGrpSpPr>
        <p:grpSpPr>
          <a:xfrm>
            <a:off x="42438" y="6048244"/>
            <a:ext cx="1458800" cy="1362088"/>
            <a:chOff x="151297" y="5724394"/>
            <a:chExt cx="1458800" cy="1362088"/>
          </a:xfrm>
        </p:grpSpPr>
        <p:grpSp>
          <p:nvGrpSpPr>
            <p:cNvPr id="22" name="Group 21">
              <a:extLst>
                <a:ext uri="{FF2B5EF4-FFF2-40B4-BE49-F238E27FC236}">
                  <a16:creationId xmlns:a16="http://schemas.microsoft.com/office/drawing/2014/main" id="{CD678347-1EFB-45FC-B8B3-75932F3CAEAE}"/>
                </a:ext>
              </a:extLst>
            </p:cNvPr>
            <p:cNvGrpSpPr/>
            <p:nvPr userDrawn="1"/>
          </p:nvGrpSpPr>
          <p:grpSpPr>
            <a:xfrm rot="6300000">
              <a:off x="50881" y="5870977"/>
              <a:ext cx="1315921" cy="1115089"/>
              <a:chOff x="7949958" y="1934033"/>
              <a:chExt cx="4242042" cy="3697509"/>
            </a:xfrm>
          </p:grpSpPr>
          <p:cxnSp>
            <p:nvCxnSpPr>
              <p:cNvPr id="23" name="Straight Connector 22">
                <a:extLst>
                  <a:ext uri="{FF2B5EF4-FFF2-40B4-BE49-F238E27FC236}">
                    <a16:creationId xmlns:a16="http://schemas.microsoft.com/office/drawing/2014/main" id="{64C77EEE-BB95-60BE-41A9-75313C179123}"/>
                  </a:ext>
                </a:extLst>
              </p:cNvPr>
              <p:cNvCxnSpPr>
                <a:cxnSpLocks/>
              </p:cNvCxnSpPr>
              <p:nvPr userDrawn="1"/>
            </p:nvCxnSpPr>
            <p:spPr>
              <a:xfrm>
                <a:off x="9053081" y="5631542"/>
                <a:ext cx="3138919" cy="0"/>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A3E1396-2A10-0C4F-4523-269399BB12CB}"/>
                  </a:ext>
                </a:extLst>
              </p:cNvPr>
              <p:cNvCxnSpPr>
                <a:cxnSpLocks/>
                <a:stCxn id="26" idx="2"/>
              </p:cNvCxnSpPr>
              <p:nvPr userDrawn="1"/>
            </p:nvCxnSpPr>
            <p:spPr>
              <a:xfrm rot="15300000" flipH="1">
                <a:off x="6388391" y="3495600"/>
                <a:ext cx="3168730" cy="45595"/>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5" name="Arc 24">
                <a:extLst>
                  <a:ext uri="{FF2B5EF4-FFF2-40B4-BE49-F238E27FC236}">
                    <a16:creationId xmlns:a16="http://schemas.microsoft.com/office/drawing/2014/main" id="{0B00A588-E04F-41BA-E38D-892CF3505D03}"/>
                  </a:ext>
                </a:extLst>
              </p:cNvPr>
              <p:cNvSpPr/>
              <p:nvPr userDrawn="1"/>
            </p:nvSpPr>
            <p:spPr>
              <a:xfrm rot="10800000">
                <a:off x="8321236" y="3538925"/>
                <a:ext cx="1463692" cy="2092617"/>
              </a:xfrm>
              <a:prstGeom prst="arc">
                <a:avLst>
                  <a:gd name="adj1" fmla="val 16200000"/>
                  <a:gd name="adj2" fmla="val 19828464"/>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grpSp>
        <p:sp>
          <p:nvSpPr>
            <p:cNvPr id="26" name="Oval 25">
              <a:extLst>
                <a:ext uri="{FF2B5EF4-FFF2-40B4-BE49-F238E27FC236}">
                  <a16:creationId xmlns:a16="http://schemas.microsoft.com/office/drawing/2014/main" id="{A4FC2551-53DB-4683-0949-D7FE3C33490B}"/>
                </a:ext>
              </a:extLst>
            </p:cNvPr>
            <p:cNvSpPr/>
            <p:nvPr userDrawn="1"/>
          </p:nvSpPr>
          <p:spPr>
            <a:xfrm>
              <a:off x="1432131" y="5724394"/>
              <a:ext cx="177966" cy="177966"/>
            </a:xfrm>
            <a:prstGeom prst="ellipse">
              <a:avLst/>
            </a:prstGeom>
            <a:solidFill>
              <a:schemeClr val="tx2"/>
            </a:solidFill>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solidFill>
                  <a:schemeClr val="tx1"/>
                </a:solidFill>
              </a:endParaRPr>
            </a:p>
          </p:txBody>
        </p:sp>
      </p:grpSp>
      <p:sp>
        <p:nvSpPr>
          <p:cNvPr id="27" name="Text Placeholder 10">
            <a:extLst>
              <a:ext uri="{FF2B5EF4-FFF2-40B4-BE49-F238E27FC236}">
                <a16:creationId xmlns:a16="http://schemas.microsoft.com/office/drawing/2014/main" id="{A3A1139F-C12D-53FE-8E61-D8936990C394}"/>
              </a:ext>
            </a:extLst>
          </p:cNvPr>
          <p:cNvSpPr>
            <a:spLocks noGrp="1"/>
          </p:cNvSpPr>
          <p:nvPr>
            <p:ph type="body" sz="quarter" idx="10"/>
          </p:nvPr>
        </p:nvSpPr>
        <p:spPr>
          <a:xfrm>
            <a:off x="381000" y="5792278"/>
            <a:ext cx="1679947" cy="138499"/>
          </a:xfrm>
        </p:spPr>
        <p:txBody>
          <a:bodyPr wrap="none" lIns="0" tIns="0" rIns="0" bIns="0">
            <a:spAutoFit/>
          </a:bodyPr>
          <a:lstStyle>
            <a:lvl1pPr marL="0" indent="0">
              <a:buNone/>
              <a:defRPr sz="1000">
                <a:solidFill>
                  <a:schemeClr val="tx2"/>
                </a:solidFill>
                <a:latin typeface="Tenorite" panose="00000500000000000000" pitchFamily="2" charset="0"/>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33" name="Graphic 32">
            <a:extLst>
              <a:ext uri="{FF2B5EF4-FFF2-40B4-BE49-F238E27FC236}">
                <a16:creationId xmlns:a16="http://schemas.microsoft.com/office/drawing/2014/main" id="{BF670417-59BE-A305-CC43-235A8C21846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81000" y="395653"/>
            <a:ext cx="1256622" cy="394520"/>
          </a:xfrm>
          <a:prstGeom prst="rect">
            <a:avLst/>
          </a:prstGeom>
        </p:spPr>
      </p:pic>
      <p:sp>
        <p:nvSpPr>
          <p:cNvPr id="21" name="Date Placeholder 3">
            <a:extLst>
              <a:ext uri="{FF2B5EF4-FFF2-40B4-BE49-F238E27FC236}">
                <a16:creationId xmlns:a16="http://schemas.microsoft.com/office/drawing/2014/main" id="{E56C7C29-066C-C48B-97E5-CAC37FDF4B16}"/>
              </a:ext>
            </a:extLst>
          </p:cNvPr>
          <p:cNvSpPr>
            <a:spLocks noGrp="1"/>
          </p:cNvSpPr>
          <p:nvPr>
            <p:ph type="dt" sz="half" idx="2"/>
          </p:nvPr>
        </p:nvSpPr>
        <p:spPr>
          <a:xfrm>
            <a:off x="381000" y="6298443"/>
            <a:ext cx="2670175" cy="206375"/>
          </a:xfrm>
          <a:prstGeom prst="rect">
            <a:avLst/>
          </a:prstGeom>
        </p:spPr>
        <p:txBody>
          <a:bodyPr vert="horz" lIns="0" tIns="45720" rIns="91440" bIns="45720" rtlCol="0" anchor="ctr"/>
          <a:lstStyle>
            <a:lvl1pPr algn="l">
              <a:defRPr sz="700" b="0" i="0">
                <a:solidFill>
                  <a:schemeClr val="tx1"/>
                </a:solidFill>
                <a:latin typeface="Tenorite" panose="00000500000000000000" pitchFamily="2" charset="0"/>
              </a:defRPr>
            </a:lvl1pPr>
          </a:lstStyle>
          <a:p>
            <a:r>
              <a:rPr lang="en-US"/>
              <a:t>© SYREN CLOUD INC – 2026 – ALL RIGHTS RESERVED</a:t>
            </a:r>
          </a:p>
        </p:txBody>
      </p:sp>
    </p:spTree>
    <p:extLst>
      <p:ext uri="{BB962C8B-B14F-4D97-AF65-F5344CB8AC3E}">
        <p14:creationId xmlns:p14="http://schemas.microsoft.com/office/powerpoint/2010/main" val="4110458163"/>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8_Title Slide Dark_Image">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D4A0E2A-91CF-F30D-B2DE-9D4C2B5375D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t="41946" b="15147"/>
          <a:stretch>
            <a:fillRect/>
          </a:stretch>
        </p:blipFill>
        <p:spPr>
          <a:xfrm>
            <a:off x="0" y="3915383"/>
            <a:ext cx="12192000" cy="2942617"/>
          </a:xfrm>
          <a:prstGeom prst="rect">
            <a:avLst/>
          </a:prstGeom>
        </p:spPr>
      </p:pic>
      <p:pic>
        <p:nvPicPr>
          <p:cNvPr id="60" name="Picture 59">
            <a:extLst>
              <a:ext uri="{FF2B5EF4-FFF2-40B4-BE49-F238E27FC236}">
                <a16:creationId xmlns:a16="http://schemas.microsoft.com/office/drawing/2014/main" id="{4F3E88B2-CF8F-8C1B-95C8-AD88ACE9075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22250"/>
            <a:ext cx="12192000" cy="6635750"/>
          </a:xfrm>
          <a:prstGeom prst="rect">
            <a:avLst/>
          </a:prstGeom>
        </p:spPr>
      </p:pic>
      <p:sp>
        <p:nvSpPr>
          <p:cNvPr id="19" name="Title 1">
            <a:extLst>
              <a:ext uri="{FF2B5EF4-FFF2-40B4-BE49-F238E27FC236}">
                <a16:creationId xmlns:a16="http://schemas.microsoft.com/office/drawing/2014/main" id="{0FAACCE4-5651-FD3D-19A4-BFFBCBEA52DD}"/>
              </a:ext>
            </a:extLst>
          </p:cNvPr>
          <p:cNvSpPr>
            <a:spLocks noGrp="1"/>
          </p:cNvSpPr>
          <p:nvPr>
            <p:ph type="ctrTitle"/>
          </p:nvPr>
        </p:nvSpPr>
        <p:spPr>
          <a:xfrm>
            <a:off x="381001" y="2341184"/>
            <a:ext cx="5715000" cy="1828800"/>
          </a:xfrm>
        </p:spPr>
        <p:txBody>
          <a:bodyPr lIns="0" tIns="0" rIns="0" bIns="0" anchor="b">
            <a:normAutofit/>
          </a:bodyPr>
          <a:lstStyle>
            <a:lvl1pPr marL="0" indent="0" algn="l">
              <a:lnSpc>
                <a:spcPct val="100000"/>
              </a:lnSpc>
              <a:spcBef>
                <a:spcPts val="0"/>
              </a:spcBef>
              <a:tabLst/>
              <a:defRPr sz="4800" b="0">
                <a:solidFill>
                  <a:schemeClr val="accent4"/>
                </a:solidFill>
                <a:latin typeface="Tenorite" panose="00000500000000000000" pitchFamily="2" charset="0"/>
                <a:cs typeface="Kalinga" panose="020B0502040204020203" pitchFamily="34" charset="0"/>
              </a:defRPr>
            </a:lvl1pPr>
          </a:lstStyle>
          <a:p>
            <a:r>
              <a:rPr lang="en-US"/>
              <a:t>Click to edit Master title style</a:t>
            </a:r>
          </a:p>
        </p:txBody>
      </p:sp>
      <p:sp>
        <p:nvSpPr>
          <p:cNvPr id="20" name="Subtitle 2">
            <a:extLst>
              <a:ext uri="{FF2B5EF4-FFF2-40B4-BE49-F238E27FC236}">
                <a16:creationId xmlns:a16="http://schemas.microsoft.com/office/drawing/2014/main" id="{9E112093-AAA0-F955-FA8B-78C4C8C407AF}"/>
              </a:ext>
            </a:extLst>
          </p:cNvPr>
          <p:cNvSpPr>
            <a:spLocks noGrp="1"/>
          </p:cNvSpPr>
          <p:nvPr>
            <p:ph type="subTitle" idx="1"/>
          </p:nvPr>
        </p:nvSpPr>
        <p:spPr>
          <a:xfrm>
            <a:off x="381001" y="4307008"/>
            <a:ext cx="5715000" cy="1143000"/>
          </a:xfrm>
        </p:spPr>
        <p:txBody>
          <a:bodyPr lIns="0" tIns="0" rIns="0" bIns="0">
            <a:normAutofit/>
          </a:bodyPr>
          <a:lstStyle>
            <a:lvl1pPr marL="0" indent="0" algn="l">
              <a:lnSpc>
                <a:spcPct val="100000"/>
              </a:lnSpc>
              <a:spcBef>
                <a:spcPts val="0"/>
              </a:spcBef>
              <a:buFont typeface="Arial" panose="020B0604020202020204" pitchFamily="34" charset="0"/>
              <a:buNone/>
              <a:defRPr sz="1600">
                <a:solidFill>
                  <a:schemeClr val="bg1"/>
                </a:solidFill>
                <a:latin typeface="Tenorite"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8" name="Picture 67">
            <a:extLst>
              <a:ext uri="{FF2B5EF4-FFF2-40B4-BE49-F238E27FC236}">
                <a16:creationId xmlns:a16="http://schemas.microsoft.com/office/drawing/2014/main" id="{5524A42F-229A-24B4-A014-3BAE8F3450CA}"/>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39204" t="10674" r="9597" b="14201"/>
          <a:stretch>
            <a:fillRect/>
          </a:stretch>
        </p:blipFill>
        <p:spPr>
          <a:xfrm>
            <a:off x="7391400" y="-94314"/>
            <a:ext cx="5441448" cy="5321295"/>
          </a:xfrm>
          <a:custGeom>
            <a:avLst/>
            <a:gdLst>
              <a:gd name="csX0" fmla="*/ 0 w 5339236"/>
              <a:gd name="csY0" fmla="*/ 0 h 5221340"/>
              <a:gd name="csX1" fmla="*/ 3945034 w 5339236"/>
              <a:gd name="csY1" fmla="*/ 17071 h 5221340"/>
              <a:gd name="csX2" fmla="*/ 5339236 w 5339236"/>
              <a:gd name="csY2" fmla="*/ 5220992 h 5221340"/>
              <a:gd name="csX3" fmla="*/ 2007414 w 5339236"/>
              <a:gd name="csY3" fmla="*/ 5221340 h 5221340"/>
              <a:gd name="csX4" fmla="*/ 1287507 w 5339236"/>
              <a:gd name="csY4" fmla="*/ 4782940 h 5221340"/>
              <a:gd name="csX5" fmla="*/ 0 w 5339236"/>
              <a:gd name="csY5" fmla="*/ 0 h 5221340"/>
            </a:gdLst>
            <a:ahLst/>
            <a:cxnLst>
              <a:cxn ang="0">
                <a:pos x="csX0" y="csY0"/>
              </a:cxn>
              <a:cxn ang="0">
                <a:pos x="csX1" y="csY1"/>
              </a:cxn>
              <a:cxn ang="0">
                <a:pos x="csX2" y="csY2"/>
              </a:cxn>
              <a:cxn ang="0">
                <a:pos x="csX3" y="csY3"/>
              </a:cxn>
              <a:cxn ang="0">
                <a:pos x="csX4" y="csY4"/>
              </a:cxn>
              <a:cxn ang="0">
                <a:pos x="csX5" y="csY5"/>
              </a:cxn>
            </a:cxnLst>
            <a:rect l="l" t="t" r="r" b="b"/>
            <a:pathLst>
              <a:path w="5339236" h="5221340">
                <a:moveTo>
                  <a:pt x="0" y="0"/>
                </a:moveTo>
                <a:lnTo>
                  <a:pt x="3945034" y="17071"/>
                </a:lnTo>
                <a:lnTo>
                  <a:pt x="5339236" y="5220992"/>
                </a:lnTo>
                <a:lnTo>
                  <a:pt x="2007414" y="5221340"/>
                </a:lnTo>
                <a:cubicBezTo>
                  <a:pt x="1540395" y="5219464"/>
                  <a:pt x="1377996" y="5120651"/>
                  <a:pt x="1287507" y="4782940"/>
                </a:cubicBezTo>
                <a:cubicBezTo>
                  <a:pt x="864688" y="3198151"/>
                  <a:pt x="422819" y="1584788"/>
                  <a:pt x="0" y="0"/>
                </a:cubicBezTo>
                <a:close/>
              </a:path>
            </a:pathLst>
          </a:custGeom>
        </p:spPr>
      </p:pic>
      <p:grpSp>
        <p:nvGrpSpPr>
          <p:cNvPr id="17" name="Group 16">
            <a:extLst>
              <a:ext uri="{FF2B5EF4-FFF2-40B4-BE49-F238E27FC236}">
                <a16:creationId xmlns:a16="http://schemas.microsoft.com/office/drawing/2014/main" id="{5BE7D49D-2388-58B9-7629-56D8856FC0BB}"/>
              </a:ext>
            </a:extLst>
          </p:cNvPr>
          <p:cNvGrpSpPr/>
          <p:nvPr userDrawn="1"/>
        </p:nvGrpSpPr>
        <p:grpSpPr>
          <a:xfrm>
            <a:off x="7170420" y="533400"/>
            <a:ext cx="5021580" cy="5098142"/>
            <a:chOff x="7170420" y="533400"/>
            <a:chExt cx="5021580" cy="5098142"/>
          </a:xfrm>
        </p:grpSpPr>
        <p:cxnSp>
          <p:nvCxnSpPr>
            <p:cNvPr id="6" name="Straight Connector 5">
              <a:extLst>
                <a:ext uri="{FF2B5EF4-FFF2-40B4-BE49-F238E27FC236}">
                  <a16:creationId xmlns:a16="http://schemas.microsoft.com/office/drawing/2014/main" id="{12F85EBC-8379-2291-3005-F2AC15F655B3}"/>
                </a:ext>
              </a:extLst>
            </p:cNvPr>
            <p:cNvCxnSpPr>
              <a:cxnSpLocks/>
            </p:cNvCxnSpPr>
            <p:nvPr userDrawn="1"/>
          </p:nvCxnSpPr>
          <p:spPr>
            <a:xfrm>
              <a:off x="9053081" y="5631542"/>
              <a:ext cx="3138919" cy="0"/>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E50C8794-21B4-3CD7-61FF-17BF54EB2C8D}"/>
                </a:ext>
              </a:extLst>
            </p:cNvPr>
            <p:cNvCxnSpPr>
              <a:cxnSpLocks/>
            </p:cNvCxnSpPr>
            <p:nvPr userDrawn="1"/>
          </p:nvCxnSpPr>
          <p:spPr>
            <a:xfrm>
              <a:off x="7170420" y="533400"/>
              <a:ext cx="1223011" cy="4509306"/>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8" name="Arc 7">
              <a:extLst>
                <a:ext uri="{FF2B5EF4-FFF2-40B4-BE49-F238E27FC236}">
                  <a16:creationId xmlns:a16="http://schemas.microsoft.com/office/drawing/2014/main" id="{13AFBAEB-A615-CB54-26E9-A51A8CB75F91}"/>
                </a:ext>
              </a:extLst>
            </p:cNvPr>
            <p:cNvSpPr/>
            <p:nvPr userDrawn="1"/>
          </p:nvSpPr>
          <p:spPr>
            <a:xfrm rot="10800000">
              <a:off x="8321236" y="3538925"/>
              <a:ext cx="1463692" cy="2092617"/>
            </a:xfrm>
            <a:prstGeom prst="arc">
              <a:avLst>
                <a:gd name="adj1" fmla="val 16200000"/>
                <a:gd name="adj2" fmla="val 19828464"/>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grpSp>
      <p:sp>
        <p:nvSpPr>
          <p:cNvPr id="10" name="Oval 9">
            <a:extLst>
              <a:ext uri="{FF2B5EF4-FFF2-40B4-BE49-F238E27FC236}">
                <a16:creationId xmlns:a16="http://schemas.microsoft.com/office/drawing/2014/main" id="{5DBAB224-3DBE-2F35-F581-EE8C0EBA8D19}"/>
              </a:ext>
            </a:extLst>
          </p:cNvPr>
          <p:cNvSpPr/>
          <p:nvPr userDrawn="1"/>
        </p:nvSpPr>
        <p:spPr>
          <a:xfrm>
            <a:off x="7067029" y="355434"/>
            <a:ext cx="177966" cy="177966"/>
          </a:xfrm>
          <a:prstGeom prst="ellipse">
            <a:avLst/>
          </a:prstGeom>
          <a:solidFill>
            <a:schemeClr val="tx2"/>
          </a:solidFill>
          <a:ln w="44450"/>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solidFill>
                <a:schemeClr val="tx1"/>
              </a:solidFill>
            </a:endParaRPr>
          </a:p>
        </p:txBody>
      </p:sp>
      <p:sp>
        <p:nvSpPr>
          <p:cNvPr id="11" name="Oval 10">
            <a:extLst>
              <a:ext uri="{FF2B5EF4-FFF2-40B4-BE49-F238E27FC236}">
                <a16:creationId xmlns:a16="http://schemas.microsoft.com/office/drawing/2014/main" id="{E382C977-CF05-DB9B-F775-77FE75B40DCF}"/>
              </a:ext>
            </a:extLst>
          </p:cNvPr>
          <p:cNvSpPr/>
          <p:nvPr userDrawn="1"/>
        </p:nvSpPr>
        <p:spPr>
          <a:xfrm>
            <a:off x="7055576" y="2233638"/>
            <a:ext cx="177966" cy="177966"/>
          </a:xfrm>
          <a:prstGeom prst="ellipse">
            <a:avLst/>
          </a:prstGeom>
          <a:solidFill>
            <a:schemeClr val="tx2"/>
          </a:solidFill>
          <a:ln w="44450"/>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p>
        </p:txBody>
      </p:sp>
      <p:cxnSp>
        <p:nvCxnSpPr>
          <p:cNvPr id="12" name="Straight Connector 11">
            <a:extLst>
              <a:ext uri="{FF2B5EF4-FFF2-40B4-BE49-F238E27FC236}">
                <a16:creationId xmlns:a16="http://schemas.microsoft.com/office/drawing/2014/main" id="{07FECE78-6246-21D8-5D86-9A3400FDF8AC}"/>
              </a:ext>
            </a:extLst>
          </p:cNvPr>
          <p:cNvCxnSpPr>
            <a:cxnSpLocks/>
          </p:cNvCxnSpPr>
          <p:nvPr userDrawn="1"/>
        </p:nvCxnSpPr>
        <p:spPr>
          <a:xfrm>
            <a:off x="6507192" y="-21015"/>
            <a:ext cx="611506" cy="2254653"/>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28" name="Group 27">
            <a:extLst>
              <a:ext uri="{FF2B5EF4-FFF2-40B4-BE49-F238E27FC236}">
                <a16:creationId xmlns:a16="http://schemas.microsoft.com/office/drawing/2014/main" id="{DA8EEDF9-7571-4045-E806-4B0F0A2491DE}"/>
              </a:ext>
            </a:extLst>
          </p:cNvPr>
          <p:cNvGrpSpPr/>
          <p:nvPr userDrawn="1"/>
        </p:nvGrpSpPr>
        <p:grpSpPr>
          <a:xfrm>
            <a:off x="42438" y="6048244"/>
            <a:ext cx="1458800" cy="1362088"/>
            <a:chOff x="151297" y="5724394"/>
            <a:chExt cx="1458800" cy="1362088"/>
          </a:xfrm>
        </p:grpSpPr>
        <p:grpSp>
          <p:nvGrpSpPr>
            <p:cNvPr id="22" name="Group 21">
              <a:extLst>
                <a:ext uri="{FF2B5EF4-FFF2-40B4-BE49-F238E27FC236}">
                  <a16:creationId xmlns:a16="http://schemas.microsoft.com/office/drawing/2014/main" id="{CD678347-1EFB-45FC-B8B3-75932F3CAEAE}"/>
                </a:ext>
              </a:extLst>
            </p:cNvPr>
            <p:cNvGrpSpPr/>
            <p:nvPr userDrawn="1"/>
          </p:nvGrpSpPr>
          <p:grpSpPr>
            <a:xfrm rot="6300000">
              <a:off x="50881" y="5870977"/>
              <a:ext cx="1315921" cy="1115089"/>
              <a:chOff x="7949958" y="1934033"/>
              <a:chExt cx="4242042" cy="3697509"/>
            </a:xfrm>
          </p:grpSpPr>
          <p:cxnSp>
            <p:nvCxnSpPr>
              <p:cNvPr id="23" name="Straight Connector 22">
                <a:extLst>
                  <a:ext uri="{FF2B5EF4-FFF2-40B4-BE49-F238E27FC236}">
                    <a16:creationId xmlns:a16="http://schemas.microsoft.com/office/drawing/2014/main" id="{64C77EEE-BB95-60BE-41A9-75313C179123}"/>
                  </a:ext>
                </a:extLst>
              </p:cNvPr>
              <p:cNvCxnSpPr>
                <a:cxnSpLocks/>
              </p:cNvCxnSpPr>
              <p:nvPr userDrawn="1"/>
            </p:nvCxnSpPr>
            <p:spPr>
              <a:xfrm>
                <a:off x="9053081" y="5631542"/>
                <a:ext cx="3138919" cy="0"/>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A3E1396-2A10-0C4F-4523-269399BB12CB}"/>
                  </a:ext>
                </a:extLst>
              </p:cNvPr>
              <p:cNvCxnSpPr>
                <a:cxnSpLocks/>
                <a:stCxn id="26" idx="2"/>
              </p:cNvCxnSpPr>
              <p:nvPr userDrawn="1"/>
            </p:nvCxnSpPr>
            <p:spPr>
              <a:xfrm rot="15300000" flipH="1">
                <a:off x="6388391" y="3495600"/>
                <a:ext cx="3168730" cy="45595"/>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5" name="Arc 24">
                <a:extLst>
                  <a:ext uri="{FF2B5EF4-FFF2-40B4-BE49-F238E27FC236}">
                    <a16:creationId xmlns:a16="http://schemas.microsoft.com/office/drawing/2014/main" id="{0B00A588-E04F-41BA-E38D-892CF3505D03}"/>
                  </a:ext>
                </a:extLst>
              </p:cNvPr>
              <p:cNvSpPr/>
              <p:nvPr userDrawn="1"/>
            </p:nvSpPr>
            <p:spPr>
              <a:xfrm rot="10800000">
                <a:off x="8321236" y="3538925"/>
                <a:ext cx="1463692" cy="2092617"/>
              </a:xfrm>
              <a:prstGeom prst="arc">
                <a:avLst>
                  <a:gd name="adj1" fmla="val 16200000"/>
                  <a:gd name="adj2" fmla="val 19828464"/>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grpSp>
        <p:sp>
          <p:nvSpPr>
            <p:cNvPr id="26" name="Oval 25">
              <a:extLst>
                <a:ext uri="{FF2B5EF4-FFF2-40B4-BE49-F238E27FC236}">
                  <a16:creationId xmlns:a16="http://schemas.microsoft.com/office/drawing/2014/main" id="{A4FC2551-53DB-4683-0949-D7FE3C33490B}"/>
                </a:ext>
              </a:extLst>
            </p:cNvPr>
            <p:cNvSpPr/>
            <p:nvPr userDrawn="1"/>
          </p:nvSpPr>
          <p:spPr>
            <a:xfrm>
              <a:off x="1432131" y="5724394"/>
              <a:ext cx="177966" cy="177966"/>
            </a:xfrm>
            <a:prstGeom prst="ellipse">
              <a:avLst/>
            </a:prstGeom>
            <a:solidFill>
              <a:schemeClr val="tx2"/>
            </a:solidFill>
            <a:ln w="44450"/>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solidFill>
                  <a:schemeClr val="tx1"/>
                </a:solidFill>
              </a:endParaRPr>
            </a:p>
          </p:txBody>
        </p:sp>
      </p:grpSp>
      <p:sp>
        <p:nvSpPr>
          <p:cNvPr id="27" name="Text Placeholder 10">
            <a:extLst>
              <a:ext uri="{FF2B5EF4-FFF2-40B4-BE49-F238E27FC236}">
                <a16:creationId xmlns:a16="http://schemas.microsoft.com/office/drawing/2014/main" id="{A3A1139F-C12D-53FE-8E61-D8936990C394}"/>
              </a:ext>
            </a:extLst>
          </p:cNvPr>
          <p:cNvSpPr>
            <a:spLocks noGrp="1"/>
          </p:cNvSpPr>
          <p:nvPr>
            <p:ph type="body" sz="quarter" idx="10"/>
          </p:nvPr>
        </p:nvSpPr>
        <p:spPr>
          <a:xfrm>
            <a:off x="381000" y="5792278"/>
            <a:ext cx="1679947" cy="138499"/>
          </a:xfrm>
        </p:spPr>
        <p:txBody>
          <a:bodyPr wrap="none" lIns="0" tIns="0" rIns="0" bIns="0">
            <a:spAutoFit/>
          </a:bodyPr>
          <a:lstStyle>
            <a:lvl1pPr marL="0" indent="0">
              <a:buNone/>
              <a:defRPr sz="1000">
                <a:solidFill>
                  <a:schemeClr val="tx2"/>
                </a:solidFill>
                <a:latin typeface="Tenorite" panose="00000500000000000000" pitchFamily="2" charset="0"/>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3" name="Graphic 2">
            <a:extLst>
              <a:ext uri="{FF2B5EF4-FFF2-40B4-BE49-F238E27FC236}">
                <a16:creationId xmlns:a16="http://schemas.microsoft.com/office/drawing/2014/main" id="{9A459F79-C0B7-AE15-3AD0-0056476FEB0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1966" y="378498"/>
            <a:ext cx="1252391" cy="393192"/>
          </a:xfrm>
          <a:prstGeom prst="rect">
            <a:avLst/>
          </a:prstGeom>
        </p:spPr>
      </p:pic>
      <p:sp>
        <p:nvSpPr>
          <p:cNvPr id="16" name="Date Placeholder 3">
            <a:extLst>
              <a:ext uri="{FF2B5EF4-FFF2-40B4-BE49-F238E27FC236}">
                <a16:creationId xmlns:a16="http://schemas.microsoft.com/office/drawing/2014/main" id="{795E885F-13E0-1AA2-EAEB-B6E042506EF9}"/>
              </a:ext>
            </a:extLst>
          </p:cNvPr>
          <p:cNvSpPr>
            <a:spLocks noGrp="1"/>
          </p:cNvSpPr>
          <p:nvPr>
            <p:ph type="dt" sz="half" idx="2"/>
          </p:nvPr>
        </p:nvSpPr>
        <p:spPr>
          <a:xfrm>
            <a:off x="381000" y="6298443"/>
            <a:ext cx="2670175" cy="206375"/>
          </a:xfrm>
          <a:prstGeom prst="rect">
            <a:avLst/>
          </a:prstGeom>
        </p:spPr>
        <p:txBody>
          <a:bodyPr vert="horz" lIns="0" tIns="45720" rIns="91440" bIns="45720" rtlCol="0" anchor="ctr"/>
          <a:lstStyle>
            <a:lvl1pPr algn="l">
              <a:defRPr sz="700" b="0" i="0">
                <a:solidFill>
                  <a:schemeClr val="accent6"/>
                </a:solidFill>
                <a:latin typeface="Tenorite" panose="00000500000000000000" pitchFamily="2" charset="0"/>
              </a:defRPr>
            </a:lvl1pPr>
          </a:lstStyle>
          <a:p>
            <a:r>
              <a:rPr lang="en-US"/>
              <a:t>© SYREN CLOUD INC – 2026 – ALL RIGHTS RESERVED</a:t>
            </a:r>
          </a:p>
        </p:txBody>
      </p:sp>
    </p:spTree>
    <p:extLst>
      <p:ext uri="{BB962C8B-B14F-4D97-AF65-F5344CB8AC3E}">
        <p14:creationId xmlns:p14="http://schemas.microsoft.com/office/powerpoint/2010/main" val="3143674059"/>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_Title Slide Light_Image">
    <p:bg>
      <p:bgPr>
        <a:solidFill>
          <a:schemeClr val="tx1"/>
        </a:solidFill>
        <a:effectLst/>
      </p:bgPr>
    </p:bg>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F009C641-69B8-C890-6AC8-2D2D5A09AD1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t="41946" b="15147"/>
          <a:stretch>
            <a:fillRect/>
          </a:stretch>
        </p:blipFill>
        <p:spPr>
          <a:xfrm>
            <a:off x="0" y="3915383"/>
            <a:ext cx="12192000" cy="2942617"/>
          </a:xfrm>
          <a:prstGeom prst="rect">
            <a:avLst/>
          </a:prstGeom>
        </p:spPr>
      </p:pic>
      <p:pic>
        <p:nvPicPr>
          <p:cNvPr id="9" name="Picture 8">
            <a:extLst>
              <a:ext uri="{FF2B5EF4-FFF2-40B4-BE49-F238E27FC236}">
                <a16:creationId xmlns:a16="http://schemas.microsoft.com/office/drawing/2014/main" id="{BEFC95EB-D646-6790-5201-06302FBA7CA4}"/>
              </a:ext>
            </a:extLst>
          </p:cNvPr>
          <p:cNvPicPr>
            <a:picLocks noChangeAspect="1"/>
          </p:cNvPicPr>
          <p:nvPr userDrawn="1"/>
        </p:nvPicPr>
        <p:blipFill>
          <a:blip r:embed="rId3">
            <a:extLst>
              <a:ext uri="{28A0092B-C50C-407E-A947-70E740481C1C}">
                <a14:useLocalDpi xmlns:a14="http://schemas.microsoft.com/office/drawing/2010/main" val="0"/>
              </a:ext>
            </a:extLst>
          </a:blip>
          <a:srcRect t="2" b="2"/>
          <a:stretch/>
        </p:blipFill>
        <p:spPr>
          <a:xfrm>
            <a:off x="6424817" y="-1367525"/>
            <a:ext cx="6890441" cy="8225526"/>
          </a:xfrm>
          <a:prstGeom prst="rect">
            <a:avLst/>
          </a:prstGeom>
        </p:spPr>
      </p:pic>
      <p:pic>
        <p:nvPicPr>
          <p:cNvPr id="60" name="Picture 59">
            <a:extLst>
              <a:ext uri="{FF2B5EF4-FFF2-40B4-BE49-F238E27FC236}">
                <a16:creationId xmlns:a16="http://schemas.microsoft.com/office/drawing/2014/main" id="{4F3E88B2-CF8F-8C1B-95C8-AD88ACE9075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222250"/>
            <a:ext cx="12192000" cy="6635750"/>
          </a:xfrm>
          <a:prstGeom prst="rect">
            <a:avLst/>
          </a:prstGeom>
        </p:spPr>
      </p:pic>
      <p:sp>
        <p:nvSpPr>
          <p:cNvPr id="19" name="Title 1">
            <a:extLst>
              <a:ext uri="{FF2B5EF4-FFF2-40B4-BE49-F238E27FC236}">
                <a16:creationId xmlns:a16="http://schemas.microsoft.com/office/drawing/2014/main" id="{0FAACCE4-5651-FD3D-19A4-BFFBCBEA52DD}"/>
              </a:ext>
            </a:extLst>
          </p:cNvPr>
          <p:cNvSpPr>
            <a:spLocks noGrp="1"/>
          </p:cNvSpPr>
          <p:nvPr>
            <p:ph type="ctrTitle"/>
          </p:nvPr>
        </p:nvSpPr>
        <p:spPr>
          <a:xfrm>
            <a:off x="381001" y="1472363"/>
            <a:ext cx="5715000" cy="1828800"/>
          </a:xfrm>
        </p:spPr>
        <p:txBody>
          <a:bodyPr lIns="0" tIns="0" rIns="0" bIns="0" anchor="b">
            <a:normAutofit/>
          </a:bodyPr>
          <a:lstStyle>
            <a:lvl1pPr marL="0" indent="0" algn="l">
              <a:lnSpc>
                <a:spcPct val="100000"/>
              </a:lnSpc>
              <a:spcBef>
                <a:spcPts val="0"/>
              </a:spcBef>
              <a:tabLst/>
              <a:defRPr sz="4800" b="0">
                <a:solidFill>
                  <a:schemeClr val="bg1"/>
                </a:solidFill>
                <a:latin typeface="Tenorite" panose="00000500000000000000" pitchFamily="2" charset="0"/>
                <a:cs typeface="Kalinga" panose="020B0502040204020203" pitchFamily="34" charset="0"/>
              </a:defRPr>
            </a:lvl1pPr>
          </a:lstStyle>
          <a:p>
            <a:r>
              <a:rPr lang="en-US"/>
              <a:t>Click to edit Master title style</a:t>
            </a:r>
          </a:p>
        </p:txBody>
      </p:sp>
      <p:sp>
        <p:nvSpPr>
          <p:cNvPr id="20" name="Subtitle 2">
            <a:extLst>
              <a:ext uri="{FF2B5EF4-FFF2-40B4-BE49-F238E27FC236}">
                <a16:creationId xmlns:a16="http://schemas.microsoft.com/office/drawing/2014/main" id="{9E112093-AAA0-F955-FA8B-78C4C8C407AF}"/>
              </a:ext>
            </a:extLst>
          </p:cNvPr>
          <p:cNvSpPr>
            <a:spLocks noGrp="1"/>
          </p:cNvSpPr>
          <p:nvPr>
            <p:ph type="subTitle" idx="1"/>
          </p:nvPr>
        </p:nvSpPr>
        <p:spPr>
          <a:xfrm>
            <a:off x="381001" y="3432771"/>
            <a:ext cx="5715000" cy="831141"/>
          </a:xfrm>
        </p:spPr>
        <p:txBody>
          <a:bodyPr lIns="0" tIns="0" rIns="0" bIns="0">
            <a:normAutofit/>
          </a:bodyPr>
          <a:lstStyle>
            <a:lvl1pPr marL="0" indent="0" algn="l">
              <a:lnSpc>
                <a:spcPct val="100000"/>
              </a:lnSpc>
              <a:spcBef>
                <a:spcPts val="0"/>
              </a:spcBef>
              <a:buFont typeface="Arial" panose="020B0604020202020204" pitchFamily="34" charset="0"/>
              <a:buNone/>
              <a:defRPr sz="1600">
                <a:solidFill>
                  <a:schemeClr val="bg1"/>
                </a:solidFill>
                <a:latin typeface="Tenorite"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6" name="Text Placeholder 10">
            <a:extLst>
              <a:ext uri="{FF2B5EF4-FFF2-40B4-BE49-F238E27FC236}">
                <a16:creationId xmlns:a16="http://schemas.microsoft.com/office/drawing/2014/main" id="{C8A43C30-4C4C-AA65-AB35-EE8FFD4D5CAF}"/>
              </a:ext>
            </a:extLst>
          </p:cNvPr>
          <p:cNvSpPr>
            <a:spLocks noGrp="1"/>
          </p:cNvSpPr>
          <p:nvPr>
            <p:ph type="body" sz="quarter" idx="10"/>
          </p:nvPr>
        </p:nvSpPr>
        <p:spPr>
          <a:xfrm>
            <a:off x="381000" y="5917774"/>
            <a:ext cx="1679947" cy="138499"/>
          </a:xfrm>
        </p:spPr>
        <p:txBody>
          <a:bodyPr wrap="none" lIns="0" tIns="0" rIns="0" bIns="0">
            <a:spAutoFit/>
          </a:bodyPr>
          <a:lstStyle>
            <a:lvl1pPr marL="0" indent="0">
              <a:buNone/>
              <a:defRPr sz="1000">
                <a:solidFill>
                  <a:schemeClr val="tx2"/>
                </a:solidFill>
                <a:latin typeface="Tenorite" panose="00000500000000000000" pitchFamily="2" charset="0"/>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16" name="Graphic 15">
            <a:extLst>
              <a:ext uri="{FF2B5EF4-FFF2-40B4-BE49-F238E27FC236}">
                <a16:creationId xmlns:a16="http://schemas.microsoft.com/office/drawing/2014/main" id="{6801EAEB-400D-9C7C-9655-22944F6EEE1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1966" y="378498"/>
            <a:ext cx="1252391" cy="393192"/>
          </a:xfrm>
          <a:prstGeom prst="rect">
            <a:avLst/>
          </a:prstGeom>
        </p:spPr>
      </p:pic>
      <p:sp>
        <p:nvSpPr>
          <p:cNvPr id="11" name="Oval 10">
            <a:extLst>
              <a:ext uri="{FF2B5EF4-FFF2-40B4-BE49-F238E27FC236}">
                <a16:creationId xmlns:a16="http://schemas.microsoft.com/office/drawing/2014/main" id="{6078EE6B-ECA4-A957-BC7E-48F208C63C07}"/>
              </a:ext>
            </a:extLst>
          </p:cNvPr>
          <p:cNvSpPr/>
          <p:nvPr userDrawn="1"/>
        </p:nvSpPr>
        <p:spPr>
          <a:xfrm rot="19800000">
            <a:off x="6397180" y="1326265"/>
            <a:ext cx="5044153" cy="5044151"/>
          </a:xfrm>
          <a:prstGeom prst="ellipse">
            <a:avLst/>
          </a:prstGeom>
          <a:gradFill flip="none" rotWithShape="1">
            <a:gsLst>
              <a:gs pos="0">
                <a:schemeClr val="accent3"/>
              </a:gs>
              <a:gs pos="100000">
                <a:schemeClr val="tx2"/>
              </a:gs>
            </a:gsLst>
            <a:lin ang="0" scaled="1"/>
            <a:tileRect/>
          </a:gradFill>
          <a:ln>
            <a:noFill/>
          </a:ln>
          <a:effectLst>
            <a:softEdge rad="571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FBA872D4-C094-8240-10A8-4117CBA7014F}"/>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l="39769" t="10674" r="10162" b="14201"/>
          <a:stretch>
            <a:fillRect/>
          </a:stretch>
        </p:blipFill>
        <p:spPr>
          <a:xfrm>
            <a:off x="6477002" y="960598"/>
            <a:ext cx="4681131" cy="4681129"/>
          </a:xfrm>
          <a:prstGeom prst="ellipse">
            <a:avLst/>
          </a:prstGeom>
        </p:spPr>
      </p:pic>
      <p:sp>
        <p:nvSpPr>
          <p:cNvPr id="14" name="Date Placeholder 3">
            <a:extLst>
              <a:ext uri="{FF2B5EF4-FFF2-40B4-BE49-F238E27FC236}">
                <a16:creationId xmlns:a16="http://schemas.microsoft.com/office/drawing/2014/main" id="{33B426C0-0DBD-E528-C4BE-9C3492707425}"/>
              </a:ext>
            </a:extLst>
          </p:cNvPr>
          <p:cNvSpPr>
            <a:spLocks noGrp="1"/>
          </p:cNvSpPr>
          <p:nvPr>
            <p:ph type="dt" sz="half" idx="2"/>
          </p:nvPr>
        </p:nvSpPr>
        <p:spPr>
          <a:xfrm>
            <a:off x="381000" y="6298443"/>
            <a:ext cx="2670175" cy="206375"/>
          </a:xfrm>
          <a:prstGeom prst="rect">
            <a:avLst/>
          </a:prstGeom>
        </p:spPr>
        <p:txBody>
          <a:bodyPr vert="horz" lIns="0" tIns="45720" rIns="91440" bIns="45720" rtlCol="0" anchor="ctr"/>
          <a:lstStyle>
            <a:lvl1pPr algn="l">
              <a:defRPr sz="700" b="0" i="0">
                <a:solidFill>
                  <a:schemeClr val="accent6"/>
                </a:solidFill>
                <a:latin typeface="Tenorite" panose="00000500000000000000" pitchFamily="2" charset="0"/>
              </a:defRPr>
            </a:lvl1pPr>
          </a:lstStyle>
          <a:p>
            <a:r>
              <a:rPr lang="en-US"/>
              <a:t>© SYREN CLOUD INC – 2026 – ALL RIGHTS RESERVED</a:t>
            </a:r>
          </a:p>
        </p:txBody>
      </p:sp>
    </p:spTree>
    <p:extLst>
      <p:ext uri="{BB962C8B-B14F-4D97-AF65-F5344CB8AC3E}">
        <p14:creationId xmlns:p14="http://schemas.microsoft.com/office/powerpoint/2010/main" val="2285035061"/>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_Title Slide Light_Imag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F56815-1FBC-E219-C81E-B292089BD80A}"/>
              </a:ext>
            </a:extLst>
          </p:cNvPr>
          <p:cNvPicPr>
            <a:picLocks noChangeAspect="1"/>
          </p:cNvPicPr>
          <p:nvPr userDrawn="1"/>
        </p:nvPicPr>
        <p:blipFill>
          <a:blip r:embed="rId2" cstate="print">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a:extLst>
              <a:ext uri="{FF2B5EF4-FFF2-40B4-BE49-F238E27FC236}">
                <a16:creationId xmlns:a16="http://schemas.microsoft.com/office/drawing/2014/main" id="{99854F57-C7BC-9310-8B89-61C92486327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8100" y="222250"/>
            <a:ext cx="12192000" cy="6635750"/>
          </a:xfrm>
          <a:prstGeom prst="rect">
            <a:avLst/>
          </a:prstGeom>
        </p:spPr>
      </p:pic>
      <p:pic>
        <p:nvPicPr>
          <p:cNvPr id="4" name="Picture 3">
            <a:extLst>
              <a:ext uri="{FF2B5EF4-FFF2-40B4-BE49-F238E27FC236}">
                <a16:creationId xmlns:a16="http://schemas.microsoft.com/office/drawing/2014/main" id="{41FCFBE2-40D0-A37B-659B-CBF5C0E952D7}"/>
              </a:ext>
            </a:extLst>
          </p:cNvPr>
          <p:cNvPicPr>
            <a:picLocks noChangeAspect="1"/>
          </p:cNvPicPr>
          <p:nvPr userDrawn="1"/>
        </p:nvPicPr>
        <p:blipFill>
          <a:blip r:embed="rId4">
            <a:extLst>
              <a:ext uri="{28A0092B-C50C-407E-A947-70E740481C1C}">
                <a14:useLocalDpi xmlns:a14="http://schemas.microsoft.com/office/drawing/2010/main" val="0"/>
              </a:ext>
            </a:extLst>
          </a:blip>
          <a:srcRect t="2" b="2"/>
          <a:stretch/>
        </p:blipFill>
        <p:spPr>
          <a:xfrm>
            <a:off x="6424817" y="-1367525"/>
            <a:ext cx="6890441" cy="8225526"/>
          </a:xfrm>
          <a:prstGeom prst="rect">
            <a:avLst/>
          </a:prstGeom>
        </p:spPr>
      </p:pic>
      <p:sp>
        <p:nvSpPr>
          <p:cNvPr id="19" name="Title 1">
            <a:extLst>
              <a:ext uri="{FF2B5EF4-FFF2-40B4-BE49-F238E27FC236}">
                <a16:creationId xmlns:a16="http://schemas.microsoft.com/office/drawing/2014/main" id="{0FAACCE4-5651-FD3D-19A4-BFFBCBEA52DD}"/>
              </a:ext>
            </a:extLst>
          </p:cNvPr>
          <p:cNvSpPr>
            <a:spLocks noGrp="1"/>
          </p:cNvSpPr>
          <p:nvPr>
            <p:ph type="ctrTitle"/>
          </p:nvPr>
        </p:nvSpPr>
        <p:spPr>
          <a:xfrm>
            <a:off x="381001" y="1472363"/>
            <a:ext cx="5715000" cy="1828800"/>
          </a:xfrm>
        </p:spPr>
        <p:txBody>
          <a:bodyPr lIns="0" tIns="0" rIns="0" bIns="0" anchor="b">
            <a:normAutofit/>
          </a:bodyPr>
          <a:lstStyle>
            <a:lvl1pPr marL="0" indent="0" algn="l">
              <a:lnSpc>
                <a:spcPct val="100000"/>
              </a:lnSpc>
              <a:spcBef>
                <a:spcPts val="0"/>
              </a:spcBef>
              <a:tabLst/>
              <a:defRPr sz="4800" b="0">
                <a:solidFill>
                  <a:schemeClr val="tx1"/>
                </a:solidFill>
                <a:latin typeface="Tenorite" panose="00000500000000000000" pitchFamily="2" charset="0"/>
                <a:cs typeface="Kalinga" panose="020B0502040204020203" pitchFamily="34" charset="0"/>
              </a:defRPr>
            </a:lvl1pPr>
          </a:lstStyle>
          <a:p>
            <a:r>
              <a:rPr lang="en-US"/>
              <a:t>Click to edit Master title style</a:t>
            </a:r>
          </a:p>
        </p:txBody>
      </p:sp>
      <p:sp>
        <p:nvSpPr>
          <p:cNvPr id="20" name="Subtitle 2">
            <a:extLst>
              <a:ext uri="{FF2B5EF4-FFF2-40B4-BE49-F238E27FC236}">
                <a16:creationId xmlns:a16="http://schemas.microsoft.com/office/drawing/2014/main" id="{9E112093-AAA0-F955-FA8B-78C4C8C407AF}"/>
              </a:ext>
            </a:extLst>
          </p:cNvPr>
          <p:cNvSpPr>
            <a:spLocks noGrp="1"/>
          </p:cNvSpPr>
          <p:nvPr>
            <p:ph type="subTitle" idx="1"/>
          </p:nvPr>
        </p:nvSpPr>
        <p:spPr>
          <a:xfrm>
            <a:off x="381001" y="3432771"/>
            <a:ext cx="5715000" cy="831141"/>
          </a:xfrm>
        </p:spPr>
        <p:txBody>
          <a:bodyPr lIns="0" tIns="0" rIns="0" bIns="0">
            <a:normAutofit/>
          </a:bodyPr>
          <a:lstStyle>
            <a:lvl1pPr marL="0" indent="0" algn="l">
              <a:lnSpc>
                <a:spcPct val="100000"/>
              </a:lnSpc>
              <a:spcBef>
                <a:spcPts val="0"/>
              </a:spcBef>
              <a:buFont typeface="Arial" panose="020B0604020202020204" pitchFamily="34" charset="0"/>
              <a:buNone/>
              <a:defRPr sz="1600">
                <a:solidFill>
                  <a:schemeClr val="tx1"/>
                </a:solidFill>
                <a:latin typeface="Tenorite"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6" name="Text Placeholder 10">
            <a:extLst>
              <a:ext uri="{FF2B5EF4-FFF2-40B4-BE49-F238E27FC236}">
                <a16:creationId xmlns:a16="http://schemas.microsoft.com/office/drawing/2014/main" id="{C8A43C30-4C4C-AA65-AB35-EE8FFD4D5CAF}"/>
              </a:ext>
            </a:extLst>
          </p:cNvPr>
          <p:cNvSpPr>
            <a:spLocks noGrp="1"/>
          </p:cNvSpPr>
          <p:nvPr>
            <p:ph type="body" sz="quarter" idx="10"/>
          </p:nvPr>
        </p:nvSpPr>
        <p:spPr>
          <a:xfrm>
            <a:off x="381000" y="5917774"/>
            <a:ext cx="1679947" cy="138499"/>
          </a:xfrm>
        </p:spPr>
        <p:txBody>
          <a:bodyPr wrap="none" lIns="0" tIns="0" rIns="0" bIns="0">
            <a:spAutoFit/>
          </a:bodyPr>
          <a:lstStyle>
            <a:lvl1pPr marL="0" indent="0">
              <a:buNone/>
              <a:defRPr sz="1000">
                <a:solidFill>
                  <a:schemeClr val="tx2"/>
                </a:solidFill>
                <a:latin typeface="Tenorite" panose="00000500000000000000" pitchFamily="2" charset="0"/>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sp>
        <p:nvSpPr>
          <p:cNvPr id="8" name="Oval 7">
            <a:extLst>
              <a:ext uri="{FF2B5EF4-FFF2-40B4-BE49-F238E27FC236}">
                <a16:creationId xmlns:a16="http://schemas.microsoft.com/office/drawing/2014/main" id="{8AC0C140-FB61-D75E-B744-75F265251898}"/>
              </a:ext>
            </a:extLst>
          </p:cNvPr>
          <p:cNvSpPr/>
          <p:nvPr userDrawn="1"/>
        </p:nvSpPr>
        <p:spPr>
          <a:xfrm rot="19800000">
            <a:off x="6397180" y="1326265"/>
            <a:ext cx="5044153" cy="5044151"/>
          </a:xfrm>
          <a:prstGeom prst="ellipse">
            <a:avLst/>
          </a:prstGeom>
          <a:gradFill flip="none" rotWithShape="1">
            <a:gsLst>
              <a:gs pos="0">
                <a:schemeClr val="accent3"/>
              </a:gs>
              <a:gs pos="100000">
                <a:schemeClr val="tx2"/>
              </a:gs>
            </a:gsLst>
            <a:lin ang="0" scaled="1"/>
            <a:tileRect/>
          </a:gradFill>
          <a:ln>
            <a:noFill/>
          </a:ln>
          <a:effectLst>
            <a:softEdge rad="571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1" name="Picture 20">
            <a:extLst>
              <a:ext uri="{FF2B5EF4-FFF2-40B4-BE49-F238E27FC236}">
                <a16:creationId xmlns:a16="http://schemas.microsoft.com/office/drawing/2014/main" id="{8C0FB9A5-A138-DB2E-7AA9-CF4AB7D87765}"/>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l="39769" t="10674" r="10162" b="14201"/>
          <a:stretch>
            <a:fillRect/>
          </a:stretch>
        </p:blipFill>
        <p:spPr>
          <a:xfrm>
            <a:off x="6477002" y="960598"/>
            <a:ext cx="4681131" cy="4681129"/>
          </a:xfrm>
          <a:prstGeom prst="ellipse">
            <a:avLst/>
          </a:prstGeom>
        </p:spPr>
      </p:pic>
      <p:pic>
        <p:nvPicPr>
          <p:cNvPr id="9" name="Graphic 8">
            <a:extLst>
              <a:ext uri="{FF2B5EF4-FFF2-40B4-BE49-F238E27FC236}">
                <a16:creationId xmlns:a16="http://schemas.microsoft.com/office/drawing/2014/main" id="{737182AC-9AE5-3338-D946-85C293F00FB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81000" y="395653"/>
            <a:ext cx="1256622" cy="394520"/>
          </a:xfrm>
          <a:prstGeom prst="rect">
            <a:avLst/>
          </a:prstGeom>
        </p:spPr>
      </p:pic>
      <p:sp>
        <p:nvSpPr>
          <p:cNvPr id="7" name="Date Placeholder 3">
            <a:extLst>
              <a:ext uri="{FF2B5EF4-FFF2-40B4-BE49-F238E27FC236}">
                <a16:creationId xmlns:a16="http://schemas.microsoft.com/office/drawing/2014/main" id="{D3ED520A-AB4C-F088-56E8-EE33DE083B29}"/>
              </a:ext>
            </a:extLst>
          </p:cNvPr>
          <p:cNvSpPr>
            <a:spLocks noGrp="1"/>
          </p:cNvSpPr>
          <p:nvPr>
            <p:ph type="dt" sz="half" idx="2"/>
          </p:nvPr>
        </p:nvSpPr>
        <p:spPr>
          <a:xfrm>
            <a:off x="381000" y="6298443"/>
            <a:ext cx="2670175" cy="206375"/>
          </a:xfrm>
          <a:prstGeom prst="rect">
            <a:avLst/>
          </a:prstGeom>
        </p:spPr>
        <p:txBody>
          <a:bodyPr vert="horz" lIns="0" tIns="45720" rIns="91440" bIns="45720" rtlCol="0" anchor="ctr"/>
          <a:lstStyle>
            <a:lvl1pPr algn="l">
              <a:defRPr sz="700" b="0" i="0">
                <a:solidFill>
                  <a:schemeClr val="tx1"/>
                </a:solidFill>
                <a:latin typeface="Tenorite" panose="00000500000000000000" pitchFamily="2" charset="0"/>
              </a:defRPr>
            </a:lvl1pPr>
          </a:lstStyle>
          <a:p>
            <a:r>
              <a:rPr lang="en-US"/>
              <a:t>© SYREN CLOUD INC – 2026 – ALL RIGHTS RESERVED</a:t>
            </a:r>
          </a:p>
        </p:txBody>
      </p:sp>
    </p:spTree>
    <p:extLst>
      <p:ext uri="{BB962C8B-B14F-4D97-AF65-F5344CB8AC3E}">
        <p14:creationId xmlns:p14="http://schemas.microsoft.com/office/powerpoint/2010/main" val="2309676933"/>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Section Break_Light">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C04E0B-7F46-F77A-9D5C-CACD08D855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EC88ECEF-E24B-D3A5-1375-70BE4BA25EE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966" y="378498"/>
            <a:ext cx="1252391" cy="393192"/>
          </a:xfrm>
          <a:prstGeom prst="rect">
            <a:avLst/>
          </a:prstGeom>
        </p:spPr>
      </p:pic>
      <p:pic>
        <p:nvPicPr>
          <p:cNvPr id="9" name="Picture 8">
            <a:extLst>
              <a:ext uri="{FF2B5EF4-FFF2-40B4-BE49-F238E27FC236}">
                <a16:creationId xmlns:a16="http://schemas.microsoft.com/office/drawing/2014/main" id="{010CAF1E-A4A5-20E6-A994-2AB53C76C4D7}"/>
              </a:ext>
            </a:extLst>
          </p:cNvPr>
          <p:cNvPicPr>
            <a:picLocks noChangeAspect="1"/>
          </p:cNvPicPr>
          <p:nvPr userDrawn="1"/>
        </p:nvPicPr>
        <p:blipFill>
          <a:blip r:embed="rId4"/>
          <a:srcRect r="23366" b="9124"/>
          <a:stretch>
            <a:fillRect/>
          </a:stretch>
        </p:blipFill>
        <p:spPr>
          <a:xfrm>
            <a:off x="6582832" y="162005"/>
            <a:ext cx="5609168" cy="6695996"/>
          </a:xfrm>
          <a:prstGeom prst="rect">
            <a:avLst/>
          </a:prstGeom>
        </p:spPr>
      </p:pic>
    </p:spTree>
    <p:extLst>
      <p:ext uri="{BB962C8B-B14F-4D97-AF65-F5344CB8AC3E}">
        <p14:creationId xmlns:p14="http://schemas.microsoft.com/office/powerpoint/2010/main" val="297612918"/>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Content Layout">
    <p:bg>
      <p:bgPr>
        <a:solidFill>
          <a:schemeClr val="tx1"/>
        </a:solid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CE893AD8-C867-5BD8-E685-CABED1AFC99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6" name="Picture 25">
            <a:extLst>
              <a:ext uri="{FF2B5EF4-FFF2-40B4-BE49-F238E27FC236}">
                <a16:creationId xmlns:a16="http://schemas.microsoft.com/office/drawing/2014/main" id="{F1D738FB-F33F-BD8D-BE34-F1ED7F4EDA2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41946" b="15147"/>
          <a:stretch>
            <a:fillRect/>
          </a:stretch>
        </p:blipFill>
        <p:spPr>
          <a:xfrm>
            <a:off x="0" y="3915383"/>
            <a:ext cx="12192000" cy="2942617"/>
          </a:xfrm>
          <a:prstGeom prst="rect">
            <a:avLst/>
          </a:prstGeom>
        </p:spPr>
      </p:pic>
      <p:cxnSp>
        <p:nvCxnSpPr>
          <p:cNvPr id="10" name="Straight Connector 9">
            <a:extLst>
              <a:ext uri="{FF2B5EF4-FFF2-40B4-BE49-F238E27FC236}">
                <a16:creationId xmlns:a16="http://schemas.microsoft.com/office/drawing/2014/main" id="{75483841-FD43-AEBE-3F88-028120884B1E}"/>
              </a:ext>
            </a:extLst>
          </p:cNvPr>
          <p:cNvCxnSpPr>
            <a:cxnSpLocks/>
          </p:cNvCxnSpPr>
          <p:nvPr userDrawn="1"/>
        </p:nvCxnSpPr>
        <p:spPr>
          <a:xfrm>
            <a:off x="381000" y="896897"/>
            <a:ext cx="451866" cy="0"/>
          </a:xfrm>
          <a:prstGeom prst="line">
            <a:avLst/>
          </a:prstGeom>
          <a:ln w="19050">
            <a:solidFill>
              <a:schemeClr val="tx2"/>
            </a:solidFill>
          </a:ln>
        </p:spPr>
        <p:style>
          <a:lnRef idx="2">
            <a:schemeClr val="accent1"/>
          </a:lnRef>
          <a:fillRef idx="0">
            <a:schemeClr val="accent1"/>
          </a:fillRef>
          <a:effectRef idx="1">
            <a:schemeClr val="accent1"/>
          </a:effectRef>
          <a:fontRef idx="minor">
            <a:schemeClr val="tx1"/>
          </a:fontRef>
        </p:style>
      </p:cxnSp>
      <p:pic>
        <p:nvPicPr>
          <p:cNvPr id="21" name="Graphic 20">
            <a:extLst>
              <a:ext uri="{FF2B5EF4-FFF2-40B4-BE49-F238E27FC236}">
                <a16:creationId xmlns:a16="http://schemas.microsoft.com/office/drawing/2014/main" id="{CB5EAA79-B37C-8611-CCD8-84DCDF78A3E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1000" y="6548674"/>
            <a:ext cx="457200" cy="143540"/>
          </a:xfrm>
          <a:prstGeom prst="rect">
            <a:avLst/>
          </a:prstGeom>
        </p:spPr>
      </p:pic>
      <p:sp>
        <p:nvSpPr>
          <p:cNvPr id="31" name="Title 1">
            <a:extLst>
              <a:ext uri="{FF2B5EF4-FFF2-40B4-BE49-F238E27FC236}">
                <a16:creationId xmlns:a16="http://schemas.microsoft.com/office/drawing/2014/main" id="{49C4E324-EDAA-E5FA-05DA-A70174F42972}"/>
              </a:ext>
            </a:extLst>
          </p:cNvPr>
          <p:cNvSpPr>
            <a:spLocks noGrp="1"/>
          </p:cNvSpPr>
          <p:nvPr>
            <p:ph type="title"/>
          </p:nvPr>
        </p:nvSpPr>
        <p:spPr>
          <a:xfrm>
            <a:off x="381000" y="287081"/>
            <a:ext cx="11468100" cy="498598"/>
          </a:xfrm>
          <a:noFill/>
        </p:spPr>
        <p:txBody>
          <a:bodyPr wrap="square" lIns="0" tIns="0" rIns="0" bIns="0" rtlCol="0">
            <a:spAutoFit/>
          </a:bodyPr>
          <a:lstStyle>
            <a:lvl1pPr>
              <a:defRPr lang="en-US" sz="3600" dirty="0">
                <a:solidFill>
                  <a:schemeClr val="accent4"/>
                </a:solidFill>
                <a:latin typeface="Tenorite" panose="00000500000000000000" pitchFamily="2" charset="0"/>
                <a:ea typeface="+mn-ea"/>
                <a:cs typeface="+mn-cs"/>
              </a:defRPr>
            </a:lvl1pPr>
          </a:lstStyle>
          <a:p>
            <a:pPr marL="0" lvl="0"/>
            <a:r>
              <a:rPr lang="en-US"/>
              <a:t>Click to edit Master title style</a:t>
            </a:r>
          </a:p>
        </p:txBody>
      </p:sp>
      <p:sp>
        <p:nvSpPr>
          <p:cNvPr id="2" name="Slide Number Placeholder 5">
            <a:extLst>
              <a:ext uri="{FF2B5EF4-FFF2-40B4-BE49-F238E27FC236}">
                <a16:creationId xmlns:a16="http://schemas.microsoft.com/office/drawing/2014/main" id="{50733C03-EF2B-8F62-8E1E-DB90A61DC5F4}"/>
              </a:ext>
            </a:extLst>
          </p:cNvPr>
          <p:cNvSpPr>
            <a:spLocks noGrp="1"/>
          </p:cNvSpPr>
          <p:nvPr>
            <p:ph type="sldNum" sz="quarter" idx="4"/>
          </p:nvPr>
        </p:nvSpPr>
        <p:spPr>
          <a:xfrm>
            <a:off x="9105900" y="6540407"/>
            <a:ext cx="2743200" cy="206375"/>
          </a:xfrm>
          <a:prstGeom prst="rect">
            <a:avLst/>
          </a:prstGeom>
        </p:spPr>
        <p:txBody>
          <a:bodyPr vert="horz" lIns="91440" tIns="45720" rIns="0" bIns="45720" rtlCol="0" anchor="ctr"/>
          <a:lstStyle>
            <a:lvl1pPr algn="r">
              <a:defRPr sz="700" b="0" i="0">
                <a:solidFill>
                  <a:schemeClr val="accent4"/>
                </a:solidFill>
                <a:latin typeface="Tenorite" panose="00000500000000000000" pitchFamily="2" charset="0"/>
              </a:defRPr>
            </a:lvl1pPr>
          </a:lstStyle>
          <a:p>
            <a:fld id="{330EA680-D336-4FF7-8B7A-9848BB0A1C32}" type="slidenum">
              <a:rPr lang="en-US" smtClean="0"/>
              <a:pPr/>
              <a:t>‹#›</a:t>
            </a:fld>
            <a:endParaRPr lang="en-US"/>
          </a:p>
        </p:txBody>
      </p:sp>
      <p:sp>
        <p:nvSpPr>
          <p:cNvPr id="3" name="Date Placeholder 3">
            <a:extLst>
              <a:ext uri="{FF2B5EF4-FFF2-40B4-BE49-F238E27FC236}">
                <a16:creationId xmlns:a16="http://schemas.microsoft.com/office/drawing/2014/main" id="{09CCBBD6-330F-44FA-54E4-1F2B5523E068}"/>
              </a:ext>
            </a:extLst>
          </p:cNvPr>
          <p:cNvSpPr>
            <a:spLocks noGrp="1"/>
          </p:cNvSpPr>
          <p:nvPr>
            <p:ph type="dt" sz="half" idx="2"/>
          </p:nvPr>
        </p:nvSpPr>
        <p:spPr>
          <a:xfrm>
            <a:off x="930274" y="6540407"/>
            <a:ext cx="2670175" cy="206375"/>
          </a:xfrm>
          <a:prstGeom prst="rect">
            <a:avLst/>
          </a:prstGeom>
        </p:spPr>
        <p:txBody>
          <a:bodyPr vert="horz" lIns="0" tIns="45720" rIns="91440" bIns="45720" rtlCol="0" anchor="ctr"/>
          <a:lstStyle>
            <a:lvl1pPr algn="l">
              <a:defRPr sz="700" b="0" i="0">
                <a:solidFill>
                  <a:schemeClr val="accent4"/>
                </a:solidFill>
                <a:latin typeface="Tenorite" panose="00000500000000000000" pitchFamily="2" charset="0"/>
              </a:defRPr>
            </a:lvl1pPr>
          </a:lstStyle>
          <a:p>
            <a:r>
              <a:rPr lang="en-US"/>
              <a:t>© SYREN CLOUD INC – 2026 – ALL RIGHTS RESERVED</a:t>
            </a:r>
            <a:endParaRPr lang="en-US" sz="700"/>
          </a:p>
        </p:txBody>
      </p:sp>
    </p:spTree>
    <p:extLst>
      <p:ext uri="{BB962C8B-B14F-4D97-AF65-F5344CB8AC3E}">
        <p14:creationId xmlns:p14="http://schemas.microsoft.com/office/powerpoint/2010/main" val="3284453478"/>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_Content Layout">
    <p:bg>
      <p:bgPr>
        <a:solidFill>
          <a:schemeClr val="tx1"/>
        </a:solid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CE893AD8-C867-5BD8-E685-CABED1AFC99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6" name="Picture 25">
            <a:extLst>
              <a:ext uri="{FF2B5EF4-FFF2-40B4-BE49-F238E27FC236}">
                <a16:creationId xmlns:a16="http://schemas.microsoft.com/office/drawing/2014/main" id="{F1D738FB-F33F-BD8D-BE34-F1ED7F4EDA2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41946" b="15147"/>
          <a:stretch>
            <a:fillRect/>
          </a:stretch>
        </p:blipFill>
        <p:spPr>
          <a:xfrm>
            <a:off x="-10886" y="3915383"/>
            <a:ext cx="12192000" cy="2942617"/>
          </a:xfrm>
          <a:prstGeom prst="rect">
            <a:avLst/>
          </a:prstGeom>
        </p:spPr>
      </p:pic>
      <p:cxnSp>
        <p:nvCxnSpPr>
          <p:cNvPr id="10" name="Straight Connector 9">
            <a:extLst>
              <a:ext uri="{FF2B5EF4-FFF2-40B4-BE49-F238E27FC236}">
                <a16:creationId xmlns:a16="http://schemas.microsoft.com/office/drawing/2014/main" id="{75483841-FD43-AEBE-3F88-028120884B1E}"/>
              </a:ext>
            </a:extLst>
          </p:cNvPr>
          <p:cNvCxnSpPr>
            <a:cxnSpLocks/>
          </p:cNvCxnSpPr>
          <p:nvPr userDrawn="1"/>
        </p:nvCxnSpPr>
        <p:spPr>
          <a:xfrm>
            <a:off x="381000" y="896897"/>
            <a:ext cx="451866" cy="0"/>
          </a:xfrm>
          <a:prstGeom prst="line">
            <a:avLst/>
          </a:prstGeom>
          <a:ln w="19050">
            <a:solidFill>
              <a:schemeClr val="tx2"/>
            </a:solidFill>
          </a:ln>
        </p:spPr>
        <p:style>
          <a:lnRef idx="2">
            <a:schemeClr val="accent1"/>
          </a:lnRef>
          <a:fillRef idx="0">
            <a:schemeClr val="accent1"/>
          </a:fillRef>
          <a:effectRef idx="1">
            <a:schemeClr val="accent1"/>
          </a:effectRef>
          <a:fontRef idx="minor">
            <a:schemeClr val="tx1"/>
          </a:fontRef>
        </p:style>
      </p:cxnSp>
      <p:sp>
        <p:nvSpPr>
          <p:cNvPr id="20" name="Slide Number Placeholder 5">
            <a:extLst>
              <a:ext uri="{FF2B5EF4-FFF2-40B4-BE49-F238E27FC236}">
                <a16:creationId xmlns:a16="http://schemas.microsoft.com/office/drawing/2014/main" id="{12DBD098-15D2-4F0C-7EFF-FBECB60F07A4}"/>
              </a:ext>
            </a:extLst>
          </p:cNvPr>
          <p:cNvSpPr>
            <a:spLocks noGrp="1"/>
          </p:cNvSpPr>
          <p:nvPr>
            <p:ph type="sldNum" sz="quarter" idx="12"/>
          </p:nvPr>
        </p:nvSpPr>
        <p:spPr>
          <a:xfrm>
            <a:off x="9105900" y="6540407"/>
            <a:ext cx="2743200" cy="206375"/>
          </a:xfrm>
        </p:spPr>
        <p:txBody>
          <a:bodyPr rIns="0"/>
          <a:lstStyle>
            <a:lvl1pPr>
              <a:defRPr>
                <a:solidFill>
                  <a:schemeClr val="accent4"/>
                </a:solidFill>
              </a:defRPr>
            </a:lvl1pPr>
          </a:lstStyle>
          <a:p>
            <a:fld id="{330EA680-D336-4FF7-8B7A-9848BB0A1C32}" type="slidenum">
              <a:rPr lang="en-US" smtClean="0"/>
              <a:pPr/>
              <a:t>‹#›</a:t>
            </a:fld>
            <a:endParaRPr lang="en-US"/>
          </a:p>
        </p:txBody>
      </p:sp>
      <p:sp>
        <p:nvSpPr>
          <p:cNvPr id="22" name="Date Placeholder 3">
            <a:extLst>
              <a:ext uri="{FF2B5EF4-FFF2-40B4-BE49-F238E27FC236}">
                <a16:creationId xmlns:a16="http://schemas.microsoft.com/office/drawing/2014/main" id="{2BEE9F31-871A-FD58-310A-685B83F5EF55}"/>
              </a:ext>
            </a:extLst>
          </p:cNvPr>
          <p:cNvSpPr>
            <a:spLocks noGrp="1"/>
          </p:cNvSpPr>
          <p:nvPr>
            <p:ph type="dt" sz="half" idx="2"/>
          </p:nvPr>
        </p:nvSpPr>
        <p:spPr>
          <a:xfrm>
            <a:off x="381000" y="6540407"/>
            <a:ext cx="2743200" cy="206375"/>
          </a:xfrm>
          <a:prstGeom prst="rect">
            <a:avLst/>
          </a:prstGeom>
        </p:spPr>
        <p:txBody>
          <a:bodyPr vert="horz" lIns="0" tIns="45720" rIns="91440" bIns="45720" rtlCol="0" anchor="ctr"/>
          <a:lstStyle>
            <a:lvl1pPr algn="l">
              <a:defRPr sz="600" b="0" i="0">
                <a:solidFill>
                  <a:schemeClr val="accent4"/>
                </a:solidFill>
                <a:latin typeface="Montserrat Light" pitchFamily="2" charset="77"/>
              </a:defRPr>
            </a:lvl1pPr>
          </a:lstStyle>
          <a:p>
            <a:r>
              <a:rPr lang="en-US"/>
              <a:t>© SYREN CLOUD INC – 2026 – ALL RIGHTS RESERVED</a:t>
            </a:r>
            <a:endParaRPr lang="en-US">
              <a:solidFill>
                <a:schemeClr val="accent4"/>
              </a:solidFill>
            </a:endParaRPr>
          </a:p>
        </p:txBody>
      </p:sp>
      <p:sp>
        <p:nvSpPr>
          <p:cNvPr id="31" name="Title 1">
            <a:extLst>
              <a:ext uri="{FF2B5EF4-FFF2-40B4-BE49-F238E27FC236}">
                <a16:creationId xmlns:a16="http://schemas.microsoft.com/office/drawing/2014/main" id="{49C4E324-EDAA-E5FA-05DA-A70174F42972}"/>
              </a:ext>
            </a:extLst>
          </p:cNvPr>
          <p:cNvSpPr>
            <a:spLocks noGrp="1"/>
          </p:cNvSpPr>
          <p:nvPr>
            <p:ph type="title"/>
          </p:nvPr>
        </p:nvSpPr>
        <p:spPr>
          <a:xfrm>
            <a:off x="381000" y="287081"/>
            <a:ext cx="11027832" cy="498598"/>
          </a:xfrm>
          <a:noFill/>
        </p:spPr>
        <p:txBody>
          <a:bodyPr wrap="square" lIns="0" tIns="0" rIns="0" bIns="0" rtlCol="0">
            <a:spAutoFit/>
          </a:bodyPr>
          <a:lstStyle>
            <a:lvl1pPr>
              <a:defRPr lang="en-US" sz="3600" dirty="0">
                <a:solidFill>
                  <a:schemeClr val="accent4"/>
                </a:solidFill>
                <a:latin typeface="Tenorite" panose="00000500000000000000" pitchFamily="2" charset="0"/>
                <a:ea typeface="+mn-ea"/>
                <a:cs typeface="+mn-cs"/>
              </a:defRPr>
            </a:lvl1pPr>
          </a:lstStyle>
          <a:p>
            <a:pPr marL="0" lvl="0"/>
            <a:r>
              <a:rPr lang="en-US"/>
              <a:t>Click to edit Master title style</a:t>
            </a:r>
          </a:p>
        </p:txBody>
      </p:sp>
      <p:pic>
        <p:nvPicPr>
          <p:cNvPr id="3" name="Graphic 2">
            <a:extLst>
              <a:ext uri="{FF2B5EF4-FFF2-40B4-BE49-F238E27FC236}">
                <a16:creationId xmlns:a16="http://schemas.microsoft.com/office/drawing/2014/main" id="{D359988C-A7E0-2E02-22CD-508B3F1B1A7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Tree>
    <p:extLst>
      <p:ext uri="{BB962C8B-B14F-4D97-AF65-F5344CB8AC3E}">
        <p14:creationId xmlns:p14="http://schemas.microsoft.com/office/powerpoint/2010/main" val="3933354465"/>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6_Content Layout">
    <p:bg>
      <p:bgPr>
        <a:solidFill>
          <a:schemeClr val="tx1"/>
        </a:solid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CE893AD8-C867-5BD8-E685-CABED1AFC99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6" name="Picture 25">
            <a:extLst>
              <a:ext uri="{FF2B5EF4-FFF2-40B4-BE49-F238E27FC236}">
                <a16:creationId xmlns:a16="http://schemas.microsoft.com/office/drawing/2014/main" id="{F1D738FB-F33F-BD8D-BE34-F1ED7F4EDA2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41946" b="15147"/>
          <a:stretch>
            <a:fillRect/>
          </a:stretch>
        </p:blipFill>
        <p:spPr>
          <a:xfrm>
            <a:off x="0" y="3915383"/>
            <a:ext cx="12192000" cy="2942617"/>
          </a:xfrm>
          <a:prstGeom prst="rect">
            <a:avLst/>
          </a:prstGeom>
        </p:spPr>
      </p:pic>
      <p:pic>
        <p:nvPicPr>
          <p:cNvPr id="21" name="Graphic 20">
            <a:extLst>
              <a:ext uri="{FF2B5EF4-FFF2-40B4-BE49-F238E27FC236}">
                <a16:creationId xmlns:a16="http://schemas.microsoft.com/office/drawing/2014/main" id="{CB5EAA79-B37C-8611-CCD8-84DCDF78A3E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1000" y="6548674"/>
            <a:ext cx="457200" cy="143540"/>
          </a:xfrm>
          <a:prstGeom prst="rect">
            <a:avLst/>
          </a:prstGeom>
        </p:spPr>
      </p:pic>
      <p:sp>
        <p:nvSpPr>
          <p:cNvPr id="31" name="Title 1">
            <a:extLst>
              <a:ext uri="{FF2B5EF4-FFF2-40B4-BE49-F238E27FC236}">
                <a16:creationId xmlns:a16="http://schemas.microsoft.com/office/drawing/2014/main" id="{49C4E324-EDAA-E5FA-05DA-A70174F42972}"/>
              </a:ext>
            </a:extLst>
          </p:cNvPr>
          <p:cNvSpPr>
            <a:spLocks noGrp="1"/>
          </p:cNvSpPr>
          <p:nvPr>
            <p:ph type="title" hasCustomPrompt="1"/>
          </p:nvPr>
        </p:nvSpPr>
        <p:spPr>
          <a:xfrm>
            <a:off x="381000" y="287081"/>
            <a:ext cx="11468100" cy="997196"/>
          </a:xfrm>
          <a:noFill/>
        </p:spPr>
        <p:txBody>
          <a:bodyPr wrap="square" lIns="0" tIns="0" rIns="0" bIns="0" rtlCol="0">
            <a:spAutoFit/>
          </a:bodyPr>
          <a:lstStyle>
            <a:lvl1pPr>
              <a:defRPr lang="en-US" sz="3600" dirty="0">
                <a:solidFill>
                  <a:schemeClr val="accent4"/>
                </a:solidFill>
                <a:latin typeface="Tenorite" panose="00000500000000000000" pitchFamily="2" charset="0"/>
                <a:ea typeface="+mn-ea"/>
                <a:cs typeface="+mn-cs"/>
              </a:defRPr>
            </a:lvl1pPr>
          </a:lstStyle>
          <a:p>
            <a:pPr marL="0" lvl="0"/>
            <a:r>
              <a:rPr lang="en-US"/>
              <a:t>Click to edit Master title style</a:t>
            </a:r>
            <a:br>
              <a:rPr lang="en-US"/>
            </a:br>
            <a:endParaRPr lang="en-US"/>
          </a:p>
        </p:txBody>
      </p:sp>
      <p:cxnSp>
        <p:nvCxnSpPr>
          <p:cNvPr id="2" name="Straight Connector 1">
            <a:extLst>
              <a:ext uri="{FF2B5EF4-FFF2-40B4-BE49-F238E27FC236}">
                <a16:creationId xmlns:a16="http://schemas.microsoft.com/office/drawing/2014/main" id="{75483841-FD43-AEBE-3F88-028120884B1E}"/>
              </a:ext>
            </a:extLst>
          </p:cNvPr>
          <p:cNvCxnSpPr>
            <a:cxnSpLocks/>
          </p:cNvCxnSpPr>
          <p:nvPr userDrawn="1"/>
        </p:nvCxnSpPr>
        <p:spPr>
          <a:xfrm>
            <a:off x="381000" y="1379497"/>
            <a:ext cx="451866" cy="0"/>
          </a:xfrm>
          <a:prstGeom prst="line">
            <a:avLst/>
          </a:prstGeom>
          <a:ln w="19050">
            <a:solidFill>
              <a:schemeClr val="tx2"/>
            </a:solidFill>
          </a:ln>
        </p:spPr>
        <p:style>
          <a:lnRef idx="2">
            <a:schemeClr val="accent1"/>
          </a:lnRef>
          <a:fillRef idx="0">
            <a:schemeClr val="accent1"/>
          </a:fillRef>
          <a:effectRef idx="1">
            <a:schemeClr val="accent1"/>
          </a:effectRef>
          <a:fontRef idx="minor">
            <a:schemeClr val="tx1"/>
          </a:fontRef>
        </p:style>
      </p:cxnSp>
      <p:sp>
        <p:nvSpPr>
          <p:cNvPr id="3" name="Slide Number Placeholder 5">
            <a:extLst>
              <a:ext uri="{FF2B5EF4-FFF2-40B4-BE49-F238E27FC236}">
                <a16:creationId xmlns:a16="http://schemas.microsoft.com/office/drawing/2014/main" id="{BA198892-28AC-D2A7-D71E-71313624EC62}"/>
              </a:ext>
            </a:extLst>
          </p:cNvPr>
          <p:cNvSpPr>
            <a:spLocks noGrp="1"/>
          </p:cNvSpPr>
          <p:nvPr>
            <p:ph type="sldNum" sz="quarter" idx="4"/>
          </p:nvPr>
        </p:nvSpPr>
        <p:spPr>
          <a:xfrm>
            <a:off x="9105900" y="6540407"/>
            <a:ext cx="2743200" cy="206375"/>
          </a:xfrm>
          <a:prstGeom prst="rect">
            <a:avLst/>
          </a:prstGeom>
        </p:spPr>
        <p:txBody>
          <a:bodyPr vert="horz" lIns="91440" tIns="45720" rIns="0" bIns="45720" rtlCol="0" anchor="ctr"/>
          <a:lstStyle>
            <a:lvl1pPr algn="r">
              <a:defRPr sz="700" b="0" i="0">
                <a:solidFill>
                  <a:schemeClr val="accent4"/>
                </a:solidFill>
                <a:latin typeface="Tenorite" panose="00000500000000000000" pitchFamily="2" charset="0"/>
              </a:defRPr>
            </a:lvl1pPr>
          </a:lstStyle>
          <a:p>
            <a:fld id="{330EA680-D336-4FF7-8B7A-9848BB0A1C32}" type="slidenum">
              <a:rPr lang="en-US" smtClean="0"/>
              <a:pPr/>
              <a:t>‹#›</a:t>
            </a:fld>
            <a:endParaRPr lang="en-US"/>
          </a:p>
        </p:txBody>
      </p:sp>
      <p:sp>
        <p:nvSpPr>
          <p:cNvPr id="4" name="Date Placeholder 3">
            <a:extLst>
              <a:ext uri="{FF2B5EF4-FFF2-40B4-BE49-F238E27FC236}">
                <a16:creationId xmlns:a16="http://schemas.microsoft.com/office/drawing/2014/main" id="{ABEC069B-826B-61B1-EB2D-D7E7783DE7FD}"/>
              </a:ext>
            </a:extLst>
          </p:cNvPr>
          <p:cNvSpPr>
            <a:spLocks noGrp="1"/>
          </p:cNvSpPr>
          <p:nvPr>
            <p:ph type="dt" sz="half" idx="2"/>
          </p:nvPr>
        </p:nvSpPr>
        <p:spPr>
          <a:xfrm>
            <a:off x="930274" y="6540407"/>
            <a:ext cx="2670175" cy="206375"/>
          </a:xfrm>
          <a:prstGeom prst="rect">
            <a:avLst/>
          </a:prstGeom>
        </p:spPr>
        <p:txBody>
          <a:bodyPr vert="horz" lIns="0" tIns="45720" rIns="91440" bIns="45720" rtlCol="0" anchor="ctr"/>
          <a:lstStyle>
            <a:lvl1pPr algn="l">
              <a:defRPr sz="700" b="0" i="0">
                <a:solidFill>
                  <a:schemeClr val="accent4"/>
                </a:solidFill>
                <a:latin typeface="Tenorite" panose="00000500000000000000" pitchFamily="2" charset="0"/>
              </a:defRPr>
            </a:lvl1pPr>
          </a:lstStyle>
          <a:p>
            <a:r>
              <a:rPr lang="en-US"/>
              <a:t>© SYREN CLOUD INC – 2026 – ALL RIGHTS RESERVED</a:t>
            </a:r>
            <a:endParaRPr lang="en-US" sz="700"/>
          </a:p>
        </p:txBody>
      </p:sp>
    </p:spTree>
    <p:extLst>
      <p:ext uri="{BB962C8B-B14F-4D97-AF65-F5344CB8AC3E}">
        <p14:creationId xmlns:p14="http://schemas.microsoft.com/office/powerpoint/2010/main" val="3601894470"/>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7_Title Slide Light">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D95D51B-3A6F-3114-9A30-C4A0A3C5B5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33F3ED7-011A-8DC5-AFA6-169A845ED6FC}"/>
              </a:ext>
            </a:extLst>
          </p:cNvPr>
          <p:cNvSpPr>
            <a:spLocks noGrp="1"/>
          </p:cNvSpPr>
          <p:nvPr>
            <p:ph type="ctrTitle"/>
          </p:nvPr>
        </p:nvSpPr>
        <p:spPr>
          <a:xfrm>
            <a:off x="381000" y="2817586"/>
            <a:ext cx="5887453" cy="1222827"/>
          </a:xfrm>
        </p:spPr>
        <p:txBody>
          <a:bodyPr lIns="0" anchor="t">
            <a:normAutofit/>
          </a:bodyPr>
          <a:lstStyle>
            <a:lvl1pPr marL="6350" indent="0" algn="l">
              <a:tabLst/>
              <a:defRPr sz="4000">
                <a:solidFill>
                  <a:schemeClr val="bg1"/>
                </a:solidFill>
                <a:latin typeface="Tenorite" panose="00000500000000000000" pitchFamily="2" charset="0"/>
              </a:defRPr>
            </a:lvl1pPr>
          </a:lstStyle>
          <a:p>
            <a:r>
              <a:rPr lang="en-US"/>
              <a:t>Click to edit Master title style</a:t>
            </a:r>
          </a:p>
        </p:txBody>
      </p:sp>
      <p:pic>
        <p:nvPicPr>
          <p:cNvPr id="13" name="Picture 12">
            <a:extLst>
              <a:ext uri="{FF2B5EF4-FFF2-40B4-BE49-F238E27FC236}">
                <a16:creationId xmlns:a16="http://schemas.microsoft.com/office/drawing/2014/main" id="{A405EEEF-15DC-FC13-916C-2FFC236FE819}"/>
              </a:ext>
            </a:extLst>
          </p:cNvPr>
          <p:cNvPicPr>
            <a:picLocks noChangeAspect="1"/>
          </p:cNvPicPr>
          <p:nvPr userDrawn="1"/>
        </p:nvPicPr>
        <p:blipFill>
          <a:blip r:embed="rId3"/>
          <a:srcRect r="23366" b="9124"/>
          <a:stretch>
            <a:fillRect/>
          </a:stretch>
        </p:blipFill>
        <p:spPr>
          <a:xfrm>
            <a:off x="6582832" y="162005"/>
            <a:ext cx="5609168" cy="6695996"/>
          </a:xfrm>
          <a:prstGeom prst="rect">
            <a:avLst/>
          </a:prstGeom>
        </p:spPr>
      </p:pic>
    </p:spTree>
    <p:extLst>
      <p:ext uri="{BB962C8B-B14F-4D97-AF65-F5344CB8AC3E}">
        <p14:creationId xmlns:p14="http://schemas.microsoft.com/office/powerpoint/2010/main" val="3920003298"/>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8_Title Slide Light">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A2F5AB1-453A-A73D-4183-546E52C737E5}"/>
              </a:ext>
            </a:extLst>
          </p:cNvPr>
          <p:cNvPicPr>
            <a:picLocks noChangeAspect="1"/>
          </p:cNvPicPr>
          <p:nvPr userDrawn="1"/>
        </p:nvPicPr>
        <p:blipFill>
          <a:blip r:embed="rId2" cstate="print">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22" name="Group 21">
            <a:extLst>
              <a:ext uri="{FF2B5EF4-FFF2-40B4-BE49-F238E27FC236}">
                <a16:creationId xmlns:a16="http://schemas.microsoft.com/office/drawing/2014/main" id="{3F41F469-D93E-6727-9671-49949F0157D7}"/>
              </a:ext>
            </a:extLst>
          </p:cNvPr>
          <p:cNvGrpSpPr/>
          <p:nvPr userDrawn="1"/>
        </p:nvGrpSpPr>
        <p:grpSpPr>
          <a:xfrm>
            <a:off x="7497522" y="333628"/>
            <a:ext cx="5783579" cy="5821029"/>
            <a:chOff x="6316133" y="208324"/>
            <a:chExt cx="7273786" cy="7320885"/>
          </a:xfrm>
        </p:grpSpPr>
        <p:sp>
          <p:nvSpPr>
            <p:cNvPr id="23" name="Oval 22">
              <a:extLst>
                <a:ext uri="{FF2B5EF4-FFF2-40B4-BE49-F238E27FC236}">
                  <a16:creationId xmlns:a16="http://schemas.microsoft.com/office/drawing/2014/main" id="{48E0673D-4C64-6539-83D5-A2A0090C6DE9}"/>
                </a:ext>
              </a:extLst>
            </p:cNvPr>
            <p:cNvSpPr/>
            <p:nvPr userDrawn="1"/>
          </p:nvSpPr>
          <p:spPr>
            <a:xfrm>
              <a:off x="6316133" y="208324"/>
              <a:ext cx="7273786" cy="7320885"/>
            </a:xfrm>
            <a:prstGeom prst="ellipse">
              <a:avLst/>
            </a:prstGeom>
            <a:no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F95C1D19-BF82-1DA9-153C-942794FBB687}"/>
                </a:ext>
              </a:extLst>
            </p:cNvPr>
            <p:cNvSpPr/>
            <p:nvPr/>
          </p:nvSpPr>
          <p:spPr>
            <a:xfrm>
              <a:off x="6366933" y="2421467"/>
              <a:ext cx="3249462" cy="3247813"/>
            </a:xfrm>
            <a:prstGeom prst="ellipse">
              <a:avLst/>
            </a:prstGeom>
            <a:no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8FD61648-EC14-83D2-1DFD-BBB0FEEB28E5}"/>
                </a:ext>
              </a:extLst>
            </p:cNvPr>
            <p:cNvSpPr/>
            <p:nvPr/>
          </p:nvSpPr>
          <p:spPr>
            <a:xfrm>
              <a:off x="6341533" y="1575412"/>
              <a:ext cx="4868637" cy="4880472"/>
            </a:xfrm>
            <a:prstGeom prst="ellipse">
              <a:avLst/>
            </a:prstGeom>
            <a:no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 name="Title 1">
            <a:extLst>
              <a:ext uri="{FF2B5EF4-FFF2-40B4-BE49-F238E27FC236}">
                <a16:creationId xmlns:a16="http://schemas.microsoft.com/office/drawing/2014/main" id="{4FBF73D9-0881-A73E-A8B1-CD8E49046877}"/>
              </a:ext>
            </a:extLst>
          </p:cNvPr>
          <p:cNvSpPr>
            <a:spLocks noGrp="1"/>
          </p:cNvSpPr>
          <p:nvPr>
            <p:ph type="ctrTitle"/>
          </p:nvPr>
        </p:nvSpPr>
        <p:spPr>
          <a:xfrm>
            <a:off x="381000" y="2817586"/>
            <a:ext cx="5887453" cy="1222827"/>
          </a:xfrm>
        </p:spPr>
        <p:txBody>
          <a:bodyPr lIns="0" anchor="t">
            <a:normAutofit/>
          </a:bodyPr>
          <a:lstStyle>
            <a:lvl1pPr marL="6350" indent="0" algn="l">
              <a:tabLst/>
              <a:defRPr sz="4000">
                <a:solidFill>
                  <a:schemeClr val="tx1"/>
                </a:solidFill>
                <a:latin typeface="Tenorite" panose="00000500000000000000" pitchFamily="2" charset="0"/>
              </a:defRPr>
            </a:lvl1pPr>
          </a:lstStyle>
          <a:p>
            <a:r>
              <a:rPr lang="en-US"/>
              <a:t>Click to edit Master title style</a:t>
            </a:r>
          </a:p>
        </p:txBody>
      </p:sp>
      <p:pic>
        <p:nvPicPr>
          <p:cNvPr id="11" name="Graphic 10">
            <a:extLst>
              <a:ext uri="{FF2B5EF4-FFF2-40B4-BE49-F238E27FC236}">
                <a16:creationId xmlns:a16="http://schemas.microsoft.com/office/drawing/2014/main" id="{A5109558-901D-36E2-99DC-A9B5F84F76C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sp>
        <p:nvSpPr>
          <p:cNvPr id="26" name="Date Placeholder 9">
            <a:extLst>
              <a:ext uri="{FF2B5EF4-FFF2-40B4-BE49-F238E27FC236}">
                <a16:creationId xmlns:a16="http://schemas.microsoft.com/office/drawing/2014/main" id="{87A90856-5CBE-F2CD-52AB-BD82FE26A370}"/>
              </a:ext>
            </a:extLst>
          </p:cNvPr>
          <p:cNvSpPr>
            <a:spLocks noGrp="1"/>
          </p:cNvSpPr>
          <p:nvPr>
            <p:ph type="dt" sz="half" idx="2"/>
          </p:nvPr>
        </p:nvSpPr>
        <p:spPr>
          <a:xfrm>
            <a:off x="930274" y="6540407"/>
            <a:ext cx="2670175" cy="206375"/>
          </a:xfrm>
        </p:spPr>
        <p:txBody>
          <a:bodyPr/>
          <a:lstStyle>
            <a:lvl1pPr>
              <a:defRPr>
                <a:solidFill>
                  <a:schemeClr val="tx1"/>
                </a:solidFill>
              </a:defRPr>
            </a:lvl1pPr>
          </a:lstStyle>
          <a:p>
            <a:r>
              <a:rPr lang="en-US"/>
              <a:t>© SYREN CLOUD INC – 2026 – ALL RIGHTS RESERVED</a:t>
            </a:r>
          </a:p>
        </p:txBody>
      </p:sp>
      <p:sp>
        <p:nvSpPr>
          <p:cNvPr id="27" name="Slide Number Placeholder 11">
            <a:extLst>
              <a:ext uri="{FF2B5EF4-FFF2-40B4-BE49-F238E27FC236}">
                <a16:creationId xmlns:a16="http://schemas.microsoft.com/office/drawing/2014/main" id="{3E870065-AC77-8C18-8A3C-7C18CA649B17}"/>
              </a:ext>
            </a:extLst>
          </p:cNvPr>
          <p:cNvSpPr>
            <a:spLocks noGrp="1"/>
          </p:cNvSpPr>
          <p:nvPr>
            <p:ph type="sldNum" sz="quarter" idx="4"/>
          </p:nvPr>
        </p:nvSpPr>
        <p:spPr>
          <a:xfrm>
            <a:off x="9105900" y="6540407"/>
            <a:ext cx="2743200" cy="206375"/>
          </a:xfrm>
        </p:spPr>
        <p:txBody>
          <a:bodyPr/>
          <a:lstStyle>
            <a:lvl1pPr>
              <a:defRPr>
                <a:solidFill>
                  <a:schemeClr val="tx1"/>
                </a:solidFill>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1097734895"/>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9_Title Slide Light">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93A14B-2D55-69C0-F91E-B5332416B8D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a:extLst>
              <a:ext uri="{FF2B5EF4-FFF2-40B4-BE49-F238E27FC236}">
                <a16:creationId xmlns:a16="http://schemas.microsoft.com/office/drawing/2014/main" id="{C71CDCC4-890C-3A40-BF65-2CE1474D21BA}"/>
              </a:ext>
            </a:extLst>
          </p:cNvPr>
          <p:cNvGrpSpPr/>
          <p:nvPr userDrawn="1"/>
        </p:nvGrpSpPr>
        <p:grpSpPr>
          <a:xfrm>
            <a:off x="7497522" y="333628"/>
            <a:ext cx="5783579" cy="5821029"/>
            <a:chOff x="6316133" y="208324"/>
            <a:chExt cx="7273786" cy="7320885"/>
          </a:xfrm>
        </p:grpSpPr>
        <p:sp>
          <p:nvSpPr>
            <p:cNvPr id="11" name="Oval 10">
              <a:extLst>
                <a:ext uri="{FF2B5EF4-FFF2-40B4-BE49-F238E27FC236}">
                  <a16:creationId xmlns:a16="http://schemas.microsoft.com/office/drawing/2014/main" id="{FECCFE6B-C646-A412-B12B-02070A588C69}"/>
                </a:ext>
              </a:extLst>
            </p:cNvPr>
            <p:cNvSpPr/>
            <p:nvPr userDrawn="1"/>
          </p:nvSpPr>
          <p:spPr>
            <a:xfrm>
              <a:off x="6316133" y="208324"/>
              <a:ext cx="7273786" cy="7320885"/>
            </a:xfrm>
            <a:prstGeom prst="ellipse">
              <a:avLst/>
            </a:prstGeom>
            <a:no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E436DCB0-A4B9-2506-AC0C-A75C1D0E9129}"/>
                </a:ext>
              </a:extLst>
            </p:cNvPr>
            <p:cNvSpPr/>
            <p:nvPr/>
          </p:nvSpPr>
          <p:spPr>
            <a:xfrm>
              <a:off x="6366933" y="2421467"/>
              <a:ext cx="3249462" cy="3247813"/>
            </a:xfrm>
            <a:prstGeom prst="ellipse">
              <a:avLst/>
            </a:prstGeom>
            <a:no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51A04065-23B2-9B12-26FF-8B26159FB4B7}"/>
                </a:ext>
              </a:extLst>
            </p:cNvPr>
            <p:cNvSpPr/>
            <p:nvPr/>
          </p:nvSpPr>
          <p:spPr>
            <a:xfrm>
              <a:off x="6341533" y="1575412"/>
              <a:ext cx="4868637" cy="4880472"/>
            </a:xfrm>
            <a:prstGeom prst="ellipse">
              <a:avLst/>
            </a:prstGeom>
            <a:no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 name="Title 1">
            <a:extLst>
              <a:ext uri="{FF2B5EF4-FFF2-40B4-BE49-F238E27FC236}">
                <a16:creationId xmlns:a16="http://schemas.microsoft.com/office/drawing/2014/main" id="{4FBF73D9-0881-A73E-A8B1-CD8E49046877}"/>
              </a:ext>
            </a:extLst>
          </p:cNvPr>
          <p:cNvSpPr>
            <a:spLocks noGrp="1"/>
          </p:cNvSpPr>
          <p:nvPr>
            <p:ph type="ctrTitle"/>
          </p:nvPr>
        </p:nvSpPr>
        <p:spPr>
          <a:xfrm>
            <a:off x="381000" y="2817586"/>
            <a:ext cx="5887453" cy="1222827"/>
          </a:xfrm>
        </p:spPr>
        <p:txBody>
          <a:bodyPr lIns="0" anchor="t">
            <a:normAutofit/>
          </a:bodyPr>
          <a:lstStyle>
            <a:lvl1pPr marL="6350" indent="0" algn="l">
              <a:tabLst/>
              <a:defRPr sz="4000">
                <a:solidFill>
                  <a:schemeClr val="bg1"/>
                </a:solidFill>
                <a:latin typeface="Tenorite" panose="00000500000000000000" pitchFamily="2" charset="0"/>
              </a:defRPr>
            </a:lvl1pPr>
          </a:lstStyle>
          <a:p>
            <a:r>
              <a:rPr lang="en-US"/>
              <a:t>Click to edit Master title style</a:t>
            </a:r>
          </a:p>
        </p:txBody>
      </p:sp>
      <p:pic>
        <p:nvPicPr>
          <p:cNvPr id="6" name="Graphic 5">
            <a:extLst>
              <a:ext uri="{FF2B5EF4-FFF2-40B4-BE49-F238E27FC236}">
                <a16:creationId xmlns:a16="http://schemas.microsoft.com/office/drawing/2014/main" id="{ECC8BA2F-98D6-C6DC-2364-BFD4F5EE5DA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sp>
        <p:nvSpPr>
          <p:cNvPr id="14" name="Date Placeholder 9">
            <a:extLst>
              <a:ext uri="{FF2B5EF4-FFF2-40B4-BE49-F238E27FC236}">
                <a16:creationId xmlns:a16="http://schemas.microsoft.com/office/drawing/2014/main" id="{BADE9160-0CEC-36F4-C3A5-F5E0F0243CEF}"/>
              </a:ext>
            </a:extLst>
          </p:cNvPr>
          <p:cNvSpPr>
            <a:spLocks noGrp="1"/>
          </p:cNvSpPr>
          <p:nvPr>
            <p:ph type="dt" sz="half" idx="2"/>
          </p:nvPr>
        </p:nvSpPr>
        <p:spPr>
          <a:xfrm>
            <a:off x="930274" y="6540407"/>
            <a:ext cx="2670175" cy="206375"/>
          </a:xfrm>
        </p:spPr>
        <p:txBody>
          <a:bodyPr/>
          <a:lstStyle>
            <a:lvl1pPr>
              <a:defRPr>
                <a:solidFill>
                  <a:schemeClr val="bg1"/>
                </a:solidFill>
              </a:defRPr>
            </a:lvl1pPr>
          </a:lstStyle>
          <a:p>
            <a:r>
              <a:rPr lang="en-US"/>
              <a:t>© SYREN CLOUD INC – 2026 – ALL RIGHTS RESERVED</a:t>
            </a:r>
          </a:p>
        </p:txBody>
      </p:sp>
      <p:sp>
        <p:nvSpPr>
          <p:cNvPr id="15" name="Slide Number Placeholder 11">
            <a:extLst>
              <a:ext uri="{FF2B5EF4-FFF2-40B4-BE49-F238E27FC236}">
                <a16:creationId xmlns:a16="http://schemas.microsoft.com/office/drawing/2014/main" id="{79FAB19E-B27B-0923-85AD-B8D5996E8AB4}"/>
              </a:ext>
            </a:extLst>
          </p:cNvPr>
          <p:cNvSpPr>
            <a:spLocks noGrp="1"/>
          </p:cNvSpPr>
          <p:nvPr>
            <p:ph type="sldNum" sz="quarter" idx="4"/>
          </p:nvPr>
        </p:nvSpPr>
        <p:spPr>
          <a:xfrm>
            <a:off x="9105900" y="6540407"/>
            <a:ext cx="2743200" cy="206375"/>
          </a:xfrm>
        </p:spPr>
        <p:txBody>
          <a:bodyPr/>
          <a:lstStyle>
            <a:lvl1pPr>
              <a:defRPr>
                <a:solidFill>
                  <a:schemeClr val="bg1"/>
                </a:solidFill>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2200354170"/>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0_Title Slide Light">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A2F5AB1-453A-A73D-4183-546E52C737E5}"/>
              </a:ext>
            </a:extLst>
          </p:cNvPr>
          <p:cNvPicPr>
            <a:picLocks noChangeAspect="1"/>
          </p:cNvPicPr>
          <p:nvPr userDrawn="1"/>
        </p:nvPicPr>
        <p:blipFill>
          <a:blip r:embed="rId2" cstate="print">
            <a:alphaModFix/>
            <a:extLst>
              <a:ext uri="{28A0092B-C50C-407E-A947-70E740481C1C}">
                <a14:useLocalDpi xmlns:a14="http://schemas.microsoft.com/office/drawing/2010/main" val="0"/>
              </a:ext>
            </a:extLst>
          </a:blip>
          <a:stretch>
            <a:fillRect/>
          </a:stretch>
        </p:blipFill>
        <p:spPr>
          <a:xfrm>
            <a:off x="-3" y="0"/>
            <a:ext cx="12192000" cy="6858000"/>
          </a:xfrm>
          <a:prstGeom prst="rect">
            <a:avLst/>
          </a:prstGeom>
        </p:spPr>
      </p:pic>
      <p:sp>
        <p:nvSpPr>
          <p:cNvPr id="14" name="Graphic 12">
            <a:extLst>
              <a:ext uri="{FF2B5EF4-FFF2-40B4-BE49-F238E27FC236}">
                <a16:creationId xmlns:a16="http://schemas.microsoft.com/office/drawing/2014/main" id="{E8E87991-7E94-EF93-8A9C-37EEFDC27DB8}"/>
              </a:ext>
            </a:extLst>
          </p:cNvPr>
          <p:cNvSpPr/>
          <p:nvPr/>
        </p:nvSpPr>
        <p:spPr>
          <a:xfrm>
            <a:off x="0" y="4391112"/>
            <a:ext cx="12191997" cy="1244350"/>
          </a:xfrm>
          <a:custGeom>
            <a:avLst/>
            <a:gdLst>
              <a:gd name="csX0" fmla="*/ 0 w 11715750"/>
              <a:gd name="csY0" fmla="*/ 1962150 h 1962150"/>
              <a:gd name="csX1" fmla="*/ 3114408 w 11715750"/>
              <a:gd name="csY1" fmla="*/ 1962150 h 1962150"/>
              <a:gd name="csX2" fmla="*/ 3653581 w 11715750"/>
              <a:gd name="csY2" fmla="*/ 1794853 h 1962150"/>
              <a:gd name="csX3" fmla="*/ 6023820 w 11715750"/>
              <a:gd name="csY3" fmla="*/ 167294 h 1962150"/>
              <a:gd name="csX4" fmla="*/ 6562992 w 11715750"/>
              <a:gd name="csY4" fmla="*/ 0 h 1962150"/>
              <a:gd name="csX5" fmla="*/ 11715750 w 11715750"/>
              <a:gd name="csY5" fmla="*/ 0 h 1962150"/>
            </a:gdLst>
            <a:ahLst/>
            <a:cxnLst>
              <a:cxn ang="0">
                <a:pos x="csX0" y="csY0"/>
              </a:cxn>
              <a:cxn ang="0">
                <a:pos x="csX1" y="csY1"/>
              </a:cxn>
              <a:cxn ang="0">
                <a:pos x="csX2" y="csY2"/>
              </a:cxn>
              <a:cxn ang="0">
                <a:pos x="csX3" y="csY3"/>
              </a:cxn>
              <a:cxn ang="0">
                <a:pos x="csX4" y="csY4"/>
              </a:cxn>
              <a:cxn ang="0">
                <a:pos x="csX5" y="csY5"/>
              </a:cxn>
            </a:cxnLst>
            <a:rect l="l" t="t" r="r" b="b"/>
            <a:pathLst>
              <a:path w="11715750" h="1962150">
                <a:moveTo>
                  <a:pt x="0" y="1962150"/>
                </a:moveTo>
                <a:lnTo>
                  <a:pt x="3114408" y="1962150"/>
                </a:lnTo>
                <a:cubicBezTo>
                  <a:pt x="3306909" y="1962150"/>
                  <a:pt x="3494894" y="1903819"/>
                  <a:pt x="3653581" y="1794853"/>
                </a:cubicBezTo>
                <a:lnTo>
                  <a:pt x="6023820" y="167294"/>
                </a:lnTo>
                <a:cubicBezTo>
                  <a:pt x="6182506" y="58327"/>
                  <a:pt x="6370492" y="0"/>
                  <a:pt x="6562992" y="0"/>
                </a:cubicBezTo>
                <a:lnTo>
                  <a:pt x="11715750" y="0"/>
                </a:lnTo>
              </a:path>
            </a:pathLst>
          </a:custGeom>
          <a:noFill/>
          <a:ln w="1587500" cap="flat">
            <a:gradFill flip="none" rotWithShape="1">
              <a:gsLst>
                <a:gs pos="0">
                  <a:schemeClr val="tx2"/>
                </a:gs>
                <a:gs pos="100000">
                  <a:schemeClr val="accent4">
                    <a:lumMod val="75000"/>
                    <a:alpha val="9000"/>
                  </a:schemeClr>
                </a:gs>
              </a:gsLst>
              <a:lin ang="10800000" scaled="1"/>
              <a:tileRect/>
            </a:gradFill>
            <a:prstDash val="solid"/>
            <a:miter/>
          </a:ln>
        </p:spPr>
        <p:txBody>
          <a:bodyPr/>
          <a:lstStyle/>
          <a:p>
            <a:endParaRPr lang="en-IN"/>
          </a:p>
        </p:txBody>
      </p:sp>
      <p:sp>
        <p:nvSpPr>
          <p:cNvPr id="9" name="Title 1">
            <a:extLst>
              <a:ext uri="{FF2B5EF4-FFF2-40B4-BE49-F238E27FC236}">
                <a16:creationId xmlns:a16="http://schemas.microsoft.com/office/drawing/2014/main" id="{4FBF73D9-0881-A73E-A8B1-CD8E49046877}"/>
              </a:ext>
            </a:extLst>
          </p:cNvPr>
          <p:cNvSpPr>
            <a:spLocks noGrp="1"/>
          </p:cNvSpPr>
          <p:nvPr>
            <p:ph type="ctrTitle"/>
          </p:nvPr>
        </p:nvSpPr>
        <p:spPr>
          <a:xfrm>
            <a:off x="381000" y="2188528"/>
            <a:ext cx="5887453" cy="1222827"/>
          </a:xfrm>
        </p:spPr>
        <p:txBody>
          <a:bodyPr lIns="0" anchor="t">
            <a:normAutofit/>
          </a:bodyPr>
          <a:lstStyle>
            <a:lvl1pPr marL="6350" indent="0" algn="l">
              <a:tabLst/>
              <a:defRPr sz="4000">
                <a:solidFill>
                  <a:schemeClr val="tx1"/>
                </a:solidFill>
                <a:latin typeface="Tenorite" panose="00000500000000000000" pitchFamily="2" charset="0"/>
              </a:defRPr>
            </a:lvl1pPr>
          </a:lstStyle>
          <a:p>
            <a:r>
              <a:rPr lang="en-US"/>
              <a:t>Click to edit Master title style</a:t>
            </a:r>
          </a:p>
        </p:txBody>
      </p:sp>
      <p:pic>
        <p:nvPicPr>
          <p:cNvPr id="11" name="Graphic 10">
            <a:extLst>
              <a:ext uri="{FF2B5EF4-FFF2-40B4-BE49-F238E27FC236}">
                <a16:creationId xmlns:a16="http://schemas.microsoft.com/office/drawing/2014/main" id="{A5109558-901D-36E2-99DC-A9B5F84F76C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grpSp>
        <p:nvGrpSpPr>
          <p:cNvPr id="27" name="Group 26">
            <a:extLst>
              <a:ext uri="{FF2B5EF4-FFF2-40B4-BE49-F238E27FC236}">
                <a16:creationId xmlns:a16="http://schemas.microsoft.com/office/drawing/2014/main" id="{83DE670E-28CD-2C13-54AF-614E9A87D245}"/>
              </a:ext>
            </a:extLst>
          </p:cNvPr>
          <p:cNvGrpSpPr/>
          <p:nvPr userDrawn="1"/>
        </p:nvGrpSpPr>
        <p:grpSpPr>
          <a:xfrm>
            <a:off x="-3" y="2743966"/>
            <a:ext cx="3985143" cy="1743477"/>
            <a:chOff x="-3" y="2743966"/>
            <a:chExt cx="3985143" cy="1743477"/>
          </a:xfrm>
        </p:grpSpPr>
        <p:sp>
          <p:nvSpPr>
            <p:cNvPr id="15" name="Oval 14">
              <a:extLst>
                <a:ext uri="{FF2B5EF4-FFF2-40B4-BE49-F238E27FC236}">
                  <a16:creationId xmlns:a16="http://schemas.microsoft.com/office/drawing/2014/main" id="{5E1F8DE4-F412-8F3F-BB22-94A14F725A63}"/>
                </a:ext>
              </a:extLst>
            </p:cNvPr>
            <p:cNvSpPr/>
            <p:nvPr userDrawn="1"/>
          </p:nvSpPr>
          <p:spPr>
            <a:xfrm>
              <a:off x="3490300" y="4263659"/>
              <a:ext cx="177966" cy="177966"/>
            </a:xfrm>
            <a:prstGeom prst="ellipse">
              <a:avLst/>
            </a:prstGeom>
            <a:solidFill>
              <a:schemeClr val="tx2"/>
            </a:solidFill>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solidFill>
                  <a:schemeClr val="tx1"/>
                </a:solidFill>
              </a:endParaRPr>
            </a:p>
          </p:txBody>
        </p:sp>
        <p:cxnSp>
          <p:nvCxnSpPr>
            <p:cNvPr id="16" name="Straight Connector 15">
              <a:extLst>
                <a:ext uri="{FF2B5EF4-FFF2-40B4-BE49-F238E27FC236}">
                  <a16:creationId xmlns:a16="http://schemas.microsoft.com/office/drawing/2014/main" id="{5E03E5CB-06C3-0A3E-DF50-C5674ADD4F70}"/>
                </a:ext>
              </a:extLst>
            </p:cNvPr>
            <p:cNvCxnSpPr>
              <a:cxnSpLocks/>
            </p:cNvCxnSpPr>
            <p:nvPr userDrawn="1"/>
          </p:nvCxnSpPr>
          <p:spPr>
            <a:xfrm>
              <a:off x="-3" y="4476555"/>
              <a:ext cx="3086103" cy="0"/>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1" name="Arc 20">
              <a:extLst>
                <a:ext uri="{FF2B5EF4-FFF2-40B4-BE49-F238E27FC236}">
                  <a16:creationId xmlns:a16="http://schemas.microsoft.com/office/drawing/2014/main" id="{B2ACF52E-086E-74C7-5C6D-BEC889681F95}"/>
                </a:ext>
              </a:extLst>
            </p:cNvPr>
            <p:cNvSpPr/>
            <p:nvPr userDrawn="1"/>
          </p:nvSpPr>
          <p:spPr>
            <a:xfrm rot="1800000" flipV="1">
              <a:off x="2327113" y="2743966"/>
              <a:ext cx="1658027" cy="1743477"/>
            </a:xfrm>
            <a:prstGeom prst="arc">
              <a:avLst>
                <a:gd name="adj1" fmla="val 17714064"/>
                <a:gd name="adj2" fmla="val 19401832"/>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grpSp>
      <p:cxnSp>
        <p:nvCxnSpPr>
          <p:cNvPr id="44" name="Straight Connector 43">
            <a:extLst>
              <a:ext uri="{FF2B5EF4-FFF2-40B4-BE49-F238E27FC236}">
                <a16:creationId xmlns:a16="http://schemas.microsoft.com/office/drawing/2014/main" id="{8F2C585A-7735-4666-F597-9343E6985AB0}"/>
              </a:ext>
            </a:extLst>
          </p:cNvPr>
          <p:cNvCxnSpPr>
            <a:cxnSpLocks/>
          </p:cNvCxnSpPr>
          <p:nvPr userDrawn="1"/>
        </p:nvCxnSpPr>
        <p:spPr>
          <a:xfrm flipH="1">
            <a:off x="6811989" y="5594251"/>
            <a:ext cx="5380011" cy="0"/>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45" name="Arc 44">
            <a:extLst>
              <a:ext uri="{FF2B5EF4-FFF2-40B4-BE49-F238E27FC236}">
                <a16:creationId xmlns:a16="http://schemas.microsoft.com/office/drawing/2014/main" id="{98ED52D0-51D2-92E1-6918-9E7051615855}"/>
              </a:ext>
            </a:extLst>
          </p:cNvPr>
          <p:cNvSpPr/>
          <p:nvPr userDrawn="1"/>
        </p:nvSpPr>
        <p:spPr>
          <a:xfrm rot="17100000">
            <a:off x="6351297" y="5305901"/>
            <a:ext cx="1463692" cy="2092617"/>
          </a:xfrm>
          <a:prstGeom prst="arc">
            <a:avLst>
              <a:gd name="adj1" fmla="val 17507059"/>
              <a:gd name="adj2" fmla="val 19828464"/>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47" name="Oval 46">
            <a:extLst>
              <a:ext uri="{FF2B5EF4-FFF2-40B4-BE49-F238E27FC236}">
                <a16:creationId xmlns:a16="http://schemas.microsoft.com/office/drawing/2014/main" id="{282D12EB-58C2-ED27-EC43-FCAABE26DB84}"/>
              </a:ext>
            </a:extLst>
          </p:cNvPr>
          <p:cNvSpPr/>
          <p:nvPr userDrawn="1"/>
        </p:nvSpPr>
        <p:spPr>
          <a:xfrm flipH="1">
            <a:off x="6179470" y="5693458"/>
            <a:ext cx="177966" cy="177966"/>
          </a:xfrm>
          <a:prstGeom prst="ellipse">
            <a:avLst/>
          </a:prstGeom>
          <a:solidFill>
            <a:schemeClr val="tx2"/>
          </a:solidFill>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solidFill>
                <a:schemeClr val="tx1"/>
              </a:solidFill>
            </a:endParaRPr>
          </a:p>
        </p:txBody>
      </p:sp>
      <p:sp>
        <p:nvSpPr>
          <p:cNvPr id="51" name="Date Placeholder 9">
            <a:extLst>
              <a:ext uri="{FF2B5EF4-FFF2-40B4-BE49-F238E27FC236}">
                <a16:creationId xmlns:a16="http://schemas.microsoft.com/office/drawing/2014/main" id="{0192FD63-B0C7-5B84-96E7-74E5135F33D1}"/>
              </a:ext>
            </a:extLst>
          </p:cNvPr>
          <p:cNvSpPr>
            <a:spLocks noGrp="1"/>
          </p:cNvSpPr>
          <p:nvPr userDrawn="1">
            <p:ph type="dt" sz="half" idx="2"/>
          </p:nvPr>
        </p:nvSpPr>
        <p:spPr>
          <a:xfrm>
            <a:off x="930274" y="6540407"/>
            <a:ext cx="2670175" cy="206375"/>
          </a:xfrm>
        </p:spPr>
        <p:txBody>
          <a:bodyPr/>
          <a:lstStyle>
            <a:lvl1pPr>
              <a:defRPr>
                <a:solidFill>
                  <a:schemeClr val="tx1"/>
                </a:solidFill>
              </a:defRPr>
            </a:lvl1pPr>
          </a:lstStyle>
          <a:p>
            <a:r>
              <a:rPr lang="en-US"/>
              <a:t>© SYREN CLOUD INC – 2026 – ALL RIGHTS RESERVED</a:t>
            </a:r>
          </a:p>
        </p:txBody>
      </p:sp>
      <p:sp>
        <p:nvSpPr>
          <p:cNvPr id="52" name="Slide Number Placeholder 11">
            <a:extLst>
              <a:ext uri="{FF2B5EF4-FFF2-40B4-BE49-F238E27FC236}">
                <a16:creationId xmlns:a16="http://schemas.microsoft.com/office/drawing/2014/main" id="{90DF0705-4F28-9247-66C2-A123A87BAB35}"/>
              </a:ext>
            </a:extLst>
          </p:cNvPr>
          <p:cNvSpPr>
            <a:spLocks noGrp="1"/>
          </p:cNvSpPr>
          <p:nvPr userDrawn="1">
            <p:ph type="sldNum" sz="quarter" idx="4"/>
          </p:nvPr>
        </p:nvSpPr>
        <p:spPr>
          <a:xfrm>
            <a:off x="9105900" y="6540407"/>
            <a:ext cx="2743200" cy="206375"/>
          </a:xfrm>
        </p:spPr>
        <p:txBody>
          <a:bodyPr/>
          <a:lstStyle>
            <a:lvl1pPr>
              <a:defRPr>
                <a:solidFill>
                  <a:schemeClr val="tx1"/>
                </a:solidFill>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2360033834"/>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1_Title Slide Light">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93A14B-2D55-69C0-F91E-B5332416B8D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Graphic 5">
            <a:extLst>
              <a:ext uri="{FF2B5EF4-FFF2-40B4-BE49-F238E27FC236}">
                <a16:creationId xmlns:a16="http://schemas.microsoft.com/office/drawing/2014/main" id="{ECC8BA2F-98D6-C6DC-2364-BFD4F5EE5DA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sp>
        <p:nvSpPr>
          <p:cNvPr id="16" name="Date Placeholder 9">
            <a:extLst>
              <a:ext uri="{FF2B5EF4-FFF2-40B4-BE49-F238E27FC236}">
                <a16:creationId xmlns:a16="http://schemas.microsoft.com/office/drawing/2014/main" id="{16E5C749-0C04-C0DB-EF1E-BBA8F4B83C35}"/>
              </a:ext>
            </a:extLst>
          </p:cNvPr>
          <p:cNvSpPr>
            <a:spLocks noGrp="1"/>
          </p:cNvSpPr>
          <p:nvPr>
            <p:ph type="dt" sz="half" idx="2"/>
          </p:nvPr>
        </p:nvSpPr>
        <p:spPr>
          <a:xfrm>
            <a:off x="930274" y="6540407"/>
            <a:ext cx="2670175" cy="206375"/>
          </a:xfrm>
        </p:spPr>
        <p:txBody>
          <a:bodyPr/>
          <a:lstStyle>
            <a:lvl1pPr>
              <a:defRPr>
                <a:solidFill>
                  <a:schemeClr val="bg1"/>
                </a:solidFill>
              </a:defRPr>
            </a:lvl1pPr>
          </a:lstStyle>
          <a:p>
            <a:r>
              <a:rPr lang="en-US"/>
              <a:t>© SYREN CLOUD INC – 2026 – ALL RIGHTS RESERVED</a:t>
            </a:r>
          </a:p>
        </p:txBody>
      </p:sp>
      <p:sp>
        <p:nvSpPr>
          <p:cNvPr id="17" name="Slide Number Placeholder 11">
            <a:extLst>
              <a:ext uri="{FF2B5EF4-FFF2-40B4-BE49-F238E27FC236}">
                <a16:creationId xmlns:a16="http://schemas.microsoft.com/office/drawing/2014/main" id="{FED53CB3-03C5-7265-92F7-008540EE2886}"/>
              </a:ext>
            </a:extLst>
          </p:cNvPr>
          <p:cNvSpPr>
            <a:spLocks noGrp="1"/>
          </p:cNvSpPr>
          <p:nvPr>
            <p:ph type="sldNum" sz="quarter" idx="4"/>
          </p:nvPr>
        </p:nvSpPr>
        <p:spPr>
          <a:xfrm>
            <a:off x="9105900" y="6540407"/>
            <a:ext cx="2743200" cy="206375"/>
          </a:xfrm>
        </p:spPr>
        <p:txBody>
          <a:bodyPr/>
          <a:lstStyle>
            <a:lvl1pPr>
              <a:defRPr>
                <a:solidFill>
                  <a:schemeClr val="bg1"/>
                </a:solidFill>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3664871205"/>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7_Content Layout">
    <p:bg>
      <p:bgPr>
        <a:solidFill>
          <a:schemeClr val="tx1"/>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15D6B8B-4E4D-0828-D322-50FB63D6907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t="41946" b="15147"/>
          <a:stretch>
            <a:fillRect/>
          </a:stretch>
        </p:blipFill>
        <p:spPr>
          <a:xfrm>
            <a:off x="0" y="3915383"/>
            <a:ext cx="12192000" cy="2942617"/>
          </a:xfrm>
          <a:prstGeom prst="rect">
            <a:avLst/>
          </a:prstGeom>
        </p:spPr>
      </p:pic>
      <p:sp>
        <p:nvSpPr>
          <p:cNvPr id="16" name="Slide Number Placeholder 5">
            <a:extLst>
              <a:ext uri="{FF2B5EF4-FFF2-40B4-BE49-F238E27FC236}">
                <a16:creationId xmlns:a16="http://schemas.microsoft.com/office/drawing/2014/main" id="{0F3BD111-5B10-BC2C-E121-A31AA4D8F0CF}"/>
              </a:ext>
            </a:extLst>
          </p:cNvPr>
          <p:cNvSpPr>
            <a:spLocks noGrp="1"/>
          </p:cNvSpPr>
          <p:nvPr>
            <p:ph type="sldNum" sz="quarter" idx="12"/>
          </p:nvPr>
        </p:nvSpPr>
        <p:spPr>
          <a:xfrm>
            <a:off x="9105900" y="6540407"/>
            <a:ext cx="2743200" cy="206375"/>
          </a:xfrm>
        </p:spPr>
        <p:txBody>
          <a:bodyPr/>
          <a:lstStyle>
            <a:lvl1pPr>
              <a:defRPr>
                <a:solidFill>
                  <a:schemeClr val="bg1"/>
                </a:solidFill>
              </a:defRPr>
            </a:lvl1pPr>
          </a:lstStyle>
          <a:p>
            <a:fld id="{330EA680-D336-4FF7-8B7A-9848BB0A1C32}" type="slidenum">
              <a:rPr lang="en-US" smtClean="0"/>
              <a:pPr/>
              <a:t>‹#›</a:t>
            </a:fld>
            <a:endParaRPr lang="en-US"/>
          </a:p>
        </p:txBody>
      </p:sp>
      <p:pic>
        <p:nvPicPr>
          <p:cNvPr id="18" name="Graphic 17">
            <a:extLst>
              <a:ext uri="{FF2B5EF4-FFF2-40B4-BE49-F238E27FC236}">
                <a16:creationId xmlns:a16="http://schemas.microsoft.com/office/drawing/2014/main" id="{209ABE94-00EA-5EB7-88E5-0DE7DD3F6BA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sp>
        <p:nvSpPr>
          <p:cNvPr id="20" name="Date Placeholder 3">
            <a:extLst>
              <a:ext uri="{FF2B5EF4-FFF2-40B4-BE49-F238E27FC236}">
                <a16:creationId xmlns:a16="http://schemas.microsoft.com/office/drawing/2014/main" id="{753BB41F-C00B-813C-1C97-C81771F19EB5}"/>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bg1"/>
                </a:solidFill>
                <a:latin typeface="Montserrat Light" pitchFamily="2" charset="77"/>
              </a:defRPr>
            </a:lvl1pPr>
          </a:lstStyle>
          <a:p>
            <a:r>
              <a:rPr lang="en-US"/>
              <a:t>© SYREN CLOUD INC – 2026 – ALL RIGHTS RESERVED</a:t>
            </a:r>
            <a:endParaRPr lang="en-US">
              <a:solidFill>
                <a:schemeClr val="bg1"/>
              </a:solidFill>
            </a:endParaRPr>
          </a:p>
        </p:txBody>
      </p:sp>
      <p:sp>
        <p:nvSpPr>
          <p:cNvPr id="21" name="Title 1">
            <a:extLst>
              <a:ext uri="{FF2B5EF4-FFF2-40B4-BE49-F238E27FC236}">
                <a16:creationId xmlns:a16="http://schemas.microsoft.com/office/drawing/2014/main" id="{07959A0D-BA49-122F-DC00-58B9868F480C}"/>
              </a:ext>
            </a:extLst>
          </p:cNvPr>
          <p:cNvSpPr>
            <a:spLocks noGrp="1"/>
          </p:cNvSpPr>
          <p:nvPr>
            <p:ph type="title"/>
          </p:nvPr>
        </p:nvSpPr>
        <p:spPr>
          <a:xfrm>
            <a:off x="381000" y="287081"/>
            <a:ext cx="5715000" cy="997196"/>
          </a:xfrm>
          <a:noFill/>
        </p:spPr>
        <p:txBody>
          <a:bodyPr wrap="square" lIns="0" tIns="0" rIns="0" bIns="0" rtlCol="0">
            <a:spAutoFit/>
          </a:bodyPr>
          <a:lstStyle>
            <a:lvl1pPr>
              <a:defRPr lang="en-US" sz="3600" dirty="0">
                <a:solidFill>
                  <a:schemeClr val="accent4"/>
                </a:solidFill>
                <a:latin typeface="Tenorite" panose="00000500000000000000" pitchFamily="2" charset="0"/>
                <a:ea typeface="+mn-ea"/>
                <a:cs typeface="+mn-cs"/>
              </a:defRPr>
            </a:lvl1pPr>
          </a:lstStyle>
          <a:p>
            <a:pPr marL="0" lvl="0"/>
            <a:r>
              <a:rPr lang="en-US"/>
              <a:t>Click to edit Master title style</a:t>
            </a:r>
          </a:p>
        </p:txBody>
      </p:sp>
      <p:sp>
        <p:nvSpPr>
          <p:cNvPr id="22" name="Content Placeholder 2">
            <a:extLst>
              <a:ext uri="{FF2B5EF4-FFF2-40B4-BE49-F238E27FC236}">
                <a16:creationId xmlns:a16="http://schemas.microsoft.com/office/drawing/2014/main" id="{A7364013-9090-A3CA-7361-BE1861F8E3CF}"/>
              </a:ext>
            </a:extLst>
          </p:cNvPr>
          <p:cNvSpPr>
            <a:spLocks noGrp="1"/>
          </p:cNvSpPr>
          <p:nvPr>
            <p:ph idx="1"/>
          </p:nvPr>
        </p:nvSpPr>
        <p:spPr>
          <a:xfrm>
            <a:off x="381000" y="1479899"/>
            <a:ext cx="5715000" cy="5035200"/>
          </a:xfrm>
        </p:spPr>
        <p:txBody>
          <a:bodyPr/>
          <a:lstStyle>
            <a:lvl1pPr marL="182880" indent="-182880">
              <a:buClr>
                <a:schemeClr val="tx2"/>
              </a:buClr>
              <a:buFont typeface="Wingdings" panose="05000000000000000000" pitchFamily="2" charset="2"/>
              <a:buChar char="v"/>
              <a:defRPr sz="1600">
                <a:solidFill>
                  <a:schemeClr val="bg1"/>
                </a:solidFill>
                <a:latin typeface="Tenorite" panose="00000500000000000000" pitchFamily="2" charset="0"/>
              </a:defRPr>
            </a:lvl1pPr>
            <a:lvl2pPr marL="365760" indent="-182880">
              <a:buClr>
                <a:schemeClr val="tx2"/>
              </a:buClr>
              <a:buFont typeface="Arial" panose="020B0604020202020204" pitchFamily="34" charset="0"/>
              <a:buChar char="•"/>
              <a:defRPr sz="1600">
                <a:solidFill>
                  <a:schemeClr val="bg1"/>
                </a:solidFill>
                <a:latin typeface="Tenorite" panose="00000500000000000000" pitchFamily="2" charset="0"/>
              </a:defRPr>
            </a:lvl2pPr>
            <a:lvl3pPr marL="548640" indent="-182880">
              <a:buClr>
                <a:schemeClr val="tx2"/>
              </a:buClr>
              <a:buFont typeface="Tenorite" panose="00000500000000000000" pitchFamily="2" charset="0"/>
              <a:buChar char="–"/>
              <a:defRPr sz="1600">
                <a:solidFill>
                  <a:schemeClr val="bg1"/>
                </a:solidFill>
                <a:latin typeface="Tenorite" panose="00000500000000000000" pitchFamily="2" charset="0"/>
              </a:defRPr>
            </a:lvl3pPr>
            <a:lvl4pPr marL="1600200" indent="-228600">
              <a:buFontTx/>
              <a:buBlip>
                <a:blip r:embed="rId4"/>
              </a:buBlip>
              <a:defRPr sz="1600">
                <a:solidFill>
                  <a:schemeClr val="bg1"/>
                </a:solidFill>
                <a:latin typeface="Tenorite" panose="00000500000000000000" pitchFamily="2" charset="0"/>
              </a:defRPr>
            </a:lvl4pPr>
            <a:lvl5pPr marL="2057400" indent="-228600">
              <a:buFontTx/>
              <a:buBlip>
                <a:blip r:embed="rId4"/>
              </a:buBlip>
              <a:defRPr sz="1600">
                <a:solidFill>
                  <a:schemeClr val="bg1"/>
                </a:solidFill>
                <a:latin typeface="Tenorite" panose="00000500000000000000" pitchFamily="2" charset="0"/>
              </a:defRPr>
            </a:lvl5pPr>
          </a:lstStyle>
          <a:p>
            <a:pPr lvl="0"/>
            <a:r>
              <a:rPr lang="en-US"/>
              <a:t>Click to edit Master text styles</a:t>
            </a:r>
          </a:p>
          <a:p>
            <a:pPr lvl="1"/>
            <a:r>
              <a:rPr lang="en-US"/>
              <a:t>Second level</a:t>
            </a:r>
          </a:p>
          <a:p>
            <a:pPr lvl="2"/>
            <a:r>
              <a:rPr lang="en-US"/>
              <a:t>Third level</a:t>
            </a:r>
          </a:p>
        </p:txBody>
      </p:sp>
      <p:cxnSp>
        <p:nvCxnSpPr>
          <p:cNvPr id="2" name="Straight Connector 1">
            <a:extLst>
              <a:ext uri="{FF2B5EF4-FFF2-40B4-BE49-F238E27FC236}">
                <a16:creationId xmlns:a16="http://schemas.microsoft.com/office/drawing/2014/main" id="{75483841-FD43-AEBE-3F88-028120884B1E}"/>
              </a:ext>
            </a:extLst>
          </p:cNvPr>
          <p:cNvCxnSpPr>
            <a:cxnSpLocks/>
          </p:cNvCxnSpPr>
          <p:nvPr userDrawn="1"/>
        </p:nvCxnSpPr>
        <p:spPr>
          <a:xfrm>
            <a:off x="381000" y="1354767"/>
            <a:ext cx="451866" cy="0"/>
          </a:xfrm>
          <a:prstGeom prst="line">
            <a:avLst/>
          </a:prstGeom>
          <a:ln w="19050">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39068073"/>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Agenda Slide - Ligh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80DD77-FD05-AF7C-95CD-BE8C70905F6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t="41946" b="15147"/>
          <a:stretch>
            <a:fillRect/>
          </a:stretch>
        </p:blipFill>
        <p:spPr>
          <a:xfrm>
            <a:off x="0" y="3915383"/>
            <a:ext cx="12192000" cy="2942617"/>
          </a:xfrm>
          <a:prstGeom prst="rect">
            <a:avLst/>
          </a:prstGeom>
        </p:spPr>
      </p:pic>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sp>
        <p:nvSpPr>
          <p:cNvPr id="12" name="Date Placeholder 3">
            <a:extLst>
              <a:ext uri="{FF2B5EF4-FFF2-40B4-BE49-F238E27FC236}">
                <a16:creationId xmlns:a16="http://schemas.microsoft.com/office/drawing/2014/main" id="{356B5CE4-CB9C-2813-E3D0-9CEDCA63520A}"/>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p>
        </p:txBody>
      </p:sp>
      <p:pic>
        <p:nvPicPr>
          <p:cNvPr id="16" name="Picture 15" descr="A black background with orange circles&#10;&#10;AI-generated content may be incorrect.">
            <a:extLst>
              <a:ext uri="{FF2B5EF4-FFF2-40B4-BE49-F238E27FC236}">
                <a16:creationId xmlns:a16="http://schemas.microsoft.com/office/drawing/2014/main" id="{3DE28CC3-9C80-40F4-374F-0362855353E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085974" y="-327921"/>
            <a:ext cx="8112501" cy="8115744"/>
          </a:xfrm>
          <a:prstGeom prst="rect">
            <a:avLst/>
          </a:prstGeom>
        </p:spPr>
      </p:pic>
      <p:sp>
        <p:nvSpPr>
          <p:cNvPr id="19" name="Slide Number Placeholder 5"/>
          <p:cNvSpPr>
            <a:spLocks noGrp="1"/>
          </p:cNvSpPr>
          <p:nvPr>
            <p:ph type="sldNum" sz="quarter" idx="12"/>
          </p:nvPr>
        </p:nvSpPr>
        <p:spPr>
          <a:xfrm>
            <a:off x="9105900" y="6540407"/>
            <a:ext cx="2743200" cy="206375"/>
          </a:xfrm>
        </p:spPr>
        <p:txBody>
          <a:bodyPr/>
          <a:lstStyle/>
          <a:p>
            <a:fld id="{330EA680-D336-4FF7-8B7A-9848BB0A1C32}" type="slidenum">
              <a:rPr lang="en-US" smtClean="0"/>
              <a:t>‹#›</a:t>
            </a:fld>
            <a:endParaRPr lang="en-US"/>
          </a:p>
        </p:txBody>
      </p:sp>
      <p:cxnSp>
        <p:nvCxnSpPr>
          <p:cNvPr id="23" name="Straight Connector 22">
            <a:extLst>
              <a:ext uri="{FF2B5EF4-FFF2-40B4-BE49-F238E27FC236}">
                <a16:creationId xmlns:a16="http://schemas.microsoft.com/office/drawing/2014/main" id="{771AA66D-5417-512E-BC6A-87A3E6664F7F}"/>
              </a:ext>
            </a:extLst>
          </p:cNvPr>
          <p:cNvCxnSpPr>
            <a:cxnSpLocks/>
          </p:cNvCxnSpPr>
          <p:nvPr userDrawn="1"/>
        </p:nvCxnSpPr>
        <p:spPr>
          <a:xfrm>
            <a:off x="381000"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8525212-9001-FA31-8893-59A09A7AA8CD}"/>
              </a:ext>
            </a:extLst>
          </p:cNvPr>
          <p:cNvSpPr>
            <a:spLocks noGrp="1"/>
          </p:cNvSpPr>
          <p:nvPr>
            <p:ph type="title"/>
          </p:nvPr>
        </p:nvSpPr>
        <p:spPr>
          <a:xfrm>
            <a:off x="381000" y="287081"/>
            <a:ext cx="10515600" cy="498598"/>
          </a:xfrm>
          <a:noFill/>
        </p:spPr>
        <p:txBody>
          <a:bodyPr wrap="square" lIns="0" tIns="0" rIns="0" bIns="0" rtlCol="0">
            <a:spAutoFit/>
          </a:bodyPr>
          <a:lstStyle>
            <a:lvl1pPr>
              <a:defRPr lang="en-US" sz="3600" dirty="0">
                <a:solidFill>
                  <a:schemeClr val="accent4"/>
                </a:solidFill>
                <a:latin typeface="Tenorite" panose="00000500000000000000" pitchFamily="2" charset="0"/>
                <a:ea typeface="+mn-ea"/>
                <a:cs typeface="+mn-cs"/>
              </a:defRPr>
            </a:lvl1pPr>
          </a:lstStyle>
          <a:p>
            <a:pPr marL="0" lvl="0"/>
            <a:r>
              <a:rPr lang="en-US"/>
              <a:t>Click to edit Master title style</a:t>
            </a:r>
          </a:p>
        </p:txBody>
      </p:sp>
      <p:pic>
        <p:nvPicPr>
          <p:cNvPr id="18" name="Picture 17">
            <a:extLst>
              <a:ext uri="{FF2B5EF4-FFF2-40B4-BE49-F238E27FC236}">
                <a16:creationId xmlns:a16="http://schemas.microsoft.com/office/drawing/2014/main" id="{F336A52F-B74E-B46F-2030-E75C9666E45D}"/>
              </a:ext>
            </a:extLst>
          </p:cNvPr>
          <p:cNvPicPr>
            <a:picLocks noChangeAspect="1"/>
          </p:cNvPicPr>
          <p:nvPr userDrawn="1"/>
        </p:nvPicPr>
        <p:blipFill>
          <a:blip r:embed="rId5">
            <a:extLst>
              <a:ext uri="{28A0092B-C50C-407E-A947-70E740481C1C}">
                <a14:useLocalDpi xmlns:a14="http://schemas.microsoft.com/office/drawing/2010/main" val="0"/>
              </a:ext>
            </a:extLst>
          </a:blip>
          <a:srcRect l="3515" t="6289" r="16227" b="47212"/>
          <a:stretch>
            <a:fillRect/>
          </a:stretch>
        </p:blipFill>
        <p:spPr>
          <a:xfrm>
            <a:off x="5613400" y="1139424"/>
            <a:ext cx="6578600" cy="5718576"/>
          </a:xfrm>
          <a:prstGeom prst="rect">
            <a:avLst/>
          </a:prstGeom>
        </p:spPr>
      </p:pic>
    </p:spTree>
    <p:extLst>
      <p:ext uri="{BB962C8B-B14F-4D97-AF65-F5344CB8AC3E}">
        <p14:creationId xmlns:p14="http://schemas.microsoft.com/office/powerpoint/2010/main" val="237167149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Section Break_Dark">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42464A0-709C-F76E-C599-8075C9B6C5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4" name="Picture 63">
            <a:extLst>
              <a:ext uri="{FF2B5EF4-FFF2-40B4-BE49-F238E27FC236}">
                <a16:creationId xmlns:a16="http://schemas.microsoft.com/office/drawing/2014/main" id="{68F9DE2B-5014-A48D-9C8C-83AFBBFAAC8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8100" y="222250"/>
            <a:ext cx="12192000" cy="6635750"/>
          </a:xfrm>
          <a:prstGeom prst="rect">
            <a:avLst/>
          </a:prstGeom>
        </p:spPr>
      </p:pic>
      <p:pic>
        <p:nvPicPr>
          <p:cNvPr id="25" name="Graphic 24">
            <a:extLst>
              <a:ext uri="{FF2B5EF4-FFF2-40B4-BE49-F238E27FC236}">
                <a16:creationId xmlns:a16="http://schemas.microsoft.com/office/drawing/2014/main" id="{6C6DEE5D-FB18-A131-508F-D35F3AAC8E5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1966" y="378498"/>
            <a:ext cx="1256622" cy="394520"/>
          </a:xfrm>
          <a:prstGeom prst="rect">
            <a:avLst/>
          </a:prstGeom>
        </p:spPr>
      </p:pic>
      <p:grpSp>
        <p:nvGrpSpPr>
          <p:cNvPr id="16" name="Group 15">
            <a:extLst>
              <a:ext uri="{FF2B5EF4-FFF2-40B4-BE49-F238E27FC236}">
                <a16:creationId xmlns:a16="http://schemas.microsoft.com/office/drawing/2014/main" id="{3B60ABB2-9C63-57D0-6973-AF2C07DC3D4F}"/>
              </a:ext>
            </a:extLst>
          </p:cNvPr>
          <p:cNvGrpSpPr/>
          <p:nvPr userDrawn="1"/>
        </p:nvGrpSpPr>
        <p:grpSpPr>
          <a:xfrm rot="6300000">
            <a:off x="2621517" y="1992181"/>
            <a:ext cx="7879079" cy="5098142"/>
            <a:chOff x="7170420" y="533400"/>
            <a:chExt cx="7879079" cy="5098142"/>
          </a:xfrm>
        </p:grpSpPr>
        <p:cxnSp>
          <p:nvCxnSpPr>
            <p:cNvPr id="17" name="Straight Connector 16">
              <a:extLst>
                <a:ext uri="{FF2B5EF4-FFF2-40B4-BE49-F238E27FC236}">
                  <a16:creationId xmlns:a16="http://schemas.microsoft.com/office/drawing/2014/main" id="{DC6C083C-F928-D6F8-EA6C-615EE1D274C0}"/>
                </a:ext>
              </a:extLst>
            </p:cNvPr>
            <p:cNvCxnSpPr>
              <a:cxnSpLocks/>
            </p:cNvCxnSpPr>
            <p:nvPr userDrawn="1"/>
          </p:nvCxnSpPr>
          <p:spPr>
            <a:xfrm>
              <a:off x="9053081" y="5631542"/>
              <a:ext cx="5996419" cy="0"/>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CE0ED600-C624-01D4-DBEA-0F0D141914B6}"/>
                </a:ext>
              </a:extLst>
            </p:cNvPr>
            <p:cNvCxnSpPr>
              <a:cxnSpLocks/>
            </p:cNvCxnSpPr>
            <p:nvPr userDrawn="1"/>
          </p:nvCxnSpPr>
          <p:spPr>
            <a:xfrm>
              <a:off x="7170420" y="533400"/>
              <a:ext cx="1223011" cy="4509306"/>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9" name="Arc 18">
              <a:extLst>
                <a:ext uri="{FF2B5EF4-FFF2-40B4-BE49-F238E27FC236}">
                  <a16:creationId xmlns:a16="http://schemas.microsoft.com/office/drawing/2014/main" id="{D0542477-69AB-63AB-5558-4B3E0F2D7844}"/>
                </a:ext>
              </a:extLst>
            </p:cNvPr>
            <p:cNvSpPr/>
            <p:nvPr userDrawn="1"/>
          </p:nvSpPr>
          <p:spPr>
            <a:xfrm rot="10800000">
              <a:off x="8321236" y="3538925"/>
              <a:ext cx="1463692" cy="2092617"/>
            </a:xfrm>
            <a:prstGeom prst="arc">
              <a:avLst>
                <a:gd name="adj1" fmla="val 16200000"/>
                <a:gd name="adj2" fmla="val 19828464"/>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grpSp>
      <p:sp>
        <p:nvSpPr>
          <p:cNvPr id="21" name="Oval 20">
            <a:extLst>
              <a:ext uri="{FF2B5EF4-FFF2-40B4-BE49-F238E27FC236}">
                <a16:creationId xmlns:a16="http://schemas.microsoft.com/office/drawing/2014/main" id="{22415AA9-BE17-DD3E-68A5-53EBD6B84886}"/>
              </a:ext>
            </a:extLst>
          </p:cNvPr>
          <p:cNvSpPr/>
          <p:nvPr userDrawn="1"/>
        </p:nvSpPr>
        <p:spPr>
          <a:xfrm>
            <a:off x="10042899" y="1306693"/>
            <a:ext cx="177966" cy="177966"/>
          </a:xfrm>
          <a:prstGeom prst="ellipse">
            <a:avLst/>
          </a:prstGeom>
          <a:solidFill>
            <a:schemeClr val="tx2"/>
          </a:solidFill>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solidFill>
                <a:schemeClr val="tx1"/>
              </a:solidFill>
            </a:endParaRPr>
          </a:p>
        </p:txBody>
      </p:sp>
      <p:sp>
        <p:nvSpPr>
          <p:cNvPr id="26" name="Title 1">
            <a:extLst>
              <a:ext uri="{FF2B5EF4-FFF2-40B4-BE49-F238E27FC236}">
                <a16:creationId xmlns:a16="http://schemas.microsoft.com/office/drawing/2014/main" id="{6D042376-C84A-5939-47D4-09F251A9F3E4}"/>
              </a:ext>
            </a:extLst>
          </p:cNvPr>
          <p:cNvSpPr txBox="1">
            <a:spLocks/>
          </p:cNvSpPr>
          <p:nvPr userDrawn="1"/>
        </p:nvSpPr>
        <p:spPr>
          <a:xfrm>
            <a:off x="381000" y="2612136"/>
            <a:ext cx="3587366" cy="1307240"/>
          </a:xfrm>
          <a:prstGeom prst="rect">
            <a:avLst/>
          </a:prstGeom>
        </p:spPr>
        <p:txBody>
          <a:bodyPr lIns="0" anchor="t">
            <a:normAutofit/>
          </a:bodyPr>
          <a:lstStyle>
            <a:lvl1pPr algn="l" defTabSz="914400" rtl="0" eaLnBrk="1" latinLnBrk="0" hangingPunct="1">
              <a:lnSpc>
                <a:spcPct val="90000"/>
              </a:lnSpc>
              <a:spcBef>
                <a:spcPct val="0"/>
              </a:spcBef>
              <a:buNone/>
              <a:defRPr sz="3000" b="0" i="0" kern="1200">
                <a:solidFill>
                  <a:schemeClr val="tx1"/>
                </a:solidFill>
                <a:latin typeface="Montserrat Light" pitchFamily="2" charset="77"/>
                <a:ea typeface="+mj-ea"/>
                <a:cs typeface="+mj-cs"/>
              </a:defRPr>
            </a:lvl1pPr>
          </a:lstStyle>
          <a:p>
            <a:pPr marL="0" algn="l" defTabSz="914400" rtl="0" eaLnBrk="1" latinLnBrk="0" hangingPunct="1">
              <a:lnSpc>
                <a:spcPct val="90000"/>
              </a:lnSpc>
              <a:spcBef>
                <a:spcPct val="0"/>
              </a:spcBef>
              <a:buNone/>
            </a:pPr>
            <a:r>
              <a:rPr lang="en-US" sz="5600" b="0" i="0" kern="1200">
                <a:solidFill>
                  <a:schemeClr val="tx1"/>
                </a:solidFill>
                <a:latin typeface="Tenorite" panose="00000500000000000000" pitchFamily="2" charset="0"/>
                <a:ea typeface="+mj-ea"/>
                <a:cs typeface="+mj-cs"/>
              </a:rPr>
              <a:t>Thank You</a:t>
            </a:r>
          </a:p>
        </p:txBody>
      </p:sp>
      <p:sp>
        <p:nvSpPr>
          <p:cNvPr id="27" name="Title 1">
            <a:extLst>
              <a:ext uri="{FF2B5EF4-FFF2-40B4-BE49-F238E27FC236}">
                <a16:creationId xmlns:a16="http://schemas.microsoft.com/office/drawing/2014/main" id="{26BFD129-25C4-F7B3-7D1D-75E88A563E44}"/>
              </a:ext>
            </a:extLst>
          </p:cNvPr>
          <p:cNvSpPr txBox="1">
            <a:spLocks/>
          </p:cNvSpPr>
          <p:nvPr userDrawn="1"/>
        </p:nvSpPr>
        <p:spPr>
          <a:xfrm>
            <a:off x="381000" y="4030730"/>
            <a:ext cx="5577840" cy="685800"/>
          </a:xfrm>
          <a:prstGeom prst="rect">
            <a:avLst/>
          </a:prstGeom>
        </p:spPr>
        <p:txBody>
          <a:bodyPr vert="horz" lIns="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ontserrat" pitchFamily="2" charset="77"/>
                <a:ea typeface="+mj-ea"/>
                <a:cs typeface="+mj-cs"/>
              </a:defRPr>
            </a:lvl1pPr>
          </a:lstStyle>
          <a:p>
            <a:r>
              <a:rPr lang="en-US" sz="1600">
                <a:latin typeface="Tenorite" panose="00000500000000000000" pitchFamily="2" charset="0"/>
              </a:rPr>
              <a:t>Follow Us:</a:t>
            </a:r>
          </a:p>
        </p:txBody>
      </p:sp>
      <p:sp>
        <p:nvSpPr>
          <p:cNvPr id="28" name="Title 1">
            <a:extLst>
              <a:ext uri="{FF2B5EF4-FFF2-40B4-BE49-F238E27FC236}">
                <a16:creationId xmlns:a16="http://schemas.microsoft.com/office/drawing/2014/main" id="{F8E80D56-735B-F985-2348-8C4AF0064A64}"/>
              </a:ext>
            </a:extLst>
          </p:cNvPr>
          <p:cNvSpPr txBox="1">
            <a:spLocks/>
          </p:cNvSpPr>
          <p:nvPr userDrawn="1"/>
        </p:nvSpPr>
        <p:spPr>
          <a:xfrm>
            <a:off x="381000" y="3575453"/>
            <a:ext cx="5577840" cy="313932"/>
          </a:xfrm>
          <a:prstGeom prst="rect">
            <a:avLst/>
          </a:prstGeom>
        </p:spPr>
        <p:txBody>
          <a:bodyPr vert="horz" lIns="0" tIns="45720" rIns="91440" bIns="45720" rtlCol="0" anchor="b">
            <a:spAutoFit/>
          </a:bodyPr>
          <a:lstStyle>
            <a:lvl1pPr algn="l" defTabSz="914400" rtl="0" eaLnBrk="1" latinLnBrk="0" hangingPunct="1">
              <a:lnSpc>
                <a:spcPct val="90000"/>
              </a:lnSpc>
              <a:spcBef>
                <a:spcPct val="0"/>
              </a:spcBef>
              <a:buNone/>
              <a:defRPr sz="4400" kern="1200">
                <a:solidFill>
                  <a:schemeClr val="tx1"/>
                </a:solidFill>
                <a:latin typeface="Montserrat" pitchFamily="2" charset="77"/>
                <a:ea typeface="+mj-ea"/>
                <a:cs typeface="+mj-cs"/>
              </a:defRPr>
            </a:lvl1pPr>
          </a:lstStyle>
          <a:p>
            <a:r>
              <a:rPr lang="en-US" sz="1600">
                <a:latin typeface="Tenorite" panose="00000500000000000000" pitchFamily="2" charset="0"/>
              </a:rPr>
              <a:t>www.syrencloud.com</a:t>
            </a:r>
          </a:p>
        </p:txBody>
      </p:sp>
      <p:grpSp>
        <p:nvGrpSpPr>
          <p:cNvPr id="38" name="Group 37">
            <a:extLst>
              <a:ext uri="{FF2B5EF4-FFF2-40B4-BE49-F238E27FC236}">
                <a16:creationId xmlns:a16="http://schemas.microsoft.com/office/drawing/2014/main" id="{FE202C8A-85D8-8B0D-BB73-E1EFA9EE71A7}"/>
              </a:ext>
            </a:extLst>
          </p:cNvPr>
          <p:cNvGrpSpPr/>
          <p:nvPr userDrawn="1"/>
        </p:nvGrpSpPr>
        <p:grpSpPr>
          <a:xfrm>
            <a:off x="381000" y="4789641"/>
            <a:ext cx="273578" cy="273578"/>
            <a:chOff x="381000" y="5021802"/>
            <a:chExt cx="273578" cy="273578"/>
          </a:xfrm>
        </p:grpSpPr>
        <p:sp>
          <p:nvSpPr>
            <p:cNvPr id="29" name="Oval 28">
              <a:extLst>
                <a:ext uri="{FF2B5EF4-FFF2-40B4-BE49-F238E27FC236}">
                  <a16:creationId xmlns:a16="http://schemas.microsoft.com/office/drawing/2014/main" id="{0E635028-434A-BD7E-E7B1-F0DB4FE5D4B7}"/>
                </a:ext>
              </a:extLst>
            </p:cNvPr>
            <p:cNvSpPr/>
            <p:nvPr/>
          </p:nvSpPr>
          <p:spPr>
            <a:xfrm>
              <a:off x="381000" y="5021802"/>
              <a:ext cx="273578" cy="273578"/>
            </a:xfrm>
            <a:prstGeom prst="ellipse">
              <a:avLst/>
            </a:prstGeom>
            <a:solidFill>
              <a:schemeClr val="tx1"/>
            </a:solidFill>
            <a:ln w="27709" cap="flat">
              <a:noFill/>
              <a:prstDash val="solid"/>
              <a:miter/>
            </a:ln>
          </p:spPr>
          <p:txBody>
            <a:bodyPr/>
            <a:lstStyle/>
            <a:p>
              <a:endParaRPr lang="en-IN"/>
            </a:p>
          </p:txBody>
        </p:sp>
        <p:grpSp>
          <p:nvGrpSpPr>
            <p:cNvPr id="30" name="Graphic 15">
              <a:extLst>
                <a:ext uri="{FF2B5EF4-FFF2-40B4-BE49-F238E27FC236}">
                  <a16:creationId xmlns:a16="http://schemas.microsoft.com/office/drawing/2014/main" id="{DEB3E245-B820-E147-7527-49B181A63181}"/>
                </a:ext>
              </a:extLst>
            </p:cNvPr>
            <p:cNvGrpSpPr/>
            <p:nvPr/>
          </p:nvGrpSpPr>
          <p:grpSpPr>
            <a:xfrm>
              <a:off x="453971" y="5095029"/>
              <a:ext cx="127637" cy="128525"/>
              <a:chOff x="-2448403" y="2552700"/>
              <a:chExt cx="3026941" cy="3048000"/>
            </a:xfrm>
            <a:solidFill>
              <a:schemeClr val="bg1"/>
            </a:solidFill>
          </p:grpSpPr>
          <p:sp>
            <p:nvSpPr>
              <p:cNvPr id="31" name="Freeform: Shape 30">
                <a:extLst>
                  <a:ext uri="{FF2B5EF4-FFF2-40B4-BE49-F238E27FC236}">
                    <a16:creationId xmlns:a16="http://schemas.microsoft.com/office/drawing/2014/main" id="{CC59D755-F469-C25C-94A3-6B96ABC67B2A}"/>
                  </a:ext>
                </a:extLst>
              </p:cNvPr>
              <p:cNvSpPr/>
              <p:nvPr/>
            </p:nvSpPr>
            <p:spPr>
              <a:xfrm>
                <a:off x="-2448403" y="2552700"/>
                <a:ext cx="831272" cy="831272"/>
              </a:xfrm>
              <a:custGeom>
                <a:avLst/>
                <a:gdLst>
                  <a:gd name="csX0" fmla="*/ 831273 w 831272"/>
                  <a:gd name="csY0" fmla="*/ 415636 h 831272"/>
                  <a:gd name="csX1" fmla="*/ 415636 w 831272"/>
                  <a:gd name="csY1" fmla="*/ 831273 h 831272"/>
                  <a:gd name="csX2" fmla="*/ 0 w 831272"/>
                  <a:gd name="csY2" fmla="*/ 415636 h 831272"/>
                  <a:gd name="csX3" fmla="*/ 415636 w 831272"/>
                  <a:gd name="csY3" fmla="*/ 0 h 831272"/>
                  <a:gd name="csX4" fmla="*/ 831273 w 831272"/>
                  <a:gd name="csY4" fmla="*/ 415636 h 831272"/>
                </a:gdLst>
                <a:ahLst/>
                <a:cxnLst>
                  <a:cxn ang="0">
                    <a:pos x="csX0" y="csY0"/>
                  </a:cxn>
                  <a:cxn ang="0">
                    <a:pos x="csX1" y="csY1"/>
                  </a:cxn>
                  <a:cxn ang="0">
                    <a:pos x="csX2" y="csY2"/>
                  </a:cxn>
                  <a:cxn ang="0">
                    <a:pos x="csX3" y="csY3"/>
                  </a:cxn>
                  <a:cxn ang="0">
                    <a:pos x="csX4" y="csY4"/>
                  </a:cxn>
                </a:cxnLst>
                <a:rect l="l" t="t" r="r" b="b"/>
                <a:pathLst>
                  <a:path w="831272" h="831272">
                    <a:moveTo>
                      <a:pt x="831273" y="415636"/>
                    </a:moveTo>
                    <a:cubicBezTo>
                      <a:pt x="831273" y="645186"/>
                      <a:pt x="645186" y="831273"/>
                      <a:pt x="415636" y="831273"/>
                    </a:cubicBezTo>
                    <a:cubicBezTo>
                      <a:pt x="186087" y="831273"/>
                      <a:pt x="0" y="645186"/>
                      <a:pt x="0" y="415636"/>
                    </a:cubicBezTo>
                    <a:cubicBezTo>
                      <a:pt x="0" y="186087"/>
                      <a:pt x="186087" y="0"/>
                      <a:pt x="415636" y="0"/>
                    </a:cubicBezTo>
                    <a:cubicBezTo>
                      <a:pt x="645186" y="0"/>
                      <a:pt x="831273" y="186087"/>
                      <a:pt x="831273" y="415636"/>
                    </a:cubicBezTo>
                    <a:close/>
                  </a:path>
                </a:pathLst>
              </a:custGeom>
              <a:grpFill/>
              <a:ln w="27709" cap="flat">
                <a:noFill/>
                <a:prstDash val="solid"/>
                <a:miter/>
              </a:ln>
            </p:spPr>
            <p:txBody>
              <a:bodyPr/>
              <a:lstStyle/>
              <a:p>
                <a:endParaRPr lang="en-IN"/>
              </a:p>
            </p:txBody>
          </p:sp>
          <p:sp>
            <p:nvSpPr>
              <p:cNvPr id="32" name="Freeform: Shape 31">
                <a:extLst>
                  <a:ext uri="{FF2B5EF4-FFF2-40B4-BE49-F238E27FC236}">
                    <a16:creationId xmlns:a16="http://schemas.microsoft.com/office/drawing/2014/main" id="{A50FAB33-7183-4AF2-F566-07D258A79AEA}"/>
                  </a:ext>
                </a:extLst>
              </p:cNvPr>
              <p:cNvSpPr/>
              <p:nvPr/>
            </p:nvSpPr>
            <p:spPr>
              <a:xfrm>
                <a:off x="-2355301" y="3557985"/>
                <a:ext cx="643961" cy="2042714"/>
              </a:xfrm>
              <a:custGeom>
                <a:avLst/>
                <a:gdLst>
                  <a:gd name="csX0" fmla="*/ 643960 w 643961"/>
                  <a:gd name="csY0" fmla="*/ 103078 h 2042714"/>
                  <a:gd name="csX1" fmla="*/ 643960 w 643961"/>
                  <a:gd name="csY1" fmla="*/ 1939359 h 2042714"/>
                  <a:gd name="csX2" fmla="*/ 541715 w 643961"/>
                  <a:gd name="csY2" fmla="*/ 2042713 h 2042714"/>
                  <a:gd name="csX3" fmla="*/ 541159 w 643961"/>
                  <a:gd name="csY3" fmla="*/ 2042715 h 2042714"/>
                  <a:gd name="csX4" fmla="*/ 103078 w 643961"/>
                  <a:gd name="csY4" fmla="*/ 2042714 h 2042714"/>
                  <a:gd name="csX5" fmla="*/ 0 w 643961"/>
                  <a:gd name="csY5" fmla="*/ 1940192 h 2042714"/>
                  <a:gd name="csX6" fmla="*/ 0 w 643961"/>
                  <a:gd name="csY6" fmla="*/ 1939637 h 2042714"/>
                  <a:gd name="csX7" fmla="*/ 0 w 643961"/>
                  <a:gd name="csY7" fmla="*/ 103078 h 2042714"/>
                  <a:gd name="csX8" fmla="*/ 103078 w 643961"/>
                  <a:gd name="csY8" fmla="*/ 0 h 2042714"/>
                  <a:gd name="csX9" fmla="*/ 541159 w 643961"/>
                  <a:gd name="csY9" fmla="*/ 0 h 2042714"/>
                  <a:gd name="csX10" fmla="*/ 643960 w 643961"/>
                  <a:gd name="csY10" fmla="*/ 103078 h 20427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43961" h="2042714">
                    <a:moveTo>
                      <a:pt x="643960" y="103078"/>
                    </a:moveTo>
                    <a:lnTo>
                      <a:pt x="643960" y="1939359"/>
                    </a:lnTo>
                    <a:cubicBezTo>
                      <a:pt x="644266" y="1996134"/>
                      <a:pt x="598489" y="2042407"/>
                      <a:pt x="541715" y="2042713"/>
                    </a:cubicBezTo>
                    <a:cubicBezTo>
                      <a:pt x="541530" y="2042714"/>
                      <a:pt x="541344" y="2042715"/>
                      <a:pt x="541159" y="2042715"/>
                    </a:cubicBezTo>
                    <a:lnTo>
                      <a:pt x="103078" y="2042714"/>
                    </a:lnTo>
                    <a:cubicBezTo>
                      <a:pt x="46303" y="2042867"/>
                      <a:pt x="154" y="1996967"/>
                      <a:pt x="0" y="1940192"/>
                    </a:cubicBezTo>
                    <a:cubicBezTo>
                      <a:pt x="0" y="1940007"/>
                      <a:pt x="0" y="1939822"/>
                      <a:pt x="0" y="1939637"/>
                    </a:cubicBezTo>
                    <a:lnTo>
                      <a:pt x="0" y="103078"/>
                    </a:lnTo>
                    <a:cubicBezTo>
                      <a:pt x="0" y="46150"/>
                      <a:pt x="46150" y="0"/>
                      <a:pt x="103078" y="0"/>
                    </a:cubicBezTo>
                    <a:lnTo>
                      <a:pt x="541159" y="0"/>
                    </a:lnTo>
                    <a:cubicBezTo>
                      <a:pt x="597979" y="153"/>
                      <a:pt x="643960" y="46258"/>
                      <a:pt x="643960" y="103078"/>
                    </a:cubicBezTo>
                    <a:close/>
                  </a:path>
                </a:pathLst>
              </a:custGeom>
              <a:grpFill/>
              <a:ln w="27709" cap="flat">
                <a:noFill/>
                <a:prstDash val="solid"/>
                <a:miter/>
              </a:ln>
            </p:spPr>
            <p:txBody>
              <a:bodyPr/>
              <a:lstStyle/>
              <a:p>
                <a:endParaRPr lang="en-IN"/>
              </a:p>
            </p:txBody>
          </p:sp>
          <p:sp>
            <p:nvSpPr>
              <p:cNvPr id="33" name="Freeform: Shape 32">
                <a:extLst>
                  <a:ext uri="{FF2B5EF4-FFF2-40B4-BE49-F238E27FC236}">
                    <a16:creationId xmlns:a16="http://schemas.microsoft.com/office/drawing/2014/main" id="{6A1D794C-4D97-A512-990D-CB065608D565}"/>
                  </a:ext>
                </a:extLst>
              </p:cNvPr>
              <p:cNvSpPr/>
              <p:nvPr/>
            </p:nvSpPr>
            <p:spPr>
              <a:xfrm>
                <a:off x="-1421227" y="3527505"/>
                <a:ext cx="1999766" cy="2073194"/>
              </a:xfrm>
              <a:custGeom>
                <a:avLst/>
                <a:gdLst>
                  <a:gd name="csX0" fmla="*/ 1999766 w 1999766"/>
                  <a:gd name="csY0" fmla="*/ 1089522 h 2073194"/>
                  <a:gd name="csX1" fmla="*/ 1999766 w 1999766"/>
                  <a:gd name="csY1" fmla="*/ 1978429 h 2073194"/>
                  <a:gd name="csX2" fmla="*/ 1905556 w 1999766"/>
                  <a:gd name="csY2" fmla="*/ 2073194 h 2073194"/>
                  <a:gd name="csX3" fmla="*/ 1905000 w 1999766"/>
                  <a:gd name="csY3" fmla="*/ 2073194 h 2073194"/>
                  <a:gd name="csX4" fmla="*/ 1433946 w 1999766"/>
                  <a:gd name="csY4" fmla="*/ 2073194 h 2073194"/>
                  <a:gd name="csX5" fmla="*/ 1339181 w 1999766"/>
                  <a:gd name="csY5" fmla="*/ 1978984 h 2073194"/>
                  <a:gd name="csX6" fmla="*/ 1339181 w 1999766"/>
                  <a:gd name="csY6" fmla="*/ 1978429 h 2073194"/>
                  <a:gd name="csX7" fmla="*/ 1339181 w 1999766"/>
                  <a:gd name="csY7" fmla="*/ 1116953 h 2073194"/>
                  <a:gd name="csX8" fmla="*/ 1003069 w 1999766"/>
                  <a:gd name="csY8" fmla="*/ 553905 h 2073194"/>
                  <a:gd name="csX9" fmla="*/ 642851 w 1999766"/>
                  <a:gd name="csY9" fmla="*/ 984781 h 2073194"/>
                  <a:gd name="csX10" fmla="*/ 642851 w 1999766"/>
                  <a:gd name="csY10" fmla="*/ 1978429 h 2073194"/>
                  <a:gd name="csX11" fmla="*/ 549472 w 1999766"/>
                  <a:gd name="csY11" fmla="*/ 2073194 h 2073194"/>
                  <a:gd name="csX12" fmla="*/ 94488 w 1999766"/>
                  <a:gd name="csY12" fmla="*/ 2073194 h 2073194"/>
                  <a:gd name="csX13" fmla="*/ 0 w 1999766"/>
                  <a:gd name="csY13" fmla="*/ 1978707 h 2073194"/>
                  <a:gd name="csX14" fmla="*/ 0 w 1999766"/>
                  <a:gd name="csY14" fmla="*/ 1978429 h 2073194"/>
                  <a:gd name="csX15" fmla="*/ 0 w 1999766"/>
                  <a:gd name="csY15" fmla="*/ 125522 h 2073194"/>
                  <a:gd name="csX16" fmla="*/ 94211 w 1999766"/>
                  <a:gd name="csY16" fmla="*/ 30758 h 2073194"/>
                  <a:gd name="csX17" fmla="*/ 94489 w 1999766"/>
                  <a:gd name="csY17" fmla="*/ 30757 h 2073194"/>
                  <a:gd name="csX18" fmla="*/ 549472 w 1999766"/>
                  <a:gd name="csY18" fmla="*/ 30757 h 2073194"/>
                  <a:gd name="csX19" fmla="*/ 644237 w 1999766"/>
                  <a:gd name="csY19" fmla="*/ 125522 h 2073194"/>
                  <a:gd name="csX20" fmla="*/ 644237 w 1999766"/>
                  <a:gd name="csY20" fmla="*/ 285681 h 2073194"/>
                  <a:gd name="csX21" fmla="*/ 1251066 w 1999766"/>
                  <a:gd name="csY21" fmla="*/ 0 h 2073194"/>
                  <a:gd name="csX22" fmla="*/ 1999766 w 1999766"/>
                  <a:gd name="csY22" fmla="*/ 1089522 h 20731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999766" h="2073194">
                    <a:moveTo>
                      <a:pt x="1999766" y="1089522"/>
                    </a:moveTo>
                    <a:lnTo>
                      <a:pt x="1999766" y="1978429"/>
                    </a:lnTo>
                    <a:cubicBezTo>
                      <a:pt x="1999919" y="2030613"/>
                      <a:pt x="1957739" y="2073041"/>
                      <a:pt x="1905556" y="2073194"/>
                    </a:cubicBezTo>
                    <a:cubicBezTo>
                      <a:pt x="1905370" y="2073195"/>
                      <a:pt x="1905186" y="2073195"/>
                      <a:pt x="1905000" y="2073194"/>
                    </a:cubicBezTo>
                    <a:lnTo>
                      <a:pt x="1433946" y="2073194"/>
                    </a:lnTo>
                    <a:cubicBezTo>
                      <a:pt x="1381762" y="2073347"/>
                      <a:pt x="1339334" y="2031168"/>
                      <a:pt x="1339181" y="1978984"/>
                    </a:cubicBezTo>
                    <a:cubicBezTo>
                      <a:pt x="1339180" y="1978799"/>
                      <a:pt x="1339180" y="1978614"/>
                      <a:pt x="1339181" y="1978429"/>
                    </a:cubicBezTo>
                    <a:lnTo>
                      <a:pt x="1339181" y="1116953"/>
                    </a:lnTo>
                    <a:cubicBezTo>
                      <a:pt x="1339181" y="988383"/>
                      <a:pt x="1376865" y="553905"/>
                      <a:pt x="1003069" y="553905"/>
                    </a:cubicBezTo>
                    <a:cubicBezTo>
                      <a:pt x="713510" y="553905"/>
                      <a:pt x="654489" y="851223"/>
                      <a:pt x="642851" y="984781"/>
                    </a:cubicBezTo>
                    <a:lnTo>
                      <a:pt x="642851" y="1978429"/>
                    </a:lnTo>
                    <a:cubicBezTo>
                      <a:pt x="642857" y="2030230"/>
                      <a:pt x="601267" y="2072437"/>
                      <a:pt x="549472" y="2073194"/>
                    </a:cubicBezTo>
                    <a:lnTo>
                      <a:pt x="94488" y="2073194"/>
                    </a:lnTo>
                    <a:cubicBezTo>
                      <a:pt x="42304" y="2073195"/>
                      <a:pt x="0" y="2030891"/>
                      <a:pt x="0" y="1978707"/>
                    </a:cubicBezTo>
                    <a:cubicBezTo>
                      <a:pt x="0" y="1978614"/>
                      <a:pt x="0" y="1978521"/>
                      <a:pt x="0" y="1978429"/>
                    </a:cubicBezTo>
                    <a:lnTo>
                      <a:pt x="0" y="125522"/>
                    </a:lnTo>
                    <a:cubicBezTo>
                      <a:pt x="-153" y="73338"/>
                      <a:pt x="42027" y="30911"/>
                      <a:pt x="94211" y="30758"/>
                    </a:cubicBezTo>
                    <a:cubicBezTo>
                      <a:pt x="94304" y="30757"/>
                      <a:pt x="94396" y="30757"/>
                      <a:pt x="94489" y="30757"/>
                    </a:cubicBezTo>
                    <a:lnTo>
                      <a:pt x="549472" y="30757"/>
                    </a:lnTo>
                    <a:cubicBezTo>
                      <a:pt x="601809" y="30757"/>
                      <a:pt x="644237" y="73185"/>
                      <a:pt x="644237" y="125522"/>
                    </a:cubicBezTo>
                    <a:lnTo>
                      <a:pt x="644237" y="285681"/>
                    </a:lnTo>
                    <a:cubicBezTo>
                      <a:pt x="751748" y="124414"/>
                      <a:pt x="911075" y="0"/>
                      <a:pt x="1251066" y="0"/>
                    </a:cubicBezTo>
                    <a:cubicBezTo>
                      <a:pt x="2004199" y="0"/>
                      <a:pt x="1999766" y="703257"/>
                      <a:pt x="1999766" y="1089522"/>
                    </a:cubicBezTo>
                    <a:close/>
                  </a:path>
                </a:pathLst>
              </a:custGeom>
              <a:grpFill/>
              <a:ln w="27709" cap="flat">
                <a:noFill/>
                <a:prstDash val="solid"/>
                <a:miter/>
              </a:ln>
            </p:spPr>
            <p:txBody>
              <a:bodyPr/>
              <a:lstStyle/>
              <a:p>
                <a:endParaRPr lang="en-IN"/>
              </a:p>
            </p:txBody>
          </p:sp>
        </p:grpSp>
      </p:grpSp>
      <p:grpSp>
        <p:nvGrpSpPr>
          <p:cNvPr id="34" name="Graphic 10">
            <a:extLst>
              <a:ext uri="{FF2B5EF4-FFF2-40B4-BE49-F238E27FC236}">
                <a16:creationId xmlns:a16="http://schemas.microsoft.com/office/drawing/2014/main" id="{546F024F-8C1E-C7AB-D773-C0409231850F}"/>
              </a:ext>
            </a:extLst>
          </p:cNvPr>
          <p:cNvGrpSpPr/>
          <p:nvPr userDrawn="1"/>
        </p:nvGrpSpPr>
        <p:grpSpPr>
          <a:xfrm>
            <a:off x="805538" y="4789641"/>
            <a:ext cx="273578" cy="273578"/>
            <a:chOff x="-11329988" y="0"/>
            <a:chExt cx="6487987" cy="6487987"/>
          </a:xfrm>
          <a:solidFill>
            <a:schemeClr val="tx1"/>
          </a:solidFill>
        </p:grpSpPr>
        <p:sp>
          <p:nvSpPr>
            <p:cNvPr id="35" name="Freeform: Shape 34">
              <a:extLst>
                <a:ext uri="{FF2B5EF4-FFF2-40B4-BE49-F238E27FC236}">
                  <a16:creationId xmlns:a16="http://schemas.microsoft.com/office/drawing/2014/main" id="{11626A3E-8145-EEA9-D691-BB75BF3DB4BC}"/>
                </a:ext>
              </a:extLst>
            </p:cNvPr>
            <p:cNvSpPr/>
            <p:nvPr/>
          </p:nvSpPr>
          <p:spPr>
            <a:xfrm>
              <a:off x="-11329988" y="0"/>
              <a:ext cx="6487987" cy="6487987"/>
            </a:xfrm>
            <a:custGeom>
              <a:avLst/>
              <a:gdLst>
                <a:gd name="csX0" fmla="*/ 3429000 w 6858000"/>
                <a:gd name="csY0" fmla="*/ 0 h 6858000"/>
                <a:gd name="csX1" fmla="*/ 0 w 6858000"/>
                <a:gd name="csY1" fmla="*/ 3429000 h 6858000"/>
                <a:gd name="csX2" fmla="*/ 3429000 w 6858000"/>
                <a:gd name="csY2" fmla="*/ 6858000 h 6858000"/>
                <a:gd name="csX3" fmla="*/ 6858000 w 6858000"/>
                <a:gd name="csY3" fmla="*/ 3429000 h 6858000"/>
                <a:gd name="csX4" fmla="*/ 3429000 w 6858000"/>
                <a:gd name="csY4" fmla="*/ 0 h 6858000"/>
              </a:gdLst>
              <a:ahLst/>
              <a:cxnLst>
                <a:cxn ang="0">
                  <a:pos x="csX0" y="csY0"/>
                </a:cxn>
                <a:cxn ang="0">
                  <a:pos x="csX1" y="csY1"/>
                </a:cxn>
                <a:cxn ang="0">
                  <a:pos x="csX2" y="csY2"/>
                </a:cxn>
                <a:cxn ang="0">
                  <a:pos x="csX3" y="csY3"/>
                </a:cxn>
                <a:cxn ang="0">
                  <a:pos x="csX4" y="csY4"/>
                </a:cxn>
              </a:cxnLst>
              <a:rect l="l" t="t" r="r" b="b"/>
              <a:pathLst>
                <a:path w="6858000" h="6858000">
                  <a:moveTo>
                    <a:pt x="3429000" y="0"/>
                  </a:moveTo>
                  <a:cubicBezTo>
                    <a:pt x="1535281" y="0"/>
                    <a:pt x="0" y="1535281"/>
                    <a:pt x="0" y="3429000"/>
                  </a:cubicBezTo>
                  <a:cubicBezTo>
                    <a:pt x="0" y="5322719"/>
                    <a:pt x="1535281" y="6858000"/>
                    <a:pt x="3429000" y="6858000"/>
                  </a:cubicBezTo>
                  <a:cubicBezTo>
                    <a:pt x="5322719" y="6858000"/>
                    <a:pt x="6858000" y="5322719"/>
                    <a:pt x="6858000" y="3429000"/>
                  </a:cubicBezTo>
                  <a:cubicBezTo>
                    <a:pt x="6858000" y="1535281"/>
                    <a:pt x="5322719" y="0"/>
                    <a:pt x="3429000" y="0"/>
                  </a:cubicBezTo>
                  <a:close/>
                </a:path>
              </a:pathLst>
            </a:custGeom>
            <a:grpFill/>
            <a:ln w="27709" cap="flat">
              <a:noFill/>
              <a:prstDash val="solid"/>
              <a:miter/>
            </a:ln>
          </p:spPr>
          <p:txBody>
            <a:bodyPr/>
            <a:lstStyle/>
            <a:p>
              <a:endParaRPr lang="en-IN"/>
            </a:p>
          </p:txBody>
        </p:sp>
        <p:sp>
          <p:nvSpPr>
            <p:cNvPr id="36" name="Freeform: Shape 35">
              <a:extLst>
                <a:ext uri="{FF2B5EF4-FFF2-40B4-BE49-F238E27FC236}">
                  <a16:creationId xmlns:a16="http://schemas.microsoft.com/office/drawing/2014/main" id="{F8DA95B2-E1F7-2905-6DF1-C52136C9FF76}"/>
                </a:ext>
              </a:extLst>
            </p:cNvPr>
            <p:cNvSpPr/>
            <p:nvPr/>
          </p:nvSpPr>
          <p:spPr>
            <a:xfrm>
              <a:off x="-9894524" y="1395724"/>
              <a:ext cx="3617058" cy="3696539"/>
            </a:xfrm>
            <a:custGeom>
              <a:avLst/>
              <a:gdLst>
                <a:gd name="csX0" fmla="*/ 2346688 w 3943115"/>
                <a:gd name="csY0" fmla="*/ 1706328 h 4029765"/>
                <a:gd name="csX1" fmla="*/ 3814602 w 3943115"/>
                <a:gd name="csY1" fmla="*/ 0 h 4029765"/>
                <a:gd name="csX2" fmla="*/ 3466755 w 3943115"/>
                <a:gd name="csY2" fmla="*/ 0 h 4029765"/>
                <a:gd name="csX3" fmla="*/ 2192162 w 3943115"/>
                <a:gd name="csY3" fmla="*/ 1481585 h 4029765"/>
                <a:gd name="csX4" fmla="*/ 1174155 w 3943115"/>
                <a:gd name="csY4" fmla="*/ 0 h 4029765"/>
                <a:gd name="csX5" fmla="*/ 0 w 3943115"/>
                <a:gd name="csY5" fmla="*/ 0 h 4029765"/>
                <a:gd name="csX6" fmla="*/ 1539428 w 3943115"/>
                <a:gd name="csY6" fmla="*/ 2240414 h 4029765"/>
                <a:gd name="csX7" fmla="*/ 0 w 3943115"/>
                <a:gd name="csY7" fmla="*/ 4029765 h 4029765"/>
                <a:gd name="csX8" fmla="*/ 347869 w 3943115"/>
                <a:gd name="csY8" fmla="*/ 4029765 h 4029765"/>
                <a:gd name="csX9" fmla="*/ 1693870 w 3943115"/>
                <a:gd name="csY9" fmla="*/ 2465163 h 4029765"/>
                <a:gd name="csX10" fmla="*/ 2768961 w 3943115"/>
                <a:gd name="csY10" fmla="*/ 4029765 h 4029765"/>
                <a:gd name="csX11" fmla="*/ 3943115 w 3943115"/>
                <a:gd name="csY11" fmla="*/ 4029765 h 4029765"/>
                <a:gd name="csX12" fmla="*/ 2346599 w 3943115"/>
                <a:gd name="csY12" fmla="*/ 1706328 h 4029765"/>
                <a:gd name="csX13" fmla="*/ 473208 w 3943115"/>
                <a:gd name="csY13" fmla="*/ 261873 h 4029765"/>
                <a:gd name="csX14" fmla="*/ 1007511 w 3943115"/>
                <a:gd name="csY14" fmla="*/ 261873 h 4029765"/>
                <a:gd name="csX15" fmla="*/ 3466912 w 3943115"/>
                <a:gd name="csY15" fmla="*/ 3779803 h 4029765"/>
                <a:gd name="csX16" fmla="*/ 2932608 w 3943115"/>
                <a:gd name="csY16" fmla="*/ 3779803 h 40297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943115" h="4029765">
                  <a:moveTo>
                    <a:pt x="2346688" y="1706328"/>
                  </a:moveTo>
                  <a:lnTo>
                    <a:pt x="3814602" y="0"/>
                  </a:lnTo>
                  <a:lnTo>
                    <a:pt x="3466755" y="0"/>
                  </a:lnTo>
                  <a:lnTo>
                    <a:pt x="2192162" y="1481585"/>
                  </a:lnTo>
                  <a:lnTo>
                    <a:pt x="1174155" y="0"/>
                  </a:lnTo>
                  <a:lnTo>
                    <a:pt x="0" y="0"/>
                  </a:lnTo>
                  <a:lnTo>
                    <a:pt x="1539428" y="2240414"/>
                  </a:lnTo>
                  <a:lnTo>
                    <a:pt x="0" y="4029765"/>
                  </a:lnTo>
                  <a:lnTo>
                    <a:pt x="347869" y="4029765"/>
                  </a:lnTo>
                  <a:lnTo>
                    <a:pt x="1693870" y="2465163"/>
                  </a:lnTo>
                  <a:lnTo>
                    <a:pt x="2768961" y="4029765"/>
                  </a:lnTo>
                  <a:lnTo>
                    <a:pt x="3943115" y="4029765"/>
                  </a:lnTo>
                  <a:lnTo>
                    <a:pt x="2346599" y="1706328"/>
                  </a:lnTo>
                  <a:close/>
                  <a:moveTo>
                    <a:pt x="473208" y="261873"/>
                  </a:moveTo>
                  <a:lnTo>
                    <a:pt x="1007511" y="261873"/>
                  </a:lnTo>
                  <a:lnTo>
                    <a:pt x="3466912" y="3779803"/>
                  </a:lnTo>
                  <a:lnTo>
                    <a:pt x="2932608" y="3779803"/>
                  </a:lnTo>
                  <a:close/>
                </a:path>
              </a:pathLst>
            </a:custGeom>
            <a:solidFill>
              <a:schemeClr val="bg1"/>
            </a:solidFill>
            <a:ln w="5589" cap="flat">
              <a:noFill/>
              <a:prstDash val="solid"/>
              <a:miter/>
            </a:ln>
          </p:spPr>
          <p:txBody>
            <a:bodyPr/>
            <a:lstStyle/>
            <a:p>
              <a:endParaRPr lang="en-IN"/>
            </a:p>
          </p:txBody>
        </p:sp>
      </p:grpSp>
      <p:pic>
        <p:nvPicPr>
          <p:cNvPr id="37" name="Graphic 36">
            <a:extLst>
              <a:ext uri="{FF2B5EF4-FFF2-40B4-BE49-F238E27FC236}">
                <a16:creationId xmlns:a16="http://schemas.microsoft.com/office/drawing/2014/main" id="{DBFA3243-BAB8-C245-200F-59670F4AB77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228593" y="4789270"/>
            <a:ext cx="274320" cy="274320"/>
          </a:xfrm>
          <a:prstGeom prst="rect">
            <a:avLst/>
          </a:prstGeom>
        </p:spPr>
      </p:pic>
      <p:cxnSp>
        <p:nvCxnSpPr>
          <p:cNvPr id="65" name="Straight Connector 64">
            <a:extLst>
              <a:ext uri="{FF2B5EF4-FFF2-40B4-BE49-F238E27FC236}">
                <a16:creationId xmlns:a16="http://schemas.microsoft.com/office/drawing/2014/main" id="{20F31FA9-F42F-0AFC-354B-F1C5A2604B4E}"/>
              </a:ext>
            </a:extLst>
          </p:cNvPr>
          <p:cNvCxnSpPr>
            <a:cxnSpLocks/>
          </p:cNvCxnSpPr>
          <p:nvPr userDrawn="1"/>
        </p:nvCxnSpPr>
        <p:spPr>
          <a:xfrm>
            <a:off x="7560799" y="5471879"/>
            <a:ext cx="4631201" cy="0"/>
          </a:xfrm>
          <a:prstGeom prst="line">
            <a:avLst/>
          </a:prstGeom>
          <a:ln w="12700">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pic>
        <p:nvPicPr>
          <p:cNvPr id="66" name="Picture 65">
            <a:extLst>
              <a:ext uri="{FF2B5EF4-FFF2-40B4-BE49-F238E27FC236}">
                <a16:creationId xmlns:a16="http://schemas.microsoft.com/office/drawing/2014/main" id="{8F5EE351-71F6-C232-0F49-0AAD1663F3AF}"/>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l="8649" t="38164" r="9458" b="14222"/>
          <a:stretch>
            <a:fillRect/>
          </a:stretch>
        </p:blipFill>
        <p:spPr>
          <a:xfrm>
            <a:off x="4244591" y="1799772"/>
            <a:ext cx="8223634" cy="3268011"/>
          </a:xfrm>
          <a:custGeom>
            <a:avLst/>
            <a:gdLst>
              <a:gd name="csX0" fmla="*/ 1240004 w 7979159"/>
              <a:gd name="csY0" fmla="*/ 0 h 3268011"/>
              <a:gd name="csX1" fmla="*/ 7950778 w 7979159"/>
              <a:gd name="csY1" fmla="*/ 0 h 3268011"/>
              <a:gd name="csX2" fmla="*/ 7957728 w 7979159"/>
              <a:gd name="csY2" fmla="*/ 1366429 h 3268011"/>
              <a:gd name="csX3" fmla="*/ 7979159 w 7979159"/>
              <a:gd name="csY3" fmla="*/ 2770957 h 3268011"/>
              <a:gd name="csX4" fmla="*/ 7634505 w 7979159"/>
              <a:gd name="csY4" fmla="*/ 3268011 h 3268011"/>
              <a:gd name="csX5" fmla="*/ 695325 w 7979159"/>
              <a:gd name="csY5" fmla="*/ 3268011 h 3268011"/>
              <a:gd name="csX6" fmla="*/ 0 w 7979159"/>
              <a:gd name="csY6" fmla="*/ 3258486 h 3268011"/>
              <a:gd name="csX7" fmla="*/ 695325 w 7979159"/>
              <a:gd name="csY7" fmla="*/ 544679 h 3268011"/>
              <a:gd name="csX8" fmla="*/ 1240004 w 7979159"/>
              <a:gd name="csY8" fmla="*/ 0 h 32680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979159" h="3268011">
                <a:moveTo>
                  <a:pt x="1240004" y="0"/>
                </a:moveTo>
                <a:lnTo>
                  <a:pt x="7950778" y="0"/>
                </a:lnTo>
                <a:lnTo>
                  <a:pt x="7957728" y="1366429"/>
                </a:lnTo>
                <a:cubicBezTo>
                  <a:pt x="7960109" y="1834605"/>
                  <a:pt x="7964871" y="2302781"/>
                  <a:pt x="7979159" y="2770957"/>
                </a:cubicBezTo>
                <a:cubicBezTo>
                  <a:pt x="7941059" y="3081300"/>
                  <a:pt x="7935323" y="3268011"/>
                  <a:pt x="7634505" y="3268011"/>
                </a:cubicBezTo>
                <a:lnTo>
                  <a:pt x="695325" y="3268011"/>
                </a:lnTo>
                <a:lnTo>
                  <a:pt x="0" y="3258486"/>
                </a:lnTo>
                <a:cubicBezTo>
                  <a:pt x="419100" y="1655384"/>
                  <a:pt x="447675" y="1433406"/>
                  <a:pt x="695325" y="544679"/>
                </a:cubicBezTo>
                <a:cubicBezTo>
                  <a:pt x="824633" y="96079"/>
                  <a:pt x="939186" y="0"/>
                  <a:pt x="1240004" y="0"/>
                </a:cubicBezTo>
                <a:close/>
              </a:path>
            </a:pathLst>
          </a:custGeom>
        </p:spPr>
      </p:pic>
      <p:sp>
        <p:nvSpPr>
          <p:cNvPr id="3" name="Oval 2">
            <a:extLst>
              <a:ext uri="{FF2B5EF4-FFF2-40B4-BE49-F238E27FC236}">
                <a16:creationId xmlns:a16="http://schemas.microsoft.com/office/drawing/2014/main" id="{1DDBFF95-8ADA-88E8-3289-0C3E3B2CD3BB}"/>
              </a:ext>
            </a:extLst>
          </p:cNvPr>
          <p:cNvSpPr/>
          <p:nvPr userDrawn="1"/>
        </p:nvSpPr>
        <p:spPr>
          <a:xfrm>
            <a:off x="7382833" y="5382896"/>
            <a:ext cx="177966" cy="177966"/>
          </a:xfrm>
          <a:prstGeom prst="ellipse">
            <a:avLst/>
          </a:prstGeom>
          <a:solidFill>
            <a:schemeClr val="tx2"/>
          </a:solidFill>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IN">
              <a:solidFill>
                <a:schemeClr val="tx1"/>
              </a:solidFill>
            </a:endParaRPr>
          </a:p>
        </p:txBody>
      </p:sp>
    </p:spTree>
    <p:extLst>
      <p:ext uri="{BB962C8B-B14F-4D97-AF65-F5344CB8AC3E}">
        <p14:creationId xmlns:p14="http://schemas.microsoft.com/office/powerpoint/2010/main" val="2709456006"/>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16498"/>
            <a:ext cx="11430000" cy="457200"/>
          </a:xfrm>
          <a:prstGeom prst="rect">
            <a:avLst/>
          </a:prstGeom>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381000" y="1295400"/>
            <a:ext cx="11430000" cy="5061857"/>
          </a:xfrm>
          <a:prstGeom prst="rect">
            <a:avLst/>
          </a:prstGeom>
        </p:spPr>
        <p:txBody>
          <a:bodyPr vert="horz" lIns="0" tIns="0" rIns="0" bIns="0" rtlCol="0" anchor="t" anchorCtr="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6D532240-1531-9F7D-2A8F-C1BF4B41F73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381000" y="6538580"/>
            <a:ext cx="457200" cy="143540"/>
          </a:xfrm>
          <a:prstGeom prst="rect">
            <a:avLst/>
          </a:prstGeom>
        </p:spPr>
      </p:pic>
      <p:sp>
        <p:nvSpPr>
          <p:cNvPr id="8" name="Slide Number Placeholder 5">
            <a:extLst>
              <a:ext uri="{FF2B5EF4-FFF2-40B4-BE49-F238E27FC236}">
                <a16:creationId xmlns:a16="http://schemas.microsoft.com/office/drawing/2014/main" id="{91440E08-9126-4611-EBFD-F1BB4468115F}"/>
              </a:ext>
            </a:extLst>
          </p:cNvPr>
          <p:cNvSpPr>
            <a:spLocks noGrp="1"/>
          </p:cNvSpPr>
          <p:nvPr>
            <p:ph type="sldNum" sz="quarter" idx="4"/>
          </p:nvPr>
        </p:nvSpPr>
        <p:spPr>
          <a:xfrm>
            <a:off x="9067800" y="6538580"/>
            <a:ext cx="2743200" cy="174958"/>
          </a:xfrm>
          <a:prstGeom prst="rect">
            <a:avLst/>
          </a:prstGeom>
        </p:spPr>
        <p:txBody>
          <a:bodyPr vert="horz" lIns="91440" tIns="45720" rIns="0" bIns="45720" rtlCol="0" anchor="ctr"/>
          <a:lstStyle>
            <a:lvl1pPr algn="r">
              <a:defRPr sz="700" b="0" i="0">
                <a:solidFill>
                  <a:schemeClr val="accent4"/>
                </a:solidFill>
                <a:latin typeface="Tenorite" panose="00000500000000000000" pitchFamily="2" charset="0"/>
              </a:defRPr>
            </a:lvl1pPr>
          </a:lstStyle>
          <a:p>
            <a:fld id="{330EA680-D336-4FF7-8B7A-9848BB0A1C32}" type="slidenum">
              <a:rPr lang="en-US" smtClean="0"/>
              <a:pPr/>
              <a:t>‹#›</a:t>
            </a:fld>
            <a:endParaRPr lang="en-US"/>
          </a:p>
        </p:txBody>
      </p:sp>
      <p:sp>
        <p:nvSpPr>
          <p:cNvPr id="9" name="Date Placeholder 3">
            <a:extLst>
              <a:ext uri="{FF2B5EF4-FFF2-40B4-BE49-F238E27FC236}">
                <a16:creationId xmlns:a16="http://schemas.microsoft.com/office/drawing/2014/main" id="{D4B48C0F-568E-F1B9-507F-F2E5552CE8D9}"/>
              </a:ext>
            </a:extLst>
          </p:cNvPr>
          <p:cNvSpPr>
            <a:spLocks noGrp="1"/>
          </p:cNvSpPr>
          <p:nvPr>
            <p:ph type="dt" sz="half" idx="2"/>
          </p:nvPr>
        </p:nvSpPr>
        <p:spPr>
          <a:xfrm>
            <a:off x="930274" y="6538580"/>
            <a:ext cx="2670175" cy="174958"/>
          </a:xfrm>
          <a:prstGeom prst="rect">
            <a:avLst/>
          </a:prstGeom>
        </p:spPr>
        <p:txBody>
          <a:bodyPr vert="horz" lIns="0" tIns="45720" rIns="91440" bIns="45720" rtlCol="0" anchor="ctr"/>
          <a:lstStyle>
            <a:lvl1pPr algn="l">
              <a:defRPr sz="700" b="0" i="0">
                <a:solidFill>
                  <a:schemeClr val="accent4"/>
                </a:solidFill>
                <a:latin typeface="Tenorite" panose="00000500000000000000" pitchFamily="2" charset="0"/>
              </a:defRPr>
            </a:lvl1pPr>
          </a:lstStyle>
          <a:p>
            <a:r>
              <a:rPr lang="en-US"/>
              <a:t>© SYREN CLOUD INC – 2026 – ALL RIGHTS RESERVED</a:t>
            </a:r>
            <a:endParaRPr lang="en-US" sz="70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6" r:id="rId3"/>
    <p:sldLayoutId id="2147483738" r:id="rId4"/>
    <p:sldLayoutId id="2147483736" r:id="rId5"/>
    <p:sldLayoutId id="2147483728" r:id="rId6"/>
    <p:sldLayoutId id="2147483735" r:id="rId7"/>
    <p:sldLayoutId id="2147483730" r:id="rId8"/>
    <p:sldLayoutId id="2147483733" r:id="rId9"/>
    <p:sldLayoutId id="2147483766" r:id="rId10"/>
    <p:sldLayoutId id="2147483732" r:id="rId11"/>
    <p:sldLayoutId id="2147483741" r:id="rId12"/>
    <p:sldLayoutId id="2147483710" r:id="rId13"/>
    <p:sldLayoutId id="2147483727" r:id="rId14"/>
    <p:sldLayoutId id="2147483739" r:id="rId15"/>
    <p:sldLayoutId id="2147483742" r:id="rId16"/>
    <p:sldLayoutId id="2147483734" r:id="rId17"/>
    <p:sldLayoutId id="2147483729" r:id="rId18"/>
    <p:sldLayoutId id="2147483731" r:id="rId19"/>
    <p:sldLayoutId id="2147483746" r:id="rId20"/>
    <p:sldLayoutId id="2147483747" r:id="rId21"/>
    <p:sldLayoutId id="2147483748" r:id="rId22"/>
    <p:sldLayoutId id="2147483749" r:id="rId23"/>
    <p:sldLayoutId id="2147483750" r:id="rId24"/>
    <p:sldLayoutId id="2147483751" r:id="rId25"/>
    <p:sldLayoutId id="2147483752" r:id="rId26"/>
    <p:sldLayoutId id="2147483753" r:id="rId27"/>
    <p:sldLayoutId id="2147483755" r:id="rId28"/>
    <p:sldLayoutId id="2147483756" r:id="rId29"/>
    <p:sldLayoutId id="2147483757" r:id="rId30"/>
    <p:sldLayoutId id="2147483758" r:id="rId31"/>
    <p:sldLayoutId id="2147483759" r:id="rId32"/>
    <p:sldLayoutId id="2147483760" r:id="rId33"/>
    <p:sldLayoutId id="2147483761" r:id="rId34"/>
    <p:sldLayoutId id="2147483762" r:id="rId35"/>
    <p:sldLayoutId id="2147483763" r:id="rId36"/>
    <p:sldLayoutId id="2147483765" r:id="rId37"/>
    <p:sldLayoutId id="2147483754" r:id="rId38"/>
  </p:sldLayoutIdLst>
  <p:hf hdr="0" ftr="0"/>
  <p:txStyles>
    <p:titleStyle>
      <a:lvl1pPr algn="l" defTabSz="914400" rtl="0" eaLnBrk="1" latinLnBrk="0" hangingPunct="1">
        <a:lnSpc>
          <a:spcPct val="90000"/>
        </a:lnSpc>
        <a:spcBef>
          <a:spcPct val="0"/>
        </a:spcBef>
        <a:buNone/>
        <a:defRPr sz="3200" b="0" i="0" kern="1200">
          <a:solidFill>
            <a:schemeClr val="accent4"/>
          </a:solidFill>
          <a:latin typeface="Tenorite"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Clr>
          <a:schemeClr val="bg2"/>
        </a:buClr>
        <a:buSzPct val="80000"/>
        <a:buFontTx/>
        <a:buBlip>
          <a:blip r:embed="rId41"/>
        </a:buBlip>
        <a:defRPr sz="1600" b="0" i="0" kern="1200">
          <a:solidFill>
            <a:schemeClr val="tx1"/>
          </a:solidFill>
          <a:latin typeface="Tenorite" panose="00000500000000000000" pitchFamily="2" charset="0"/>
          <a:ea typeface="+mn-ea"/>
          <a:cs typeface="+mn-cs"/>
        </a:defRPr>
      </a:lvl1pPr>
      <a:lvl2pPr marL="685800" indent="-228600" algn="l" defTabSz="914400" rtl="0" eaLnBrk="1" latinLnBrk="0" hangingPunct="1">
        <a:lnSpc>
          <a:spcPct val="90000"/>
        </a:lnSpc>
        <a:spcBef>
          <a:spcPts val="500"/>
        </a:spcBef>
        <a:buClr>
          <a:schemeClr val="bg2"/>
        </a:buClr>
        <a:buSzPct val="80000"/>
        <a:buFontTx/>
        <a:buBlip>
          <a:blip r:embed="rId41"/>
        </a:buBlip>
        <a:defRPr sz="1200" b="0" i="0" kern="1200">
          <a:solidFill>
            <a:schemeClr val="tx1"/>
          </a:solidFill>
          <a:latin typeface="Tenorite" panose="00000500000000000000" pitchFamily="2" charset="0"/>
          <a:ea typeface="+mn-ea"/>
          <a:cs typeface="+mn-cs"/>
        </a:defRPr>
      </a:lvl2pPr>
      <a:lvl3pPr marL="1143000" indent="-228600" algn="l" defTabSz="914400" rtl="0" eaLnBrk="1" latinLnBrk="0" hangingPunct="1">
        <a:lnSpc>
          <a:spcPct val="90000"/>
        </a:lnSpc>
        <a:spcBef>
          <a:spcPts val="500"/>
        </a:spcBef>
        <a:buClr>
          <a:schemeClr val="bg2"/>
        </a:buClr>
        <a:buSzPct val="80000"/>
        <a:buFontTx/>
        <a:buBlip>
          <a:blip r:embed="rId41"/>
        </a:buBlip>
        <a:defRPr sz="1000" b="0" i="0" kern="1200">
          <a:solidFill>
            <a:schemeClr val="tx1"/>
          </a:solidFill>
          <a:latin typeface="Tenorite" panose="00000500000000000000" pitchFamily="2" charset="0"/>
          <a:ea typeface="+mn-ea"/>
          <a:cs typeface="+mn-cs"/>
        </a:defRPr>
      </a:lvl3pPr>
      <a:lvl4pPr marL="1600200" indent="-228600" algn="l" defTabSz="914400" rtl="0" eaLnBrk="1" latinLnBrk="0" hangingPunct="1">
        <a:lnSpc>
          <a:spcPct val="90000"/>
        </a:lnSpc>
        <a:spcBef>
          <a:spcPts val="500"/>
        </a:spcBef>
        <a:buClr>
          <a:schemeClr val="bg2"/>
        </a:buClr>
        <a:buSzPct val="80000"/>
        <a:buFontTx/>
        <a:buBlip>
          <a:blip r:embed="rId41"/>
        </a:buBlip>
        <a:defRPr sz="800" b="0" i="0" kern="1200">
          <a:solidFill>
            <a:schemeClr val="tx1"/>
          </a:solidFill>
          <a:latin typeface="Tenorite" panose="00000500000000000000" pitchFamily="2" charset="0"/>
          <a:ea typeface="+mn-ea"/>
          <a:cs typeface="+mn-cs"/>
        </a:defRPr>
      </a:lvl4pPr>
      <a:lvl5pPr marL="2057400" indent="-228600" algn="l" defTabSz="914400" rtl="0" eaLnBrk="1" latinLnBrk="0" hangingPunct="1">
        <a:lnSpc>
          <a:spcPct val="90000"/>
        </a:lnSpc>
        <a:spcBef>
          <a:spcPts val="500"/>
        </a:spcBef>
        <a:buClr>
          <a:schemeClr val="bg2"/>
        </a:buClr>
        <a:buSzPct val="80000"/>
        <a:buFontTx/>
        <a:buBlip>
          <a:blip r:embed="rId41"/>
        </a:buBlip>
        <a:defRPr sz="600" b="0" i="0" kern="1200">
          <a:solidFill>
            <a:schemeClr val="tx1"/>
          </a:solidFill>
          <a:latin typeface="Tenorite"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40" userDrawn="1">
          <p15:clr>
            <a:srgbClr val="F26B43"/>
          </p15:clr>
        </p15:guide>
        <p15:guide id="5" orient="horz" pos="240" userDrawn="1">
          <p15:clr>
            <a:srgbClr val="F26B43"/>
          </p15:clr>
        </p15:guide>
        <p15:guide id="6" orient="horz" pos="4080" userDrawn="1">
          <p15:clr>
            <a:srgbClr val="F26B43"/>
          </p15:clr>
        </p15:guide>
        <p15:guide id="7" orient="horz" pos="672" userDrawn="1">
          <p15:clr>
            <a:srgbClr val="547EBF"/>
          </p15:clr>
        </p15:guide>
        <p15:guide id="8" orient="horz" pos="4008" userDrawn="1">
          <p15:clr>
            <a:srgbClr val="F26B43"/>
          </p15:clr>
        </p15:guide>
        <p15:guide id="9" pos="74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E4262C63-CAA1-6F2E-4473-85BE18E630FC}"/>
              </a:ext>
            </a:extLst>
          </p:cNvPr>
          <p:cNvSpPr>
            <a:spLocks noGrp="1"/>
          </p:cNvSpPr>
          <p:nvPr>
            <p:ph type="ctrTitle"/>
          </p:nvPr>
        </p:nvSpPr>
        <p:spPr>
          <a:xfrm>
            <a:off x="422804" y="1842656"/>
            <a:ext cx="5715000" cy="1717393"/>
          </a:xfrm>
        </p:spPr>
        <p:txBody>
          <a:bodyPr lIns="0">
            <a:spAutoFit/>
          </a:bodyPr>
          <a:lstStyle/>
          <a:p>
            <a:pPr>
              <a:lnSpc>
                <a:spcPct val="90000"/>
              </a:lnSpc>
            </a:pPr>
            <a:r>
              <a:rPr lang="en-US" b="1">
                <a:latin typeface="Tenorite"/>
                <a:cs typeface="Kalinga"/>
              </a:rPr>
              <a:t>Building a governed </a:t>
            </a:r>
            <a:r>
              <a:rPr lang="en-US" b="1" err="1">
                <a:solidFill>
                  <a:schemeClr val="tx2"/>
                </a:solidFill>
                <a:latin typeface="Tenorite"/>
                <a:cs typeface="Kalinga"/>
              </a:rPr>
              <a:t>OneLake</a:t>
            </a:r>
            <a:r>
              <a:rPr lang="en-US" b="1">
                <a:solidFill>
                  <a:schemeClr val="tx2"/>
                </a:solidFill>
                <a:latin typeface="Tenorite"/>
                <a:cs typeface="Kalinga"/>
              </a:rPr>
              <a:t> </a:t>
            </a:r>
            <a:br>
              <a:rPr lang="en-US" b="1">
                <a:solidFill>
                  <a:schemeClr val="tx2"/>
                </a:solidFill>
                <a:latin typeface="Tenorite"/>
                <a:cs typeface="Kalinga"/>
              </a:rPr>
            </a:br>
            <a:r>
              <a:rPr lang="en-US" sz="2800" b="1">
                <a:latin typeface="Tenorite"/>
                <a:cs typeface="Kalinga"/>
              </a:rPr>
              <a:t>— on a fixed clock</a:t>
            </a:r>
            <a:endParaRPr lang="en-IN" sz="2800" b="1">
              <a:latin typeface="Tenorite"/>
              <a:cs typeface="Kalinga"/>
            </a:endParaRPr>
          </a:p>
        </p:txBody>
      </p:sp>
      <p:sp>
        <p:nvSpPr>
          <p:cNvPr id="21" name="Subtitle 20">
            <a:extLst>
              <a:ext uri="{FF2B5EF4-FFF2-40B4-BE49-F238E27FC236}">
                <a16:creationId xmlns:a16="http://schemas.microsoft.com/office/drawing/2014/main" id="{5CAF4255-B735-C9FD-2D75-EFB073A59AA7}"/>
              </a:ext>
            </a:extLst>
          </p:cNvPr>
          <p:cNvSpPr>
            <a:spLocks noGrp="1"/>
          </p:cNvSpPr>
          <p:nvPr>
            <p:ph type="subTitle" idx="1"/>
          </p:nvPr>
        </p:nvSpPr>
        <p:spPr>
          <a:xfrm>
            <a:off x="381000" y="4107144"/>
            <a:ext cx="5471160" cy="639762"/>
          </a:xfrm>
        </p:spPr>
        <p:txBody>
          <a:bodyPr>
            <a:normAutofit/>
          </a:bodyPr>
          <a:lstStyle/>
          <a:p>
            <a:r>
              <a:rPr lang="en-US" sz="1200"/>
              <a:t>A repeatable delivery blueprint for standing up Fabric </a:t>
            </a:r>
            <a:r>
              <a:rPr lang="en-US" sz="1200" err="1"/>
              <a:t>OneLake</a:t>
            </a:r>
            <a:r>
              <a:rPr lang="en-US" sz="1200"/>
              <a:t> with a Bronze → Silver → Gold medallion core, wrapped in governance, security, audit and </a:t>
            </a:r>
            <a:r>
              <a:rPr lang="en-US" sz="1200" err="1"/>
              <a:t>DataOps</a:t>
            </a:r>
            <a:r>
              <a:rPr lang="en-US" sz="1200"/>
              <a:t> from day one — scoped and priced by a transparent T-shirt sizing model.</a:t>
            </a:r>
          </a:p>
        </p:txBody>
      </p:sp>
      <p:sp>
        <p:nvSpPr>
          <p:cNvPr id="22" name="Text Placeholder 21">
            <a:extLst>
              <a:ext uri="{FF2B5EF4-FFF2-40B4-BE49-F238E27FC236}">
                <a16:creationId xmlns:a16="http://schemas.microsoft.com/office/drawing/2014/main" id="{7871B2B0-415E-9809-6131-3BED817D2ECF}"/>
              </a:ext>
            </a:extLst>
          </p:cNvPr>
          <p:cNvSpPr>
            <a:spLocks noGrp="1"/>
          </p:cNvSpPr>
          <p:nvPr>
            <p:ph type="body" sz="quarter" idx="10"/>
          </p:nvPr>
        </p:nvSpPr>
        <p:spPr>
          <a:xfrm>
            <a:off x="381000" y="6072717"/>
            <a:ext cx="514564" cy="138499"/>
          </a:xfrm>
        </p:spPr>
        <p:txBody>
          <a:bodyPr/>
          <a:lstStyle/>
          <a:p>
            <a:r>
              <a:rPr lang="en-IN">
                <a:solidFill>
                  <a:schemeClr val="tx1"/>
                </a:solidFill>
              </a:rPr>
              <a:t>July 2026</a:t>
            </a:r>
          </a:p>
        </p:txBody>
      </p:sp>
      <p:sp>
        <p:nvSpPr>
          <p:cNvPr id="17" name="Date Placeholder 16">
            <a:extLst>
              <a:ext uri="{FF2B5EF4-FFF2-40B4-BE49-F238E27FC236}">
                <a16:creationId xmlns:a16="http://schemas.microsoft.com/office/drawing/2014/main" id="{D3CD80BE-CE19-150A-7CDE-233F91945763}"/>
              </a:ext>
            </a:extLst>
          </p:cNvPr>
          <p:cNvSpPr>
            <a:spLocks noGrp="1"/>
          </p:cNvSpPr>
          <p:nvPr>
            <p:ph type="dt" sz="half" idx="2"/>
          </p:nvPr>
        </p:nvSpPr>
        <p:spPr>
          <a:xfrm>
            <a:off x="381000" y="6299200"/>
            <a:ext cx="2670175" cy="206375"/>
          </a:xfrm>
        </p:spPr>
        <p:txBody>
          <a:bodyPr/>
          <a:lstStyle/>
          <a:p>
            <a:r>
              <a:rPr lang="en-US"/>
              <a:t>© SYREN CLOUD INC – 2026 – ALL RIGHTS RESERVED</a:t>
            </a:r>
          </a:p>
        </p:txBody>
      </p:sp>
      <p:sp>
        <p:nvSpPr>
          <p:cNvPr id="15" name="Rectangle: Rounded Corners 14">
            <a:extLst>
              <a:ext uri="{FF2B5EF4-FFF2-40B4-BE49-F238E27FC236}">
                <a16:creationId xmlns:a16="http://schemas.microsoft.com/office/drawing/2014/main" id="{613F9F58-540B-C0B5-8F7F-82E45FAFDB2B}"/>
              </a:ext>
            </a:extLst>
          </p:cNvPr>
          <p:cNvSpPr/>
          <p:nvPr/>
        </p:nvSpPr>
        <p:spPr>
          <a:xfrm>
            <a:off x="381001" y="1086963"/>
            <a:ext cx="2015564" cy="460535"/>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a:latin typeface="Tenorite" panose="00000500000000000000" pitchFamily="2" charset="0"/>
              </a:rPr>
              <a:t>Microsoft Fabric</a:t>
            </a:r>
          </a:p>
        </p:txBody>
      </p:sp>
      <p:sp>
        <p:nvSpPr>
          <p:cNvPr id="16" name="Rectangle: Rounded Corners 15">
            <a:extLst>
              <a:ext uri="{FF2B5EF4-FFF2-40B4-BE49-F238E27FC236}">
                <a16:creationId xmlns:a16="http://schemas.microsoft.com/office/drawing/2014/main" id="{58165152-D09D-3F93-68C9-8C48052F1690}"/>
              </a:ext>
            </a:extLst>
          </p:cNvPr>
          <p:cNvSpPr/>
          <p:nvPr/>
        </p:nvSpPr>
        <p:spPr>
          <a:xfrm>
            <a:off x="6096000" y="1066800"/>
            <a:ext cx="5715000" cy="5410200"/>
          </a:xfrm>
          <a:prstGeom prst="roundRect">
            <a:avLst>
              <a:gd name="adj" fmla="val 3307"/>
            </a:avLst>
          </a:prstGeom>
          <a:solidFill>
            <a:srgbClr val="0A1E36">
              <a:alpha val="87000"/>
            </a:srgb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18F25FD3-D7BE-E8B5-797B-81B03CBD8C08}"/>
              </a:ext>
            </a:extLst>
          </p:cNvPr>
          <p:cNvSpPr/>
          <p:nvPr/>
        </p:nvSpPr>
        <p:spPr>
          <a:xfrm>
            <a:off x="6319558" y="1755935"/>
            <a:ext cx="938797" cy="346066"/>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enorite" panose="00000500000000000000" pitchFamily="2" charset="0"/>
              </a:rPr>
              <a:t>ERP · CRM</a:t>
            </a:r>
          </a:p>
        </p:txBody>
      </p:sp>
      <p:sp>
        <p:nvSpPr>
          <p:cNvPr id="19" name="Rectangle: Rounded Corners 18">
            <a:extLst>
              <a:ext uri="{FF2B5EF4-FFF2-40B4-BE49-F238E27FC236}">
                <a16:creationId xmlns:a16="http://schemas.microsoft.com/office/drawing/2014/main" id="{EF04B896-F023-666E-45FB-2B83CE63E51C}"/>
              </a:ext>
            </a:extLst>
          </p:cNvPr>
          <p:cNvSpPr/>
          <p:nvPr/>
        </p:nvSpPr>
        <p:spPr>
          <a:xfrm>
            <a:off x="6319558" y="2171937"/>
            <a:ext cx="938797" cy="346066"/>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enorite" panose="00000500000000000000" pitchFamily="2" charset="0"/>
              </a:rPr>
              <a:t>Files · APIs</a:t>
            </a:r>
          </a:p>
        </p:txBody>
      </p:sp>
      <p:sp>
        <p:nvSpPr>
          <p:cNvPr id="23" name="Rectangle: Rounded Corners 22">
            <a:extLst>
              <a:ext uri="{FF2B5EF4-FFF2-40B4-BE49-F238E27FC236}">
                <a16:creationId xmlns:a16="http://schemas.microsoft.com/office/drawing/2014/main" id="{78E0CCD7-B830-0CF3-422E-7C02FDD922CF}"/>
              </a:ext>
            </a:extLst>
          </p:cNvPr>
          <p:cNvSpPr/>
          <p:nvPr/>
        </p:nvSpPr>
        <p:spPr>
          <a:xfrm>
            <a:off x="6319558" y="2587940"/>
            <a:ext cx="938797" cy="346066"/>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enorite" panose="00000500000000000000" pitchFamily="2" charset="0"/>
              </a:rPr>
              <a:t>Streams</a:t>
            </a:r>
          </a:p>
        </p:txBody>
      </p:sp>
      <p:sp>
        <p:nvSpPr>
          <p:cNvPr id="24" name="Rectangle 23">
            <a:extLst>
              <a:ext uri="{FF2B5EF4-FFF2-40B4-BE49-F238E27FC236}">
                <a16:creationId xmlns:a16="http://schemas.microsoft.com/office/drawing/2014/main" id="{B2F7B535-72D1-8706-AC79-133343FCE602}"/>
              </a:ext>
            </a:extLst>
          </p:cNvPr>
          <p:cNvSpPr/>
          <p:nvPr/>
        </p:nvSpPr>
        <p:spPr>
          <a:xfrm>
            <a:off x="6396124" y="1393610"/>
            <a:ext cx="785663"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IN" sz="1400">
                <a:solidFill>
                  <a:schemeClr val="bg2">
                    <a:lumMod val="75000"/>
                  </a:schemeClr>
                </a:solidFill>
                <a:latin typeface="Tenorite" panose="00000500000000000000" pitchFamily="2" charset="0"/>
              </a:rPr>
              <a:t>Sources</a:t>
            </a:r>
          </a:p>
        </p:txBody>
      </p:sp>
      <p:sp>
        <p:nvSpPr>
          <p:cNvPr id="25" name="Rectangle 24">
            <a:extLst>
              <a:ext uri="{FF2B5EF4-FFF2-40B4-BE49-F238E27FC236}">
                <a16:creationId xmlns:a16="http://schemas.microsoft.com/office/drawing/2014/main" id="{44E188BD-E64F-E89C-9E05-8D20ED33BAFA}"/>
              </a:ext>
            </a:extLst>
          </p:cNvPr>
          <p:cNvSpPr/>
          <p:nvPr/>
        </p:nvSpPr>
        <p:spPr>
          <a:xfrm>
            <a:off x="8647166" y="1393610"/>
            <a:ext cx="612668"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IN" sz="1400">
                <a:solidFill>
                  <a:schemeClr val="bg2">
                    <a:lumMod val="75000"/>
                  </a:schemeClr>
                </a:solidFill>
                <a:latin typeface="Tenorite" panose="00000500000000000000" pitchFamily="2" charset="0"/>
              </a:rPr>
              <a:t>Serve</a:t>
            </a:r>
          </a:p>
        </p:txBody>
      </p:sp>
      <p:sp>
        <p:nvSpPr>
          <p:cNvPr id="27" name="Rectangle: Rounded Corners 26">
            <a:extLst>
              <a:ext uri="{FF2B5EF4-FFF2-40B4-BE49-F238E27FC236}">
                <a16:creationId xmlns:a16="http://schemas.microsoft.com/office/drawing/2014/main" id="{631EB9D3-2A01-FD42-69EF-38FFA9E1D644}"/>
              </a:ext>
            </a:extLst>
          </p:cNvPr>
          <p:cNvSpPr/>
          <p:nvPr/>
        </p:nvSpPr>
        <p:spPr>
          <a:xfrm>
            <a:off x="7481915" y="1755935"/>
            <a:ext cx="2943171" cy="3608228"/>
          </a:xfrm>
          <a:prstGeom prst="roundRect">
            <a:avLst>
              <a:gd name="adj" fmla="val 4903"/>
            </a:avLst>
          </a:prstGeom>
          <a:solidFill>
            <a:schemeClr val="accent4">
              <a:lumMod val="75000"/>
            </a:schemeClr>
          </a:solidFill>
          <a:ln w="12700">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IN" sz="1200">
                <a:solidFill>
                  <a:schemeClr val="tx2"/>
                </a:solidFill>
                <a:latin typeface="Tenorite" panose="00000500000000000000" pitchFamily="2" charset="0"/>
              </a:rPr>
              <a:t>ONELAKE · DELTA / PARQUET</a:t>
            </a:r>
          </a:p>
        </p:txBody>
      </p:sp>
      <p:sp>
        <p:nvSpPr>
          <p:cNvPr id="28" name="Rectangle: Rounded Corners 27">
            <a:extLst>
              <a:ext uri="{FF2B5EF4-FFF2-40B4-BE49-F238E27FC236}">
                <a16:creationId xmlns:a16="http://schemas.microsoft.com/office/drawing/2014/main" id="{F463EF6B-388B-DB79-B63D-53EB44208556}"/>
              </a:ext>
            </a:extLst>
          </p:cNvPr>
          <p:cNvSpPr/>
          <p:nvPr/>
        </p:nvSpPr>
        <p:spPr>
          <a:xfrm>
            <a:off x="10591548" y="2669778"/>
            <a:ext cx="938797" cy="346066"/>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enorite" panose="00000500000000000000" pitchFamily="2" charset="0"/>
              </a:rPr>
              <a:t>Power BI</a:t>
            </a:r>
          </a:p>
        </p:txBody>
      </p:sp>
      <p:sp>
        <p:nvSpPr>
          <p:cNvPr id="29" name="Rectangle: Rounded Corners 28">
            <a:extLst>
              <a:ext uri="{FF2B5EF4-FFF2-40B4-BE49-F238E27FC236}">
                <a16:creationId xmlns:a16="http://schemas.microsoft.com/office/drawing/2014/main" id="{0FAC67DC-55EE-36BC-5151-12A84E866620}"/>
              </a:ext>
            </a:extLst>
          </p:cNvPr>
          <p:cNvSpPr/>
          <p:nvPr/>
        </p:nvSpPr>
        <p:spPr>
          <a:xfrm>
            <a:off x="10591548" y="3085780"/>
            <a:ext cx="938797" cy="346066"/>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enorite" panose="00000500000000000000" pitchFamily="2" charset="0"/>
              </a:rPr>
              <a:t>SQL / WH</a:t>
            </a:r>
          </a:p>
        </p:txBody>
      </p:sp>
      <p:sp>
        <p:nvSpPr>
          <p:cNvPr id="30" name="Rectangle: Rounded Corners 29">
            <a:extLst>
              <a:ext uri="{FF2B5EF4-FFF2-40B4-BE49-F238E27FC236}">
                <a16:creationId xmlns:a16="http://schemas.microsoft.com/office/drawing/2014/main" id="{EDA6CDF9-197F-6246-AE11-A7B46673E659}"/>
              </a:ext>
            </a:extLst>
          </p:cNvPr>
          <p:cNvSpPr/>
          <p:nvPr/>
        </p:nvSpPr>
        <p:spPr>
          <a:xfrm>
            <a:off x="10591548" y="3501783"/>
            <a:ext cx="938797" cy="346066"/>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enorite" panose="00000500000000000000" pitchFamily="2" charset="0"/>
              </a:rPr>
              <a:t>AI / Agents</a:t>
            </a:r>
          </a:p>
        </p:txBody>
      </p:sp>
      <p:sp>
        <p:nvSpPr>
          <p:cNvPr id="31" name="Rectangle: Rounded Corners 30">
            <a:extLst>
              <a:ext uri="{FF2B5EF4-FFF2-40B4-BE49-F238E27FC236}">
                <a16:creationId xmlns:a16="http://schemas.microsoft.com/office/drawing/2014/main" id="{5022A9B8-DB3D-3590-3E3E-CF9824C163A2}"/>
              </a:ext>
            </a:extLst>
          </p:cNvPr>
          <p:cNvSpPr/>
          <p:nvPr/>
        </p:nvSpPr>
        <p:spPr>
          <a:xfrm>
            <a:off x="7614958" y="2102001"/>
            <a:ext cx="2688222" cy="704744"/>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latin typeface="Tenorite" panose="00000500000000000000" pitchFamily="2" charset="0"/>
              </a:rPr>
              <a:t>Bronze</a:t>
            </a:r>
          </a:p>
          <a:p>
            <a:r>
              <a:rPr lang="en-US" sz="1000">
                <a:latin typeface="Tenorite" panose="00000500000000000000" pitchFamily="2" charset="0"/>
              </a:rPr>
              <a:t>Immutable landing · raw · append-only</a:t>
            </a:r>
            <a:endParaRPr lang="en-IN" sz="1000">
              <a:latin typeface="Tenorite" panose="00000500000000000000" pitchFamily="2" charset="0"/>
            </a:endParaRPr>
          </a:p>
        </p:txBody>
      </p:sp>
      <p:sp>
        <p:nvSpPr>
          <p:cNvPr id="32" name="Rectangle: Rounded Corners 31">
            <a:extLst>
              <a:ext uri="{FF2B5EF4-FFF2-40B4-BE49-F238E27FC236}">
                <a16:creationId xmlns:a16="http://schemas.microsoft.com/office/drawing/2014/main" id="{1891832B-DCF0-21F1-BDB8-85A12AAEAAE4}"/>
              </a:ext>
            </a:extLst>
          </p:cNvPr>
          <p:cNvSpPr/>
          <p:nvPr/>
        </p:nvSpPr>
        <p:spPr>
          <a:xfrm>
            <a:off x="7614958" y="2912141"/>
            <a:ext cx="2688222" cy="704744"/>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chemeClr val="bg1"/>
                </a:solidFill>
                <a:latin typeface="Tenorite" panose="00000500000000000000" pitchFamily="2" charset="0"/>
              </a:rPr>
              <a:t>Sliver</a:t>
            </a:r>
          </a:p>
          <a:p>
            <a:r>
              <a:rPr lang="en-US" sz="1000">
                <a:solidFill>
                  <a:schemeClr val="bg1"/>
                </a:solidFill>
                <a:latin typeface="Tenorite" panose="00000500000000000000" pitchFamily="2" charset="0"/>
              </a:rPr>
              <a:t>Cleansed · conformed · modelled</a:t>
            </a:r>
          </a:p>
        </p:txBody>
      </p:sp>
      <p:sp>
        <p:nvSpPr>
          <p:cNvPr id="33" name="Rectangle: Rounded Corners 32">
            <a:extLst>
              <a:ext uri="{FF2B5EF4-FFF2-40B4-BE49-F238E27FC236}">
                <a16:creationId xmlns:a16="http://schemas.microsoft.com/office/drawing/2014/main" id="{854E8E95-3C08-F081-52F5-3C4C36CBD1B4}"/>
              </a:ext>
            </a:extLst>
          </p:cNvPr>
          <p:cNvSpPr/>
          <p:nvPr/>
        </p:nvSpPr>
        <p:spPr>
          <a:xfrm>
            <a:off x="7614958" y="3722281"/>
            <a:ext cx="2688222" cy="704744"/>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chemeClr val="bg1"/>
                </a:solidFill>
                <a:latin typeface="Tenorite" panose="00000500000000000000" pitchFamily="2" charset="0"/>
              </a:rPr>
              <a:t>Gold</a:t>
            </a:r>
          </a:p>
          <a:p>
            <a:r>
              <a:rPr lang="en-US" sz="1000">
                <a:solidFill>
                  <a:schemeClr val="bg1"/>
                </a:solidFill>
                <a:latin typeface="Tenorite" panose="00000500000000000000" pitchFamily="2" charset="0"/>
              </a:rPr>
              <a:t>Curated KPIs · business-ready</a:t>
            </a:r>
          </a:p>
        </p:txBody>
      </p:sp>
      <p:sp>
        <p:nvSpPr>
          <p:cNvPr id="35" name="Rectangle: Rounded Corners 34">
            <a:extLst>
              <a:ext uri="{FF2B5EF4-FFF2-40B4-BE49-F238E27FC236}">
                <a16:creationId xmlns:a16="http://schemas.microsoft.com/office/drawing/2014/main" id="{32F2301B-3FA4-1D61-7159-42C44D03F318}"/>
              </a:ext>
            </a:extLst>
          </p:cNvPr>
          <p:cNvSpPr/>
          <p:nvPr/>
        </p:nvSpPr>
        <p:spPr>
          <a:xfrm>
            <a:off x="7614958" y="4532419"/>
            <a:ext cx="2688222" cy="704744"/>
          </a:xfrm>
          <a:prstGeom prst="round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chemeClr val="bg1"/>
                </a:solidFill>
                <a:latin typeface="Tenorite" panose="00000500000000000000" pitchFamily="2" charset="0"/>
              </a:rPr>
              <a:t>Governance · Security · Audit</a:t>
            </a:r>
          </a:p>
          <a:p>
            <a:r>
              <a:rPr lang="en-US" sz="1000">
                <a:solidFill>
                  <a:schemeClr val="bg1"/>
                </a:solidFill>
                <a:latin typeface="Tenorite" panose="00000500000000000000" pitchFamily="2" charset="0"/>
              </a:rPr>
              <a:t>cross-cutting · every layer</a:t>
            </a:r>
          </a:p>
        </p:txBody>
      </p:sp>
      <p:sp>
        <p:nvSpPr>
          <p:cNvPr id="36" name="Subtitle 20">
            <a:extLst>
              <a:ext uri="{FF2B5EF4-FFF2-40B4-BE49-F238E27FC236}">
                <a16:creationId xmlns:a16="http://schemas.microsoft.com/office/drawing/2014/main" id="{79E41DF2-0E51-DBD1-A519-AB224FEAA0B2}"/>
              </a:ext>
            </a:extLst>
          </p:cNvPr>
          <p:cNvSpPr txBox="1">
            <a:spLocks/>
          </p:cNvSpPr>
          <p:nvPr/>
        </p:nvSpPr>
        <p:spPr>
          <a:xfrm>
            <a:off x="6337300" y="5821931"/>
            <a:ext cx="5232400" cy="184666"/>
          </a:xfrm>
          <a:prstGeom prst="rect">
            <a:avLst/>
          </a:prstGeom>
        </p:spPr>
        <p:txBody>
          <a:bodyPr vert="horz" lIns="0" tIns="0" rIns="0" bIns="0" rtlCol="0" anchor="t" anchorCtr="0">
            <a:spAutoFit/>
          </a:bodyPr>
          <a:lstStyle>
            <a:lvl1pPr marL="0" indent="0" algn="l" defTabSz="914400" rtl="0" eaLnBrk="1" latinLnBrk="0" hangingPunct="1">
              <a:lnSpc>
                <a:spcPct val="100000"/>
              </a:lnSpc>
              <a:spcBef>
                <a:spcPts val="0"/>
              </a:spcBef>
              <a:buClr>
                <a:schemeClr val="bg2"/>
              </a:buClr>
              <a:buSzPct val="80000"/>
              <a:buFont typeface="Arial" panose="020B0604020202020204" pitchFamily="34" charset="0"/>
              <a:buNone/>
              <a:defRPr sz="1600" b="0" i="0" kern="1200">
                <a:solidFill>
                  <a:schemeClr val="tx1"/>
                </a:solidFill>
                <a:latin typeface="Tenorite" panose="00000500000000000000" pitchFamily="2" charset="0"/>
                <a:ea typeface="+mn-ea"/>
                <a:cs typeface="+mn-cs"/>
              </a:defRPr>
            </a:lvl1pPr>
            <a:lvl2pPr marL="457200" indent="0" algn="ctr" defTabSz="914400" rtl="0" eaLnBrk="1" latinLnBrk="0" hangingPunct="1">
              <a:lnSpc>
                <a:spcPct val="90000"/>
              </a:lnSpc>
              <a:spcBef>
                <a:spcPts val="500"/>
              </a:spcBef>
              <a:buClr>
                <a:schemeClr val="bg2"/>
              </a:buClr>
              <a:buSzPct val="80000"/>
              <a:buFontTx/>
              <a:buNone/>
              <a:defRPr sz="2000" b="0" i="0" kern="1200">
                <a:solidFill>
                  <a:schemeClr val="tx1"/>
                </a:solidFill>
                <a:latin typeface="Tenorite" panose="00000500000000000000" pitchFamily="2" charset="0"/>
                <a:ea typeface="+mn-ea"/>
                <a:cs typeface="+mn-cs"/>
              </a:defRPr>
            </a:lvl2pPr>
            <a:lvl3pPr marL="914400" indent="0" algn="ctr" defTabSz="914400" rtl="0" eaLnBrk="1" latinLnBrk="0" hangingPunct="1">
              <a:lnSpc>
                <a:spcPct val="90000"/>
              </a:lnSpc>
              <a:spcBef>
                <a:spcPts val="500"/>
              </a:spcBef>
              <a:buClr>
                <a:schemeClr val="bg2"/>
              </a:buClr>
              <a:buSzPct val="80000"/>
              <a:buFontTx/>
              <a:buNone/>
              <a:defRPr sz="1800" b="0" i="0" kern="1200">
                <a:solidFill>
                  <a:schemeClr val="tx1"/>
                </a:solidFill>
                <a:latin typeface="Tenorite" panose="00000500000000000000" pitchFamily="2" charset="0"/>
                <a:ea typeface="+mn-ea"/>
                <a:cs typeface="+mn-cs"/>
              </a:defRPr>
            </a:lvl3pPr>
            <a:lvl4pPr marL="1371600" indent="0" algn="ctr" defTabSz="914400" rtl="0" eaLnBrk="1" latinLnBrk="0" hangingPunct="1">
              <a:lnSpc>
                <a:spcPct val="90000"/>
              </a:lnSpc>
              <a:spcBef>
                <a:spcPts val="500"/>
              </a:spcBef>
              <a:buClr>
                <a:schemeClr val="bg2"/>
              </a:buClr>
              <a:buSzPct val="80000"/>
              <a:buFontTx/>
              <a:buNone/>
              <a:defRPr sz="1600" b="0" i="0" kern="1200">
                <a:solidFill>
                  <a:schemeClr val="tx1"/>
                </a:solidFill>
                <a:latin typeface="Tenorite" panose="00000500000000000000" pitchFamily="2" charset="0"/>
                <a:ea typeface="+mn-ea"/>
                <a:cs typeface="+mn-cs"/>
              </a:defRPr>
            </a:lvl4pPr>
            <a:lvl5pPr marL="1828800" indent="0" algn="ctr" defTabSz="914400" rtl="0" eaLnBrk="1" latinLnBrk="0" hangingPunct="1">
              <a:lnSpc>
                <a:spcPct val="90000"/>
              </a:lnSpc>
              <a:spcBef>
                <a:spcPts val="500"/>
              </a:spcBef>
              <a:buClr>
                <a:schemeClr val="bg2"/>
              </a:buClr>
              <a:buSzPct val="80000"/>
              <a:buFontTx/>
              <a:buNone/>
              <a:defRPr sz="1600" b="0" i="0" kern="1200">
                <a:solidFill>
                  <a:schemeClr val="tx1"/>
                </a:solidFill>
                <a:latin typeface="Tenorite" panose="00000500000000000000"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a:solidFill>
                  <a:schemeClr val="bg2">
                    <a:lumMod val="75000"/>
                  </a:schemeClr>
                </a:solidFill>
              </a:rPr>
              <a:t>One logical lake, three quality tiers, governance woven through every layer.</a:t>
            </a:r>
          </a:p>
        </p:txBody>
      </p:sp>
      <p:sp>
        <p:nvSpPr>
          <p:cNvPr id="37" name="Subtitle 20">
            <a:extLst>
              <a:ext uri="{FF2B5EF4-FFF2-40B4-BE49-F238E27FC236}">
                <a16:creationId xmlns:a16="http://schemas.microsoft.com/office/drawing/2014/main" id="{A3402E68-E3D2-EE93-C86F-218AC98ACA82}"/>
              </a:ext>
            </a:extLst>
          </p:cNvPr>
          <p:cNvSpPr txBox="1">
            <a:spLocks/>
          </p:cNvSpPr>
          <p:nvPr/>
        </p:nvSpPr>
        <p:spPr>
          <a:xfrm>
            <a:off x="381000" y="4900336"/>
            <a:ext cx="1273810" cy="927652"/>
          </a:xfrm>
          <a:prstGeom prst="roundRect">
            <a:avLst/>
          </a:prstGeom>
          <a:ln>
            <a:solidFill>
              <a:schemeClr val="tx2"/>
            </a:solidFill>
          </a:ln>
        </p:spPr>
        <p:txBody>
          <a:bodyPr vert="horz" wrap="square" lIns="91440" tIns="45720" rIns="91440" bIns="45720" rtlCol="0" anchor="t" anchorCtr="0">
            <a:noAutofit/>
          </a:bodyPr>
          <a:lstStyle>
            <a:lvl1pPr marL="0" indent="0" algn="l" defTabSz="914400" rtl="0" eaLnBrk="1" latinLnBrk="0" hangingPunct="1">
              <a:lnSpc>
                <a:spcPct val="100000"/>
              </a:lnSpc>
              <a:spcBef>
                <a:spcPts val="0"/>
              </a:spcBef>
              <a:buClr>
                <a:schemeClr val="bg2"/>
              </a:buClr>
              <a:buSzPct val="80000"/>
              <a:buFont typeface="Arial" panose="020B0604020202020204" pitchFamily="34" charset="0"/>
              <a:buNone/>
              <a:defRPr sz="1600" b="0" i="0" kern="1200">
                <a:solidFill>
                  <a:schemeClr val="tx1"/>
                </a:solidFill>
                <a:latin typeface="Tenorite" panose="00000500000000000000" pitchFamily="2" charset="0"/>
                <a:ea typeface="+mn-ea"/>
                <a:cs typeface="+mn-cs"/>
              </a:defRPr>
            </a:lvl1pPr>
            <a:lvl2pPr marL="457200" indent="0" algn="ctr" defTabSz="914400" rtl="0" eaLnBrk="1" latinLnBrk="0" hangingPunct="1">
              <a:lnSpc>
                <a:spcPct val="90000"/>
              </a:lnSpc>
              <a:spcBef>
                <a:spcPts val="500"/>
              </a:spcBef>
              <a:buClr>
                <a:schemeClr val="bg2"/>
              </a:buClr>
              <a:buSzPct val="80000"/>
              <a:buFontTx/>
              <a:buNone/>
              <a:defRPr sz="2000" b="0" i="0" kern="1200">
                <a:solidFill>
                  <a:schemeClr val="tx1"/>
                </a:solidFill>
                <a:latin typeface="Tenorite" panose="00000500000000000000" pitchFamily="2" charset="0"/>
                <a:ea typeface="+mn-ea"/>
                <a:cs typeface="+mn-cs"/>
              </a:defRPr>
            </a:lvl2pPr>
            <a:lvl3pPr marL="914400" indent="0" algn="ctr" defTabSz="914400" rtl="0" eaLnBrk="1" latinLnBrk="0" hangingPunct="1">
              <a:lnSpc>
                <a:spcPct val="90000"/>
              </a:lnSpc>
              <a:spcBef>
                <a:spcPts val="500"/>
              </a:spcBef>
              <a:buClr>
                <a:schemeClr val="bg2"/>
              </a:buClr>
              <a:buSzPct val="80000"/>
              <a:buFontTx/>
              <a:buNone/>
              <a:defRPr sz="1800" b="0" i="0" kern="1200">
                <a:solidFill>
                  <a:schemeClr val="tx1"/>
                </a:solidFill>
                <a:latin typeface="Tenorite" panose="00000500000000000000" pitchFamily="2" charset="0"/>
                <a:ea typeface="+mn-ea"/>
                <a:cs typeface="+mn-cs"/>
              </a:defRPr>
            </a:lvl3pPr>
            <a:lvl4pPr marL="1371600" indent="0" algn="ctr" defTabSz="914400" rtl="0" eaLnBrk="1" latinLnBrk="0" hangingPunct="1">
              <a:lnSpc>
                <a:spcPct val="90000"/>
              </a:lnSpc>
              <a:spcBef>
                <a:spcPts val="500"/>
              </a:spcBef>
              <a:buClr>
                <a:schemeClr val="bg2"/>
              </a:buClr>
              <a:buSzPct val="80000"/>
              <a:buFontTx/>
              <a:buNone/>
              <a:defRPr sz="1600" b="0" i="0" kern="1200">
                <a:solidFill>
                  <a:schemeClr val="tx1"/>
                </a:solidFill>
                <a:latin typeface="Tenorite" panose="00000500000000000000" pitchFamily="2" charset="0"/>
                <a:ea typeface="+mn-ea"/>
                <a:cs typeface="+mn-cs"/>
              </a:defRPr>
            </a:lvl4pPr>
            <a:lvl5pPr marL="1828800" indent="0" algn="ctr" defTabSz="914400" rtl="0" eaLnBrk="1" latinLnBrk="0" hangingPunct="1">
              <a:lnSpc>
                <a:spcPct val="90000"/>
              </a:lnSpc>
              <a:spcBef>
                <a:spcPts val="500"/>
              </a:spcBef>
              <a:buClr>
                <a:schemeClr val="bg2"/>
              </a:buClr>
              <a:buSzPct val="80000"/>
              <a:buFontTx/>
              <a:buNone/>
              <a:defRPr sz="1600" b="0" i="0" kern="1200">
                <a:solidFill>
                  <a:schemeClr val="tx1"/>
                </a:solidFill>
                <a:latin typeface="Tenorite" panose="00000500000000000000"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a:solidFill>
                  <a:schemeClr val="tx2"/>
                </a:solidFill>
              </a:rPr>
              <a:t>3</a:t>
            </a:r>
          </a:p>
          <a:p>
            <a:r>
              <a:rPr lang="en-US" sz="1200"/>
              <a:t>Sizing tiers</a:t>
            </a:r>
          </a:p>
        </p:txBody>
      </p:sp>
      <p:sp>
        <p:nvSpPr>
          <p:cNvPr id="38" name="Subtitle 20">
            <a:extLst>
              <a:ext uri="{FF2B5EF4-FFF2-40B4-BE49-F238E27FC236}">
                <a16:creationId xmlns:a16="http://schemas.microsoft.com/office/drawing/2014/main" id="{E8672747-EEF6-0416-28DE-AF6700326BEF}"/>
              </a:ext>
            </a:extLst>
          </p:cNvPr>
          <p:cNvSpPr txBox="1">
            <a:spLocks/>
          </p:cNvSpPr>
          <p:nvPr/>
        </p:nvSpPr>
        <p:spPr>
          <a:xfrm>
            <a:off x="1780117" y="4900337"/>
            <a:ext cx="1273810" cy="927652"/>
          </a:xfrm>
          <a:prstGeom prst="roundRect">
            <a:avLst/>
          </a:prstGeom>
          <a:ln>
            <a:solidFill>
              <a:schemeClr val="tx2"/>
            </a:solidFill>
          </a:ln>
        </p:spPr>
        <p:txBody>
          <a:bodyPr vert="horz" wrap="square" lIns="91440" tIns="45720" rIns="91440" bIns="45720" rtlCol="0" anchor="t" anchorCtr="0">
            <a:noAutofit/>
          </a:bodyPr>
          <a:lstStyle>
            <a:lvl1pPr marL="0" indent="0" algn="l" defTabSz="914400" rtl="0" eaLnBrk="1" latinLnBrk="0" hangingPunct="1">
              <a:lnSpc>
                <a:spcPct val="100000"/>
              </a:lnSpc>
              <a:spcBef>
                <a:spcPts val="0"/>
              </a:spcBef>
              <a:buClr>
                <a:schemeClr val="bg2"/>
              </a:buClr>
              <a:buSzPct val="80000"/>
              <a:buFont typeface="Arial" panose="020B0604020202020204" pitchFamily="34" charset="0"/>
              <a:buNone/>
              <a:defRPr sz="1600" b="0" i="0" kern="1200">
                <a:solidFill>
                  <a:schemeClr val="tx1"/>
                </a:solidFill>
                <a:latin typeface="Tenorite" panose="00000500000000000000" pitchFamily="2" charset="0"/>
                <a:ea typeface="+mn-ea"/>
                <a:cs typeface="+mn-cs"/>
              </a:defRPr>
            </a:lvl1pPr>
            <a:lvl2pPr marL="457200" indent="0" algn="ctr" defTabSz="914400" rtl="0" eaLnBrk="1" latinLnBrk="0" hangingPunct="1">
              <a:lnSpc>
                <a:spcPct val="90000"/>
              </a:lnSpc>
              <a:spcBef>
                <a:spcPts val="500"/>
              </a:spcBef>
              <a:buClr>
                <a:schemeClr val="bg2"/>
              </a:buClr>
              <a:buSzPct val="80000"/>
              <a:buFontTx/>
              <a:buNone/>
              <a:defRPr sz="2000" b="0" i="0" kern="1200">
                <a:solidFill>
                  <a:schemeClr val="tx1"/>
                </a:solidFill>
                <a:latin typeface="Tenorite" panose="00000500000000000000" pitchFamily="2" charset="0"/>
                <a:ea typeface="+mn-ea"/>
                <a:cs typeface="+mn-cs"/>
              </a:defRPr>
            </a:lvl2pPr>
            <a:lvl3pPr marL="914400" indent="0" algn="ctr" defTabSz="914400" rtl="0" eaLnBrk="1" latinLnBrk="0" hangingPunct="1">
              <a:lnSpc>
                <a:spcPct val="90000"/>
              </a:lnSpc>
              <a:spcBef>
                <a:spcPts val="500"/>
              </a:spcBef>
              <a:buClr>
                <a:schemeClr val="bg2"/>
              </a:buClr>
              <a:buSzPct val="80000"/>
              <a:buFontTx/>
              <a:buNone/>
              <a:defRPr sz="1800" b="0" i="0" kern="1200">
                <a:solidFill>
                  <a:schemeClr val="tx1"/>
                </a:solidFill>
                <a:latin typeface="Tenorite" panose="00000500000000000000" pitchFamily="2" charset="0"/>
                <a:ea typeface="+mn-ea"/>
                <a:cs typeface="+mn-cs"/>
              </a:defRPr>
            </a:lvl3pPr>
            <a:lvl4pPr marL="1371600" indent="0" algn="ctr" defTabSz="914400" rtl="0" eaLnBrk="1" latinLnBrk="0" hangingPunct="1">
              <a:lnSpc>
                <a:spcPct val="90000"/>
              </a:lnSpc>
              <a:spcBef>
                <a:spcPts val="500"/>
              </a:spcBef>
              <a:buClr>
                <a:schemeClr val="bg2"/>
              </a:buClr>
              <a:buSzPct val="80000"/>
              <a:buFontTx/>
              <a:buNone/>
              <a:defRPr sz="1600" b="0" i="0" kern="1200">
                <a:solidFill>
                  <a:schemeClr val="tx1"/>
                </a:solidFill>
                <a:latin typeface="Tenorite" panose="00000500000000000000" pitchFamily="2" charset="0"/>
                <a:ea typeface="+mn-ea"/>
                <a:cs typeface="+mn-cs"/>
              </a:defRPr>
            </a:lvl4pPr>
            <a:lvl5pPr marL="1828800" indent="0" algn="ctr" defTabSz="914400" rtl="0" eaLnBrk="1" latinLnBrk="0" hangingPunct="1">
              <a:lnSpc>
                <a:spcPct val="90000"/>
              </a:lnSpc>
              <a:spcBef>
                <a:spcPts val="500"/>
              </a:spcBef>
              <a:buClr>
                <a:schemeClr val="bg2"/>
              </a:buClr>
              <a:buSzPct val="80000"/>
              <a:buFontTx/>
              <a:buNone/>
              <a:defRPr sz="1600" b="0" i="0" kern="1200">
                <a:solidFill>
                  <a:schemeClr val="tx1"/>
                </a:solidFill>
                <a:latin typeface="Tenorite" panose="00000500000000000000"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a:solidFill>
                  <a:schemeClr val="tx2"/>
                </a:solidFill>
              </a:rPr>
              <a:t>4</a:t>
            </a:r>
          </a:p>
          <a:p>
            <a:r>
              <a:rPr lang="en-US" sz="1200"/>
              <a:t>Scoping dimensions</a:t>
            </a:r>
          </a:p>
        </p:txBody>
      </p:sp>
      <p:sp>
        <p:nvSpPr>
          <p:cNvPr id="39" name="Subtitle 20">
            <a:extLst>
              <a:ext uri="{FF2B5EF4-FFF2-40B4-BE49-F238E27FC236}">
                <a16:creationId xmlns:a16="http://schemas.microsoft.com/office/drawing/2014/main" id="{5DF448FA-AEB1-FAEC-D1A1-8023CA422D18}"/>
              </a:ext>
            </a:extLst>
          </p:cNvPr>
          <p:cNvSpPr txBox="1">
            <a:spLocks/>
          </p:cNvSpPr>
          <p:nvPr/>
        </p:nvSpPr>
        <p:spPr>
          <a:xfrm>
            <a:off x="3179234" y="4900336"/>
            <a:ext cx="1273810" cy="927652"/>
          </a:xfrm>
          <a:prstGeom prst="roundRect">
            <a:avLst/>
          </a:prstGeom>
          <a:ln>
            <a:solidFill>
              <a:schemeClr val="tx2"/>
            </a:solidFill>
          </a:ln>
        </p:spPr>
        <p:txBody>
          <a:bodyPr vert="horz" wrap="square" lIns="91440" tIns="45720" rIns="91440" bIns="45720" rtlCol="0" anchor="t" anchorCtr="0">
            <a:noAutofit/>
          </a:bodyPr>
          <a:lstStyle>
            <a:lvl1pPr marL="0" indent="0" algn="l" defTabSz="914400" rtl="0" eaLnBrk="1" latinLnBrk="0" hangingPunct="1">
              <a:lnSpc>
                <a:spcPct val="100000"/>
              </a:lnSpc>
              <a:spcBef>
                <a:spcPts val="0"/>
              </a:spcBef>
              <a:buClr>
                <a:schemeClr val="bg2"/>
              </a:buClr>
              <a:buSzPct val="80000"/>
              <a:buFont typeface="Arial" panose="020B0604020202020204" pitchFamily="34" charset="0"/>
              <a:buNone/>
              <a:defRPr sz="1600" b="0" i="0" kern="1200">
                <a:solidFill>
                  <a:schemeClr val="tx1"/>
                </a:solidFill>
                <a:latin typeface="Tenorite" panose="00000500000000000000" pitchFamily="2" charset="0"/>
                <a:ea typeface="+mn-ea"/>
                <a:cs typeface="+mn-cs"/>
              </a:defRPr>
            </a:lvl1pPr>
            <a:lvl2pPr marL="457200" indent="0" algn="ctr" defTabSz="914400" rtl="0" eaLnBrk="1" latinLnBrk="0" hangingPunct="1">
              <a:lnSpc>
                <a:spcPct val="90000"/>
              </a:lnSpc>
              <a:spcBef>
                <a:spcPts val="500"/>
              </a:spcBef>
              <a:buClr>
                <a:schemeClr val="bg2"/>
              </a:buClr>
              <a:buSzPct val="80000"/>
              <a:buFontTx/>
              <a:buNone/>
              <a:defRPr sz="2000" b="0" i="0" kern="1200">
                <a:solidFill>
                  <a:schemeClr val="tx1"/>
                </a:solidFill>
                <a:latin typeface="Tenorite" panose="00000500000000000000" pitchFamily="2" charset="0"/>
                <a:ea typeface="+mn-ea"/>
                <a:cs typeface="+mn-cs"/>
              </a:defRPr>
            </a:lvl2pPr>
            <a:lvl3pPr marL="914400" indent="0" algn="ctr" defTabSz="914400" rtl="0" eaLnBrk="1" latinLnBrk="0" hangingPunct="1">
              <a:lnSpc>
                <a:spcPct val="90000"/>
              </a:lnSpc>
              <a:spcBef>
                <a:spcPts val="500"/>
              </a:spcBef>
              <a:buClr>
                <a:schemeClr val="bg2"/>
              </a:buClr>
              <a:buSzPct val="80000"/>
              <a:buFontTx/>
              <a:buNone/>
              <a:defRPr sz="1800" b="0" i="0" kern="1200">
                <a:solidFill>
                  <a:schemeClr val="tx1"/>
                </a:solidFill>
                <a:latin typeface="Tenorite" panose="00000500000000000000" pitchFamily="2" charset="0"/>
                <a:ea typeface="+mn-ea"/>
                <a:cs typeface="+mn-cs"/>
              </a:defRPr>
            </a:lvl3pPr>
            <a:lvl4pPr marL="1371600" indent="0" algn="ctr" defTabSz="914400" rtl="0" eaLnBrk="1" latinLnBrk="0" hangingPunct="1">
              <a:lnSpc>
                <a:spcPct val="90000"/>
              </a:lnSpc>
              <a:spcBef>
                <a:spcPts val="500"/>
              </a:spcBef>
              <a:buClr>
                <a:schemeClr val="bg2"/>
              </a:buClr>
              <a:buSzPct val="80000"/>
              <a:buFontTx/>
              <a:buNone/>
              <a:defRPr sz="1600" b="0" i="0" kern="1200">
                <a:solidFill>
                  <a:schemeClr val="tx1"/>
                </a:solidFill>
                <a:latin typeface="Tenorite" panose="00000500000000000000" pitchFamily="2" charset="0"/>
                <a:ea typeface="+mn-ea"/>
                <a:cs typeface="+mn-cs"/>
              </a:defRPr>
            </a:lvl4pPr>
            <a:lvl5pPr marL="1828800" indent="0" algn="ctr" defTabSz="914400" rtl="0" eaLnBrk="1" latinLnBrk="0" hangingPunct="1">
              <a:lnSpc>
                <a:spcPct val="90000"/>
              </a:lnSpc>
              <a:spcBef>
                <a:spcPts val="500"/>
              </a:spcBef>
              <a:buClr>
                <a:schemeClr val="bg2"/>
              </a:buClr>
              <a:buSzPct val="80000"/>
              <a:buFontTx/>
              <a:buNone/>
              <a:defRPr sz="1600" b="0" i="0" kern="1200">
                <a:solidFill>
                  <a:schemeClr val="tx1"/>
                </a:solidFill>
                <a:latin typeface="Tenorite" panose="00000500000000000000"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a:solidFill>
                  <a:schemeClr val="tx2"/>
                </a:solidFill>
              </a:rPr>
              <a:t>8</a:t>
            </a:r>
          </a:p>
          <a:p>
            <a:r>
              <a:rPr lang="en-US" sz="1200"/>
              <a:t>Platform layers</a:t>
            </a:r>
          </a:p>
        </p:txBody>
      </p:sp>
      <p:sp>
        <p:nvSpPr>
          <p:cNvPr id="40" name="Subtitle 20">
            <a:extLst>
              <a:ext uri="{FF2B5EF4-FFF2-40B4-BE49-F238E27FC236}">
                <a16:creationId xmlns:a16="http://schemas.microsoft.com/office/drawing/2014/main" id="{3ECCDD50-2B0D-A954-5D96-73C4F0F63595}"/>
              </a:ext>
            </a:extLst>
          </p:cNvPr>
          <p:cNvSpPr txBox="1">
            <a:spLocks/>
          </p:cNvSpPr>
          <p:nvPr/>
        </p:nvSpPr>
        <p:spPr>
          <a:xfrm>
            <a:off x="4578350" y="4900337"/>
            <a:ext cx="1273810" cy="927652"/>
          </a:xfrm>
          <a:prstGeom prst="roundRect">
            <a:avLst/>
          </a:prstGeom>
          <a:ln>
            <a:solidFill>
              <a:schemeClr val="tx2"/>
            </a:solidFill>
          </a:ln>
        </p:spPr>
        <p:txBody>
          <a:bodyPr vert="horz" wrap="square" lIns="91440" tIns="45720" rIns="91440" bIns="45720" rtlCol="0" anchor="t" anchorCtr="0">
            <a:noAutofit/>
          </a:bodyPr>
          <a:lstStyle>
            <a:lvl1pPr marL="0" indent="0" algn="l" defTabSz="914400" rtl="0" eaLnBrk="1" latinLnBrk="0" hangingPunct="1">
              <a:lnSpc>
                <a:spcPct val="100000"/>
              </a:lnSpc>
              <a:spcBef>
                <a:spcPts val="0"/>
              </a:spcBef>
              <a:buClr>
                <a:schemeClr val="bg2"/>
              </a:buClr>
              <a:buSzPct val="80000"/>
              <a:buFont typeface="Arial" panose="020B0604020202020204" pitchFamily="34" charset="0"/>
              <a:buNone/>
              <a:defRPr sz="1600" b="0" i="0" kern="1200">
                <a:solidFill>
                  <a:schemeClr val="tx1"/>
                </a:solidFill>
                <a:latin typeface="Tenorite" panose="00000500000000000000" pitchFamily="2" charset="0"/>
                <a:ea typeface="+mn-ea"/>
                <a:cs typeface="+mn-cs"/>
              </a:defRPr>
            </a:lvl1pPr>
            <a:lvl2pPr marL="457200" indent="0" algn="ctr" defTabSz="914400" rtl="0" eaLnBrk="1" latinLnBrk="0" hangingPunct="1">
              <a:lnSpc>
                <a:spcPct val="90000"/>
              </a:lnSpc>
              <a:spcBef>
                <a:spcPts val="500"/>
              </a:spcBef>
              <a:buClr>
                <a:schemeClr val="bg2"/>
              </a:buClr>
              <a:buSzPct val="80000"/>
              <a:buFontTx/>
              <a:buNone/>
              <a:defRPr sz="2000" b="0" i="0" kern="1200">
                <a:solidFill>
                  <a:schemeClr val="tx1"/>
                </a:solidFill>
                <a:latin typeface="Tenorite" panose="00000500000000000000" pitchFamily="2" charset="0"/>
                <a:ea typeface="+mn-ea"/>
                <a:cs typeface="+mn-cs"/>
              </a:defRPr>
            </a:lvl2pPr>
            <a:lvl3pPr marL="914400" indent="0" algn="ctr" defTabSz="914400" rtl="0" eaLnBrk="1" latinLnBrk="0" hangingPunct="1">
              <a:lnSpc>
                <a:spcPct val="90000"/>
              </a:lnSpc>
              <a:spcBef>
                <a:spcPts val="500"/>
              </a:spcBef>
              <a:buClr>
                <a:schemeClr val="bg2"/>
              </a:buClr>
              <a:buSzPct val="80000"/>
              <a:buFontTx/>
              <a:buNone/>
              <a:defRPr sz="1800" b="0" i="0" kern="1200">
                <a:solidFill>
                  <a:schemeClr val="tx1"/>
                </a:solidFill>
                <a:latin typeface="Tenorite" panose="00000500000000000000" pitchFamily="2" charset="0"/>
                <a:ea typeface="+mn-ea"/>
                <a:cs typeface="+mn-cs"/>
              </a:defRPr>
            </a:lvl3pPr>
            <a:lvl4pPr marL="1371600" indent="0" algn="ctr" defTabSz="914400" rtl="0" eaLnBrk="1" latinLnBrk="0" hangingPunct="1">
              <a:lnSpc>
                <a:spcPct val="90000"/>
              </a:lnSpc>
              <a:spcBef>
                <a:spcPts val="500"/>
              </a:spcBef>
              <a:buClr>
                <a:schemeClr val="bg2"/>
              </a:buClr>
              <a:buSzPct val="80000"/>
              <a:buFontTx/>
              <a:buNone/>
              <a:defRPr sz="1600" b="0" i="0" kern="1200">
                <a:solidFill>
                  <a:schemeClr val="tx1"/>
                </a:solidFill>
                <a:latin typeface="Tenorite" panose="00000500000000000000" pitchFamily="2" charset="0"/>
                <a:ea typeface="+mn-ea"/>
                <a:cs typeface="+mn-cs"/>
              </a:defRPr>
            </a:lvl4pPr>
            <a:lvl5pPr marL="1828800" indent="0" algn="ctr" defTabSz="914400" rtl="0" eaLnBrk="1" latinLnBrk="0" hangingPunct="1">
              <a:lnSpc>
                <a:spcPct val="90000"/>
              </a:lnSpc>
              <a:spcBef>
                <a:spcPts val="500"/>
              </a:spcBef>
              <a:buClr>
                <a:schemeClr val="bg2"/>
              </a:buClr>
              <a:buSzPct val="80000"/>
              <a:buFontTx/>
              <a:buNone/>
              <a:defRPr sz="1600" b="0" i="0" kern="1200">
                <a:solidFill>
                  <a:schemeClr val="tx1"/>
                </a:solidFill>
                <a:latin typeface="Tenorite" panose="00000500000000000000"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a:solidFill>
                  <a:schemeClr val="tx2"/>
                </a:solidFill>
              </a:rPr>
              <a:t>1x</a:t>
            </a:r>
          </a:p>
          <a:p>
            <a:r>
              <a:rPr lang="en-US" sz="1200"/>
              <a:t>Build, N geographies</a:t>
            </a:r>
          </a:p>
        </p:txBody>
      </p:sp>
      <p:cxnSp>
        <p:nvCxnSpPr>
          <p:cNvPr id="42" name="Straight Arrow Connector 41">
            <a:extLst>
              <a:ext uri="{FF2B5EF4-FFF2-40B4-BE49-F238E27FC236}">
                <a16:creationId xmlns:a16="http://schemas.microsoft.com/office/drawing/2014/main" id="{2D8A9F98-3890-3F2E-0A2E-11DD135609C3}"/>
              </a:ext>
            </a:extLst>
          </p:cNvPr>
          <p:cNvCxnSpPr>
            <a:stCxn id="19" idx="3"/>
          </p:cNvCxnSpPr>
          <p:nvPr/>
        </p:nvCxnSpPr>
        <p:spPr>
          <a:xfrm>
            <a:off x="7258355" y="2344970"/>
            <a:ext cx="223560" cy="3594"/>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311F60B3-F25F-366E-E269-3B74F4E75F4B}"/>
              </a:ext>
            </a:extLst>
          </p:cNvPr>
          <p:cNvCxnSpPr>
            <a:cxnSpLocks/>
          </p:cNvCxnSpPr>
          <p:nvPr/>
        </p:nvCxnSpPr>
        <p:spPr>
          <a:xfrm>
            <a:off x="10303180" y="3264513"/>
            <a:ext cx="288368" cy="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30D64-5B39-2FB9-9759-FD04E3DC36E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6E7F215-307F-BACD-0CA0-0E8B6C8D18C5}"/>
              </a:ext>
            </a:extLst>
          </p:cNvPr>
          <p:cNvSpPr>
            <a:spLocks noGrp="1"/>
          </p:cNvSpPr>
          <p:nvPr>
            <p:ph type="title"/>
          </p:nvPr>
        </p:nvSpPr>
        <p:spPr/>
        <p:txBody>
          <a:bodyPr/>
          <a:lstStyle/>
          <a:p>
            <a:r>
              <a:rPr lang="en-US"/>
              <a:t>Fixed scope, transparent sizing, governed from the first commit</a:t>
            </a:r>
          </a:p>
        </p:txBody>
      </p:sp>
      <p:sp>
        <p:nvSpPr>
          <p:cNvPr id="33" name="TextBox 32">
            <a:extLst>
              <a:ext uri="{FF2B5EF4-FFF2-40B4-BE49-F238E27FC236}">
                <a16:creationId xmlns:a16="http://schemas.microsoft.com/office/drawing/2014/main" id="{4B8253B3-74D1-D3A9-3229-4036992E6E79}"/>
              </a:ext>
            </a:extLst>
          </p:cNvPr>
          <p:cNvSpPr txBox="1"/>
          <p:nvPr/>
        </p:nvSpPr>
        <p:spPr>
          <a:xfrm>
            <a:off x="381000" y="1507217"/>
            <a:ext cx="11430000" cy="646331"/>
          </a:xfrm>
          <a:prstGeom prst="rect">
            <a:avLst/>
          </a:prstGeom>
          <a:noFill/>
        </p:spPr>
        <p:txBody>
          <a:bodyPr wrap="square" lIns="0" tIns="0" rIns="0" bIns="0">
            <a:spAutoFit/>
          </a:bodyPr>
          <a:lstStyle/>
          <a:p>
            <a:pPr marL="0" marR="0" indent="0">
              <a:buNone/>
            </a:pPr>
            <a:r>
              <a:rPr lang="en-IN" sz="1400" b="1" i="0">
                <a:solidFill>
                  <a:schemeClr val="bg1"/>
                </a:solidFill>
                <a:effectLst/>
                <a:latin typeface="Tenorite" panose="00000500000000000000" pitchFamily="2" charset="0"/>
              </a:rPr>
              <a:t>Time-boxed programmes fail when scope is discovered late. We invert that: scope is declared up front against four measurable dimensions, mapped to a T-shirt size, and each size carries a pre-agreed team shape and timeline. Non-negotiable platform layers — governance, security, audit, </a:t>
            </a:r>
            <a:r>
              <a:rPr lang="en-IN" sz="1400" b="1" i="0" err="1">
                <a:solidFill>
                  <a:schemeClr val="bg1"/>
                </a:solidFill>
                <a:effectLst/>
                <a:latin typeface="Tenorite" panose="00000500000000000000" pitchFamily="2" charset="0"/>
              </a:rPr>
              <a:t>DataOps</a:t>
            </a:r>
            <a:r>
              <a:rPr lang="en-IN" sz="1400" b="1" i="0">
                <a:solidFill>
                  <a:schemeClr val="bg1"/>
                </a:solidFill>
                <a:effectLst/>
                <a:latin typeface="Tenorite" panose="00000500000000000000" pitchFamily="2" charset="0"/>
              </a:rPr>
              <a:t> — are built alongside the data, never bolted on after go-live.</a:t>
            </a:r>
          </a:p>
        </p:txBody>
      </p:sp>
      <p:sp>
        <p:nvSpPr>
          <p:cNvPr id="34" name="Rectangle: Rounded Corners 33">
            <a:extLst>
              <a:ext uri="{FF2B5EF4-FFF2-40B4-BE49-F238E27FC236}">
                <a16:creationId xmlns:a16="http://schemas.microsoft.com/office/drawing/2014/main" id="{06DE48E4-A922-8C72-B963-CDBDA8799772}"/>
              </a:ext>
            </a:extLst>
          </p:cNvPr>
          <p:cNvSpPr/>
          <p:nvPr/>
        </p:nvSpPr>
        <p:spPr>
          <a:xfrm>
            <a:off x="381000" y="2660072"/>
            <a:ext cx="3620985" cy="3313215"/>
          </a:xfrm>
          <a:prstGeom prst="roundRect">
            <a:avLst>
              <a:gd name="adj" fmla="val 7007"/>
            </a:avLst>
          </a:prstGeom>
          <a:solidFill>
            <a:schemeClr val="tx1"/>
          </a:solidFill>
          <a:ln>
            <a:noFill/>
          </a:ln>
          <a:effectLst>
            <a:outerShdw blurRad="190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Rounded Corners 34">
            <a:extLst>
              <a:ext uri="{FF2B5EF4-FFF2-40B4-BE49-F238E27FC236}">
                <a16:creationId xmlns:a16="http://schemas.microsoft.com/office/drawing/2014/main" id="{CFC4D646-A8E0-7DB1-0FD7-5F462EA5E641}"/>
              </a:ext>
            </a:extLst>
          </p:cNvPr>
          <p:cNvSpPr/>
          <p:nvPr/>
        </p:nvSpPr>
        <p:spPr>
          <a:xfrm>
            <a:off x="4285508" y="2660072"/>
            <a:ext cx="3620985" cy="3313215"/>
          </a:xfrm>
          <a:prstGeom prst="roundRect">
            <a:avLst>
              <a:gd name="adj" fmla="val 7007"/>
            </a:avLst>
          </a:prstGeom>
          <a:solidFill>
            <a:schemeClr val="tx1"/>
          </a:solidFill>
          <a:ln>
            <a:noFill/>
          </a:ln>
          <a:effectLst>
            <a:outerShdw blurRad="190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3F229662-436D-5054-9981-38E3F69D8484}"/>
              </a:ext>
            </a:extLst>
          </p:cNvPr>
          <p:cNvSpPr/>
          <p:nvPr/>
        </p:nvSpPr>
        <p:spPr>
          <a:xfrm>
            <a:off x="8190015" y="2660072"/>
            <a:ext cx="3620985" cy="3313215"/>
          </a:xfrm>
          <a:prstGeom prst="roundRect">
            <a:avLst>
              <a:gd name="adj" fmla="val 7007"/>
            </a:avLst>
          </a:prstGeom>
          <a:solidFill>
            <a:schemeClr val="tx1"/>
          </a:solidFill>
          <a:ln>
            <a:noFill/>
          </a:ln>
          <a:effectLst>
            <a:outerShdw blurRad="190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3B25CFFD-CCE5-1836-FBF7-D912BA8AF38A}"/>
              </a:ext>
            </a:extLst>
          </p:cNvPr>
          <p:cNvSpPr txBox="1"/>
          <p:nvPr/>
        </p:nvSpPr>
        <p:spPr>
          <a:xfrm>
            <a:off x="606632" y="3084696"/>
            <a:ext cx="3169722" cy="2062103"/>
          </a:xfrm>
          <a:prstGeom prst="rect">
            <a:avLst/>
          </a:prstGeom>
          <a:noFill/>
        </p:spPr>
        <p:txBody>
          <a:bodyPr wrap="square" lIns="0" tIns="0" rIns="0" bIns="0">
            <a:spAutoFit/>
          </a:bodyPr>
          <a:lstStyle/>
          <a:p>
            <a:pPr marR="0" indent="0" algn="ctr">
              <a:spcAft>
                <a:spcPts val="1200"/>
              </a:spcAft>
              <a:buNone/>
            </a:pPr>
            <a:r>
              <a:rPr lang="en-US" sz="2000" b="1">
                <a:solidFill>
                  <a:schemeClr val="accent4"/>
                </a:solidFill>
                <a:latin typeface="Tenorite" panose="00000500000000000000" pitchFamily="2" charset="0"/>
              </a:rPr>
              <a:t>Scope drives size, size drives plan</a:t>
            </a:r>
          </a:p>
          <a:p>
            <a:pPr marL="0" marR="0" indent="0" algn="ctr">
              <a:spcAft>
                <a:spcPts val="1200"/>
              </a:spcAft>
              <a:buNone/>
            </a:pPr>
            <a:r>
              <a:rPr lang="en-US" sz="1400" b="0" i="0">
                <a:solidFill>
                  <a:schemeClr val="bg1"/>
                </a:solidFill>
                <a:effectLst/>
                <a:latin typeface="Tenorite" panose="00000500000000000000" pitchFamily="2" charset="0"/>
              </a:rPr>
              <a:t>Sources, ingestion complexity, Silver tables and Gold KPIs are counted in discovery. Those counts deterministically select Simple, Medium or Complex — and with it the timeline, team and </a:t>
            </a:r>
            <a:br>
              <a:rPr lang="en-US" sz="1400" b="0" i="0">
                <a:solidFill>
                  <a:schemeClr val="bg1"/>
                </a:solidFill>
                <a:effectLst/>
                <a:latin typeface="Tenorite" panose="00000500000000000000" pitchFamily="2" charset="0"/>
              </a:rPr>
            </a:br>
            <a:r>
              <a:rPr lang="en-US" sz="1400" b="0" i="0">
                <a:solidFill>
                  <a:schemeClr val="bg1"/>
                </a:solidFill>
                <a:effectLst/>
                <a:latin typeface="Tenorite" panose="00000500000000000000" pitchFamily="2" charset="0"/>
              </a:rPr>
              <a:t>cost envelope.</a:t>
            </a:r>
          </a:p>
        </p:txBody>
      </p:sp>
      <p:sp>
        <p:nvSpPr>
          <p:cNvPr id="42" name="TextBox 41">
            <a:extLst>
              <a:ext uri="{FF2B5EF4-FFF2-40B4-BE49-F238E27FC236}">
                <a16:creationId xmlns:a16="http://schemas.microsoft.com/office/drawing/2014/main" id="{8B9904FC-B87D-F568-8266-8B83C401CB2C}"/>
              </a:ext>
            </a:extLst>
          </p:cNvPr>
          <p:cNvSpPr txBox="1"/>
          <p:nvPr/>
        </p:nvSpPr>
        <p:spPr>
          <a:xfrm>
            <a:off x="4511139" y="3192417"/>
            <a:ext cx="3169722" cy="1846659"/>
          </a:xfrm>
          <a:prstGeom prst="rect">
            <a:avLst/>
          </a:prstGeom>
          <a:noFill/>
        </p:spPr>
        <p:txBody>
          <a:bodyPr wrap="square" lIns="0" tIns="0" rIns="0" bIns="0">
            <a:spAutoFit/>
          </a:bodyPr>
          <a:lstStyle/>
          <a:p>
            <a:pPr algn="ctr">
              <a:spcAft>
                <a:spcPts val="1200"/>
              </a:spcAft>
            </a:pPr>
            <a:r>
              <a:rPr lang="en-US" sz="2000" b="1">
                <a:solidFill>
                  <a:schemeClr val="accent4"/>
                </a:solidFill>
                <a:latin typeface="Tenorite" panose="00000500000000000000" pitchFamily="2" charset="0"/>
              </a:rPr>
              <a:t>Governance is a layer, </a:t>
            </a:r>
            <a:br>
              <a:rPr lang="en-US" sz="2000" b="1">
                <a:solidFill>
                  <a:schemeClr val="accent4"/>
                </a:solidFill>
                <a:latin typeface="Tenorite" panose="00000500000000000000" pitchFamily="2" charset="0"/>
              </a:rPr>
            </a:br>
            <a:r>
              <a:rPr lang="en-US" sz="2000" b="1">
                <a:solidFill>
                  <a:schemeClr val="accent4"/>
                </a:solidFill>
                <a:latin typeface="Tenorite" panose="00000500000000000000" pitchFamily="2" charset="0"/>
              </a:rPr>
              <a:t>not a phase</a:t>
            </a:r>
          </a:p>
          <a:p>
            <a:pPr algn="ctr">
              <a:spcAft>
                <a:spcPts val="1200"/>
              </a:spcAft>
            </a:pPr>
            <a:r>
              <a:rPr lang="en-US" sz="1400">
                <a:solidFill>
                  <a:schemeClr val="bg1"/>
                </a:solidFill>
                <a:latin typeface="Tenorite" panose="00000500000000000000" pitchFamily="2" charset="0"/>
              </a:rPr>
              <a:t>Domains, workspace roles, </a:t>
            </a:r>
            <a:r>
              <a:rPr lang="en-US" sz="1400" err="1">
                <a:solidFill>
                  <a:schemeClr val="bg1"/>
                </a:solidFill>
                <a:latin typeface="Tenorite" panose="00000500000000000000" pitchFamily="2" charset="0"/>
              </a:rPr>
              <a:t>OneLake</a:t>
            </a:r>
            <a:r>
              <a:rPr lang="en-US" sz="1400">
                <a:solidFill>
                  <a:schemeClr val="bg1"/>
                </a:solidFill>
                <a:latin typeface="Tenorite" panose="00000500000000000000" pitchFamily="2" charset="0"/>
              </a:rPr>
              <a:t> security, sensitivity labels and audit are stood up before the first table lands, so trust and lineage are properties of the platform — not remediation debt.</a:t>
            </a:r>
          </a:p>
        </p:txBody>
      </p:sp>
      <p:sp>
        <p:nvSpPr>
          <p:cNvPr id="43" name="TextBox 42">
            <a:extLst>
              <a:ext uri="{FF2B5EF4-FFF2-40B4-BE49-F238E27FC236}">
                <a16:creationId xmlns:a16="http://schemas.microsoft.com/office/drawing/2014/main" id="{A59EE47D-3621-7B09-5D98-01487AE2D784}"/>
              </a:ext>
            </a:extLst>
          </p:cNvPr>
          <p:cNvSpPr txBox="1"/>
          <p:nvPr/>
        </p:nvSpPr>
        <p:spPr>
          <a:xfrm>
            <a:off x="8415646" y="3162779"/>
            <a:ext cx="3169722" cy="2062103"/>
          </a:xfrm>
          <a:prstGeom prst="rect">
            <a:avLst/>
          </a:prstGeom>
          <a:noFill/>
        </p:spPr>
        <p:txBody>
          <a:bodyPr wrap="square" lIns="0" tIns="0" rIns="0" bIns="0" anchor="t">
            <a:spAutoFit/>
          </a:bodyPr>
          <a:lstStyle/>
          <a:p>
            <a:pPr algn="ctr">
              <a:spcAft>
                <a:spcPts val="1200"/>
              </a:spcAft>
            </a:pPr>
            <a:r>
              <a:rPr lang="en-US" sz="2000" b="1">
                <a:solidFill>
                  <a:schemeClr val="accent4"/>
                </a:solidFill>
                <a:latin typeface="Tenorite" panose="00000500000000000000" pitchFamily="2" charset="0"/>
              </a:rPr>
              <a:t>Build once, deploy everywhere</a:t>
            </a:r>
          </a:p>
          <a:p>
            <a:pPr algn="ctr">
              <a:spcAft>
                <a:spcPts val="1200"/>
              </a:spcAft>
            </a:pPr>
            <a:r>
              <a:rPr lang="en-US" sz="1400">
                <a:solidFill>
                  <a:schemeClr val="bg1"/>
                </a:solidFill>
                <a:latin typeface="Tenorite"/>
              </a:rPr>
              <a:t>Metadata-driven, parameterized pipelines mean identical source systems across geographies are onboarded through configuration — not </a:t>
            </a:r>
            <a:br>
              <a:rPr lang="en-US" sz="1400">
                <a:latin typeface="Tenorite" panose="00000500000000000000" pitchFamily="2" charset="0"/>
              </a:rPr>
            </a:br>
            <a:r>
              <a:rPr lang="en-US" sz="1400">
                <a:solidFill>
                  <a:schemeClr val="bg1"/>
                </a:solidFill>
                <a:latin typeface="Tenorite"/>
              </a:rPr>
              <a:t>re-engineering. The framework </a:t>
            </a:r>
            <a:br>
              <a:rPr lang="en-US" sz="1400">
                <a:latin typeface="Tenorite" panose="00000500000000000000" pitchFamily="2" charset="0"/>
              </a:rPr>
            </a:br>
            <a:r>
              <a:rPr lang="en-US" sz="1400">
                <a:solidFill>
                  <a:schemeClr val="bg1"/>
                </a:solidFill>
                <a:latin typeface="Tenorite"/>
              </a:rPr>
              <a:t>is the deliverable.</a:t>
            </a:r>
          </a:p>
        </p:txBody>
      </p:sp>
      <p:sp>
        <p:nvSpPr>
          <p:cNvPr id="45" name="TextBox 44">
            <a:extLst>
              <a:ext uri="{FF2B5EF4-FFF2-40B4-BE49-F238E27FC236}">
                <a16:creationId xmlns:a16="http://schemas.microsoft.com/office/drawing/2014/main" id="{1239406D-C66B-14C5-9A1F-BDED328E4EAB}"/>
              </a:ext>
            </a:extLst>
          </p:cNvPr>
          <p:cNvSpPr txBox="1"/>
          <p:nvPr/>
        </p:nvSpPr>
        <p:spPr>
          <a:xfrm>
            <a:off x="1457008" y="2691901"/>
            <a:ext cx="1468968" cy="338554"/>
          </a:xfrm>
          <a:prstGeom prst="rect">
            <a:avLst/>
          </a:prstGeom>
          <a:noFill/>
        </p:spPr>
        <p:txBody>
          <a:bodyPr wrap="square">
            <a:spAutoFit/>
          </a:bodyPr>
          <a:lstStyle/>
          <a:p>
            <a:pPr algn="ctr"/>
            <a:r>
              <a:rPr lang="en-IN" sz="1600">
                <a:latin typeface="Tenorite" panose="00000500000000000000" pitchFamily="2" charset="0"/>
              </a:rPr>
              <a:t>Principle</a:t>
            </a:r>
          </a:p>
        </p:txBody>
      </p:sp>
      <p:sp>
        <p:nvSpPr>
          <p:cNvPr id="15" name="Slide Number Placeholder 5">
            <a:extLst>
              <a:ext uri="{FF2B5EF4-FFF2-40B4-BE49-F238E27FC236}">
                <a16:creationId xmlns:a16="http://schemas.microsoft.com/office/drawing/2014/main" id="{7677F014-2721-0431-C63E-96FB927A3776}"/>
              </a:ext>
            </a:extLst>
          </p:cNvPr>
          <p:cNvSpPr>
            <a:spLocks noGrp="1"/>
          </p:cNvSpPr>
          <p:nvPr>
            <p:ph type="sldNum" sz="quarter" idx="4"/>
          </p:nvPr>
        </p:nvSpPr>
        <p:spPr>
          <a:xfrm>
            <a:off x="9067800" y="6538580"/>
            <a:ext cx="2743200" cy="174958"/>
          </a:xfrm>
          <a:prstGeom prst="rect">
            <a:avLst/>
          </a:prstGeom>
        </p:spPr>
        <p:txBody>
          <a:bodyPr vert="horz" lIns="91440" tIns="45720" rIns="0" bIns="45720" rtlCol="0" anchor="ctr"/>
          <a:lstStyle>
            <a:lvl1pPr algn="r">
              <a:defRPr sz="700" b="0" i="0">
                <a:solidFill>
                  <a:schemeClr val="accent4"/>
                </a:solidFill>
                <a:latin typeface="Tenorite" panose="00000500000000000000" pitchFamily="2" charset="0"/>
              </a:defRPr>
            </a:lvl1pPr>
          </a:lstStyle>
          <a:p>
            <a:fld id="{330EA680-D336-4FF7-8B7A-9848BB0A1C32}" type="slidenum">
              <a:rPr lang="en-US" smtClean="0"/>
              <a:pPr/>
              <a:t>2</a:t>
            </a:fld>
            <a:endParaRPr lang="en-US"/>
          </a:p>
        </p:txBody>
      </p:sp>
      <p:sp>
        <p:nvSpPr>
          <p:cNvPr id="16" name="Date Placeholder 3">
            <a:extLst>
              <a:ext uri="{FF2B5EF4-FFF2-40B4-BE49-F238E27FC236}">
                <a16:creationId xmlns:a16="http://schemas.microsoft.com/office/drawing/2014/main" id="{3E07BF99-7072-CDC9-4ACC-8BA51D942610}"/>
              </a:ext>
            </a:extLst>
          </p:cNvPr>
          <p:cNvSpPr>
            <a:spLocks noGrp="1"/>
          </p:cNvSpPr>
          <p:nvPr>
            <p:ph type="dt" sz="half" idx="2"/>
          </p:nvPr>
        </p:nvSpPr>
        <p:spPr>
          <a:xfrm>
            <a:off x="930274" y="6538580"/>
            <a:ext cx="2670175" cy="174958"/>
          </a:xfrm>
          <a:prstGeom prst="rect">
            <a:avLst/>
          </a:prstGeom>
        </p:spPr>
        <p:txBody>
          <a:bodyPr vert="horz" lIns="0" tIns="45720" rIns="91440" bIns="45720" rtlCol="0" anchor="ctr"/>
          <a:lstStyle>
            <a:lvl1pPr algn="l">
              <a:defRPr sz="700" b="0" i="0">
                <a:solidFill>
                  <a:schemeClr val="accent4"/>
                </a:solidFill>
                <a:latin typeface="Tenorite" panose="00000500000000000000" pitchFamily="2" charset="0"/>
              </a:defRPr>
            </a:lvl1pPr>
          </a:lstStyle>
          <a:p>
            <a:r>
              <a:rPr lang="en-US"/>
              <a:t>© SYREN CLOUD INC – 2026 – ALL RIGHTS RESERVED</a:t>
            </a:r>
            <a:endParaRPr lang="en-US" sz="700"/>
          </a:p>
        </p:txBody>
      </p:sp>
    </p:spTree>
    <p:extLst>
      <p:ext uri="{BB962C8B-B14F-4D97-AF65-F5344CB8AC3E}">
        <p14:creationId xmlns:p14="http://schemas.microsoft.com/office/powerpoint/2010/main" val="3150714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769C0BA-7536-9751-35C1-C90FA3F429A3}"/>
              </a:ext>
            </a:extLst>
          </p:cNvPr>
          <p:cNvSpPr>
            <a:spLocks noGrp="1"/>
          </p:cNvSpPr>
          <p:nvPr>
            <p:ph type="title"/>
          </p:nvPr>
        </p:nvSpPr>
        <p:spPr>
          <a:xfrm>
            <a:off x="381000" y="317499"/>
            <a:ext cx="11468100" cy="498598"/>
          </a:xfrm>
        </p:spPr>
        <p:txBody>
          <a:bodyPr/>
          <a:lstStyle/>
          <a:p>
            <a:r>
              <a:rPr lang="en-US"/>
              <a:t>End-to-end target state on Microsoft Fabric</a:t>
            </a:r>
          </a:p>
        </p:txBody>
      </p:sp>
      <p:sp>
        <p:nvSpPr>
          <p:cNvPr id="13" name="Slide Number Placeholder 12">
            <a:extLst>
              <a:ext uri="{FF2B5EF4-FFF2-40B4-BE49-F238E27FC236}">
                <a16:creationId xmlns:a16="http://schemas.microsoft.com/office/drawing/2014/main" id="{866E50E7-DE17-3631-C8A0-F48AC4F477C0}"/>
              </a:ext>
            </a:extLst>
          </p:cNvPr>
          <p:cNvSpPr>
            <a:spLocks noGrp="1"/>
          </p:cNvSpPr>
          <p:nvPr>
            <p:ph type="sldNum" sz="quarter" idx="4"/>
          </p:nvPr>
        </p:nvSpPr>
        <p:spPr>
          <a:xfrm>
            <a:off x="9067800" y="6538580"/>
            <a:ext cx="2743200" cy="174958"/>
          </a:xfrm>
        </p:spPr>
        <p:txBody>
          <a:bodyPr/>
          <a:lstStyle/>
          <a:p>
            <a:fld id="{330EA680-D336-4FF7-8B7A-9848BB0A1C32}" type="slidenum">
              <a:rPr lang="en-US" smtClean="0"/>
              <a:pPr/>
              <a:t>3</a:t>
            </a:fld>
            <a:endParaRPr lang="en-US"/>
          </a:p>
        </p:txBody>
      </p:sp>
      <p:sp>
        <p:nvSpPr>
          <p:cNvPr id="12" name="Date Placeholder 11">
            <a:extLst>
              <a:ext uri="{FF2B5EF4-FFF2-40B4-BE49-F238E27FC236}">
                <a16:creationId xmlns:a16="http://schemas.microsoft.com/office/drawing/2014/main" id="{971C8B6E-90C3-B1A1-F3EB-5CA7F8D214B3}"/>
              </a:ext>
            </a:extLst>
          </p:cNvPr>
          <p:cNvSpPr>
            <a:spLocks noGrp="1"/>
          </p:cNvSpPr>
          <p:nvPr>
            <p:ph type="dt" sz="half" idx="2"/>
          </p:nvPr>
        </p:nvSpPr>
        <p:spPr>
          <a:xfrm>
            <a:off x="930274" y="6538580"/>
            <a:ext cx="2670175" cy="174958"/>
          </a:xfrm>
        </p:spPr>
        <p:txBody>
          <a:bodyPr/>
          <a:lstStyle/>
          <a:p>
            <a:r>
              <a:rPr lang="en-US"/>
              <a:t>© SYREN CLOUD INC – 2026 – ALL RIGHTS RESERVED</a:t>
            </a:r>
          </a:p>
        </p:txBody>
      </p:sp>
      <p:sp>
        <p:nvSpPr>
          <p:cNvPr id="33" name="TextBox 32">
            <a:extLst>
              <a:ext uri="{FF2B5EF4-FFF2-40B4-BE49-F238E27FC236}">
                <a16:creationId xmlns:a16="http://schemas.microsoft.com/office/drawing/2014/main" id="{FB61047B-D022-C1C5-F648-A4C544FE556D}"/>
              </a:ext>
            </a:extLst>
          </p:cNvPr>
          <p:cNvSpPr txBox="1"/>
          <p:nvPr/>
        </p:nvSpPr>
        <p:spPr>
          <a:xfrm>
            <a:off x="381000" y="1023128"/>
            <a:ext cx="11430000" cy="430887"/>
          </a:xfrm>
          <a:prstGeom prst="rect">
            <a:avLst/>
          </a:prstGeom>
          <a:noFill/>
        </p:spPr>
        <p:txBody>
          <a:bodyPr wrap="square" lIns="0" tIns="0" rIns="0" bIns="0">
            <a:spAutoFit/>
          </a:bodyPr>
          <a:lstStyle/>
          <a:p>
            <a:pPr marL="0" marR="0" indent="0">
              <a:buNone/>
            </a:pPr>
            <a:r>
              <a:rPr lang="en-US" sz="1400" b="1" i="0">
                <a:solidFill>
                  <a:schemeClr val="bg1"/>
                </a:solidFill>
                <a:effectLst/>
                <a:latin typeface="Tenorite" panose="00000500000000000000" pitchFamily="2" charset="0"/>
              </a:rPr>
              <a:t>A single reference architecture scales across all three sizes; what changes is breadth (source count, table count, streaming) not shape. </a:t>
            </a:r>
            <a:r>
              <a:rPr lang="en-US" sz="1400" b="1" i="0" err="1">
                <a:solidFill>
                  <a:schemeClr val="bg1"/>
                </a:solidFill>
                <a:effectLst/>
                <a:latin typeface="Tenorite" panose="00000500000000000000" pitchFamily="2" charset="0"/>
              </a:rPr>
              <a:t>OneLake</a:t>
            </a:r>
            <a:r>
              <a:rPr lang="en-US" sz="1400" b="1" i="0">
                <a:solidFill>
                  <a:schemeClr val="bg1"/>
                </a:solidFill>
                <a:effectLst/>
                <a:latin typeface="Tenorite" panose="00000500000000000000" pitchFamily="2" charset="0"/>
              </a:rPr>
              <a:t> is the system-of-record; Delta Lake with V-Order is the storage standard; Direct Lake serves semantic models with no import refresh.</a:t>
            </a:r>
          </a:p>
        </p:txBody>
      </p:sp>
      <p:sp>
        <p:nvSpPr>
          <p:cNvPr id="34" name="Rectangle: Rounded Corners 33">
            <a:extLst>
              <a:ext uri="{FF2B5EF4-FFF2-40B4-BE49-F238E27FC236}">
                <a16:creationId xmlns:a16="http://schemas.microsoft.com/office/drawing/2014/main" id="{98D4FC69-7424-7615-2CA9-CDAC3578523D}"/>
              </a:ext>
            </a:extLst>
          </p:cNvPr>
          <p:cNvSpPr>
            <a:spLocks/>
          </p:cNvSpPr>
          <p:nvPr/>
        </p:nvSpPr>
        <p:spPr>
          <a:xfrm>
            <a:off x="381001" y="1569861"/>
            <a:ext cx="11430000" cy="4792839"/>
          </a:xfrm>
          <a:prstGeom prst="roundRect">
            <a:avLst>
              <a:gd name="adj" fmla="val 3148"/>
            </a:avLst>
          </a:prstGeom>
          <a:solidFill>
            <a:schemeClr val="tx1"/>
          </a:solidFill>
          <a:ln>
            <a:noFill/>
          </a:ln>
          <a:effectLst>
            <a:outerShdw blurRad="190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Rectangle: Rounded Corners 63">
            <a:extLst>
              <a:ext uri="{FF2B5EF4-FFF2-40B4-BE49-F238E27FC236}">
                <a16:creationId xmlns:a16="http://schemas.microsoft.com/office/drawing/2014/main" id="{00179BCB-692F-B865-C3C4-D0A7DA52F54D}"/>
              </a:ext>
            </a:extLst>
          </p:cNvPr>
          <p:cNvSpPr/>
          <p:nvPr/>
        </p:nvSpPr>
        <p:spPr>
          <a:xfrm>
            <a:off x="578704" y="1988794"/>
            <a:ext cx="1631797" cy="346066"/>
          </a:xfrm>
          <a:prstGeom prst="roundRect">
            <a:avLst/>
          </a:prstGeom>
          <a:noFill/>
          <a:ln w="127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bg1"/>
                </a:solidFill>
                <a:latin typeface="Tenorite" panose="00000500000000000000" pitchFamily="2" charset="0"/>
              </a:rPr>
              <a:t>SAP · Oracle · Dynamics</a:t>
            </a:r>
          </a:p>
        </p:txBody>
      </p:sp>
      <p:sp>
        <p:nvSpPr>
          <p:cNvPr id="66" name="Rectangle: Rounded Corners 65">
            <a:extLst>
              <a:ext uri="{FF2B5EF4-FFF2-40B4-BE49-F238E27FC236}">
                <a16:creationId xmlns:a16="http://schemas.microsoft.com/office/drawing/2014/main" id="{F225F9F1-7F85-87BD-D262-34B9182B7AF4}"/>
              </a:ext>
            </a:extLst>
          </p:cNvPr>
          <p:cNvSpPr/>
          <p:nvPr/>
        </p:nvSpPr>
        <p:spPr>
          <a:xfrm>
            <a:off x="578704" y="2412695"/>
            <a:ext cx="1631797" cy="346066"/>
          </a:xfrm>
          <a:prstGeom prst="roundRect">
            <a:avLst/>
          </a:prstGeom>
          <a:noFill/>
          <a:ln w="127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bg1"/>
                </a:solidFill>
                <a:latin typeface="Tenorite" panose="00000500000000000000" pitchFamily="2" charset="0"/>
              </a:rPr>
              <a:t>Salesforce · SaaS APIs</a:t>
            </a:r>
          </a:p>
        </p:txBody>
      </p:sp>
      <p:sp>
        <p:nvSpPr>
          <p:cNvPr id="68" name="Rectangle: Rounded Corners 67">
            <a:extLst>
              <a:ext uri="{FF2B5EF4-FFF2-40B4-BE49-F238E27FC236}">
                <a16:creationId xmlns:a16="http://schemas.microsoft.com/office/drawing/2014/main" id="{1AC27005-DE9D-2E6E-343F-D3BFC1548FA5}"/>
              </a:ext>
            </a:extLst>
          </p:cNvPr>
          <p:cNvSpPr/>
          <p:nvPr/>
        </p:nvSpPr>
        <p:spPr>
          <a:xfrm>
            <a:off x="578704" y="2836596"/>
            <a:ext cx="1631797" cy="346066"/>
          </a:xfrm>
          <a:prstGeom prst="roundRect">
            <a:avLst/>
          </a:prstGeom>
          <a:noFill/>
          <a:ln w="127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bg1"/>
                </a:solidFill>
                <a:latin typeface="Tenorite" panose="00000500000000000000" pitchFamily="2" charset="0"/>
              </a:rPr>
              <a:t>Files · SFTP · ADLS · S3</a:t>
            </a:r>
          </a:p>
        </p:txBody>
      </p:sp>
      <p:sp>
        <p:nvSpPr>
          <p:cNvPr id="70" name="Rectangle 69">
            <a:extLst>
              <a:ext uri="{FF2B5EF4-FFF2-40B4-BE49-F238E27FC236}">
                <a16:creationId xmlns:a16="http://schemas.microsoft.com/office/drawing/2014/main" id="{902C3E9F-8F8A-0363-9357-7E814EC4092A}"/>
              </a:ext>
            </a:extLst>
          </p:cNvPr>
          <p:cNvSpPr/>
          <p:nvPr/>
        </p:nvSpPr>
        <p:spPr>
          <a:xfrm>
            <a:off x="1001771" y="1665558"/>
            <a:ext cx="785663"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IN" sz="1400" b="1">
                <a:solidFill>
                  <a:schemeClr val="accent4"/>
                </a:solidFill>
                <a:latin typeface="Tenorite" panose="00000500000000000000" pitchFamily="2" charset="0"/>
              </a:rPr>
              <a:t>Sources</a:t>
            </a:r>
          </a:p>
        </p:txBody>
      </p:sp>
      <p:sp>
        <p:nvSpPr>
          <p:cNvPr id="72" name="Rectangle: Rounded Corners 71">
            <a:extLst>
              <a:ext uri="{FF2B5EF4-FFF2-40B4-BE49-F238E27FC236}">
                <a16:creationId xmlns:a16="http://schemas.microsoft.com/office/drawing/2014/main" id="{BBC6715E-5D43-EEC9-966B-C957EDB7AAB3}"/>
              </a:ext>
            </a:extLst>
          </p:cNvPr>
          <p:cNvSpPr/>
          <p:nvPr/>
        </p:nvSpPr>
        <p:spPr>
          <a:xfrm>
            <a:off x="578704" y="3260497"/>
            <a:ext cx="1631797" cy="346066"/>
          </a:xfrm>
          <a:prstGeom prst="roundRect">
            <a:avLst/>
          </a:prstGeom>
          <a:noFill/>
          <a:ln w="127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bg1"/>
                </a:solidFill>
                <a:latin typeface="Tenorite" panose="00000500000000000000" pitchFamily="2" charset="0"/>
              </a:rPr>
              <a:t>DB (CDC) · Mirroring</a:t>
            </a:r>
          </a:p>
        </p:txBody>
      </p:sp>
      <p:sp>
        <p:nvSpPr>
          <p:cNvPr id="73" name="Rectangle: Rounded Corners 72">
            <a:extLst>
              <a:ext uri="{FF2B5EF4-FFF2-40B4-BE49-F238E27FC236}">
                <a16:creationId xmlns:a16="http://schemas.microsoft.com/office/drawing/2014/main" id="{A697BE8C-77F3-172D-FC9F-D71883116467}"/>
              </a:ext>
            </a:extLst>
          </p:cNvPr>
          <p:cNvSpPr/>
          <p:nvPr/>
        </p:nvSpPr>
        <p:spPr>
          <a:xfrm>
            <a:off x="578704" y="3684399"/>
            <a:ext cx="1631797" cy="346066"/>
          </a:xfrm>
          <a:prstGeom prst="roundRect">
            <a:avLst/>
          </a:prstGeom>
          <a:noFill/>
          <a:ln w="127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bg1"/>
                </a:solidFill>
                <a:latin typeface="Tenorite" panose="00000500000000000000" pitchFamily="2" charset="0"/>
              </a:rPr>
              <a:t>Event streams · IoT</a:t>
            </a:r>
          </a:p>
        </p:txBody>
      </p:sp>
      <p:grpSp>
        <p:nvGrpSpPr>
          <p:cNvPr id="78" name="Group 77">
            <a:extLst>
              <a:ext uri="{FF2B5EF4-FFF2-40B4-BE49-F238E27FC236}">
                <a16:creationId xmlns:a16="http://schemas.microsoft.com/office/drawing/2014/main" id="{FFF274AA-0F62-7661-68A6-BA4C249975D3}"/>
              </a:ext>
            </a:extLst>
          </p:cNvPr>
          <p:cNvGrpSpPr/>
          <p:nvPr/>
        </p:nvGrpSpPr>
        <p:grpSpPr>
          <a:xfrm>
            <a:off x="2633518" y="1988794"/>
            <a:ext cx="1631797" cy="2041671"/>
            <a:chOff x="2935090" y="2174218"/>
            <a:chExt cx="1631797" cy="1617769"/>
          </a:xfrm>
          <a:solidFill>
            <a:srgbClr val="FFF5EF"/>
          </a:solidFill>
        </p:grpSpPr>
        <p:sp>
          <p:nvSpPr>
            <p:cNvPr id="74" name="Rectangle: Rounded Corners 73">
              <a:extLst>
                <a:ext uri="{FF2B5EF4-FFF2-40B4-BE49-F238E27FC236}">
                  <a16:creationId xmlns:a16="http://schemas.microsoft.com/office/drawing/2014/main" id="{13EAE23E-A0F3-E240-7D8A-248FC314FBB8}"/>
                </a:ext>
              </a:extLst>
            </p:cNvPr>
            <p:cNvSpPr/>
            <p:nvPr/>
          </p:nvSpPr>
          <p:spPr>
            <a:xfrm>
              <a:off x="2935090" y="2174218"/>
              <a:ext cx="1631797" cy="346066"/>
            </a:xfrm>
            <a:prstGeom prst="roundRect">
              <a:avLst/>
            </a:prstGeom>
            <a:grp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latin typeface="Tenorite" panose="00000500000000000000" pitchFamily="2" charset="0"/>
                </a:rPr>
                <a:t>Data Factory</a:t>
              </a:r>
            </a:p>
            <a:p>
              <a:pPr algn="ctr"/>
              <a:r>
                <a:rPr lang="en-US" sz="800">
                  <a:solidFill>
                    <a:schemeClr val="bg1"/>
                  </a:solidFill>
                  <a:latin typeface="Tenorite" panose="00000500000000000000" pitchFamily="2" charset="0"/>
                </a:rPr>
                <a:t>Pipelines · Copy job · Dataflows</a:t>
              </a:r>
            </a:p>
          </p:txBody>
        </p:sp>
        <p:sp>
          <p:nvSpPr>
            <p:cNvPr id="75" name="Rectangle: Rounded Corners 74">
              <a:extLst>
                <a:ext uri="{FF2B5EF4-FFF2-40B4-BE49-F238E27FC236}">
                  <a16:creationId xmlns:a16="http://schemas.microsoft.com/office/drawing/2014/main" id="{F786B956-80BD-30F0-6E2F-ED5C48385003}"/>
                </a:ext>
              </a:extLst>
            </p:cNvPr>
            <p:cNvSpPr/>
            <p:nvPr/>
          </p:nvSpPr>
          <p:spPr>
            <a:xfrm>
              <a:off x="2935090" y="2598119"/>
              <a:ext cx="1631797" cy="346066"/>
            </a:xfrm>
            <a:prstGeom prst="roundRect">
              <a:avLst/>
            </a:prstGeom>
            <a:grp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a:solidFill>
                    <a:schemeClr val="bg1"/>
                  </a:solidFill>
                  <a:latin typeface="Tenorite" panose="00000500000000000000" pitchFamily="2" charset="0"/>
                </a:rPr>
                <a:t>Mirroring</a:t>
              </a:r>
            </a:p>
            <a:p>
              <a:pPr algn="ctr"/>
              <a:r>
                <a:rPr lang="en-IN" sz="800">
                  <a:solidFill>
                    <a:schemeClr val="bg1"/>
                  </a:solidFill>
                  <a:latin typeface="Tenorite" panose="00000500000000000000" pitchFamily="2" charset="0"/>
                </a:rPr>
                <a:t>Zero-ETL DB replication</a:t>
              </a:r>
            </a:p>
          </p:txBody>
        </p:sp>
        <p:sp>
          <p:nvSpPr>
            <p:cNvPr id="76" name="Rectangle: Rounded Corners 75">
              <a:extLst>
                <a:ext uri="{FF2B5EF4-FFF2-40B4-BE49-F238E27FC236}">
                  <a16:creationId xmlns:a16="http://schemas.microsoft.com/office/drawing/2014/main" id="{DFA53E09-8E4B-666A-CB75-845A18BFEE62}"/>
                </a:ext>
              </a:extLst>
            </p:cNvPr>
            <p:cNvSpPr/>
            <p:nvPr/>
          </p:nvSpPr>
          <p:spPr>
            <a:xfrm>
              <a:off x="2935090" y="3022020"/>
              <a:ext cx="1631797" cy="346066"/>
            </a:xfrm>
            <a:prstGeom prst="roundRect">
              <a:avLst/>
            </a:prstGeom>
            <a:grp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latin typeface="Tenorite" panose="00000500000000000000" pitchFamily="2" charset="0"/>
                </a:rPr>
                <a:t>Shortcuts</a:t>
              </a:r>
            </a:p>
            <a:p>
              <a:pPr algn="ctr"/>
              <a:r>
                <a:rPr lang="en-US" sz="800">
                  <a:solidFill>
                    <a:schemeClr val="bg1"/>
                  </a:solidFill>
                  <a:latin typeface="Tenorite" panose="00000500000000000000" pitchFamily="2" charset="0"/>
                </a:rPr>
                <a:t>Zero-copy to ADLS/S3</a:t>
              </a:r>
              <a:endParaRPr lang="en-IN" sz="800">
                <a:solidFill>
                  <a:schemeClr val="bg1"/>
                </a:solidFill>
                <a:latin typeface="Tenorite" panose="00000500000000000000" pitchFamily="2" charset="0"/>
              </a:endParaRPr>
            </a:p>
          </p:txBody>
        </p:sp>
        <p:sp>
          <p:nvSpPr>
            <p:cNvPr id="77" name="Rectangle: Rounded Corners 76">
              <a:extLst>
                <a:ext uri="{FF2B5EF4-FFF2-40B4-BE49-F238E27FC236}">
                  <a16:creationId xmlns:a16="http://schemas.microsoft.com/office/drawing/2014/main" id="{CA4E6FEF-668D-1138-E225-26B5150675EF}"/>
                </a:ext>
              </a:extLst>
            </p:cNvPr>
            <p:cNvSpPr/>
            <p:nvPr/>
          </p:nvSpPr>
          <p:spPr>
            <a:xfrm>
              <a:off x="2935090" y="3445921"/>
              <a:ext cx="1631797" cy="346066"/>
            </a:xfrm>
            <a:prstGeom prst="roundRect">
              <a:avLst/>
            </a:prstGeom>
            <a:grp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err="1">
                  <a:solidFill>
                    <a:schemeClr val="bg1"/>
                  </a:solidFill>
                  <a:latin typeface="Tenorite" panose="00000500000000000000" pitchFamily="2" charset="0"/>
                </a:rPr>
                <a:t>Eventstream</a:t>
              </a:r>
              <a:endParaRPr lang="en-IN" sz="1200" b="1">
                <a:solidFill>
                  <a:schemeClr val="bg1"/>
                </a:solidFill>
                <a:latin typeface="Tenorite" panose="00000500000000000000" pitchFamily="2" charset="0"/>
              </a:endParaRPr>
            </a:p>
            <a:p>
              <a:pPr algn="ctr"/>
              <a:r>
                <a:rPr lang="en-IN" sz="800">
                  <a:solidFill>
                    <a:schemeClr val="bg1"/>
                  </a:solidFill>
                  <a:latin typeface="Tenorite" panose="00000500000000000000" pitchFamily="2" charset="0"/>
                </a:rPr>
                <a:t>Real-Time Intelligence</a:t>
              </a:r>
            </a:p>
          </p:txBody>
        </p:sp>
      </p:grpSp>
      <p:sp>
        <p:nvSpPr>
          <p:cNvPr id="79" name="Rectangle 78">
            <a:extLst>
              <a:ext uri="{FF2B5EF4-FFF2-40B4-BE49-F238E27FC236}">
                <a16:creationId xmlns:a16="http://schemas.microsoft.com/office/drawing/2014/main" id="{2A5C3653-32B7-B9FB-BA7C-987BBAC58B83}"/>
              </a:ext>
            </a:extLst>
          </p:cNvPr>
          <p:cNvSpPr/>
          <p:nvPr/>
        </p:nvSpPr>
        <p:spPr>
          <a:xfrm>
            <a:off x="3001601" y="1665558"/>
            <a:ext cx="895631"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IN" sz="1400" b="1">
                <a:solidFill>
                  <a:schemeClr val="accent4"/>
                </a:solidFill>
                <a:latin typeface="Tenorite" panose="00000500000000000000" pitchFamily="2" charset="0"/>
              </a:rPr>
              <a:t>Ingestion</a:t>
            </a:r>
          </a:p>
        </p:txBody>
      </p:sp>
      <p:sp>
        <p:nvSpPr>
          <p:cNvPr id="81" name="Rectangle: Rounded Corners 80">
            <a:extLst>
              <a:ext uri="{FF2B5EF4-FFF2-40B4-BE49-F238E27FC236}">
                <a16:creationId xmlns:a16="http://schemas.microsoft.com/office/drawing/2014/main" id="{894FA207-B4F7-6BB0-A61F-E76F81B438EE}"/>
              </a:ext>
            </a:extLst>
          </p:cNvPr>
          <p:cNvSpPr/>
          <p:nvPr/>
        </p:nvSpPr>
        <p:spPr>
          <a:xfrm>
            <a:off x="4688332" y="1988794"/>
            <a:ext cx="1530636" cy="2041671"/>
          </a:xfrm>
          <a:prstGeom prst="roundRect">
            <a:avLst>
              <a:gd name="adj" fmla="val 6160"/>
            </a:avLst>
          </a:prstGeom>
          <a:solidFill>
            <a:schemeClr val="tx2"/>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400"/>
              </a:spcAft>
            </a:pPr>
            <a:r>
              <a:rPr lang="en-IN" sz="1400" b="1">
                <a:solidFill>
                  <a:schemeClr val="tx1"/>
                </a:solidFill>
                <a:latin typeface="Tenorite" panose="00000500000000000000" pitchFamily="2" charset="0"/>
              </a:rPr>
              <a:t>Bronze LH</a:t>
            </a:r>
          </a:p>
          <a:p>
            <a:pPr marL="118872" indent="-118872">
              <a:spcAft>
                <a:spcPts val="400"/>
              </a:spcAft>
              <a:buSzPct val="80000"/>
              <a:buFont typeface="Arial" panose="020B0604020202020204" pitchFamily="34" charset="0"/>
              <a:buChar char="•"/>
            </a:pPr>
            <a:r>
              <a:rPr lang="en-US" sz="1000" b="1">
                <a:solidFill>
                  <a:schemeClr val="tx1"/>
                </a:solidFill>
                <a:latin typeface="Tenorite" panose="00000500000000000000" pitchFamily="2" charset="0"/>
              </a:rPr>
              <a:t>Raw, </a:t>
            </a:r>
            <a:r>
              <a:rPr lang="en-US" sz="1000">
                <a:solidFill>
                  <a:schemeClr val="tx1"/>
                </a:solidFill>
                <a:latin typeface="Tenorite" panose="00000500000000000000" pitchFamily="2" charset="0"/>
              </a:rPr>
              <a:t>immutable</a:t>
            </a:r>
          </a:p>
          <a:p>
            <a:pPr marL="118872" indent="-118872">
              <a:spcAft>
                <a:spcPts val="400"/>
              </a:spcAft>
              <a:buSzPct val="80000"/>
              <a:buFont typeface="Arial" panose="020B0604020202020204" pitchFamily="34" charset="0"/>
              <a:buChar char="•"/>
            </a:pPr>
            <a:r>
              <a:rPr lang="en-US" sz="1000">
                <a:solidFill>
                  <a:schemeClr val="tx1"/>
                </a:solidFill>
                <a:latin typeface="Tenorite" panose="00000500000000000000" pitchFamily="2" charset="0"/>
              </a:rPr>
              <a:t>Append-only</a:t>
            </a:r>
          </a:p>
          <a:p>
            <a:pPr marL="118872" indent="-118872">
              <a:spcAft>
                <a:spcPts val="400"/>
              </a:spcAft>
              <a:buSzPct val="80000"/>
              <a:buFont typeface="Arial" panose="020B0604020202020204" pitchFamily="34" charset="0"/>
              <a:buChar char="•"/>
            </a:pPr>
            <a:r>
              <a:rPr lang="en-US" sz="1000">
                <a:solidFill>
                  <a:schemeClr val="tx1"/>
                </a:solidFill>
                <a:latin typeface="Tenorite" panose="00000500000000000000" pitchFamily="2" charset="0"/>
              </a:rPr>
              <a:t>Full replay history</a:t>
            </a:r>
          </a:p>
          <a:p>
            <a:pPr marL="118872" indent="-118872">
              <a:spcAft>
                <a:spcPts val="400"/>
              </a:spcAft>
              <a:buSzPct val="80000"/>
              <a:buFont typeface="Arial" panose="020B0604020202020204" pitchFamily="34" charset="0"/>
              <a:buChar char="•"/>
            </a:pPr>
            <a:r>
              <a:rPr lang="en-US" sz="1000">
                <a:solidFill>
                  <a:schemeClr val="tx1"/>
                </a:solidFill>
                <a:latin typeface="Tenorite" panose="00000500000000000000" pitchFamily="2" charset="0"/>
              </a:rPr>
              <a:t>Ingestion metadata</a:t>
            </a:r>
          </a:p>
          <a:p>
            <a:pPr marL="118872" indent="-118872">
              <a:spcAft>
                <a:spcPts val="400"/>
              </a:spcAft>
              <a:buSzPct val="80000"/>
              <a:buFont typeface="Arial" panose="020B0604020202020204" pitchFamily="34" charset="0"/>
              <a:buChar char="•"/>
            </a:pPr>
            <a:r>
              <a:rPr lang="en-US" sz="1000">
                <a:solidFill>
                  <a:schemeClr val="tx1"/>
                </a:solidFill>
                <a:latin typeface="Tenorite" panose="00000500000000000000" pitchFamily="2" charset="0"/>
              </a:rPr>
              <a:t>Partition by load date</a:t>
            </a:r>
            <a:endParaRPr lang="en-IN" sz="1000">
              <a:solidFill>
                <a:schemeClr val="tx1"/>
              </a:solidFill>
              <a:latin typeface="Tenorite" panose="00000500000000000000" pitchFamily="2" charset="0"/>
            </a:endParaRPr>
          </a:p>
        </p:txBody>
      </p:sp>
      <p:sp>
        <p:nvSpPr>
          <p:cNvPr id="92" name="Rectangle: Rounded Corners 91">
            <a:extLst>
              <a:ext uri="{FF2B5EF4-FFF2-40B4-BE49-F238E27FC236}">
                <a16:creationId xmlns:a16="http://schemas.microsoft.com/office/drawing/2014/main" id="{FEF52ECB-EB82-F53B-CFFB-11A9BDC66241}"/>
              </a:ext>
            </a:extLst>
          </p:cNvPr>
          <p:cNvSpPr/>
          <p:nvPr/>
        </p:nvSpPr>
        <p:spPr>
          <a:xfrm>
            <a:off x="6641985" y="1988794"/>
            <a:ext cx="1530636" cy="2041671"/>
          </a:xfrm>
          <a:prstGeom prst="roundRect">
            <a:avLst>
              <a:gd name="adj" fmla="val 6160"/>
            </a:avLst>
          </a:prstGeom>
          <a:solidFill>
            <a:schemeClr val="tx2">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400"/>
              </a:spcAft>
            </a:pPr>
            <a:r>
              <a:rPr lang="en-IN" sz="1400" b="1">
                <a:solidFill>
                  <a:schemeClr val="bg1"/>
                </a:solidFill>
                <a:latin typeface="Tenorite" panose="00000500000000000000" pitchFamily="2" charset="0"/>
              </a:rPr>
              <a:t>Sliver LH</a:t>
            </a:r>
          </a:p>
          <a:p>
            <a:pPr marL="118872" indent="-118872">
              <a:spcAft>
                <a:spcPts val="400"/>
              </a:spcAft>
              <a:buSzPct val="80000"/>
              <a:buFont typeface="Arial" panose="020B0604020202020204" pitchFamily="34" charset="0"/>
              <a:buChar char="•"/>
            </a:pPr>
            <a:r>
              <a:rPr lang="en-US" sz="1000">
                <a:solidFill>
                  <a:schemeClr val="bg1"/>
                </a:solidFill>
                <a:latin typeface="Tenorite" panose="00000500000000000000" pitchFamily="2" charset="0"/>
              </a:rPr>
              <a:t>Cleansed / typed</a:t>
            </a:r>
          </a:p>
          <a:p>
            <a:pPr marL="118872" indent="-118872">
              <a:spcAft>
                <a:spcPts val="400"/>
              </a:spcAft>
              <a:buSzPct val="80000"/>
              <a:buFont typeface="Arial" panose="020B0604020202020204" pitchFamily="34" charset="0"/>
              <a:buChar char="•"/>
            </a:pPr>
            <a:r>
              <a:rPr lang="en-US" sz="1000">
                <a:solidFill>
                  <a:schemeClr val="bg1"/>
                </a:solidFill>
                <a:latin typeface="Tenorite" panose="00000500000000000000" pitchFamily="2" charset="0"/>
              </a:rPr>
              <a:t>Conformed dims</a:t>
            </a:r>
          </a:p>
          <a:p>
            <a:pPr marL="118872" indent="-118872">
              <a:spcAft>
                <a:spcPts val="400"/>
              </a:spcAft>
              <a:buSzPct val="80000"/>
              <a:buFont typeface="Arial" panose="020B0604020202020204" pitchFamily="34" charset="0"/>
              <a:buChar char="•"/>
            </a:pPr>
            <a:r>
              <a:rPr lang="en-US" sz="1000">
                <a:solidFill>
                  <a:schemeClr val="bg1"/>
                </a:solidFill>
                <a:latin typeface="Tenorite" panose="00000500000000000000" pitchFamily="2" charset="0"/>
              </a:rPr>
              <a:t>Deduped · SCD</a:t>
            </a:r>
          </a:p>
          <a:p>
            <a:pPr marL="118872" indent="-118872">
              <a:spcAft>
                <a:spcPts val="400"/>
              </a:spcAft>
              <a:buSzPct val="80000"/>
              <a:buFont typeface="Arial" panose="020B0604020202020204" pitchFamily="34" charset="0"/>
              <a:buChar char="•"/>
            </a:pPr>
            <a:r>
              <a:rPr lang="en-US" sz="1000">
                <a:solidFill>
                  <a:schemeClr val="bg1"/>
                </a:solidFill>
                <a:latin typeface="Tenorite" panose="00000500000000000000" pitchFamily="2" charset="0"/>
              </a:rPr>
              <a:t>Data-quality gates</a:t>
            </a:r>
          </a:p>
          <a:p>
            <a:pPr marL="118872" indent="-118872">
              <a:spcAft>
                <a:spcPts val="400"/>
              </a:spcAft>
              <a:buSzPct val="80000"/>
              <a:buFont typeface="Arial" panose="020B0604020202020204" pitchFamily="34" charset="0"/>
              <a:buChar char="•"/>
            </a:pPr>
            <a:r>
              <a:rPr lang="en-US" sz="1000">
                <a:solidFill>
                  <a:schemeClr val="bg1"/>
                </a:solidFill>
                <a:latin typeface="Tenorite" panose="00000500000000000000" pitchFamily="2" charset="0"/>
              </a:rPr>
              <a:t>Business keys</a:t>
            </a:r>
          </a:p>
          <a:p>
            <a:pPr marL="118872" indent="-118872">
              <a:spcAft>
                <a:spcPts val="400"/>
              </a:spcAft>
              <a:buSzPct val="80000"/>
              <a:buFont typeface="Arial" panose="020B0604020202020204" pitchFamily="34" charset="0"/>
              <a:buChar char="•"/>
            </a:pPr>
            <a:r>
              <a:rPr lang="en-US" sz="1000">
                <a:solidFill>
                  <a:schemeClr val="bg1"/>
                </a:solidFill>
                <a:latin typeface="Tenorite" panose="00000500000000000000" pitchFamily="2" charset="0"/>
              </a:rPr>
              <a:t>Spark / Notebooks</a:t>
            </a:r>
          </a:p>
          <a:p>
            <a:pPr marL="118872" indent="-118872">
              <a:spcAft>
                <a:spcPts val="400"/>
              </a:spcAft>
              <a:buSzPct val="80000"/>
              <a:buFont typeface="Arial" panose="020B0604020202020204" pitchFamily="34" charset="0"/>
              <a:buChar char="•"/>
            </a:pPr>
            <a:r>
              <a:rPr lang="en-US" sz="1000">
                <a:solidFill>
                  <a:schemeClr val="bg1"/>
                </a:solidFill>
                <a:latin typeface="Tenorite" panose="00000500000000000000" pitchFamily="2" charset="0"/>
              </a:rPr>
              <a:t>T-SQL / Warehouse</a:t>
            </a:r>
            <a:endParaRPr lang="en-IN" sz="1400" b="1">
              <a:solidFill>
                <a:schemeClr val="bg1"/>
              </a:solidFill>
              <a:latin typeface="Tenorite" panose="00000500000000000000" pitchFamily="2" charset="0"/>
            </a:endParaRPr>
          </a:p>
        </p:txBody>
      </p:sp>
      <p:sp>
        <p:nvSpPr>
          <p:cNvPr id="93" name="Rectangle: Rounded Corners 92">
            <a:extLst>
              <a:ext uri="{FF2B5EF4-FFF2-40B4-BE49-F238E27FC236}">
                <a16:creationId xmlns:a16="http://schemas.microsoft.com/office/drawing/2014/main" id="{B3F112B9-5FB4-34AB-E04D-B2485490F7C2}"/>
              </a:ext>
            </a:extLst>
          </p:cNvPr>
          <p:cNvSpPr/>
          <p:nvPr/>
        </p:nvSpPr>
        <p:spPr>
          <a:xfrm>
            <a:off x="8616766" y="1972919"/>
            <a:ext cx="1530636" cy="2041671"/>
          </a:xfrm>
          <a:prstGeom prst="roundRect">
            <a:avLst>
              <a:gd name="adj" fmla="val 6160"/>
            </a:avLst>
          </a:prstGeom>
          <a:solidFill>
            <a:schemeClr val="tx2">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400"/>
              </a:spcAft>
            </a:pPr>
            <a:r>
              <a:rPr lang="en-IN" sz="1400" b="1">
                <a:solidFill>
                  <a:schemeClr val="bg1"/>
                </a:solidFill>
                <a:latin typeface="Tenorite" panose="00000500000000000000" pitchFamily="2" charset="0"/>
              </a:rPr>
              <a:t>Gold LH/WH</a:t>
            </a:r>
          </a:p>
          <a:p>
            <a:pPr marL="118872" indent="-118872">
              <a:spcAft>
                <a:spcPts val="400"/>
              </a:spcAft>
              <a:buSzPct val="80000"/>
              <a:buFont typeface="Arial" panose="020B0604020202020204" pitchFamily="34" charset="0"/>
              <a:buChar char="•"/>
            </a:pPr>
            <a:r>
              <a:rPr lang="en-US" sz="1000">
                <a:solidFill>
                  <a:schemeClr val="bg1"/>
                </a:solidFill>
                <a:latin typeface="Tenorite" panose="00000500000000000000" pitchFamily="2" charset="0"/>
              </a:rPr>
              <a:t>Star schemas</a:t>
            </a:r>
          </a:p>
          <a:p>
            <a:pPr marL="118872" indent="-118872">
              <a:spcAft>
                <a:spcPts val="400"/>
              </a:spcAft>
              <a:buSzPct val="80000"/>
              <a:buFont typeface="Arial" panose="020B0604020202020204" pitchFamily="34" charset="0"/>
              <a:buChar char="•"/>
            </a:pPr>
            <a:r>
              <a:rPr lang="en-US" sz="1000">
                <a:solidFill>
                  <a:schemeClr val="bg1"/>
                </a:solidFill>
                <a:latin typeface="Tenorite" panose="00000500000000000000" pitchFamily="2" charset="0"/>
              </a:rPr>
              <a:t>Aggregates / marts</a:t>
            </a:r>
          </a:p>
          <a:p>
            <a:pPr marL="118872" indent="-118872">
              <a:spcAft>
                <a:spcPts val="400"/>
              </a:spcAft>
              <a:buSzPct val="80000"/>
              <a:buFont typeface="Arial" panose="020B0604020202020204" pitchFamily="34" charset="0"/>
              <a:buChar char="•"/>
            </a:pPr>
            <a:r>
              <a:rPr lang="en-US" sz="1000">
                <a:solidFill>
                  <a:schemeClr val="bg1"/>
                </a:solidFill>
                <a:latin typeface="Tenorite" panose="00000500000000000000" pitchFamily="2" charset="0"/>
              </a:rPr>
              <a:t>KPI definitions</a:t>
            </a:r>
          </a:p>
          <a:p>
            <a:pPr marL="118872" indent="-118872">
              <a:spcAft>
                <a:spcPts val="400"/>
              </a:spcAft>
              <a:buSzPct val="80000"/>
              <a:buFont typeface="Arial" panose="020B0604020202020204" pitchFamily="34" charset="0"/>
              <a:buChar char="•"/>
            </a:pPr>
            <a:r>
              <a:rPr lang="en-US" sz="1000">
                <a:solidFill>
                  <a:schemeClr val="bg1"/>
                </a:solidFill>
                <a:latin typeface="Tenorite" panose="00000500000000000000" pitchFamily="2" charset="0"/>
              </a:rPr>
              <a:t>Certified datasets</a:t>
            </a:r>
            <a:endParaRPr lang="en-IN" sz="1000">
              <a:solidFill>
                <a:schemeClr val="bg1"/>
              </a:solidFill>
              <a:latin typeface="Tenorite" panose="00000500000000000000" pitchFamily="2" charset="0"/>
            </a:endParaRPr>
          </a:p>
        </p:txBody>
      </p:sp>
      <p:sp>
        <p:nvSpPr>
          <p:cNvPr id="94" name="Rectangle: Rounded Corners 93">
            <a:extLst>
              <a:ext uri="{FF2B5EF4-FFF2-40B4-BE49-F238E27FC236}">
                <a16:creationId xmlns:a16="http://schemas.microsoft.com/office/drawing/2014/main" id="{EC021B00-F350-3EEF-E6F2-51CF11CF501C}"/>
              </a:ext>
            </a:extLst>
          </p:cNvPr>
          <p:cNvSpPr/>
          <p:nvPr/>
        </p:nvSpPr>
        <p:spPr>
          <a:xfrm>
            <a:off x="10549289" y="1988794"/>
            <a:ext cx="1038046" cy="346066"/>
          </a:xfrm>
          <a:prstGeom prst="roundRect">
            <a:avLst/>
          </a:prstGeom>
          <a:noFill/>
          <a:ln w="127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IN" sz="1000">
                <a:solidFill>
                  <a:schemeClr val="bg1"/>
                </a:solidFill>
                <a:latin typeface="Tenorite" panose="00000500000000000000" pitchFamily="2" charset="0"/>
              </a:rPr>
              <a:t>Power BI</a:t>
            </a:r>
          </a:p>
        </p:txBody>
      </p:sp>
      <p:sp>
        <p:nvSpPr>
          <p:cNvPr id="95" name="Rectangle: Rounded Corners 94">
            <a:extLst>
              <a:ext uri="{FF2B5EF4-FFF2-40B4-BE49-F238E27FC236}">
                <a16:creationId xmlns:a16="http://schemas.microsoft.com/office/drawing/2014/main" id="{05AA7F3D-D263-F9D0-6BC8-F662080A26B9}"/>
              </a:ext>
            </a:extLst>
          </p:cNvPr>
          <p:cNvSpPr/>
          <p:nvPr/>
        </p:nvSpPr>
        <p:spPr>
          <a:xfrm>
            <a:off x="10549289" y="2412695"/>
            <a:ext cx="1038046" cy="346066"/>
          </a:xfrm>
          <a:prstGeom prst="roundRect">
            <a:avLst/>
          </a:prstGeom>
          <a:noFill/>
          <a:ln w="127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IN" sz="1000">
                <a:solidFill>
                  <a:schemeClr val="bg1"/>
                </a:solidFill>
                <a:latin typeface="Tenorite" panose="00000500000000000000" pitchFamily="2" charset="0"/>
              </a:rPr>
              <a:t>Excel · Teams</a:t>
            </a:r>
          </a:p>
        </p:txBody>
      </p:sp>
      <p:sp>
        <p:nvSpPr>
          <p:cNvPr id="96" name="Rectangle: Rounded Corners 95">
            <a:extLst>
              <a:ext uri="{FF2B5EF4-FFF2-40B4-BE49-F238E27FC236}">
                <a16:creationId xmlns:a16="http://schemas.microsoft.com/office/drawing/2014/main" id="{022ADDAB-9260-8D81-0FFB-882BCCA3D3E1}"/>
              </a:ext>
            </a:extLst>
          </p:cNvPr>
          <p:cNvSpPr/>
          <p:nvPr/>
        </p:nvSpPr>
        <p:spPr>
          <a:xfrm>
            <a:off x="10549289" y="2836596"/>
            <a:ext cx="1038046" cy="346066"/>
          </a:xfrm>
          <a:prstGeom prst="roundRect">
            <a:avLst/>
          </a:prstGeom>
          <a:noFill/>
          <a:ln w="127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IN" sz="1000">
                <a:solidFill>
                  <a:schemeClr val="bg1"/>
                </a:solidFill>
                <a:latin typeface="Tenorite" panose="00000500000000000000" pitchFamily="2" charset="0"/>
              </a:rPr>
              <a:t>SQL endpoint</a:t>
            </a:r>
          </a:p>
        </p:txBody>
      </p:sp>
      <p:sp>
        <p:nvSpPr>
          <p:cNvPr id="97" name="Rectangle: Rounded Corners 96">
            <a:extLst>
              <a:ext uri="{FF2B5EF4-FFF2-40B4-BE49-F238E27FC236}">
                <a16:creationId xmlns:a16="http://schemas.microsoft.com/office/drawing/2014/main" id="{01EEE8B6-A22B-DF67-BEB2-CB848DEA3705}"/>
              </a:ext>
            </a:extLst>
          </p:cNvPr>
          <p:cNvSpPr/>
          <p:nvPr/>
        </p:nvSpPr>
        <p:spPr>
          <a:xfrm>
            <a:off x="10549289" y="3260497"/>
            <a:ext cx="1038046" cy="346066"/>
          </a:xfrm>
          <a:prstGeom prst="roundRect">
            <a:avLst/>
          </a:prstGeom>
          <a:noFill/>
          <a:ln w="127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IN" sz="1000">
                <a:solidFill>
                  <a:schemeClr val="bg1"/>
                </a:solidFill>
                <a:latin typeface="Tenorite" panose="00000500000000000000" pitchFamily="2" charset="0"/>
              </a:rPr>
              <a:t>Copilot / Agents</a:t>
            </a:r>
          </a:p>
        </p:txBody>
      </p:sp>
      <p:sp>
        <p:nvSpPr>
          <p:cNvPr id="98" name="Rectangle: Rounded Corners 97">
            <a:extLst>
              <a:ext uri="{FF2B5EF4-FFF2-40B4-BE49-F238E27FC236}">
                <a16:creationId xmlns:a16="http://schemas.microsoft.com/office/drawing/2014/main" id="{3291B4AA-EA09-2A0E-B454-563DB28E0D2E}"/>
              </a:ext>
            </a:extLst>
          </p:cNvPr>
          <p:cNvSpPr/>
          <p:nvPr/>
        </p:nvSpPr>
        <p:spPr>
          <a:xfrm>
            <a:off x="10549289" y="3684399"/>
            <a:ext cx="1038046" cy="346066"/>
          </a:xfrm>
          <a:prstGeom prst="roundRect">
            <a:avLst/>
          </a:prstGeom>
          <a:noFill/>
          <a:ln w="127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IN" sz="1000">
                <a:solidFill>
                  <a:schemeClr val="bg1"/>
                </a:solidFill>
                <a:latin typeface="Tenorite" panose="00000500000000000000" pitchFamily="2" charset="0"/>
              </a:rPr>
              <a:t>Activator alerts</a:t>
            </a:r>
          </a:p>
        </p:txBody>
      </p:sp>
      <p:cxnSp>
        <p:nvCxnSpPr>
          <p:cNvPr id="99" name="Straight Arrow Connector 98">
            <a:extLst>
              <a:ext uri="{FF2B5EF4-FFF2-40B4-BE49-F238E27FC236}">
                <a16:creationId xmlns:a16="http://schemas.microsoft.com/office/drawing/2014/main" id="{A85B3E5F-A26C-5FF2-D732-C2EDC861241A}"/>
              </a:ext>
            </a:extLst>
          </p:cNvPr>
          <p:cNvCxnSpPr>
            <a:cxnSpLocks/>
          </p:cNvCxnSpPr>
          <p:nvPr/>
        </p:nvCxnSpPr>
        <p:spPr>
          <a:xfrm>
            <a:off x="4284834" y="3009630"/>
            <a:ext cx="369631" cy="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03" name="Straight Arrow Connector 102">
            <a:extLst>
              <a:ext uri="{FF2B5EF4-FFF2-40B4-BE49-F238E27FC236}">
                <a16:creationId xmlns:a16="http://schemas.microsoft.com/office/drawing/2014/main" id="{7A227EC7-C134-DEFE-9958-ADCBDA27D82A}"/>
              </a:ext>
            </a:extLst>
          </p:cNvPr>
          <p:cNvCxnSpPr>
            <a:cxnSpLocks/>
          </p:cNvCxnSpPr>
          <p:nvPr/>
        </p:nvCxnSpPr>
        <p:spPr>
          <a:xfrm>
            <a:off x="6245661" y="3013864"/>
            <a:ext cx="369631" cy="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04" name="Straight Arrow Connector 103">
            <a:extLst>
              <a:ext uri="{FF2B5EF4-FFF2-40B4-BE49-F238E27FC236}">
                <a16:creationId xmlns:a16="http://schemas.microsoft.com/office/drawing/2014/main" id="{E419A429-0F83-3496-083F-29EF35CE1FA0}"/>
              </a:ext>
            </a:extLst>
          </p:cNvPr>
          <p:cNvCxnSpPr>
            <a:cxnSpLocks/>
          </p:cNvCxnSpPr>
          <p:nvPr/>
        </p:nvCxnSpPr>
        <p:spPr>
          <a:xfrm>
            <a:off x="8199314" y="3013864"/>
            <a:ext cx="369631" cy="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05" name="Straight Arrow Connector 104">
            <a:extLst>
              <a:ext uri="{FF2B5EF4-FFF2-40B4-BE49-F238E27FC236}">
                <a16:creationId xmlns:a16="http://schemas.microsoft.com/office/drawing/2014/main" id="{27238A3B-FB32-7BCB-5A88-2C413DEB716C}"/>
              </a:ext>
            </a:extLst>
          </p:cNvPr>
          <p:cNvCxnSpPr>
            <a:cxnSpLocks/>
          </p:cNvCxnSpPr>
          <p:nvPr/>
        </p:nvCxnSpPr>
        <p:spPr>
          <a:xfrm>
            <a:off x="10152967" y="3013864"/>
            <a:ext cx="369631" cy="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06" name="Straight Arrow Connector 105">
            <a:extLst>
              <a:ext uri="{FF2B5EF4-FFF2-40B4-BE49-F238E27FC236}">
                <a16:creationId xmlns:a16="http://schemas.microsoft.com/office/drawing/2014/main" id="{D3DC0004-2C25-6332-7873-CA60A0052341}"/>
              </a:ext>
            </a:extLst>
          </p:cNvPr>
          <p:cNvCxnSpPr>
            <a:cxnSpLocks/>
          </p:cNvCxnSpPr>
          <p:nvPr/>
        </p:nvCxnSpPr>
        <p:spPr>
          <a:xfrm>
            <a:off x="2278235" y="3009630"/>
            <a:ext cx="369631" cy="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07" name="Rectangle: Rounded Corners 106">
            <a:extLst>
              <a:ext uri="{FF2B5EF4-FFF2-40B4-BE49-F238E27FC236}">
                <a16:creationId xmlns:a16="http://schemas.microsoft.com/office/drawing/2014/main" id="{D3292387-C4EC-F00F-A115-3E0C5D5AC7CC}"/>
              </a:ext>
            </a:extLst>
          </p:cNvPr>
          <p:cNvSpPr/>
          <p:nvPr/>
        </p:nvSpPr>
        <p:spPr>
          <a:xfrm>
            <a:off x="4762954" y="3582057"/>
            <a:ext cx="1381393" cy="346066"/>
          </a:xfrm>
          <a:prstGeom prst="roundRect">
            <a:avLst/>
          </a:prstGeom>
          <a:solidFill>
            <a:schemeClr val="accent1">
              <a:alpha val="43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b="1" err="1">
                <a:solidFill>
                  <a:schemeClr val="tx1"/>
                </a:solidFill>
                <a:latin typeface="Tenorite" panose="00000500000000000000" pitchFamily="2" charset="0"/>
              </a:rPr>
              <a:t>Eventhouse</a:t>
            </a:r>
            <a:r>
              <a:rPr lang="en-IN" sz="1000" b="1">
                <a:solidFill>
                  <a:schemeClr val="tx1"/>
                </a:solidFill>
                <a:latin typeface="Tenorite" panose="00000500000000000000" pitchFamily="2" charset="0"/>
              </a:rPr>
              <a:t> (KQL)</a:t>
            </a:r>
          </a:p>
          <a:p>
            <a:pPr algn="ctr"/>
            <a:r>
              <a:rPr lang="en-IN" sz="1000">
                <a:solidFill>
                  <a:schemeClr val="tx1"/>
                </a:solidFill>
                <a:latin typeface="Tenorite" panose="00000500000000000000" pitchFamily="2" charset="0"/>
              </a:rPr>
              <a:t>real-time landing</a:t>
            </a:r>
          </a:p>
        </p:txBody>
      </p:sp>
      <p:sp>
        <p:nvSpPr>
          <p:cNvPr id="108" name="Rectangle 107">
            <a:extLst>
              <a:ext uri="{FF2B5EF4-FFF2-40B4-BE49-F238E27FC236}">
                <a16:creationId xmlns:a16="http://schemas.microsoft.com/office/drawing/2014/main" id="{22327EB8-367C-57B4-3DFA-33896FED5205}"/>
              </a:ext>
            </a:extLst>
          </p:cNvPr>
          <p:cNvSpPr/>
          <p:nvPr/>
        </p:nvSpPr>
        <p:spPr>
          <a:xfrm>
            <a:off x="5098168" y="1665558"/>
            <a:ext cx="710964"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IN" sz="1400" b="1">
                <a:solidFill>
                  <a:schemeClr val="accent4"/>
                </a:solidFill>
                <a:latin typeface="Tenorite" panose="00000500000000000000" pitchFamily="2" charset="0"/>
              </a:rPr>
              <a:t>Bronze</a:t>
            </a:r>
          </a:p>
        </p:txBody>
      </p:sp>
      <p:sp>
        <p:nvSpPr>
          <p:cNvPr id="109" name="Rectangle 108">
            <a:extLst>
              <a:ext uri="{FF2B5EF4-FFF2-40B4-BE49-F238E27FC236}">
                <a16:creationId xmlns:a16="http://schemas.microsoft.com/office/drawing/2014/main" id="{05C1D86C-C784-BCFB-5239-B9C0E93CF71E}"/>
              </a:ext>
            </a:extLst>
          </p:cNvPr>
          <p:cNvSpPr/>
          <p:nvPr/>
        </p:nvSpPr>
        <p:spPr>
          <a:xfrm>
            <a:off x="7100488" y="1665558"/>
            <a:ext cx="61363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IN" sz="1400" b="1">
                <a:solidFill>
                  <a:schemeClr val="accent4"/>
                </a:solidFill>
                <a:latin typeface="Tenorite" panose="00000500000000000000" pitchFamily="2" charset="0"/>
              </a:rPr>
              <a:t>Silver</a:t>
            </a:r>
          </a:p>
        </p:txBody>
      </p:sp>
      <p:sp>
        <p:nvSpPr>
          <p:cNvPr id="110" name="Rectangle 109">
            <a:extLst>
              <a:ext uri="{FF2B5EF4-FFF2-40B4-BE49-F238E27FC236}">
                <a16:creationId xmlns:a16="http://schemas.microsoft.com/office/drawing/2014/main" id="{6D6757CF-CE61-6235-38D9-CD2484733367}"/>
              </a:ext>
            </a:extLst>
          </p:cNvPr>
          <p:cNvSpPr/>
          <p:nvPr/>
        </p:nvSpPr>
        <p:spPr>
          <a:xfrm>
            <a:off x="9111818" y="1665558"/>
            <a:ext cx="540533"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IN" sz="1400" b="1">
                <a:solidFill>
                  <a:schemeClr val="accent4"/>
                </a:solidFill>
                <a:latin typeface="Tenorite" panose="00000500000000000000" pitchFamily="2" charset="0"/>
              </a:rPr>
              <a:t>Gold</a:t>
            </a:r>
          </a:p>
        </p:txBody>
      </p:sp>
      <p:sp>
        <p:nvSpPr>
          <p:cNvPr id="111" name="Rectangle 110">
            <a:extLst>
              <a:ext uri="{FF2B5EF4-FFF2-40B4-BE49-F238E27FC236}">
                <a16:creationId xmlns:a16="http://schemas.microsoft.com/office/drawing/2014/main" id="{9AEB4041-87F5-FE6B-D713-B0DFBA9DE1C7}"/>
              </a:ext>
            </a:extLst>
          </p:cNvPr>
          <p:cNvSpPr/>
          <p:nvPr/>
        </p:nvSpPr>
        <p:spPr>
          <a:xfrm>
            <a:off x="10461097" y="1665558"/>
            <a:ext cx="1214436"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IN" sz="1400" b="1">
                <a:solidFill>
                  <a:schemeClr val="accent4"/>
                </a:solidFill>
                <a:latin typeface="Tenorite" panose="00000500000000000000" pitchFamily="2" charset="0"/>
              </a:rPr>
              <a:t>Consumption</a:t>
            </a:r>
          </a:p>
        </p:txBody>
      </p:sp>
      <p:sp>
        <p:nvSpPr>
          <p:cNvPr id="112" name="Rectangle: Rounded Corners 111">
            <a:extLst>
              <a:ext uri="{FF2B5EF4-FFF2-40B4-BE49-F238E27FC236}">
                <a16:creationId xmlns:a16="http://schemas.microsoft.com/office/drawing/2014/main" id="{0A13B7AF-4A4E-E28C-1DA8-307CFB865A35}"/>
              </a:ext>
            </a:extLst>
          </p:cNvPr>
          <p:cNvSpPr/>
          <p:nvPr/>
        </p:nvSpPr>
        <p:spPr>
          <a:xfrm>
            <a:off x="8691388" y="3395977"/>
            <a:ext cx="1381393" cy="532146"/>
          </a:xfrm>
          <a:prstGeom prst="roundRect">
            <a:avLst/>
          </a:prstGeom>
          <a:solidFill>
            <a:srgbClr val="FFF5EF">
              <a:alpha val="43000"/>
            </a:srgb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b="1">
                <a:solidFill>
                  <a:schemeClr val="bg1"/>
                </a:solidFill>
                <a:latin typeface="Tenorite" panose="00000500000000000000" pitchFamily="2" charset="0"/>
              </a:rPr>
              <a:t>Semantic Model</a:t>
            </a:r>
          </a:p>
          <a:p>
            <a:pPr algn="ctr"/>
            <a:r>
              <a:rPr lang="en-US" sz="1000">
                <a:solidFill>
                  <a:schemeClr val="bg1"/>
                </a:solidFill>
                <a:latin typeface="Tenorite" panose="00000500000000000000" pitchFamily="2" charset="0"/>
              </a:rPr>
              <a:t>Direct Lake · DAX</a:t>
            </a:r>
          </a:p>
          <a:p>
            <a:pPr algn="ctr"/>
            <a:r>
              <a:rPr lang="en-US" sz="1000">
                <a:solidFill>
                  <a:schemeClr val="bg1"/>
                </a:solidFill>
                <a:latin typeface="Tenorite" panose="00000500000000000000" pitchFamily="2" charset="0"/>
              </a:rPr>
              <a:t>RLS / OLS applied</a:t>
            </a:r>
            <a:endParaRPr lang="en-IN" sz="1000">
              <a:solidFill>
                <a:schemeClr val="bg1"/>
              </a:solidFill>
              <a:latin typeface="Tenorite" panose="00000500000000000000" pitchFamily="2" charset="0"/>
            </a:endParaRPr>
          </a:p>
        </p:txBody>
      </p:sp>
      <p:sp>
        <p:nvSpPr>
          <p:cNvPr id="113" name="Rectangle: Rounded Corners 112">
            <a:extLst>
              <a:ext uri="{FF2B5EF4-FFF2-40B4-BE49-F238E27FC236}">
                <a16:creationId xmlns:a16="http://schemas.microsoft.com/office/drawing/2014/main" id="{EFF74E9B-3E5A-467A-28B3-6ACA12CF1F76}"/>
              </a:ext>
            </a:extLst>
          </p:cNvPr>
          <p:cNvSpPr/>
          <p:nvPr/>
        </p:nvSpPr>
        <p:spPr>
          <a:xfrm>
            <a:off x="578704" y="4167784"/>
            <a:ext cx="11008631" cy="423491"/>
          </a:xfrm>
          <a:prstGeom prst="roundRect">
            <a:avLst/>
          </a:prstGeom>
          <a:solidFill>
            <a:schemeClr val="accent4"/>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bg1"/>
              </a:solidFill>
              <a:latin typeface="Tenorite" panose="00000500000000000000" pitchFamily="2" charset="0"/>
            </a:endParaRPr>
          </a:p>
        </p:txBody>
      </p:sp>
      <p:sp>
        <p:nvSpPr>
          <p:cNvPr id="114" name="Rectangle: Rounded Corners 113">
            <a:extLst>
              <a:ext uri="{FF2B5EF4-FFF2-40B4-BE49-F238E27FC236}">
                <a16:creationId xmlns:a16="http://schemas.microsoft.com/office/drawing/2014/main" id="{A566E823-4FD3-B799-7336-AEBE5E0FD24D}"/>
              </a:ext>
            </a:extLst>
          </p:cNvPr>
          <p:cNvSpPr/>
          <p:nvPr/>
        </p:nvSpPr>
        <p:spPr>
          <a:xfrm>
            <a:off x="578704" y="4641592"/>
            <a:ext cx="11008631" cy="423491"/>
          </a:xfrm>
          <a:prstGeom prst="roundRect">
            <a:avLst/>
          </a:prstGeom>
          <a:solidFill>
            <a:schemeClr val="accent4"/>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bg1"/>
              </a:solidFill>
              <a:latin typeface="Tenorite" panose="00000500000000000000" pitchFamily="2" charset="0"/>
            </a:endParaRPr>
          </a:p>
        </p:txBody>
      </p:sp>
      <p:sp>
        <p:nvSpPr>
          <p:cNvPr id="115" name="Rectangle: Rounded Corners 114">
            <a:extLst>
              <a:ext uri="{FF2B5EF4-FFF2-40B4-BE49-F238E27FC236}">
                <a16:creationId xmlns:a16="http://schemas.microsoft.com/office/drawing/2014/main" id="{2E5C3762-BF36-425B-1831-0CE13DF5A48D}"/>
              </a:ext>
            </a:extLst>
          </p:cNvPr>
          <p:cNvSpPr/>
          <p:nvPr/>
        </p:nvSpPr>
        <p:spPr>
          <a:xfrm>
            <a:off x="578704" y="5115401"/>
            <a:ext cx="11008631" cy="354834"/>
          </a:xfrm>
          <a:prstGeom prst="roundRect">
            <a:avLst/>
          </a:prstGeom>
          <a:solidFill>
            <a:schemeClr val="accent4">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bg1"/>
              </a:solidFill>
              <a:latin typeface="Tenorite" panose="00000500000000000000" pitchFamily="2" charset="0"/>
            </a:endParaRPr>
          </a:p>
        </p:txBody>
      </p:sp>
      <p:sp>
        <p:nvSpPr>
          <p:cNvPr id="117" name="Rectangle: Rounded Corners 116">
            <a:extLst>
              <a:ext uri="{FF2B5EF4-FFF2-40B4-BE49-F238E27FC236}">
                <a16:creationId xmlns:a16="http://schemas.microsoft.com/office/drawing/2014/main" id="{477C9896-53F0-6857-33CC-573C1C89E20F}"/>
              </a:ext>
            </a:extLst>
          </p:cNvPr>
          <p:cNvSpPr/>
          <p:nvPr/>
        </p:nvSpPr>
        <p:spPr>
          <a:xfrm>
            <a:off x="578704" y="5546711"/>
            <a:ext cx="11008631" cy="354835"/>
          </a:xfrm>
          <a:prstGeom prst="roundRect">
            <a:avLst/>
          </a:prstGeom>
          <a:noFill/>
          <a:ln w="127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bg1"/>
              </a:solidFill>
              <a:latin typeface="Tenorite" panose="00000500000000000000" pitchFamily="2" charset="0"/>
            </a:endParaRPr>
          </a:p>
        </p:txBody>
      </p:sp>
      <p:sp>
        <p:nvSpPr>
          <p:cNvPr id="119" name="TextBox 118">
            <a:extLst>
              <a:ext uri="{FF2B5EF4-FFF2-40B4-BE49-F238E27FC236}">
                <a16:creationId xmlns:a16="http://schemas.microsoft.com/office/drawing/2014/main" id="{E4CBD23A-DDF6-470E-D6B1-1C1616EDDC6F}"/>
              </a:ext>
            </a:extLst>
          </p:cNvPr>
          <p:cNvSpPr txBox="1"/>
          <p:nvPr/>
        </p:nvSpPr>
        <p:spPr>
          <a:xfrm>
            <a:off x="707019" y="4241030"/>
            <a:ext cx="3429000" cy="276999"/>
          </a:xfrm>
          <a:prstGeom prst="rect">
            <a:avLst/>
          </a:prstGeom>
          <a:noFill/>
        </p:spPr>
        <p:txBody>
          <a:bodyPr wrap="square" lIns="0" tIns="0" rIns="0" bIns="0">
            <a:spAutoFit/>
          </a:bodyPr>
          <a:lstStyle/>
          <a:p>
            <a:pPr marR="0" indent="0">
              <a:buNone/>
            </a:pPr>
            <a:r>
              <a:rPr lang="en-US" sz="1000" b="1">
                <a:solidFill>
                  <a:schemeClr val="tx2"/>
                </a:solidFill>
                <a:latin typeface="Tenorite" panose="00000500000000000000" pitchFamily="2" charset="0"/>
              </a:rPr>
              <a:t>Governance</a:t>
            </a:r>
          </a:p>
          <a:p>
            <a:pPr marR="0" indent="0">
              <a:buNone/>
            </a:pPr>
            <a:r>
              <a:rPr lang="en-US" sz="800" b="0" i="0">
                <a:effectLst/>
                <a:latin typeface="Tenorite" panose="00000500000000000000" pitchFamily="2" charset="0"/>
              </a:rPr>
              <a:t>Domains · </a:t>
            </a:r>
            <a:r>
              <a:rPr lang="en-US" sz="800" b="0" i="0" err="1">
                <a:effectLst/>
                <a:latin typeface="Tenorite" panose="00000500000000000000" pitchFamily="2" charset="0"/>
              </a:rPr>
              <a:t>OneLake</a:t>
            </a:r>
            <a:r>
              <a:rPr lang="en-US" sz="800" b="0" i="0">
                <a:effectLst/>
                <a:latin typeface="Tenorite" panose="00000500000000000000" pitchFamily="2" charset="0"/>
              </a:rPr>
              <a:t> catalog · Purview lineage · endorsement · glossary</a:t>
            </a:r>
          </a:p>
        </p:txBody>
      </p:sp>
      <p:sp>
        <p:nvSpPr>
          <p:cNvPr id="120" name="TextBox 119">
            <a:extLst>
              <a:ext uri="{FF2B5EF4-FFF2-40B4-BE49-F238E27FC236}">
                <a16:creationId xmlns:a16="http://schemas.microsoft.com/office/drawing/2014/main" id="{9CA1B4A6-8B7B-922F-2312-2E9F5592CB73}"/>
              </a:ext>
            </a:extLst>
          </p:cNvPr>
          <p:cNvSpPr txBox="1"/>
          <p:nvPr/>
        </p:nvSpPr>
        <p:spPr>
          <a:xfrm>
            <a:off x="4382321" y="4241030"/>
            <a:ext cx="3429000" cy="276999"/>
          </a:xfrm>
          <a:prstGeom prst="rect">
            <a:avLst/>
          </a:prstGeom>
          <a:noFill/>
        </p:spPr>
        <p:txBody>
          <a:bodyPr wrap="square" lIns="0" tIns="0" rIns="0" bIns="0">
            <a:spAutoFit/>
          </a:bodyPr>
          <a:lstStyle/>
          <a:p>
            <a:pPr marR="0" indent="0">
              <a:buNone/>
            </a:pPr>
            <a:r>
              <a:rPr lang="en-US" sz="1000" b="1">
                <a:solidFill>
                  <a:schemeClr val="tx2"/>
                </a:solidFill>
                <a:latin typeface="Tenorite" panose="00000500000000000000" pitchFamily="2" charset="0"/>
              </a:rPr>
              <a:t>Security</a:t>
            </a:r>
          </a:p>
          <a:p>
            <a:r>
              <a:rPr lang="en-US" sz="800">
                <a:latin typeface="Tenorite" panose="00000500000000000000" pitchFamily="2" charset="0"/>
              </a:rPr>
              <a:t>Entra ID · workspace roles · </a:t>
            </a:r>
            <a:r>
              <a:rPr lang="en-US" sz="800" err="1">
                <a:latin typeface="Tenorite" panose="00000500000000000000" pitchFamily="2" charset="0"/>
              </a:rPr>
              <a:t>OneLake</a:t>
            </a:r>
            <a:r>
              <a:rPr lang="en-US" sz="800">
                <a:latin typeface="Tenorite" panose="00000500000000000000" pitchFamily="2" charset="0"/>
              </a:rPr>
              <a:t> security · RLS/CLS · labels · DLP</a:t>
            </a:r>
          </a:p>
        </p:txBody>
      </p:sp>
      <p:sp>
        <p:nvSpPr>
          <p:cNvPr id="121" name="TextBox 120">
            <a:extLst>
              <a:ext uri="{FF2B5EF4-FFF2-40B4-BE49-F238E27FC236}">
                <a16:creationId xmlns:a16="http://schemas.microsoft.com/office/drawing/2014/main" id="{0F255EE7-318E-F982-22FD-483CACAACD8C}"/>
              </a:ext>
            </a:extLst>
          </p:cNvPr>
          <p:cNvSpPr txBox="1"/>
          <p:nvPr/>
        </p:nvSpPr>
        <p:spPr>
          <a:xfrm>
            <a:off x="8057622" y="4241030"/>
            <a:ext cx="3427359" cy="276999"/>
          </a:xfrm>
          <a:prstGeom prst="rect">
            <a:avLst/>
          </a:prstGeom>
          <a:noFill/>
        </p:spPr>
        <p:txBody>
          <a:bodyPr wrap="square" lIns="0" tIns="0" rIns="0" bIns="0">
            <a:spAutoFit/>
          </a:bodyPr>
          <a:lstStyle/>
          <a:p>
            <a:pPr marR="0" indent="0">
              <a:buNone/>
            </a:pPr>
            <a:r>
              <a:rPr lang="en-US" sz="1000" b="1">
                <a:solidFill>
                  <a:schemeClr val="tx2"/>
                </a:solidFill>
                <a:latin typeface="Tenorite" panose="00000500000000000000" pitchFamily="2" charset="0"/>
              </a:rPr>
              <a:t>Audit &amp; Observability</a:t>
            </a:r>
          </a:p>
          <a:p>
            <a:r>
              <a:rPr lang="en-US" sz="800">
                <a:latin typeface="Tenorite" panose="00000500000000000000" pitchFamily="2" charset="0"/>
              </a:rPr>
              <a:t>Domains · </a:t>
            </a:r>
            <a:r>
              <a:rPr lang="en-US" sz="800" err="1">
                <a:latin typeface="Tenorite" panose="00000500000000000000" pitchFamily="2" charset="0"/>
              </a:rPr>
              <a:t>OneLake</a:t>
            </a:r>
            <a:r>
              <a:rPr lang="en-US" sz="800">
                <a:latin typeface="Tenorite" panose="00000500000000000000" pitchFamily="2" charset="0"/>
              </a:rPr>
              <a:t> catalog · Purview lineage · endorsement · glossary</a:t>
            </a:r>
          </a:p>
        </p:txBody>
      </p:sp>
      <p:sp>
        <p:nvSpPr>
          <p:cNvPr id="122" name="TextBox 121">
            <a:extLst>
              <a:ext uri="{FF2B5EF4-FFF2-40B4-BE49-F238E27FC236}">
                <a16:creationId xmlns:a16="http://schemas.microsoft.com/office/drawing/2014/main" id="{3C299D3B-798F-5864-7220-0704455DEE48}"/>
              </a:ext>
            </a:extLst>
          </p:cNvPr>
          <p:cNvSpPr txBox="1"/>
          <p:nvPr/>
        </p:nvSpPr>
        <p:spPr>
          <a:xfrm>
            <a:off x="707018" y="4714838"/>
            <a:ext cx="5140061" cy="276999"/>
          </a:xfrm>
          <a:prstGeom prst="rect">
            <a:avLst/>
          </a:prstGeom>
          <a:noFill/>
        </p:spPr>
        <p:txBody>
          <a:bodyPr wrap="square" lIns="0" tIns="0" rIns="0" bIns="0">
            <a:spAutoFit/>
          </a:bodyPr>
          <a:lstStyle/>
          <a:p>
            <a:pPr marR="0" indent="0">
              <a:buNone/>
            </a:pPr>
            <a:r>
              <a:rPr lang="en-US" sz="1000" b="1">
                <a:solidFill>
                  <a:schemeClr val="tx2"/>
                </a:solidFill>
                <a:latin typeface="Tenorite" panose="00000500000000000000" pitchFamily="2" charset="0"/>
              </a:rPr>
              <a:t>DATAOPS / CICD</a:t>
            </a:r>
          </a:p>
          <a:p>
            <a:pPr marR="0" indent="0">
              <a:buNone/>
            </a:pPr>
            <a:r>
              <a:rPr lang="en-US" sz="800" b="0" i="0">
                <a:effectLst/>
                <a:latin typeface="Tenorite" panose="00000500000000000000" pitchFamily="2" charset="0"/>
              </a:rPr>
              <a:t>Git integration · deployment pipelines (</a:t>
            </a:r>
            <a:r>
              <a:rPr lang="en-US" sz="800" b="0" i="0" err="1">
                <a:effectLst/>
                <a:latin typeface="Tenorite" panose="00000500000000000000" pitchFamily="2" charset="0"/>
              </a:rPr>
              <a:t>Dev→Test→Prod</a:t>
            </a:r>
            <a:r>
              <a:rPr lang="en-US" sz="800" b="0" i="0">
                <a:effectLst/>
                <a:latin typeface="Tenorite" panose="00000500000000000000" pitchFamily="2" charset="0"/>
              </a:rPr>
              <a:t>) · Variable Libraries · fabric-</a:t>
            </a:r>
            <a:r>
              <a:rPr lang="en-US" sz="800" b="0" i="0" err="1">
                <a:effectLst/>
                <a:latin typeface="Tenorite" panose="00000500000000000000" pitchFamily="2" charset="0"/>
              </a:rPr>
              <a:t>cicd</a:t>
            </a:r>
            <a:r>
              <a:rPr lang="en-US" sz="800" b="0" i="0">
                <a:effectLst/>
                <a:latin typeface="Tenorite" panose="00000500000000000000" pitchFamily="2" charset="0"/>
              </a:rPr>
              <a:t> · Key Vault</a:t>
            </a:r>
          </a:p>
        </p:txBody>
      </p:sp>
      <p:sp>
        <p:nvSpPr>
          <p:cNvPr id="124" name="TextBox 123">
            <a:extLst>
              <a:ext uri="{FF2B5EF4-FFF2-40B4-BE49-F238E27FC236}">
                <a16:creationId xmlns:a16="http://schemas.microsoft.com/office/drawing/2014/main" id="{F3447181-054D-36FF-F7D1-C831DD6F420B}"/>
              </a:ext>
            </a:extLst>
          </p:cNvPr>
          <p:cNvSpPr txBox="1"/>
          <p:nvPr/>
        </p:nvSpPr>
        <p:spPr>
          <a:xfrm>
            <a:off x="6288420" y="4714838"/>
            <a:ext cx="5140061" cy="276999"/>
          </a:xfrm>
          <a:prstGeom prst="rect">
            <a:avLst/>
          </a:prstGeom>
          <a:noFill/>
        </p:spPr>
        <p:txBody>
          <a:bodyPr wrap="square" lIns="0" tIns="0" rIns="0" bIns="0">
            <a:spAutoFit/>
          </a:bodyPr>
          <a:lstStyle/>
          <a:p>
            <a:pPr marR="0" indent="0">
              <a:buNone/>
            </a:pPr>
            <a:r>
              <a:rPr lang="en-US" sz="1000" b="1">
                <a:solidFill>
                  <a:schemeClr val="tx2"/>
                </a:solidFill>
                <a:latin typeface="Tenorite" panose="00000500000000000000" pitchFamily="2" charset="0"/>
              </a:rPr>
              <a:t>Orchestration</a:t>
            </a:r>
          </a:p>
          <a:p>
            <a:pPr marR="0" indent="0">
              <a:buNone/>
            </a:pPr>
            <a:r>
              <a:rPr lang="en-US" sz="800" b="0" i="0">
                <a:effectLst/>
                <a:latin typeface="Tenorite" panose="00000500000000000000" pitchFamily="2" charset="0"/>
              </a:rPr>
              <a:t>Metadata-driven control framework · scheduler · dependency &amp; watermark management</a:t>
            </a:r>
          </a:p>
        </p:txBody>
      </p:sp>
      <p:sp>
        <p:nvSpPr>
          <p:cNvPr id="126" name="TextBox 125">
            <a:extLst>
              <a:ext uri="{FF2B5EF4-FFF2-40B4-BE49-F238E27FC236}">
                <a16:creationId xmlns:a16="http://schemas.microsoft.com/office/drawing/2014/main" id="{983EC2E5-1428-D8D2-D861-B10724EBB283}"/>
              </a:ext>
            </a:extLst>
          </p:cNvPr>
          <p:cNvSpPr txBox="1"/>
          <p:nvPr/>
        </p:nvSpPr>
        <p:spPr>
          <a:xfrm>
            <a:off x="708664" y="5215874"/>
            <a:ext cx="5935082" cy="153888"/>
          </a:xfrm>
          <a:prstGeom prst="rect">
            <a:avLst/>
          </a:prstGeom>
          <a:noFill/>
        </p:spPr>
        <p:txBody>
          <a:bodyPr wrap="square" lIns="0" tIns="0" rIns="0" bIns="0">
            <a:spAutoFit/>
          </a:bodyPr>
          <a:lstStyle/>
          <a:p>
            <a:pPr marR="0" indent="0">
              <a:buNone/>
            </a:pPr>
            <a:r>
              <a:rPr lang="en-US" sz="1000" b="1">
                <a:latin typeface="Tenorite" panose="00000500000000000000" pitchFamily="2" charset="0"/>
              </a:rPr>
              <a:t>Fabric Capacity (F-SKU / Capacity Units) · ONELAKE — single logical store · Delta + V-Order</a:t>
            </a:r>
          </a:p>
        </p:txBody>
      </p:sp>
      <p:sp>
        <p:nvSpPr>
          <p:cNvPr id="127" name="TextBox 126">
            <a:extLst>
              <a:ext uri="{FF2B5EF4-FFF2-40B4-BE49-F238E27FC236}">
                <a16:creationId xmlns:a16="http://schemas.microsoft.com/office/drawing/2014/main" id="{036770FF-F9C6-9262-858B-8D0E25A4AD66}"/>
              </a:ext>
            </a:extLst>
          </p:cNvPr>
          <p:cNvSpPr txBox="1"/>
          <p:nvPr/>
        </p:nvSpPr>
        <p:spPr>
          <a:xfrm>
            <a:off x="708664" y="5647184"/>
            <a:ext cx="5935082" cy="153888"/>
          </a:xfrm>
          <a:prstGeom prst="rect">
            <a:avLst/>
          </a:prstGeom>
          <a:noFill/>
        </p:spPr>
        <p:txBody>
          <a:bodyPr wrap="square" lIns="0" tIns="0" rIns="0" bIns="0">
            <a:spAutoFit/>
          </a:bodyPr>
          <a:lstStyle/>
          <a:p>
            <a:pPr marR="0" indent="0">
              <a:buNone/>
            </a:pPr>
            <a:r>
              <a:rPr lang="en-US" sz="1000">
                <a:solidFill>
                  <a:schemeClr val="accent4">
                    <a:lumMod val="75000"/>
                  </a:schemeClr>
                </a:solidFill>
                <a:latin typeface="Tenorite" panose="00000500000000000000" pitchFamily="2" charset="0"/>
              </a:rPr>
              <a:t>Microsoft Entra Id · Tenant Settings · Private Networking · Key Vault</a:t>
            </a:r>
          </a:p>
        </p:txBody>
      </p:sp>
      <p:sp>
        <p:nvSpPr>
          <p:cNvPr id="129" name="Subtitle 20">
            <a:extLst>
              <a:ext uri="{FF2B5EF4-FFF2-40B4-BE49-F238E27FC236}">
                <a16:creationId xmlns:a16="http://schemas.microsoft.com/office/drawing/2014/main" id="{E513722F-F862-C98F-51C8-F0A39D79B3EC}"/>
              </a:ext>
            </a:extLst>
          </p:cNvPr>
          <p:cNvSpPr txBox="1">
            <a:spLocks/>
          </p:cNvSpPr>
          <p:nvPr/>
        </p:nvSpPr>
        <p:spPr>
          <a:xfrm>
            <a:off x="591686" y="6046009"/>
            <a:ext cx="11008631" cy="161583"/>
          </a:xfrm>
          <a:prstGeom prst="rect">
            <a:avLst/>
          </a:prstGeom>
        </p:spPr>
        <p:txBody>
          <a:bodyPr vert="horz" wrap="square" lIns="0" tIns="0" rIns="0" bIns="0" rtlCol="0" anchor="t" anchorCtr="0">
            <a:spAutoFit/>
          </a:bodyPr>
          <a:lstStyle>
            <a:lvl1pPr marL="0" indent="0" algn="l" defTabSz="914400" rtl="0" eaLnBrk="1" latinLnBrk="0" hangingPunct="1">
              <a:lnSpc>
                <a:spcPct val="100000"/>
              </a:lnSpc>
              <a:spcBef>
                <a:spcPts val="0"/>
              </a:spcBef>
              <a:buClr>
                <a:schemeClr val="bg2"/>
              </a:buClr>
              <a:buSzPct val="80000"/>
              <a:buFont typeface="Arial" panose="020B0604020202020204" pitchFamily="34" charset="0"/>
              <a:buNone/>
              <a:defRPr sz="1600" b="0" i="0" kern="1200">
                <a:solidFill>
                  <a:schemeClr val="tx1"/>
                </a:solidFill>
                <a:latin typeface="Tenorite" panose="00000500000000000000" pitchFamily="2" charset="0"/>
                <a:ea typeface="+mn-ea"/>
                <a:cs typeface="+mn-cs"/>
              </a:defRPr>
            </a:lvl1pPr>
            <a:lvl2pPr marL="457200" indent="0" algn="ctr" defTabSz="914400" rtl="0" eaLnBrk="1" latinLnBrk="0" hangingPunct="1">
              <a:lnSpc>
                <a:spcPct val="90000"/>
              </a:lnSpc>
              <a:spcBef>
                <a:spcPts val="500"/>
              </a:spcBef>
              <a:buClr>
                <a:schemeClr val="bg2"/>
              </a:buClr>
              <a:buSzPct val="80000"/>
              <a:buFontTx/>
              <a:buNone/>
              <a:defRPr sz="2000" b="0" i="0" kern="1200">
                <a:solidFill>
                  <a:schemeClr val="tx1"/>
                </a:solidFill>
                <a:latin typeface="Tenorite" panose="00000500000000000000" pitchFamily="2" charset="0"/>
                <a:ea typeface="+mn-ea"/>
                <a:cs typeface="+mn-cs"/>
              </a:defRPr>
            </a:lvl2pPr>
            <a:lvl3pPr marL="914400" indent="0" algn="ctr" defTabSz="914400" rtl="0" eaLnBrk="1" latinLnBrk="0" hangingPunct="1">
              <a:lnSpc>
                <a:spcPct val="90000"/>
              </a:lnSpc>
              <a:spcBef>
                <a:spcPts val="500"/>
              </a:spcBef>
              <a:buClr>
                <a:schemeClr val="bg2"/>
              </a:buClr>
              <a:buSzPct val="80000"/>
              <a:buFontTx/>
              <a:buNone/>
              <a:defRPr sz="1800" b="0" i="0" kern="1200">
                <a:solidFill>
                  <a:schemeClr val="tx1"/>
                </a:solidFill>
                <a:latin typeface="Tenorite" panose="00000500000000000000" pitchFamily="2" charset="0"/>
                <a:ea typeface="+mn-ea"/>
                <a:cs typeface="+mn-cs"/>
              </a:defRPr>
            </a:lvl3pPr>
            <a:lvl4pPr marL="1371600" indent="0" algn="ctr" defTabSz="914400" rtl="0" eaLnBrk="1" latinLnBrk="0" hangingPunct="1">
              <a:lnSpc>
                <a:spcPct val="90000"/>
              </a:lnSpc>
              <a:spcBef>
                <a:spcPts val="500"/>
              </a:spcBef>
              <a:buClr>
                <a:schemeClr val="bg2"/>
              </a:buClr>
              <a:buSzPct val="80000"/>
              <a:buFontTx/>
              <a:buNone/>
              <a:defRPr sz="1600" b="0" i="0" kern="1200">
                <a:solidFill>
                  <a:schemeClr val="tx1"/>
                </a:solidFill>
                <a:latin typeface="Tenorite" panose="00000500000000000000" pitchFamily="2" charset="0"/>
                <a:ea typeface="+mn-ea"/>
                <a:cs typeface="+mn-cs"/>
              </a:defRPr>
            </a:lvl4pPr>
            <a:lvl5pPr marL="1828800" indent="0" algn="ctr" defTabSz="914400" rtl="0" eaLnBrk="1" latinLnBrk="0" hangingPunct="1">
              <a:lnSpc>
                <a:spcPct val="90000"/>
              </a:lnSpc>
              <a:spcBef>
                <a:spcPts val="500"/>
              </a:spcBef>
              <a:buClr>
                <a:schemeClr val="bg2"/>
              </a:buClr>
              <a:buSzPct val="80000"/>
              <a:buFontTx/>
              <a:buNone/>
              <a:defRPr sz="1600" b="0" i="0" kern="1200">
                <a:solidFill>
                  <a:schemeClr val="tx1"/>
                </a:solidFill>
                <a:latin typeface="Tenorite" panose="00000500000000000000"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50">
                <a:solidFill>
                  <a:schemeClr val="bg1"/>
                </a:solidFill>
              </a:rPr>
              <a:t>Reference architecture. The upper band is the medallion data path; the lower bands are the cross-cutting platform layers present in every engagement regardless of size.</a:t>
            </a:r>
          </a:p>
        </p:txBody>
      </p:sp>
      <p:cxnSp>
        <p:nvCxnSpPr>
          <p:cNvPr id="131" name="Straight Connector 130">
            <a:extLst>
              <a:ext uri="{FF2B5EF4-FFF2-40B4-BE49-F238E27FC236}">
                <a16:creationId xmlns:a16="http://schemas.microsoft.com/office/drawing/2014/main" id="{A52262AD-5DCB-9BC1-0BC8-34BF46D8D673}"/>
              </a:ext>
            </a:extLst>
          </p:cNvPr>
          <p:cNvCxnSpPr>
            <a:cxnSpLocks/>
          </p:cNvCxnSpPr>
          <p:nvPr/>
        </p:nvCxnSpPr>
        <p:spPr>
          <a:xfrm>
            <a:off x="4259170" y="4204407"/>
            <a:ext cx="0" cy="350245"/>
          </a:xfrm>
          <a:prstGeom prst="line">
            <a:avLst/>
          </a:prstGeom>
          <a:ln w="12700">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C4757B67-9018-15AD-FA0A-188A31955DCC}"/>
              </a:ext>
            </a:extLst>
          </p:cNvPr>
          <p:cNvCxnSpPr>
            <a:cxnSpLocks/>
          </p:cNvCxnSpPr>
          <p:nvPr/>
        </p:nvCxnSpPr>
        <p:spPr>
          <a:xfrm>
            <a:off x="7934472" y="4204407"/>
            <a:ext cx="0" cy="350245"/>
          </a:xfrm>
          <a:prstGeom prst="line">
            <a:avLst/>
          </a:prstGeom>
          <a:ln w="12700">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0" name="Straight Connector 139">
            <a:extLst>
              <a:ext uri="{FF2B5EF4-FFF2-40B4-BE49-F238E27FC236}">
                <a16:creationId xmlns:a16="http://schemas.microsoft.com/office/drawing/2014/main" id="{4BC2D1A0-0CDB-7BBD-629C-4C747CB40079}"/>
              </a:ext>
            </a:extLst>
          </p:cNvPr>
          <p:cNvCxnSpPr>
            <a:cxnSpLocks/>
          </p:cNvCxnSpPr>
          <p:nvPr/>
        </p:nvCxnSpPr>
        <p:spPr>
          <a:xfrm>
            <a:off x="6067749" y="4678215"/>
            <a:ext cx="0" cy="350245"/>
          </a:xfrm>
          <a:prstGeom prst="line">
            <a:avLst/>
          </a:prstGeom>
          <a:ln w="12700">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81208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D99F6-0CAF-383F-3459-309D43FC6D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04E76D-55BD-29E6-FB5D-594F7E792224}"/>
              </a:ext>
            </a:extLst>
          </p:cNvPr>
          <p:cNvSpPr>
            <a:spLocks noGrp="1"/>
          </p:cNvSpPr>
          <p:nvPr>
            <p:ph type="title"/>
          </p:nvPr>
        </p:nvSpPr>
        <p:spPr>
          <a:xfrm>
            <a:off x="381000" y="317499"/>
            <a:ext cx="11468100" cy="498598"/>
          </a:xfrm>
        </p:spPr>
        <p:txBody>
          <a:bodyPr/>
          <a:lstStyle/>
          <a:p>
            <a:r>
              <a:rPr lang="en-US"/>
              <a:t>Eight layers. Everyone in scope, every size</a:t>
            </a:r>
          </a:p>
        </p:txBody>
      </p:sp>
      <p:sp>
        <p:nvSpPr>
          <p:cNvPr id="12" name="TextBox 11">
            <a:extLst>
              <a:ext uri="{FF2B5EF4-FFF2-40B4-BE49-F238E27FC236}">
                <a16:creationId xmlns:a16="http://schemas.microsoft.com/office/drawing/2014/main" id="{FAB6ABC5-D2DE-BBBF-BBFD-A1AF7EFE708E}"/>
              </a:ext>
            </a:extLst>
          </p:cNvPr>
          <p:cNvSpPr txBox="1"/>
          <p:nvPr/>
        </p:nvSpPr>
        <p:spPr>
          <a:xfrm>
            <a:off x="381000" y="1023128"/>
            <a:ext cx="11430000" cy="430887"/>
          </a:xfrm>
          <a:prstGeom prst="rect">
            <a:avLst/>
          </a:prstGeom>
          <a:noFill/>
        </p:spPr>
        <p:txBody>
          <a:bodyPr wrap="square" lIns="0" tIns="0" rIns="0" bIns="0">
            <a:spAutoFit/>
          </a:bodyPr>
          <a:lstStyle/>
          <a:p>
            <a:pPr marL="0" marR="0" indent="0">
              <a:buNone/>
            </a:pPr>
            <a:r>
              <a:rPr lang="en-US" sz="1400" b="1" i="0">
                <a:solidFill>
                  <a:schemeClr val="bg1"/>
                </a:solidFill>
                <a:effectLst/>
                <a:latin typeface="Tenorite" panose="00000500000000000000" pitchFamily="2" charset="0"/>
              </a:rPr>
              <a:t>The medallion tiers get the attention, but a production platform is defined by the layers around them. </a:t>
            </a:r>
          </a:p>
          <a:p>
            <a:pPr marL="0" marR="0" indent="0">
              <a:buNone/>
            </a:pPr>
            <a:r>
              <a:rPr lang="en-US" sz="1400" b="1" i="0">
                <a:solidFill>
                  <a:schemeClr val="bg1"/>
                </a:solidFill>
                <a:effectLst/>
                <a:latin typeface="Tenorite" panose="00000500000000000000" pitchFamily="2" charset="0"/>
              </a:rPr>
              <a:t>Each is scaled — not skipped — as size increases.</a:t>
            </a:r>
          </a:p>
        </p:txBody>
      </p:sp>
      <p:sp>
        <p:nvSpPr>
          <p:cNvPr id="18" name="Freeform: Shape 17">
            <a:extLst>
              <a:ext uri="{FF2B5EF4-FFF2-40B4-BE49-F238E27FC236}">
                <a16:creationId xmlns:a16="http://schemas.microsoft.com/office/drawing/2014/main" id="{D532E57F-5DCE-3A43-C066-C4A956DECC8C}"/>
              </a:ext>
            </a:extLst>
          </p:cNvPr>
          <p:cNvSpPr/>
          <p:nvPr/>
        </p:nvSpPr>
        <p:spPr>
          <a:xfrm>
            <a:off x="381000" y="1661047"/>
            <a:ext cx="423428" cy="587706"/>
          </a:xfrm>
          <a:prstGeom prst="round1Rect">
            <a:avLst/>
          </a:prstGeom>
          <a:solidFill>
            <a:schemeClr val="tx2"/>
          </a:solidFill>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a:solidFill>
                  <a:schemeClr val="tx1"/>
                </a:solidFill>
                <a:latin typeface="Tenorite" panose="00000500000000000000" pitchFamily="2" charset="0"/>
              </a:rPr>
              <a:t>L1</a:t>
            </a:r>
            <a:endParaRPr lang="en-IN" sz="1600" b="1" kern="1200">
              <a:solidFill>
                <a:schemeClr val="tx1"/>
              </a:solidFill>
              <a:latin typeface="Tenorite" panose="00000500000000000000" pitchFamily="2" charset="0"/>
            </a:endParaRPr>
          </a:p>
        </p:txBody>
      </p:sp>
      <p:sp>
        <p:nvSpPr>
          <p:cNvPr id="19" name="Freeform: Shape 18">
            <a:extLst>
              <a:ext uri="{FF2B5EF4-FFF2-40B4-BE49-F238E27FC236}">
                <a16:creationId xmlns:a16="http://schemas.microsoft.com/office/drawing/2014/main" id="{2EF60FCC-AD7E-1F39-38EE-7D3F8D1E8BBC}"/>
              </a:ext>
            </a:extLst>
          </p:cNvPr>
          <p:cNvSpPr/>
          <p:nvPr/>
        </p:nvSpPr>
        <p:spPr>
          <a:xfrm>
            <a:off x="381000" y="2248753"/>
            <a:ext cx="846856" cy="587706"/>
          </a:xfrm>
          <a:prstGeom prst="round1Rect">
            <a:avLst/>
          </a:prstGeom>
          <a:solidFill>
            <a:schemeClr val="tx2"/>
          </a:solidFill>
        </p:spPr>
        <p:style>
          <a:lnRef idx="2">
            <a:schemeClr val="lt1">
              <a:hueOff val="0"/>
              <a:satOff val="0"/>
              <a:lumOff val="0"/>
              <a:alphaOff val="0"/>
            </a:schemeClr>
          </a:lnRef>
          <a:fillRef idx="1">
            <a:schemeClr val="accent2">
              <a:shade val="80000"/>
              <a:hueOff val="-32986"/>
              <a:satOff val="-4453"/>
              <a:lumOff val="4575"/>
              <a:alphaOff val="0"/>
            </a:schemeClr>
          </a:fillRef>
          <a:effectRef idx="0">
            <a:schemeClr val="accent2">
              <a:shade val="80000"/>
              <a:hueOff val="-32986"/>
              <a:satOff val="-4453"/>
              <a:lumOff val="4575"/>
              <a:alphaOff val="0"/>
            </a:schemeClr>
          </a:effectRef>
          <a:fontRef idx="minor">
            <a:schemeClr val="lt1"/>
          </a:fontRef>
        </p:style>
        <p:txBody>
          <a:bodyPr spcFirstLastPara="0" vert="horz" wrap="square" lIns="216745" tIns="20320" rIns="216744" bIns="20320" numCol="1" spcCol="1270" anchor="ctr" anchorCtr="0">
            <a:noAutofit/>
          </a:bodyPr>
          <a:lstStyle/>
          <a:p>
            <a:pPr marL="0" lvl="0" indent="0" algn="ctr" defTabSz="711200">
              <a:lnSpc>
                <a:spcPct val="90000"/>
              </a:lnSpc>
              <a:spcBef>
                <a:spcPct val="0"/>
              </a:spcBef>
              <a:spcAft>
                <a:spcPct val="35000"/>
              </a:spcAft>
              <a:buNone/>
            </a:pPr>
            <a:r>
              <a:rPr lang="en-US" sz="1600" b="1" kern="1200">
                <a:solidFill>
                  <a:schemeClr val="tx1"/>
                </a:solidFill>
                <a:latin typeface="Tenorite" panose="00000500000000000000" pitchFamily="2" charset="0"/>
              </a:rPr>
              <a:t>L2</a:t>
            </a:r>
            <a:endParaRPr lang="en-IN" sz="1600" b="1" kern="1200">
              <a:solidFill>
                <a:schemeClr val="tx1"/>
              </a:solidFill>
              <a:latin typeface="Tenorite" panose="00000500000000000000" pitchFamily="2" charset="0"/>
            </a:endParaRPr>
          </a:p>
        </p:txBody>
      </p:sp>
      <p:sp>
        <p:nvSpPr>
          <p:cNvPr id="20" name="Freeform: Shape 19">
            <a:extLst>
              <a:ext uri="{FF2B5EF4-FFF2-40B4-BE49-F238E27FC236}">
                <a16:creationId xmlns:a16="http://schemas.microsoft.com/office/drawing/2014/main" id="{C7C26F64-A548-E6E6-57DF-966FF48A6EA4}"/>
              </a:ext>
            </a:extLst>
          </p:cNvPr>
          <p:cNvSpPr/>
          <p:nvPr/>
        </p:nvSpPr>
        <p:spPr>
          <a:xfrm>
            <a:off x="381000" y="2836460"/>
            <a:ext cx="1270284" cy="587706"/>
          </a:xfrm>
          <a:prstGeom prst="round1Rect">
            <a:avLst/>
          </a:prstGeom>
          <a:solidFill>
            <a:schemeClr val="tx2">
              <a:lumMod val="75000"/>
            </a:schemeClr>
          </a:solidFill>
        </p:spPr>
        <p:style>
          <a:lnRef idx="2">
            <a:schemeClr val="lt1">
              <a:hueOff val="0"/>
              <a:satOff val="0"/>
              <a:lumOff val="0"/>
              <a:alphaOff val="0"/>
            </a:schemeClr>
          </a:lnRef>
          <a:fillRef idx="1">
            <a:schemeClr val="accent2">
              <a:shade val="80000"/>
              <a:hueOff val="-65971"/>
              <a:satOff val="-8905"/>
              <a:lumOff val="9150"/>
              <a:alphaOff val="0"/>
            </a:schemeClr>
          </a:fillRef>
          <a:effectRef idx="0">
            <a:schemeClr val="accent2">
              <a:shade val="80000"/>
              <a:hueOff val="-65971"/>
              <a:satOff val="-8905"/>
              <a:lumOff val="9150"/>
              <a:alphaOff val="0"/>
            </a:schemeClr>
          </a:effectRef>
          <a:fontRef idx="minor">
            <a:schemeClr val="lt1"/>
          </a:fontRef>
        </p:style>
        <p:txBody>
          <a:bodyPr spcFirstLastPara="0" vert="horz" wrap="square" lIns="314957" tIns="20320" rIns="314956" bIns="20320" numCol="1" spcCol="1270" anchor="ctr" anchorCtr="0">
            <a:noAutofit/>
          </a:bodyPr>
          <a:lstStyle/>
          <a:p>
            <a:pPr marL="0" lvl="0" indent="0" algn="ctr" defTabSz="711200">
              <a:lnSpc>
                <a:spcPct val="90000"/>
              </a:lnSpc>
              <a:spcBef>
                <a:spcPct val="0"/>
              </a:spcBef>
              <a:spcAft>
                <a:spcPct val="35000"/>
              </a:spcAft>
              <a:buNone/>
            </a:pPr>
            <a:r>
              <a:rPr lang="en-US" sz="1600" b="1" kern="1200">
                <a:solidFill>
                  <a:schemeClr val="tx1"/>
                </a:solidFill>
                <a:latin typeface="Tenorite" panose="00000500000000000000" pitchFamily="2" charset="0"/>
              </a:rPr>
              <a:t>L3</a:t>
            </a:r>
            <a:endParaRPr lang="en-IN" sz="1600" b="1" kern="1200">
              <a:solidFill>
                <a:schemeClr val="tx1"/>
              </a:solidFill>
              <a:latin typeface="Tenorite" panose="00000500000000000000" pitchFamily="2" charset="0"/>
            </a:endParaRPr>
          </a:p>
        </p:txBody>
      </p:sp>
      <p:sp>
        <p:nvSpPr>
          <p:cNvPr id="21" name="Freeform: Shape 20">
            <a:extLst>
              <a:ext uri="{FF2B5EF4-FFF2-40B4-BE49-F238E27FC236}">
                <a16:creationId xmlns:a16="http://schemas.microsoft.com/office/drawing/2014/main" id="{97C41E2B-36C8-E17E-CE05-232EBB29D611}"/>
              </a:ext>
            </a:extLst>
          </p:cNvPr>
          <p:cNvSpPr/>
          <p:nvPr/>
        </p:nvSpPr>
        <p:spPr>
          <a:xfrm>
            <a:off x="381000" y="3424167"/>
            <a:ext cx="1693713" cy="587706"/>
          </a:xfrm>
          <a:prstGeom prst="round1Rect">
            <a:avLst/>
          </a:prstGeom>
          <a:solidFill>
            <a:schemeClr val="tx2">
              <a:lumMod val="75000"/>
            </a:schemeClr>
          </a:solidFill>
        </p:spPr>
        <p:style>
          <a:lnRef idx="2">
            <a:schemeClr val="lt1">
              <a:hueOff val="0"/>
              <a:satOff val="0"/>
              <a:lumOff val="0"/>
              <a:alphaOff val="0"/>
            </a:schemeClr>
          </a:lnRef>
          <a:fillRef idx="1">
            <a:schemeClr val="accent2">
              <a:shade val="80000"/>
              <a:hueOff val="-98957"/>
              <a:satOff val="-13358"/>
              <a:lumOff val="13725"/>
              <a:alphaOff val="0"/>
            </a:schemeClr>
          </a:fillRef>
          <a:effectRef idx="0">
            <a:schemeClr val="accent2">
              <a:shade val="80000"/>
              <a:hueOff val="-98957"/>
              <a:satOff val="-13358"/>
              <a:lumOff val="13725"/>
              <a:alphaOff val="0"/>
            </a:schemeClr>
          </a:effectRef>
          <a:fontRef idx="minor">
            <a:schemeClr val="lt1"/>
          </a:fontRef>
        </p:style>
        <p:txBody>
          <a:bodyPr spcFirstLastPara="0" vert="horz" wrap="square" lIns="413169" tIns="20320" rIns="413169" bIns="20320" numCol="1" spcCol="1270" anchor="ctr" anchorCtr="0">
            <a:noAutofit/>
          </a:bodyPr>
          <a:lstStyle/>
          <a:p>
            <a:pPr marL="0" lvl="0" indent="0" algn="ctr" defTabSz="711200">
              <a:lnSpc>
                <a:spcPct val="90000"/>
              </a:lnSpc>
              <a:spcBef>
                <a:spcPct val="0"/>
              </a:spcBef>
              <a:spcAft>
                <a:spcPct val="35000"/>
              </a:spcAft>
              <a:buNone/>
            </a:pPr>
            <a:r>
              <a:rPr lang="en-US" sz="1600" b="1" kern="1200">
                <a:solidFill>
                  <a:schemeClr val="tx1"/>
                </a:solidFill>
                <a:latin typeface="Tenorite" panose="00000500000000000000" pitchFamily="2" charset="0"/>
              </a:rPr>
              <a:t>L4</a:t>
            </a:r>
            <a:endParaRPr lang="en-IN" sz="1600" b="1" kern="1200">
              <a:solidFill>
                <a:schemeClr val="tx1"/>
              </a:solidFill>
              <a:latin typeface="Tenorite" panose="00000500000000000000" pitchFamily="2" charset="0"/>
            </a:endParaRPr>
          </a:p>
        </p:txBody>
      </p:sp>
      <p:sp>
        <p:nvSpPr>
          <p:cNvPr id="22" name="Freeform: Shape 21">
            <a:extLst>
              <a:ext uri="{FF2B5EF4-FFF2-40B4-BE49-F238E27FC236}">
                <a16:creationId xmlns:a16="http://schemas.microsoft.com/office/drawing/2014/main" id="{BDDED551-2E67-C3BB-0709-D74E4DD1D921}"/>
              </a:ext>
            </a:extLst>
          </p:cNvPr>
          <p:cNvSpPr/>
          <p:nvPr/>
        </p:nvSpPr>
        <p:spPr>
          <a:xfrm>
            <a:off x="381000" y="4011873"/>
            <a:ext cx="2117140" cy="587706"/>
          </a:xfrm>
          <a:prstGeom prst="round1Rect">
            <a:avLst/>
          </a:prstGeom>
          <a:solidFill>
            <a:schemeClr val="accent4"/>
          </a:solidFill>
        </p:spPr>
        <p:style>
          <a:lnRef idx="2">
            <a:schemeClr val="lt1">
              <a:hueOff val="0"/>
              <a:satOff val="0"/>
              <a:lumOff val="0"/>
              <a:alphaOff val="0"/>
            </a:schemeClr>
          </a:lnRef>
          <a:fillRef idx="1">
            <a:schemeClr val="accent2">
              <a:shade val="80000"/>
              <a:hueOff val="-197914"/>
              <a:satOff val="-26715"/>
              <a:lumOff val="27450"/>
              <a:alphaOff val="0"/>
            </a:schemeClr>
          </a:fillRef>
          <a:effectRef idx="0">
            <a:schemeClr val="accent2">
              <a:shade val="80000"/>
              <a:hueOff val="-197914"/>
              <a:satOff val="-26715"/>
              <a:lumOff val="27450"/>
              <a:alphaOff val="0"/>
            </a:schemeClr>
          </a:effectRef>
          <a:fontRef idx="minor">
            <a:schemeClr val="lt1"/>
          </a:fontRef>
        </p:style>
        <p:txBody>
          <a:bodyPr spcFirstLastPara="0" vert="horz" wrap="square" lIns="707805" tIns="20320" rIns="707805" bIns="20320" numCol="1" spcCol="1270" anchor="ctr" anchorCtr="0">
            <a:noAutofit/>
          </a:bodyPr>
          <a:lstStyle/>
          <a:p>
            <a:pPr algn="ctr" defTabSz="711200">
              <a:lnSpc>
                <a:spcPct val="90000"/>
              </a:lnSpc>
              <a:spcBef>
                <a:spcPct val="0"/>
              </a:spcBef>
              <a:spcAft>
                <a:spcPct val="35000"/>
              </a:spcAft>
            </a:pPr>
            <a:r>
              <a:rPr lang="en-US" sz="1600" b="1">
                <a:solidFill>
                  <a:schemeClr val="tx1"/>
                </a:solidFill>
                <a:latin typeface="Tenorite" panose="00000500000000000000" pitchFamily="2" charset="0"/>
              </a:rPr>
              <a:t>L5</a:t>
            </a:r>
            <a:endParaRPr lang="en-IN" sz="1600" b="1">
              <a:solidFill>
                <a:schemeClr val="tx1"/>
              </a:solidFill>
              <a:latin typeface="Tenorite" panose="00000500000000000000" pitchFamily="2" charset="0"/>
            </a:endParaRPr>
          </a:p>
        </p:txBody>
      </p:sp>
      <p:sp>
        <p:nvSpPr>
          <p:cNvPr id="23" name="Freeform: Shape 22">
            <a:extLst>
              <a:ext uri="{FF2B5EF4-FFF2-40B4-BE49-F238E27FC236}">
                <a16:creationId xmlns:a16="http://schemas.microsoft.com/office/drawing/2014/main" id="{E2D97BE8-C4EC-0087-76A9-FB689B508881}"/>
              </a:ext>
            </a:extLst>
          </p:cNvPr>
          <p:cNvSpPr/>
          <p:nvPr/>
        </p:nvSpPr>
        <p:spPr>
          <a:xfrm>
            <a:off x="381000" y="4599580"/>
            <a:ext cx="2540568" cy="587706"/>
          </a:xfrm>
          <a:prstGeom prst="round1Rect">
            <a:avLst/>
          </a:prstGeom>
          <a:solidFill>
            <a:schemeClr val="accent4"/>
          </a:solidFill>
        </p:spPr>
        <p:style>
          <a:lnRef idx="2">
            <a:schemeClr val="lt1">
              <a:hueOff val="0"/>
              <a:satOff val="0"/>
              <a:lumOff val="0"/>
              <a:alphaOff val="0"/>
            </a:schemeClr>
          </a:lnRef>
          <a:fillRef idx="1">
            <a:schemeClr val="accent2">
              <a:shade val="80000"/>
              <a:hueOff val="-197914"/>
              <a:satOff val="-26715"/>
              <a:lumOff val="27450"/>
              <a:alphaOff val="0"/>
            </a:schemeClr>
          </a:fillRef>
          <a:effectRef idx="0">
            <a:schemeClr val="accent2">
              <a:shade val="80000"/>
              <a:hueOff val="-197914"/>
              <a:satOff val="-26715"/>
              <a:lumOff val="27450"/>
              <a:alphaOff val="0"/>
            </a:schemeClr>
          </a:effectRef>
          <a:fontRef idx="minor">
            <a:schemeClr val="lt1"/>
          </a:fontRef>
        </p:style>
        <p:txBody>
          <a:bodyPr spcFirstLastPara="0" vert="horz" wrap="square" lIns="707805" tIns="20320" rIns="707805" bIns="20320" numCol="1" spcCol="1270" anchor="ctr" anchorCtr="0">
            <a:noAutofit/>
          </a:bodyPr>
          <a:lstStyle/>
          <a:p>
            <a:pPr algn="ctr" defTabSz="711200">
              <a:lnSpc>
                <a:spcPct val="90000"/>
              </a:lnSpc>
              <a:spcBef>
                <a:spcPct val="0"/>
              </a:spcBef>
              <a:spcAft>
                <a:spcPct val="35000"/>
              </a:spcAft>
            </a:pPr>
            <a:r>
              <a:rPr lang="en-US" sz="1600" b="1">
                <a:solidFill>
                  <a:schemeClr val="tx1"/>
                </a:solidFill>
                <a:latin typeface="Tenorite" panose="00000500000000000000" pitchFamily="2" charset="0"/>
              </a:rPr>
              <a:t>L6</a:t>
            </a:r>
            <a:endParaRPr lang="en-IN" sz="1600" b="1">
              <a:solidFill>
                <a:schemeClr val="tx1"/>
              </a:solidFill>
              <a:latin typeface="Tenorite" panose="00000500000000000000" pitchFamily="2" charset="0"/>
            </a:endParaRPr>
          </a:p>
        </p:txBody>
      </p:sp>
      <p:sp>
        <p:nvSpPr>
          <p:cNvPr id="24" name="Freeform: Shape 23">
            <a:extLst>
              <a:ext uri="{FF2B5EF4-FFF2-40B4-BE49-F238E27FC236}">
                <a16:creationId xmlns:a16="http://schemas.microsoft.com/office/drawing/2014/main" id="{FFD1B601-E58A-AEF5-01D0-310C2BAAD818}"/>
              </a:ext>
            </a:extLst>
          </p:cNvPr>
          <p:cNvSpPr/>
          <p:nvPr/>
        </p:nvSpPr>
        <p:spPr>
          <a:xfrm>
            <a:off x="381000" y="5187287"/>
            <a:ext cx="2963996" cy="587706"/>
          </a:xfrm>
          <a:prstGeom prst="round1Rect">
            <a:avLst/>
          </a:prstGeom>
          <a:solidFill>
            <a:schemeClr val="accent4">
              <a:lumMod val="75000"/>
            </a:schemeClr>
          </a:solidFill>
        </p:spPr>
        <p:style>
          <a:lnRef idx="2">
            <a:schemeClr val="lt1">
              <a:hueOff val="0"/>
              <a:satOff val="0"/>
              <a:lumOff val="0"/>
              <a:alphaOff val="0"/>
            </a:schemeClr>
          </a:lnRef>
          <a:fillRef idx="1">
            <a:schemeClr val="accent2">
              <a:shade val="80000"/>
              <a:hueOff val="-197914"/>
              <a:satOff val="-26715"/>
              <a:lumOff val="27450"/>
              <a:alphaOff val="0"/>
            </a:schemeClr>
          </a:fillRef>
          <a:effectRef idx="0">
            <a:schemeClr val="accent2">
              <a:shade val="80000"/>
              <a:hueOff val="-197914"/>
              <a:satOff val="-26715"/>
              <a:lumOff val="27450"/>
              <a:alphaOff val="0"/>
            </a:schemeClr>
          </a:effectRef>
          <a:fontRef idx="minor">
            <a:schemeClr val="lt1"/>
          </a:fontRef>
        </p:style>
        <p:txBody>
          <a:bodyPr spcFirstLastPara="0" vert="horz" wrap="square" lIns="707805" tIns="20320" rIns="707805" bIns="20320" numCol="1" spcCol="1270" anchor="ctr" anchorCtr="0">
            <a:noAutofit/>
          </a:bodyPr>
          <a:lstStyle/>
          <a:p>
            <a:pPr marL="0" lvl="0" indent="0" algn="ctr" defTabSz="711200">
              <a:lnSpc>
                <a:spcPct val="90000"/>
              </a:lnSpc>
              <a:spcBef>
                <a:spcPct val="0"/>
              </a:spcBef>
              <a:spcAft>
                <a:spcPct val="35000"/>
              </a:spcAft>
              <a:buNone/>
            </a:pPr>
            <a:r>
              <a:rPr lang="en-US" sz="1600" b="1" kern="1200">
                <a:solidFill>
                  <a:schemeClr val="tx1"/>
                </a:solidFill>
                <a:latin typeface="Tenorite" panose="00000500000000000000" pitchFamily="2" charset="0"/>
              </a:rPr>
              <a:t>L7</a:t>
            </a:r>
            <a:endParaRPr lang="en-IN" sz="1600" b="1" kern="1200">
              <a:solidFill>
                <a:schemeClr val="tx1"/>
              </a:solidFill>
              <a:latin typeface="Tenorite" panose="00000500000000000000" pitchFamily="2" charset="0"/>
            </a:endParaRPr>
          </a:p>
        </p:txBody>
      </p:sp>
      <p:sp>
        <p:nvSpPr>
          <p:cNvPr id="25" name="Freeform: Shape 24">
            <a:extLst>
              <a:ext uri="{FF2B5EF4-FFF2-40B4-BE49-F238E27FC236}">
                <a16:creationId xmlns:a16="http://schemas.microsoft.com/office/drawing/2014/main" id="{2655B3DA-34DD-7AB5-91B7-D3808896823C}"/>
              </a:ext>
            </a:extLst>
          </p:cNvPr>
          <p:cNvSpPr/>
          <p:nvPr/>
        </p:nvSpPr>
        <p:spPr>
          <a:xfrm>
            <a:off x="381000" y="5774994"/>
            <a:ext cx="3387425" cy="587706"/>
          </a:xfrm>
          <a:prstGeom prst="round1Rect">
            <a:avLst/>
          </a:prstGeom>
          <a:solidFill>
            <a:schemeClr val="accent4">
              <a:lumMod val="75000"/>
            </a:schemeClr>
          </a:solidFill>
        </p:spPr>
        <p:style>
          <a:lnRef idx="2">
            <a:schemeClr val="lt1">
              <a:hueOff val="0"/>
              <a:satOff val="0"/>
              <a:lumOff val="0"/>
              <a:alphaOff val="0"/>
            </a:schemeClr>
          </a:lnRef>
          <a:fillRef idx="1">
            <a:schemeClr val="accent2">
              <a:shade val="80000"/>
              <a:hueOff val="-230900"/>
              <a:satOff val="-31168"/>
              <a:lumOff val="32025"/>
              <a:alphaOff val="0"/>
            </a:schemeClr>
          </a:fillRef>
          <a:effectRef idx="0">
            <a:schemeClr val="accent2">
              <a:shade val="80000"/>
              <a:hueOff val="-230900"/>
              <a:satOff val="-31168"/>
              <a:lumOff val="32025"/>
              <a:alphaOff val="0"/>
            </a:schemeClr>
          </a:effectRef>
          <a:fontRef idx="minor">
            <a:schemeClr val="lt1"/>
          </a:fontRef>
        </p:style>
        <p:txBody>
          <a:bodyPr spcFirstLastPara="0" vert="horz" wrap="square" lIns="806017" tIns="20320" rIns="806018" bIns="20320" numCol="1" spcCol="1270" anchor="ctr" anchorCtr="0">
            <a:noAutofit/>
          </a:bodyPr>
          <a:lstStyle/>
          <a:p>
            <a:pPr marL="0" lvl="0" indent="0" algn="ctr" defTabSz="711200">
              <a:lnSpc>
                <a:spcPct val="90000"/>
              </a:lnSpc>
              <a:spcBef>
                <a:spcPct val="0"/>
              </a:spcBef>
              <a:spcAft>
                <a:spcPct val="35000"/>
              </a:spcAft>
              <a:buNone/>
            </a:pPr>
            <a:r>
              <a:rPr lang="en-US" sz="1600" b="1" kern="1200">
                <a:solidFill>
                  <a:schemeClr val="tx1"/>
                </a:solidFill>
                <a:latin typeface="Tenorite" panose="00000500000000000000" pitchFamily="2" charset="0"/>
              </a:rPr>
              <a:t>L8</a:t>
            </a:r>
            <a:endParaRPr lang="en-IN" sz="1600" b="1" kern="1200">
              <a:solidFill>
                <a:schemeClr val="tx1"/>
              </a:solidFill>
              <a:latin typeface="Tenorite" panose="00000500000000000000" pitchFamily="2" charset="0"/>
            </a:endParaRPr>
          </a:p>
        </p:txBody>
      </p:sp>
      <p:sp>
        <p:nvSpPr>
          <p:cNvPr id="27" name="TextBox 26">
            <a:extLst>
              <a:ext uri="{FF2B5EF4-FFF2-40B4-BE49-F238E27FC236}">
                <a16:creationId xmlns:a16="http://schemas.microsoft.com/office/drawing/2014/main" id="{F631A4ED-8121-5A56-109A-D10D125F198A}"/>
              </a:ext>
            </a:extLst>
          </p:cNvPr>
          <p:cNvSpPr txBox="1"/>
          <p:nvPr/>
        </p:nvSpPr>
        <p:spPr>
          <a:xfrm>
            <a:off x="879186" y="1844687"/>
            <a:ext cx="5279515" cy="276999"/>
          </a:xfrm>
          <a:prstGeom prst="rect">
            <a:avLst/>
          </a:prstGeom>
          <a:noFill/>
        </p:spPr>
        <p:txBody>
          <a:bodyPr wrap="square" lIns="0" tIns="0" rIns="0" bIns="0">
            <a:spAutoFit/>
          </a:bodyPr>
          <a:lstStyle/>
          <a:p>
            <a:pPr marL="0" marR="0" indent="0">
              <a:buNone/>
            </a:pPr>
            <a:r>
              <a:rPr lang="en-US" b="1">
                <a:solidFill>
                  <a:schemeClr val="bg1"/>
                </a:solidFill>
                <a:effectLst/>
                <a:latin typeface="Tenorite" panose="00000500000000000000" pitchFamily="2" charset="0"/>
              </a:rPr>
              <a:t>Ingestion &amp; Landing</a:t>
            </a:r>
          </a:p>
        </p:txBody>
      </p:sp>
      <p:sp>
        <p:nvSpPr>
          <p:cNvPr id="36" name="TextBox 35">
            <a:extLst>
              <a:ext uri="{FF2B5EF4-FFF2-40B4-BE49-F238E27FC236}">
                <a16:creationId xmlns:a16="http://schemas.microsoft.com/office/drawing/2014/main" id="{4A407846-57DA-CDD6-559D-8BB6C0449395}"/>
              </a:ext>
            </a:extLst>
          </p:cNvPr>
          <p:cNvSpPr txBox="1"/>
          <p:nvPr/>
        </p:nvSpPr>
        <p:spPr>
          <a:xfrm>
            <a:off x="1276315" y="2431213"/>
            <a:ext cx="4908685" cy="276999"/>
          </a:xfrm>
          <a:prstGeom prst="rect">
            <a:avLst/>
          </a:prstGeom>
          <a:noFill/>
        </p:spPr>
        <p:txBody>
          <a:bodyPr wrap="square" lIns="0" tIns="0" rIns="0" bIns="0">
            <a:spAutoFit/>
          </a:bodyPr>
          <a:lstStyle/>
          <a:p>
            <a:pPr marL="0" marR="0" indent="0">
              <a:buNone/>
            </a:pPr>
            <a:r>
              <a:rPr lang="de-DE" b="1">
                <a:solidFill>
                  <a:schemeClr val="bg1"/>
                </a:solidFill>
                <a:effectLst/>
                <a:latin typeface="Tenorite" panose="00000500000000000000" pitchFamily="2" charset="0"/>
              </a:rPr>
              <a:t>Medallion Transformation (Bronze · Silver · Gold)</a:t>
            </a:r>
          </a:p>
        </p:txBody>
      </p:sp>
      <p:sp>
        <p:nvSpPr>
          <p:cNvPr id="37" name="TextBox 36">
            <a:extLst>
              <a:ext uri="{FF2B5EF4-FFF2-40B4-BE49-F238E27FC236}">
                <a16:creationId xmlns:a16="http://schemas.microsoft.com/office/drawing/2014/main" id="{33DAA408-401A-B423-6D72-70AC7EBAA050}"/>
              </a:ext>
            </a:extLst>
          </p:cNvPr>
          <p:cNvSpPr txBox="1"/>
          <p:nvPr/>
        </p:nvSpPr>
        <p:spPr>
          <a:xfrm>
            <a:off x="1699743" y="2988141"/>
            <a:ext cx="4417366" cy="276999"/>
          </a:xfrm>
          <a:prstGeom prst="rect">
            <a:avLst/>
          </a:prstGeom>
          <a:noFill/>
        </p:spPr>
        <p:txBody>
          <a:bodyPr wrap="square" lIns="0" tIns="0" rIns="0" bIns="0" anchor="t">
            <a:spAutoFit/>
          </a:bodyPr>
          <a:lstStyle/>
          <a:p>
            <a:pPr marL="0" marR="0" indent="0">
              <a:buNone/>
            </a:pPr>
            <a:r>
              <a:rPr lang="en-US" b="1">
                <a:solidFill>
                  <a:schemeClr val="bg1"/>
                </a:solidFill>
                <a:effectLst/>
                <a:latin typeface="Tenorite" panose="00000500000000000000" pitchFamily="2" charset="0"/>
              </a:rPr>
              <a:t>Metadata-Driven Orchestration</a:t>
            </a:r>
          </a:p>
        </p:txBody>
      </p:sp>
      <p:sp>
        <p:nvSpPr>
          <p:cNvPr id="38" name="TextBox 37">
            <a:extLst>
              <a:ext uri="{FF2B5EF4-FFF2-40B4-BE49-F238E27FC236}">
                <a16:creationId xmlns:a16="http://schemas.microsoft.com/office/drawing/2014/main" id="{41A1F81E-0957-AAB1-3DC2-22658C5CC150}"/>
              </a:ext>
            </a:extLst>
          </p:cNvPr>
          <p:cNvSpPr txBox="1"/>
          <p:nvPr/>
        </p:nvSpPr>
        <p:spPr>
          <a:xfrm>
            <a:off x="2149471" y="3572555"/>
            <a:ext cx="4000806" cy="276999"/>
          </a:xfrm>
          <a:prstGeom prst="rect">
            <a:avLst/>
          </a:prstGeom>
          <a:noFill/>
        </p:spPr>
        <p:txBody>
          <a:bodyPr wrap="square" lIns="0" tIns="0" rIns="0" bIns="0">
            <a:spAutoFit/>
          </a:bodyPr>
          <a:lstStyle/>
          <a:p>
            <a:pPr marL="0" marR="0" indent="0">
              <a:buNone/>
            </a:pPr>
            <a:r>
              <a:rPr lang="en-US" b="1">
                <a:solidFill>
                  <a:schemeClr val="bg1"/>
                </a:solidFill>
                <a:effectLst/>
                <a:latin typeface="Tenorite" panose="00000500000000000000" pitchFamily="2" charset="0"/>
              </a:rPr>
              <a:t>Governance &amp; Data Catalog</a:t>
            </a:r>
          </a:p>
        </p:txBody>
      </p:sp>
      <p:sp>
        <p:nvSpPr>
          <p:cNvPr id="39" name="TextBox 38">
            <a:extLst>
              <a:ext uri="{FF2B5EF4-FFF2-40B4-BE49-F238E27FC236}">
                <a16:creationId xmlns:a16="http://schemas.microsoft.com/office/drawing/2014/main" id="{036771C4-4FBC-AD89-8FB0-7728782575A5}"/>
              </a:ext>
            </a:extLst>
          </p:cNvPr>
          <p:cNvSpPr txBox="1"/>
          <p:nvPr/>
        </p:nvSpPr>
        <p:spPr>
          <a:xfrm>
            <a:off x="2539681" y="4174189"/>
            <a:ext cx="3652236" cy="276999"/>
          </a:xfrm>
          <a:prstGeom prst="rect">
            <a:avLst/>
          </a:prstGeom>
          <a:noFill/>
        </p:spPr>
        <p:txBody>
          <a:bodyPr wrap="square" lIns="0" tIns="0" rIns="0" bIns="0">
            <a:spAutoFit/>
          </a:bodyPr>
          <a:lstStyle/>
          <a:p>
            <a:pPr marL="0" marR="0" indent="0">
              <a:buNone/>
            </a:pPr>
            <a:r>
              <a:rPr lang="en-US" b="1">
                <a:solidFill>
                  <a:schemeClr val="bg1"/>
                </a:solidFill>
                <a:effectLst/>
                <a:latin typeface="Tenorite" panose="00000500000000000000" pitchFamily="2" charset="0"/>
              </a:rPr>
              <a:t>Security &amp; Access Control</a:t>
            </a:r>
          </a:p>
        </p:txBody>
      </p:sp>
      <p:sp>
        <p:nvSpPr>
          <p:cNvPr id="40" name="TextBox 39">
            <a:extLst>
              <a:ext uri="{FF2B5EF4-FFF2-40B4-BE49-F238E27FC236}">
                <a16:creationId xmlns:a16="http://schemas.microsoft.com/office/drawing/2014/main" id="{6DBFADE5-32CF-FFBF-EFD3-5FFFC36E2388}"/>
              </a:ext>
            </a:extLst>
          </p:cNvPr>
          <p:cNvSpPr txBox="1"/>
          <p:nvPr/>
        </p:nvSpPr>
        <p:spPr>
          <a:xfrm>
            <a:off x="2996326" y="4747971"/>
            <a:ext cx="3193986" cy="276999"/>
          </a:xfrm>
          <a:prstGeom prst="rect">
            <a:avLst/>
          </a:prstGeom>
          <a:noFill/>
        </p:spPr>
        <p:txBody>
          <a:bodyPr wrap="square" lIns="0" tIns="0" rIns="0" bIns="0">
            <a:spAutoFit/>
          </a:bodyPr>
          <a:lstStyle/>
          <a:p>
            <a:pPr marL="0" marR="0" indent="0">
              <a:buNone/>
            </a:pPr>
            <a:r>
              <a:rPr lang="en-US" b="1">
                <a:solidFill>
                  <a:schemeClr val="bg1"/>
                </a:solidFill>
                <a:effectLst/>
                <a:latin typeface="Tenorite" panose="00000500000000000000" pitchFamily="2" charset="0"/>
              </a:rPr>
              <a:t>Audit, Logging &amp; Observability</a:t>
            </a:r>
          </a:p>
        </p:txBody>
      </p:sp>
      <p:sp>
        <p:nvSpPr>
          <p:cNvPr id="41" name="TextBox 40">
            <a:extLst>
              <a:ext uri="{FF2B5EF4-FFF2-40B4-BE49-F238E27FC236}">
                <a16:creationId xmlns:a16="http://schemas.microsoft.com/office/drawing/2014/main" id="{8C268653-A2AF-4563-D090-09EBE9CBD0F9}"/>
              </a:ext>
            </a:extLst>
          </p:cNvPr>
          <p:cNvSpPr txBox="1"/>
          <p:nvPr/>
        </p:nvSpPr>
        <p:spPr>
          <a:xfrm>
            <a:off x="3407574" y="5319188"/>
            <a:ext cx="2825885" cy="276999"/>
          </a:xfrm>
          <a:prstGeom prst="rect">
            <a:avLst/>
          </a:prstGeom>
          <a:noFill/>
        </p:spPr>
        <p:txBody>
          <a:bodyPr wrap="square" lIns="0" tIns="0" rIns="0" bIns="0">
            <a:spAutoFit/>
          </a:bodyPr>
          <a:lstStyle/>
          <a:p>
            <a:pPr marL="0" marR="0" indent="0">
              <a:buNone/>
            </a:pPr>
            <a:r>
              <a:rPr lang="en-US" b="1" err="1">
                <a:solidFill>
                  <a:schemeClr val="bg1"/>
                </a:solidFill>
                <a:effectLst/>
                <a:latin typeface="Tenorite" panose="00000500000000000000" pitchFamily="2" charset="0"/>
              </a:rPr>
              <a:t>DataOps</a:t>
            </a:r>
            <a:r>
              <a:rPr lang="en-US" b="1">
                <a:solidFill>
                  <a:schemeClr val="bg1"/>
                </a:solidFill>
                <a:effectLst/>
                <a:latin typeface="Tenorite" panose="00000500000000000000" pitchFamily="2" charset="0"/>
              </a:rPr>
              <a:t> &amp; CI/CD</a:t>
            </a:r>
          </a:p>
        </p:txBody>
      </p:sp>
      <p:sp>
        <p:nvSpPr>
          <p:cNvPr id="42" name="TextBox 41">
            <a:extLst>
              <a:ext uri="{FF2B5EF4-FFF2-40B4-BE49-F238E27FC236}">
                <a16:creationId xmlns:a16="http://schemas.microsoft.com/office/drawing/2014/main" id="{8178CDD2-42CF-1C7E-D13B-654357ABC984}"/>
              </a:ext>
            </a:extLst>
          </p:cNvPr>
          <p:cNvSpPr txBox="1"/>
          <p:nvPr/>
        </p:nvSpPr>
        <p:spPr>
          <a:xfrm>
            <a:off x="3794124" y="5953082"/>
            <a:ext cx="2631070" cy="215444"/>
          </a:xfrm>
          <a:prstGeom prst="rect">
            <a:avLst/>
          </a:prstGeom>
          <a:noFill/>
        </p:spPr>
        <p:txBody>
          <a:bodyPr wrap="square" lIns="0" tIns="0" rIns="0" bIns="0">
            <a:spAutoFit/>
          </a:bodyPr>
          <a:lstStyle/>
          <a:p>
            <a:pPr marL="0" marR="0" indent="0">
              <a:buNone/>
            </a:pPr>
            <a:r>
              <a:rPr lang="en-US" sz="1400" b="1">
                <a:solidFill>
                  <a:schemeClr val="bg1"/>
                </a:solidFill>
                <a:effectLst/>
                <a:latin typeface="Tenorite" panose="00000500000000000000" pitchFamily="2" charset="0"/>
              </a:rPr>
              <a:t>Data Quality &amp; Reconciliation</a:t>
            </a:r>
          </a:p>
        </p:txBody>
      </p:sp>
      <p:cxnSp>
        <p:nvCxnSpPr>
          <p:cNvPr id="100" name="Straight Connector 99">
            <a:extLst>
              <a:ext uri="{FF2B5EF4-FFF2-40B4-BE49-F238E27FC236}">
                <a16:creationId xmlns:a16="http://schemas.microsoft.com/office/drawing/2014/main" id="{885E0B0C-F4E0-72F1-F23C-59138B4A6D55}"/>
              </a:ext>
            </a:extLst>
          </p:cNvPr>
          <p:cNvCxnSpPr>
            <a:cxnSpLocks/>
          </p:cNvCxnSpPr>
          <p:nvPr/>
        </p:nvCxnSpPr>
        <p:spPr>
          <a:xfrm>
            <a:off x="382692" y="4011871"/>
            <a:ext cx="11430000" cy="0"/>
          </a:xfrm>
          <a:prstGeom prst="line">
            <a:avLst/>
          </a:prstGeom>
          <a:ln w="12700">
            <a:solidFill>
              <a:schemeClr val="tx1">
                <a:lumMod val="95000"/>
              </a:schemeClr>
            </a:solidFill>
          </a:ln>
        </p:spPr>
        <p:style>
          <a:lnRef idx="2">
            <a:schemeClr val="accent1"/>
          </a:lnRef>
          <a:fillRef idx="0">
            <a:schemeClr val="accent1"/>
          </a:fillRef>
          <a:effectRef idx="1">
            <a:schemeClr val="accent1"/>
          </a:effectRef>
          <a:fontRef idx="minor">
            <a:schemeClr val="tx1"/>
          </a:fontRef>
        </p:style>
      </p:cxnSp>
      <p:cxnSp>
        <p:nvCxnSpPr>
          <p:cNvPr id="102" name="Straight Connector 101">
            <a:extLst>
              <a:ext uri="{FF2B5EF4-FFF2-40B4-BE49-F238E27FC236}">
                <a16:creationId xmlns:a16="http://schemas.microsoft.com/office/drawing/2014/main" id="{9F045029-119D-5EDD-B82D-5C03CDFA1716}"/>
              </a:ext>
            </a:extLst>
          </p:cNvPr>
          <p:cNvCxnSpPr>
            <a:cxnSpLocks/>
          </p:cNvCxnSpPr>
          <p:nvPr/>
        </p:nvCxnSpPr>
        <p:spPr>
          <a:xfrm>
            <a:off x="384384" y="5187283"/>
            <a:ext cx="11430000" cy="0"/>
          </a:xfrm>
          <a:prstGeom prst="line">
            <a:avLst/>
          </a:prstGeom>
          <a:ln w="12700">
            <a:solidFill>
              <a:schemeClr val="tx1">
                <a:lumMod val="95000"/>
              </a:schemeClr>
            </a:solidFill>
          </a:ln>
        </p:spPr>
        <p:style>
          <a:lnRef idx="2">
            <a:schemeClr val="accent1"/>
          </a:lnRef>
          <a:fillRef idx="0">
            <a:schemeClr val="accent1"/>
          </a:fillRef>
          <a:effectRef idx="1">
            <a:schemeClr val="accent1"/>
          </a:effectRef>
          <a:fontRef idx="minor">
            <a:schemeClr val="tx1"/>
          </a:fontRef>
        </p:style>
      </p:cxnSp>
      <p:sp>
        <p:nvSpPr>
          <p:cNvPr id="109" name="Slide Number Placeholder 5">
            <a:extLst>
              <a:ext uri="{FF2B5EF4-FFF2-40B4-BE49-F238E27FC236}">
                <a16:creationId xmlns:a16="http://schemas.microsoft.com/office/drawing/2014/main" id="{EA161B84-B802-5F98-86F1-87E1BEABDF2E}"/>
              </a:ext>
            </a:extLst>
          </p:cNvPr>
          <p:cNvSpPr>
            <a:spLocks noGrp="1"/>
          </p:cNvSpPr>
          <p:nvPr>
            <p:ph type="sldNum" sz="quarter" idx="4"/>
          </p:nvPr>
        </p:nvSpPr>
        <p:spPr>
          <a:xfrm>
            <a:off x="9067800" y="6538580"/>
            <a:ext cx="2743200" cy="174958"/>
          </a:xfrm>
          <a:prstGeom prst="rect">
            <a:avLst/>
          </a:prstGeom>
        </p:spPr>
        <p:txBody>
          <a:bodyPr vert="horz" lIns="91440" tIns="45720" rIns="0" bIns="45720" rtlCol="0" anchor="ctr"/>
          <a:lstStyle>
            <a:lvl1pPr algn="r">
              <a:defRPr sz="700" b="0" i="0">
                <a:solidFill>
                  <a:schemeClr val="accent4"/>
                </a:solidFill>
                <a:latin typeface="Tenorite" panose="00000500000000000000" pitchFamily="2" charset="0"/>
              </a:defRPr>
            </a:lvl1pPr>
          </a:lstStyle>
          <a:p>
            <a:fld id="{330EA680-D336-4FF7-8B7A-9848BB0A1C32}" type="slidenum">
              <a:rPr lang="en-US" smtClean="0"/>
              <a:pPr/>
              <a:t>4</a:t>
            </a:fld>
            <a:endParaRPr lang="en-US"/>
          </a:p>
        </p:txBody>
      </p:sp>
      <p:sp>
        <p:nvSpPr>
          <p:cNvPr id="110" name="Date Placeholder 3">
            <a:extLst>
              <a:ext uri="{FF2B5EF4-FFF2-40B4-BE49-F238E27FC236}">
                <a16:creationId xmlns:a16="http://schemas.microsoft.com/office/drawing/2014/main" id="{F01360B5-8A8F-AC76-54BD-7CB4B929680A}"/>
              </a:ext>
            </a:extLst>
          </p:cNvPr>
          <p:cNvSpPr>
            <a:spLocks noGrp="1"/>
          </p:cNvSpPr>
          <p:nvPr>
            <p:ph type="dt" sz="half" idx="2"/>
          </p:nvPr>
        </p:nvSpPr>
        <p:spPr>
          <a:xfrm>
            <a:off x="930274" y="6538580"/>
            <a:ext cx="2670175" cy="174958"/>
          </a:xfrm>
          <a:prstGeom prst="rect">
            <a:avLst/>
          </a:prstGeom>
        </p:spPr>
        <p:txBody>
          <a:bodyPr vert="horz" lIns="0" tIns="45720" rIns="91440" bIns="45720" rtlCol="0" anchor="ctr"/>
          <a:lstStyle>
            <a:lvl1pPr algn="l">
              <a:defRPr sz="700" b="0" i="0">
                <a:solidFill>
                  <a:schemeClr val="accent4"/>
                </a:solidFill>
                <a:latin typeface="Tenorite" panose="00000500000000000000" pitchFamily="2" charset="0"/>
              </a:defRPr>
            </a:lvl1pPr>
          </a:lstStyle>
          <a:p>
            <a:r>
              <a:rPr lang="en-US"/>
              <a:t>© SYREN CLOUD INC – 2026 – ALL RIGHTS RESERVED</a:t>
            </a:r>
            <a:endParaRPr lang="en-US" sz="700"/>
          </a:p>
        </p:txBody>
      </p:sp>
      <p:cxnSp>
        <p:nvCxnSpPr>
          <p:cNvPr id="3" name="Straight Connector 2">
            <a:extLst>
              <a:ext uri="{FF2B5EF4-FFF2-40B4-BE49-F238E27FC236}">
                <a16:creationId xmlns:a16="http://schemas.microsoft.com/office/drawing/2014/main" id="{45EE3FC6-EEBB-1699-1553-9224AB3231C1}"/>
              </a:ext>
            </a:extLst>
          </p:cNvPr>
          <p:cNvCxnSpPr>
            <a:cxnSpLocks/>
          </p:cNvCxnSpPr>
          <p:nvPr/>
        </p:nvCxnSpPr>
        <p:spPr>
          <a:xfrm>
            <a:off x="384384" y="5774993"/>
            <a:ext cx="11430000" cy="0"/>
          </a:xfrm>
          <a:prstGeom prst="line">
            <a:avLst/>
          </a:prstGeom>
          <a:ln w="12700">
            <a:solidFill>
              <a:schemeClr val="tx1">
                <a:lumMod val="95000"/>
              </a:schemeClr>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AB5818E5-859E-9D9D-239A-ED5FD87C5B86}"/>
              </a:ext>
            </a:extLst>
          </p:cNvPr>
          <p:cNvCxnSpPr>
            <a:cxnSpLocks/>
          </p:cNvCxnSpPr>
          <p:nvPr/>
        </p:nvCxnSpPr>
        <p:spPr>
          <a:xfrm>
            <a:off x="384384" y="2248753"/>
            <a:ext cx="11430000" cy="0"/>
          </a:xfrm>
          <a:prstGeom prst="line">
            <a:avLst/>
          </a:prstGeom>
          <a:ln w="12700">
            <a:solidFill>
              <a:schemeClr val="tx1">
                <a:lumMod val="95000"/>
              </a:schemeClr>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044D2E7A-FB3F-641C-79E6-2DFBA66ADBBE}"/>
              </a:ext>
            </a:extLst>
          </p:cNvPr>
          <p:cNvCxnSpPr>
            <a:cxnSpLocks/>
          </p:cNvCxnSpPr>
          <p:nvPr/>
        </p:nvCxnSpPr>
        <p:spPr>
          <a:xfrm>
            <a:off x="384384" y="2836459"/>
            <a:ext cx="11430000" cy="0"/>
          </a:xfrm>
          <a:prstGeom prst="line">
            <a:avLst/>
          </a:prstGeom>
          <a:ln w="12700">
            <a:solidFill>
              <a:schemeClr val="tx1">
                <a:lumMod val="9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D6E74C2-95A1-B43C-5ED4-7D25972F5599}"/>
              </a:ext>
            </a:extLst>
          </p:cNvPr>
          <p:cNvCxnSpPr>
            <a:cxnSpLocks/>
          </p:cNvCxnSpPr>
          <p:nvPr/>
        </p:nvCxnSpPr>
        <p:spPr>
          <a:xfrm>
            <a:off x="384384" y="3424166"/>
            <a:ext cx="11430000" cy="0"/>
          </a:xfrm>
          <a:prstGeom prst="line">
            <a:avLst/>
          </a:prstGeom>
          <a:ln w="12700">
            <a:solidFill>
              <a:schemeClr val="tx1">
                <a:lumMod val="9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6BC53853-925B-3815-9AAE-923E58ECB5D0}"/>
              </a:ext>
            </a:extLst>
          </p:cNvPr>
          <p:cNvCxnSpPr>
            <a:cxnSpLocks/>
          </p:cNvCxnSpPr>
          <p:nvPr/>
        </p:nvCxnSpPr>
        <p:spPr>
          <a:xfrm>
            <a:off x="384384" y="4011873"/>
            <a:ext cx="11430000" cy="0"/>
          </a:xfrm>
          <a:prstGeom prst="line">
            <a:avLst/>
          </a:prstGeom>
          <a:ln w="12700">
            <a:solidFill>
              <a:schemeClr val="tx1">
                <a:lumMod val="9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900EFC9F-363F-19C7-86D8-ABE898106BBE}"/>
              </a:ext>
            </a:extLst>
          </p:cNvPr>
          <p:cNvCxnSpPr>
            <a:cxnSpLocks/>
          </p:cNvCxnSpPr>
          <p:nvPr/>
        </p:nvCxnSpPr>
        <p:spPr>
          <a:xfrm>
            <a:off x="384384" y="4599579"/>
            <a:ext cx="11430000" cy="0"/>
          </a:xfrm>
          <a:prstGeom prst="line">
            <a:avLst/>
          </a:prstGeom>
          <a:ln w="12700">
            <a:solidFill>
              <a:schemeClr val="tx1">
                <a:lumMod val="9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091FEA4-5FC9-4712-43F4-630C9608509A}"/>
              </a:ext>
            </a:extLst>
          </p:cNvPr>
          <p:cNvCxnSpPr/>
          <p:nvPr/>
        </p:nvCxnSpPr>
        <p:spPr>
          <a:xfrm flipH="1">
            <a:off x="6233459" y="1524000"/>
            <a:ext cx="0" cy="5014580"/>
          </a:xfrm>
          <a:prstGeom prst="line">
            <a:avLst/>
          </a:prstGeom>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E677586-D8BD-65E8-0A9F-B59B275BC5C3}"/>
              </a:ext>
            </a:extLst>
          </p:cNvPr>
          <p:cNvSpPr txBox="1"/>
          <p:nvPr/>
        </p:nvSpPr>
        <p:spPr>
          <a:xfrm>
            <a:off x="6382976" y="1717103"/>
            <a:ext cx="5279515" cy="461665"/>
          </a:xfrm>
          <a:prstGeom prst="rect">
            <a:avLst/>
          </a:prstGeom>
          <a:noFill/>
        </p:spPr>
        <p:txBody>
          <a:bodyPr wrap="square" lIns="0" tIns="0" rIns="0" bIns="0">
            <a:spAutoFit/>
          </a:bodyPr>
          <a:lstStyle/>
          <a:p>
            <a:pPr marL="0" marR="0" indent="0">
              <a:buNone/>
            </a:pPr>
            <a:r>
              <a:rPr lang="en-US" sz="1000" b="0" i="0">
                <a:solidFill>
                  <a:schemeClr val="bg1"/>
                </a:solidFill>
                <a:effectLst/>
                <a:latin typeface="Tenorite" panose="00000500000000000000" pitchFamily="2" charset="0"/>
              </a:rPr>
              <a:t>Connectivity to source systems and reliable capture into Bronze. Batch and incremental via Data Factory pipelines and Copy job; zero-ETL via Mirroring; zero-copy via </a:t>
            </a:r>
            <a:r>
              <a:rPr lang="en-US" sz="1000" b="0" i="0" err="1">
                <a:solidFill>
                  <a:schemeClr val="bg1"/>
                </a:solidFill>
                <a:effectLst/>
                <a:latin typeface="Tenorite" panose="00000500000000000000" pitchFamily="2" charset="0"/>
              </a:rPr>
              <a:t>OneLake</a:t>
            </a:r>
            <a:r>
              <a:rPr lang="en-US" sz="1000" b="0" i="0">
                <a:solidFill>
                  <a:schemeClr val="bg1"/>
                </a:solidFill>
                <a:effectLst/>
                <a:latin typeface="Tenorite" panose="00000500000000000000" pitchFamily="2" charset="0"/>
              </a:rPr>
              <a:t> Shortcuts; real-time via </a:t>
            </a:r>
            <a:r>
              <a:rPr lang="en-US" sz="1000" b="0" i="0" err="1">
                <a:solidFill>
                  <a:schemeClr val="bg1"/>
                </a:solidFill>
                <a:effectLst/>
                <a:latin typeface="Tenorite" panose="00000500000000000000" pitchFamily="2" charset="0"/>
              </a:rPr>
              <a:t>Eventstream</a:t>
            </a:r>
            <a:r>
              <a:rPr lang="en-US" sz="1000" b="0" i="0">
                <a:solidFill>
                  <a:schemeClr val="bg1"/>
                </a:solidFill>
                <a:effectLst/>
                <a:latin typeface="Tenorite" panose="00000500000000000000" pitchFamily="2" charset="0"/>
              </a:rPr>
              <a:t> into an </a:t>
            </a:r>
            <a:r>
              <a:rPr lang="en-US" sz="1000" b="0" i="0" err="1">
                <a:solidFill>
                  <a:schemeClr val="bg1"/>
                </a:solidFill>
                <a:effectLst/>
                <a:latin typeface="Tenorite" panose="00000500000000000000" pitchFamily="2" charset="0"/>
              </a:rPr>
              <a:t>Eventhouse</a:t>
            </a:r>
            <a:r>
              <a:rPr lang="en-US" sz="1000" b="0" i="0">
                <a:solidFill>
                  <a:schemeClr val="bg1"/>
                </a:solidFill>
                <a:effectLst/>
                <a:latin typeface="Tenorite" panose="00000500000000000000" pitchFamily="2" charset="0"/>
              </a:rPr>
              <a:t>.</a:t>
            </a:r>
          </a:p>
        </p:txBody>
      </p:sp>
      <p:sp>
        <p:nvSpPr>
          <p:cNvPr id="15" name="TextBox 14">
            <a:extLst>
              <a:ext uri="{FF2B5EF4-FFF2-40B4-BE49-F238E27FC236}">
                <a16:creationId xmlns:a16="http://schemas.microsoft.com/office/drawing/2014/main" id="{1E8690C3-6343-631E-32AB-9DBA7C16E7B0}"/>
              </a:ext>
            </a:extLst>
          </p:cNvPr>
          <p:cNvSpPr txBox="1"/>
          <p:nvPr/>
        </p:nvSpPr>
        <p:spPr>
          <a:xfrm>
            <a:off x="6401434" y="2318739"/>
            <a:ext cx="4908685" cy="461665"/>
          </a:xfrm>
          <a:prstGeom prst="rect">
            <a:avLst/>
          </a:prstGeom>
          <a:noFill/>
        </p:spPr>
        <p:txBody>
          <a:bodyPr wrap="square" lIns="0" tIns="0" rIns="0" bIns="0">
            <a:spAutoFit/>
          </a:bodyPr>
          <a:lstStyle/>
          <a:p>
            <a:pPr marL="0" marR="0" indent="0">
              <a:buNone/>
            </a:pPr>
            <a:r>
              <a:rPr lang="en-US" sz="1000" b="0" i="0">
                <a:solidFill>
                  <a:schemeClr val="bg1"/>
                </a:solidFill>
                <a:effectLst/>
                <a:latin typeface="Tenorite" panose="00000500000000000000" pitchFamily="2" charset="0"/>
              </a:rPr>
              <a:t>Bronze is an immutable, append-only audit trail. Silver cleanses, types, conforms and de-duplicates with data-quality gates. Gold curates star schemas, marts and KPI definitions consumed through Direct Lake semantic models.</a:t>
            </a:r>
          </a:p>
        </p:txBody>
      </p:sp>
      <p:sp>
        <p:nvSpPr>
          <p:cNvPr id="17" name="TextBox 16">
            <a:extLst>
              <a:ext uri="{FF2B5EF4-FFF2-40B4-BE49-F238E27FC236}">
                <a16:creationId xmlns:a16="http://schemas.microsoft.com/office/drawing/2014/main" id="{9FEB35B7-8D46-CB15-0112-6CD457D26D41}"/>
              </a:ext>
            </a:extLst>
          </p:cNvPr>
          <p:cNvSpPr txBox="1"/>
          <p:nvPr/>
        </p:nvSpPr>
        <p:spPr>
          <a:xfrm>
            <a:off x="6359341" y="2895809"/>
            <a:ext cx="5360515" cy="461665"/>
          </a:xfrm>
          <a:prstGeom prst="rect">
            <a:avLst/>
          </a:prstGeom>
          <a:noFill/>
        </p:spPr>
        <p:txBody>
          <a:bodyPr wrap="square" lIns="0" tIns="0" rIns="0" bIns="0" anchor="t">
            <a:spAutoFit/>
          </a:bodyPr>
          <a:lstStyle/>
          <a:p>
            <a:pPr marL="0" marR="0" indent="0">
              <a:buNone/>
            </a:pPr>
            <a:r>
              <a:rPr lang="en-US" sz="1000" b="0" i="0">
                <a:solidFill>
                  <a:schemeClr val="bg1"/>
                </a:solidFill>
                <a:effectLst/>
                <a:latin typeface="Tenorite"/>
              </a:rPr>
              <a:t>A control framework of configuration tables drives generic, </a:t>
            </a:r>
            <a:r>
              <a:rPr lang="en-US" sz="1000">
                <a:solidFill>
                  <a:schemeClr val="bg1"/>
                </a:solidFill>
                <a:latin typeface="Tenorite"/>
              </a:rPr>
              <a:t>parameterized</a:t>
            </a:r>
            <a:r>
              <a:rPr lang="en-US" sz="1000" b="0" i="0">
                <a:solidFill>
                  <a:schemeClr val="bg1"/>
                </a:solidFill>
                <a:effectLst/>
                <a:latin typeface="Tenorite"/>
              </a:rPr>
              <a:t> pipelines and notebooks — load type, watermark, dependencies, schedule and target mapping all live in metadata rather than in hand-built pipelines. This layer is what makes multi-geo reuse possible.</a:t>
            </a:r>
          </a:p>
        </p:txBody>
      </p:sp>
      <p:sp>
        <p:nvSpPr>
          <p:cNvPr id="28" name="TextBox 27">
            <a:extLst>
              <a:ext uri="{FF2B5EF4-FFF2-40B4-BE49-F238E27FC236}">
                <a16:creationId xmlns:a16="http://schemas.microsoft.com/office/drawing/2014/main" id="{DD28F7AB-F5D1-8CD6-6E3C-8C65C0C02AA0}"/>
              </a:ext>
            </a:extLst>
          </p:cNvPr>
          <p:cNvSpPr txBox="1"/>
          <p:nvPr/>
        </p:nvSpPr>
        <p:spPr>
          <a:xfrm>
            <a:off x="6349809" y="3468123"/>
            <a:ext cx="5649541" cy="461665"/>
          </a:xfrm>
          <a:prstGeom prst="rect">
            <a:avLst/>
          </a:prstGeom>
          <a:noFill/>
        </p:spPr>
        <p:txBody>
          <a:bodyPr wrap="square" lIns="0" tIns="0" rIns="0" bIns="0">
            <a:spAutoFit/>
          </a:bodyPr>
          <a:lstStyle/>
          <a:p>
            <a:pPr marL="0" marR="0" indent="0">
              <a:buNone/>
            </a:pPr>
            <a:r>
              <a:rPr lang="en-US" sz="1000" b="0" i="0">
                <a:solidFill>
                  <a:schemeClr val="bg1"/>
                </a:solidFill>
                <a:effectLst/>
                <a:latin typeface="Tenorite" panose="00000500000000000000" pitchFamily="2" charset="0"/>
              </a:rPr>
              <a:t>Domains and sub-domains structure ownership from tenant down to workspace. The </a:t>
            </a:r>
            <a:r>
              <a:rPr lang="en-US" sz="1000" b="0" i="0" err="1">
                <a:solidFill>
                  <a:schemeClr val="bg1"/>
                </a:solidFill>
                <a:effectLst/>
                <a:latin typeface="Tenorite" panose="00000500000000000000" pitchFamily="2" charset="0"/>
              </a:rPr>
              <a:t>OneLake</a:t>
            </a:r>
            <a:r>
              <a:rPr lang="en-US" sz="1000" b="0" i="0">
                <a:solidFill>
                  <a:schemeClr val="bg1"/>
                </a:solidFill>
                <a:effectLst/>
                <a:latin typeface="Tenorite" panose="00000500000000000000" pitchFamily="2" charset="0"/>
              </a:rPr>
              <a:t> catalog (Explore / Govern / Secure) drives discovery, endorsement (Promoted / Certified) and a governance-completeness backlog. Purview extends lineage, classification and enterprise-wide catalog.</a:t>
            </a:r>
          </a:p>
        </p:txBody>
      </p:sp>
      <p:sp>
        <p:nvSpPr>
          <p:cNvPr id="30" name="TextBox 29">
            <a:extLst>
              <a:ext uri="{FF2B5EF4-FFF2-40B4-BE49-F238E27FC236}">
                <a16:creationId xmlns:a16="http://schemas.microsoft.com/office/drawing/2014/main" id="{A3AF2CAB-72BA-D69E-C86F-DE19514F92E7}"/>
              </a:ext>
            </a:extLst>
          </p:cNvPr>
          <p:cNvSpPr txBox="1"/>
          <p:nvPr/>
        </p:nvSpPr>
        <p:spPr>
          <a:xfrm>
            <a:off x="6359340" y="4038976"/>
            <a:ext cx="5521105" cy="461665"/>
          </a:xfrm>
          <a:prstGeom prst="rect">
            <a:avLst/>
          </a:prstGeom>
          <a:noFill/>
        </p:spPr>
        <p:txBody>
          <a:bodyPr wrap="square" lIns="0" tIns="0" rIns="0" bIns="0">
            <a:spAutoFit/>
          </a:bodyPr>
          <a:lstStyle/>
          <a:p>
            <a:pPr marL="0" marR="0" indent="0">
              <a:buNone/>
            </a:pPr>
            <a:r>
              <a:rPr lang="en-US" sz="1000" b="0" i="0">
                <a:solidFill>
                  <a:schemeClr val="bg1"/>
                </a:solidFill>
                <a:effectLst/>
                <a:latin typeface="Tenorite" panose="00000500000000000000" pitchFamily="2" charset="0"/>
              </a:rPr>
              <a:t>Layered least-privilege: Entra ID groups → workspace roles (Admin/Member/Contributor/Viewer) → item permissions → </a:t>
            </a:r>
            <a:r>
              <a:rPr lang="en-US" sz="1000" b="0" i="0" err="1">
                <a:solidFill>
                  <a:schemeClr val="bg1"/>
                </a:solidFill>
                <a:effectLst/>
                <a:latin typeface="Tenorite" panose="00000500000000000000" pitchFamily="2" charset="0"/>
              </a:rPr>
              <a:t>OneLake</a:t>
            </a:r>
            <a:r>
              <a:rPr lang="en-US" sz="1000" b="0" i="0">
                <a:solidFill>
                  <a:schemeClr val="bg1"/>
                </a:solidFill>
                <a:effectLst/>
                <a:latin typeface="Tenorite" panose="00000500000000000000" pitchFamily="2" charset="0"/>
              </a:rPr>
              <a:t> security roles (folder/table) → row- and column-level security → dynamic data masking → sensitivity labels with DLP. Most users are restricted to Gold.</a:t>
            </a:r>
          </a:p>
        </p:txBody>
      </p:sp>
      <p:sp>
        <p:nvSpPr>
          <p:cNvPr id="32" name="TextBox 31">
            <a:extLst>
              <a:ext uri="{FF2B5EF4-FFF2-40B4-BE49-F238E27FC236}">
                <a16:creationId xmlns:a16="http://schemas.microsoft.com/office/drawing/2014/main" id="{6948D0E5-DC09-9A6A-89FC-4F9F03E72864}"/>
              </a:ext>
            </a:extLst>
          </p:cNvPr>
          <p:cNvSpPr txBox="1"/>
          <p:nvPr/>
        </p:nvSpPr>
        <p:spPr>
          <a:xfrm>
            <a:off x="6359340" y="4647212"/>
            <a:ext cx="5451660" cy="461665"/>
          </a:xfrm>
          <a:prstGeom prst="rect">
            <a:avLst/>
          </a:prstGeom>
          <a:noFill/>
        </p:spPr>
        <p:txBody>
          <a:bodyPr wrap="square" lIns="0" tIns="0" rIns="0" bIns="0">
            <a:spAutoFit/>
          </a:bodyPr>
          <a:lstStyle/>
          <a:p>
            <a:pPr marL="0" marR="0" indent="0">
              <a:buNone/>
            </a:pPr>
            <a:r>
              <a:rPr lang="en-US" sz="1000" b="0" i="0">
                <a:solidFill>
                  <a:schemeClr val="bg1"/>
                </a:solidFill>
                <a:effectLst/>
                <a:latin typeface="Tenorite" panose="00000500000000000000" pitchFamily="2" charset="0"/>
              </a:rPr>
              <a:t>All user activity flows to the Purview audit log. Pipeline and notebook runs are captured for lineage and re-run; the Monitoring hub and Capacity Metrics app track jobs, failures and CU consumption. Custom run-logging into control tables gives an operational audit of every load.</a:t>
            </a:r>
          </a:p>
        </p:txBody>
      </p:sp>
      <p:sp>
        <p:nvSpPr>
          <p:cNvPr id="34" name="TextBox 33">
            <a:extLst>
              <a:ext uri="{FF2B5EF4-FFF2-40B4-BE49-F238E27FC236}">
                <a16:creationId xmlns:a16="http://schemas.microsoft.com/office/drawing/2014/main" id="{08AAF26D-BF45-9F2D-86C3-3F5D12BB2C90}"/>
              </a:ext>
            </a:extLst>
          </p:cNvPr>
          <p:cNvSpPr txBox="1"/>
          <p:nvPr/>
        </p:nvSpPr>
        <p:spPr>
          <a:xfrm>
            <a:off x="6359340" y="5268628"/>
            <a:ext cx="5723193" cy="461665"/>
          </a:xfrm>
          <a:prstGeom prst="rect">
            <a:avLst/>
          </a:prstGeom>
          <a:noFill/>
        </p:spPr>
        <p:txBody>
          <a:bodyPr wrap="square" lIns="0" tIns="0" rIns="0" bIns="0">
            <a:spAutoFit/>
          </a:bodyPr>
          <a:lstStyle/>
          <a:p>
            <a:pPr marL="0" marR="0" indent="0">
              <a:buNone/>
            </a:pPr>
            <a:r>
              <a:rPr lang="en-US" sz="1000" b="0" i="0">
                <a:solidFill>
                  <a:schemeClr val="bg1"/>
                </a:solidFill>
                <a:effectLst/>
                <a:latin typeface="Tenorite" panose="00000500000000000000" pitchFamily="2" charset="0"/>
              </a:rPr>
              <a:t>Workspace-level Git integration (Azure DevOps / GitHub) with deployment pipelines promoting Dev → Test → Prod. Variable Libraries remove hard-coded references across environments; fabric-</a:t>
            </a:r>
            <a:r>
              <a:rPr lang="en-US" sz="1000" b="0" i="0" err="1">
                <a:solidFill>
                  <a:schemeClr val="bg1"/>
                </a:solidFill>
                <a:effectLst/>
                <a:latin typeface="Tenorite" panose="00000500000000000000" pitchFamily="2" charset="0"/>
              </a:rPr>
              <a:t>cicd</a:t>
            </a:r>
            <a:r>
              <a:rPr lang="en-US" sz="1000" b="0" i="0">
                <a:solidFill>
                  <a:schemeClr val="bg1"/>
                </a:solidFill>
                <a:effectLst/>
                <a:latin typeface="Tenorite" panose="00000500000000000000" pitchFamily="2" charset="0"/>
              </a:rPr>
              <a:t> and Fabric REST APIs enable code-first automated deployment and testing.</a:t>
            </a:r>
          </a:p>
        </p:txBody>
      </p:sp>
      <p:sp>
        <p:nvSpPr>
          <p:cNvPr id="43" name="TextBox 42">
            <a:extLst>
              <a:ext uri="{FF2B5EF4-FFF2-40B4-BE49-F238E27FC236}">
                <a16:creationId xmlns:a16="http://schemas.microsoft.com/office/drawing/2014/main" id="{21F93D8D-7C3B-CB02-ED58-AF04408FD4FC}"/>
              </a:ext>
            </a:extLst>
          </p:cNvPr>
          <p:cNvSpPr txBox="1"/>
          <p:nvPr/>
        </p:nvSpPr>
        <p:spPr>
          <a:xfrm>
            <a:off x="6425194" y="5811637"/>
            <a:ext cx="5657337" cy="461665"/>
          </a:xfrm>
          <a:prstGeom prst="rect">
            <a:avLst/>
          </a:prstGeom>
          <a:noFill/>
        </p:spPr>
        <p:txBody>
          <a:bodyPr wrap="square" lIns="0" tIns="0" rIns="0" bIns="0">
            <a:spAutoFit/>
          </a:bodyPr>
          <a:lstStyle/>
          <a:p>
            <a:pPr marL="0" marR="0" indent="0">
              <a:buNone/>
            </a:pPr>
            <a:r>
              <a:rPr lang="en-US" sz="1000" b="0" i="0">
                <a:solidFill>
                  <a:schemeClr val="bg1"/>
                </a:solidFill>
                <a:effectLst/>
                <a:latin typeface="Tenorite" panose="00000500000000000000" pitchFamily="2" charset="0"/>
              </a:rPr>
              <a:t>Quality rules enforced at the Silver gate (completeness, validity, uniqueness, referential integrity) with quarantine handling, plus source-to-target reconciliation counts and a DQ scorecard surfaced to data owners. Failures are logged, alerted and blocked from promotion.</a:t>
            </a:r>
          </a:p>
        </p:txBody>
      </p:sp>
      <p:cxnSp>
        <p:nvCxnSpPr>
          <p:cNvPr id="44" name="Straight Connector 43">
            <a:extLst>
              <a:ext uri="{FF2B5EF4-FFF2-40B4-BE49-F238E27FC236}">
                <a16:creationId xmlns:a16="http://schemas.microsoft.com/office/drawing/2014/main" id="{28FA44D5-DE01-7FB3-838E-AAFAA2B48946}"/>
              </a:ext>
            </a:extLst>
          </p:cNvPr>
          <p:cNvCxnSpPr>
            <a:cxnSpLocks/>
          </p:cNvCxnSpPr>
          <p:nvPr/>
        </p:nvCxnSpPr>
        <p:spPr>
          <a:xfrm>
            <a:off x="381000" y="6362700"/>
            <a:ext cx="11430000" cy="0"/>
          </a:xfrm>
          <a:prstGeom prst="line">
            <a:avLst/>
          </a:prstGeom>
          <a:ln w="12700">
            <a:solidFill>
              <a:schemeClr val="tx1">
                <a:lumMod val="9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5405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F9241-235D-9A96-3756-6D59EF4AB076}"/>
              </a:ext>
            </a:extLst>
          </p:cNvPr>
          <p:cNvSpPr>
            <a:spLocks noGrp="1"/>
          </p:cNvSpPr>
          <p:nvPr>
            <p:ph type="title"/>
          </p:nvPr>
        </p:nvSpPr>
        <p:spPr>
          <a:xfrm>
            <a:off x="381000" y="317499"/>
            <a:ext cx="11468100" cy="498598"/>
          </a:xfrm>
        </p:spPr>
        <p:txBody>
          <a:bodyPr/>
          <a:lstStyle/>
          <a:p>
            <a:r>
              <a:rPr lang="en-US"/>
              <a:t>Four dimensions decide the size</a:t>
            </a:r>
            <a:endParaRPr lang="en-IN"/>
          </a:p>
        </p:txBody>
      </p:sp>
      <p:sp>
        <p:nvSpPr>
          <p:cNvPr id="10" name="TextBox 9">
            <a:extLst>
              <a:ext uri="{FF2B5EF4-FFF2-40B4-BE49-F238E27FC236}">
                <a16:creationId xmlns:a16="http://schemas.microsoft.com/office/drawing/2014/main" id="{BD0120BD-354F-9A43-B407-F73C507F20F4}"/>
              </a:ext>
            </a:extLst>
          </p:cNvPr>
          <p:cNvSpPr txBox="1"/>
          <p:nvPr/>
        </p:nvSpPr>
        <p:spPr>
          <a:xfrm>
            <a:off x="381000" y="1023128"/>
            <a:ext cx="11430000" cy="430887"/>
          </a:xfrm>
          <a:prstGeom prst="rect">
            <a:avLst/>
          </a:prstGeom>
          <a:noFill/>
        </p:spPr>
        <p:txBody>
          <a:bodyPr wrap="square" lIns="0" tIns="0" rIns="0" bIns="0">
            <a:spAutoFit/>
          </a:bodyPr>
          <a:lstStyle/>
          <a:p>
            <a:pPr marL="0" marR="0" indent="0">
              <a:buNone/>
            </a:pPr>
            <a:r>
              <a:rPr lang="en-US" sz="1400" b="1" i="0">
                <a:solidFill>
                  <a:schemeClr val="bg1"/>
                </a:solidFill>
                <a:effectLst/>
                <a:latin typeface="Tenorite" panose="00000500000000000000" pitchFamily="2" charset="0"/>
              </a:rPr>
              <a:t>Scope is measured, not estimated. Count the sources, classify ingestion complexity, count target Silver tables and Gold KPIs. The highest tier triggered across the four dimensions sets the size — one dimension in "Complex" pulls the whole engagement to Complex.</a:t>
            </a:r>
          </a:p>
        </p:txBody>
      </p:sp>
      <p:grpSp>
        <p:nvGrpSpPr>
          <p:cNvPr id="59" name="Group 58">
            <a:extLst>
              <a:ext uri="{FF2B5EF4-FFF2-40B4-BE49-F238E27FC236}">
                <a16:creationId xmlns:a16="http://schemas.microsoft.com/office/drawing/2014/main" id="{54506225-8E56-9AB5-EBEA-1655BEBC3EBB}"/>
              </a:ext>
            </a:extLst>
          </p:cNvPr>
          <p:cNvGrpSpPr/>
          <p:nvPr/>
        </p:nvGrpSpPr>
        <p:grpSpPr>
          <a:xfrm>
            <a:off x="381000" y="1561557"/>
            <a:ext cx="11430000" cy="1875839"/>
            <a:chOff x="381000" y="1661046"/>
            <a:chExt cx="11430000" cy="1875839"/>
          </a:xfrm>
        </p:grpSpPr>
        <p:sp>
          <p:nvSpPr>
            <p:cNvPr id="12" name="Rectangle: Top Corners Rounded 11">
              <a:extLst>
                <a:ext uri="{FF2B5EF4-FFF2-40B4-BE49-F238E27FC236}">
                  <a16:creationId xmlns:a16="http://schemas.microsoft.com/office/drawing/2014/main" id="{7A8C608C-27D0-4684-ECF5-94CB46CF29D7}"/>
                </a:ext>
              </a:extLst>
            </p:cNvPr>
            <p:cNvSpPr/>
            <p:nvPr/>
          </p:nvSpPr>
          <p:spPr>
            <a:xfrm>
              <a:off x="381000" y="1661046"/>
              <a:ext cx="11430000" cy="1875839"/>
            </a:xfrm>
            <a:prstGeom prst="round2SameRect">
              <a:avLst>
                <a:gd name="adj1" fmla="val 8457"/>
                <a:gd name="adj2"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12AEF796-E234-5522-6E08-D35BD2D64AE8}"/>
                </a:ext>
              </a:extLst>
            </p:cNvPr>
            <p:cNvSpPr/>
            <p:nvPr/>
          </p:nvSpPr>
          <p:spPr>
            <a:xfrm>
              <a:off x="472601" y="1693243"/>
              <a:ext cx="1650645" cy="2789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IN" sz="1400">
                  <a:latin typeface="Tenorite" panose="00000500000000000000" pitchFamily="2" charset="0"/>
                </a:rPr>
                <a:t>Scoping Dimension</a:t>
              </a:r>
            </a:p>
          </p:txBody>
        </p:sp>
        <p:grpSp>
          <p:nvGrpSpPr>
            <p:cNvPr id="27" name="Group 26">
              <a:extLst>
                <a:ext uri="{FF2B5EF4-FFF2-40B4-BE49-F238E27FC236}">
                  <a16:creationId xmlns:a16="http://schemas.microsoft.com/office/drawing/2014/main" id="{484B536F-7628-4DDF-EA33-03C0C1060EA1}"/>
                </a:ext>
              </a:extLst>
            </p:cNvPr>
            <p:cNvGrpSpPr/>
            <p:nvPr/>
          </p:nvGrpSpPr>
          <p:grpSpPr>
            <a:xfrm>
              <a:off x="8094133" y="1948775"/>
              <a:ext cx="3543297" cy="1300384"/>
              <a:chOff x="7750732" y="1846690"/>
              <a:chExt cx="2155105" cy="2325024"/>
            </a:xfrm>
          </p:grpSpPr>
          <p:sp>
            <p:nvSpPr>
              <p:cNvPr id="22" name="Rectangle: Rounded Corners 21">
                <a:extLst>
                  <a:ext uri="{FF2B5EF4-FFF2-40B4-BE49-F238E27FC236}">
                    <a16:creationId xmlns:a16="http://schemas.microsoft.com/office/drawing/2014/main" id="{73424FD2-5B2E-B153-C376-8FD58B783A00}"/>
                  </a:ext>
                </a:extLst>
              </p:cNvPr>
              <p:cNvSpPr/>
              <p:nvPr/>
            </p:nvSpPr>
            <p:spPr>
              <a:xfrm>
                <a:off x="7750732" y="1846690"/>
                <a:ext cx="2155105" cy="704743"/>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a:latin typeface="Tenorite" panose="00000500000000000000" pitchFamily="2" charset="0"/>
                  </a:rPr>
                  <a:t>Simple</a:t>
                </a:r>
              </a:p>
              <a:p>
                <a:r>
                  <a:rPr lang="en-US" sz="900">
                    <a:latin typeface="Tenorite" panose="00000500000000000000" pitchFamily="2" charset="0"/>
                  </a:rPr>
                  <a:t>≤5 sources · batch · ≤20 Silver · ≤25 KPIs</a:t>
                </a:r>
              </a:p>
            </p:txBody>
          </p:sp>
          <p:sp>
            <p:nvSpPr>
              <p:cNvPr id="24" name="Rectangle: Rounded Corners 23">
                <a:extLst>
                  <a:ext uri="{FF2B5EF4-FFF2-40B4-BE49-F238E27FC236}">
                    <a16:creationId xmlns:a16="http://schemas.microsoft.com/office/drawing/2014/main" id="{DCE7F777-C89F-DF19-6DC0-39BC522D50E4}"/>
                  </a:ext>
                </a:extLst>
              </p:cNvPr>
              <p:cNvSpPr/>
              <p:nvPr/>
            </p:nvSpPr>
            <p:spPr>
              <a:xfrm>
                <a:off x="7750732" y="2656829"/>
                <a:ext cx="2155105" cy="704743"/>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a:solidFill>
                      <a:schemeClr val="bg1"/>
                    </a:solidFill>
                    <a:latin typeface="Tenorite" panose="00000500000000000000" pitchFamily="2" charset="0"/>
                  </a:rPr>
                  <a:t>Medium</a:t>
                </a:r>
              </a:p>
              <a:p>
                <a:r>
                  <a:rPr lang="en-US" sz="900">
                    <a:solidFill>
                      <a:schemeClr val="bg1"/>
                    </a:solidFill>
                    <a:latin typeface="Tenorite" panose="00000500000000000000" pitchFamily="2" charset="0"/>
                  </a:rPr>
                  <a:t>6–15 sources · </a:t>
                </a:r>
                <a:r>
                  <a:rPr lang="en-US" sz="900" err="1">
                    <a:solidFill>
                      <a:schemeClr val="bg1"/>
                    </a:solidFill>
                    <a:latin typeface="Tenorite" panose="00000500000000000000" pitchFamily="2" charset="0"/>
                  </a:rPr>
                  <a:t>batch+CDC</a:t>
                </a:r>
                <a:r>
                  <a:rPr lang="en-US" sz="900">
                    <a:solidFill>
                      <a:schemeClr val="bg1"/>
                    </a:solidFill>
                    <a:latin typeface="Tenorite" panose="00000500000000000000" pitchFamily="2" charset="0"/>
                  </a:rPr>
                  <a:t> · 21–60 Silver · 26–75 KPIs</a:t>
                </a:r>
              </a:p>
            </p:txBody>
          </p:sp>
          <p:sp>
            <p:nvSpPr>
              <p:cNvPr id="26" name="Rectangle: Rounded Corners 25">
                <a:extLst>
                  <a:ext uri="{FF2B5EF4-FFF2-40B4-BE49-F238E27FC236}">
                    <a16:creationId xmlns:a16="http://schemas.microsoft.com/office/drawing/2014/main" id="{7D174D60-00B6-48E5-4DEE-B26149D3E9DF}"/>
                  </a:ext>
                </a:extLst>
              </p:cNvPr>
              <p:cNvSpPr/>
              <p:nvPr/>
            </p:nvSpPr>
            <p:spPr>
              <a:xfrm>
                <a:off x="7750732" y="3466971"/>
                <a:ext cx="2155105" cy="704743"/>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a:solidFill>
                      <a:schemeClr val="bg1"/>
                    </a:solidFill>
                    <a:latin typeface="Tenorite" panose="00000500000000000000" pitchFamily="2" charset="0"/>
                  </a:rPr>
                  <a:t>Complex</a:t>
                </a:r>
              </a:p>
              <a:p>
                <a:r>
                  <a:rPr lang="en-US" sz="900">
                    <a:solidFill>
                      <a:schemeClr val="bg1"/>
                    </a:solidFill>
                    <a:latin typeface="Tenorite" panose="00000500000000000000" pitchFamily="2" charset="0"/>
                  </a:rPr>
                  <a:t>15+ sources · streaming/CDC/MDM · 60+ Silver · 75+ KPIs</a:t>
                </a:r>
              </a:p>
            </p:txBody>
          </p:sp>
        </p:grpSp>
        <p:grpSp>
          <p:nvGrpSpPr>
            <p:cNvPr id="50" name="Group 49">
              <a:extLst>
                <a:ext uri="{FF2B5EF4-FFF2-40B4-BE49-F238E27FC236}">
                  <a16:creationId xmlns:a16="http://schemas.microsoft.com/office/drawing/2014/main" id="{6A8473FC-70B0-1CD1-848A-338A593AFEAF}"/>
                </a:ext>
              </a:extLst>
            </p:cNvPr>
            <p:cNvGrpSpPr/>
            <p:nvPr/>
          </p:nvGrpSpPr>
          <p:grpSpPr>
            <a:xfrm>
              <a:off x="554568" y="2004346"/>
              <a:ext cx="1650645" cy="1189252"/>
              <a:chOff x="554568" y="2172953"/>
              <a:chExt cx="1650645" cy="1312375"/>
            </a:xfrm>
          </p:grpSpPr>
          <p:sp>
            <p:nvSpPr>
              <p:cNvPr id="14" name="Rectangle: Rounded Corners 13">
                <a:extLst>
                  <a:ext uri="{FF2B5EF4-FFF2-40B4-BE49-F238E27FC236}">
                    <a16:creationId xmlns:a16="http://schemas.microsoft.com/office/drawing/2014/main" id="{2D53E97D-3A6C-B385-16FB-579E97EE5F7B}"/>
                  </a:ext>
                </a:extLst>
              </p:cNvPr>
              <p:cNvSpPr/>
              <p:nvPr/>
            </p:nvSpPr>
            <p:spPr>
              <a:xfrm>
                <a:off x="554568" y="2172953"/>
                <a:ext cx="1650645" cy="260005"/>
              </a:xfrm>
              <a:prstGeom prst="roundRect">
                <a:avLst/>
              </a:prstGeom>
              <a:solidFill>
                <a:schemeClr val="accent6">
                  <a:lumMod val="20000"/>
                  <a:lumOff val="80000"/>
                </a:schemeClr>
              </a:solidFill>
              <a:ln w="127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000">
                    <a:solidFill>
                      <a:schemeClr val="accent4"/>
                    </a:solidFill>
                    <a:latin typeface="Tenorite" panose="00000500000000000000" pitchFamily="2" charset="0"/>
                  </a:rPr>
                  <a:t># Source systems</a:t>
                </a:r>
              </a:p>
            </p:txBody>
          </p:sp>
          <p:sp>
            <p:nvSpPr>
              <p:cNvPr id="16" name="Rectangle: Rounded Corners 15">
                <a:extLst>
                  <a:ext uri="{FF2B5EF4-FFF2-40B4-BE49-F238E27FC236}">
                    <a16:creationId xmlns:a16="http://schemas.microsoft.com/office/drawing/2014/main" id="{24019D86-DC9A-46C8-558F-54E6EBCDE8C7}"/>
                  </a:ext>
                </a:extLst>
              </p:cNvPr>
              <p:cNvSpPr/>
              <p:nvPr/>
            </p:nvSpPr>
            <p:spPr>
              <a:xfrm>
                <a:off x="554568" y="2523743"/>
                <a:ext cx="1650645" cy="260005"/>
              </a:xfrm>
              <a:prstGeom prst="roundRect">
                <a:avLst/>
              </a:prstGeom>
              <a:solidFill>
                <a:schemeClr val="accent6">
                  <a:lumMod val="20000"/>
                  <a:lumOff val="80000"/>
                </a:schemeClr>
              </a:solidFill>
              <a:ln w="127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000">
                    <a:solidFill>
                      <a:schemeClr val="accent4"/>
                    </a:solidFill>
                    <a:latin typeface="Tenorite" panose="00000500000000000000" pitchFamily="2" charset="0"/>
                  </a:rPr>
                  <a:t>Ingestion complexity</a:t>
                </a:r>
              </a:p>
            </p:txBody>
          </p:sp>
          <p:sp>
            <p:nvSpPr>
              <p:cNvPr id="18" name="Rectangle: Rounded Corners 17">
                <a:extLst>
                  <a:ext uri="{FF2B5EF4-FFF2-40B4-BE49-F238E27FC236}">
                    <a16:creationId xmlns:a16="http://schemas.microsoft.com/office/drawing/2014/main" id="{E917EABA-AAB0-6662-D396-417EF2EF1A15}"/>
                  </a:ext>
                </a:extLst>
              </p:cNvPr>
              <p:cNvSpPr/>
              <p:nvPr/>
            </p:nvSpPr>
            <p:spPr>
              <a:xfrm>
                <a:off x="554568" y="2874533"/>
                <a:ext cx="1650645" cy="260005"/>
              </a:xfrm>
              <a:prstGeom prst="roundRect">
                <a:avLst/>
              </a:prstGeom>
              <a:solidFill>
                <a:schemeClr val="accent6">
                  <a:lumMod val="20000"/>
                  <a:lumOff val="80000"/>
                </a:schemeClr>
              </a:solidFill>
              <a:ln w="127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000">
                    <a:solidFill>
                      <a:schemeClr val="accent4"/>
                    </a:solidFill>
                    <a:latin typeface="Tenorite" panose="00000500000000000000" pitchFamily="2" charset="0"/>
                  </a:rPr>
                  <a:t># Silver tables</a:t>
                </a:r>
              </a:p>
            </p:txBody>
          </p:sp>
          <p:sp>
            <p:nvSpPr>
              <p:cNvPr id="28" name="Rectangle: Rounded Corners 27">
                <a:extLst>
                  <a:ext uri="{FF2B5EF4-FFF2-40B4-BE49-F238E27FC236}">
                    <a16:creationId xmlns:a16="http://schemas.microsoft.com/office/drawing/2014/main" id="{E6E1E61A-E6F1-D638-9FC6-399FB0C04776}"/>
                  </a:ext>
                </a:extLst>
              </p:cNvPr>
              <p:cNvSpPr/>
              <p:nvPr/>
            </p:nvSpPr>
            <p:spPr>
              <a:xfrm>
                <a:off x="554568" y="3225323"/>
                <a:ext cx="1650645" cy="260005"/>
              </a:xfrm>
              <a:prstGeom prst="roundRect">
                <a:avLst/>
              </a:prstGeom>
              <a:solidFill>
                <a:schemeClr val="accent6">
                  <a:lumMod val="20000"/>
                  <a:lumOff val="80000"/>
                </a:schemeClr>
              </a:solidFill>
              <a:ln w="127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000">
                    <a:solidFill>
                      <a:schemeClr val="accent4"/>
                    </a:solidFill>
                    <a:latin typeface="Tenorite" panose="00000500000000000000" pitchFamily="2" charset="0"/>
                  </a:rPr>
                  <a:t># Gold KPIs</a:t>
                </a:r>
              </a:p>
            </p:txBody>
          </p:sp>
        </p:grpSp>
        <p:sp>
          <p:nvSpPr>
            <p:cNvPr id="29" name="Rectangle: Rounded Corners 28">
              <a:extLst>
                <a:ext uri="{FF2B5EF4-FFF2-40B4-BE49-F238E27FC236}">
                  <a16:creationId xmlns:a16="http://schemas.microsoft.com/office/drawing/2014/main" id="{9DD4AD8A-ADAB-9E21-524E-65965E08F6AA}"/>
                </a:ext>
              </a:extLst>
            </p:cNvPr>
            <p:cNvSpPr/>
            <p:nvPr/>
          </p:nvSpPr>
          <p:spPr>
            <a:xfrm>
              <a:off x="4009122" y="2345331"/>
              <a:ext cx="2281102" cy="507269"/>
            </a:xfrm>
            <a:prstGeom prst="roundRect">
              <a:avLst/>
            </a:prstGeom>
            <a:solidFill>
              <a:schemeClr val="accent4"/>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a:solidFill>
                    <a:schemeClr val="tx1"/>
                  </a:solidFill>
                  <a:latin typeface="Tenorite" panose="00000500000000000000" pitchFamily="2" charset="0"/>
                </a:rPr>
                <a:t>MAX(tier)</a:t>
              </a:r>
            </a:p>
            <a:p>
              <a:pPr algn="ctr"/>
              <a:r>
                <a:rPr lang="en-IN" sz="1000">
                  <a:solidFill>
                    <a:schemeClr val="tx1"/>
                  </a:solidFill>
                  <a:latin typeface="Tenorite" panose="00000500000000000000" pitchFamily="2" charset="0"/>
                </a:rPr>
                <a:t>Worst – case dimension wins</a:t>
              </a:r>
            </a:p>
          </p:txBody>
        </p:sp>
        <p:cxnSp>
          <p:nvCxnSpPr>
            <p:cNvPr id="31" name="Connector: Curved 30">
              <a:extLst>
                <a:ext uri="{FF2B5EF4-FFF2-40B4-BE49-F238E27FC236}">
                  <a16:creationId xmlns:a16="http://schemas.microsoft.com/office/drawing/2014/main" id="{C88C3D61-8D22-BDB8-C891-D2FFDC460A8C}"/>
                </a:ext>
              </a:extLst>
            </p:cNvPr>
            <p:cNvCxnSpPr>
              <a:cxnSpLocks/>
              <a:stCxn id="14" idx="3"/>
              <a:endCxn id="29" idx="1"/>
            </p:cNvCxnSpPr>
            <p:nvPr/>
          </p:nvCxnSpPr>
          <p:spPr>
            <a:xfrm>
              <a:off x="2205213" y="2122147"/>
              <a:ext cx="1803909" cy="476819"/>
            </a:xfrm>
            <a:prstGeom prst="curvedConnector3">
              <a:avLst/>
            </a:prstGeom>
            <a:ln w="12700">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33" name="Connector: Curved 32">
              <a:extLst>
                <a:ext uri="{FF2B5EF4-FFF2-40B4-BE49-F238E27FC236}">
                  <a16:creationId xmlns:a16="http://schemas.microsoft.com/office/drawing/2014/main" id="{EC847361-989F-4335-39F2-287FD551D804}"/>
                </a:ext>
              </a:extLst>
            </p:cNvPr>
            <p:cNvCxnSpPr>
              <a:cxnSpLocks/>
              <a:stCxn id="16" idx="3"/>
              <a:endCxn id="29" idx="1"/>
            </p:cNvCxnSpPr>
            <p:nvPr/>
          </p:nvCxnSpPr>
          <p:spPr>
            <a:xfrm>
              <a:off x="2205213" y="2440026"/>
              <a:ext cx="1803909" cy="158940"/>
            </a:xfrm>
            <a:prstGeom prst="curvedConnector3">
              <a:avLst/>
            </a:prstGeom>
            <a:ln w="12700">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36" name="Connector: Curved 35">
              <a:extLst>
                <a:ext uri="{FF2B5EF4-FFF2-40B4-BE49-F238E27FC236}">
                  <a16:creationId xmlns:a16="http://schemas.microsoft.com/office/drawing/2014/main" id="{57D368F3-87E1-F04E-AC02-BB36CF046441}"/>
                </a:ext>
              </a:extLst>
            </p:cNvPr>
            <p:cNvCxnSpPr>
              <a:cxnSpLocks/>
              <a:stCxn id="18" idx="3"/>
              <a:endCxn id="29" idx="1"/>
            </p:cNvCxnSpPr>
            <p:nvPr/>
          </p:nvCxnSpPr>
          <p:spPr>
            <a:xfrm flipV="1">
              <a:off x="2205213" y="2598966"/>
              <a:ext cx="1803909" cy="158939"/>
            </a:xfrm>
            <a:prstGeom prst="curvedConnector3">
              <a:avLst/>
            </a:prstGeom>
            <a:ln w="12700">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ctor: Curved 38">
              <a:extLst>
                <a:ext uri="{FF2B5EF4-FFF2-40B4-BE49-F238E27FC236}">
                  <a16:creationId xmlns:a16="http://schemas.microsoft.com/office/drawing/2014/main" id="{9B99D55D-DE75-566C-3716-CE11DFDD4EE4}"/>
                </a:ext>
              </a:extLst>
            </p:cNvPr>
            <p:cNvCxnSpPr>
              <a:cxnSpLocks/>
              <a:stCxn id="28" idx="3"/>
              <a:endCxn id="29" idx="1"/>
            </p:cNvCxnSpPr>
            <p:nvPr/>
          </p:nvCxnSpPr>
          <p:spPr>
            <a:xfrm flipV="1">
              <a:off x="2205213" y="2598966"/>
              <a:ext cx="1803909" cy="476818"/>
            </a:xfrm>
            <a:prstGeom prst="curvedConnector3">
              <a:avLst/>
            </a:prstGeom>
            <a:ln w="12700">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542BFF3B-5729-3709-7EE5-4A1CC0F135B8}"/>
                </a:ext>
              </a:extLst>
            </p:cNvPr>
            <p:cNvCxnSpPr>
              <a:cxnSpLocks/>
              <a:stCxn id="29" idx="3"/>
              <a:endCxn id="24" idx="1"/>
            </p:cNvCxnSpPr>
            <p:nvPr/>
          </p:nvCxnSpPr>
          <p:spPr>
            <a:xfrm>
              <a:off x="6290224" y="2598966"/>
              <a:ext cx="1803909" cy="0"/>
            </a:xfrm>
            <a:prstGeom prst="straightConnector1">
              <a:avLst/>
            </a:prstGeom>
            <a:ln w="12700">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54" name="Subtitle 20">
              <a:extLst>
                <a:ext uri="{FF2B5EF4-FFF2-40B4-BE49-F238E27FC236}">
                  <a16:creationId xmlns:a16="http://schemas.microsoft.com/office/drawing/2014/main" id="{44A99BAC-7D7D-9170-D1B7-CB765385592F}"/>
                </a:ext>
              </a:extLst>
            </p:cNvPr>
            <p:cNvSpPr txBox="1">
              <a:spLocks/>
            </p:cNvSpPr>
            <p:nvPr/>
          </p:nvSpPr>
          <p:spPr>
            <a:xfrm>
              <a:off x="554568" y="3311489"/>
              <a:ext cx="11008631" cy="139450"/>
            </a:xfrm>
            <a:prstGeom prst="rect">
              <a:avLst/>
            </a:prstGeom>
          </p:spPr>
          <p:txBody>
            <a:bodyPr vert="horz" wrap="square" lIns="0" tIns="0" rIns="0" bIns="0" rtlCol="0" anchor="t" anchorCtr="0">
              <a:spAutoFit/>
            </a:bodyPr>
            <a:lstStyle>
              <a:lvl1pPr marL="0" indent="0" algn="l" defTabSz="914400" rtl="0" eaLnBrk="1" latinLnBrk="0" hangingPunct="1">
                <a:lnSpc>
                  <a:spcPct val="100000"/>
                </a:lnSpc>
                <a:spcBef>
                  <a:spcPts val="0"/>
                </a:spcBef>
                <a:buClr>
                  <a:schemeClr val="bg2"/>
                </a:buClr>
                <a:buSzPct val="80000"/>
                <a:buFont typeface="Arial" panose="020B0604020202020204" pitchFamily="34" charset="0"/>
                <a:buNone/>
                <a:defRPr sz="1600" b="0" i="0" kern="1200">
                  <a:solidFill>
                    <a:schemeClr val="tx1"/>
                  </a:solidFill>
                  <a:latin typeface="Tenorite" panose="00000500000000000000" pitchFamily="2" charset="0"/>
                  <a:ea typeface="+mn-ea"/>
                  <a:cs typeface="+mn-cs"/>
                </a:defRPr>
              </a:lvl1pPr>
              <a:lvl2pPr marL="457200" indent="0" algn="ctr" defTabSz="914400" rtl="0" eaLnBrk="1" latinLnBrk="0" hangingPunct="1">
                <a:lnSpc>
                  <a:spcPct val="90000"/>
                </a:lnSpc>
                <a:spcBef>
                  <a:spcPts val="500"/>
                </a:spcBef>
                <a:buClr>
                  <a:schemeClr val="bg2"/>
                </a:buClr>
                <a:buSzPct val="80000"/>
                <a:buFontTx/>
                <a:buNone/>
                <a:defRPr sz="2000" b="0" i="0" kern="1200">
                  <a:solidFill>
                    <a:schemeClr val="tx1"/>
                  </a:solidFill>
                  <a:latin typeface="Tenorite" panose="00000500000000000000" pitchFamily="2" charset="0"/>
                  <a:ea typeface="+mn-ea"/>
                  <a:cs typeface="+mn-cs"/>
                </a:defRPr>
              </a:lvl2pPr>
              <a:lvl3pPr marL="914400" indent="0" algn="ctr" defTabSz="914400" rtl="0" eaLnBrk="1" latinLnBrk="0" hangingPunct="1">
                <a:lnSpc>
                  <a:spcPct val="90000"/>
                </a:lnSpc>
                <a:spcBef>
                  <a:spcPts val="500"/>
                </a:spcBef>
                <a:buClr>
                  <a:schemeClr val="bg2"/>
                </a:buClr>
                <a:buSzPct val="80000"/>
                <a:buFontTx/>
                <a:buNone/>
                <a:defRPr sz="1800" b="0" i="0" kern="1200">
                  <a:solidFill>
                    <a:schemeClr val="tx1"/>
                  </a:solidFill>
                  <a:latin typeface="Tenorite" panose="00000500000000000000" pitchFamily="2" charset="0"/>
                  <a:ea typeface="+mn-ea"/>
                  <a:cs typeface="+mn-cs"/>
                </a:defRPr>
              </a:lvl3pPr>
              <a:lvl4pPr marL="1371600" indent="0" algn="ctr" defTabSz="914400" rtl="0" eaLnBrk="1" latinLnBrk="0" hangingPunct="1">
                <a:lnSpc>
                  <a:spcPct val="90000"/>
                </a:lnSpc>
                <a:spcBef>
                  <a:spcPts val="500"/>
                </a:spcBef>
                <a:buClr>
                  <a:schemeClr val="bg2"/>
                </a:buClr>
                <a:buSzPct val="80000"/>
                <a:buFontTx/>
                <a:buNone/>
                <a:defRPr sz="1600" b="0" i="0" kern="1200">
                  <a:solidFill>
                    <a:schemeClr val="tx1"/>
                  </a:solidFill>
                  <a:latin typeface="Tenorite" panose="00000500000000000000" pitchFamily="2" charset="0"/>
                  <a:ea typeface="+mn-ea"/>
                  <a:cs typeface="+mn-cs"/>
                </a:defRPr>
              </a:lvl4pPr>
              <a:lvl5pPr marL="1828800" indent="0" algn="ctr" defTabSz="914400" rtl="0" eaLnBrk="1" latinLnBrk="0" hangingPunct="1">
                <a:lnSpc>
                  <a:spcPct val="90000"/>
                </a:lnSpc>
                <a:spcBef>
                  <a:spcPts val="500"/>
                </a:spcBef>
                <a:buClr>
                  <a:schemeClr val="bg2"/>
                </a:buClr>
                <a:buSzPct val="80000"/>
                <a:buFontTx/>
                <a:buNone/>
                <a:defRPr sz="1600" b="0" i="0" kern="1200">
                  <a:solidFill>
                    <a:schemeClr val="tx1"/>
                  </a:solidFill>
                  <a:latin typeface="Tenorite" panose="00000500000000000000"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a:t>Fig 2. </a:t>
              </a:r>
              <a:r>
                <a:rPr lang="en-US" sz="1000"/>
                <a:t>Sizing is a MAX() across dimensions — a single streaming or high-volume requirement legitimately escalates the tier.</a:t>
              </a:r>
            </a:p>
          </p:txBody>
        </p:sp>
      </p:grpSp>
      <p:graphicFrame>
        <p:nvGraphicFramePr>
          <p:cNvPr id="56" name="Table 55">
            <a:extLst>
              <a:ext uri="{FF2B5EF4-FFF2-40B4-BE49-F238E27FC236}">
                <a16:creationId xmlns:a16="http://schemas.microsoft.com/office/drawing/2014/main" id="{96FE72D3-2083-4C3D-AAC3-F43D9BC2A0E9}"/>
              </a:ext>
            </a:extLst>
          </p:cNvPr>
          <p:cNvGraphicFramePr>
            <a:graphicFrameLocks noGrp="1"/>
          </p:cNvGraphicFramePr>
          <p:nvPr>
            <p:extLst>
              <p:ext uri="{D42A27DB-BD31-4B8C-83A1-F6EECF244321}">
                <p14:modId xmlns:p14="http://schemas.microsoft.com/office/powerpoint/2010/main" val="3988741962"/>
              </p:ext>
            </p:extLst>
          </p:nvPr>
        </p:nvGraphicFramePr>
        <p:xfrm>
          <a:off x="380998" y="3532091"/>
          <a:ext cx="11429997" cy="2332473"/>
        </p:xfrm>
        <a:graphic>
          <a:graphicData uri="http://schemas.openxmlformats.org/drawingml/2006/table">
            <a:tbl>
              <a:tblPr firstRow="1" bandRow="1">
                <a:tableStyleId>{073A0DAA-6AF3-43AB-8588-CEC1D06C72B9}</a:tableStyleId>
              </a:tblPr>
              <a:tblGrid>
                <a:gridCol w="1669182">
                  <a:extLst>
                    <a:ext uri="{9D8B030D-6E8A-4147-A177-3AD203B41FA5}">
                      <a16:colId xmlns:a16="http://schemas.microsoft.com/office/drawing/2014/main" val="1700407878"/>
                    </a:ext>
                  </a:extLst>
                </a:gridCol>
                <a:gridCol w="3253605">
                  <a:extLst>
                    <a:ext uri="{9D8B030D-6E8A-4147-A177-3AD203B41FA5}">
                      <a16:colId xmlns:a16="http://schemas.microsoft.com/office/drawing/2014/main" val="998177431"/>
                    </a:ext>
                  </a:extLst>
                </a:gridCol>
                <a:gridCol w="3253605">
                  <a:extLst>
                    <a:ext uri="{9D8B030D-6E8A-4147-A177-3AD203B41FA5}">
                      <a16:colId xmlns:a16="http://schemas.microsoft.com/office/drawing/2014/main" val="1650520882"/>
                    </a:ext>
                  </a:extLst>
                </a:gridCol>
                <a:gridCol w="3253605">
                  <a:extLst>
                    <a:ext uri="{9D8B030D-6E8A-4147-A177-3AD203B41FA5}">
                      <a16:colId xmlns:a16="http://schemas.microsoft.com/office/drawing/2014/main" val="1388043873"/>
                    </a:ext>
                  </a:extLst>
                </a:gridCol>
              </a:tblGrid>
              <a:tr h="487383">
                <a:tc>
                  <a:txBody>
                    <a:bodyPr/>
                    <a:lstStyle/>
                    <a:p>
                      <a:pPr marL="0" marR="0" algn="ctr" defTabSz="914400" rtl="0" eaLnBrk="1" fontAlgn="t" latinLnBrk="0" hangingPunct="1">
                        <a:buNone/>
                      </a:pPr>
                      <a:r>
                        <a:rPr lang="en-US" sz="1200" b="1" i="0" kern="1200">
                          <a:solidFill>
                            <a:schemeClr val="tx1"/>
                          </a:solidFill>
                          <a:latin typeface="Tenorite" panose="00000500000000000000" pitchFamily="2" charset="0"/>
                          <a:ea typeface="+mn-ea"/>
                          <a:cs typeface="+mn-cs"/>
                        </a:rPr>
                        <a:t>Dimension</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algn="ctr" defTabSz="914400" rtl="0" eaLnBrk="1" fontAlgn="t" latinLnBrk="0" hangingPunct="1">
                        <a:buNone/>
                      </a:pPr>
                      <a:r>
                        <a:rPr lang="en-IN" sz="1200" b="1" i="0" kern="1200">
                          <a:solidFill>
                            <a:schemeClr val="tx1"/>
                          </a:solidFill>
                          <a:latin typeface="Tenorite" panose="00000500000000000000" pitchFamily="2" charset="0"/>
                          <a:ea typeface="+mn-ea"/>
                          <a:cs typeface="+mn-cs"/>
                        </a:rPr>
                        <a:t>Simple</a:t>
                      </a:r>
                    </a:p>
                    <a:p>
                      <a:pPr marL="0" marR="0" algn="ctr" defTabSz="914400" rtl="0" eaLnBrk="1" fontAlgn="t" latinLnBrk="0" hangingPunct="1">
                        <a:buNone/>
                      </a:pPr>
                      <a:r>
                        <a:rPr lang="en-IN" sz="1000" b="0" i="0" kern="1200">
                          <a:solidFill>
                            <a:schemeClr val="tx1"/>
                          </a:solidFill>
                          <a:latin typeface="Tenorite" panose="00000500000000000000" pitchFamily="2" charset="0"/>
                          <a:ea typeface="+mn-ea"/>
                          <a:cs typeface="+mn-cs"/>
                        </a:rPr>
                        <a:t>Bronze tier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algn="ctr" defTabSz="914400" rtl="0" eaLnBrk="1" fontAlgn="t" latinLnBrk="0" hangingPunct="1">
                        <a:buNone/>
                      </a:pPr>
                      <a:r>
                        <a:rPr lang="en-IN" sz="1200" b="1" i="0" kern="1200">
                          <a:solidFill>
                            <a:schemeClr val="tx1"/>
                          </a:solidFill>
                          <a:latin typeface="Tenorite" panose="00000500000000000000" pitchFamily="2" charset="0"/>
                          <a:ea typeface="+mn-ea"/>
                          <a:cs typeface="+mn-cs"/>
                        </a:rPr>
                        <a:t>Medium</a:t>
                      </a:r>
                    </a:p>
                    <a:p>
                      <a:pPr marL="0" marR="0" algn="ctr" defTabSz="914400" rtl="0" eaLnBrk="1" fontAlgn="t" latinLnBrk="0" hangingPunct="1">
                        <a:buNone/>
                      </a:pPr>
                      <a:r>
                        <a:rPr lang="en-IN" sz="1000" b="0" i="0" kern="1200">
                          <a:solidFill>
                            <a:schemeClr val="tx1"/>
                          </a:solidFill>
                          <a:latin typeface="Tenorite" panose="00000500000000000000" pitchFamily="2" charset="0"/>
                          <a:ea typeface="+mn-ea"/>
                          <a:cs typeface="+mn-cs"/>
                        </a:rPr>
                        <a:t>Silver tier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algn="ctr" defTabSz="914400" rtl="0" eaLnBrk="1" fontAlgn="t" latinLnBrk="0" hangingPunct="1">
                        <a:buNone/>
                      </a:pPr>
                      <a:r>
                        <a:rPr lang="en-IN" sz="1200" b="1" i="0" kern="1200">
                          <a:solidFill>
                            <a:schemeClr val="tx1"/>
                          </a:solidFill>
                          <a:latin typeface="Tenorite" panose="00000500000000000000" pitchFamily="2" charset="0"/>
                          <a:ea typeface="+mn-ea"/>
                          <a:cs typeface="+mn-cs"/>
                        </a:rPr>
                        <a:t>Complex</a:t>
                      </a:r>
                    </a:p>
                    <a:p>
                      <a:pPr marL="0" marR="0" algn="ctr" defTabSz="914400" rtl="0" eaLnBrk="1" fontAlgn="t" latinLnBrk="0" hangingPunct="1">
                        <a:buNone/>
                      </a:pPr>
                      <a:r>
                        <a:rPr lang="en-IN" sz="1000" b="0" i="0" kern="1200">
                          <a:solidFill>
                            <a:schemeClr val="tx1"/>
                          </a:solidFill>
                          <a:latin typeface="Tenorite" panose="00000500000000000000" pitchFamily="2" charset="0"/>
                          <a:ea typeface="+mn-ea"/>
                          <a:cs typeface="+mn-cs"/>
                        </a:rPr>
                        <a:t>Gold tier</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055102014"/>
                  </a:ext>
                </a:extLst>
              </a:tr>
              <a:tr h="278504">
                <a:tc>
                  <a:txBody>
                    <a:bodyPr/>
                    <a:lstStyle/>
                    <a:p>
                      <a:pPr marL="0" marR="0" algn="ctr" fontAlgn="t">
                        <a:buNone/>
                      </a:pPr>
                      <a:r>
                        <a:rPr lang="en-IN" sz="1000" b="1" i="0">
                          <a:solidFill>
                            <a:schemeClr val="bg1"/>
                          </a:solidFill>
                          <a:effectLst/>
                          <a:latin typeface="Tenorite" panose="00000500000000000000" pitchFamily="2" charset="0"/>
                        </a:rPr>
                        <a:t># Source systems</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fontAlgn="t">
                        <a:buNone/>
                      </a:pPr>
                      <a:r>
                        <a:rPr lang="en-IN" sz="1000" b="0" i="0">
                          <a:solidFill>
                            <a:schemeClr val="bg1"/>
                          </a:solidFill>
                          <a:effectLst/>
                          <a:latin typeface="Tenorite" panose="00000500000000000000" pitchFamily="2" charset="0"/>
                        </a:rPr>
                        <a:t>1 – 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fontAlgn="t">
                        <a:buNone/>
                      </a:pPr>
                      <a:r>
                        <a:rPr lang="en-IN" sz="1000" b="0" i="0">
                          <a:solidFill>
                            <a:schemeClr val="bg1"/>
                          </a:solidFill>
                          <a:effectLst/>
                          <a:latin typeface="Tenorite" panose="00000500000000000000" pitchFamily="2" charset="0"/>
                        </a:rPr>
                        <a:t>6 – 15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fontAlgn="t">
                        <a:buNone/>
                      </a:pPr>
                      <a:r>
                        <a:rPr lang="en-US" sz="1000" b="0" i="0">
                          <a:solidFill>
                            <a:schemeClr val="bg1"/>
                          </a:solidFill>
                          <a:effectLst/>
                          <a:latin typeface="Tenorite" panose="00000500000000000000" pitchFamily="2" charset="0"/>
                        </a:rPr>
                        <a:t>&gt;</a:t>
                      </a:r>
                      <a:r>
                        <a:rPr lang="en-IN" sz="1000" b="0" i="0">
                          <a:solidFill>
                            <a:schemeClr val="bg1"/>
                          </a:solidFill>
                          <a:effectLst/>
                          <a:latin typeface="Tenorite" panose="00000500000000000000" pitchFamily="2" charset="0"/>
                        </a:rPr>
                        <a:t>15 upto 30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6932870"/>
                  </a:ext>
                </a:extLst>
              </a:tr>
              <a:tr h="452570">
                <a:tc>
                  <a:txBody>
                    <a:bodyPr/>
                    <a:lstStyle/>
                    <a:p>
                      <a:pPr marL="0" marR="0" algn="ctr" fontAlgn="t">
                        <a:buNone/>
                      </a:pPr>
                      <a:r>
                        <a:rPr lang="en-IN" sz="1000" b="1" i="0">
                          <a:solidFill>
                            <a:schemeClr val="bg1"/>
                          </a:solidFill>
                          <a:effectLst/>
                          <a:latin typeface="Tenorite" panose="00000500000000000000" pitchFamily="2" charset="0"/>
                        </a:rPr>
                        <a:t>Ingestion complexity</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fontAlgn="t">
                        <a:buNone/>
                      </a:pPr>
                      <a:r>
                        <a:rPr lang="en-IN" sz="1000" b="0" i="0">
                          <a:solidFill>
                            <a:schemeClr val="bg1"/>
                          </a:solidFill>
                          <a:effectLst/>
                          <a:latin typeface="Tenorite" panose="00000500000000000000" pitchFamily="2" charset="0"/>
                        </a:rPr>
                        <a:t>Batch, well-structured; native connectors, Copy job, Mirroring. Minimal transform.</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fontAlgn="t">
                        <a:buNone/>
                      </a:pPr>
                      <a:r>
                        <a:rPr lang="en-IN" sz="1000" b="0" i="0">
                          <a:solidFill>
                            <a:schemeClr val="bg1"/>
                          </a:solidFill>
                          <a:effectLst/>
                          <a:latin typeface="Tenorite" panose="00000500000000000000" pitchFamily="2" charset="0"/>
                        </a:rPr>
                        <a:t>Batch + incremental / CDC; some </a:t>
                      </a:r>
                      <a:r>
                        <a:rPr lang="en-IN" sz="1000" b="0" i="0">
                          <a:solidFill>
                            <a:srgbClr val="0A1E36"/>
                          </a:solidFill>
                          <a:effectLst/>
                          <a:latin typeface="Tenorite" panose="00000500000000000000" pitchFamily="2" charset="0"/>
                        </a:rPr>
                        <a:t>APIs</a:t>
                      </a:r>
                      <a:r>
                        <a:rPr lang="en-IN" sz="1000" b="0" i="0">
                          <a:solidFill>
                            <a:schemeClr val="bg1"/>
                          </a:solidFill>
                          <a:effectLst/>
                          <a:latin typeface="Tenorite" panose="00000500000000000000" pitchFamily="2" charset="0"/>
                        </a:rPr>
                        <a:t> &amp; </a:t>
                      </a:r>
                      <a:br>
                        <a:rPr lang="en-IN" sz="1000" b="0" i="0">
                          <a:solidFill>
                            <a:schemeClr val="bg1"/>
                          </a:solidFill>
                          <a:effectLst/>
                          <a:latin typeface="Tenorite" panose="00000500000000000000" pitchFamily="2" charset="0"/>
                        </a:rPr>
                      </a:br>
                      <a:r>
                        <a:rPr lang="en-IN" sz="1000" b="0" i="0">
                          <a:solidFill>
                            <a:schemeClr val="bg1"/>
                          </a:solidFill>
                          <a:effectLst/>
                          <a:latin typeface="Tenorite" panose="00000500000000000000" pitchFamily="2" charset="0"/>
                        </a:rPr>
                        <a:t>semi-structured; moderate transforms &amp; DQ.</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fontAlgn="t">
                        <a:buNone/>
                      </a:pPr>
                      <a:r>
                        <a:rPr lang="en-IN" sz="1000" b="0" i="0">
                          <a:solidFill>
                            <a:schemeClr val="bg1"/>
                          </a:solidFill>
                          <a:effectLst/>
                          <a:latin typeface="Tenorite" panose="00000500000000000000" pitchFamily="2" charset="0"/>
                        </a:rPr>
                        <a:t>Real-time / streaming + CDC + APIs + unstructured; heavy transforms, MDM, historical loads.</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643421"/>
                  </a:ext>
                </a:extLst>
              </a:tr>
              <a:tr h="278504">
                <a:tc>
                  <a:txBody>
                    <a:bodyPr/>
                    <a:lstStyle/>
                    <a:p>
                      <a:pPr marL="0" marR="0" algn="ctr" fontAlgn="t">
                        <a:buNone/>
                      </a:pPr>
                      <a:r>
                        <a:rPr lang="en-IN" sz="1000" b="1" i="0">
                          <a:solidFill>
                            <a:schemeClr val="bg1"/>
                          </a:solidFill>
                          <a:effectLst/>
                          <a:latin typeface="Tenorite" panose="00000500000000000000" pitchFamily="2" charset="0"/>
                        </a:rPr>
                        <a:t># Silver tables</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fontAlgn="t">
                        <a:buNone/>
                      </a:pPr>
                      <a:r>
                        <a:rPr lang="en-IN" sz="1000" b="0" i="0">
                          <a:solidFill>
                            <a:schemeClr val="bg1"/>
                          </a:solidFill>
                          <a:effectLst/>
                          <a:latin typeface="Tenorite" panose="00000500000000000000" pitchFamily="2" charset="0"/>
                        </a:rPr>
                        <a:t>≤ 20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fontAlgn="t">
                        <a:buNone/>
                      </a:pPr>
                      <a:r>
                        <a:rPr lang="en-IN" sz="1000" b="0" i="0">
                          <a:solidFill>
                            <a:schemeClr val="bg1"/>
                          </a:solidFill>
                          <a:effectLst/>
                          <a:latin typeface="Tenorite" panose="00000500000000000000" pitchFamily="2" charset="0"/>
                        </a:rPr>
                        <a:t>21 – 60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fontAlgn="t">
                        <a:buNone/>
                      </a:pPr>
                      <a:r>
                        <a:rPr lang="en-IN" sz="1000" b="0" i="0">
                          <a:solidFill>
                            <a:schemeClr val="bg1"/>
                          </a:solidFill>
                          <a:effectLst/>
                          <a:latin typeface="Tenorite" panose="00000500000000000000" pitchFamily="2" charset="0"/>
                        </a:rPr>
                        <a:t>60-75</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5479388"/>
                  </a:ext>
                </a:extLst>
              </a:tr>
              <a:tr h="278504">
                <a:tc>
                  <a:txBody>
                    <a:bodyPr/>
                    <a:lstStyle/>
                    <a:p>
                      <a:pPr marL="0" marR="0" algn="ctr" fontAlgn="t">
                        <a:buNone/>
                      </a:pPr>
                      <a:r>
                        <a:rPr lang="en-IN" sz="1000" b="1" i="0">
                          <a:solidFill>
                            <a:schemeClr val="bg1"/>
                          </a:solidFill>
                          <a:effectLst/>
                          <a:latin typeface="Tenorite" panose="00000500000000000000" pitchFamily="2" charset="0"/>
                        </a:rPr>
                        <a:t># Gold KPIs / measures</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fontAlgn="t">
                        <a:buNone/>
                      </a:pPr>
                      <a:r>
                        <a:rPr lang="en-IN" sz="1000" b="0" i="0">
                          <a:solidFill>
                            <a:schemeClr val="bg1"/>
                          </a:solidFill>
                          <a:effectLst/>
                          <a:latin typeface="Tenorite" panose="00000500000000000000" pitchFamily="2" charset="0"/>
                        </a:rPr>
                        <a:t>≤ 25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fontAlgn="t">
                        <a:buNone/>
                      </a:pPr>
                      <a:r>
                        <a:rPr lang="en-IN" sz="1000" b="0" i="0">
                          <a:solidFill>
                            <a:schemeClr val="bg1"/>
                          </a:solidFill>
                          <a:effectLst/>
                          <a:latin typeface="Tenorite" panose="00000500000000000000" pitchFamily="2" charset="0"/>
                        </a:rPr>
                        <a:t>26 – 75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fontAlgn="t">
                        <a:buNone/>
                      </a:pPr>
                      <a:r>
                        <a:rPr lang="en-IN" sz="1000" b="0" i="0">
                          <a:solidFill>
                            <a:schemeClr val="bg1"/>
                          </a:solidFill>
                          <a:effectLst/>
                          <a:latin typeface="Tenorite" panose="00000500000000000000" pitchFamily="2" charset="0"/>
                        </a:rPr>
                        <a:t>75-90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4626067"/>
                  </a:ext>
                </a:extLst>
              </a:tr>
              <a:tr h="278504">
                <a:tc>
                  <a:txBody>
                    <a:bodyPr/>
                    <a:lstStyle/>
                    <a:p>
                      <a:pPr marL="0" marR="0" algn="ctr" defTabSz="914400" rtl="0" eaLnBrk="1" fontAlgn="t" latinLnBrk="0" hangingPunct="1">
                        <a:buNone/>
                      </a:pPr>
                      <a:r>
                        <a:rPr lang="en-IN" sz="1000" b="1" i="0" kern="1200">
                          <a:solidFill>
                            <a:schemeClr val="bg1"/>
                          </a:solidFill>
                          <a:effectLst/>
                          <a:latin typeface="Tenorite" panose="00000500000000000000" pitchFamily="2" charset="0"/>
                          <a:ea typeface="+mn-ea"/>
                          <a:cs typeface="+mn-cs"/>
                        </a:rPr>
                        <a:t>Geography / domains</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fontAlgn="t" latinLnBrk="0" hangingPunct="1">
                        <a:buNone/>
                      </a:pPr>
                      <a:r>
                        <a:rPr lang="en-IN" sz="1000" b="0" i="0" kern="1200">
                          <a:solidFill>
                            <a:schemeClr val="bg1"/>
                          </a:solidFill>
                          <a:effectLst/>
                          <a:latin typeface="Tenorite" panose="00000500000000000000" pitchFamily="2" charset="0"/>
                          <a:ea typeface="+mn-ea"/>
                          <a:cs typeface="+mn-cs"/>
                        </a:rPr>
                        <a:t>Single geo, single domain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fontAlgn="t" latinLnBrk="0" hangingPunct="1">
                        <a:buNone/>
                      </a:pPr>
                      <a:r>
                        <a:rPr lang="en-IN" sz="1000" b="0" i="0" kern="1200">
                          <a:solidFill>
                            <a:schemeClr val="bg1"/>
                          </a:solidFill>
                          <a:effectLst/>
                          <a:latin typeface="Tenorite" panose="00000500000000000000" pitchFamily="2" charset="0"/>
                          <a:ea typeface="+mn-ea"/>
                          <a:cs typeface="+mn-cs"/>
                        </a:rPr>
                        <a:t>Single geo (light multi-geo), multiple domains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fontAlgn="t" latinLnBrk="0" hangingPunct="1">
                        <a:buNone/>
                      </a:pPr>
                      <a:r>
                        <a:rPr lang="en-IN" sz="1000" b="0" i="0" kern="1200">
                          <a:solidFill>
                            <a:schemeClr val="bg1"/>
                          </a:solidFill>
                          <a:effectLst/>
                          <a:latin typeface="Tenorite" panose="00000500000000000000" pitchFamily="2" charset="0"/>
                          <a:ea typeface="+mn-ea"/>
                          <a:cs typeface="+mn-cs"/>
                        </a:rPr>
                        <a:t>Multi-geo, multi-domain, data residency &amp; compliance</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4913992"/>
                  </a:ext>
                </a:extLst>
              </a:tr>
              <a:tr h="278504">
                <a:tc>
                  <a:txBody>
                    <a:bodyPr/>
                    <a:lstStyle/>
                    <a:p>
                      <a:pPr marL="0" marR="0" algn="ctr" defTabSz="914400" rtl="0" eaLnBrk="1" fontAlgn="t" latinLnBrk="0" hangingPunct="1">
                        <a:buNone/>
                      </a:pPr>
                      <a:r>
                        <a:rPr lang="en-IN" sz="1000" b="1" i="0" kern="1200">
                          <a:solidFill>
                            <a:schemeClr val="bg1"/>
                          </a:solidFill>
                          <a:effectLst/>
                          <a:latin typeface="Tenorite" panose="00000500000000000000" pitchFamily="2" charset="0"/>
                          <a:ea typeface="+mn-ea"/>
                          <a:cs typeface="+mn-cs"/>
                        </a:rPr>
                        <a:t>Indicative capacity</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fontAlgn="t" latinLnBrk="0" hangingPunct="1">
                        <a:buNone/>
                      </a:pPr>
                      <a:r>
                        <a:rPr lang="en-IN" sz="1000" b="0" i="0" kern="1200">
                          <a:solidFill>
                            <a:schemeClr val="bg1"/>
                          </a:solidFill>
                          <a:effectLst/>
                          <a:latin typeface="Tenorite" panose="00000500000000000000" pitchFamily="2" charset="0"/>
                          <a:ea typeface="+mn-ea"/>
                          <a:cs typeface="+mn-cs"/>
                        </a:rPr>
                        <a:t>F8 – F16</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fontAlgn="t" latinLnBrk="0" hangingPunct="1">
                        <a:buNone/>
                      </a:pPr>
                      <a:r>
                        <a:rPr lang="en-IN" sz="1000" b="0" i="0" kern="1200">
                          <a:solidFill>
                            <a:schemeClr val="bg1"/>
                          </a:solidFill>
                          <a:effectLst/>
                          <a:latin typeface="Tenorite" panose="00000500000000000000" pitchFamily="2" charset="0"/>
                          <a:ea typeface="+mn-ea"/>
                          <a:cs typeface="+mn-cs"/>
                        </a:rPr>
                        <a:t>F16 – F64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fontAlgn="t" latinLnBrk="0" hangingPunct="1">
                        <a:buNone/>
                      </a:pPr>
                      <a:r>
                        <a:rPr lang="en-IN" sz="1000" b="0" i="0" kern="1200">
                          <a:solidFill>
                            <a:schemeClr val="bg1"/>
                          </a:solidFill>
                          <a:effectLst/>
                          <a:latin typeface="Tenorite" panose="00000500000000000000" pitchFamily="2" charset="0"/>
                          <a:ea typeface="+mn-ea"/>
                          <a:cs typeface="+mn-cs"/>
                        </a:rPr>
                        <a:t>F64+ (multi-capacity)</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9985189"/>
                  </a:ext>
                </a:extLst>
              </a:tr>
            </a:tbl>
          </a:graphicData>
        </a:graphic>
      </p:graphicFrame>
      <p:sp>
        <p:nvSpPr>
          <p:cNvPr id="60" name="Rectangle: Rounded Corners 59">
            <a:extLst>
              <a:ext uri="{FF2B5EF4-FFF2-40B4-BE49-F238E27FC236}">
                <a16:creationId xmlns:a16="http://schemas.microsoft.com/office/drawing/2014/main" id="{60597C1E-1F30-2BB1-60A0-DE09290E434A}"/>
              </a:ext>
            </a:extLst>
          </p:cNvPr>
          <p:cNvSpPr/>
          <p:nvPr/>
        </p:nvSpPr>
        <p:spPr>
          <a:xfrm>
            <a:off x="381000" y="5916028"/>
            <a:ext cx="11429996" cy="458511"/>
          </a:xfrm>
          <a:prstGeom prst="roundRect">
            <a:avLst/>
          </a:prstGeom>
          <a:solidFill>
            <a:schemeClr val="bg2"/>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t"/>
            <a:r>
              <a:rPr lang="en-IN" sz="1000">
                <a:solidFill>
                  <a:schemeClr val="tx2"/>
                </a:solidFill>
                <a:latin typeface="Tenorite" panose="00000500000000000000" pitchFamily="2" charset="0"/>
              </a:rPr>
              <a:t>Capacity SKUs are indicative starting points. Right-sizing is a workload calculation (refresh, query concurrency, pipeline volume) targeting ~60–70% sustained CU utilisation, validated with the Capacity Metrics app after go-live. F-SKUs run F2 through F2048; reserved 1-year capacity carries a material discount over pay-as-you-go.</a:t>
            </a:r>
          </a:p>
        </p:txBody>
      </p:sp>
      <p:sp>
        <p:nvSpPr>
          <p:cNvPr id="61" name="Slide Number Placeholder 5">
            <a:extLst>
              <a:ext uri="{FF2B5EF4-FFF2-40B4-BE49-F238E27FC236}">
                <a16:creationId xmlns:a16="http://schemas.microsoft.com/office/drawing/2014/main" id="{33D335B6-7911-5F0D-7EB2-314774790825}"/>
              </a:ext>
            </a:extLst>
          </p:cNvPr>
          <p:cNvSpPr>
            <a:spLocks noGrp="1"/>
          </p:cNvSpPr>
          <p:nvPr>
            <p:ph type="sldNum" sz="quarter" idx="4"/>
          </p:nvPr>
        </p:nvSpPr>
        <p:spPr>
          <a:xfrm>
            <a:off x="9067800" y="6538580"/>
            <a:ext cx="2743200" cy="174958"/>
          </a:xfrm>
          <a:prstGeom prst="rect">
            <a:avLst/>
          </a:prstGeom>
        </p:spPr>
        <p:txBody>
          <a:bodyPr vert="horz" lIns="91440" tIns="45720" rIns="0" bIns="45720" rtlCol="0" anchor="ctr"/>
          <a:lstStyle>
            <a:lvl1pPr algn="r">
              <a:defRPr sz="700" b="0" i="0">
                <a:solidFill>
                  <a:schemeClr val="accent4"/>
                </a:solidFill>
                <a:latin typeface="Tenorite" panose="00000500000000000000" pitchFamily="2" charset="0"/>
              </a:defRPr>
            </a:lvl1pPr>
          </a:lstStyle>
          <a:p>
            <a:fld id="{330EA680-D336-4FF7-8B7A-9848BB0A1C32}" type="slidenum">
              <a:rPr lang="en-US" smtClean="0"/>
              <a:pPr/>
              <a:t>5</a:t>
            </a:fld>
            <a:endParaRPr lang="en-US"/>
          </a:p>
        </p:txBody>
      </p:sp>
      <p:sp>
        <p:nvSpPr>
          <p:cNvPr id="62" name="Date Placeholder 3">
            <a:extLst>
              <a:ext uri="{FF2B5EF4-FFF2-40B4-BE49-F238E27FC236}">
                <a16:creationId xmlns:a16="http://schemas.microsoft.com/office/drawing/2014/main" id="{FAE43F8E-F18E-24CB-B5F8-756E3328810D}"/>
              </a:ext>
            </a:extLst>
          </p:cNvPr>
          <p:cNvSpPr>
            <a:spLocks noGrp="1"/>
          </p:cNvSpPr>
          <p:nvPr>
            <p:ph type="dt" sz="half" idx="2"/>
          </p:nvPr>
        </p:nvSpPr>
        <p:spPr>
          <a:xfrm>
            <a:off x="930274" y="6538580"/>
            <a:ext cx="2670175" cy="174958"/>
          </a:xfrm>
          <a:prstGeom prst="rect">
            <a:avLst/>
          </a:prstGeom>
        </p:spPr>
        <p:txBody>
          <a:bodyPr vert="horz" lIns="0" tIns="45720" rIns="91440" bIns="45720" rtlCol="0" anchor="ctr"/>
          <a:lstStyle>
            <a:lvl1pPr algn="l">
              <a:defRPr sz="700" b="0" i="0">
                <a:solidFill>
                  <a:schemeClr val="accent4"/>
                </a:solidFill>
                <a:latin typeface="Tenorite" panose="00000500000000000000" pitchFamily="2" charset="0"/>
              </a:defRPr>
            </a:lvl1pPr>
          </a:lstStyle>
          <a:p>
            <a:r>
              <a:rPr lang="en-US"/>
              <a:t>© SYREN CLOUD INC – 2026 – ALL RIGHTS RESERVED</a:t>
            </a:r>
            <a:endParaRPr lang="en-US" sz="700"/>
          </a:p>
        </p:txBody>
      </p:sp>
    </p:spTree>
    <p:extLst>
      <p:ext uri="{BB962C8B-B14F-4D97-AF65-F5344CB8AC3E}">
        <p14:creationId xmlns:p14="http://schemas.microsoft.com/office/powerpoint/2010/main" val="1174482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B600F-5A5C-3600-CD5C-1FB5B9E6BAA3}"/>
            </a:ext>
          </a:extLst>
        </p:cNvPr>
        <p:cNvGrpSpPr/>
        <p:nvPr/>
      </p:nvGrpSpPr>
      <p:grpSpPr>
        <a:xfrm>
          <a:off x="0" y="0"/>
          <a:ext cx="0" cy="0"/>
          <a:chOff x="0" y="0"/>
          <a:chExt cx="0" cy="0"/>
        </a:xfrm>
      </p:grpSpPr>
      <p:sp>
        <p:nvSpPr>
          <p:cNvPr id="25" name="Rectangle: Top Corners Rounded 24">
            <a:extLst>
              <a:ext uri="{FF2B5EF4-FFF2-40B4-BE49-F238E27FC236}">
                <a16:creationId xmlns:a16="http://schemas.microsoft.com/office/drawing/2014/main" id="{E027CDE7-CE3D-3924-7492-A9B575CDD47C}"/>
              </a:ext>
            </a:extLst>
          </p:cNvPr>
          <p:cNvSpPr/>
          <p:nvPr/>
        </p:nvSpPr>
        <p:spPr>
          <a:xfrm rot="10800000">
            <a:off x="380999" y="2183667"/>
            <a:ext cx="5557788" cy="3687743"/>
          </a:xfrm>
          <a:prstGeom prst="round2SameRect">
            <a:avLst>
              <a:gd name="adj1" fmla="val 4734"/>
              <a:gd name="adj2" fmla="val 6099"/>
            </a:avLst>
          </a:prstGeom>
          <a:solidFill>
            <a:schemeClr val="tx1"/>
          </a:solidFill>
          <a:ln>
            <a:noFill/>
          </a:ln>
          <a:effectLst>
            <a:outerShdw blurRad="190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0EB1B7DE-2BF8-CC56-BD13-EC07791E842B}"/>
              </a:ext>
            </a:extLst>
          </p:cNvPr>
          <p:cNvSpPr>
            <a:spLocks noGrp="1"/>
          </p:cNvSpPr>
          <p:nvPr>
            <p:ph type="title"/>
          </p:nvPr>
        </p:nvSpPr>
        <p:spPr>
          <a:xfrm>
            <a:off x="381000" y="315656"/>
            <a:ext cx="11468100" cy="997196"/>
          </a:xfrm>
        </p:spPr>
        <p:txBody>
          <a:bodyPr/>
          <a:lstStyle/>
          <a:p>
            <a:r>
              <a:rPr lang="en-US"/>
              <a:t>Same sources, many regions? Build the factory, </a:t>
            </a:r>
            <a:br>
              <a:rPr lang="en-US"/>
            </a:br>
            <a:r>
              <a:rPr lang="en-US"/>
              <a:t>not the product</a:t>
            </a:r>
            <a:endParaRPr lang="en-IN"/>
          </a:p>
        </p:txBody>
      </p:sp>
      <p:sp>
        <p:nvSpPr>
          <p:cNvPr id="12" name="TextBox 11">
            <a:extLst>
              <a:ext uri="{FF2B5EF4-FFF2-40B4-BE49-F238E27FC236}">
                <a16:creationId xmlns:a16="http://schemas.microsoft.com/office/drawing/2014/main" id="{49D99972-A906-CD89-8178-259114E9DA13}"/>
              </a:ext>
            </a:extLst>
          </p:cNvPr>
          <p:cNvSpPr txBox="1"/>
          <p:nvPr/>
        </p:nvSpPr>
        <p:spPr>
          <a:xfrm>
            <a:off x="400050" y="1420567"/>
            <a:ext cx="11430000" cy="646331"/>
          </a:xfrm>
          <a:prstGeom prst="rect">
            <a:avLst/>
          </a:prstGeom>
          <a:noFill/>
        </p:spPr>
        <p:txBody>
          <a:bodyPr wrap="square" lIns="0" tIns="0" rIns="0" bIns="0">
            <a:spAutoFit/>
          </a:bodyPr>
          <a:lstStyle/>
          <a:p>
            <a:pPr marL="0" marR="0" indent="0">
              <a:buNone/>
            </a:pPr>
            <a:r>
              <a:rPr lang="en-US" sz="1400" b="1" i="0">
                <a:solidFill>
                  <a:schemeClr val="bg1"/>
                </a:solidFill>
                <a:effectLst/>
                <a:latin typeface="Tenorite" panose="00000500000000000000" pitchFamily="2" charset="0"/>
              </a:rPr>
              <a:t>When the same source systems (regional ERP, CRM or POS instances) recur across geographies, hand-building a pipeline per region is waste and a maintenance liability. A metadata-driven framework onboards each new geography through configuration — identical code, different config — turning weeks of build into days of setup.</a:t>
            </a:r>
          </a:p>
        </p:txBody>
      </p:sp>
      <p:sp>
        <p:nvSpPr>
          <p:cNvPr id="11" name="Rectangle: Top Corners Rounded 10">
            <a:extLst>
              <a:ext uri="{FF2B5EF4-FFF2-40B4-BE49-F238E27FC236}">
                <a16:creationId xmlns:a16="http://schemas.microsoft.com/office/drawing/2014/main" id="{C930C712-C5B3-75B5-C1BB-2831C85EC754}"/>
              </a:ext>
            </a:extLst>
          </p:cNvPr>
          <p:cNvSpPr/>
          <p:nvPr/>
        </p:nvSpPr>
        <p:spPr>
          <a:xfrm rot="10800000">
            <a:off x="6253212" y="2183667"/>
            <a:ext cx="5557788" cy="3687743"/>
          </a:xfrm>
          <a:prstGeom prst="round2SameRect">
            <a:avLst>
              <a:gd name="adj1" fmla="val 4734"/>
              <a:gd name="adj2" fmla="val 5547"/>
            </a:avLst>
          </a:prstGeom>
          <a:solidFill>
            <a:schemeClr val="tx1"/>
          </a:solidFill>
          <a:ln>
            <a:noFill/>
          </a:ln>
          <a:effectLst>
            <a:outerShdw blurRad="190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882E70AC-FB4C-5FD6-8737-A7C202F847A5}"/>
              </a:ext>
            </a:extLst>
          </p:cNvPr>
          <p:cNvSpPr txBox="1"/>
          <p:nvPr/>
        </p:nvSpPr>
        <p:spPr>
          <a:xfrm>
            <a:off x="6359892" y="2277895"/>
            <a:ext cx="3891013" cy="338554"/>
          </a:xfrm>
          <a:prstGeom prst="rect">
            <a:avLst/>
          </a:prstGeom>
          <a:noFill/>
        </p:spPr>
        <p:txBody>
          <a:bodyPr wrap="square">
            <a:spAutoFit/>
          </a:bodyPr>
          <a:lstStyle/>
          <a:p>
            <a:pPr>
              <a:spcAft>
                <a:spcPts val="600"/>
              </a:spcAft>
            </a:pPr>
            <a:r>
              <a:rPr lang="en-US" sz="1600" b="1">
                <a:solidFill>
                  <a:schemeClr val="tx2"/>
                </a:solidFill>
                <a:latin typeface="Tenorite" panose="00000500000000000000" pitchFamily="2" charset="0"/>
              </a:rPr>
              <a:t>How the framework is </a:t>
            </a:r>
            <a:r>
              <a:rPr lang="en-US" sz="1600" b="1" err="1">
                <a:solidFill>
                  <a:schemeClr val="tx2"/>
                </a:solidFill>
                <a:latin typeface="Tenorite" panose="00000500000000000000" pitchFamily="2" charset="0"/>
              </a:rPr>
              <a:t>realised</a:t>
            </a:r>
            <a:r>
              <a:rPr lang="en-US" sz="1600" b="1">
                <a:solidFill>
                  <a:schemeClr val="tx2"/>
                </a:solidFill>
                <a:latin typeface="Tenorite" panose="00000500000000000000" pitchFamily="2" charset="0"/>
              </a:rPr>
              <a:t> in Fabric</a:t>
            </a:r>
            <a:endParaRPr lang="en-US" sz="1600">
              <a:solidFill>
                <a:schemeClr val="tx2"/>
              </a:solidFill>
              <a:latin typeface="Tenorite" panose="00000500000000000000" pitchFamily="2" charset="0"/>
            </a:endParaRPr>
          </a:p>
        </p:txBody>
      </p:sp>
      <p:sp>
        <p:nvSpPr>
          <p:cNvPr id="19" name="TextBox 18">
            <a:extLst>
              <a:ext uri="{FF2B5EF4-FFF2-40B4-BE49-F238E27FC236}">
                <a16:creationId xmlns:a16="http://schemas.microsoft.com/office/drawing/2014/main" id="{B4C0D13C-099F-169A-906B-D110351CE779}"/>
              </a:ext>
            </a:extLst>
          </p:cNvPr>
          <p:cNvSpPr txBox="1"/>
          <p:nvPr/>
        </p:nvSpPr>
        <p:spPr>
          <a:xfrm>
            <a:off x="6359892" y="2614409"/>
            <a:ext cx="5305927" cy="3144451"/>
          </a:xfrm>
          <a:prstGeom prst="rect">
            <a:avLst/>
          </a:prstGeom>
          <a:noFill/>
        </p:spPr>
        <p:txBody>
          <a:bodyPr wrap="square" lIns="91440" tIns="45720" rIns="91440" bIns="45720" anchor="t">
            <a:spAutoFit/>
          </a:bodyPr>
          <a:lstStyle/>
          <a:p>
            <a:pPr marL="171450" marR="0" indent="-171450" algn="l">
              <a:spcBef>
                <a:spcPts val="200"/>
              </a:spcBef>
              <a:spcAft>
                <a:spcPts val="600"/>
              </a:spcAft>
              <a:buClr>
                <a:schemeClr val="tx2"/>
              </a:buClr>
              <a:buFont typeface="Arial" panose="020B0604020202020204" pitchFamily="34" charset="0"/>
              <a:buChar char="•"/>
            </a:pPr>
            <a:r>
              <a:rPr lang="en-US" sz="1100" b="1" i="0">
                <a:solidFill>
                  <a:srgbClr val="0C2438"/>
                </a:solidFill>
                <a:effectLst/>
                <a:latin typeface="Tenorite" panose="00000500000000000000" pitchFamily="2" charset="0"/>
              </a:rPr>
              <a:t>Config over code.</a:t>
            </a:r>
            <a:r>
              <a:rPr lang="en-US" sz="1100" b="0" i="0">
                <a:solidFill>
                  <a:srgbClr val="0C2438"/>
                </a:solidFill>
                <a:effectLst/>
                <a:latin typeface="Tenorite" panose="00000500000000000000" pitchFamily="2" charset="0"/>
              </a:rPr>
              <a:t> Source, entity, load-type, watermark, mapping and DQ rules live in control tables; a handful of generic pipelines and notebooks execute any entity by reading its config.</a:t>
            </a:r>
          </a:p>
          <a:p>
            <a:pPr marL="171450" marR="0" indent="-171450" algn="l">
              <a:spcBef>
                <a:spcPts val="200"/>
              </a:spcBef>
              <a:spcAft>
                <a:spcPts val="600"/>
              </a:spcAft>
              <a:buClr>
                <a:schemeClr val="tx2"/>
              </a:buClr>
              <a:buFont typeface="Arial" panose="020B0604020202020204" pitchFamily="34" charset="0"/>
              <a:buChar char="•"/>
            </a:pPr>
            <a:r>
              <a:rPr lang="en-US" sz="1100" b="1" i="0">
                <a:solidFill>
                  <a:srgbClr val="0C2438"/>
                </a:solidFill>
                <a:effectLst/>
                <a:latin typeface="Tenorite" panose="00000500000000000000" pitchFamily="2" charset="0"/>
              </a:rPr>
              <a:t>One codebase, many parameters.</a:t>
            </a:r>
            <a:r>
              <a:rPr lang="en-US" sz="1100" b="0" i="0">
                <a:solidFill>
                  <a:srgbClr val="0C2438"/>
                </a:solidFill>
                <a:effectLst/>
                <a:latin typeface="Tenorite" panose="00000500000000000000" pitchFamily="2" charset="0"/>
              </a:rPr>
              <a:t> Variable Libraries inject geo-specific values (connections, schedules, residency) at deploy time — the artefacts are identical across regions.</a:t>
            </a:r>
          </a:p>
          <a:p>
            <a:pPr marL="171450" marR="0" indent="-171450" algn="l">
              <a:spcBef>
                <a:spcPts val="200"/>
              </a:spcBef>
              <a:spcAft>
                <a:spcPts val="600"/>
              </a:spcAft>
              <a:buClr>
                <a:schemeClr val="tx2"/>
              </a:buClr>
              <a:buFont typeface="Arial" panose="020B0604020202020204" pitchFamily="34" charset="0"/>
              <a:buChar char="•"/>
            </a:pPr>
            <a:r>
              <a:rPr lang="en-US" sz="1100" b="1" i="0">
                <a:solidFill>
                  <a:srgbClr val="0C2438"/>
                </a:solidFill>
                <a:effectLst/>
                <a:latin typeface="Tenorite"/>
              </a:rPr>
              <a:t>Hub-and-spoke workspaces.</a:t>
            </a:r>
            <a:r>
              <a:rPr lang="en-US" sz="1100" b="0" i="0">
                <a:solidFill>
                  <a:srgbClr val="0C2438"/>
                </a:solidFill>
                <a:effectLst/>
                <a:latin typeface="Tenorite"/>
              </a:rPr>
              <a:t> A shared platform/framework workspace plus per-geo data workspaces, </a:t>
            </a:r>
            <a:r>
              <a:rPr lang="en-US" sz="1100">
                <a:solidFill>
                  <a:srgbClr val="0C2438"/>
                </a:solidFill>
                <a:latin typeface="Tenorite"/>
              </a:rPr>
              <a:t>organized</a:t>
            </a:r>
            <a:r>
              <a:rPr lang="en-US" sz="1100" b="0" i="0">
                <a:solidFill>
                  <a:srgbClr val="0C2438"/>
                </a:solidFill>
                <a:effectLst/>
                <a:latin typeface="Tenorite"/>
              </a:rPr>
              <a:t> under Domains so ownership and policy cascade cleanly.</a:t>
            </a:r>
          </a:p>
          <a:p>
            <a:pPr marL="171450" marR="0" indent="-171450" algn="l">
              <a:spcBef>
                <a:spcPts val="200"/>
              </a:spcBef>
              <a:spcAft>
                <a:spcPts val="600"/>
              </a:spcAft>
              <a:buClr>
                <a:schemeClr val="tx2"/>
              </a:buClr>
              <a:buFont typeface="Arial" panose="020B0604020202020204" pitchFamily="34" charset="0"/>
              <a:buChar char="•"/>
            </a:pPr>
            <a:r>
              <a:rPr lang="en-US" sz="1100" b="1" i="0">
                <a:solidFill>
                  <a:srgbClr val="0C2438"/>
                </a:solidFill>
                <a:effectLst/>
                <a:latin typeface="Tenorite"/>
              </a:rPr>
              <a:t>Data residency respected.</a:t>
            </a:r>
            <a:r>
              <a:rPr lang="en-US" sz="1100" b="0" i="0">
                <a:solidFill>
                  <a:srgbClr val="0C2438"/>
                </a:solidFill>
                <a:effectLst/>
                <a:latin typeface="Tenorite"/>
              </a:rPr>
              <a:t> Region-appropriate capacities; Shortcuts avoid unnecessary data movement while keeping a single logical </a:t>
            </a:r>
            <a:r>
              <a:rPr lang="en-US" sz="1100" b="0" i="0" err="1">
                <a:solidFill>
                  <a:srgbClr val="0C2438"/>
                </a:solidFill>
                <a:effectLst/>
                <a:latin typeface="Tenorite"/>
              </a:rPr>
              <a:t>OneLake</a:t>
            </a:r>
            <a:r>
              <a:rPr lang="en-US" sz="1100" b="0" i="0">
                <a:solidFill>
                  <a:srgbClr val="0C2438"/>
                </a:solidFill>
                <a:effectLst/>
                <a:latin typeface="Tenorite"/>
              </a:rPr>
              <a:t> view.</a:t>
            </a:r>
          </a:p>
          <a:p>
            <a:pPr marL="171450" marR="0" indent="-171450" algn="l">
              <a:spcBef>
                <a:spcPts val="200"/>
              </a:spcBef>
              <a:spcAft>
                <a:spcPts val="600"/>
              </a:spcAft>
              <a:buClr>
                <a:schemeClr val="tx2"/>
              </a:buClr>
              <a:buFont typeface="Arial" panose="020B0604020202020204" pitchFamily="34" charset="0"/>
              <a:buChar char="•"/>
            </a:pPr>
            <a:r>
              <a:rPr lang="en-US" sz="1100" b="1" i="0">
                <a:solidFill>
                  <a:srgbClr val="0C2438"/>
                </a:solidFill>
                <a:effectLst/>
                <a:latin typeface="Tenorite"/>
              </a:rPr>
              <a:t>Promote, don't rebuild.</a:t>
            </a:r>
            <a:r>
              <a:rPr lang="en-US" sz="1100" b="0" i="0">
                <a:solidFill>
                  <a:srgbClr val="0C2438"/>
                </a:solidFill>
                <a:effectLst/>
                <a:latin typeface="Tenorite"/>
              </a:rPr>
              <a:t> Git integration + deployment pipelines + fabric-</a:t>
            </a:r>
            <a:r>
              <a:rPr lang="en-US" sz="1100" b="0" i="0" err="1">
                <a:solidFill>
                  <a:srgbClr val="0C2438"/>
                </a:solidFill>
                <a:effectLst/>
                <a:latin typeface="Tenorite"/>
              </a:rPr>
              <a:t>cicd</a:t>
            </a:r>
            <a:r>
              <a:rPr lang="en-US" sz="1100" b="0" i="0">
                <a:solidFill>
                  <a:srgbClr val="0C2438"/>
                </a:solidFill>
                <a:effectLst/>
                <a:latin typeface="Tenorite"/>
              </a:rPr>
              <a:t> push the same framework </a:t>
            </a:r>
            <a:r>
              <a:rPr lang="en-US" sz="1100" b="0" i="0" err="1">
                <a:solidFill>
                  <a:srgbClr val="0C2438"/>
                </a:solidFill>
                <a:effectLst/>
                <a:latin typeface="Tenorite"/>
              </a:rPr>
              <a:t>Dev→Test→Prod</a:t>
            </a:r>
            <a:r>
              <a:rPr lang="en-US" sz="1100" b="0" i="0">
                <a:solidFill>
                  <a:srgbClr val="0C2438"/>
                </a:solidFill>
                <a:effectLst/>
                <a:latin typeface="Tenorite"/>
              </a:rPr>
              <a:t> and into each geo.</a:t>
            </a:r>
          </a:p>
          <a:p>
            <a:pPr marL="171450" marR="0" indent="-171450" algn="l">
              <a:spcBef>
                <a:spcPts val="200"/>
              </a:spcBef>
              <a:spcAft>
                <a:spcPts val="600"/>
              </a:spcAft>
              <a:buClr>
                <a:schemeClr val="tx2"/>
              </a:buClr>
              <a:buFont typeface="Arial" panose="020B0604020202020204" pitchFamily="34" charset="0"/>
              <a:buChar char="•"/>
            </a:pPr>
            <a:r>
              <a:rPr lang="en-US" sz="1100" b="1" i="0">
                <a:solidFill>
                  <a:srgbClr val="0C2438"/>
                </a:solidFill>
                <a:effectLst/>
                <a:latin typeface="Tenorite" panose="00000500000000000000" pitchFamily="2" charset="0"/>
              </a:rPr>
              <a:t>Governance inherited.</a:t>
            </a:r>
            <a:r>
              <a:rPr lang="en-US" sz="1100" b="0" i="0">
                <a:solidFill>
                  <a:srgbClr val="0C2438"/>
                </a:solidFill>
                <a:effectLst/>
                <a:latin typeface="Tenorite" panose="00000500000000000000" pitchFamily="2" charset="0"/>
              </a:rPr>
              <a:t> Domain-level sensitivity, DLP and endorsement policies cascade to every geo; local overrides only where compliance demands</a:t>
            </a:r>
          </a:p>
        </p:txBody>
      </p:sp>
      <p:sp>
        <p:nvSpPr>
          <p:cNvPr id="24" name="TextBox 23">
            <a:extLst>
              <a:ext uri="{FF2B5EF4-FFF2-40B4-BE49-F238E27FC236}">
                <a16:creationId xmlns:a16="http://schemas.microsoft.com/office/drawing/2014/main" id="{1C79A752-B3E8-1F10-E700-D551E9B48683}"/>
              </a:ext>
            </a:extLst>
          </p:cNvPr>
          <p:cNvSpPr txBox="1"/>
          <p:nvPr/>
        </p:nvSpPr>
        <p:spPr>
          <a:xfrm>
            <a:off x="532598" y="5504543"/>
            <a:ext cx="5268227" cy="246221"/>
          </a:xfrm>
          <a:prstGeom prst="rect">
            <a:avLst/>
          </a:prstGeom>
          <a:noFill/>
        </p:spPr>
        <p:txBody>
          <a:bodyPr wrap="square">
            <a:spAutoFit/>
          </a:bodyPr>
          <a:lstStyle/>
          <a:p>
            <a:r>
              <a:rPr lang="en-US" sz="1000" b="1">
                <a:solidFill>
                  <a:srgbClr val="0C2438"/>
                </a:solidFill>
                <a:latin typeface="Tenorite" panose="00000500000000000000" pitchFamily="2" charset="0"/>
              </a:rPr>
              <a:t>Fig 3. </a:t>
            </a:r>
            <a:r>
              <a:rPr lang="en-US" sz="1000">
                <a:solidFill>
                  <a:srgbClr val="0C2438"/>
                </a:solidFill>
                <a:latin typeface="Tenorite" panose="00000500000000000000" pitchFamily="2" charset="0"/>
              </a:rPr>
              <a:t>One control plane feeds N geographies. New regions are configuration, not code.</a:t>
            </a:r>
          </a:p>
        </p:txBody>
      </p:sp>
      <p:sp>
        <p:nvSpPr>
          <p:cNvPr id="26" name="Rectangle: Rounded Corners 25">
            <a:extLst>
              <a:ext uri="{FF2B5EF4-FFF2-40B4-BE49-F238E27FC236}">
                <a16:creationId xmlns:a16="http://schemas.microsoft.com/office/drawing/2014/main" id="{6A6BEE15-8FDB-EE75-3E53-77456FF351B7}"/>
              </a:ext>
            </a:extLst>
          </p:cNvPr>
          <p:cNvSpPr/>
          <p:nvPr/>
        </p:nvSpPr>
        <p:spPr>
          <a:xfrm>
            <a:off x="606392" y="2371216"/>
            <a:ext cx="2560320" cy="3039634"/>
          </a:xfrm>
          <a:prstGeom prst="roundRect">
            <a:avLst>
              <a:gd name="adj" fmla="val 6517"/>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212176FF-6F84-983A-166E-A6B11C7BC392}"/>
              </a:ext>
            </a:extLst>
          </p:cNvPr>
          <p:cNvSpPr txBox="1"/>
          <p:nvPr/>
        </p:nvSpPr>
        <p:spPr>
          <a:xfrm>
            <a:off x="885724" y="2378414"/>
            <a:ext cx="2001653" cy="276999"/>
          </a:xfrm>
          <a:prstGeom prst="rect">
            <a:avLst/>
          </a:prstGeom>
          <a:noFill/>
        </p:spPr>
        <p:txBody>
          <a:bodyPr wrap="square">
            <a:spAutoFit/>
          </a:bodyPr>
          <a:lstStyle/>
          <a:p>
            <a:pPr algn="ctr"/>
            <a:r>
              <a:rPr lang="en-US" sz="1200" b="1" i="0">
                <a:solidFill>
                  <a:schemeClr val="tx2"/>
                </a:solidFill>
                <a:effectLst/>
                <a:latin typeface="Tenorite" panose="00000500000000000000" pitchFamily="2" charset="0"/>
              </a:rPr>
              <a:t>Control Plane (build once)</a:t>
            </a:r>
            <a:endParaRPr lang="en-US" sz="3200" b="1">
              <a:solidFill>
                <a:schemeClr val="tx2"/>
              </a:solidFill>
              <a:latin typeface="Tenorite" panose="00000500000000000000" pitchFamily="2" charset="0"/>
            </a:endParaRPr>
          </a:p>
        </p:txBody>
      </p:sp>
      <p:sp>
        <p:nvSpPr>
          <p:cNvPr id="30" name="TextBox 29">
            <a:extLst>
              <a:ext uri="{FF2B5EF4-FFF2-40B4-BE49-F238E27FC236}">
                <a16:creationId xmlns:a16="http://schemas.microsoft.com/office/drawing/2014/main" id="{C1BE08CC-7B3E-7590-9580-662D797E3068}"/>
              </a:ext>
            </a:extLst>
          </p:cNvPr>
          <p:cNvSpPr txBox="1"/>
          <p:nvPr/>
        </p:nvSpPr>
        <p:spPr>
          <a:xfrm>
            <a:off x="724948" y="2682372"/>
            <a:ext cx="2323207" cy="433387"/>
          </a:xfrm>
          <a:prstGeom prst="roundRect">
            <a:avLst/>
          </a:prstGeom>
          <a:solidFill>
            <a:schemeClr val="tx1"/>
          </a:solidFill>
        </p:spPr>
        <p:txBody>
          <a:bodyPr wrap="square" anchor="ctr">
            <a:spAutoFit/>
          </a:bodyPr>
          <a:lstStyle/>
          <a:p>
            <a:r>
              <a:rPr lang="en-US" sz="1100" b="1">
                <a:solidFill>
                  <a:sysClr val="windowText" lastClr="000000"/>
                </a:solidFill>
                <a:latin typeface="Tenorite" panose="00000500000000000000" pitchFamily="2" charset="0"/>
              </a:rPr>
              <a:t>Source registry</a:t>
            </a:r>
          </a:p>
          <a:p>
            <a:r>
              <a:rPr lang="en-US" sz="1100">
                <a:solidFill>
                  <a:sysClr val="windowText" lastClr="000000"/>
                </a:solidFill>
                <a:latin typeface="Tenorite" panose="00000500000000000000" pitchFamily="2" charset="0"/>
              </a:rPr>
              <a:t>system · entity · load type</a:t>
            </a:r>
          </a:p>
        </p:txBody>
      </p:sp>
      <p:sp>
        <p:nvSpPr>
          <p:cNvPr id="37" name="TextBox 36">
            <a:extLst>
              <a:ext uri="{FF2B5EF4-FFF2-40B4-BE49-F238E27FC236}">
                <a16:creationId xmlns:a16="http://schemas.microsoft.com/office/drawing/2014/main" id="{E81FA697-5045-AD79-BA0E-05DF634959FC}"/>
              </a:ext>
            </a:extLst>
          </p:cNvPr>
          <p:cNvSpPr txBox="1"/>
          <p:nvPr/>
        </p:nvSpPr>
        <p:spPr>
          <a:xfrm>
            <a:off x="724948" y="3189337"/>
            <a:ext cx="2323207" cy="433387"/>
          </a:xfrm>
          <a:prstGeom prst="roundRect">
            <a:avLst/>
          </a:prstGeom>
          <a:solidFill>
            <a:schemeClr val="tx1"/>
          </a:solidFill>
        </p:spPr>
        <p:txBody>
          <a:bodyPr wrap="square" anchor="ctr">
            <a:spAutoFit/>
          </a:bodyPr>
          <a:lstStyle/>
          <a:p>
            <a:r>
              <a:rPr lang="en-US" sz="1100" b="1">
                <a:solidFill>
                  <a:sysClr val="windowText" lastClr="000000"/>
                </a:solidFill>
                <a:latin typeface="Tenorite" panose="00000500000000000000" pitchFamily="2" charset="0"/>
              </a:rPr>
              <a:t>Mapping &amp; DQ rules</a:t>
            </a:r>
          </a:p>
          <a:p>
            <a:r>
              <a:rPr lang="en-US" sz="1100">
                <a:solidFill>
                  <a:sysClr val="windowText" lastClr="000000"/>
                </a:solidFill>
                <a:latin typeface="Tenorite" panose="00000500000000000000" pitchFamily="2" charset="0"/>
              </a:rPr>
              <a:t>target · watermark · rules</a:t>
            </a:r>
          </a:p>
        </p:txBody>
      </p:sp>
      <p:sp>
        <p:nvSpPr>
          <p:cNvPr id="39" name="TextBox 38">
            <a:extLst>
              <a:ext uri="{FF2B5EF4-FFF2-40B4-BE49-F238E27FC236}">
                <a16:creationId xmlns:a16="http://schemas.microsoft.com/office/drawing/2014/main" id="{2E651DEF-B757-8856-40E2-FF55A2EDECA8}"/>
              </a:ext>
            </a:extLst>
          </p:cNvPr>
          <p:cNvSpPr txBox="1"/>
          <p:nvPr/>
        </p:nvSpPr>
        <p:spPr>
          <a:xfrm>
            <a:off x="724948" y="3696302"/>
            <a:ext cx="2323207" cy="433387"/>
          </a:xfrm>
          <a:prstGeom prst="roundRect">
            <a:avLst/>
          </a:prstGeom>
          <a:solidFill>
            <a:schemeClr val="tx1"/>
          </a:solidFill>
        </p:spPr>
        <p:txBody>
          <a:bodyPr wrap="square" anchor="ctr">
            <a:spAutoFit/>
          </a:bodyPr>
          <a:lstStyle/>
          <a:p>
            <a:r>
              <a:rPr lang="en-US" sz="1100" b="1">
                <a:solidFill>
                  <a:sysClr val="windowText" lastClr="000000"/>
                </a:solidFill>
                <a:latin typeface="Tenorite" panose="00000500000000000000" pitchFamily="2" charset="0"/>
              </a:rPr>
              <a:t>Geo / tenant params</a:t>
            </a:r>
          </a:p>
          <a:p>
            <a:r>
              <a:rPr lang="en-US" sz="1100">
                <a:solidFill>
                  <a:sysClr val="windowText" lastClr="000000"/>
                </a:solidFill>
                <a:latin typeface="Tenorite" panose="00000500000000000000" pitchFamily="2" charset="0"/>
              </a:rPr>
              <a:t>region · residency · schedule</a:t>
            </a:r>
          </a:p>
        </p:txBody>
      </p:sp>
      <p:sp>
        <p:nvSpPr>
          <p:cNvPr id="41" name="TextBox 40">
            <a:extLst>
              <a:ext uri="{FF2B5EF4-FFF2-40B4-BE49-F238E27FC236}">
                <a16:creationId xmlns:a16="http://schemas.microsoft.com/office/drawing/2014/main" id="{FACF5B46-1E89-B4ED-4BBE-008219630DD8}"/>
              </a:ext>
            </a:extLst>
          </p:cNvPr>
          <p:cNvSpPr txBox="1"/>
          <p:nvPr/>
        </p:nvSpPr>
        <p:spPr>
          <a:xfrm>
            <a:off x="724948" y="4181598"/>
            <a:ext cx="2323207" cy="476726"/>
          </a:xfrm>
          <a:prstGeom prst="roundRect">
            <a:avLst/>
          </a:prstGeom>
          <a:solidFill>
            <a:schemeClr val="tx1"/>
          </a:solidFill>
          <a:ln>
            <a:solidFill>
              <a:schemeClr val="tx2"/>
            </a:solidFill>
          </a:ln>
        </p:spPr>
        <p:txBody>
          <a:bodyPr wrap="square" lIns="91440" tIns="45720" rIns="91440" bIns="45720" anchor="ctr">
            <a:spAutoFit/>
          </a:bodyPr>
          <a:lstStyle/>
          <a:p>
            <a:r>
              <a:rPr lang="en-US" sz="1100" b="1">
                <a:solidFill>
                  <a:sysClr val="windowText" lastClr="000000"/>
                </a:solidFill>
                <a:latin typeface="Tenorite" panose="00000500000000000000" pitchFamily="2" charset="0"/>
              </a:rPr>
              <a:t>Generic pipelines</a:t>
            </a:r>
          </a:p>
          <a:p>
            <a:r>
              <a:rPr lang="en-US" sz="1100">
                <a:solidFill>
                  <a:schemeClr val="tx2"/>
                </a:solidFill>
                <a:latin typeface="Tenorite"/>
              </a:rPr>
              <a:t>parameterized · config-driven</a:t>
            </a:r>
          </a:p>
        </p:txBody>
      </p:sp>
      <p:sp>
        <p:nvSpPr>
          <p:cNvPr id="43" name="TextBox 42">
            <a:extLst>
              <a:ext uri="{FF2B5EF4-FFF2-40B4-BE49-F238E27FC236}">
                <a16:creationId xmlns:a16="http://schemas.microsoft.com/office/drawing/2014/main" id="{BBD3624C-3036-F298-F55D-5A26E1BEFCEC}"/>
              </a:ext>
            </a:extLst>
          </p:cNvPr>
          <p:cNvSpPr txBox="1"/>
          <p:nvPr/>
        </p:nvSpPr>
        <p:spPr>
          <a:xfrm>
            <a:off x="724948" y="4710230"/>
            <a:ext cx="2323207" cy="433387"/>
          </a:xfrm>
          <a:prstGeom prst="roundRect">
            <a:avLst/>
          </a:prstGeom>
          <a:solidFill>
            <a:schemeClr val="tx1"/>
          </a:solidFill>
          <a:ln>
            <a:solidFill>
              <a:schemeClr val="tx2"/>
            </a:solidFill>
          </a:ln>
        </p:spPr>
        <p:txBody>
          <a:bodyPr wrap="square" anchor="ctr">
            <a:spAutoFit/>
          </a:bodyPr>
          <a:lstStyle/>
          <a:p>
            <a:r>
              <a:rPr lang="en-US" sz="1100" b="1" err="1">
                <a:solidFill>
                  <a:sysClr val="windowText" lastClr="000000"/>
                </a:solidFill>
                <a:latin typeface="Tenorite" panose="00000500000000000000" pitchFamily="2" charset="0"/>
              </a:rPr>
              <a:t>Parameterised</a:t>
            </a:r>
            <a:r>
              <a:rPr lang="en-US" sz="1100" b="1">
                <a:solidFill>
                  <a:sysClr val="windowText" lastClr="000000"/>
                </a:solidFill>
                <a:latin typeface="Tenorite" panose="00000500000000000000" pitchFamily="2" charset="0"/>
              </a:rPr>
              <a:t> notebooks</a:t>
            </a:r>
          </a:p>
          <a:p>
            <a:r>
              <a:rPr lang="en-US" sz="1100">
                <a:solidFill>
                  <a:schemeClr val="tx2"/>
                </a:solidFill>
                <a:latin typeface="Tenorite" panose="00000500000000000000" pitchFamily="2" charset="0"/>
              </a:rPr>
              <a:t>one codebase · all geos</a:t>
            </a:r>
          </a:p>
        </p:txBody>
      </p:sp>
      <p:sp>
        <p:nvSpPr>
          <p:cNvPr id="45" name="TextBox 44">
            <a:extLst>
              <a:ext uri="{FF2B5EF4-FFF2-40B4-BE49-F238E27FC236}">
                <a16:creationId xmlns:a16="http://schemas.microsoft.com/office/drawing/2014/main" id="{6CDF10E5-F95A-2A6D-B13A-0238D6DE5397}"/>
              </a:ext>
            </a:extLst>
          </p:cNvPr>
          <p:cNvSpPr txBox="1"/>
          <p:nvPr/>
        </p:nvSpPr>
        <p:spPr>
          <a:xfrm>
            <a:off x="665670" y="5154391"/>
            <a:ext cx="2441764" cy="215444"/>
          </a:xfrm>
          <a:prstGeom prst="rect">
            <a:avLst/>
          </a:prstGeom>
          <a:noFill/>
        </p:spPr>
        <p:txBody>
          <a:bodyPr wrap="square">
            <a:spAutoFit/>
          </a:bodyPr>
          <a:lstStyle/>
          <a:p>
            <a:pPr algn="ctr"/>
            <a:r>
              <a:rPr lang="en-US" sz="800" b="0" i="0">
                <a:effectLst/>
                <a:latin typeface="Tenorite" panose="00000500000000000000" pitchFamily="2" charset="0"/>
              </a:rPr>
              <a:t>Variable Libraries · fabric-</a:t>
            </a:r>
            <a:r>
              <a:rPr lang="en-US" sz="800" b="0" i="0" err="1">
                <a:effectLst/>
                <a:latin typeface="Tenorite" panose="00000500000000000000" pitchFamily="2" charset="0"/>
              </a:rPr>
              <a:t>cicd</a:t>
            </a:r>
            <a:r>
              <a:rPr lang="en-US" sz="800" b="0" i="0">
                <a:effectLst/>
                <a:latin typeface="Tenorite" panose="00000500000000000000" pitchFamily="2" charset="0"/>
              </a:rPr>
              <a:t> · Git</a:t>
            </a:r>
            <a:endParaRPr lang="en-US" sz="1600">
              <a:latin typeface="Tenorite" panose="00000500000000000000" pitchFamily="2" charset="0"/>
            </a:endParaRPr>
          </a:p>
        </p:txBody>
      </p:sp>
      <p:sp>
        <p:nvSpPr>
          <p:cNvPr id="47" name="TextBox 46">
            <a:extLst>
              <a:ext uri="{FF2B5EF4-FFF2-40B4-BE49-F238E27FC236}">
                <a16:creationId xmlns:a16="http://schemas.microsoft.com/office/drawing/2014/main" id="{585A1374-39A6-0163-6ADC-E3CFADA5EF4E}"/>
              </a:ext>
            </a:extLst>
          </p:cNvPr>
          <p:cNvSpPr txBox="1"/>
          <p:nvPr/>
        </p:nvSpPr>
        <p:spPr>
          <a:xfrm>
            <a:off x="3827445" y="2848036"/>
            <a:ext cx="1802330" cy="476726"/>
          </a:xfrm>
          <a:prstGeom prst="roundRect">
            <a:avLst/>
          </a:prstGeom>
          <a:solidFill>
            <a:schemeClr val="tx1"/>
          </a:solidFill>
          <a:ln w="12700">
            <a:solidFill>
              <a:schemeClr val="tx2"/>
            </a:solidFill>
          </a:ln>
        </p:spPr>
        <p:txBody>
          <a:bodyPr wrap="square" anchor="ctr">
            <a:spAutoFit/>
          </a:bodyPr>
          <a:lstStyle/>
          <a:p>
            <a:r>
              <a:rPr lang="en-US" sz="1100" b="1">
                <a:solidFill>
                  <a:sysClr val="windowText" lastClr="000000"/>
                </a:solidFill>
                <a:latin typeface="Tenorite" panose="00000500000000000000" pitchFamily="2" charset="0"/>
              </a:rPr>
              <a:t>Geo · EMEA</a:t>
            </a:r>
          </a:p>
          <a:p>
            <a:r>
              <a:rPr lang="en-US" sz="1100">
                <a:solidFill>
                  <a:sysClr val="windowText" lastClr="000000"/>
                </a:solidFill>
                <a:latin typeface="Tenorite" panose="00000500000000000000" pitchFamily="2" charset="0"/>
              </a:rPr>
              <a:t>config only · ~days</a:t>
            </a:r>
          </a:p>
        </p:txBody>
      </p:sp>
      <p:sp>
        <p:nvSpPr>
          <p:cNvPr id="49" name="TextBox 48">
            <a:extLst>
              <a:ext uri="{FF2B5EF4-FFF2-40B4-BE49-F238E27FC236}">
                <a16:creationId xmlns:a16="http://schemas.microsoft.com/office/drawing/2014/main" id="{C8C70617-AB2B-A943-76AE-BAEFA2F28E37}"/>
              </a:ext>
            </a:extLst>
          </p:cNvPr>
          <p:cNvSpPr txBox="1"/>
          <p:nvPr/>
        </p:nvSpPr>
        <p:spPr>
          <a:xfrm>
            <a:off x="3827445" y="3652670"/>
            <a:ext cx="1802330" cy="476726"/>
          </a:xfrm>
          <a:prstGeom prst="roundRect">
            <a:avLst/>
          </a:prstGeom>
          <a:solidFill>
            <a:schemeClr val="tx1"/>
          </a:solidFill>
          <a:ln w="12700">
            <a:solidFill>
              <a:schemeClr val="tx2"/>
            </a:solidFill>
          </a:ln>
        </p:spPr>
        <p:txBody>
          <a:bodyPr wrap="square" anchor="ctr">
            <a:spAutoFit/>
          </a:bodyPr>
          <a:lstStyle/>
          <a:p>
            <a:r>
              <a:rPr lang="en-US" sz="1100" b="1">
                <a:solidFill>
                  <a:sysClr val="windowText" lastClr="000000"/>
                </a:solidFill>
                <a:latin typeface="Tenorite" panose="00000500000000000000" pitchFamily="2" charset="0"/>
              </a:rPr>
              <a:t>Geo · AMER</a:t>
            </a:r>
          </a:p>
          <a:p>
            <a:r>
              <a:rPr lang="en-US" sz="1100">
                <a:solidFill>
                  <a:sysClr val="windowText" lastClr="000000"/>
                </a:solidFill>
                <a:latin typeface="Tenorite" panose="00000500000000000000" pitchFamily="2" charset="0"/>
              </a:rPr>
              <a:t>config only · ~days</a:t>
            </a:r>
          </a:p>
        </p:txBody>
      </p:sp>
      <p:sp>
        <p:nvSpPr>
          <p:cNvPr id="51" name="TextBox 50">
            <a:extLst>
              <a:ext uri="{FF2B5EF4-FFF2-40B4-BE49-F238E27FC236}">
                <a16:creationId xmlns:a16="http://schemas.microsoft.com/office/drawing/2014/main" id="{2240E2CE-9526-851F-63DC-DCBF9AB66648}"/>
              </a:ext>
            </a:extLst>
          </p:cNvPr>
          <p:cNvSpPr txBox="1"/>
          <p:nvPr/>
        </p:nvSpPr>
        <p:spPr>
          <a:xfrm>
            <a:off x="3827445" y="4437085"/>
            <a:ext cx="1802330" cy="476726"/>
          </a:xfrm>
          <a:prstGeom prst="roundRect">
            <a:avLst/>
          </a:prstGeom>
          <a:solidFill>
            <a:schemeClr val="tx1"/>
          </a:solidFill>
          <a:ln w="12700">
            <a:solidFill>
              <a:schemeClr val="tx2"/>
            </a:solidFill>
          </a:ln>
        </p:spPr>
        <p:txBody>
          <a:bodyPr wrap="square" anchor="ctr">
            <a:spAutoFit/>
          </a:bodyPr>
          <a:lstStyle/>
          <a:p>
            <a:r>
              <a:rPr lang="en-US" sz="1100" b="1">
                <a:solidFill>
                  <a:sysClr val="windowText" lastClr="000000"/>
                </a:solidFill>
                <a:latin typeface="Tenorite" panose="00000500000000000000" pitchFamily="2" charset="0"/>
              </a:rPr>
              <a:t>Geo · APAC</a:t>
            </a:r>
          </a:p>
          <a:p>
            <a:r>
              <a:rPr lang="en-US" sz="1100">
                <a:solidFill>
                  <a:sysClr val="windowText" lastClr="000000"/>
                </a:solidFill>
                <a:latin typeface="Tenorite" panose="00000500000000000000" pitchFamily="2" charset="0"/>
              </a:rPr>
              <a:t>config only · ~days</a:t>
            </a:r>
          </a:p>
        </p:txBody>
      </p:sp>
      <p:cxnSp>
        <p:nvCxnSpPr>
          <p:cNvPr id="53" name="Connector: Curved 52">
            <a:extLst>
              <a:ext uri="{FF2B5EF4-FFF2-40B4-BE49-F238E27FC236}">
                <a16:creationId xmlns:a16="http://schemas.microsoft.com/office/drawing/2014/main" id="{7D7AD9A5-9DE6-F711-4F70-FAE7744A9CFC}"/>
              </a:ext>
            </a:extLst>
          </p:cNvPr>
          <p:cNvCxnSpPr>
            <a:cxnSpLocks/>
            <a:endCxn id="47" idx="1"/>
          </p:cNvCxnSpPr>
          <p:nvPr/>
        </p:nvCxnSpPr>
        <p:spPr>
          <a:xfrm flipV="1">
            <a:off x="3163302" y="3086399"/>
            <a:ext cx="664143" cy="179239"/>
          </a:xfrm>
          <a:prstGeom prst="curvedConnector3">
            <a:avLst/>
          </a:prstGeom>
          <a:ln w="12700">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57" name="Connector: Curved 56">
            <a:extLst>
              <a:ext uri="{FF2B5EF4-FFF2-40B4-BE49-F238E27FC236}">
                <a16:creationId xmlns:a16="http://schemas.microsoft.com/office/drawing/2014/main" id="{C3557839-9DB5-968F-31E8-A193EF845C53}"/>
              </a:ext>
            </a:extLst>
          </p:cNvPr>
          <p:cNvCxnSpPr>
            <a:cxnSpLocks/>
            <a:endCxn id="51" idx="1"/>
          </p:cNvCxnSpPr>
          <p:nvPr/>
        </p:nvCxnSpPr>
        <p:spPr>
          <a:xfrm>
            <a:off x="3166711" y="4401021"/>
            <a:ext cx="660734" cy="274427"/>
          </a:xfrm>
          <a:prstGeom prst="curvedConnector3">
            <a:avLst/>
          </a:prstGeom>
          <a:ln w="12700">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61" name="Rectangle: Rounded Corners 60">
            <a:extLst>
              <a:ext uri="{FF2B5EF4-FFF2-40B4-BE49-F238E27FC236}">
                <a16:creationId xmlns:a16="http://schemas.microsoft.com/office/drawing/2014/main" id="{190D7012-77D5-1C79-3D97-76942CE72E17}"/>
              </a:ext>
            </a:extLst>
          </p:cNvPr>
          <p:cNvSpPr/>
          <p:nvPr/>
        </p:nvSpPr>
        <p:spPr>
          <a:xfrm>
            <a:off x="400050" y="6006564"/>
            <a:ext cx="11410950" cy="470436"/>
          </a:xfrm>
          <a:prstGeom prst="roundRect">
            <a:avLst/>
          </a:prstGeom>
          <a:solidFill>
            <a:schemeClr val="bg2"/>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t"/>
            <a:r>
              <a:rPr lang="en-US" sz="1000" b="1">
                <a:solidFill>
                  <a:schemeClr val="tx2"/>
                </a:solidFill>
                <a:latin typeface="Tenorite" panose="00000500000000000000" pitchFamily="2" charset="0"/>
              </a:rPr>
              <a:t>Economic effect. </a:t>
            </a:r>
            <a:r>
              <a:rPr lang="en-US" sz="1000">
                <a:solidFill>
                  <a:schemeClr val="tx2"/>
                </a:solidFill>
                <a:latin typeface="Tenorite" panose="00000500000000000000" pitchFamily="2" charset="0"/>
              </a:rPr>
              <a:t>The first geography carries the framework build cost. Each subsequent geography onboards at a fraction of that — typically days of configuration and validation rather than a full rebuild — which is why multi-geo scope belongs in Complex but does not scale linearly with region count.</a:t>
            </a:r>
            <a:endParaRPr lang="en-IN" sz="1000">
              <a:solidFill>
                <a:schemeClr val="tx2"/>
              </a:solidFill>
              <a:latin typeface="Tenorite" panose="00000500000000000000" pitchFamily="2" charset="0"/>
            </a:endParaRPr>
          </a:p>
        </p:txBody>
      </p:sp>
      <p:cxnSp>
        <p:nvCxnSpPr>
          <p:cNvPr id="9" name="Straight Arrow Connector 8">
            <a:extLst>
              <a:ext uri="{FF2B5EF4-FFF2-40B4-BE49-F238E27FC236}">
                <a16:creationId xmlns:a16="http://schemas.microsoft.com/office/drawing/2014/main" id="{5CA77115-6032-27DA-6924-3C8A26CCF1A3}"/>
              </a:ext>
            </a:extLst>
          </p:cNvPr>
          <p:cNvCxnSpPr>
            <a:cxnSpLocks/>
            <a:stCxn id="26" idx="3"/>
            <a:endCxn id="49" idx="1"/>
          </p:cNvCxnSpPr>
          <p:nvPr/>
        </p:nvCxnSpPr>
        <p:spPr>
          <a:xfrm>
            <a:off x="3166712" y="3891033"/>
            <a:ext cx="660733" cy="0"/>
          </a:xfrm>
          <a:prstGeom prst="straightConnector1">
            <a:avLst/>
          </a:prstGeom>
          <a:ln w="12700">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46" name="Slide Number Placeholder 5">
            <a:extLst>
              <a:ext uri="{FF2B5EF4-FFF2-40B4-BE49-F238E27FC236}">
                <a16:creationId xmlns:a16="http://schemas.microsoft.com/office/drawing/2014/main" id="{E76AF00F-0C94-E211-C5F7-6CA47219B710}"/>
              </a:ext>
            </a:extLst>
          </p:cNvPr>
          <p:cNvSpPr>
            <a:spLocks noGrp="1"/>
          </p:cNvSpPr>
          <p:nvPr>
            <p:ph type="sldNum" sz="quarter" idx="4"/>
          </p:nvPr>
        </p:nvSpPr>
        <p:spPr>
          <a:xfrm>
            <a:off x="9067800" y="6538580"/>
            <a:ext cx="2743200" cy="174958"/>
          </a:xfrm>
          <a:prstGeom prst="rect">
            <a:avLst/>
          </a:prstGeom>
        </p:spPr>
        <p:txBody>
          <a:bodyPr vert="horz" lIns="91440" tIns="45720" rIns="0" bIns="45720" rtlCol="0" anchor="ctr"/>
          <a:lstStyle>
            <a:lvl1pPr algn="r">
              <a:defRPr sz="700" b="0" i="0">
                <a:solidFill>
                  <a:schemeClr val="accent4"/>
                </a:solidFill>
                <a:latin typeface="Tenorite" panose="00000500000000000000" pitchFamily="2" charset="0"/>
              </a:defRPr>
            </a:lvl1pPr>
          </a:lstStyle>
          <a:p>
            <a:fld id="{330EA680-D336-4FF7-8B7A-9848BB0A1C32}" type="slidenum">
              <a:rPr lang="en-US" smtClean="0"/>
              <a:pPr/>
              <a:t>6</a:t>
            </a:fld>
            <a:endParaRPr lang="en-US"/>
          </a:p>
        </p:txBody>
      </p:sp>
      <p:sp>
        <p:nvSpPr>
          <p:cNvPr id="48" name="Date Placeholder 3">
            <a:extLst>
              <a:ext uri="{FF2B5EF4-FFF2-40B4-BE49-F238E27FC236}">
                <a16:creationId xmlns:a16="http://schemas.microsoft.com/office/drawing/2014/main" id="{79552DDC-4667-B7C3-DE0B-037DB360710E}"/>
              </a:ext>
            </a:extLst>
          </p:cNvPr>
          <p:cNvSpPr>
            <a:spLocks noGrp="1"/>
          </p:cNvSpPr>
          <p:nvPr>
            <p:ph type="dt" sz="half" idx="2"/>
          </p:nvPr>
        </p:nvSpPr>
        <p:spPr>
          <a:xfrm>
            <a:off x="930274" y="6538580"/>
            <a:ext cx="2670175" cy="174958"/>
          </a:xfrm>
          <a:prstGeom prst="rect">
            <a:avLst/>
          </a:prstGeom>
        </p:spPr>
        <p:txBody>
          <a:bodyPr vert="horz" lIns="0" tIns="45720" rIns="91440" bIns="45720" rtlCol="0" anchor="ctr"/>
          <a:lstStyle>
            <a:lvl1pPr algn="l">
              <a:defRPr sz="700" b="0" i="0">
                <a:solidFill>
                  <a:schemeClr val="accent4"/>
                </a:solidFill>
                <a:latin typeface="Tenorite" panose="00000500000000000000" pitchFamily="2" charset="0"/>
              </a:defRPr>
            </a:lvl1pPr>
          </a:lstStyle>
          <a:p>
            <a:r>
              <a:rPr lang="en-US"/>
              <a:t>© SYREN CLOUD INC – 2026 – ALL RIGHTS RESERVED</a:t>
            </a:r>
            <a:endParaRPr lang="en-US" sz="700"/>
          </a:p>
        </p:txBody>
      </p:sp>
    </p:spTree>
    <p:extLst>
      <p:ext uri="{BB962C8B-B14F-4D97-AF65-F5344CB8AC3E}">
        <p14:creationId xmlns:p14="http://schemas.microsoft.com/office/powerpoint/2010/main" val="31338601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Top Corners Rounded 32">
            <a:extLst>
              <a:ext uri="{FF2B5EF4-FFF2-40B4-BE49-F238E27FC236}">
                <a16:creationId xmlns:a16="http://schemas.microsoft.com/office/drawing/2014/main" id="{3BE0B097-67C1-43E9-1F54-8D4F6FD70278}"/>
              </a:ext>
            </a:extLst>
          </p:cNvPr>
          <p:cNvSpPr/>
          <p:nvPr/>
        </p:nvSpPr>
        <p:spPr>
          <a:xfrm rot="10800000">
            <a:off x="4247298" y="2888910"/>
            <a:ext cx="3694176" cy="2980335"/>
          </a:xfrm>
          <a:prstGeom prst="round2SameRect">
            <a:avLst>
              <a:gd name="adj1" fmla="val 4734"/>
              <a:gd name="adj2" fmla="val 0"/>
            </a:avLst>
          </a:prstGeom>
          <a:solidFill>
            <a:schemeClr val="tx1"/>
          </a:solidFill>
          <a:ln>
            <a:noFill/>
          </a:ln>
          <a:effectLst>
            <a:outerShdw blurRad="190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Rectangle: Top Corners Rounded 33">
            <a:extLst>
              <a:ext uri="{FF2B5EF4-FFF2-40B4-BE49-F238E27FC236}">
                <a16:creationId xmlns:a16="http://schemas.microsoft.com/office/drawing/2014/main" id="{D8828FC1-5EEC-DD0D-47C5-94A489AD4F0D}"/>
              </a:ext>
            </a:extLst>
          </p:cNvPr>
          <p:cNvSpPr/>
          <p:nvPr/>
        </p:nvSpPr>
        <p:spPr>
          <a:xfrm rot="10800000">
            <a:off x="8111766" y="2888910"/>
            <a:ext cx="3694176" cy="2980335"/>
          </a:xfrm>
          <a:prstGeom prst="round2SameRect">
            <a:avLst>
              <a:gd name="adj1" fmla="val 4734"/>
              <a:gd name="adj2" fmla="val 0"/>
            </a:avLst>
          </a:prstGeom>
          <a:solidFill>
            <a:schemeClr val="tx1"/>
          </a:solidFill>
          <a:ln>
            <a:noFill/>
          </a:ln>
          <a:effectLst>
            <a:outerShdw blurRad="190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Top Corners Rounded 24">
            <a:extLst>
              <a:ext uri="{FF2B5EF4-FFF2-40B4-BE49-F238E27FC236}">
                <a16:creationId xmlns:a16="http://schemas.microsoft.com/office/drawing/2014/main" id="{59C0E3E6-B443-2045-96F1-4DEF2D8D3AF8}"/>
              </a:ext>
            </a:extLst>
          </p:cNvPr>
          <p:cNvSpPr/>
          <p:nvPr/>
        </p:nvSpPr>
        <p:spPr>
          <a:xfrm rot="10800000">
            <a:off x="380999" y="2888910"/>
            <a:ext cx="3694176" cy="2980335"/>
          </a:xfrm>
          <a:prstGeom prst="round2SameRect">
            <a:avLst>
              <a:gd name="adj1" fmla="val 4734"/>
              <a:gd name="adj2" fmla="val 0"/>
            </a:avLst>
          </a:prstGeom>
          <a:solidFill>
            <a:schemeClr val="tx1"/>
          </a:solidFill>
          <a:ln>
            <a:noFill/>
          </a:ln>
          <a:effectLst>
            <a:outerShdw blurRad="190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B5EECD87-498D-0EB7-356B-1E819CD5A34A}"/>
              </a:ext>
            </a:extLst>
          </p:cNvPr>
          <p:cNvSpPr>
            <a:spLocks noGrp="1"/>
          </p:cNvSpPr>
          <p:nvPr>
            <p:ph type="title"/>
          </p:nvPr>
        </p:nvSpPr>
        <p:spPr>
          <a:xfrm>
            <a:off x="381000" y="317499"/>
            <a:ext cx="11468100" cy="498598"/>
          </a:xfrm>
        </p:spPr>
        <p:txBody>
          <a:bodyPr/>
          <a:lstStyle/>
          <a:p>
            <a:r>
              <a:rPr lang="en-US"/>
              <a:t>What each size costs in time and people</a:t>
            </a:r>
            <a:endParaRPr lang="en-IN"/>
          </a:p>
        </p:txBody>
      </p:sp>
      <p:sp>
        <p:nvSpPr>
          <p:cNvPr id="12" name="TextBox 11">
            <a:extLst>
              <a:ext uri="{FF2B5EF4-FFF2-40B4-BE49-F238E27FC236}">
                <a16:creationId xmlns:a16="http://schemas.microsoft.com/office/drawing/2014/main" id="{D54E51C9-B3EA-A18C-2239-A556172498C1}"/>
              </a:ext>
            </a:extLst>
          </p:cNvPr>
          <p:cNvSpPr txBox="1"/>
          <p:nvPr/>
        </p:nvSpPr>
        <p:spPr>
          <a:xfrm>
            <a:off x="381000" y="1023128"/>
            <a:ext cx="11430000" cy="430887"/>
          </a:xfrm>
          <a:prstGeom prst="rect">
            <a:avLst/>
          </a:prstGeom>
          <a:noFill/>
        </p:spPr>
        <p:txBody>
          <a:bodyPr wrap="square" lIns="0" tIns="0" rIns="0" bIns="0">
            <a:spAutoFit/>
          </a:bodyPr>
          <a:lstStyle/>
          <a:p>
            <a:pPr marL="0" marR="0" indent="0">
              <a:buNone/>
            </a:pPr>
            <a:r>
              <a:rPr lang="en-US" sz="1400" b="1" i="0">
                <a:solidFill>
                  <a:schemeClr val="bg1"/>
                </a:solidFill>
                <a:effectLst/>
                <a:latin typeface="Tenorite" panose="00000500000000000000" pitchFamily="2" charset="0"/>
              </a:rPr>
              <a:t>Figures below are indicative planning estimates drawn from typical Fabric engagements and assume the readiness conditions in §07. Timelines are elapsed calendar duration with the team working in parallel workstreams.</a:t>
            </a:r>
          </a:p>
        </p:txBody>
      </p:sp>
      <p:sp>
        <p:nvSpPr>
          <p:cNvPr id="14" name="Rectangle: Top Corners Rounded 13">
            <a:extLst>
              <a:ext uri="{FF2B5EF4-FFF2-40B4-BE49-F238E27FC236}">
                <a16:creationId xmlns:a16="http://schemas.microsoft.com/office/drawing/2014/main" id="{0AD30476-BFC0-0AFA-3D9F-4ECAE56E161D}"/>
              </a:ext>
            </a:extLst>
          </p:cNvPr>
          <p:cNvSpPr/>
          <p:nvPr/>
        </p:nvSpPr>
        <p:spPr>
          <a:xfrm>
            <a:off x="381000" y="1889888"/>
            <a:ext cx="3693411" cy="1113904"/>
          </a:xfrm>
          <a:prstGeom prst="round2SameRect">
            <a:avLst/>
          </a:prstGeom>
          <a:solidFill>
            <a:schemeClr val="tx2"/>
          </a:solidFill>
          <a:ln>
            <a:noFill/>
          </a:ln>
          <a:effectLst>
            <a:outerShdw blurRad="1270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74320" rtlCol="0" anchor="ctr"/>
          <a:lstStyle/>
          <a:p>
            <a:pPr>
              <a:spcAft>
                <a:spcPts val="600"/>
              </a:spcAft>
            </a:pPr>
            <a:r>
              <a:rPr lang="en-US" b="1">
                <a:latin typeface="Tenorite" panose="00000500000000000000" pitchFamily="2" charset="0"/>
              </a:rPr>
              <a:t>Simple</a:t>
            </a:r>
          </a:p>
          <a:p>
            <a:pPr>
              <a:spcAft>
                <a:spcPts val="600"/>
              </a:spcAft>
            </a:pPr>
            <a:r>
              <a:rPr lang="en-US" sz="1200">
                <a:latin typeface="Tenorite" panose="00000500000000000000" pitchFamily="2" charset="0"/>
              </a:rPr>
              <a:t>Departmental / single-domain </a:t>
            </a:r>
            <a:r>
              <a:rPr lang="en-US" sz="1200" err="1">
                <a:latin typeface="Tenorite" panose="00000500000000000000" pitchFamily="2" charset="0"/>
              </a:rPr>
              <a:t>lakehouse</a:t>
            </a:r>
            <a:endParaRPr lang="en-US" sz="1200">
              <a:latin typeface="Tenorite" panose="00000500000000000000" pitchFamily="2" charset="0"/>
            </a:endParaRPr>
          </a:p>
        </p:txBody>
      </p:sp>
      <p:sp>
        <p:nvSpPr>
          <p:cNvPr id="16" name="Rectangle: Top Corners Rounded 15">
            <a:extLst>
              <a:ext uri="{FF2B5EF4-FFF2-40B4-BE49-F238E27FC236}">
                <a16:creationId xmlns:a16="http://schemas.microsoft.com/office/drawing/2014/main" id="{8BBE4649-8365-026F-6DCD-9607C001662B}"/>
              </a:ext>
            </a:extLst>
          </p:cNvPr>
          <p:cNvSpPr/>
          <p:nvPr/>
        </p:nvSpPr>
        <p:spPr>
          <a:xfrm>
            <a:off x="4247297" y="1889888"/>
            <a:ext cx="3693411" cy="1113904"/>
          </a:xfrm>
          <a:prstGeom prst="round2SameRect">
            <a:avLst/>
          </a:prstGeom>
          <a:solidFill>
            <a:schemeClr val="tx2">
              <a:lumMod val="60000"/>
              <a:lumOff val="40000"/>
            </a:schemeClr>
          </a:solidFill>
          <a:ln>
            <a:noFill/>
          </a:ln>
          <a:effectLst>
            <a:outerShdw blurRad="1270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74320" rtlCol="0" anchor="ctr"/>
          <a:lstStyle/>
          <a:p>
            <a:pPr>
              <a:spcAft>
                <a:spcPts val="600"/>
              </a:spcAft>
            </a:pPr>
            <a:r>
              <a:rPr lang="en-US" b="1">
                <a:solidFill>
                  <a:schemeClr val="bg1"/>
                </a:solidFill>
                <a:latin typeface="Tenorite" panose="00000500000000000000" pitchFamily="2" charset="0"/>
              </a:rPr>
              <a:t>Medium</a:t>
            </a:r>
          </a:p>
          <a:p>
            <a:pPr>
              <a:spcAft>
                <a:spcPts val="600"/>
              </a:spcAft>
            </a:pPr>
            <a:r>
              <a:rPr lang="en-US" sz="1200">
                <a:solidFill>
                  <a:schemeClr val="bg1"/>
                </a:solidFill>
                <a:latin typeface="Tenorite" panose="00000500000000000000" pitchFamily="2" charset="0"/>
              </a:rPr>
              <a:t>Cross-functional enterprise platform</a:t>
            </a:r>
          </a:p>
        </p:txBody>
      </p:sp>
      <p:sp>
        <p:nvSpPr>
          <p:cNvPr id="18" name="Rectangle: Top Corners Rounded 17">
            <a:extLst>
              <a:ext uri="{FF2B5EF4-FFF2-40B4-BE49-F238E27FC236}">
                <a16:creationId xmlns:a16="http://schemas.microsoft.com/office/drawing/2014/main" id="{C09813CB-92EB-C432-3FD8-59850DB8F8DF}"/>
              </a:ext>
            </a:extLst>
          </p:cNvPr>
          <p:cNvSpPr/>
          <p:nvPr/>
        </p:nvSpPr>
        <p:spPr>
          <a:xfrm>
            <a:off x="8117589" y="1889888"/>
            <a:ext cx="3693411" cy="1113904"/>
          </a:xfrm>
          <a:prstGeom prst="round2SameRect">
            <a:avLst/>
          </a:prstGeom>
          <a:solidFill>
            <a:schemeClr val="tx2">
              <a:lumMod val="40000"/>
              <a:lumOff val="60000"/>
            </a:schemeClr>
          </a:solidFill>
          <a:ln>
            <a:noFill/>
          </a:ln>
          <a:effectLst>
            <a:outerShdw blurRad="1270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74320" rtlCol="0" anchor="ctr"/>
          <a:lstStyle/>
          <a:p>
            <a:pPr>
              <a:spcAft>
                <a:spcPts val="600"/>
              </a:spcAft>
            </a:pPr>
            <a:r>
              <a:rPr lang="en-US" b="1">
                <a:solidFill>
                  <a:schemeClr val="bg1"/>
                </a:solidFill>
                <a:latin typeface="Tenorite" panose="00000500000000000000" pitchFamily="2" charset="0"/>
              </a:rPr>
              <a:t>Complex</a:t>
            </a:r>
          </a:p>
          <a:p>
            <a:pPr>
              <a:spcAft>
                <a:spcPts val="600"/>
              </a:spcAft>
            </a:pPr>
            <a:r>
              <a:rPr lang="en-US" sz="1200">
                <a:solidFill>
                  <a:schemeClr val="bg1"/>
                </a:solidFill>
                <a:latin typeface="Tenorite" panose="00000500000000000000" pitchFamily="2" charset="0"/>
              </a:rPr>
              <a:t>Multi-geo, streaming, governed estate</a:t>
            </a:r>
          </a:p>
        </p:txBody>
      </p:sp>
      <p:sp>
        <p:nvSpPr>
          <p:cNvPr id="21" name="Rectangle 20">
            <a:extLst>
              <a:ext uri="{FF2B5EF4-FFF2-40B4-BE49-F238E27FC236}">
                <a16:creationId xmlns:a16="http://schemas.microsoft.com/office/drawing/2014/main" id="{1F5CC447-0A3E-32F5-467F-C4EC6D732873}"/>
              </a:ext>
            </a:extLst>
          </p:cNvPr>
          <p:cNvSpPr/>
          <p:nvPr/>
        </p:nvSpPr>
        <p:spPr>
          <a:xfrm>
            <a:off x="530618" y="1980983"/>
            <a:ext cx="1267335" cy="2616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rtlCol="0" anchor="ctr">
            <a:spAutoFit/>
          </a:bodyPr>
          <a:lstStyle/>
          <a:p>
            <a:r>
              <a:rPr lang="en-IN" sz="1100">
                <a:solidFill>
                  <a:schemeClr val="tx1"/>
                </a:solidFill>
                <a:latin typeface="Tenorite" panose="00000500000000000000" pitchFamily="2" charset="0"/>
              </a:rPr>
              <a:t>T-shirt · Bronze tier</a:t>
            </a:r>
          </a:p>
        </p:txBody>
      </p:sp>
      <p:sp>
        <p:nvSpPr>
          <p:cNvPr id="22" name="Rectangle 21">
            <a:extLst>
              <a:ext uri="{FF2B5EF4-FFF2-40B4-BE49-F238E27FC236}">
                <a16:creationId xmlns:a16="http://schemas.microsoft.com/office/drawing/2014/main" id="{8CB3BF85-EA6A-068A-9467-BF904AA86BD7}"/>
              </a:ext>
            </a:extLst>
          </p:cNvPr>
          <p:cNvSpPr/>
          <p:nvPr/>
        </p:nvSpPr>
        <p:spPr>
          <a:xfrm>
            <a:off x="4385068" y="1980983"/>
            <a:ext cx="1187184" cy="2616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rtlCol="0" anchor="ctr">
            <a:spAutoFit/>
          </a:bodyPr>
          <a:lstStyle/>
          <a:p>
            <a:r>
              <a:rPr lang="en-IN" sz="1100">
                <a:solidFill>
                  <a:schemeClr val="bg1"/>
                </a:solidFill>
                <a:latin typeface="Tenorite" panose="00000500000000000000" pitchFamily="2" charset="0"/>
              </a:rPr>
              <a:t>T-shirt · Sliver tier</a:t>
            </a:r>
          </a:p>
        </p:txBody>
      </p:sp>
      <p:sp>
        <p:nvSpPr>
          <p:cNvPr id="23" name="Rectangle 22">
            <a:extLst>
              <a:ext uri="{FF2B5EF4-FFF2-40B4-BE49-F238E27FC236}">
                <a16:creationId xmlns:a16="http://schemas.microsoft.com/office/drawing/2014/main" id="{E8D358D1-D8B7-1A9F-E58A-0E8E69ED8AA9}"/>
              </a:ext>
            </a:extLst>
          </p:cNvPr>
          <p:cNvSpPr/>
          <p:nvPr/>
        </p:nvSpPr>
        <p:spPr>
          <a:xfrm>
            <a:off x="8237402" y="1980983"/>
            <a:ext cx="1135888" cy="2616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rtlCol="0" anchor="ctr">
            <a:spAutoFit/>
          </a:bodyPr>
          <a:lstStyle/>
          <a:p>
            <a:r>
              <a:rPr lang="en-IN" sz="1100">
                <a:solidFill>
                  <a:schemeClr val="bg1"/>
                </a:solidFill>
                <a:latin typeface="Tenorite" panose="00000500000000000000" pitchFamily="2" charset="0"/>
              </a:rPr>
              <a:t>T-shirt · Gold tier</a:t>
            </a:r>
          </a:p>
        </p:txBody>
      </p:sp>
      <p:graphicFrame>
        <p:nvGraphicFramePr>
          <p:cNvPr id="32" name="Table 31">
            <a:extLst>
              <a:ext uri="{FF2B5EF4-FFF2-40B4-BE49-F238E27FC236}">
                <a16:creationId xmlns:a16="http://schemas.microsoft.com/office/drawing/2014/main" id="{3C48A413-E454-F8BB-8FBC-2BF4D7C80A3C}"/>
              </a:ext>
            </a:extLst>
          </p:cNvPr>
          <p:cNvGraphicFramePr>
            <a:graphicFrameLocks noGrp="1"/>
          </p:cNvGraphicFramePr>
          <p:nvPr>
            <p:extLst>
              <p:ext uri="{D42A27DB-BD31-4B8C-83A1-F6EECF244321}">
                <p14:modId xmlns:p14="http://schemas.microsoft.com/office/powerpoint/2010/main" val="2136629986"/>
              </p:ext>
            </p:extLst>
          </p:nvPr>
        </p:nvGraphicFramePr>
        <p:xfrm>
          <a:off x="556645" y="3241619"/>
          <a:ext cx="3342882" cy="2072640"/>
        </p:xfrm>
        <a:graphic>
          <a:graphicData uri="http://schemas.openxmlformats.org/drawingml/2006/table">
            <a:tbl>
              <a:tblPr firstRow="1" bandRow="1">
                <a:tableStyleId>{5C22544A-7EE6-4342-B048-85BDC9FD1C3A}</a:tableStyleId>
              </a:tblPr>
              <a:tblGrid>
                <a:gridCol w="1671441">
                  <a:extLst>
                    <a:ext uri="{9D8B030D-6E8A-4147-A177-3AD203B41FA5}">
                      <a16:colId xmlns:a16="http://schemas.microsoft.com/office/drawing/2014/main" val="2164475052"/>
                    </a:ext>
                  </a:extLst>
                </a:gridCol>
                <a:gridCol w="1671441">
                  <a:extLst>
                    <a:ext uri="{9D8B030D-6E8A-4147-A177-3AD203B41FA5}">
                      <a16:colId xmlns:a16="http://schemas.microsoft.com/office/drawing/2014/main" val="1773037994"/>
                    </a:ext>
                  </a:extLst>
                </a:gridCol>
              </a:tblGrid>
              <a:tr h="370840">
                <a:tc>
                  <a:txBody>
                    <a:bodyPr/>
                    <a:lstStyle/>
                    <a:p>
                      <a:r>
                        <a:rPr lang="en-IN" sz="1400" b="0">
                          <a:solidFill>
                            <a:schemeClr val="bg1"/>
                          </a:solidFill>
                          <a:latin typeface="Tenorite" panose="00000500000000000000" pitchFamily="2" charset="0"/>
                        </a:rPr>
                        <a:t>Elapsed timeline</a:t>
                      </a:r>
                    </a:p>
                  </a:txBody>
                  <a:tcPr anchor="ctr">
                    <a:lnB w="12700" cap="flat" cmpd="sng" algn="ctr">
                      <a:solidFill>
                        <a:schemeClr val="bg2">
                          <a:lumMod val="90000"/>
                        </a:schemeClr>
                      </a:solidFill>
                      <a:prstDash val="sysDash"/>
                      <a:round/>
                      <a:headEnd type="none" w="med" len="med"/>
                      <a:tailEnd type="none" w="med" len="med"/>
                    </a:lnB>
                    <a:noFill/>
                  </a:tcPr>
                </a:tc>
                <a:tc>
                  <a:txBody>
                    <a:bodyPr/>
                    <a:lstStyle/>
                    <a:p>
                      <a:pPr marL="0" algn="r" defTabSz="914400" rtl="0" eaLnBrk="1" latinLnBrk="0" hangingPunct="1"/>
                      <a:r>
                        <a:rPr lang="en-IN" sz="1400" b="1" kern="1200">
                          <a:solidFill>
                            <a:schemeClr val="bg1"/>
                          </a:solidFill>
                          <a:latin typeface="Tenorite" panose="00000500000000000000" pitchFamily="2" charset="0"/>
                          <a:ea typeface="+mn-ea"/>
                          <a:cs typeface="+mn-cs"/>
                        </a:rPr>
                        <a:t>6 – 8 </a:t>
                      </a:r>
                      <a:r>
                        <a:rPr lang="en-IN" sz="1400" b="1" kern="1200" err="1">
                          <a:solidFill>
                            <a:schemeClr val="bg1"/>
                          </a:solidFill>
                          <a:latin typeface="Tenorite" panose="00000500000000000000" pitchFamily="2" charset="0"/>
                          <a:ea typeface="+mn-ea"/>
                          <a:cs typeface="+mn-cs"/>
                        </a:rPr>
                        <a:t>wks</a:t>
                      </a:r>
                      <a:endParaRPr lang="en-IN" sz="1400" b="1" kern="1200">
                        <a:solidFill>
                          <a:schemeClr val="bg1"/>
                        </a:solidFill>
                        <a:latin typeface="Tenorite" panose="00000500000000000000" pitchFamily="2" charset="0"/>
                        <a:ea typeface="+mn-ea"/>
                        <a:cs typeface="+mn-cs"/>
                      </a:endParaRPr>
                    </a:p>
                    <a:p>
                      <a:pPr marL="0" algn="r" defTabSz="914400" rtl="0" eaLnBrk="1" latinLnBrk="0" hangingPunct="1"/>
                      <a:r>
                        <a:rPr lang="en-IN" sz="1400" b="0" kern="1200">
                          <a:solidFill>
                            <a:schemeClr val="bg1"/>
                          </a:solidFill>
                          <a:latin typeface="Tenorite" panose="00000500000000000000" pitchFamily="2" charset="0"/>
                          <a:ea typeface="+mn-ea"/>
                          <a:cs typeface="+mn-cs"/>
                        </a:rPr>
                        <a:t>~1.5 – 2 months</a:t>
                      </a:r>
                    </a:p>
                  </a:txBody>
                  <a:tcPr anchor="ctr">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3822078053"/>
                  </a:ext>
                </a:extLst>
              </a:tr>
              <a:tr h="370840">
                <a:tc>
                  <a:txBody>
                    <a:bodyPr/>
                    <a:lstStyle/>
                    <a:p>
                      <a:r>
                        <a:rPr lang="en-IN" sz="1400" b="0">
                          <a:solidFill>
                            <a:schemeClr val="bg1"/>
                          </a:solidFill>
                          <a:latin typeface="Tenorite" panose="00000500000000000000" pitchFamily="2" charset="0"/>
                        </a:rPr>
                        <a:t>Team size</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tc>
                  <a:txBody>
                    <a:bodyPr/>
                    <a:lstStyle/>
                    <a:p>
                      <a:pPr marL="0" algn="r" defTabSz="914400" rtl="0" eaLnBrk="1" latinLnBrk="0" hangingPunct="1"/>
                      <a:r>
                        <a:rPr lang="en-IN" sz="1400" b="1" kern="1200">
                          <a:solidFill>
                            <a:schemeClr val="bg1"/>
                          </a:solidFill>
                          <a:latin typeface="Tenorite" panose="00000500000000000000" pitchFamily="2" charset="0"/>
                          <a:ea typeface="+mn-ea"/>
                          <a:cs typeface="+mn-cs"/>
                        </a:rPr>
                        <a:t>3 – 4</a:t>
                      </a:r>
                    </a:p>
                    <a:p>
                      <a:pPr algn="r"/>
                      <a:r>
                        <a:rPr lang="en-IN" sz="1400" b="0">
                          <a:solidFill>
                            <a:schemeClr val="bg1"/>
                          </a:solidFill>
                          <a:latin typeface="Tenorite" panose="00000500000000000000" pitchFamily="2" charset="0"/>
                        </a:rPr>
                        <a:t>peak FTE</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1193697693"/>
                  </a:ext>
                </a:extLst>
              </a:tr>
              <a:tr h="370840">
                <a:tc>
                  <a:txBody>
                    <a:bodyPr/>
                    <a:lstStyle/>
                    <a:p>
                      <a:r>
                        <a:rPr lang="en-IN" sz="1400" b="0">
                          <a:solidFill>
                            <a:schemeClr val="bg1"/>
                          </a:solidFill>
                          <a:latin typeface="Tenorite" panose="00000500000000000000" pitchFamily="2" charset="0"/>
                        </a:rPr>
                        <a:t>Total effort</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tc>
                  <a:txBody>
                    <a:bodyPr/>
                    <a:lstStyle/>
                    <a:p>
                      <a:pPr marL="0" algn="r" defTabSz="914400" rtl="0" eaLnBrk="1" latinLnBrk="0" hangingPunct="1"/>
                      <a:r>
                        <a:rPr lang="en-IN" sz="1400" b="1" kern="1200">
                          <a:solidFill>
                            <a:schemeClr val="bg1"/>
                          </a:solidFill>
                          <a:latin typeface="Tenorite" panose="00000500000000000000" pitchFamily="2" charset="0"/>
                          <a:ea typeface="+mn-ea"/>
                          <a:cs typeface="+mn-cs"/>
                        </a:rPr>
                        <a:t>~5 – 7</a:t>
                      </a:r>
                    </a:p>
                    <a:p>
                      <a:pPr algn="r"/>
                      <a:r>
                        <a:rPr lang="en-IN" sz="1400">
                          <a:latin typeface="Tenorite" panose="00000500000000000000" pitchFamily="2" charset="0"/>
                        </a:rPr>
                        <a:t>person-months</a:t>
                      </a:r>
                      <a:endParaRPr lang="en-IN" sz="1400" b="0">
                        <a:solidFill>
                          <a:schemeClr val="bg1"/>
                        </a:solidFill>
                        <a:latin typeface="Tenorite" panose="00000500000000000000" pitchFamily="2" charset="0"/>
                      </a:endParaRP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1176396766"/>
                  </a:ext>
                </a:extLst>
              </a:tr>
              <a:tr h="370840">
                <a:tc>
                  <a:txBody>
                    <a:bodyPr/>
                    <a:lstStyle/>
                    <a:p>
                      <a:pPr marL="0" algn="l" defTabSz="914400" rtl="0" eaLnBrk="1" latinLnBrk="0" hangingPunct="1"/>
                      <a:r>
                        <a:rPr lang="en-IN" sz="1400" b="0" kern="1200">
                          <a:solidFill>
                            <a:schemeClr val="bg1"/>
                          </a:solidFill>
                          <a:latin typeface="Tenorite" panose="00000500000000000000" pitchFamily="2" charset="0"/>
                          <a:ea typeface="+mn-ea"/>
                          <a:cs typeface="+mn-cs"/>
                        </a:rPr>
                        <a:t>Delivery shape</a:t>
                      </a:r>
                    </a:p>
                  </a:txBody>
                  <a:tcPr anchor="ctr">
                    <a:lnT w="12700" cap="flat" cmpd="sng" algn="ctr">
                      <a:solidFill>
                        <a:schemeClr val="bg2">
                          <a:lumMod val="90000"/>
                        </a:schemeClr>
                      </a:solidFill>
                      <a:prstDash val="sysDash"/>
                      <a:round/>
                      <a:headEnd type="none" w="med" len="med"/>
                      <a:tailEnd type="none" w="med" len="med"/>
                    </a:lnT>
                    <a:noFill/>
                  </a:tcPr>
                </a:tc>
                <a:tc>
                  <a:txBody>
                    <a:bodyPr/>
                    <a:lstStyle/>
                    <a:p>
                      <a:pPr algn="r"/>
                      <a:r>
                        <a:rPr lang="en-IN" sz="1400" b="1">
                          <a:solidFill>
                            <a:schemeClr val="bg1"/>
                          </a:solidFill>
                          <a:latin typeface="Tenorite" panose="00000500000000000000" pitchFamily="2" charset="0"/>
                        </a:rPr>
                        <a:t>1 pod</a:t>
                      </a:r>
                    </a:p>
                    <a:p>
                      <a:pPr algn="r"/>
                      <a:r>
                        <a:rPr lang="en-IN" sz="1400" b="0">
                          <a:solidFill>
                            <a:schemeClr val="bg1"/>
                          </a:solidFill>
                          <a:latin typeface="Tenorite" panose="00000500000000000000" pitchFamily="2" charset="0"/>
                        </a:rPr>
                        <a:t>single squad</a:t>
                      </a:r>
                    </a:p>
                  </a:txBody>
                  <a:tcPr anchor="ctr">
                    <a:lnT w="12700" cap="flat" cmpd="sng" algn="ctr">
                      <a:solidFill>
                        <a:schemeClr val="bg2">
                          <a:lumMod val="90000"/>
                        </a:schemeClr>
                      </a:solidFill>
                      <a:prstDash val="sysDash"/>
                      <a:round/>
                      <a:headEnd type="none" w="med" len="med"/>
                      <a:tailEnd type="none" w="med" len="med"/>
                    </a:lnT>
                    <a:noFill/>
                  </a:tcPr>
                </a:tc>
                <a:extLst>
                  <a:ext uri="{0D108BD9-81ED-4DB2-BD59-A6C34878D82A}">
                    <a16:rowId xmlns:a16="http://schemas.microsoft.com/office/drawing/2014/main" val="1614076391"/>
                  </a:ext>
                </a:extLst>
              </a:tr>
            </a:tbl>
          </a:graphicData>
        </a:graphic>
      </p:graphicFrame>
      <p:graphicFrame>
        <p:nvGraphicFramePr>
          <p:cNvPr id="35" name="Table 34">
            <a:extLst>
              <a:ext uri="{FF2B5EF4-FFF2-40B4-BE49-F238E27FC236}">
                <a16:creationId xmlns:a16="http://schemas.microsoft.com/office/drawing/2014/main" id="{0DDFF0BF-0C0A-08D3-D99F-1C6DDB19F0CD}"/>
              </a:ext>
            </a:extLst>
          </p:cNvPr>
          <p:cNvGraphicFramePr>
            <a:graphicFrameLocks noGrp="1"/>
          </p:cNvGraphicFramePr>
          <p:nvPr>
            <p:extLst>
              <p:ext uri="{D42A27DB-BD31-4B8C-83A1-F6EECF244321}">
                <p14:modId xmlns:p14="http://schemas.microsoft.com/office/powerpoint/2010/main" val="2880905732"/>
              </p:ext>
            </p:extLst>
          </p:nvPr>
        </p:nvGraphicFramePr>
        <p:xfrm>
          <a:off x="4422944" y="3241619"/>
          <a:ext cx="3342882" cy="2072640"/>
        </p:xfrm>
        <a:graphic>
          <a:graphicData uri="http://schemas.openxmlformats.org/drawingml/2006/table">
            <a:tbl>
              <a:tblPr firstRow="1" bandRow="1">
                <a:tableStyleId>{5C22544A-7EE6-4342-B048-85BDC9FD1C3A}</a:tableStyleId>
              </a:tblPr>
              <a:tblGrid>
                <a:gridCol w="1671441">
                  <a:extLst>
                    <a:ext uri="{9D8B030D-6E8A-4147-A177-3AD203B41FA5}">
                      <a16:colId xmlns:a16="http://schemas.microsoft.com/office/drawing/2014/main" val="2164475052"/>
                    </a:ext>
                  </a:extLst>
                </a:gridCol>
                <a:gridCol w="1671441">
                  <a:extLst>
                    <a:ext uri="{9D8B030D-6E8A-4147-A177-3AD203B41FA5}">
                      <a16:colId xmlns:a16="http://schemas.microsoft.com/office/drawing/2014/main" val="1773037994"/>
                    </a:ext>
                  </a:extLst>
                </a:gridCol>
              </a:tblGrid>
              <a:tr h="370840">
                <a:tc>
                  <a:txBody>
                    <a:bodyPr/>
                    <a:lstStyle/>
                    <a:p>
                      <a:r>
                        <a:rPr lang="en-IN" sz="1400" b="0">
                          <a:solidFill>
                            <a:schemeClr val="bg1"/>
                          </a:solidFill>
                          <a:latin typeface="Tenorite" panose="00000500000000000000" pitchFamily="2" charset="0"/>
                        </a:rPr>
                        <a:t>Elapsed timeline</a:t>
                      </a:r>
                    </a:p>
                  </a:txBody>
                  <a:tcPr anchor="ctr">
                    <a:lnB w="12700" cap="flat" cmpd="sng" algn="ctr">
                      <a:solidFill>
                        <a:schemeClr val="bg2">
                          <a:lumMod val="90000"/>
                        </a:schemeClr>
                      </a:solidFill>
                      <a:prstDash val="sysDash"/>
                      <a:round/>
                      <a:headEnd type="none" w="med" len="med"/>
                      <a:tailEnd type="none" w="med" len="med"/>
                    </a:lnB>
                    <a:noFill/>
                  </a:tcPr>
                </a:tc>
                <a:tc>
                  <a:txBody>
                    <a:bodyPr/>
                    <a:lstStyle/>
                    <a:p>
                      <a:pPr marL="0" algn="r" defTabSz="914400" rtl="0" eaLnBrk="1" latinLnBrk="0" hangingPunct="1"/>
                      <a:r>
                        <a:rPr lang="en-US" sz="1400" b="1" kern="1200">
                          <a:solidFill>
                            <a:schemeClr val="bg1"/>
                          </a:solidFill>
                          <a:latin typeface="Tenorite" panose="00000500000000000000" pitchFamily="2" charset="0"/>
                          <a:ea typeface="+mn-ea"/>
                          <a:cs typeface="+mn-cs"/>
                        </a:rPr>
                        <a:t>10 – 16 </a:t>
                      </a:r>
                      <a:r>
                        <a:rPr lang="en-US" sz="1400" b="1" kern="1200" err="1">
                          <a:solidFill>
                            <a:schemeClr val="bg1"/>
                          </a:solidFill>
                          <a:latin typeface="Tenorite" panose="00000500000000000000" pitchFamily="2" charset="0"/>
                          <a:ea typeface="+mn-ea"/>
                          <a:cs typeface="+mn-cs"/>
                        </a:rPr>
                        <a:t>wks</a:t>
                      </a:r>
                      <a:endParaRPr lang="en-US" sz="1400" b="1" kern="1200">
                        <a:solidFill>
                          <a:schemeClr val="bg1"/>
                        </a:solidFill>
                        <a:latin typeface="Tenorite" panose="00000500000000000000" pitchFamily="2" charset="0"/>
                        <a:ea typeface="+mn-ea"/>
                        <a:cs typeface="+mn-cs"/>
                      </a:endParaRPr>
                    </a:p>
                    <a:p>
                      <a:pPr marL="0" algn="r" defTabSz="914400" rtl="0" eaLnBrk="1" latinLnBrk="0" hangingPunct="1"/>
                      <a:r>
                        <a:rPr lang="en-US" sz="1400" b="0" kern="1200">
                          <a:solidFill>
                            <a:schemeClr val="bg1"/>
                          </a:solidFill>
                          <a:latin typeface="Tenorite" panose="00000500000000000000" pitchFamily="2" charset="0"/>
                          <a:ea typeface="+mn-ea"/>
                          <a:cs typeface="+mn-cs"/>
                        </a:rPr>
                        <a:t>~2.5 – 4 months</a:t>
                      </a:r>
                      <a:endParaRPr lang="en-IN" sz="1400" b="0" kern="1200">
                        <a:solidFill>
                          <a:schemeClr val="bg1"/>
                        </a:solidFill>
                        <a:latin typeface="Tenorite" panose="00000500000000000000" pitchFamily="2" charset="0"/>
                        <a:ea typeface="+mn-ea"/>
                        <a:cs typeface="+mn-cs"/>
                      </a:endParaRPr>
                    </a:p>
                  </a:txBody>
                  <a:tcPr anchor="ctr">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3822078053"/>
                  </a:ext>
                </a:extLst>
              </a:tr>
              <a:tr h="370840">
                <a:tc>
                  <a:txBody>
                    <a:bodyPr/>
                    <a:lstStyle/>
                    <a:p>
                      <a:r>
                        <a:rPr lang="en-IN" sz="1400" b="0">
                          <a:solidFill>
                            <a:schemeClr val="bg1"/>
                          </a:solidFill>
                          <a:latin typeface="Tenorite" panose="00000500000000000000" pitchFamily="2" charset="0"/>
                        </a:rPr>
                        <a:t>Team size</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tc>
                  <a:txBody>
                    <a:bodyPr/>
                    <a:lstStyle/>
                    <a:p>
                      <a:pPr marL="0" algn="r" defTabSz="914400" rtl="0" eaLnBrk="1" latinLnBrk="0" hangingPunct="1"/>
                      <a:r>
                        <a:rPr lang="en-IN" sz="1400" b="1" kern="1200">
                          <a:solidFill>
                            <a:schemeClr val="bg1"/>
                          </a:solidFill>
                          <a:latin typeface="Tenorite" panose="00000500000000000000" pitchFamily="2" charset="0"/>
                          <a:ea typeface="+mn-ea"/>
                          <a:cs typeface="+mn-cs"/>
                        </a:rPr>
                        <a:t>5 – 8</a:t>
                      </a:r>
                    </a:p>
                    <a:p>
                      <a:pPr marL="0" algn="r" defTabSz="914400" rtl="0" eaLnBrk="1" latinLnBrk="0" hangingPunct="1"/>
                      <a:r>
                        <a:rPr lang="en-IN" sz="1400" b="0" kern="1200">
                          <a:solidFill>
                            <a:schemeClr val="bg1"/>
                          </a:solidFill>
                          <a:latin typeface="Tenorite" panose="00000500000000000000" pitchFamily="2" charset="0"/>
                          <a:ea typeface="+mn-ea"/>
                          <a:cs typeface="+mn-cs"/>
                        </a:rPr>
                        <a:t>peak FTE</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1193697693"/>
                  </a:ext>
                </a:extLst>
              </a:tr>
              <a:tr h="370840">
                <a:tc>
                  <a:txBody>
                    <a:bodyPr/>
                    <a:lstStyle/>
                    <a:p>
                      <a:r>
                        <a:rPr lang="en-IN" sz="1400" b="0">
                          <a:solidFill>
                            <a:schemeClr val="bg1"/>
                          </a:solidFill>
                          <a:latin typeface="Tenorite" panose="00000500000000000000" pitchFamily="2" charset="0"/>
                        </a:rPr>
                        <a:t>Total effort</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tc>
                  <a:txBody>
                    <a:bodyPr/>
                    <a:lstStyle/>
                    <a:p>
                      <a:pPr marL="0" algn="r" defTabSz="914400" rtl="0" eaLnBrk="1" latinLnBrk="0" hangingPunct="1"/>
                      <a:r>
                        <a:rPr lang="en-IN" sz="1400" b="1" kern="1200">
                          <a:solidFill>
                            <a:schemeClr val="bg1"/>
                          </a:solidFill>
                          <a:latin typeface="Tenorite" panose="00000500000000000000" pitchFamily="2" charset="0"/>
                          <a:ea typeface="+mn-ea"/>
                          <a:cs typeface="+mn-cs"/>
                        </a:rPr>
                        <a:t>~15 – 23</a:t>
                      </a:r>
                    </a:p>
                    <a:p>
                      <a:pPr algn="r"/>
                      <a:r>
                        <a:rPr lang="en-IN" sz="1400">
                          <a:latin typeface="Tenorite" panose="00000500000000000000" pitchFamily="2" charset="0"/>
                        </a:rPr>
                        <a:t>person-months</a:t>
                      </a:r>
                      <a:endParaRPr lang="en-IN" sz="1400" b="0">
                        <a:solidFill>
                          <a:schemeClr val="bg1"/>
                        </a:solidFill>
                        <a:latin typeface="Tenorite" panose="00000500000000000000" pitchFamily="2" charset="0"/>
                      </a:endParaRP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1176396766"/>
                  </a:ext>
                </a:extLst>
              </a:tr>
              <a:tr h="370840">
                <a:tc>
                  <a:txBody>
                    <a:bodyPr/>
                    <a:lstStyle/>
                    <a:p>
                      <a:pPr marL="0" algn="l" defTabSz="914400" rtl="0" eaLnBrk="1" latinLnBrk="0" hangingPunct="1"/>
                      <a:r>
                        <a:rPr lang="en-IN" sz="1400" b="0" kern="1200">
                          <a:solidFill>
                            <a:schemeClr val="bg1"/>
                          </a:solidFill>
                          <a:latin typeface="Tenorite" panose="00000500000000000000" pitchFamily="2" charset="0"/>
                          <a:ea typeface="+mn-ea"/>
                          <a:cs typeface="+mn-cs"/>
                        </a:rPr>
                        <a:t>Delivery shape</a:t>
                      </a:r>
                    </a:p>
                  </a:txBody>
                  <a:tcPr anchor="ctr">
                    <a:lnT w="12700" cap="flat" cmpd="sng" algn="ctr">
                      <a:solidFill>
                        <a:schemeClr val="bg2">
                          <a:lumMod val="90000"/>
                        </a:schemeClr>
                      </a:solidFill>
                      <a:prstDash val="sysDash"/>
                      <a:round/>
                      <a:headEnd type="none" w="med" len="med"/>
                      <a:tailEnd type="none" w="med" len="med"/>
                    </a:lnT>
                    <a:noFill/>
                  </a:tcPr>
                </a:tc>
                <a:tc>
                  <a:txBody>
                    <a:bodyPr/>
                    <a:lstStyle/>
                    <a:p>
                      <a:pPr algn="r"/>
                      <a:r>
                        <a:rPr lang="en-IN" sz="1400" b="1">
                          <a:solidFill>
                            <a:schemeClr val="bg1"/>
                          </a:solidFill>
                          <a:latin typeface="Tenorite" panose="00000500000000000000" pitchFamily="2" charset="0"/>
                        </a:rPr>
                        <a:t>1 – 2 pod</a:t>
                      </a:r>
                    </a:p>
                    <a:p>
                      <a:pPr algn="r"/>
                      <a:r>
                        <a:rPr lang="en-IN" sz="1400" b="0">
                          <a:solidFill>
                            <a:schemeClr val="bg1"/>
                          </a:solidFill>
                          <a:latin typeface="Tenorite" panose="00000500000000000000" pitchFamily="2" charset="0"/>
                        </a:rPr>
                        <a:t>parallel streams</a:t>
                      </a:r>
                    </a:p>
                  </a:txBody>
                  <a:tcPr anchor="ctr">
                    <a:lnT w="12700" cap="flat" cmpd="sng" algn="ctr">
                      <a:solidFill>
                        <a:schemeClr val="bg2">
                          <a:lumMod val="90000"/>
                        </a:schemeClr>
                      </a:solidFill>
                      <a:prstDash val="sysDash"/>
                      <a:round/>
                      <a:headEnd type="none" w="med" len="med"/>
                      <a:tailEnd type="none" w="med" len="med"/>
                    </a:lnT>
                    <a:noFill/>
                  </a:tcPr>
                </a:tc>
                <a:extLst>
                  <a:ext uri="{0D108BD9-81ED-4DB2-BD59-A6C34878D82A}">
                    <a16:rowId xmlns:a16="http://schemas.microsoft.com/office/drawing/2014/main" val="1614076391"/>
                  </a:ext>
                </a:extLst>
              </a:tr>
            </a:tbl>
          </a:graphicData>
        </a:graphic>
      </p:graphicFrame>
      <p:graphicFrame>
        <p:nvGraphicFramePr>
          <p:cNvPr id="36" name="Table 35">
            <a:extLst>
              <a:ext uri="{FF2B5EF4-FFF2-40B4-BE49-F238E27FC236}">
                <a16:creationId xmlns:a16="http://schemas.microsoft.com/office/drawing/2014/main" id="{86F379F3-5918-032E-CAC0-1342853CFEB1}"/>
              </a:ext>
            </a:extLst>
          </p:cNvPr>
          <p:cNvGraphicFramePr>
            <a:graphicFrameLocks noGrp="1"/>
          </p:cNvGraphicFramePr>
          <p:nvPr>
            <p:extLst>
              <p:ext uri="{D42A27DB-BD31-4B8C-83A1-F6EECF244321}">
                <p14:modId xmlns:p14="http://schemas.microsoft.com/office/powerpoint/2010/main" val="3511323480"/>
              </p:ext>
            </p:extLst>
          </p:nvPr>
        </p:nvGraphicFramePr>
        <p:xfrm>
          <a:off x="8287413" y="3241619"/>
          <a:ext cx="3342882" cy="2072640"/>
        </p:xfrm>
        <a:graphic>
          <a:graphicData uri="http://schemas.openxmlformats.org/drawingml/2006/table">
            <a:tbl>
              <a:tblPr firstRow="1" bandRow="1">
                <a:tableStyleId>{5C22544A-7EE6-4342-B048-85BDC9FD1C3A}</a:tableStyleId>
              </a:tblPr>
              <a:tblGrid>
                <a:gridCol w="1671441">
                  <a:extLst>
                    <a:ext uri="{9D8B030D-6E8A-4147-A177-3AD203B41FA5}">
                      <a16:colId xmlns:a16="http://schemas.microsoft.com/office/drawing/2014/main" val="2164475052"/>
                    </a:ext>
                  </a:extLst>
                </a:gridCol>
                <a:gridCol w="1671441">
                  <a:extLst>
                    <a:ext uri="{9D8B030D-6E8A-4147-A177-3AD203B41FA5}">
                      <a16:colId xmlns:a16="http://schemas.microsoft.com/office/drawing/2014/main" val="1773037994"/>
                    </a:ext>
                  </a:extLst>
                </a:gridCol>
              </a:tblGrid>
              <a:tr h="370840">
                <a:tc>
                  <a:txBody>
                    <a:bodyPr/>
                    <a:lstStyle/>
                    <a:p>
                      <a:r>
                        <a:rPr lang="en-IN" sz="1400" b="0">
                          <a:solidFill>
                            <a:schemeClr val="bg1"/>
                          </a:solidFill>
                          <a:latin typeface="Tenorite" panose="00000500000000000000" pitchFamily="2" charset="0"/>
                        </a:rPr>
                        <a:t>Elapsed timeline</a:t>
                      </a:r>
                    </a:p>
                  </a:txBody>
                  <a:tcPr anchor="ctr">
                    <a:lnB w="12700" cap="flat" cmpd="sng" algn="ctr">
                      <a:solidFill>
                        <a:schemeClr val="bg2">
                          <a:lumMod val="90000"/>
                        </a:schemeClr>
                      </a:solidFill>
                      <a:prstDash val="sysDash"/>
                      <a:round/>
                      <a:headEnd type="none" w="med" len="med"/>
                      <a:tailEnd type="none" w="med" len="med"/>
                    </a:lnB>
                    <a:noFill/>
                  </a:tcPr>
                </a:tc>
                <a:tc>
                  <a:txBody>
                    <a:bodyPr/>
                    <a:lstStyle/>
                    <a:p>
                      <a:pPr marL="0" algn="r" defTabSz="914400" rtl="0" eaLnBrk="1" latinLnBrk="0" hangingPunct="1"/>
                      <a:r>
                        <a:rPr lang="en-IN" sz="1400" b="1" kern="1200">
                          <a:solidFill>
                            <a:schemeClr val="bg1"/>
                          </a:solidFill>
                          <a:latin typeface="Tenorite" panose="00000500000000000000" pitchFamily="2" charset="0"/>
                          <a:ea typeface="+mn-ea"/>
                          <a:cs typeface="+mn-cs"/>
                        </a:rPr>
                        <a:t>5 – 9 </a:t>
                      </a:r>
                      <a:r>
                        <a:rPr lang="en-IN" sz="1400" b="1" kern="1200" err="1">
                          <a:solidFill>
                            <a:schemeClr val="bg1"/>
                          </a:solidFill>
                          <a:latin typeface="Tenorite" panose="00000500000000000000" pitchFamily="2" charset="0"/>
                          <a:ea typeface="+mn-ea"/>
                          <a:cs typeface="+mn-cs"/>
                        </a:rPr>
                        <a:t>mo</a:t>
                      </a:r>
                      <a:endParaRPr lang="en-IN" sz="1400" b="1" kern="1200">
                        <a:solidFill>
                          <a:schemeClr val="bg1"/>
                        </a:solidFill>
                        <a:latin typeface="Tenorite" panose="00000500000000000000" pitchFamily="2" charset="0"/>
                        <a:ea typeface="+mn-ea"/>
                        <a:cs typeface="+mn-cs"/>
                      </a:endParaRPr>
                    </a:p>
                    <a:p>
                      <a:pPr marL="0" algn="r" defTabSz="914400" rtl="0" eaLnBrk="1" latinLnBrk="0" hangingPunct="1"/>
                      <a:r>
                        <a:rPr lang="en-IN" sz="1400" b="0" kern="1200">
                          <a:solidFill>
                            <a:schemeClr val="bg1"/>
                          </a:solidFill>
                          <a:latin typeface="Tenorite" panose="00000500000000000000" pitchFamily="2" charset="0"/>
                          <a:ea typeface="+mn-ea"/>
                          <a:cs typeface="+mn-cs"/>
                        </a:rPr>
                        <a:t>~20 – 36 </a:t>
                      </a:r>
                      <a:r>
                        <a:rPr lang="en-IN" sz="1400" b="0" kern="1200" err="1">
                          <a:solidFill>
                            <a:schemeClr val="bg1"/>
                          </a:solidFill>
                          <a:latin typeface="Tenorite" panose="00000500000000000000" pitchFamily="2" charset="0"/>
                          <a:ea typeface="+mn-ea"/>
                          <a:cs typeface="+mn-cs"/>
                        </a:rPr>
                        <a:t>wks</a:t>
                      </a:r>
                      <a:endParaRPr lang="en-IN" sz="1400" b="0" kern="1200">
                        <a:solidFill>
                          <a:schemeClr val="bg1"/>
                        </a:solidFill>
                        <a:latin typeface="Tenorite" panose="00000500000000000000" pitchFamily="2" charset="0"/>
                        <a:ea typeface="+mn-ea"/>
                        <a:cs typeface="+mn-cs"/>
                      </a:endParaRPr>
                    </a:p>
                  </a:txBody>
                  <a:tcPr anchor="ctr">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3822078053"/>
                  </a:ext>
                </a:extLst>
              </a:tr>
              <a:tr h="370840">
                <a:tc>
                  <a:txBody>
                    <a:bodyPr/>
                    <a:lstStyle/>
                    <a:p>
                      <a:r>
                        <a:rPr lang="en-IN" sz="1400" b="0">
                          <a:solidFill>
                            <a:schemeClr val="bg1"/>
                          </a:solidFill>
                          <a:latin typeface="Tenorite" panose="00000500000000000000" pitchFamily="2" charset="0"/>
                        </a:rPr>
                        <a:t>Team size</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tc>
                  <a:txBody>
                    <a:bodyPr/>
                    <a:lstStyle/>
                    <a:p>
                      <a:pPr marL="0" algn="r" defTabSz="914400" rtl="0" eaLnBrk="1" latinLnBrk="0" hangingPunct="1"/>
                      <a:r>
                        <a:rPr lang="en-IN" sz="1400" b="1" kern="1200">
                          <a:solidFill>
                            <a:schemeClr val="bg1"/>
                          </a:solidFill>
                          <a:latin typeface="Tenorite" panose="00000500000000000000" pitchFamily="2" charset="0"/>
                          <a:ea typeface="+mn-ea"/>
                          <a:cs typeface="+mn-cs"/>
                        </a:rPr>
                        <a:t>9 – 15+</a:t>
                      </a:r>
                    </a:p>
                    <a:p>
                      <a:pPr algn="r"/>
                      <a:r>
                        <a:rPr lang="en-IN" sz="1400" b="0">
                          <a:solidFill>
                            <a:schemeClr val="bg1"/>
                          </a:solidFill>
                          <a:latin typeface="Tenorite" panose="00000500000000000000" pitchFamily="2" charset="0"/>
                        </a:rPr>
                        <a:t>peak FTE</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1193697693"/>
                  </a:ext>
                </a:extLst>
              </a:tr>
              <a:tr h="370840">
                <a:tc>
                  <a:txBody>
                    <a:bodyPr/>
                    <a:lstStyle/>
                    <a:p>
                      <a:r>
                        <a:rPr lang="en-IN" sz="1400" b="0">
                          <a:solidFill>
                            <a:schemeClr val="bg1"/>
                          </a:solidFill>
                          <a:latin typeface="Tenorite" panose="00000500000000000000" pitchFamily="2" charset="0"/>
                        </a:rPr>
                        <a:t>Total effort</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tc>
                  <a:txBody>
                    <a:bodyPr/>
                    <a:lstStyle/>
                    <a:p>
                      <a:pPr marL="0" algn="r" defTabSz="914400" rtl="0" eaLnBrk="1" latinLnBrk="0" hangingPunct="1"/>
                      <a:r>
                        <a:rPr lang="en-IN" sz="1400" b="1" kern="1200">
                          <a:solidFill>
                            <a:schemeClr val="bg1"/>
                          </a:solidFill>
                          <a:latin typeface="Tenorite" panose="00000500000000000000" pitchFamily="2" charset="0"/>
                          <a:ea typeface="+mn-ea"/>
                          <a:cs typeface="+mn-cs"/>
                        </a:rPr>
                        <a:t>~45 – 90</a:t>
                      </a:r>
                    </a:p>
                    <a:p>
                      <a:pPr algn="r"/>
                      <a:r>
                        <a:rPr lang="en-IN" sz="1400">
                          <a:latin typeface="Tenorite" panose="00000500000000000000" pitchFamily="2" charset="0"/>
                        </a:rPr>
                        <a:t>person-months</a:t>
                      </a:r>
                      <a:endParaRPr lang="en-IN" sz="1400" b="0">
                        <a:solidFill>
                          <a:schemeClr val="bg1"/>
                        </a:solidFill>
                        <a:latin typeface="Tenorite" panose="00000500000000000000" pitchFamily="2" charset="0"/>
                      </a:endParaRP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1176396766"/>
                  </a:ext>
                </a:extLst>
              </a:tr>
              <a:tr h="370840">
                <a:tc>
                  <a:txBody>
                    <a:bodyPr/>
                    <a:lstStyle/>
                    <a:p>
                      <a:pPr marL="0" algn="l" defTabSz="914400" rtl="0" eaLnBrk="1" latinLnBrk="0" hangingPunct="1"/>
                      <a:r>
                        <a:rPr lang="en-IN" sz="1400" b="0" kern="1200">
                          <a:solidFill>
                            <a:schemeClr val="bg1"/>
                          </a:solidFill>
                          <a:latin typeface="Tenorite" panose="00000500000000000000" pitchFamily="2" charset="0"/>
                          <a:ea typeface="+mn-ea"/>
                          <a:cs typeface="+mn-cs"/>
                        </a:rPr>
                        <a:t>Delivery shape</a:t>
                      </a:r>
                    </a:p>
                  </a:txBody>
                  <a:tcPr anchor="ctr">
                    <a:lnT w="12700" cap="flat" cmpd="sng" algn="ctr">
                      <a:solidFill>
                        <a:schemeClr val="bg2">
                          <a:lumMod val="90000"/>
                        </a:schemeClr>
                      </a:solidFill>
                      <a:prstDash val="sysDash"/>
                      <a:round/>
                      <a:headEnd type="none" w="med" len="med"/>
                      <a:tailEnd type="none" w="med" len="med"/>
                    </a:lnT>
                    <a:noFill/>
                  </a:tcPr>
                </a:tc>
                <a:tc>
                  <a:txBody>
                    <a:bodyPr/>
                    <a:lstStyle/>
                    <a:p>
                      <a:pPr algn="r"/>
                      <a:r>
                        <a:rPr lang="en-IN" sz="1400" b="1">
                          <a:solidFill>
                            <a:schemeClr val="bg1"/>
                          </a:solidFill>
                          <a:latin typeface="Tenorite" panose="00000500000000000000" pitchFamily="2" charset="0"/>
                        </a:rPr>
                        <a:t>2 - 3 pod</a:t>
                      </a:r>
                    </a:p>
                    <a:p>
                      <a:pPr algn="r"/>
                      <a:r>
                        <a:rPr lang="en-IN" sz="1400" b="0">
                          <a:solidFill>
                            <a:schemeClr val="bg1"/>
                          </a:solidFill>
                          <a:latin typeface="Tenorite" panose="00000500000000000000" pitchFamily="2" charset="0"/>
                        </a:rPr>
                        <a:t>+ platform team</a:t>
                      </a:r>
                    </a:p>
                  </a:txBody>
                  <a:tcPr anchor="ctr">
                    <a:lnT w="12700" cap="flat" cmpd="sng" algn="ctr">
                      <a:solidFill>
                        <a:schemeClr val="bg2">
                          <a:lumMod val="90000"/>
                        </a:schemeClr>
                      </a:solidFill>
                      <a:prstDash val="sysDash"/>
                      <a:round/>
                      <a:headEnd type="none" w="med" len="med"/>
                      <a:tailEnd type="none" w="med" len="med"/>
                    </a:lnT>
                    <a:noFill/>
                  </a:tcPr>
                </a:tc>
                <a:extLst>
                  <a:ext uri="{0D108BD9-81ED-4DB2-BD59-A6C34878D82A}">
                    <a16:rowId xmlns:a16="http://schemas.microsoft.com/office/drawing/2014/main" val="1614076391"/>
                  </a:ext>
                </a:extLst>
              </a:tr>
            </a:tbl>
          </a:graphicData>
        </a:graphic>
      </p:graphicFrame>
      <p:sp>
        <p:nvSpPr>
          <p:cNvPr id="37" name="Slide Number Placeholder 5">
            <a:extLst>
              <a:ext uri="{FF2B5EF4-FFF2-40B4-BE49-F238E27FC236}">
                <a16:creationId xmlns:a16="http://schemas.microsoft.com/office/drawing/2014/main" id="{FCF12C48-552E-84DF-F9AC-D2C9C7E1789E}"/>
              </a:ext>
            </a:extLst>
          </p:cNvPr>
          <p:cNvSpPr>
            <a:spLocks noGrp="1"/>
          </p:cNvSpPr>
          <p:nvPr>
            <p:ph type="sldNum" sz="quarter" idx="4"/>
          </p:nvPr>
        </p:nvSpPr>
        <p:spPr>
          <a:xfrm>
            <a:off x="9067800" y="6538580"/>
            <a:ext cx="2743200" cy="174958"/>
          </a:xfrm>
          <a:prstGeom prst="rect">
            <a:avLst/>
          </a:prstGeom>
        </p:spPr>
        <p:txBody>
          <a:bodyPr vert="horz" lIns="91440" tIns="45720" rIns="0" bIns="45720" rtlCol="0" anchor="ctr"/>
          <a:lstStyle>
            <a:lvl1pPr algn="r">
              <a:defRPr sz="700" b="0" i="0">
                <a:solidFill>
                  <a:schemeClr val="accent4"/>
                </a:solidFill>
                <a:latin typeface="Tenorite" panose="00000500000000000000" pitchFamily="2" charset="0"/>
              </a:defRPr>
            </a:lvl1pPr>
          </a:lstStyle>
          <a:p>
            <a:fld id="{330EA680-D336-4FF7-8B7A-9848BB0A1C32}" type="slidenum">
              <a:rPr lang="en-US" smtClean="0"/>
              <a:pPr/>
              <a:t>7</a:t>
            </a:fld>
            <a:endParaRPr lang="en-US"/>
          </a:p>
        </p:txBody>
      </p:sp>
      <p:sp>
        <p:nvSpPr>
          <p:cNvPr id="38" name="Date Placeholder 3">
            <a:extLst>
              <a:ext uri="{FF2B5EF4-FFF2-40B4-BE49-F238E27FC236}">
                <a16:creationId xmlns:a16="http://schemas.microsoft.com/office/drawing/2014/main" id="{D995F138-6338-F3DC-6FFB-CCCA90AE58B7}"/>
              </a:ext>
            </a:extLst>
          </p:cNvPr>
          <p:cNvSpPr>
            <a:spLocks noGrp="1"/>
          </p:cNvSpPr>
          <p:nvPr>
            <p:ph type="dt" sz="half" idx="2"/>
          </p:nvPr>
        </p:nvSpPr>
        <p:spPr>
          <a:xfrm>
            <a:off x="930274" y="6538580"/>
            <a:ext cx="2670175" cy="174958"/>
          </a:xfrm>
          <a:prstGeom prst="rect">
            <a:avLst/>
          </a:prstGeom>
        </p:spPr>
        <p:txBody>
          <a:bodyPr vert="horz" lIns="0" tIns="45720" rIns="91440" bIns="45720" rtlCol="0" anchor="ctr"/>
          <a:lstStyle>
            <a:lvl1pPr algn="l">
              <a:defRPr sz="700" b="0" i="0">
                <a:solidFill>
                  <a:schemeClr val="accent4"/>
                </a:solidFill>
                <a:latin typeface="Tenorite" panose="00000500000000000000" pitchFamily="2" charset="0"/>
              </a:defRPr>
            </a:lvl1pPr>
          </a:lstStyle>
          <a:p>
            <a:r>
              <a:rPr lang="en-US"/>
              <a:t>© SYREN CLOUD INC – 2026 – ALL RIGHTS RESERVED</a:t>
            </a:r>
            <a:endParaRPr lang="en-US" sz="700"/>
          </a:p>
        </p:txBody>
      </p:sp>
    </p:spTree>
    <p:extLst>
      <p:ext uri="{BB962C8B-B14F-4D97-AF65-F5344CB8AC3E}">
        <p14:creationId xmlns:p14="http://schemas.microsoft.com/office/powerpoint/2010/main" val="2327510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0AAF6-5FB1-1116-51BF-0EF469A72F16}"/>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194EF6C9-2E67-B224-E7C0-D51D23261F1F}"/>
              </a:ext>
            </a:extLst>
          </p:cNvPr>
          <p:cNvSpPr txBox="1">
            <a:spLocks/>
          </p:cNvSpPr>
          <p:nvPr/>
        </p:nvSpPr>
        <p:spPr>
          <a:xfrm>
            <a:off x="381000" y="2121760"/>
            <a:ext cx="5577840" cy="1307240"/>
          </a:xfrm>
          <a:prstGeom prst="rect">
            <a:avLst/>
          </a:prstGeom>
        </p:spPr>
        <p:txBody>
          <a:bodyPr lIns="0" anchor="t">
            <a:normAutofit/>
          </a:bodyPr>
          <a:lstStyle>
            <a:lvl1pPr algn="l" defTabSz="914400" rtl="0" eaLnBrk="1" latinLnBrk="0" hangingPunct="1">
              <a:lnSpc>
                <a:spcPct val="90000"/>
              </a:lnSpc>
              <a:spcBef>
                <a:spcPct val="0"/>
              </a:spcBef>
              <a:buNone/>
              <a:defRPr sz="3000" b="0" i="0" kern="1200">
                <a:solidFill>
                  <a:schemeClr val="tx1"/>
                </a:solidFill>
                <a:latin typeface="Montserrat Light" pitchFamily="2" charset="77"/>
                <a:ea typeface="+mj-ea"/>
                <a:cs typeface="+mj-cs"/>
              </a:defRPr>
            </a:lvl1pPr>
          </a:lstStyle>
          <a:p>
            <a:r>
              <a:rPr lang="en-US" sz="5600" b="1">
                <a:latin typeface="Tenorite" panose="00000500000000000000" pitchFamily="2" charset="0"/>
              </a:rPr>
              <a:t>Thank You</a:t>
            </a:r>
          </a:p>
        </p:txBody>
      </p:sp>
      <p:sp>
        <p:nvSpPr>
          <p:cNvPr id="5" name="Title 1">
            <a:extLst>
              <a:ext uri="{FF2B5EF4-FFF2-40B4-BE49-F238E27FC236}">
                <a16:creationId xmlns:a16="http://schemas.microsoft.com/office/drawing/2014/main" id="{BA02FDAF-A827-849F-4286-1149266CE61E}"/>
              </a:ext>
            </a:extLst>
          </p:cNvPr>
          <p:cNvSpPr txBox="1">
            <a:spLocks/>
          </p:cNvSpPr>
          <p:nvPr/>
        </p:nvSpPr>
        <p:spPr>
          <a:xfrm>
            <a:off x="381000" y="4262891"/>
            <a:ext cx="5577840" cy="685800"/>
          </a:xfrm>
          <a:prstGeom prst="rect">
            <a:avLst/>
          </a:prstGeom>
        </p:spPr>
        <p:txBody>
          <a:bodyPr vert="horz" lIns="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ontserrat" pitchFamily="2" charset="77"/>
                <a:ea typeface="+mj-ea"/>
                <a:cs typeface="+mj-cs"/>
              </a:defRPr>
            </a:lvl1pPr>
          </a:lstStyle>
          <a:p>
            <a:r>
              <a:rPr lang="en-US" sz="1600">
                <a:latin typeface="Tenorite" panose="00000500000000000000" pitchFamily="2" charset="0"/>
              </a:rPr>
              <a:t>Follow Us:</a:t>
            </a:r>
          </a:p>
        </p:txBody>
      </p:sp>
      <p:sp>
        <p:nvSpPr>
          <p:cNvPr id="13" name="Title 1">
            <a:extLst>
              <a:ext uri="{FF2B5EF4-FFF2-40B4-BE49-F238E27FC236}">
                <a16:creationId xmlns:a16="http://schemas.microsoft.com/office/drawing/2014/main" id="{3D82A7FE-F48A-021B-FA61-A89E8FAC1F3E}"/>
              </a:ext>
            </a:extLst>
          </p:cNvPr>
          <p:cNvSpPr txBox="1">
            <a:spLocks/>
          </p:cNvSpPr>
          <p:nvPr/>
        </p:nvSpPr>
        <p:spPr>
          <a:xfrm>
            <a:off x="381000" y="3151111"/>
            <a:ext cx="5577840" cy="313932"/>
          </a:xfrm>
          <a:prstGeom prst="rect">
            <a:avLst/>
          </a:prstGeom>
        </p:spPr>
        <p:txBody>
          <a:bodyPr vert="horz" lIns="0" tIns="45720" rIns="91440" bIns="45720" rtlCol="0" anchor="b">
            <a:spAutoFit/>
          </a:bodyPr>
          <a:lstStyle>
            <a:lvl1pPr algn="l" defTabSz="914400" rtl="0" eaLnBrk="1" latinLnBrk="0" hangingPunct="1">
              <a:lnSpc>
                <a:spcPct val="90000"/>
              </a:lnSpc>
              <a:spcBef>
                <a:spcPct val="0"/>
              </a:spcBef>
              <a:buNone/>
              <a:defRPr sz="4400" kern="1200">
                <a:solidFill>
                  <a:schemeClr val="tx1"/>
                </a:solidFill>
                <a:latin typeface="Montserrat" pitchFamily="2" charset="77"/>
                <a:ea typeface="+mj-ea"/>
                <a:cs typeface="+mj-cs"/>
              </a:defRPr>
            </a:lvl1pPr>
          </a:lstStyle>
          <a:p>
            <a:r>
              <a:rPr lang="en-US" sz="1600">
                <a:latin typeface="Tenorite" panose="00000500000000000000" pitchFamily="2" charset="0"/>
              </a:rPr>
              <a:t>www.syrencloud.com</a:t>
            </a:r>
          </a:p>
        </p:txBody>
      </p:sp>
      <p:grpSp>
        <p:nvGrpSpPr>
          <p:cNvPr id="38" name="Group 37">
            <a:extLst>
              <a:ext uri="{FF2B5EF4-FFF2-40B4-BE49-F238E27FC236}">
                <a16:creationId xmlns:a16="http://schemas.microsoft.com/office/drawing/2014/main" id="{AF460871-0DF1-97FB-758D-AC057C93A0A8}"/>
              </a:ext>
            </a:extLst>
          </p:cNvPr>
          <p:cNvGrpSpPr/>
          <p:nvPr/>
        </p:nvGrpSpPr>
        <p:grpSpPr>
          <a:xfrm>
            <a:off x="381000" y="5021802"/>
            <a:ext cx="273578" cy="273578"/>
            <a:chOff x="381000" y="5021802"/>
            <a:chExt cx="273578" cy="273578"/>
          </a:xfrm>
        </p:grpSpPr>
        <p:sp>
          <p:nvSpPr>
            <p:cNvPr id="18" name="Oval 17">
              <a:extLst>
                <a:ext uri="{FF2B5EF4-FFF2-40B4-BE49-F238E27FC236}">
                  <a16:creationId xmlns:a16="http://schemas.microsoft.com/office/drawing/2014/main" id="{1DEAE526-A1F5-E9FB-7F61-8E15B5332056}"/>
                </a:ext>
              </a:extLst>
            </p:cNvPr>
            <p:cNvSpPr/>
            <p:nvPr/>
          </p:nvSpPr>
          <p:spPr>
            <a:xfrm>
              <a:off x="381000" y="5021802"/>
              <a:ext cx="273578" cy="273578"/>
            </a:xfrm>
            <a:prstGeom prst="ellipse">
              <a:avLst/>
            </a:prstGeom>
            <a:solidFill>
              <a:schemeClr val="tx1"/>
            </a:solidFill>
            <a:ln w="27709" cap="flat">
              <a:noFill/>
              <a:prstDash val="solid"/>
              <a:miter/>
            </a:ln>
          </p:spPr>
          <p:txBody>
            <a:bodyPr/>
            <a:lstStyle/>
            <a:p>
              <a:endParaRPr lang="en-IN"/>
            </a:p>
          </p:txBody>
        </p:sp>
        <p:grpSp>
          <p:nvGrpSpPr>
            <p:cNvPr id="19" name="Graphic 15">
              <a:extLst>
                <a:ext uri="{FF2B5EF4-FFF2-40B4-BE49-F238E27FC236}">
                  <a16:creationId xmlns:a16="http://schemas.microsoft.com/office/drawing/2014/main" id="{E8187794-C74E-F928-34A3-79C26FF7C943}"/>
                </a:ext>
              </a:extLst>
            </p:cNvPr>
            <p:cNvGrpSpPr/>
            <p:nvPr/>
          </p:nvGrpSpPr>
          <p:grpSpPr>
            <a:xfrm>
              <a:off x="453971" y="5095029"/>
              <a:ext cx="127637" cy="128525"/>
              <a:chOff x="-2448403" y="2552700"/>
              <a:chExt cx="3026941" cy="3048000"/>
            </a:xfrm>
            <a:solidFill>
              <a:schemeClr val="bg1"/>
            </a:solidFill>
          </p:grpSpPr>
          <p:sp>
            <p:nvSpPr>
              <p:cNvPr id="20" name="Freeform: Shape 19">
                <a:extLst>
                  <a:ext uri="{FF2B5EF4-FFF2-40B4-BE49-F238E27FC236}">
                    <a16:creationId xmlns:a16="http://schemas.microsoft.com/office/drawing/2014/main" id="{2710B09F-8C58-5EDE-9331-D2319C600EC0}"/>
                  </a:ext>
                </a:extLst>
              </p:cNvPr>
              <p:cNvSpPr/>
              <p:nvPr/>
            </p:nvSpPr>
            <p:spPr>
              <a:xfrm>
                <a:off x="-2448403" y="2552700"/>
                <a:ext cx="831272" cy="831272"/>
              </a:xfrm>
              <a:custGeom>
                <a:avLst/>
                <a:gdLst>
                  <a:gd name="csX0" fmla="*/ 831273 w 831272"/>
                  <a:gd name="csY0" fmla="*/ 415636 h 831272"/>
                  <a:gd name="csX1" fmla="*/ 415636 w 831272"/>
                  <a:gd name="csY1" fmla="*/ 831273 h 831272"/>
                  <a:gd name="csX2" fmla="*/ 0 w 831272"/>
                  <a:gd name="csY2" fmla="*/ 415636 h 831272"/>
                  <a:gd name="csX3" fmla="*/ 415636 w 831272"/>
                  <a:gd name="csY3" fmla="*/ 0 h 831272"/>
                  <a:gd name="csX4" fmla="*/ 831273 w 831272"/>
                  <a:gd name="csY4" fmla="*/ 415636 h 831272"/>
                </a:gdLst>
                <a:ahLst/>
                <a:cxnLst>
                  <a:cxn ang="0">
                    <a:pos x="csX0" y="csY0"/>
                  </a:cxn>
                  <a:cxn ang="0">
                    <a:pos x="csX1" y="csY1"/>
                  </a:cxn>
                  <a:cxn ang="0">
                    <a:pos x="csX2" y="csY2"/>
                  </a:cxn>
                  <a:cxn ang="0">
                    <a:pos x="csX3" y="csY3"/>
                  </a:cxn>
                  <a:cxn ang="0">
                    <a:pos x="csX4" y="csY4"/>
                  </a:cxn>
                </a:cxnLst>
                <a:rect l="l" t="t" r="r" b="b"/>
                <a:pathLst>
                  <a:path w="831272" h="831272">
                    <a:moveTo>
                      <a:pt x="831273" y="415636"/>
                    </a:moveTo>
                    <a:cubicBezTo>
                      <a:pt x="831273" y="645186"/>
                      <a:pt x="645186" y="831273"/>
                      <a:pt x="415636" y="831273"/>
                    </a:cubicBezTo>
                    <a:cubicBezTo>
                      <a:pt x="186087" y="831273"/>
                      <a:pt x="0" y="645186"/>
                      <a:pt x="0" y="415636"/>
                    </a:cubicBezTo>
                    <a:cubicBezTo>
                      <a:pt x="0" y="186087"/>
                      <a:pt x="186087" y="0"/>
                      <a:pt x="415636" y="0"/>
                    </a:cubicBezTo>
                    <a:cubicBezTo>
                      <a:pt x="645186" y="0"/>
                      <a:pt x="831273" y="186087"/>
                      <a:pt x="831273" y="415636"/>
                    </a:cubicBezTo>
                    <a:close/>
                  </a:path>
                </a:pathLst>
              </a:custGeom>
              <a:grpFill/>
              <a:ln w="27709" cap="flat">
                <a:noFill/>
                <a:prstDash val="solid"/>
                <a:miter/>
              </a:ln>
            </p:spPr>
            <p:txBody>
              <a:bodyPr/>
              <a:lstStyle/>
              <a:p>
                <a:endParaRPr lang="en-IN"/>
              </a:p>
            </p:txBody>
          </p:sp>
          <p:sp>
            <p:nvSpPr>
              <p:cNvPr id="21" name="Freeform: Shape 20">
                <a:extLst>
                  <a:ext uri="{FF2B5EF4-FFF2-40B4-BE49-F238E27FC236}">
                    <a16:creationId xmlns:a16="http://schemas.microsoft.com/office/drawing/2014/main" id="{2D7D1E40-294D-ECB5-AE5A-CF6A674439B5}"/>
                  </a:ext>
                </a:extLst>
              </p:cNvPr>
              <p:cNvSpPr/>
              <p:nvPr/>
            </p:nvSpPr>
            <p:spPr>
              <a:xfrm>
                <a:off x="-2355301" y="3557985"/>
                <a:ext cx="643961" cy="2042714"/>
              </a:xfrm>
              <a:custGeom>
                <a:avLst/>
                <a:gdLst>
                  <a:gd name="csX0" fmla="*/ 643960 w 643961"/>
                  <a:gd name="csY0" fmla="*/ 103078 h 2042714"/>
                  <a:gd name="csX1" fmla="*/ 643960 w 643961"/>
                  <a:gd name="csY1" fmla="*/ 1939359 h 2042714"/>
                  <a:gd name="csX2" fmla="*/ 541715 w 643961"/>
                  <a:gd name="csY2" fmla="*/ 2042713 h 2042714"/>
                  <a:gd name="csX3" fmla="*/ 541159 w 643961"/>
                  <a:gd name="csY3" fmla="*/ 2042715 h 2042714"/>
                  <a:gd name="csX4" fmla="*/ 103078 w 643961"/>
                  <a:gd name="csY4" fmla="*/ 2042714 h 2042714"/>
                  <a:gd name="csX5" fmla="*/ 0 w 643961"/>
                  <a:gd name="csY5" fmla="*/ 1940192 h 2042714"/>
                  <a:gd name="csX6" fmla="*/ 0 w 643961"/>
                  <a:gd name="csY6" fmla="*/ 1939637 h 2042714"/>
                  <a:gd name="csX7" fmla="*/ 0 w 643961"/>
                  <a:gd name="csY7" fmla="*/ 103078 h 2042714"/>
                  <a:gd name="csX8" fmla="*/ 103078 w 643961"/>
                  <a:gd name="csY8" fmla="*/ 0 h 2042714"/>
                  <a:gd name="csX9" fmla="*/ 541159 w 643961"/>
                  <a:gd name="csY9" fmla="*/ 0 h 2042714"/>
                  <a:gd name="csX10" fmla="*/ 643960 w 643961"/>
                  <a:gd name="csY10" fmla="*/ 103078 h 20427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43961" h="2042714">
                    <a:moveTo>
                      <a:pt x="643960" y="103078"/>
                    </a:moveTo>
                    <a:lnTo>
                      <a:pt x="643960" y="1939359"/>
                    </a:lnTo>
                    <a:cubicBezTo>
                      <a:pt x="644266" y="1996134"/>
                      <a:pt x="598489" y="2042407"/>
                      <a:pt x="541715" y="2042713"/>
                    </a:cubicBezTo>
                    <a:cubicBezTo>
                      <a:pt x="541530" y="2042714"/>
                      <a:pt x="541344" y="2042715"/>
                      <a:pt x="541159" y="2042715"/>
                    </a:cubicBezTo>
                    <a:lnTo>
                      <a:pt x="103078" y="2042714"/>
                    </a:lnTo>
                    <a:cubicBezTo>
                      <a:pt x="46303" y="2042867"/>
                      <a:pt x="154" y="1996967"/>
                      <a:pt x="0" y="1940192"/>
                    </a:cubicBezTo>
                    <a:cubicBezTo>
                      <a:pt x="0" y="1940007"/>
                      <a:pt x="0" y="1939822"/>
                      <a:pt x="0" y="1939637"/>
                    </a:cubicBezTo>
                    <a:lnTo>
                      <a:pt x="0" y="103078"/>
                    </a:lnTo>
                    <a:cubicBezTo>
                      <a:pt x="0" y="46150"/>
                      <a:pt x="46150" y="0"/>
                      <a:pt x="103078" y="0"/>
                    </a:cubicBezTo>
                    <a:lnTo>
                      <a:pt x="541159" y="0"/>
                    </a:lnTo>
                    <a:cubicBezTo>
                      <a:pt x="597979" y="153"/>
                      <a:pt x="643960" y="46258"/>
                      <a:pt x="643960" y="103078"/>
                    </a:cubicBezTo>
                    <a:close/>
                  </a:path>
                </a:pathLst>
              </a:custGeom>
              <a:grpFill/>
              <a:ln w="27709" cap="flat">
                <a:noFill/>
                <a:prstDash val="solid"/>
                <a:miter/>
              </a:ln>
            </p:spPr>
            <p:txBody>
              <a:bodyPr/>
              <a:lstStyle/>
              <a:p>
                <a:endParaRPr lang="en-IN"/>
              </a:p>
            </p:txBody>
          </p:sp>
          <p:sp>
            <p:nvSpPr>
              <p:cNvPr id="22" name="Freeform: Shape 21">
                <a:extLst>
                  <a:ext uri="{FF2B5EF4-FFF2-40B4-BE49-F238E27FC236}">
                    <a16:creationId xmlns:a16="http://schemas.microsoft.com/office/drawing/2014/main" id="{823527A2-26EA-4660-5291-A43502132C9C}"/>
                  </a:ext>
                </a:extLst>
              </p:cNvPr>
              <p:cNvSpPr/>
              <p:nvPr/>
            </p:nvSpPr>
            <p:spPr>
              <a:xfrm>
                <a:off x="-1421227" y="3527505"/>
                <a:ext cx="1999766" cy="2073194"/>
              </a:xfrm>
              <a:custGeom>
                <a:avLst/>
                <a:gdLst>
                  <a:gd name="csX0" fmla="*/ 1999766 w 1999766"/>
                  <a:gd name="csY0" fmla="*/ 1089522 h 2073194"/>
                  <a:gd name="csX1" fmla="*/ 1999766 w 1999766"/>
                  <a:gd name="csY1" fmla="*/ 1978429 h 2073194"/>
                  <a:gd name="csX2" fmla="*/ 1905556 w 1999766"/>
                  <a:gd name="csY2" fmla="*/ 2073194 h 2073194"/>
                  <a:gd name="csX3" fmla="*/ 1905000 w 1999766"/>
                  <a:gd name="csY3" fmla="*/ 2073194 h 2073194"/>
                  <a:gd name="csX4" fmla="*/ 1433946 w 1999766"/>
                  <a:gd name="csY4" fmla="*/ 2073194 h 2073194"/>
                  <a:gd name="csX5" fmla="*/ 1339181 w 1999766"/>
                  <a:gd name="csY5" fmla="*/ 1978984 h 2073194"/>
                  <a:gd name="csX6" fmla="*/ 1339181 w 1999766"/>
                  <a:gd name="csY6" fmla="*/ 1978429 h 2073194"/>
                  <a:gd name="csX7" fmla="*/ 1339181 w 1999766"/>
                  <a:gd name="csY7" fmla="*/ 1116953 h 2073194"/>
                  <a:gd name="csX8" fmla="*/ 1003069 w 1999766"/>
                  <a:gd name="csY8" fmla="*/ 553905 h 2073194"/>
                  <a:gd name="csX9" fmla="*/ 642851 w 1999766"/>
                  <a:gd name="csY9" fmla="*/ 984781 h 2073194"/>
                  <a:gd name="csX10" fmla="*/ 642851 w 1999766"/>
                  <a:gd name="csY10" fmla="*/ 1978429 h 2073194"/>
                  <a:gd name="csX11" fmla="*/ 549472 w 1999766"/>
                  <a:gd name="csY11" fmla="*/ 2073194 h 2073194"/>
                  <a:gd name="csX12" fmla="*/ 94488 w 1999766"/>
                  <a:gd name="csY12" fmla="*/ 2073194 h 2073194"/>
                  <a:gd name="csX13" fmla="*/ 0 w 1999766"/>
                  <a:gd name="csY13" fmla="*/ 1978707 h 2073194"/>
                  <a:gd name="csX14" fmla="*/ 0 w 1999766"/>
                  <a:gd name="csY14" fmla="*/ 1978429 h 2073194"/>
                  <a:gd name="csX15" fmla="*/ 0 w 1999766"/>
                  <a:gd name="csY15" fmla="*/ 125522 h 2073194"/>
                  <a:gd name="csX16" fmla="*/ 94211 w 1999766"/>
                  <a:gd name="csY16" fmla="*/ 30758 h 2073194"/>
                  <a:gd name="csX17" fmla="*/ 94489 w 1999766"/>
                  <a:gd name="csY17" fmla="*/ 30757 h 2073194"/>
                  <a:gd name="csX18" fmla="*/ 549472 w 1999766"/>
                  <a:gd name="csY18" fmla="*/ 30757 h 2073194"/>
                  <a:gd name="csX19" fmla="*/ 644237 w 1999766"/>
                  <a:gd name="csY19" fmla="*/ 125522 h 2073194"/>
                  <a:gd name="csX20" fmla="*/ 644237 w 1999766"/>
                  <a:gd name="csY20" fmla="*/ 285681 h 2073194"/>
                  <a:gd name="csX21" fmla="*/ 1251066 w 1999766"/>
                  <a:gd name="csY21" fmla="*/ 0 h 2073194"/>
                  <a:gd name="csX22" fmla="*/ 1999766 w 1999766"/>
                  <a:gd name="csY22" fmla="*/ 1089522 h 20731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999766" h="2073194">
                    <a:moveTo>
                      <a:pt x="1999766" y="1089522"/>
                    </a:moveTo>
                    <a:lnTo>
                      <a:pt x="1999766" y="1978429"/>
                    </a:lnTo>
                    <a:cubicBezTo>
                      <a:pt x="1999919" y="2030613"/>
                      <a:pt x="1957739" y="2073041"/>
                      <a:pt x="1905556" y="2073194"/>
                    </a:cubicBezTo>
                    <a:cubicBezTo>
                      <a:pt x="1905370" y="2073195"/>
                      <a:pt x="1905186" y="2073195"/>
                      <a:pt x="1905000" y="2073194"/>
                    </a:cubicBezTo>
                    <a:lnTo>
                      <a:pt x="1433946" y="2073194"/>
                    </a:lnTo>
                    <a:cubicBezTo>
                      <a:pt x="1381762" y="2073347"/>
                      <a:pt x="1339334" y="2031168"/>
                      <a:pt x="1339181" y="1978984"/>
                    </a:cubicBezTo>
                    <a:cubicBezTo>
                      <a:pt x="1339180" y="1978799"/>
                      <a:pt x="1339180" y="1978614"/>
                      <a:pt x="1339181" y="1978429"/>
                    </a:cubicBezTo>
                    <a:lnTo>
                      <a:pt x="1339181" y="1116953"/>
                    </a:lnTo>
                    <a:cubicBezTo>
                      <a:pt x="1339181" y="988383"/>
                      <a:pt x="1376865" y="553905"/>
                      <a:pt x="1003069" y="553905"/>
                    </a:cubicBezTo>
                    <a:cubicBezTo>
                      <a:pt x="713510" y="553905"/>
                      <a:pt x="654489" y="851223"/>
                      <a:pt x="642851" y="984781"/>
                    </a:cubicBezTo>
                    <a:lnTo>
                      <a:pt x="642851" y="1978429"/>
                    </a:lnTo>
                    <a:cubicBezTo>
                      <a:pt x="642857" y="2030230"/>
                      <a:pt x="601267" y="2072437"/>
                      <a:pt x="549472" y="2073194"/>
                    </a:cubicBezTo>
                    <a:lnTo>
                      <a:pt x="94488" y="2073194"/>
                    </a:lnTo>
                    <a:cubicBezTo>
                      <a:pt x="42304" y="2073195"/>
                      <a:pt x="0" y="2030891"/>
                      <a:pt x="0" y="1978707"/>
                    </a:cubicBezTo>
                    <a:cubicBezTo>
                      <a:pt x="0" y="1978614"/>
                      <a:pt x="0" y="1978521"/>
                      <a:pt x="0" y="1978429"/>
                    </a:cubicBezTo>
                    <a:lnTo>
                      <a:pt x="0" y="125522"/>
                    </a:lnTo>
                    <a:cubicBezTo>
                      <a:pt x="-153" y="73338"/>
                      <a:pt x="42027" y="30911"/>
                      <a:pt x="94211" y="30758"/>
                    </a:cubicBezTo>
                    <a:cubicBezTo>
                      <a:pt x="94304" y="30757"/>
                      <a:pt x="94396" y="30757"/>
                      <a:pt x="94489" y="30757"/>
                    </a:cubicBezTo>
                    <a:lnTo>
                      <a:pt x="549472" y="30757"/>
                    </a:lnTo>
                    <a:cubicBezTo>
                      <a:pt x="601809" y="30757"/>
                      <a:pt x="644237" y="73185"/>
                      <a:pt x="644237" y="125522"/>
                    </a:cubicBezTo>
                    <a:lnTo>
                      <a:pt x="644237" y="285681"/>
                    </a:lnTo>
                    <a:cubicBezTo>
                      <a:pt x="751748" y="124414"/>
                      <a:pt x="911075" y="0"/>
                      <a:pt x="1251066" y="0"/>
                    </a:cubicBezTo>
                    <a:cubicBezTo>
                      <a:pt x="2004199" y="0"/>
                      <a:pt x="1999766" y="703257"/>
                      <a:pt x="1999766" y="1089522"/>
                    </a:cubicBezTo>
                    <a:close/>
                  </a:path>
                </a:pathLst>
              </a:custGeom>
              <a:grpFill/>
              <a:ln w="27709" cap="flat">
                <a:noFill/>
                <a:prstDash val="solid"/>
                <a:miter/>
              </a:ln>
            </p:spPr>
            <p:txBody>
              <a:bodyPr/>
              <a:lstStyle/>
              <a:p>
                <a:endParaRPr lang="en-IN"/>
              </a:p>
            </p:txBody>
          </p:sp>
        </p:grpSp>
      </p:grpSp>
      <p:grpSp>
        <p:nvGrpSpPr>
          <p:cNvPr id="23" name="Graphic 10">
            <a:extLst>
              <a:ext uri="{FF2B5EF4-FFF2-40B4-BE49-F238E27FC236}">
                <a16:creationId xmlns:a16="http://schemas.microsoft.com/office/drawing/2014/main" id="{814B14F7-839A-AC93-2E1C-EA2D9BC61618}"/>
              </a:ext>
            </a:extLst>
          </p:cNvPr>
          <p:cNvGrpSpPr/>
          <p:nvPr/>
        </p:nvGrpSpPr>
        <p:grpSpPr>
          <a:xfrm>
            <a:off x="805538" y="5021802"/>
            <a:ext cx="273578" cy="273578"/>
            <a:chOff x="-11329988" y="0"/>
            <a:chExt cx="6487987" cy="6487987"/>
          </a:xfrm>
          <a:solidFill>
            <a:schemeClr val="tx1"/>
          </a:solidFill>
        </p:grpSpPr>
        <p:sp>
          <p:nvSpPr>
            <p:cNvPr id="24" name="Freeform: Shape 23">
              <a:extLst>
                <a:ext uri="{FF2B5EF4-FFF2-40B4-BE49-F238E27FC236}">
                  <a16:creationId xmlns:a16="http://schemas.microsoft.com/office/drawing/2014/main" id="{37E9855A-ABE3-C13D-385B-502EF5B30D10}"/>
                </a:ext>
              </a:extLst>
            </p:cNvPr>
            <p:cNvSpPr/>
            <p:nvPr/>
          </p:nvSpPr>
          <p:spPr>
            <a:xfrm>
              <a:off x="-11329988" y="0"/>
              <a:ext cx="6487987" cy="6487987"/>
            </a:xfrm>
            <a:custGeom>
              <a:avLst/>
              <a:gdLst>
                <a:gd name="csX0" fmla="*/ 3429000 w 6858000"/>
                <a:gd name="csY0" fmla="*/ 0 h 6858000"/>
                <a:gd name="csX1" fmla="*/ 0 w 6858000"/>
                <a:gd name="csY1" fmla="*/ 3429000 h 6858000"/>
                <a:gd name="csX2" fmla="*/ 3429000 w 6858000"/>
                <a:gd name="csY2" fmla="*/ 6858000 h 6858000"/>
                <a:gd name="csX3" fmla="*/ 6858000 w 6858000"/>
                <a:gd name="csY3" fmla="*/ 3429000 h 6858000"/>
                <a:gd name="csX4" fmla="*/ 3429000 w 6858000"/>
                <a:gd name="csY4" fmla="*/ 0 h 6858000"/>
              </a:gdLst>
              <a:ahLst/>
              <a:cxnLst>
                <a:cxn ang="0">
                  <a:pos x="csX0" y="csY0"/>
                </a:cxn>
                <a:cxn ang="0">
                  <a:pos x="csX1" y="csY1"/>
                </a:cxn>
                <a:cxn ang="0">
                  <a:pos x="csX2" y="csY2"/>
                </a:cxn>
                <a:cxn ang="0">
                  <a:pos x="csX3" y="csY3"/>
                </a:cxn>
                <a:cxn ang="0">
                  <a:pos x="csX4" y="csY4"/>
                </a:cxn>
              </a:cxnLst>
              <a:rect l="l" t="t" r="r" b="b"/>
              <a:pathLst>
                <a:path w="6858000" h="6858000">
                  <a:moveTo>
                    <a:pt x="3429000" y="0"/>
                  </a:moveTo>
                  <a:cubicBezTo>
                    <a:pt x="1535281" y="0"/>
                    <a:pt x="0" y="1535281"/>
                    <a:pt x="0" y="3429000"/>
                  </a:cubicBezTo>
                  <a:cubicBezTo>
                    <a:pt x="0" y="5322719"/>
                    <a:pt x="1535281" y="6858000"/>
                    <a:pt x="3429000" y="6858000"/>
                  </a:cubicBezTo>
                  <a:cubicBezTo>
                    <a:pt x="5322719" y="6858000"/>
                    <a:pt x="6858000" y="5322719"/>
                    <a:pt x="6858000" y="3429000"/>
                  </a:cubicBezTo>
                  <a:cubicBezTo>
                    <a:pt x="6858000" y="1535281"/>
                    <a:pt x="5322719" y="0"/>
                    <a:pt x="3429000" y="0"/>
                  </a:cubicBezTo>
                  <a:close/>
                </a:path>
              </a:pathLst>
            </a:custGeom>
            <a:grpFill/>
            <a:ln w="27709" cap="flat">
              <a:noFill/>
              <a:prstDash val="solid"/>
              <a:miter/>
            </a:ln>
          </p:spPr>
          <p:txBody>
            <a:bodyPr/>
            <a:lstStyle/>
            <a:p>
              <a:endParaRPr lang="en-IN"/>
            </a:p>
          </p:txBody>
        </p:sp>
        <p:sp>
          <p:nvSpPr>
            <p:cNvPr id="25" name="Freeform: Shape 24">
              <a:extLst>
                <a:ext uri="{FF2B5EF4-FFF2-40B4-BE49-F238E27FC236}">
                  <a16:creationId xmlns:a16="http://schemas.microsoft.com/office/drawing/2014/main" id="{84F153D9-03F9-BA30-17EF-5F7E55E09B01}"/>
                </a:ext>
              </a:extLst>
            </p:cNvPr>
            <p:cNvSpPr/>
            <p:nvPr/>
          </p:nvSpPr>
          <p:spPr>
            <a:xfrm>
              <a:off x="-9894524" y="1395724"/>
              <a:ext cx="3617058" cy="3696539"/>
            </a:xfrm>
            <a:custGeom>
              <a:avLst/>
              <a:gdLst>
                <a:gd name="csX0" fmla="*/ 2346688 w 3943115"/>
                <a:gd name="csY0" fmla="*/ 1706328 h 4029765"/>
                <a:gd name="csX1" fmla="*/ 3814602 w 3943115"/>
                <a:gd name="csY1" fmla="*/ 0 h 4029765"/>
                <a:gd name="csX2" fmla="*/ 3466755 w 3943115"/>
                <a:gd name="csY2" fmla="*/ 0 h 4029765"/>
                <a:gd name="csX3" fmla="*/ 2192162 w 3943115"/>
                <a:gd name="csY3" fmla="*/ 1481585 h 4029765"/>
                <a:gd name="csX4" fmla="*/ 1174155 w 3943115"/>
                <a:gd name="csY4" fmla="*/ 0 h 4029765"/>
                <a:gd name="csX5" fmla="*/ 0 w 3943115"/>
                <a:gd name="csY5" fmla="*/ 0 h 4029765"/>
                <a:gd name="csX6" fmla="*/ 1539428 w 3943115"/>
                <a:gd name="csY6" fmla="*/ 2240414 h 4029765"/>
                <a:gd name="csX7" fmla="*/ 0 w 3943115"/>
                <a:gd name="csY7" fmla="*/ 4029765 h 4029765"/>
                <a:gd name="csX8" fmla="*/ 347869 w 3943115"/>
                <a:gd name="csY8" fmla="*/ 4029765 h 4029765"/>
                <a:gd name="csX9" fmla="*/ 1693870 w 3943115"/>
                <a:gd name="csY9" fmla="*/ 2465163 h 4029765"/>
                <a:gd name="csX10" fmla="*/ 2768961 w 3943115"/>
                <a:gd name="csY10" fmla="*/ 4029765 h 4029765"/>
                <a:gd name="csX11" fmla="*/ 3943115 w 3943115"/>
                <a:gd name="csY11" fmla="*/ 4029765 h 4029765"/>
                <a:gd name="csX12" fmla="*/ 2346599 w 3943115"/>
                <a:gd name="csY12" fmla="*/ 1706328 h 4029765"/>
                <a:gd name="csX13" fmla="*/ 473208 w 3943115"/>
                <a:gd name="csY13" fmla="*/ 261873 h 4029765"/>
                <a:gd name="csX14" fmla="*/ 1007511 w 3943115"/>
                <a:gd name="csY14" fmla="*/ 261873 h 4029765"/>
                <a:gd name="csX15" fmla="*/ 3466912 w 3943115"/>
                <a:gd name="csY15" fmla="*/ 3779803 h 4029765"/>
                <a:gd name="csX16" fmla="*/ 2932608 w 3943115"/>
                <a:gd name="csY16" fmla="*/ 3779803 h 40297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943115" h="4029765">
                  <a:moveTo>
                    <a:pt x="2346688" y="1706328"/>
                  </a:moveTo>
                  <a:lnTo>
                    <a:pt x="3814602" y="0"/>
                  </a:lnTo>
                  <a:lnTo>
                    <a:pt x="3466755" y="0"/>
                  </a:lnTo>
                  <a:lnTo>
                    <a:pt x="2192162" y="1481585"/>
                  </a:lnTo>
                  <a:lnTo>
                    <a:pt x="1174155" y="0"/>
                  </a:lnTo>
                  <a:lnTo>
                    <a:pt x="0" y="0"/>
                  </a:lnTo>
                  <a:lnTo>
                    <a:pt x="1539428" y="2240414"/>
                  </a:lnTo>
                  <a:lnTo>
                    <a:pt x="0" y="4029765"/>
                  </a:lnTo>
                  <a:lnTo>
                    <a:pt x="347869" y="4029765"/>
                  </a:lnTo>
                  <a:lnTo>
                    <a:pt x="1693870" y="2465163"/>
                  </a:lnTo>
                  <a:lnTo>
                    <a:pt x="2768961" y="4029765"/>
                  </a:lnTo>
                  <a:lnTo>
                    <a:pt x="3943115" y="4029765"/>
                  </a:lnTo>
                  <a:lnTo>
                    <a:pt x="2346599" y="1706328"/>
                  </a:lnTo>
                  <a:close/>
                  <a:moveTo>
                    <a:pt x="473208" y="261873"/>
                  </a:moveTo>
                  <a:lnTo>
                    <a:pt x="1007511" y="261873"/>
                  </a:lnTo>
                  <a:lnTo>
                    <a:pt x="3466912" y="3779803"/>
                  </a:lnTo>
                  <a:lnTo>
                    <a:pt x="2932608" y="3779803"/>
                  </a:lnTo>
                  <a:close/>
                </a:path>
              </a:pathLst>
            </a:custGeom>
            <a:solidFill>
              <a:schemeClr val="bg1"/>
            </a:solidFill>
            <a:ln w="5589" cap="flat">
              <a:noFill/>
              <a:prstDash val="solid"/>
              <a:miter/>
            </a:ln>
          </p:spPr>
          <p:txBody>
            <a:bodyPr/>
            <a:lstStyle/>
            <a:p>
              <a:endParaRPr lang="en-IN"/>
            </a:p>
          </p:txBody>
        </p:sp>
      </p:grpSp>
      <p:pic>
        <p:nvPicPr>
          <p:cNvPr id="36" name="Graphic 35">
            <a:extLst>
              <a:ext uri="{FF2B5EF4-FFF2-40B4-BE49-F238E27FC236}">
                <a16:creationId xmlns:a16="http://schemas.microsoft.com/office/drawing/2014/main" id="{F9DBDA92-3D49-A223-2C17-31623B86AE3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28593" y="5021431"/>
            <a:ext cx="274320" cy="274320"/>
          </a:xfrm>
          <a:prstGeom prst="rect">
            <a:avLst/>
          </a:prstGeom>
        </p:spPr>
      </p:pic>
    </p:spTree>
    <p:extLst>
      <p:ext uri="{BB962C8B-B14F-4D97-AF65-F5344CB8AC3E}">
        <p14:creationId xmlns:p14="http://schemas.microsoft.com/office/powerpoint/2010/main" val="2752941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1242-538D-16EF-B6AA-955350672768}"/>
              </a:ext>
            </a:extLst>
          </p:cNvPr>
          <p:cNvSpPr>
            <a:spLocks noGrp="1"/>
          </p:cNvSpPr>
          <p:nvPr>
            <p:ph type="title"/>
          </p:nvPr>
        </p:nvSpPr>
        <p:spPr>
          <a:xfrm>
            <a:off x="381000" y="317499"/>
            <a:ext cx="11468100" cy="498598"/>
          </a:xfrm>
        </p:spPr>
        <p:txBody>
          <a:bodyPr/>
          <a:lstStyle/>
          <a:p>
            <a:r>
              <a:rPr lang="en-US"/>
              <a:t>Eight layers. Everyone in scope, every size</a:t>
            </a:r>
          </a:p>
        </p:txBody>
      </p:sp>
      <p:sp>
        <p:nvSpPr>
          <p:cNvPr id="12" name="TextBox 11">
            <a:extLst>
              <a:ext uri="{FF2B5EF4-FFF2-40B4-BE49-F238E27FC236}">
                <a16:creationId xmlns:a16="http://schemas.microsoft.com/office/drawing/2014/main" id="{6D237BB9-1BC8-4904-D124-29AEE7F90331}"/>
              </a:ext>
            </a:extLst>
          </p:cNvPr>
          <p:cNvSpPr txBox="1"/>
          <p:nvPr/>
        </p:nvSpPr>
        <p:spPr>
          <a:xfrm>
            <a:off x="381000" y="1023128"/>
            <a:ext cx="11430000" cy="430887"/>
          </a:xfrm>
          <a:prstGeom prst="rect">
            <a:avLst/>
          </a:prstGeom>
          <a:noFill/>
        </p:spPr>
        <p:txBody>
          <a:bodyPr wrap="square" lIns="0" tIns="0" rIns="0" bIns="0">
            <a:spAutoFit/>
          </a:bodyPr>
          <a:lstStyle/>
          <a:p>
            <a:pPr marL="0" marR="0" indent="0">
              <a:buNone/>
            </a:pPr>
            <a:r>
              <a:rPr lang="en-US" sz="1400" b="1" i="0">
                <a:solidFill>
                  <a:schemeClr val="bg1"/>
                </a:solidFill>
                <a:effectLst/>
                <a:latin typeface="Tenorite" panose="00000500000000000000" pitchFamily="2" charset="0"/>
              </a:rPr>
              <a:t>The medallion tiers get the attention, but a production platform is defined by the layers around them. </a:t>
            </a:r>
          </a:p>
          <a:p>
            <a:pPr marL="0" marR="0" indent="0">
              <a:buNone/>
            </a:pPr>
            <a:r>
              <a:rPr lang="en-US" sz="1400" b="1" i="0">
                <a:solidFill>
                  <a:schemeClr val="bg1"/>
                </a:solidFill>
                <a:effectLst/>
                <a:latin typeface="Tenorite" panose="00000500000000000000" pitchFamily="2" charset="0"/>
              </a:rPr>
              <a:t>Each is scaled — not skipped — as size increases.</a:t>
            </a:r>
          </a:p>
        </p:txBody>
      </p:sp>
      <p:sp>
        <p:nvSpPr>
          <p:cNvPr id="18" name="Freeform: Shape 17">
            <a:extLst>
              <a:ext uri="{FF2B5EF4-FFF2-40B4-BE49-F238E27FC236}">
                <a16:creationId xmlns:a16="http://schemas.microsoft.com/office/drawing/2014/main" id="{A973EF54-865C-F48A-DB94-24467649855C}"/>
              </a:ext>
            </a:extLst>
          </p:cNvPr>
          <p:cNvSpPr/>
          <p:nvPr/>
        </p:nvSpPr>
        <p:spPr>
          <a:xfrm>
            <a:off x="381000" y="1661047"/>
            <a:ext cx="423428" cy="587706"/>
          </a:xfrm>
          <a:prstGeom prst="round1Rect">
            <a:avLst/>
          </a:prstGeom>
          <a:solidFill>
            <a:schemeClr val="tx2"/>
          </a:solidFill>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a:solidFill>
                  <a:schemeClr val="tx1"/>
                </a:solidFill>
                <a:latin typeface="Tenorite" panose="00000500000000000000" pitchFamily="2" charset="0"/>
              </a:rPr>
              <a:t>L1</a:t>
            </a:r>
            <a:endParaRPr lang="en-IN" sz="1600" b="1" kern="1200">
              <a:solidFill>
                <a:schemeClr val="tx1"/>
              </a:solidFill>
              <a:latin typeface="Tenorite" panose="00000500000000000000" pitchFamily="2" charset="0"/>
            </a:endParaRPr>
          </a:p>
        </p:txBody>
      </p:sp>
      <p:sp>
        <p:nvSpPr>
          <p:cNvPr id="19" name="Freeform: Shape 18">
            <a:extLst>
              <a:ext uri="{FF2B5EF4-FFF2-40B4-BE49-F238E27FC236}">
                <a16:creationId xmlns:a16="http://schemas.microsoft.com/office/drawing/2014/main" id="{DD969AFC-D429-F0C0-CD91-DE5B257D468F}"/>
              </a:ext>
            </a:extLst>
          </p:cNvPr>
          <p:cNvSpPr/>
          <p:nvPr/>
        </p:nvSpPr>
        <p:spPr>
          <a:xfrm>
            <a:off x="381000" y="2248753"/>
            <a:ext cx="846856" cy="587706"/>
          </a:xfrm>
          <a:prstGeom prst="round1Rect">
            <a:avLst/>
          </a:prstGeom>
          <a:solidFill>
            <a:schemeClr val="tx2"/>
          </a:solidFill>
        </p:spPr>
        <p:style>
          <a:lnRef idx="2">
            <a:schemeClr val="lt1">
              <a:hueOff val="0"/>
              <a:satOff val="0"/>
              <a:lumOff val="0"/>
              <a:alphaOff val="0"/>
            </a:schemeClr>
          </a:lnRef>
          <a:fillRef idx="1">
            <a:schemeClr val="accent2">
              <a:shade val="80000"/>
              <a:hueOff val="-32986"/>
              <a:satOff val="-4453"/>
              <a:lumOff val="4575"/>
              <a:alphaOff val="0"/>
            </a:schemeClr>
          </a:fillRef>
          <a:effectRef idx="0">
            <a:schemeClr val="accent2">
              <a:shade val="80000"/>
              <a:hueOff val="-32986"/>
              <a:satOff val="-4453"/>
              <a:lumOff val="4575"/>
              <a:alphaOff val="0"/>
            </a:schemeClr>
          </a:effectRef>
          <a:fontRef idx="minor">
            <a:schemeClr val="lt1"/>
          </a:fontRef>
        </p:style>
        <p:txBody>
          <a:bodyPr spcFirstLastPara="0" vert="horz" wrap="square" lIns="216745" tIns="20320" rIns="216744" bIns="20320" numCol="1" spcCol="1270" anchor="ctr" anchorCtr="0">
            <a:noAutofit/>
          </a:bodyPr>
          <a:lstStyle/>
          <a:p>
            <a:pPr marL="0" lvl="0" indent="0" algn="ctr" defTabSz="711200">
              <a:lnSpc>
                <a:spcPct val="90000"/>
              </a:lnSpc>
              <a:spcBef>
                <a:spcPct val="0"/>
              </a:spcBef>
              <a:spcAft>
                <a:spcPct val="35000"/>
              </a:spcAft>
              <a:buNone/>
            </a:pPr>
            <a:r>
              <a:rPr lang="en-US" sz="1600" b="1" kern="1200">
                <a:solidFill>
                  <a:schemeClr val="tx1"/>
                </a:solidFill>
                <a:latin typeface="Tenorite" panose="00000500000000000000" pitchFamily="2" charset="0"/>
              </a:rPr>
              <a:t>L2</a:t>
            </a:r>
            <a:endParaRPr lang="en-IN" sz="1600" b="1" kern="1200">
              <a:solidFill>
                <a:schemeClr val="tx1"/>
              </a:solidFill>
              <a:latin typeface="Tenorite" panose="00000500000000000000" pitchFamily="2" charset="0"/>
            </a:endParaRPr>
          </a:p>
        </p:txBody>
      </p:sp>
      <p:sp>
        <p:nvSpPr>
          <p:cNvPr id="20" name="Freeform: Shape 19">
            <a:extLst>
              <a:ext uri="{FF2B5EF4-FFF2-40B4-BE49-F238E27FC236}">
                <a16:creationId xmlns:a16="http://schemas.microsoft.com/office/drawing/2014/main" id="{C9A793AF-5A0F-52F1-FDC8-4D61BF9C822D}"/>
              </a:ext>
            </a:extLst>
          </p:cNvPr>
          <p:cNvSpPr/>
          <p:nvPr/>
        </p:nvSpPr>
        <p:spPr>
          <a:xfrm>
            <a:off x="381000" y="2836460"/>
            <a:ext cx="1270284" cy="587706"/>
          </a:xfrm>
          <a:prstGeom prst="round1Rect">
            <a:avLst/>
          </a:prstGeom>
          <a:solidFill>
            <a:schemeClr val="tx2">
              <a:lumMod val="75000"/>
            </a:schemeClr>
          </a:solidFill>
        </p:spPr>
        <p:style>
          <a:lnRef idx="2">
            <a:schemeClr val="lt1">
              <a:hueOff val="0"/>
              <a:satOff val="0"/>
              <a:lumOff val="0"/>
              <a:alphaOff val="0"/>
            </a:schemeClr>
          </a:lnRef>
          <a:fillRef idx="1">
            <a:schemeClr val="accent2">
              <a:shade val="80000"/>
              <a:hueOff val="-65971"/>
              <a:satOff val="-8905"/>
              <a:lumOff val="9150"/>
              <a:alphaOff val="0"/>
            </a:schemeClr>
          </a:fillRef>
          <a:effectRef idx="0">
            <a:schemeClr val="accent2">
              <a:shade val="80000"/>
              <a:hueOff val="-65971"/>
              <a:satOff val="-8905"/>
              <a:lumOff val="9150"/>
              <a:alphaOff val="0"/>
            </a:schemeClr>
          </a:effectRef>
          <a:fontRef idx="minor">
            <a:schemeClr val="lt1"/>
          </a:fontRef>
        </p:style>
        <p:txBody>
          <a:bodyPr spcFirstLastPara="0" vert="horz" wrap="square" lIns="314957" tIns="20320" rIns="314956" bIns="20320" numCol="1" spcCol="1270" anchor="ctr" anchorCtr="0">
            <a:noAutofit/>
          </a:bodyPr>
          <a:lstStyle/>
          <a:p>
            <a:pPr marL="0" lvl="0" indent="0" algn="ctr" defTabSz="711200">
              <a:lnSpc>
                <a:spcPct val="90000"/>
              </a:lnSpc>
              <a:spcBef>
                <a:spcPct val="0"/>
              </a:spcBef>
              <a:spcAft>
                <a:spcPct val="35000"/>
              </a:spcAft>
              <a:buNone/>
            </a:pPr>
            <a:r>
              <a:rPr lang="en-US" sz="1600" b="1" kern="1200">
                <a:solidFill>
                  <a:schemeClr val="tx1"/>
                </a:solidFill>
                <a:latin typeface="Tenorite" panose="00000500000000000000" pitchFamily="2" charset="0"/>
              </a:rPr>
              <a:t>L3</a:t>
            </a:r>
            <a:endParaRPr lang="en-IN" sz="1600" b="1" kern="1200">
              <a:solidFill>
                <a:schemeClr val="tx1"/>
              </a:solidFill>
              <a:latin typeface="Tenorite" panose="00000500000000000000" pitchFamily="2" charset="0"/>
            </a:endParaRPr>
          </a:p>
        </p:txBody>
      </p:sp>
      <p:sp>
        <p:nvSpPr>
          <p:cNvPr id="21" name="Freeform: Shape 20">
            <a:extLst>
              <a:ext uri="{FF2B5EF4-FFF2-40B4-BE49-F238E27FC236}">
                <a16:creationId xmlns:a16="http://schemas.microsoft.com/office/drawing/2014/main" id="{11D3EE20-5A33-019F-CBE8-AE4D2C60CC62}"/>
              </a:ext>
            </a:extLst>
          </p:cNvPr>
          <p:cNvSpPr/>
          <p:nvPr/>
        </p:nvSpPr>
        <p:spPr>
          <a:xfrm>
            <a:off x="381000" y="3424167"/>
            <a:ext cx="1693713" cy="587706"/>
          </a:xfrm>
          <a:prstGeom prst="round1Rect">
            <a:avLst/>
          </a:prstGeom>
          <a:solidFill>
            <a:schemeClr val="tx2">
              <a:lumMod val="75000"/>
            </a:schemeClr>
          </a:solidFill>
        </p:spPr>
        <p:style>
          <a:lnRef idx="2">
            <a:schemeClr val="lt1">
              <a:hueOff val="0"/>
              <a:satOff val="0"/>
              <a:lumOff val="0"/>
              <a:alphaOff val="0"/>
            </a:schemeClr>
          </a:lnRef>
          <a:fillRef idx="1">
            <a:schemeClr val="accent2">
              <a:shade val="80000"/>
              <a:hueOff val="-98957"/>
              <a:satOff val="-13358"/>
              <a:lumOff val="13725"/>
              <a:alphaOff val="0"/>
            </a:schemeClr>
          </a:fillRef>
          <a:effectRef idx="0">
            <a:schemeClr val="accent2">
              <a:shade val="80000"/>
              <a:hueOff val="-98957"/>
              <a:satOff val="-13358"/>
              <a:lumOff val="13725"/>
              <a:alphaOff val="0"/>
            </a:schemeClr>
          </a:effectRef>
          <a:fontRef idx="minor">
            <a:schemeClr val="lt1"/>
          </a:fontRef>
        </p:style>
        <p:txBody>
          <a:bodyPr spcFirstLastPara="0" vert="horz" wrap="square" lIns="413169" tIns="20320" rIns="413169" bIns="20320" numCol="1" spcCol="1270" anchor="ctr" anchorCtr="0">
            <a:noAutofit/>
          </a:bodyPr>
          <a:lstStyle/>
          <a:p>
            <a:pPr marL="0" lvl="0" indent="0" algn="ctr" defTabSz="711200">
              <a:lnSpc>
                <a:spcPct val="90000"/>
              </a:lnSpc>
              <a:spcBef>
                <a:spcPct val="0"/>
              </a:spcBef>
              <a:spcAft>
                <a:spcPct val="35000"/>
              </a:spcAft>
              <a:buNone/>
            </a:pPr>
            <a:r>
              <a:rPr lang="en-US" sz="1600" b="1" kern="1200">
                <a:solidFill>
                  <a:schemeClr val="tx1"/>
                </a:solidFill>
                <a:latin typeface="Tenorite" panose="00000500000000000000" pitchFamily="2" charset="0"/>
              </a:rPr>
              <a:t>L4</a:t>
            </a:r>
            <a:endParaRPr lang="en-IN" sz="1600" b="1" kern="1200">
              <a:solidFill>
                <a:schemeClr val="tx1"/>
              </a:solidFill>
              <a:latin typeface="Tenorite" panose="00000500000000000000" pitchFamily="2" charset="0"/>
            </a:endParaRPr>
          </a:p>
        </p:txBody>
      </p:sp>
      <p:sp>
        <p:nvSpPr>
          <p:cNvPr id="22" name="Freeform: Shape 21">
            <a:extLst>
              <a:ext uri="{FF2B5EF4-FFF2-40B4-BE49-F238E27FC236}">
                <a16:creationId xmlns:a16="http://schemas.microsoft.com/office/drawing/2014/main" id="{B6CB6CE8-B642-535A-2521-0C5631EA7148}"/>
              </a:ext>
            </a:extLst>
          </p:cNvPr>
          <p:cNvSpPr/>
          <p:nvPr/>
        </p:nvSpPr>
        <p:spPr>
          <a:xfrm>
            <a:off x="381000" y="4011873"/>
            <a:ext cx="2117140" cy="587706"/>
          </a:xfrm>
          <a:prstGeom prst="round1Rect">
            <a:avLst/>
          </a:prstGeom>
          <a:solidFill>
            <a:schemeClr val="accent4"/>
          </a:solidFill>
        </p:spPr>
        <p:style>
          <a:lnRef idx="2">
            <a:schemeClr val="lt1">
              <a:hueOff val="0"/>
              <a:satOff val="0"/>
              <a:lumOff val="0"/>
              <a:alphaOff val="0"/>
            </a:schemeClr>
          </a:lnRef>
          <a:fillRef idx="1">
            <a:schemeClr val="accent2">
              <a:shade val="80000"/>
              <a:hueOff val="-197914"/>
              <a:satOff val="-26715"/>
              <a:lumOff val="27450"/>
              <a:alphaOff val="0"/>
            </a:schemeClr>
          </a:fillRef>
          <a:effectRef idx="0">
            <a:schemeClr val="accent2">
              <a:shade val="80000"/>
              <a:hueOff val="-197914"/>
              <a:satOff val="-26715"/>
              <a:lumOff val="27450"/>
              <a:alphaOff val="0"/>
            </a:schemeClr>
          </a:effectRef>
          <a:fontRef idx="minor">
            <a:schemeClr val="lt1"/>
          </a:fontRef>
        </p:style>
        <p:txBody>
          <a:bodyPr spcFirstLastPara="0" vert="horz" wrap="square" lIns="707805" tIns="20320" rIns="707805" bIns="20320" numCol="1" spcCol="1270" anchor="ctr" anchorCtr="0">
            <a:noAutofit/>
          </a:bodyPr>
          <a:lstStyle/>
          <a:p>
            <a:pPr algn="ctr" defTabSz="711200">
              <a:lnSpc>
                <a:spcPct val="90000"/>
              </a:lnSpc>
              <a:spcBef>
                <a:spcPct val="0"/>
              </a:spcBef>
              <a:spcAft>
                <a:spcPct val="35000"/>
              </a:spcAft>
            </a:pPr>
            <a:r>
              <a:rPr lang="en-US" sz="1600" b="1">
                <a:solidFill>
                  <a:schemeClr val="tx1"/>
                </a:solidFill>
                <a:latin typeface="Tenorite" panose="00000500000000000000" pitchFamily="2" charset="0"/>
              </a:rPr>
              <a:t>L5</a:t>
            </a:r>
            <a:endParaRPr lang="en-IN" sz="1600" b="1">
              <a:solidFill>
                <a:schemeClr val="tx1"/>
              </a:solidFill>
              <a:latin typeface="Tenorite" panose="00000500000000000000" pitchFamily="2" charset="0"/>
            </a:endParaRPr>
          </a:p>
        </p:txBody>
      </p:sp>
      <p:sp>
        <p:nvSpPr>
          <p:cNvPr id="23" name="Freeform: Shape 22">
            <a:extLst>
              <a:ext uri="{FF2B5EF4-FFF2-40B4-BE49-F238E27FC236}">
                <a16:creationId xmlns:a16="http://schemas.microsoft.com/office/drawing/2014/main" id="{77C2DBF3-EF50-7D30-70C6-E1F803E2AC55}"/>
              </a:ext>
            </a:extLst>
          </p:cNvPr>
          <p:cNvSpPr/>
          <p:nvPr/>
        </p:nvSpPr>
        <p:spPr>
          <a:xfrm>
            <a:off x="381000" y="4599580"/>
            <a:ext cx="2540568" cy="587706"/>
          </a:xfrm>
          <a:prstGeom prst="round1Rect">
            <a:avLst/>
          </a:prstGeom>
          <a:solidFill>
            <a:schemeClr val="accent4"/>
          </a:solidFill>
        </p:spPr>
        <p:style>
          <a:lnRef idx="2">
            <a:schemeClr val="lt1">
              <a:hueOff val="0"/>
              <a:satOff val="0"/>
              <a:lumOff val="0"/>
              <a:alphaOff val="0"/>
            </a:schemeClr>
          </a:lnRef>
          <a:fillRef idx="1">
            <a:schemeClr val="accent2">
              <a:shade val="80000"/>
              <a:hueOff val="-197914"/>
              <a:satOff val="-26715"/>
              <a:lumOff val="27450"/>
              <a:alphaOff val="0"/>
            </a:schemeClr>
          </a:fillRef>
          <a:effectRef idx="0">
            <a:schemeClr val="accent2">
              <a:shade val="80000"/>
              <a:hueOff val="-197914"/>
              <a:satOff val="-26715"/>
              <a:lumOff val="27450"/>
              <a:alphaOff val="0"/>
            </a:schemeClr>
          </a:effectRef>
          <a:fontRef idx="minor">
            <a:schemeClr val="lt1"/>
          </a:fontRef>
        </p:style>
        <p:txBody>
          <a:bodyPr spcFirstLastPara="0" vert="horz" wrap="square" lIns="707805" tIns="20320" rIns="707805" bIns="20320" numCol="1" spcCol="1270" anchor="ctr" anchorCtr="0">
            <a:noAutofit/>
          </a:bodyPr>
          <a:lstStyle/>
          <a:p>
            <a:pPr algn="ctr" defTabSz="711200">
              <a:lnSpc>
                <a:spcPct val="90000"/>
              </a:lnSpc>
              <a:spcBef>
                <a:spcPct val="0"/>
              </a:spcBef>
              <a:spcAft>
                <a:spcPct val="35000"/>
              </a:spcAft>
            </a:pPr>
            <a:r>
              <a:rPr lang="en-US" sz="1600" b="1">
                <a:solidFill>
                  <a:schemeClr val="tx1"/>
                </a:solidFill>
                <a:latin typeface="Tenorite" panose="00000500000000000000" pitchFamily="2" charset="0"/>
              </a:rPr>
              <a:t>L6</a:t>
            </a:r>
            <a:endParaRPr lang="en-IN" sz="1600" b="1">
              <a:solidFill>
                <a:schemeClr val="tx1"/>
              </a:solidFill>
              <a:latin typeface="Tenorite" panose="00000500000000000000" pitchFamily="2" charset="0"/>
            </a:endParaRPr>
          </a:p>
        </p:txBody>
      </p:sp>
      <p:sp>
        <p:nvSpPr>
          <p:cNvPr id="24" name="Freeform: Shape 23">
            <a:extLst>
              <a:ext uri="{FF2B5EF4-FFF2-40B4-BE49-F238E27FC236}">
                <a16:creationId xmlns:a16="http://schemas.microsoft.com/office/drawing/2014/main" id="{505F1814-BE56-BBB9-35CC-3AB7A67638A4}"/>
              </a:ext>
            </a:extLst>
          </p:cNvPr>
          <p:cNvSpPr/>
          <p:nvPr/>
        </p:nvSpPr>
        <p:spPr>
          <a:xfrm>
            <a:off x="381000" y="5187287"/>
            <a:ext cx="2963996" cy="587706"/>
          </a:xfrm>
          <a:prstGeom prst="round1Rect">
            <a:avLst/>
          </a:prstGeom>
          <a:solidFill>
            <a:schemeClr val="accent4">
              <a:lumMod val="75000"/>
            </a:schemeClr>
          </a:solidFill>
        </p:spPr>
        <p:style>
          <a:lnRef idx="2">
            <a:schemeClr val="lt1">
              <a:hueOff val="0"/>
              <a:satOff val="0"/>
              <a:lumOff val="0"/>
              <a:alphaOff val="0"/>
            </a:schemeClr>
          </a:lnRef>
          <a:fillRef idx="1">
            <a:schemeClr val="accent2">
              <a:shade val="80000"/>
              <a:hueOff val="-197914"/>
              <a:satOff val="-26715"/>
              <a:lumOff val="27450"/>
              <a:alphaOff val="0"/>
            </a:schemeClr>
          </a:fillRef>
          <a:effectRef idx="0">
            <a:schemeClr val="accent2">
              <a:shade val="80000"/>
              <a:hueOff val="-197914"/>
              <a:satOff val="-26715"/>
              <a:lumOff val="27450"/>
              <a:alphaOff val="0"/>
            </a:schemeClr>
          </a:effectRef>
          <a:fontRef idx="minor">
            <a:schemeClr val="lt1"/>
          </a:fontRef>
        </p:style>
        <p:txBody>
          <a:bodyPr spcFirstLastPara="0" vert="horz" wrap="square" lIns="707805" tIns="20320" rIns="707805" bIns="20320" numCol="1" spcCol="1270" anchor="ctr" anchorCtr="0">
            <a:noAutofit/>
          </a:bodyPr>
          <a:lstStyle/>
          <a:p>
            <a:pPr marL="0" lvl="0" indent="0" algn="ctr" defTabSz="711200">
              <a:lnSpc>
                <a:spcPct val="90000"/>
              </a:lnSpc>
              <a:spcBef>
                <a:spcPct val="0"/>
              </a:spcBef>
              <a:spcAft>
                <a:spcPct val="35000"/>
              </a:spcAft>
              <a:buNone/>
            </a:pPr>
            <a:r>
              <a:rPr lang="en-US" sz="1600" b="1" kern="1200">
                <a:solidFill>
                  <a:schemeClr val="tx1"/>
                </a:solidFill>
                <a:latin typeface="Tenorite" panose="00000500000000000000" pitchFamily="2" charset="0"/>
              </a:rPr>
              <a:t>L7</a:t>
            </a:r>
            <a:endParaRPr lang="en-IN" sz="1600" b="1" kern="1200">
              <a:solidFill>
                <a:schemeClr val="tx1"/>
              </a:solidFill>
              <a:latin typeface="Tenorite" panose="00000500000000000000" pitchFamily="2" charset="0"/>
            </a:endParaRPr>
          </a:p>
        </p:txBody>
      </p:sp>
      <p:sp>
        <p:nvSpPr>
          <p:cNvPr id="25" name="Freeform: Shape 24">
            <a:extLst>
              <a:ext uri="{FF2B5EF4-FFF2-40B4-BE49-F238E27FC236}">
                <a16:creationId xmlns:a16="http://schemas.microsoft.com/office/drawing/2014/main" id="{309909D6-E40B-4139-F460-C91A071D172B}"/>
              </a:ext>
            </a:extLst>
          </p:cNvPr>
          <p:cNvSpPr/>
          <p:nvPr/>
        </p:nvSpPr>
        <p:spPr>
          <a:xfrm>
            <a:off x="381000" y="5774994"/>
            <a:ext cx="3387425" cy="587706"/>
          </a:xfrm>
          <a:prstGeom prst="round1Rect">
            <a:avLst/>
          </a:prstGeom>
          <a:solidFill>
            <a:schemeClr val="accent4">
              <a:lumMod val="75000"/>
            </a:schemeClr>
          </a:solidFill>
        </p:spPr>
        <p:style>
          <a:lnRef idx="2">
            <a:schemeClr val="lt1">
              <a:hueOff val="0"/>
              <a:satOff val="0"/>
              <a:lumOff val="0"/>
              <a:alphaOff val="0"/>
            </a:schemeClr>
          </a:lnRef>
          <a:fillRef idx="1">
            <a:schemeClr val="accent2">
              <a:shade val="80000"/>
              <a:hueOff val="-230900"/>
              <a:satOff val="-31168"/>
              <a:lumOff val="32025"/>
              <a:alphaOff val="0"/>
            </a:schemeClr>
          </a:fillRef>
          <a:effectRef idx="0">
            <a:schemeClr val="accent2">
              <a:shade val="80000"/>
              <a:hueOff val="-230900"/>
              <a:satOff val="-31168"/>
              <a:lumOff val="32025"/>
              <a:alphaOff val="0"/>
            </a:schemeClr>
          </a:effectRef>
          <a:fontRef idx="minor">
            <a:schemeClr val="lt1"/>
          </a:fontRef>
        </p:style>
        <p:txBody>
          <a:bodyPr spcFirstLastPara="0" vert="horz" wrap="square" lIns="806017" tIns="20320" rIns="806018" bIns="20320" numCol="1" spcCol="1270" anchor="ctr" anchorCtr="0">
            <a:noAutofit/>
          </a:bodyPr>
          <a:lstStyle/>
          <a:p>
            <a:pPr marL="0" lvl="0" indent="0" algn="ctr" defTabSz="711200">
              <a:lnSpc>
                <a:spcPct val="90000"/>
              </a:lnSpc>
              <a:spcBef>
                <a:spcPct val="0"/>
              </a:spcBef>
              <a:spcAft>
                <a:spcPct val="35000"/>
              </a:spcAft>
              <a:buNone/>
            </a:pPr>
            <a:r>
              <a:rPr lang="en-US" sz="1600" b="1" kern="1200">
                <a:solidFill>
                  <a:schemeClr val="tx1"/>
                </a:solidFill>
                <a:latin typeface="Tenorite" panose="00000500000000000000" pitchFamily="2" charset="0"/>
              </a:rPr>
              <a:t>L8</a:t>
            </a:r>
            <a:endParaRPr lang="en-IN" sz="1600" b="1" kern="1200">
              <a:solidFill>
                <a:schemeClr val="tx1"/>
              </a:solidFill>
              <a:latin typeface="Tenorite" panose="00000500000000000000" pitchFamily="2" charset="0"/>
            </a:endParaRPr>
          </a:p>
        </p:txBody>
      </p:sp>
      <p:sp>
        <p:nvSpPr>
          <p:cNvPr id="27" name="TextBox 26">
            <a:extLst>
              <a:ext uri="{FF2B5EF4-FFF2-40B4-BE49-F238E27FC236}">
                <a16:creationId xmlns:a16="http://schemas.microsoft.com/office/drawing/2014/main" id="{1E9A4980-FC9F-279E-D76C-1AB698732A75}"/>
              </a:ext>
            </a:extLst>
          </p:cNvPr>
          <p:cNvSpPr txBox="1"/>
          <p:nvPr/>
        </p:nvSpPr>
        <p:spPr>
          <a:xfrm>
            <a:off x="882226" y="1708679"/>
            <a:ext cx="10854360" cy="492443"/>
          </a:xfrm>
          <a:prstGeom prst="rect">
            <a:avLst/>
          </a:prstGeom>
          <a:noFill/>
        </p:spPr>
        <p:txBody>
          <a:bodyPr wrap="square" lIns="0" tIns="0" rIns="0" bIns="0">
            <a:spAutoFit/>
          </a:bodyPr>
          <a:lstStyle/>
          <a:p>
            <a:pPr marL="0" marR="0" indent="0">
              <a:buNone/>
            </a:pPr>
            <a:r>
              <a:rPr lang="en-US" sz="1200" b="1">
                <a:solidFill>
                  <a:schemeClr val="bg1"/>
                </a:solidFill>
                <a:effectLst/>
                <a:latin typeface="Tenorite" panose="00000500000000000000" pitchFamily="2" charset="0"/>
              </a:rPr>
              <a:t>Ingestion &amp; Landing</a:t>
            </a:r>
          </a:p>
          <a:p>
            <a:pPr marL="0" marR="0" indent="0">
              <a:buNone/>
            </a:pPr>
            <a:r>
              <a:rPr lang="en-US" sz="1000" b="0" i="0">
                <a:solidFill>
                  <a:schemeClr val="bg1"/>
                </a:solidFill>
                <a:effectLst/>
                <a:latin typeface="Tenorite" panose="00000500000000000000" pitchFamily="2" charset="0"/>
              </a:rPr>
              <a:t>Connectivity to source systems and reliable capture into Bronze. Batch and incremental via Data Factory pipelines and Copy job; zero-ETL via Mirroring; zero-copy via </a:t>
            </a:r>
            <a:r>
              <a:rPr lang="en-US" sz="1000" b="0" i="0" err="1">
                <a:solidFill>
                  <a:schemeClr val="bg1"/>
                </a:solidFill>
                <a:effectLst/>
                <a:latin typeface="Tenorite" panose="00000500000000000000" pitchFamily="2" charset="0"/>
              </a:rPr>
              <a:t>OneLake</a:t>
            </a:r>
            <a:r>
              <a:rPr lang="en-US" sz="1000" b="0" i="0">
                <a:solidFill>
                  <a:schemeClr val="bg1"/>
                </a:solidFill>
                <a:effectLst/>
                <a:latin typeface="Tenorite" panose="00000500000000000000" pitchFamily="2" charset="0"/>
              </a:rPr>
              <a:t> Shortcuts; real-time via </a:t>
            </a:r>
            <a:r>
              <a:rPr lang="en-US" sz="1000" b="0" i="0" err="1">
                <a:solidFill>
                  <a:schemeClr val="bg1"/>
                </a:solidFill>
                <a:effectLst/>
                <a:latin typeface="Tenorite" panose="00000500000000000000" pitchFamily="2" charset="0"/>
              </a:rPr>
              <a:t>Eventstream</a:t>
            </a:r>
            <a:r>
              <a:rPr lang="en-US" sz="1000" b="0" i="0">
                <a:solidFill>
                  <a:schemeClr val="bg1"/>
                </a:solidFill>
                <a:effectLst/>
                <a:latin typeface="Tenorite" panose="00000500000000000000" pitchFamily="2" charset="0"/>
              </a:rPr>
              <a:t> into an </a:t>
            </a:r>
            <a:r>
              <a:rPr lang="en-US" sz="1000" b="0" i="0" err="1">
                <a:solidFill>
                  <a:schemeClr val="bg1"/>
                </a:solidFill>
                <a:effectLst/>
                <a:latin typeface="Tenorite" panose="00000500000000000000" pitchFamily="2" charset="0"/>
              </a:rPr>
              <a:t>Eventhouse</a:t>
            </a:r>
            <a:r>
              <a:rPr lang="en-US" sz="1000" b="0" i="0">
                <a:solidFill>
                  <a:schemeClr val="bg1"/>
                </a:solidFill>
                <a:effectLst/>
                <a:latin typeface="Tenorite" panose="00000500000000000000" pitchFamily="2" charset="0"/>
              </a:rPr>
              <a:t>.</a:t>
            </a:r>
          </a:p>
        </p:txBody>
      </p:sp>
      <p:sp>
        <p:nvSpPr>
          <p:cNvPr id="36" name="TextBox 35">
            <a:extLst>
              <a:ext uri="{FF2B5EF4-FFF2-40B4-BE49-F238E27FC236}">
                <a16:creationId xmlns:a16="http://schemas.microsoft.com/office/drawing/2014/main" id="{0D3B45A7-616E-DFEC-9F1A-DF1E619CD256}"/>
              </a:ext>
            </a:extLst>
          </p:cNvPr>
          <p:cNvSpPr txBox="1"/>
          <p:nvPr/>
        </p:nvSpPr>
        <p:spPr>
          <a:xfrm>
            <a:off x="1324774" y="2296070"/>
            <a:ext cx="10486226" cy="492443"/>
          </a:xfrm>
          <a:prstGeom prst="rect">
            <a:avLst/>
          </a:prstGeom>
          <a:noFill/>
        </p:spPr>
        <p:txBody>
          <a:bodyPr wrap="square" lIns="0" tIns="0" rIns="0" bIns="0">
            <a:spAutoFit/>
          </a:bodyPr>
          <a:lstStyle/>
          <a:p>
            <a:pPr marL="0" marR="0" indent="0">
              <a:buNone/>
            </a:pPr>
            <a:r>
              <a:rPr lang="de-DE" sz="1200" b="1">
                <a:solidFill>
                  <a:schemeClr val="bg1"/>
                </a:solidFill>
                <a:effectLst/>
                <a:latin typeface="Tenorite" panose="00000500000000000000" pitchFamily="2" charset="0"/>
              </a:rPr>
              <a:t>Medallion Transformation (Bronze · Silver · Gold)</a:t>
            </a:r>
          </a:p>
          <a:p>
            <a:pPr marL="0" marR="0" indent="0">
              <a:buNone/>
            </a:pPr>
            <a:r>
              <a:rPr lang="en-US" sz="1000" b="0" i="0">
                <a:solidFill>
                  <a:schemeClr val="bg1"/>
                </a:solidFill>
                <a:effectLst/>
                <a:latin typeface="Tenorite" panose="00000500000000000000" pitchFamily="2" charset="0"/>
              </a:rPr>
              <a:t>Bronze is an immutable, append-only audit trail. Silver cleanses, types, conforms and de-duplicates with data-quality gates. Gold curates star schemas, marts and KPI definitions consumed through Direct Lake semantic models.</a:t>
            </a:r>
          </a:p>
        </p:txBody>
      </p:sp>
      <p:sp>
        <p:nvSpPr>
          <p:cNvPr id="37" name="TextBox 36">
            <a:extLst>
              <a:ext uri="{FF2B5EF4-FFF2-40B4-BE49-F238E27FC236}">
                <a16:creationId xmlns:a16="http://schemas.microsoft.com/office/drawing/2014/main" id="{55034277-B99B-F451-D25E-7E72B6977F59}"/>
              </a:ext>
            </a:extLst>
          </p:cNvPr>
          <p:cNvSpPr txBox="1"/>
          <p:nvPr/>
        </p:nvSpPr>
        <p:spPr>
          <a:xfrm>
            <a:off x="1741334" y="2884092"/>
            <a:ext cx="10069666" cy="492443"/>
          </a:xfrm>
          <a:prstGeom prst="rect">
            <a:avLst/>
          </a:prstGeom>
          <a:noFill/>
        </p:spPr>
        <p:txBody>
          <a:bodyPr wrap="square" lIns="0" tIns="0" rIns="0" bIns="0" anchor="t">
            <a:spAutoFit/>
          </a:bodyPr>
          <a:lstStyle/>
          <a:p>
            <a:pPr marL="0" marR="0" indent="0">
              <a:buNone/>
            </a:pPr>
            <a:r>
              <a:rPr lang="en-US" sz="1200" b="1">
                <a:solidFill>
                  <a:schemeClr val="bg1"/>
                </a:solidFill>
                <a:effectLst/>
                <a:latin typeface="Tenorite" panose="00000500000000000000" pitchFamily="2" charset="0"/>
              </a:rPr>
              <a:t>Metadata-Driven Orchestration</a:t>
            </a:r>
          </a:p>
          <a:p>
            <a:pPr marL="0" marR="0" indent="0">
              <a:buNone/>
            </a:pPr>
            <a:r>
              <a:rPr lang="en-US" sz="1000" b="0" i="0">
                <a:solidFill>
                  <a:schemeClr val="bg1"/>
                </a:solidFill>
                <a:effectLst/>
                <a:latin typeface="Tenorite"/>
              </a:rPr>
              <a:t>A control framework of configuration tables drives generic, </a:t>
            </a:r>
            <a:r>
              <a:rPr lang="en-US" sz="1000">
                <a:solidFill>
                  <a:schemeClr val="bg1"/>
                </a:solidFill>
                <a:latin typeface="Tenorite"/>
              </a:rPr>
              <a:t>parameterized</a:t>
            </a:r>
            <a:r>
              <a:rPr lang="en-US" sz="1000" b="0" i="0">
                <a:solidFill>
                  <a:schemeClr val="bg1"/>
                </a:solidFill>
                <a:effectLst/>
                <a:latin typeface="Tenorite"/>
              </a:rPr>
              <a:t> pipelines and notebooks — load type, watermark, dependencies, schedule and target mapping all live in metadata rather than in hand-built pipelines. This layer is what makes multi-geo reuse possible.</a:t>
            </a:r>
          </a:p>
        </p:txBody>
      </p:sp>
      <p:sp>
        <p:nvSpPr>
          <p:cNvPr id="38" name="TextBox 37">
            <a:extLst>
              <a:ext uri="{FF2B5EF4-FFF2-40B4-BE49-F238E27FC236}">
                <a16:creationId xmlns:a16="http://schemas.microsoft.com/office/drawing/2014/main" id="{1020DE70-1594-27D9-3152-F4A49CD2A598}"/>
              </a:ext>
            </a:extLst>
          </p:cNvPr>
          <p:cNvSpPr txBox="1"/>
          <p:nvPr/>
        </p:nvSpPr>
        <p:spPr>
          <a:xfrm>
            <a:off x="2157894" y="3471799"/>
            <a:ext cx="9653106" cy="492443"/>
          </a:xfrm>
          <a:prstGeom prst="rect">
            <a:avLst/>
          </a:prstGeom>
          <a:noFill/>
        </p:spPr>
        <p:txBody>
          <a:bodyPr wrap="square" lIns="0" tIns="0" rIns="0" bIns="0">
            <a:spAutoFit/>
          </a:bodyPr>
          <a:lstStyle/>
          <a:p>
            <a:pPr marL="0" marR="0" indent="0">
              <a:buNone/>
            </a:pPr>
            <a:r>
              <a:rPr lang="en-US" sz="1200" b="1">
                <a:solidFill>
                  <a:schemeClr val="bg1"/>
                </a:solidFill>
                <a:effectLst/>
                <a:latin typeface="Tenorite" panose="00000500000000000000" pitchFamily="2" charset="0"/>
              </a:rPr>
              <a:t>Governance &amp; Data Catalog</a:t>
            </a:r>
          </a:p>
          <a:p>
            <a:pPr marL="0" marR="0" indent="0">
              <a:buNone/>
            </a:pPr>
            <a:r>
              <a:rPr lang="en-US" sz="1000" b="0" i="0">
                <a:solidFill>
                  <a:schemeClr val="bg1"/>
                </a:solidFill>
                <a:effectLst/>
                <a:latin typeface="Tenorite" panose="00000500000000000000" pitchFamily="2" charset="0"/>
              </a:rPr>
              <a:t>Domains and subdomains structure ownership from tenant down to workspace. The </a:t>
            </a:r>
            <a:r>
              <a:rPr lang="en-US" sz="1000" b="0" i="0" err="1">
                <a:solidFill>
                  <a:schemeClr val="bg1"/>
                </a:solidFill>
                <a:effectLst/>
                <a:latin typeface="Tenorite" panose="00000500000000000000" pitchFamily="2" charset="0"/>
              </a:rPr>
              <a:t>OneLake</a:t>
            </a:r>
            <a:r>
              <a:rPr lang="en-US" sz="1000" b="0" i="0">
                <a:solidFill>
                  <a:schemeClr val="bg1"/>
                </a:solidFill>
                <a:effectLst/>
                <a:latin typeface="Tenorite" panose="00000500000000000000" pitchFamily="2" charset="0"/>
              </a:rPr>
              <a:t> catalog (Explore / Govern / Secure) drives discovery, endorsement (Promoted / Certified) and a governance-completeness backlog. Purview extends lineage, classification and enterprise-wide catalog.</a:t>
            </a:r>
          </a:p>
        </p:txBody>
      </p:sp>
      <p:sp>
        <p:nvSpPr>
          <p:cNvPr id="39" name="TextBox 38">
            <a:extLst>
              <a:ext uri="{FF2B5EF4-FFF2-40B4-BE49-F238E27FC236}">
                <a16:creationId xmlns:a16="http://schemas.microsoft.com/office/drawing/2014/main" id="{0E835991-CAF3-3D29-74D9-31EB1B79A5AC}"/>
              </a:ext>
            </a:extLst>
          </p:cNvPr>
          <p:cNvSpPr txBox="1"/>
          <p:nvPr/>
        </p:nvSpPr>
        <p:spPr>
          <a:xfrm>
            <a:off x="2574454" y="4059505"/>
            <a:ext cx="9236546" cy="492443"/>
          </a:xfrm>
          <a:prstGeom prst="rect">
            <a:avLst/>
          </a:prstGeom>
          <a:noFill/>
        </p:spPr>
        <p:txBody>
          <a:bodyPr wrap="square" lIns="0" tIns="0" rIns="0" bIns="0">
            <a:spAutoFit/>
          </a:bodyPr>
          <a:lstStyle/>
          <a:p>
            <a:pPr marL="0" marR="0" indent="0">
              <a:buNone/>
            </a:pPr>
            <a:r>
              <a:rPr lang="en-US" sz="1200" b="1">
                <a:solidFill>
                  <a:schemeClr val="bg1"/>
                </a:solidFill>
                <a:effectLst/>
                <a:latin typeface="Tenorite" panose="00000500000000000000" pitchFamily="2" charset="0"/>
              </a:rPr>
              <a:t>Security &amp; Access Control</a:t>
            </a:r>
          </a:p>
          <a:p>
            <a:pPr marL="0" marR="0" indent="0">
              <a:buNone/>
            </a:pPr>
            <a:r>
              <a:rPr lang="en-US" sz="1000" b="0" i="0">
                <a:solidFill>
                  <a:schemeClr val="bg1"/>
                </a:solidFill>
                <a:effectLst/>
                <a:latin typeface="Tenorite" panose="00000500000000000000" pitchFamily="2" charset="0"/>
              </a:rPr>
              <a:t>Layered least-privilege: Entra ID groups → workspace roles (Admin/Member/Contributor/Viewer) → item permissions → </a:t>
            </a:r>
            <a:r>
              <a:rPr lang="en-US" sz="1000" b="0" i="0" err="1">
                <a:solidFill>
                  <a:schemeClr val="bg1"/>
                </a:solidFill>
                <a:effectLst/>
                <a:latin typeface="Tenorite" panose="00000500000000000000" pitchFamily="2" charset="0"/>
              </a:rPr>
              <a:t>OneLake</a:t>
            </a:r>
            <a:r>
              <a:rPr lang="en-US" sz="1000" b="0" i="0">
                <a:solidFill>
                  <a:schemeClr val="bg1"/>
                </a:solidFill>
                <a:effectLst/>
                <a:latin typeface="Tenorite" panose="00000500000000000000" pitchFamily="2" charset="0"/>
              </a:rPr>
              <a:t> security roles (folder/table) → row- and column-level security → dynamic data masking → sensitivity labels with DLP. Most users are restricted to Gold.</a:t>
            </a:r>
          </a:p>
        </p:txBody>
      </p:sp>
      <p:sp>
        <p:nvSpPr>
          <p:cNvPr id="40" name="TextBox 39">
            <a:extLst>
              <a:ext uri="{FF2B5EF4-FFF2-40B4-BE49-F238E27FC236}">
                <a16:creationId xmlns:a16="http://schemas.microsoft.com/office/drawing/2014/main" id="{FC683051-CA4B-A20B-0A6B-24503B01A7A5}"/>
              </a:ext>
            </a:extLst>
          </p:cNvPr>
          <p:cNvSpPr txBox="1"/>
          <p:nvPr/>
        </p:nvSpPr>
        <p:spPr>
          <a:xfrm>
            <a:off x="2991014" y="4647212"/>
            <a:ext cx="8819986" cy="492443"/>
          </a:xfrm>
          <a:prstGeom prst="rect">
            <a:avLst/>
          </a:prstGeom>
          <a:noFill/>
        </p:spPr>
        <p:txBody>
          <a:bodyPr wrap="square" lIns="0" tIns="0" rIns="0" bIns="0">
            <a:spAutoFit/>
          </a:bodyPr>
          <a:lstStyle/>
          <a:p>
            <a:pPr marL="0" marR="0" indent="0">
              <a:buNone/>
            </a:pPr>
            <a:r>
              <a:rPr lang="en-US" sz="1200" b="1">
                <a:solidFill>
                  <a:schemeClr val="bg1"/>
                </a:solidFill>
                <a:effectLst/>
                <a:latin typeface="Tenorite" panose="00000500000000000000" pitchFamily="2" charset="0"/>
              </a:rPr>
              <a:t>Audit, Logging &amp; Observability</a:t>
            </a:r>
          </a:p>
          <a:p>
            <a:pPr marL="0" marR="0" indent="0">
              <a:buNone/>
            </a:pPr>
            <a:r>
              <a:rPr lang="en-US" sz="1000" b="0" i="0">
                <a:solidFill>
                  <a:schemeClr val="bg1"/>
                </a:solidFill>
                <a:effectLst/>
                <a:latin typeface="Tenorite" panose="00000500000000000000" pitchFamily="2" charset="0"/>
              </a:rPr>
              <a:t>All user activity flows to the Purview audit log. Pipeline and notebook runs are captured for lineage and re-run; the Monitoring hub and Capacity Metrics app track jobs, failures and CU consumption. Custom run-logging into control tables gives an operational audit of every load.</a:t>
            </a:r>
          </a:p>
        </p:txBody>
      </p:sp>
      <p:sp>
        <p:nvSpPr>
          <p:cNvPr id="41" name="TextBox 40">
            <a:extLst>
              <a:ext uri="{FF2B5EF4-FFF2-40B4-BE49-F238E27FC236}">
                <a16:creationId xmlns:a16="http://schemas.microsoft.com/office/drawing/2014/main" id="{0199E7AE-F2B8-3A30-EE87-F2625D4E00C1}"/>
              </a:ext>
            </a:extLst>
          </p:cNvPr>
          <p:cNvSpPr txBox="1"/>
          <p:nvPr/>
        </p:nvSpPr>
        <p:spPr>
          <a:xfrm>
            <a:off x="3407574" y="5234919"/>
            <a:ext cx="8403426" cy="492443"/>
          </a:xfrm>
          <a:prstGeom prst="rect">
            <a:avLst/>
          </a:prstGeom>
          <a:noFill/>
        </p:spPr>
        <p:txBody>
          <a:bodyPr wrap="square" lIns="0" tIns="0" rIns="0" bIns="0">
            <a:spAutoFit/>
          </a:bodyPr>
          <a:lstStyle/>
          <a:p>
            <a:pPr marL="0" marR="0" indent="0">
              <a:buNone/>
            </a:pPr>
            <a:r>
              <a:rPr lang="en-US" sz="1200" b="1" err="1">
                <a:solidFill>
                  <a:schemeClr val="bg1"/>
                </a:solidFill>
                <a:effectLst/>
                <a:latin typeface="Tenorite" panose="00000500000000000000" pitchFamily="2" charset="0"/>
              </a:rPr>
              <a:t>DataOps</a:t>
            </a:r>
            <a:r>
              <a:rPr lang="en-US" sz="1200" b="1">
                <a:solidFill>
                  <a:schemeClr val="bg1"/>
                </a:solidFill>
                <a:effectLst/>
                <a:latin typeface="Tenorite" panose="00000500000000000000" pitchFamily="2" charset="0"/>
              </a:rPr>
              <a:t> &amp; CI/CD</a:t>
            </a:r>
          </a:p>
          <a:p>
            <a:pPr marL="0" marR="0" indent="0">
              <a:buNone/>
            </a:pPr>
            <a:r>
              <a:rPr lang="en-US" sz="1000" b="0" i="0">
                <a:solidFill>
                  <a:schemeClr val="bg1"/>
                </a:solidFill>
                <a:effectLst/>
                <a:latin typeface="Tenorite" panose="00000500000000000000" pitchFamily="2" charset="0"/>
              </a:rPr>
              <a:t>Workspace-level Git integration (Azure DevOps / GitHub) with deployment pipelines promoting Dev → Test → Prod. Variable Libraries remove hard-coded references across environments; fabric-</a:t>
            </a:r>
            <a:r>
              <a:rPr lang="en-US" sz="1000" b="0" i="0" err="1">
                <a:solidFill>
                  <a:schemeClr val="bg1"/>
                </a:solidFill>
                <a:effectLst/>
                <a:latin typeface="Tenorite" panose="00000500000000000000" pitchFamily="2" charset="0"/>
              </a:rPr>
              <a:t>cicd</a:t>
            </a:r>
            <a:r>
              <a:rPr lang="en-US" sz="1000" b="0" i="0">
                <a:solidFill>
                  <a:schemeClr val="bg1"/>
                </a:solidFill>
                <a:effectLst/>
                <a:latin typeface="Tenorite" panose="00000500000000000000" pitchFamily="2" charset="0"/>
              </a:rPr>
              <a:t> and Fabric REST APIs enable code-first automated deployment and testing.</a:t>
            </a:r>
          </a:p>
        </p:txBody>
      </p:sp>
      <p:sp>
        <p:nvSpPr>
          <p:cNvPr id="42" name="TextBox 41">
            <a:extLst>
              <a:ext uri="{FF2B5EF4-FFF2-40B4-BE49-F238E27FC236}">
                <a16:creationId xmlns:a16="http://schemas.microsoft.com/office/drawing/2014/main" id="{562DCF31-5BD2-EDE2-BDF6-E2F9C6172985}"/>
              </a:ext>
            </a:extLst>
          </p:cNvPr>
          <p:cNvSpPr txBox="1"/>
          <p:nvPr/>
        </p:nvSpPr>
        <p:spPr>
          <a:xfrm>
            <a:off x="3824134" y="5822626"/>
            <a:ext cx="7986866" cy="492443"/>
          </a:xfrm>
          <a:prstGeom prst="rect">
            <a:avLst/>
          </a:prstGeom>
          <a:noFill/>
        </p:spPr>
        <p:txBody>
          <a:bodyPr wrap="square" lIns="0" tIns="0" rIns="0" bIns="0">
            <a:spAutoFit/>
          </a:bodyPr>
          <a:lstStyle/>
          <a:p>
            <a:pPr marL="0" marR="0" indent="0">
              <a:buNone/>
            </a:pPr>
            <a:r>
              <a:rPr lang="en-US" sz="1200" b="1">
                <a:solidFill>
                  <a:schemeClr val="bg1"/>
                </a:solidFill>
                <a:effectLst/>
                <a:latin typeface="Tenorite" panose="00000500000000000000" pitchFamily="2" charset="0"/>
              </a:rPr>
              <a:t>Data Quality &amp; Reconciliation</a:t>
            </a:r>
          </a:p>
          <a:p>
            <a:pPr marL="0" marR="0" indent="0">
              <a:buNone/>
            </a:pPr>
            <a:r>
              <a:rPr lang="en-US" sz="1000" b="0" i="0">
                <a:solidFill>
                  <a:schemeClr val="bg1"/>
                </a:solidFill>
                <a:effectLst/>
                <a:latin typeface="Tenorite" panose="00000500000000000000" pitchFamily="2" charset="0"/>
              </a:rPr>
              <a:t>Quality rules enforced at the Silver gate (completeness, validity, uniqueness, referential integrity) with quarantine handling, plus source-to-target reconciliation counts and a DQ scorecard surfaced to data owners. Failures are logged, alerted and blocked from promotion.</a:t>
            </a:r>
          </a:p>
        </p:txBody>
      </p:sp>
      <p:cxnSp>
        <p:nvCxnSpPr>
          <p:cNvPr id="100" name="Straight Connector 99">
            <a:extLst>
              <a:ext uri="{FF2B5EF4-FFF2-40B4-BE49-F238E27FC236}">
                <a16:creationId xmlns:a16="http://schemas.microsoft.com/office/drawing/2014/main" id="{AFBAF206-734F-BACF-90DF-4DF457A93483}"/>
              </a:ext>
            </a:extLst>
          </p:cNvPr>
          <p:cNvCxnSpPr>
            <a:cxnSpLocks/>
          </p:cNvCxnSpPr>
          <p:nvPr/>
        </p:nvCxnSpPr>
        <p:spPr>
          <a:xfrm>
            <a:off x="382692" y="4011871"/>
            <a:ext cx="11430000" cy="0"/>
          </a:xfrm>
          <a:prstGeom prst="line">
            <a:avLst/>
          </a:prstGeom>
          <a:ln w="12700">
            <a:solidFill>
              <a:schemeClr val="tx1">
                <a:lumMod val="95000"/>
              </a:schemeClr>
            </a:solidFill>
          </a:ln>
        </p:spPr>
        <p:style>
          <a:lnRef idx="2">
            <a:schemeClr val="accent1"/>
          </a:lnRef>
          <a:fillRef idx="0">
            <a:schemeClr val="accent1"/>
          </a:fillRef>
          <a:effectRef idx="1">
            <a:schemeClr val="accent1"/>
          </a:effectRef>
          <a:fontRef idx="minor">
            <a:schemeClr val="tx1"/>
          </a:fontRef>
        </p:style>
      </p:cxnSp>
      <p:cxnSp>
        <p:nvCxnSpPr>
          <p:cNvPr id="102" name="Straight Connector 101">
            <a:extLst>
              <a:ext uri="{FF2B5EF4-FFF2-40B4-BE49-F238E27FC236}">
                <a16:creationId xmlns:a16="http://schemas.microsoft.com/office/drawing/2014/main" id="{B83CE407-2342-B4A3-6308-DD390A50D144}"/>
              </a:ext>
            </a:extLst>
          </p:cNvPr>
          <p:cNvCxnSpPr>
            <a:cxnSpLocks/>
          </p:cNvCxnSpPr>
          <p:nvPr/>
        </p:nvCxnSpPr>
        <p:spPr>
          <a:xfrm>
            <a:off x="384384" y="5187283"/>
            <a:ext cx="11430000" cy="0"/>
          </a:xfrm>
          <a:prstGeom prst="line">
            <a:avLst/>
          </a:prstGeom>
          <a:ln w="12700">
            <a:solidFill>
              <a:schemeClr val="tx1">
                <a:lumMod val="95000"/>
              </a:schemeClr>
            </a:solidFill>
          </a:ln>
        </p:spPr>
        <p:style>
          <a:lnRef idx="2">
            <a:schemeClr val="accent1"/>
          </a:lnRef>
          <a:fillRef idx="0">
            <a:schemeClr val="accent1"/>
          </a:fillRef>
          <a:effectRef idx="1">
            <a:schemeClr val="accent1"/>
          </a:effectRef>
          <a:fontRef idx="minor">
            <a:schemeClr val="tx1"/>
          </a:fontRef>
        </p:style>
      </p:cxnSp>
      <p:sp>
        <p:nvSpPr>
          <p:cNvPr id="109" name="Slide Number Placeholder 5">
            <a:extLst>
              <a:ext uri="{FF2B5EF4-FFF2-40B4-BE49-F238E27FC236}">
                <a16:creationId xmlns:a16="http://schemas.microsoft.com/office/drawing/2014/main" id="{123E3E38-CA6B-2D25-C66C-512F2BB57444}"/>
              </a:ext>
            </a:extLst>
          </p:cNvPr>
          <p:cNvSpPr>
            <a:spLocks noGrp="1"/>
          </p:cNvSpPr>
          <p:nvPr>
            <p:ph type="sldNum" sz="quarter" idx="4"/>
          </p:nvPr>
        </p:nvSpPr>
        <p:spPr>
          <a:xfrm>
            <a:off x="9067800" y="6538580"/>
            <a:ext cx="2743200" cy="174958"/>
          </a:xfrm>
          <a:prstGeom prst="rect">
            <a:avLst/>
          </a:prstGeom>
        </p:spPr>
        <p:txBody>
          <a:bodyPr vert="horz" lIns="91440" tIns="45720" rIns="0" bIns="45720" rtlCol="0" anchor="ctr"/>
          <a:lstStyle>
            <a:lvl1pPr algn="r">
              <a:defRPr sz="700" b="0" i="0">
                <a:solidFill>
                  <a:schemeClr val="accent4"/>
                </a:solidFill>
                <a:latin typeface="Tenorite" panose="00000500000000000000" pitchFamily="2" charset="0"/>
              </a:defRPr>
            </a:lvl1pPr>
          </a:lstStyle>
          <a:p>
            <a:fld id="{330EA680-D336-4FF7-8B7A-9848BB0A1C32}" type="slidenum">
              <a:rPr lang="en-US" smtClean="0"/>
              <a:pPr/>
              <a:t>9</a:t>
            </a:fld>
            <a:endParaRPr lang="en-US"/>
          </a:p>
        </p:txBody>
      </p:sp>
      <p:sp>
        <p:nvSpPr>
          <p:cNvPr id="110" name="Date Placeholder 3">
            <a:extLst>
              <a:ext uri="{FF2B5EF4-FFF2-40B4-BE49-F238E27FC236}">
                <a16:creationId xmlns:a16="http://schemas.microsoft.com/office/drawing/2014/main" id="{09EC26AB-C70A-AEBC-8EC9-159E1092E3BE}"/>
              </a:ext>
            </a:extLst>
          </p:cNvPr>
          <p:cNvSpPr>
            <a:spLocks noGrp="1"/>
          </p:cNvSpPr>
          <p:nvPr>
            <p:ph type="dt" sz="half" idx="2"/>
          </p:nvPr>
        </p:nvSpPr>
        <p:spPr>
          <a:xfrm>
            <a:off x="930274" y="6538580"/>
            <a:ext cx="2670175" cy="174958"/>
          </a:xfrm>
          <a:prstGeom prst="rect">
            <a:avLst/>
          </a:prstGeom>
        </p:spPr>
        <p:txBody>
          <a:bodyPr vert="horz" lIns="0" tIns="45720" rIns="91440" bIns="45720" rtlCol="0" anchor="ctr"/>
          <a:lstStyle>
            <a:lvl1pPr algn="l">
              <a:defRPr sz="700" b="0" i="0">
                <a:solidFill>
                  <a:schemeClr val="accent4"/>
                </a:solidFill>
                <a:latin typeface="Tenorite" panose="00000500000000000000" pitchFamily="2" charset="0"/>
              </a:defRPr>
            </a:lvl1pPr>
          </a:lstStyle>
          <a:p>
            <a:r>
              <a:rPr lang="en-US"/>
              <a:t>© SYREN CLOUD INC – 2026 – ALL RIGHTS RESERVED</a:t>
            </a:r>
            <a:endParaRPr lang="en-US" sz="700"/>
          </a:p>
        </p:txBody>
      </p:sp>
      <p:cxnSp>
        <p:nvCxnSpPr>
          <p:cNvPr id="3" name="Straight Connector 2">
            <a:extLst>
              <a:ext uri="{FF2B5EF4-FFF2-40B4-BE49-F238E27FC236}">
                <a16:creationId xmlns:a16="http://schemas.microsoft.com/office/drawing/2014/main" id="{A431DC8B-C6EA-2B03-6177-9250E22C3C60}"/>
              </a:ext>
            </a:extLst>
          </p:cNvPr>
          <p:cNvCxnSpPr>
            <a:cxnSpLocks/>
          </p:cNvCxnSpPr>
          <p:nvPr/>
        </p:nvCxnSpPr>
        <p:spPr>
          <a:xfrm>
            <a:off x="384384" y="5774993"/>
            <a:ext cx="11430000" cy="0"/>
          </a:xfrm>
          <a:prstGeom prst="line">
            <a:avLst/>
          </a:prstGeom>
          <a:ln w="12700">
            <a:solidFill>
              <a:schemeClr val="tx1">
                <a:lumMod val="95000"/>
              </a:schemeClr>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DF753AC2-09C7-A850-8730-713720EE7D45}"/>
              </a:ext>
            </a:extLst>
          </p:cNvPr>
          <p:cNvCxnSpPr>
            <a:cxnSpLocks/>
          </p:cNvCxnSpPr>
          <p:nvPr/>
        </p:nvCxnSpPr>
        <p:spPr>
          <a:xfrm>
            <a:off x="384384" y="2248753"/>
            <a:ext cx="11430000" cy="0"/>
          </a:xfrm>
          <a:prstGeom prst="line">
            <a:avLst/>
          </a:prstGeom>
          <a:ln w="12700">
            <a:solidFill>
              <a:schemeClr val="tx1">
                <a:lumMod val="95000"/>
              </a:schemeClr>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9BD9B9C3-A79F-B39A-0A83-8F41D6B5613F}"/>
              </a:ext>
            </a:extLst>
          </p:cNvPr>
          <p:cNvCxnSpPr>
            <a:cxnSpLocks/>
          </p:cNvCxnSpPr>
          <p:nvPr/>
        </p:nvCxnSpPr>
        <p:spPr>
          <a:xfrm>
            <a:off x="384384" y="2836459"/>
            <a:ext cx="11430000" cy="0"/>
          </a:xfrm>
          <a:prstGeom prst="line">
            <a:avLst/>
          </a:prstGeom>
          <a:ln w="12700">
            <a:solidFill>
              <a:schemeClr val="tx1">
                <a:lumMod val="9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7B341693-878E-8484-47B3-A11C20DAEDE2}"/>
              </a:ext>
            </a:extLst>
          </p:cNvPr>
          <p:cNvCxnSpPr>
            <a:cxnSpLocks/>
          </p:cNvCxnSpPr>
          <p:nvPr/>
        </p:nvCxnSpPr>
        <p:spPr>
          <a:xfrm>
            <a:off x="384384" y="3424166"/>
            <a:ext cx="11430000" cy="0"/>
          </a:xfrm>
          <a:prstGeom prst="line">
            <a:avLst/>
          </a:prstGeom>
          <a:ln w="12700">
            <a:solidFill>
              <a:schemeClr val="tx1">
                <a:lumMod val="9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D6AF8A44-4754-FCA2-1FE7-C812987B65F6}"/>
              </a:ext>
            </a:extLst>
          </p:cNvPr>
          <p:cNvCxnSpPr>
            <a:cxnSpLocks/>
          </p:cNvCxnSpPr>
          <p:nvPr/>
        </p:nvCxnSpPr>
        <p:spPr>
          <a:xfrm>
            <a:off x="384384" y="4011873"/>
            <a:ext cx="11430000" cy="0"/>
          </a:xfrm>
          <a:prstGeom prst="line">
            <a:avLst/>
          </a:prstGeom>
          <a:ln w="12700">
            <a:solidFill>
              <a:schemeClr val="tx1">
                <a:lumMod val="9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6B59B929-ACCF-1037-2877-3DFF90B8C24F}"/>
              </a:ext>
            </a:extLst>
          </p:cNvPr>
          <p:cNvCxnSpPr>
            <a:cxnSpLocks/>
          </p:cNvCxnSpPr>
          <p:nvPr/>
        </p:nvCxnSpPr>
        <p:spPr>
          <a:xfrm>
            <a:off x="384384" y="4599579"/>
            <a:ext cx="11430000" cy="0"/>
          </a:xfrm>
          <a:prstGeom prst="line">
            <a:avLst/>
          </a:prstGeom>
          <a:ln w="12700">
            <a:solidFill>
              <a:schemeClr val="tx1">
                <a:lumMod val="9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48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 name="Rectangle: Rounded Corners 54">
            <a:extLst>
              <a:ext uri="{FF2B5EF4-FFF2-40B4-BE49-F238E27FC236}">
                <a16:creationId xmlns:a16="http://schemas.microsoft.com/office/drawing/2014/main" id="{69D2B47C-8084-B9FA-29AA-A2DC8FFB4777}"/>
              </a:ext>
            </a:extLst>
          </p:cNvPr>
          <p:cNvSpPr/>
          <p:nvPr/>
        </p:nvSpPr>
        <p:spPr>
          <a:xfrm>
            <a:off x="8190015" y="1445726"/>
            <a:ext cx="3620985" cy="4916974"/>
          </a:xfrm>
          <a:prstGeom prst="roundRect">
            <a:avLst>
              <a:gd name="adj" fmla="val 5678"/>
            </a:avLst>
          </a:prstGeom>
          <a:solidFill>
            <a:schemeClr val="tx1"/>
          </a:solidFill>
          <a:ln>
            <a:noFill/>
          </a:ln>
          <a:effectLst>
            <a:outerShdw blurRad="190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5D82386-B499-0F23-4227-EB0EA8E33A13}"/>
              </a:ext>
            </a:extLst>
          </p:cNvPr>
          <p:cNvSpPr>
            <a:spLocks noGrp="1"/>
          </p:cNvSpPr>
          <p:nvPr>
            <p:ph type="title"/>
          </p:nvPr>
        </p:nvSpPr>
        <p:spPr>
          <a:xfrm>
            <a:off x="381000" y="317499"/>
            <a:ext cx="11468100" cy="498598"/>
          </a:xfrm>
        </p:spPr>
        <p:txBody>
          <a:bodyPr/>
          <a:lstStyle/>
          <a:p>
            <a:r>
              <a:rPr lang="en-IN"/>
              <a:t>Ideal resource mix</a:t>
            </a:r>
          </a:p>
        </p:txBody>
      </p:sp>
      <p:sp>
        <p:nvSpPr>
          <p:cNvPr id="12" name="TextBox 11">
            <a:extLst>
              <a:ext uri="{FF2B5EF4-FFF2-40B4-BE49-F238E27FC236}">
                <a16:creationId xmlns:a16="http://schemas.microsoft.com/office/drawing/2014/main" id="{777391D8-FADB-BC48-0FFB-2325C9EE64C6}"/>
              </a:ext>
            </a:extLst>
          </p:cNvPr>
          <p:cNvSpPr txBox="1"/>
          <p:nvPr/>
        </p:nvSpPr>
        <p:spPr>
          <a:xfrm>
            <a:off x="381000" y="1023128"/>
            <a:ext cx="11430000" cy="215444"/>
          </a:xfrm>
          <a:prstGeom prst="rect">
            <a:avLst/>
          </a:prstGeom>
          <a:noFill/>
        </p:spPr>
        <p:txBody>
          <a:bodyPr wrap="square" lIns="0" tIns="0" rIns="0" bIns="0">
            <a:spAutoFit/>
          </a:bodyPr>
          <a:lstStyle/>
          <a:p>
            <a:pPr marL="0" marR="0" indent="0">
              <a:buNone/>
            </a:pPr>
            <a:r>
              <a:rPr lang="en-US" sz="1400" b="1" i="0">
                <a:solidFill>
                  <a:schemeClr val="bg1"/>
                </a:solidFill>
                <a:effectLst/>
                <a:latin typeface="Tenorite" panose="00000500000000000000" pitchFamily="2" charset="0"/>
              </a:rPr>
              <a:t>Bars show relative FTE weighting within each team; the figure on the right is the indicative headcount for that role at peak.</a:t>
            </a:r>
          </a:p>
        </p:txBody>
      </p:sp>
      <p:sp>
        <p:nvSpPr>
          <p:cNvPr id="14" name="Rectangle: Rounded Corners 13">
            <a:extLst>
              <a:ext uri="{FF2B5EF4-FFF2-40B4-BE49-F238E27FC236}">
                <a16:creationId xmlns:a16="http://schemas.microsoft.com/office/drawing/2014/main" id="{69B5362A-0FE1-F744-3FAF-4889787760C1}"/>
              </a:ext>
            </a:extLst>
          </p:cNvPr>
          <p:cNvSpPr/>
          <p:nvPr/>
        </p:nvSpPr>
        <p:spPr>
          <a:xfrm>
            <a:off x="381000" y="1445726"/>
            <a:ext cx="3620985" cy="4916974"/>
          </a:xfrm>
          <a:prstGeom prst="roundRect">
            <a:avLst>
              <a:gd name="adj" fmla="val 5146"/>
            </a:avLst>
          </a:prstGeom>
          <a:solidFill>
            <a:schemeClr val="tx1"/>
          </a:solidFill>
          <a:ln>
            <a:noFill/>
          </a:ln>
          <a:effectLst>
            <a:outerShdw blurRad="190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CC8524AA-3E1C-53DE-02D8-D6D2F2CBCCD7}"/>
              </a:ext>
            </a:extLst>
          </p:cNvPr>
          <p:cNvSpPr/>
          <p:nvPr/>
        </p:nvSpPr>
        <p:spPr>
          <a:xfrm>
            <a:off x="4285508" y="1445726"/>
            <a:ext cx="3620985" cy="4916974"/>
          </a:xfrm>
          <a:prstGeom prst="roundRect">
            <a:avLst>
              <a:gd name="adj" fmla="val 5678"/>
            </a:avLst>
          </a:prstGeom>
          <a:solidFill>
            <a:schemeClr val="tx1"/>
          </a:solidFill>
          <a:ln>
            <a:noFill/>
          </a:ln>
          <a:effectLst>
            <a:outerShdw blurRad="190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Top Corners Rounded 25">
            <a:extLst>
              <a:ext uri="{FF2B5EF4-FFF2-40B4-BE49-F238E27FC236}">
                <a16:creationId xmlns:a16="http://schemas.microsoft.com/office/drawing/2014/main" id="{294AC2C1-4062-F0F0-2CDF-926D8CAB20E7}"/>
              </a:ext>
            </a:extLst>
          </p:cNvPr>
          <p:cNvSpPr/>
          <p:nvPr/>
        </p:nvSpPr>
        <p:spPr>
          <a:xfrm rot="10800000">
            <a:off x="1116134" y="1445725"/>
            <a:ext cx="2150717" cy="402216"/>
          </a:xfrm>
          <a:prstGeom prst="round2SameRect">
            <a:avLst>
              <a:gd name="adj1" fmla="val 37553"/>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a:extLst>
              <a:ext uri="{FF2B5EF4-FFF2-40B4-BE49-F238E27FC236}">
                <a16:creationId xmlns:a16="http://schemas.microsoft.com/office/drawing/2014/main" id="{8DD9B775-8930-D902-6D0A-2947B036A822}"/>
              </a:ext>
            </a:extLst>
          </p:cNvPr>
          <p:cNvSpPr txBox="1"/>
          <p:nvPr/>
        </p:nvSpPr>
        <p:spPr>
          <a:xfrm>
            <a:off x="1241851" y="1477555"/>
            <a:ext cx="1899282" cy="338554"/>
          </a:xfrm>
          <a:prstGeom prst="rect">
            <a:avLst/>
          </a:prstGeom>
          <a:noFill/>
        </p:spPr>
        <p:txBody>
          <a:bodyPr wrap="square">
            <a:spAutoFit/>
          </a:bodyPr>
          <a:lstStyle/>
          <a:p>
            <a:pPr algn="ctr"/>
            <a:r>
              <a:rPr lang="en-IN" sz="1600">
                <a:latin typeface="Tenorite" panose="00000500000000000000" pitchFamily="2" charset="0"/>
              </a:rPr>
              <a:t>Simple · 3–4 FTE</a:t>
            </a:r>
          </a:p>
        </p:txBody>
      </p:sp>
      <p:sp>
        <p:nvSpPr>
          <p:cNvPr id="30" name="Rectangle: Top Corners Rounded 29">
            <a:extLst>
              <a:ext uri="{FF2B5EF4-FFF2-40B4-BE49-F238E27FC236}">
                <a16:creationId xmlns:a16="http://schemas.microsoft.com/office/drawing/2014/main" id="{C19FC9A7-5AC8-A948-05F0-05590AFDF523}"/>
              </a:ext>
            </a:extLst>
          </p:cNvPr>
          <p:cNvSpPr/>
          <p:nvPr/>
        </p:nvSpPr>
        <p:spPr>
          <a:xfrm rot="10800000">
            <a:off x="5020642" y="1445725"/>
            <a:ext cx="2150717" cy="402216"/>
          </a:xfrm>
          <a:prstGeom prst="round2SameRect">
            <a:avLst>
              <a:gd name="adj1" fmla="val 37553"/>
              <a:gd name="adj2" fmla="val 0"/>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extBox 31">
            <a:extLst>
              <a:ext uri="{FF2B5EF4-FFF2-40B4-BE49-F238E27FC236}">
                <a16:creationId xmlns:a16="http://schemas.microsoft.com/office/drawing/2014/main" id="{ACBF1514-E3ED-D026-FDCE-F8FE421A0478}"/>
              </a:ext>
            </a:extLst>
          </p:cNvPr>
          <p:cNvSpPr txBox="1"/>
          <p:nvPr/>
        </p:nvSpPr>
        <p:spPr>
          <a:xfrm>
            <a:off x="5110480" y="1477555"/>
            <a:ext cx="1971040" cy="338554"/>
          </a:xfrm>
          <a:prstGeom prst="rect">
            <a:avLst/>
          </a:prstGeom>
          <a:noFill/>
        </p:spPr>
        <p:txBody>
          <a:bodyPr wrap="square">
            <a:spAutoFit/>
          </a:bodyPr>
          <a:lstStyle/>
          <a:p>
            <a:pPr algn="ctr"/>
            <a:r>
              <a:rPr lang="en-IN" sz="1600">
                <a:solidFill>
                  <a:schemeClr val="bg1"/>
                </a:solidFill>
                <a:latin typeface="Tenorite" panose="00000500000000000000" pitchFamily="2" charset="0"/>
              </a:rPr>
              <a:t>Medium · 5–8 FTE</a:t>
            </a:r>
          </a:p>
        </p:txBody>
      </p:sp>
      <p:sp>
        <p:nvSpPr>
          <p:cNvPr id="34" name="Rectangle: Top Corners Rounded 33">
            <a:extLst>
              <a:ext uri="{FF2B5EF4-FFF2-40B4-BE49-F238E27FC236}">
                <a16:creationId xmlns:a16="http://schemas.microsoft.com/office/drawing/2014/main" id="{041BDE32-DF56-823C-A4F7-B6EE1224833E}"/>
              </a:ext>
            </a:extLst>
          </p:cNvPr>
          <p:cNvSpPr/>
          <p:nvPr/>
        </p:nvSpPr>
        <p:spPr>
          <a:xfrm rot="10800000">
            <a:off x="8925149" y="1445725"/>
            <a:ext cx="2150717" cy="402216"/>
          </a:xfrm>
          <a:prstGeom prst="round2SameRect">
            <a:avLst>
              <a:gd name="adj1" fmla="val 37553"/>
              <a:gd name="adj2" fmla="val 0"/>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8495D30A-A6E5-668E-2DDB-4A0819C7D9DC}"/>
              </a:ext>
            </a:extLst>
          </p:cNvPr>
          <p:cNvSpPr txBox="1"/>
          <p:nvPr/>
        </p:nvSpPr>
        <p:spPr>
          <a:xfrm>
            <a:off x="8936774" y="1477555"/>
            <a:ext cx="2127466" cy="338554"/>
          </a:xfrm>
          <a:prstGeom prst="rect">
            <a:avLst/>
          </a:prstGeom>
          <a:noFill/>
        </p:spPr>
        <p:txBody>
          <a:bodyPr wrap="square">
            <a:spAutoFit/>
          </a:bodyPr>
          <a:lstStyle/>
          <a:p>
            <a:pPr algn="ctr"/>
            <a:r>
              <a:rPr lang="en-IN" sz="1600">
                <a:solidFill>
                  <a:schemeClr val="bg1"/>
                </a:solidFill>
                <a:latin typeface="Tenorite" panose="00000500000000000000" pitchFamily="2" charset="0"/>
              </a:rPr>
              <a:t>Complex · 9–15+ FTE</a:t>
            </a:r>
          </a:p>
        </p:txBody>
      </p:sp>
      <p:graphicFrame>
        <p:nvGraphicFramePr>
          <p:cNvPr id="38" name="Table 37">
            <a:extLst>
              <a:ext uri="{FF2B5EF4-FFF2-40B4-BE49-F238E27FC236}">
                <a16:creationId xmlns:a16="http://schemas.microsoft.com/office/drawing/2014/main" id="{7DAD384A-AB4F-C377-F464-C10BA78DADC0}"/>
              </a:ext>
            </a:extLst>
          </p:cNvPr>
          <p:cNvGraphicFramePr>
            <a:graphicFrameLocks noGrp="1"/>
          </p:cNvGraphicFramePr>
          <p:nvPr>
            <p:extLst>
              <p:ext uri="{D42A27DB-BD31-4B8C-83A1-F6EECF244321}">
                <p14:modId xmlns:p14="http://schemas.microsoft.com/office/powerpoint/2010/main" val="408201681"/>
              </p:ext>
            </p:extLst>
          </p:nvPr>
        </p:nvGraphicFramePr>
        <p:xfrm>
          <a:off x="556645" y="1879770"/>
          <a:ext cx="3342882" cy="2072640"/>
        </p:xfrm>
        <a:graphic>
          <a:graphicData uri="http://schemas.openxmlformats.org/drawingml/2006/table">
            <a:tbl>
              <a:tblPr firstRow="1" bandRow="1">
                <a:tableStyleId>{5C22544A-7EE6-4342-B048-85BDC9FD1C3A}</a:tableStyleId>
              </a:tblPr>
              <a:tblGrid>
                <a:gridCol w="2330488">
                  <a:extLst>
                    <a:ext uri="{9D8B030D-6E8A-4147-A177-3AD203B41FA5}">
                      <a16:colId xmlns:a16="http://schemas.microsoft.com/office/drawing/2014/main" val="2164475052"/>
                    </a:ext>
                  </a:extLst>
                </a:gridCol>
                <a:gridCol w="1012394">
                  <a:extLst>
                    <a:ext uri="{9D8B030D-6E8A-4147-A177-3AD203B41FA5}">
                      <a16:colId xmlns:a16="http://schemas.microsoft.com/office/drawing/2014/main" val="1773037994"/>
                    </a:ext>
                  </a:extLst>
                </a:gridCol>
              </a:tblGrid>
              <a:tr h="370840">
                <a:tc>
                  <a:txBody>
                    <a:bodyPr/>
                    <a:lstStyle/>
                    <a:p>
                      <a:r>
                        <a:rPr lang="en-US" sz="1400" b="1">
                          <a:solidFill>
                            <a:schemeClr val="bg1"/>
                          </a:solidFill>
                          <a:latin typeface="Tenorite" panose="00000500000000000000" pitchFamily="2" charset="0"/>
                        </a:rPr>
                        <a:t>Data Platform Architect</a:t>
                      </a:r>
                    </a:p>
                    <a:p>
                      <a:r>
                        <a:rPr lang="en-US" sz="1400" b="0">
                          <a:solidFill>
                            <a:schemeClr val="bg1"/>
                          </a:solidFill>
                          <a:latin typeface="Tenorite" panose="00000500000000000000" pitchFamily="2" charset="0"/>
                        </a:rPr>
                        <a:t>part-time, shared</a:t>
                      </a:r>
                    </a:p>
                  </a:txBody>
                  <a:tcPr anchor="ctr">
                    <a:lnB w="12700" cap="flat" cmpd="sng" algn="ctr">
                      <a:solidFill>
                        <a:schemeClr val="bg2">
                          <a:lumMod val="90000"/>
                        </a:schemeClr>
                      </a:solidFill>
                      <a:prstDash val="sysDash"/>
                      <a:round/>
                      <a:headEnd type="none" w="med" len="med"/>
                      <a:tailEnd type="none" w="med" len="med"/>
                    </a:lnB>
                    <a:noFill/>
                  </a:tcPr>
                </a:tc>
                <a:tc>
                  <a:txBody>
                    <a:bodyPr/>
                    <a:lstStyle/>
                    <a:p>
                      <a:pPr marL="0" algn="r" defTabSz="914400" rtl="0" eaLnBrk="1" latinLnBrk="0" hangingPunct="1"/>
                      <a:r>
                        <a:rPr lang="en-IN" sz="1400" b="0" kern="1200">
                          <a:solidFill>
                            <a:schemeClr val="bg1"/>
                          </a:solidFill>
                          <a:latin typeface="Tenorite" panose="00000500000000000000" pitchFamily="2" charset="0"/>
                          <a:ea typeface="+mn-ea"/>
                          <a:cs typeface="+mn-cs"/>
                        </a:rPr>
                        <a:t>0.5</a:t>
                      </a:r>
                    </a:p>
                  </a:txBody>
                  <a:tcPr anchor="ctr">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3822078053"/>
                  </a:ext>
                </a:extLst>
              </a:tr>
              <a:tr h="370840">
                <a:tc>
                  <a:txBody>
                    <a:bodyPr/>
                    <a:lstStyle/>
                    <a:p>
                      <a:r>
                        <a:rPr lang="en-IN" sz="1400" b="1">
                          <a:solidFill>
                            <a:schemeClr val="bg1"/>
                          </a:solidFill>
                          <a:latin typeface="Tenorite" panose="00000500000000000000" pitchFamily="2" charset="0"/>
                        </a:rPr>
                        <a:t>Data Engineer</a:t>
                      </a:r>
                    </a:p>
                    <a:p>
                      <a:r>
                        <a:rPr lang="en-IN" sz="1400" b="0">
                          <a:solidFill>
                            <a:schemeClr val="bg1"/>
                          </a:solidFill>
                          <a:latin typeface="Tenorite" panose="00000500000000000000" pitchFamily="2" charset="0"/>
                        </a:rPr>
                        <a:t>pipelines + Spark</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tc>
                  <a:txBody>
                    <a:bodyPr/>
                    <a:lstStyle/>
                    <a:p>
                      <a:pPr algn="r"/>
                      <a:r>
                        <a:rPr lang="en-IN" sz="1400" b="0">
                          <a:solidFill>
                            <a:schemeClr val="bg1"/>
                          </a:solidFill>
                          <a:latin typeface="Tenorite" panose="00000500000000000000" pitchFamily="2" charset="0"/>
                        </a:rPr>
                        <a:t>1 – 2</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1193697693"/>
                  </a:ext>
                </a:extLst>
              </a:tr>
              <a:tr h="370840">
                <a:tc>
                  <a:txBody>
                    <a:bodyPr/>
                    <a:lstStyle/>
                    <a:p>
                      <a:r>
                        <a:rPr lang="en-US" sz="1400" b="1">
                          <a:solidFill>
                            <a:schemeClr val="bg1"/>
                          </a:solidFill>
                          <a:latin typeface="Tenorite" panose="00000500000000000000" pitchFamily="2" charset="0"/>
                        </a:rPr>
                        <a:t>Analytics / BI Engineer</a:t>
                      </a:r>
                    </a:p>
                    <a:p>
                      <a:r>
                        <a:rPr lang="en-US" sz="1400" b="0">
                          <a:solidFill>
                            <a:schemeClr val="bg1"/>
                          </a:solidFill>
                          <a:latin typeface="Tenorite" panose="00000500000000000000" pitchFamily="2" charset="0"/>
                        </a:rPr>
                        <a:t>Gold + semantic model</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tc>
                  <a:txBody>
                    <a:bodyPr/>
                    <a:lstStyle/>
                    <a:p>
                      <a:pPr algn="r"/>
                      <a:r>
                        <a:rPr lang="en-IN" sz="1400">
                          <a:latin typeface="Tenorite" panose="00000500000000000000" pitchFamily="2" charset="0"/>
                        </a:rPr>
                        <a:t>1</a:t>
                      </a:r>
                      <a:endParaRPr lang="en-IN" sz="1400" b="0">
                        <a:solidFill>
                          <a:schemeClr val="bg1"/>
                        </a:solidFill>
                        <a:latin typeface="Tenorite" panose="00000500000000000000" pitchFamily="2" charset="0"/>
                      </a:endParaRP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1176396766"/>
                  </a:ext>
                </a:extLst>
              </a:tr>
              <a:tr h="370840">
                <a:tc>
                  <a:txBody>
                    <a:bodyPr/>
                    <a:lstStyle/>
                    <a:p>
                      <a:pPr marL="0" algn="l" defTabSz="914400" rtl="0" eaLnBrk="1" latinLnBrk="0" hangingPunct="1"/>
                      <a:r>
                        <a:rPr lang="en-IN" sz="1400" b="1" kern="1200">
                          <a:solidFill>
                            <a:schemeClr val="bg1"/>
                          </a:solidFill>
                          <a:latin typeface="Tenorite" panose="00000500000000000000" pitchFamily="2" charset="0"/>
                          <a:ea typeface="+mn-ea"/>
                          <a:cs typeface="+mn-cs"/>
                        </a:rPr>
                        <a:t>Delivery lead / PM</a:t>
                      </a:r>
                    </a:p>
                    <a:p>
                      <a:pPr marL="0" algn="l" defTabSz="914400" rtl="0" eaLnBrk="1" latinLnBrk="0" hangingPunct="1"/>
                      <a:r>
                        <a:rPr lang="en-IN" sz="1400" b="0" kern="1200">
                          <a:solidFill>
                            <a:schemeClr val="bg1"/>
                          </a:solidFill>
                          <a:latin typeface="Tenorite" panose="00000500000000000000" pitchFamily="2" charset="0"/>
                          <a:ea typeface="+mn-ea"/>
                          <a:cs typeface="+mn-cs"/>
                        </a:rPr>
                        <a:t>part-time</a:t>
                      </a:r>
                    </a:p>
                  </a:txBody>
                  <a:tcPr anchor="ctr">
                    <a:lnT w="12700" cap="flat" cmpd="sng" algn="ctr">
                      <a:solidFill>
                        <a:schemeClr val="bg2">
                          <a:lumMod val="90000"/>
                        </a:schemeClr>
                      </a:solidFill>
                      <a:prstDash val="sysDash"/>
                      <a:round/>
                      <a:headEnd type="none" w="med" len="med"/>
                      <a:tailEnd type="none" w="med" len="med"/>
                    </a:lnT>
                    <a:noFill/>
                  </a:tcPr>
                </a:tc>
                <a:tc>
                  <a:txBody>
                    <a:bodyPr/>
                    <a:lstStyle/>
                    <a:p>
                      <a:pPr algn="r"/>
                      <a:r>
                        <a:rPr lang="en-IN" sz="1400" b="0">
                          <a:solidFill>
                            <a:schemeClr val="bg1"/>
                          </a:solidFill>
                          <a:latin typeface="Tenorite" panose="00000500000000000000" pitchFamily="2" charset="0"/>
                        </a:rPr>
                        <a:t>0.25</a:t>
                      </a:r>
                    </a:p>
                  </a:txBody>
                  <a:tcPr anchor="ctr">
                    <a:lnT w="12700" cap="flat" cmpd="sng" algn="ctr">
                      <a:solidFill>
                        <a:schemeClr val="bg2">
                          <a:lumMod val="90000"/>
                        </a:schemeClr>
                      </a:solidFill>
                      <a:prstDash val="sysDash"/>
                      <a:round/>
                      <a:headEnd type="none" w="med" len="med"/>
                      <a:tailEnd type="none" w="med" len="med"/>
                    </a:lnT>
                    <a:noFill/>
                  </a:tcPr>
                </a:tc>
                <a:extLst>
                  <a:ext uri="{0D108BD9-81ED-4DB2-BD59-A6C34878D82A}">
                    <a16:rowId xmlns:a16="http://schemas.microsoft.com/office/drawing/2014/main" val="1614076391"/>
                  </a:ext>
                </a:extLst>
              </a:tr>
            </a:tbl>
          </a:graphicData>
        </a:graphic>
      </p:graphicFrame>
      <p:graphicFrame>
        <p:nvGraphicFramePr>
          <p:cNvPr id="43" name="Table 42">
            <a:extLst>
              <a:ext uri="{FF2B5EF4-FFF2-40B4-BE49-F238E27FC236}">
                <a16:creationId xmlns:a16="http://schemas.microsoft.com/office/drawing/2014/main" id="{3ADF4852-D993-0A0E-AB74-8DA713D53EBF}"/>
              </a:ext>
            </a:extLst>
          </p:cNvPr>
          <p:cNvGraphicFramePr>
            <a:graphicFrameLocks noGrp="1"/>
          </p:cNvGraphicFramePr>
          <p:nvPr>
            <p:extLst>
              <p:ext uri="{D42A27DB-BD31-4B8C-83A1-F6EECF244321}">
                <p14:modId xmlns:p14="http://schemas.microsoft.com/office/powerpoint/2010/main" val="689153204"/>
              </p:ext>
            </p:extLst>
          </p:nvPr>
        </p:nvGraphicFramePr>
        <p:xfrm>
          <a:off x="4424559" y="1879770"/>
          <a:ext cx="3342882" cy="2372360"/>
        </p:xfrm>
        <a:graphic>
          <a:graphicData uri="http://schemas.openxmlformats.org/drawingml/2006/table">
            <a:tbl>
              <a:tblPr firstRow="1" bandRow="1">
                <a:tableStyleId>{5C22544A-7EE6-4342-B048-85BDC9FD1C3A}</a:tableStyleId>
              </a:tblPr>
              <a:tblGrid>
                <a:gridCol w="2330488">
                  <a:extLst>
                    <a:ext uri="{9D8B030D-6E8A-4147-A177-3AD203B41FA5}">
                      <a16:colId xmlns:a16="http://schemas.microsoft.com/office/drawing/2014/main" val="2164475052"/>
                    </a:ext>
                  </a:extLst>
                </a:gridCol>
                <a:gridCol w="1012394">
                  <a:extLst>
                    <a:ext uri="{9D8B030D-6E8A-4147-A177-3AD203B41FA5}">
                      <a16:colId xmlns:a16="http://schemas.microsoft.com/office/drawing/2014/main" val="1773037994"/>
                    </a:ext>
                  </a:extLst>
                </a:gridCol>
              </a:tblGrid>
              <a:tr h="370840">
                <a:tc>
                  <a:txBody>
                    <a:bodyPr/>
                    <a:lstStyle/>
                    <a:p>
                      <a:r>
                        <a:rPr lang="en-US" sz="1400" b="1">
                          <a:solidFill>
                            <a:schemeClr val="bg1"/>
                          </a:solidFill>
                          <a:latin typeface="Tenorite" panose="00000500000000000000" pitchFamily="2" charset="0"/>
                        </a:rPr>
                        <a:t>Data Platform Architect</a:t>
                      </a:r>
                    </a:p>
                  </a:txBody>
                  <a:tcPr anchor="ctr">
                    <a:lnB w="12700" cap="flat" cmpd="sng" algn="ctr">
                      <a:solidFill>
                        <a:schemeClr val="bg2">
                          <a:lumMod val="90000"/>
                        </a:schemeClr>
                      </a:solidFill>
                      <a:prstDash val="sysDash"/>
                      <a:round/>
                      <a:headEnd type="none" w="med" len="med"/>
                      <a:tailEnd type="none" w="med" len="med"/>
                    </a:lnB>
                    <a:noFill/>
                  </a:tcPr>
                </a:tc>
                <a:tc>
                  <a:txBody>
                    <a:bodyPr/>
                    <a:lstStyle/>
                    <a:p>
                      <a:pPr marL="0" algn="r" defTabSz="914400" rtl="0" eaLnBrk="1" latinLnBrk="0" hangingPunct="1"/>
                      <a:r>
                        <a:rPr lang="en-IN" sz="1400" b="0" kern="1200">
                          <a:solidFill>
                            <a:schemeClr val="bg1"/>
                          </a:solidFill>
                          <a:latin typeface="Tenorite" panose="00000500000000000000" pitchFamily="2" charset="0"/>
                          <a:ea typeface="+mn-ea"/>
                          <a:cs typeface="+mn-cs"/>
                        </a:rPr>
                        <a:t>1</a:t>
                      </a:r>
                    </a:p>
                  </a:txBody>
                  <a:tcPr anchor="ctr">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3822078053"/>
                  </a:ext>
                </a:extLst>
              </a:tr>
              <a:tr h="370840">
                <a:tc>
                  <a:txBody>
                    <a:bodyPr/>
                    <a:lstStyle/>
                    <a:p>
                      <a:r>
                        <a:rPr lang="en-IN" sz="1400" b="1">
                          <a:solidFill>
                            <a:schemeClr val="bg1"/>
                          </a:solidFill>
                          <a:latin typeface="Tenorite" panose="00000500000000000000" pitchFamily="2" charset="0"/>
                        </a:rPr>
                        <a:t>Data Engineer</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tc>
                  <a:txBody>
                    <a:bodyPr/>
                    <a:lstStyle/>
                    <a:p>
                      <a:pPr algn="r"/>
                      <a:r>
                        <a:rPr lang="en-IN" sz="1400" b="0">
                          <a:solidFill>
                            <a:schemeClr val="bg1"/>
                          </a:solidFill>
                          <a:latin typeface="Tenorite" panose="00000500000000000000" pitchFamily="2" charset="0"/>
                        </a:rPr>
                        <a:t>2 – 3</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1193697693"/>
                  </a:ext>
                </a:extLst>
              </a:tr>
              <a:tr h="370840">
                <a:tc>
                  <a:txBody>
                    <a:bodyPr/>
                    <a:lstStyle/>
                    <a:p>
                      <a:r>
                        <a:rPr lang="en-US" sz="1400" b="1">
                          <a:solidFill>
                            <a:schemeClr val="bg1"/>
                          </a:solidFill>
                          <a:latin typeface="Tenorite" panose="00000500000000000000" pitchFamily="2" charset="0"/>
                        </a:rPr>
                        <a:t>Analytics / BI Engineer</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tc>
                  <a:txBody>
                    <a:bodyPr/>
                    <a:lstStyle/>
                    <a:p>
                      <a:pPr algn="r"/>
                      <a:r>
                        <a:rPr lang="en-IN" sz="1400">
                          <a:latin typeface="Tenorite" panose="00000500000000000000" pitchFamily="2" charset="0"/>
                        </a:rPr>
                        <a:t>1 – 2</a:t>
                      </a:r>
                      <a:endParaRPr lang="en-IN" sz="1400" b="0">
                        <a:solidFill>
                          <a:schemeClr val="bg1"/>
                        </a:solidFill>
                        <a:latin typeface="Tenorite" panose="00000500000000000000" pitchFamily="2" charset="0"/>
                      </a:endParaRP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1176396766"/>
                  </a:ext>
                </a:extLst>
              </a:tr>
              <a:tr h="370840">
                <a:tc>
                  <a:txBody>
                    <a:bodyPr/>
                    <a:lstStyle/>
                    <a:p>
                      <a:pPr marL="0" algn="l" defTabSz="914400" rtl="0" eaLnBrk="1" latinLnBrk="0" hangingPunct="1"/>
                      <a:r>
                        <a:rPr lang="en-IN" sz="1400" b="1" kern="1200">
                          <a:solidFill>
                            <a:schemeClr val="bg1"/>
                          </a:solidFill>
                          <a:latin typeface="Tenorite" panose="00000500000000000000" pitchFamily="2" charset="0"/>
                          <a:ea typeface="+mn-ea"/>
                          <a:cs typeface="+mn-cs"/>
                        </a:rPr>
                        <a:t>Governance / Security</a:t>
                      </a:r>
                    </a:p>
                    <a:p>
                      <a:pPr marL="0" algn="l" defTabSz="914400" rtl="0" eaLnBrk="1" latinLnBrk="0" hangingPunct="1"/>
                      <a:r>
                        <a:rPr lang="en-IN" sz="1400" b="0" kern="1200">
                          <a:solidFill>
                            <a:schemeClr val="bg1"/>
                          </a:solidFill>
                          <a:latin typeface="Tenorite" panose="00000500000000000000" pitchFamily="2" charset="0"/>
                          <a:ea typeface="+mn-ea"/>
                          <a:cs typeface="+mn-cs"/>
                        </a:rPr>
                        <a:t>part-time specialist</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tc>
                  <a:txBody>
                    <a:bodyPr/>
                    <a:lstStyle/>
                    <a:p>
                      <a:pPr algn="r"/>
                      <a:r>
                        <a:rPr lang="en-IN" sz="1400" b="0">
                          <a:solidFill>
                            <a:schemeClr val="bg1"/>
                          </a:solidFill>
                          <a:latin typeface="Tenorite" panose="00000500000000000000" pitchFamily="2" charset="0"/>
                        </a:rPr>
                        <a:t>0.5</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1614076391"/>
                  </a:ext>
                </a:extLst>
              </a:tr>
              <a:tr h="370840">
                <a:tc>
                  <a:txBody>
                    <a:bodyPr/>
                    <a:lstStyle/>
                    <a:p>
                      <a:r>
                        <a:rPr lang="en-IN" sz="1400" b="1">
                          <a:solidFill>
                            <a:schemeClr val="bg1"/>
                          </a:solidFill>
                          <a:latin typeface="Tenorite" panose="00000500000000000000" pitchFamily="2" charset="0"/>
                        </a:rPr>
                        <a:t>QA / </a:t>
                      </a:r>
                      <a:r>
                        <a:rPr lang="en-IN" sz="1400" b="1" err="1">
                          <a:solidFill>
                            <a:schemeClr val="bg1"/>
                          </a:solidFill>
                          <a:latin typeface="Tenorite" panose="00000500000000000000" pitchFamily="2" charset="0"/>
                        </a:rPr>
                        <a:t>DataOps</a:t>
                      </a:r>
                      <a:r>
                        <a:rPr lang="en-IN" sz="1400" b="1">
                          <a:solidFill>
                            <a:schemeClr val="bg1"/>
                          </a:solidFill>
                          <a:latin typeface="Tenorite" panose="00000500000000000000" pitchFamily="2" charset="0"/>
                        </a:rPr>
                        <a:t> Engineer</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tc>
                  <a:txBody>
                    <a:bodyPr/>
                    <a:lstStyle/>
                    <a:p>
                      <a:pPr algn="r"/>
                      <a:r>
                        <a:rPr lang="en-IN" sz="1400" b="0">
                          <a:solidFill>
                            <a:schemeClr val="bg1"/>
                          </a:solidFill>
                          <a:latin typeface="Tenorite" panose="00000500000000000000" pitchFamily="2" charset="0"/>
                        </a:rPr>
                        <a:t>0.5 – 1</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3217243575"/>
                  </a:ext>
                </a:extLst>
              </a:tr>
              <a:tr h="370840">
                <a:tc>
                  <a:txBody>
                    <a:bodyPr/>
                    <a:lstStyle/>
                    <a:p>
                      <a:r>
                        <a:rPr lang="en-US" sz="1400" b="1">
                          <a:solidFill>
                            <a:schemeClr val="bg1"/>
                          </a:solidFill>
                          <a:latin typeface="Tenorite" panose="00000500000000000000" pitchFamily="2" charset="0"/>
                        </a:rPr>
                        <a:t>Delivery lead / Scrum</a:t>
                      </a:r>
                    </a:p>
                  </a:txBody>
                  <a:tcPr anchor="ctr">
                    <a:lnT w="12700" cap="flat" cmpd="sng" algn="ctr">
                      <a:solidFill>
                        <a:schemeClr val="bg2">
                          <a:lumMod val="90000"/>
                        </a:schemeClr>
                      </a:solidFill>
                      <a:prstDash val="sysDash"/>
                      <a:round/>
                      <a:headEnd type="none" w="med" len="med"/>
                      <a:tailEnd type="none" w="med" len="med"/>
                    </a:lnT>
                    <a:lnB w="6350" cap="flat" cmpd="sng" algn="ctr">
                      <a:noFill/>
                      <a:prstDash val="solid"/>
                      <a:round/>
                      <a:headEnd type="none" w="med" len="med"/>
                      <a:tailEnd type="none" w="med" len="med"/>
                    </a:lnB>
                    <a:noFill/>
                  </a:tcPr>
                </a:tc>
                <a:tc>
                  <a:txBody>
                    <a:bodyPr/>
                    <a:lstStyle/>
                    <a:p>
                      <a:pPr algn="r"/>
                      <a:r>
                        <a:rPr lang="en-IN" sz="1400">
                          <a:latin typeface="Tenorite" panose="00000500000000000000" pitchFamily="2" charset="0"/>
                        </a:rPr>
                        <a:t>0.5 – 1</a:t>
                      </a:r>
                    </a:p>
                  </a:txBody>
                  <a:tcPr anchor="ctr">
                    <a:lnT w="12700" cap="flat" cmpd="sng" algn="ctr">
                      <a:solidFill>
                        <a:schemeClr val="bg2">
                          <a:lumMod val="90000"/>
                        </a:schemeClr>
                      </a:solidFill>
                      <a:prstDash val="sysDash"/>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2537648837"/>
                  </a:ext>
                </a:extLst>
              </a:tr>
            </a:tbl>
          </a:graphicData>
        </a:graphic>
      </p:graphicFrame>
      <p:graphicFrame>
        <p:nvGraphicFramePr>
          <p:cNvPr id="44" name="Table 43">
            <a:extLst>
              <a:ext uri="{FF2B5EF4-FFF2-40B4-BE49-F238E27FC236}">
                <a16:creationId xmlns:a16="http://schemas.microsoft.com/office/drawing/2014/main" id="{F3EE5F6D-B15E-1BA3-5932-8ED3C2E3241E}"/>
              </a:ext>
            </a:extLst>
          </p:cNvPr>
          <p:cNvGraphicFramePr>
            <a:graphicFrameLocks noGrp="1"/>
          </p:cNvGraphicFramePr>
          <p:nvPr>
            <p:extLst>
              <p:ext uri="{D42A27DB-BD31-4B8C-83A1-F6EECF244321}">
                <p14:modId xmlns:p14="http://schemas.microsoft.com/office/powerpoint/2010/main" val="1651851429"/>
              </p:ext>
            </p:extLst>
          </p:nvPr>
        </p:nvGraphicFramePr>
        <p:xfrm>
          <a:off x="8329066" y="1879770"/>
          <a:ext cx="3342882" cy="3779520"/>
        </p:xfrm>
        <a:graphic>
          <a:graphicData uri="http://schemas.openxmlformats.org/drawingml/2006/table">
            <a:tbl>
              <a:tblPr firstRow="1" bandRow="1">
                <a:tableStyleId>{5C22544A-7EE6-4342-B048-85BDC9FD1C3A}</a:tableStyleId>
              </a:tblPr>
              <a:tblGrid>
                <a:gridCol w="2614858">
                  <a:extLst>
                    <a:ext uri="{9D8B030D-6E8A-4147-A177-3AD203B41FA5}">
                      <a16:colId xmlns:a16="http://schemas.microsoft.com/office/drawing/2014/main" val="2164475052"/>
                    </a:ext>
                  </a:extLst>
                </a:gridCol>
                <a:gridCol w="728024">
                  <a:extLst>
                    <a:ext uri="{9D8B030D-6E8A-4147-A177-3AD203B41FA5}">
                      <a16:colId xmlns:a16="http://schemas.microsoft.com/office/drawing/2014/main" val="1773037994"/>
                    </a:ext>
                  </a:extLst>
                </a:gridCol>
              </a:tblGrid>
              <a:tr h="370840">
                <a:tc>
                  <a:txBody>
                    <a:bodyPr/>
                    <a:lstStyle/>
                    <a:p>
                      <a:r>
                        <a:rPr lang="en-US" sz="1400" b="1">
                          <a:solidFill>
                            <a:schemeClr val="bg1"/>
                          </a:solidFill>
                          <a:latin typeface="Tenorite" panose="00000500000000000000" pitchFamily="2" charset="0"/>
                        </a:rPr>
                        <a:t>Lead / Solution Architect</a:t>
                      </a:r>
                    </a:p>
                  </a:txBody>
                  <a:tcPr anchor="ctr">
                    <a:lnB w="12700" cap="flat" cmpd="sng" algn="ctr">
                      <a:solidFill>
                        <a:schemeClr val="bg2">
                          <a:lumMod val="90000"/>
                        </a:schemeClr>
                      </a:solidFill>
                      <a:prstDash val="sysDash"/>
                      <a:round/>
                      <a:headEnd type="none" w="med" len="med"/>
                      <a:tailEnd type="none" w="med" len="med"/>
                    </a:lnB>
                    <a:noFill/>
                  </a:tcPr>
                </a:tc>
                <a:tc>
                  <a:txBody>
                    <a:bodyPr/>
                    <a:lstStyle/>
                    <a:p>
                      <a:pPr marL="0" marR="0" indent="0" algn="r" defTabSz="914400" rtl="0" eaLnBrk="1" latinLnBrk="0" hangingPunct="1">
                        <a:spcAft>
                          <a:spcPts val="900"/>
                        </a:spcAft>
                        <a:buNone/>
                      </a:pPr>
                      <a:r>
                        <a:rPr lang="en-IN" sz="1400" b="0" kern="1200">
                          <a:solidFill>
                            <a:schemeClr val="bg1"/>
                          </a:solidFill>
                          <a:latin typeface="Tenorite" panose="00000500000000000000" pitchFamily="2" charset="0"/>
                          <a:ea typeface="+mn-ea"/>
                          <a:cs typeface="+mn-cs"/>
                        </a:rPr>
                        <a:t>1 – 2</a:t>
                      </a:r>
                    </a:p>
                  </a:txBody>
                  <a:tcPr anchor="ctr">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3822078053"/>
                  </a:ext>
                </a:extLst>
              </a:tr>
              <a:tr h="370840">
                <a:tc>
                  <a:txBody>
                    <a:bodyPr/>
                    <a:lstStyle/>
                    <a:p>
                      <a:r>
                        <a:rPr lang="en-IN" sz="1400" b="1">
                          <a:solidFill>
                            <a:schemeClr val="bg1"/>
                          </a:solidFill>
                          <a:latin typeface="Tenorite" panose="00000500000000000000" pitchFamily="2" charset="0"/>
                        </a:rPr>
                        <a:t>Data Engineers</a:t>
                      </a:r>
                    </a:p>
                    <a:p>
                      <a:r>
                        <a:rPr lang="en-IN" sz="1400" b="0">
                          <a:solidFill>
                            <a:schemeClr val="bg1"/>
                          </a:solidFill>
                          <a:latin typeface="Tenorite" panose="00000500000000000000" pitchFamily="2" charset="0"/>
                        </a:rPr>
                        <a:t>across pods</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tc>
                  <a:txBody>
                    <a:bodyPr/>
                    <a:lstStyle/>
                    <a:p>
                      <a:pPr algn="r"/>
                      <a:r>
                        <a:rPr lang="en-IN" sz="1400" b="0">
                          <a:solidFill>
                            <a:schemeClr val="bg1"/>
                          </a:solidFill>
                          <a:latin typeface="Tenorite" panose="00000500000000000000" pitchFamily="2" charset="0"/>
                        </a:rPr>
                        <a:t>4 – 6</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1193697693"/>
                  </a:ext>
                </a:extLst>
              </a:tr>
              <a:tr h="370840">
                <a:tc>
                  <a:txBody>
                    <a:bodyPr/>
                    <a:lstStyle/>
                    <a:p>
                      <a:r>
                        <a:rPr lang="en-US" sz="1400" b="1">
                          <a:solidFill>
                            <a:schemeClr val="bg1"/>
                          </a:solidFill>
                          <a:latin typeface="Tenorite" panose="00000500000000000000" pitchFamily="2" charset="0"/>
                        </a:rPr>
                        <a:t>Analytics / Semantic </a:t>
                      </a:r>
                      <a:r>
                        <a:rPr lang="en-US" sz="1400" b="1" err="1">
                          <a:solidFill>
                            <a:schemeClr val="bg1"/>
                          </a:solidFill>
                          <a:latin typeface="Tenorite" panose="00000500000000000000" pitchFamily="2" charset="0"/>
                        </a:rPr>
                        <a:t>modellers</a:t>
                      </a:r>
                      <a:endParaRPr lang="en-US" sz="1400" b="1">
                        <a:solidFill>
                          <a:schemeClr val="bg1"/>
                        </a:solidFill>
                        <a:latin typeface="Tenorite" panose="00000500000000000000" pitchFamily="2" charset="0"/>
                      </a:endParaRP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tc>
                  <a:txBody>
                    <a:bodyPr/>
                    <a:lstStyle/>
                    <a:p>
                      <a:pPr algn="r"/>
                      <a:r>
                        <a:rPr lang="en-IN" sz="1400">
                          <a:latin typeface="Tenorite" panose="00000500000000000000" pitchFamily="2" charset="0"/>
                        </a:rPr>
                        <a:t>2 – 3</a:t>
                      </a:r>
                      <a:endParaRPr lang="en-IN" sz="1400" b="0">
                        <a:solidFill>
                          <a:schemeClr val="bg1"/>
                        </a:solidFill>
                        <a:latin typeface="Tenorite" panose="00000500000000000000" pitchFamily="2" charset="0"/>
                      </a:endParaRP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1176396766"/>
                  </a:ext>
                </a:extLst>
              </a:tr>
              <a:tr h="370840">
                <a:tc>
                  <a:txBody>
                    <a:bodyPr/>
                    <a:lstStyle/>
                    <a:p>
                      <a:pPr marL="0" algn="l" defTabSz="914400" rtl="0" eaLnBrk="1" latinLnBrk="0" hangingPunct="1"/>
                      <a:r>
                        <a:rPr lang="en-IN" sz="1400" b="1" kern="1200">
                          <a:solidFill>
                            <a:schemeClr val="bg1"/>
                          </a:solidFill>
                          <a:latin typeface="Tenorite" panose="00000500000000000000" pitchFamily="2" charset="0"/>
                          <a:ea typeface="+mn-ea"/>
                          <a:cs typeface="+mn-cs"/>
                        </a:rPr>
                        <a:t>RTI / Streaming Engineer</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tc>
                  <a:txBody>
                    <a:bodyPr/>
                    <a:lstStyle/>
                    <a:p>
                      <a:pPr algn="r"/>
                      <a:r>
                        <a:rPr lang="en-IN" sz="1400" b="0">
                          <a:solidFill>
                            <a:schemeClr val="bg1"/>
                          </a:solidFill>
                          <a:latin typeface="Tenorite" panose="00000500000000000000" pitchFamily="2" charset="0"/>
                        </a:rPr>
                        <a:t>1</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1614076391"/>
                  </a:ext>
                </a:extLst>
              </a:tr>
              <a:tr h="370840">
                <a:tc>
                  <a:txBody>
                    <a:bodyPr/>
                    <a:lstStyle/>
                    <a:p>
                      <a:r>
                        <a:rPr lang="en-US" sz="1400" b="1">
                          <a:solidFill>
                            <a:schemeClr val="bg1"/>
                          </a:solidFill>
                          <a:latin typeface="Tenorite" panose="00000500000000000000" pitchFamily="2" charset="0"/>
                        </a:rPr>
                        <a:t>Governance &amp; Security</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0">
                          <a:solidFill>
                            <a:schemeClr val="bg1"/>
                          </a:solidFill>
                          <a:latin typeface="Tenorite" panose="00000500000000000000" pitchFamily="2" charset="0"/>
                        </a:rPr>
                        <a:t>dedicated</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tc>
                  <a:txBody>
                    <a:bodyPr/>
                    <a:lstStyle/>
                    <a:p>
                      <a:pPr marL="0" algn="r" defTabSz="914400" rtl="0" eaLnBrk="1" latinLnBrk="0" hangingPunct="1"/>
                      <a:r>
                        <a:rPr lang="en-IN" sz="1400" b="0" kern="1200">
                          <a:solidFill>
                            <a:schemeClr val="bg1"/>
                          </a:solidFill>
                          <a:latin typeface="Tenorite" panose="00000500000000000000" pitchFamily="2" charset="0"/>
                          <a:ea typeface="+mn-ea"/>
                          <a:cs typeface="+mn-cs"/>
                        </a:rPr>
                        <a:t>1</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1110741526"/>
                  </a:ext>
                </a:extLst>
              </a:tr>
              <a:tr h="370840">
                <a:tc>
                  <a:txBody>
                    <a:bodyPr/>
                    <a:lstStyle/>
                    <a:p>
                      <a:pPr marL="0" algn="l" defTabSz="914400" rtl="0" eaLnBrk="1" latinLnBrk="0" hangingPunct="1"/>
                      <a:r>
                        <a:rPr lang="en-IN" sz="1400" b="1" kern="1200">
                          <a:solidFill>
                            <a:schemeClr val="bg1"/>
                          </a:solidFill>
                          <a:latin typeface="Tenorite" panose="00000500000000000000" pitchFamily="2" charset="0"/>
                          <a:ea typeface="+mn-ea"/>
                          <a:cs typeface="+mn-cs"/>
                        </a:rPr>
                        <a:t>Platform / DevOps Engineer</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tc>
                  <a:txBody>
                    <a:bodyPr/>
                    <a:lstStyle/>
                    <a:p>
                      <a:pPr algn="r"/>
                      <a:r>
                        <a:rPr lang="en-IN" sz="1400" b="0">
                          <a:solidFill>
                            <a:schemeClr val="bg1"/>
                          </a:solidFill>
                          <a:latin typeface="Tenorite" panose="00000500000000000000" pitchFamily="2" charset="0"/>
                        </a:rPr>
                        <a:t>1</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405922983"/>
                  </a:ext>
                </a:extLst>
              </a:tr>
              <a:tr h="370840">
                <a:tc>
                  <a:txBody>
                    <a:bodyPr/>
                    <a:lstStyle/>
                    <a:p>
                      <a:r>
                        <a:rPr lang="en-US" sz="1400" b="1">
                          <a:solidFill>
                            <a:schemeClr val="bg1"/>
                          </a:solidFill>
                          <a:latin typeface="Tenorite" panose="00000500000000000000" pitchFamily="2" charset="0"/>
                        </a:rPr>
                        <a:t>QA / </a:t>
                      </a:r>
                      <a:r>
                        <a:rPr lang="en-US" sz="1400" b="1" err="1">
                          <a:solidFill>
                            <a:schemeClr val="bg1"/>
                          </a:solidFill>
                          <a:latin typeface="Tenorite" panose="00000500000000000000" pitchFamily="2" charset="0"/>
                        </a:rPr>
                        <a:t>DataOps</a:t>
                      </a:r>
                      <a:endParaRPr lang="en-US" sz="1400" b="1">
                        <a:solidFill>
                          <a:schemeClr val="bg1"/>
                        </a:solidFill>
                        <a:latin typeface="Tenorite" panose="00000500000000000000" pitchFamily="2" charset="0"/>
                      </a:endParaRP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tc>
                  <a:txBody>
                    <a:bodyPr/>
                    <a:lstStyle/>
                    <a:p>
                      <a:pPr algn="r"/>
                      <a:r>
                        <a:rPr lang="en-IN" sz="1400">
                          <a:latin typeface="Tenorite" panose="00000500000000000000" pitchFamily="2" charset="0"/>
                        </a:rPr>
                        <a:t>1</a:t>
                      </a:r>
                      <a:endParaRPr lang="en-IN" sz="1400" b="0">
                        <a:solidFill>
                          <a:schemeClr val="bg1"/>
                        </a:solidFill>
                        <a:latin typeface="Tenorite" panose="00000500000000000000" pitchFamily="2" charset="0"/>
                      </a:endParaRP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2616288405"/>
                  </a:ext>
                </a:extLst>
              </a:tr>
              <a:tr h="370840">
                <a:tc>
                  <a:txBody>
                    <a:bodyPr/>
                    <a:lstStyle/>
                    <a:p>
                      <a:pPr marL="0" algn="l" defTabSz="914400" rtl="0" eaLnBrk="1" latinLnBrk="0" hangingPunct="1"/>
                      <a:r>
                        <a:rPr lang="en-IN" sz="1400" b="1" kern="1200">
                          <a:solidFill>
                            <a:schemeClr val="bg1"/>
                          </a:solidFill>
                          <a:latin typeface="Tenorite" panose="00000500000000000000" pitchFamily="2" charset="0"/>
                          <a:ea typeface="+mn-ea"/>
                          <a:cs typeface="+mn-cs"/>
                        </a:rPr>
                        <a:t>Business Analyst(s)</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tc>
                  <a:txBody>
                    <a:bodyPr/>
                    <a:lstStyle/>
                    <a:p>
                      <a:pPr algn="r"/>
                      <a:r>
                        <a:rPr lang="en-US" sz="1400" b="0">
                          <a:solidFill>
                            <a:schemeClr val="bg1"/>
                          </a:solidFill>
                          <a:latin typeface="Tenorite" panose="00000500000000000000" pitchFamily="2" charset="0"/>
                        </a:rPr>
                        <a:t>1</a:t>
                      </a:r>
                      <a:r>
                        <a:rPr lang="en-IN" sz="1400" b="0">
                          <a:solidFill>
                            <a:schemeClr val="bg1"/>
                          </a:solidFill>
                          <a:latin typeface="Tenorite" panose="00000500000000000000" pitchFamily="2" charset="0"/>
                        </a:rPr>
                        <a:t> – 2</a:t>
                      </a:r>
                    </a:p>
                  </a:txBody>
                  <a:tcPr anchor="ct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noFill/>
                  </a:tcPr>
                </a:tc>
                <a:extLst>
                  <a:ext uri="{0D108BD9-81ED-4DB2-BD59-A6C34878D82A}">
                    <a16:rowId xmlns:a16="http://schemas.microsoft.com/office/drawing/2014/main" val="2723359404"/>
                  </a:ext>
                </a:extLst>
              </a:tr>
              <a:tr h="370840">
                <a:tc>
                  <a:txBody>
                    <a:bodyPr/>
                    <a:lstStyle/>
                    <a:p>
                      <a:pPr marL="0" algn="l" defTabSz="914400" rtl="0" eaLnBrk="1" latinLnBrk="0" hangingPunct="1"/>
                      <a:r>
                        <a:rPr lang="en-IN" sz="1400" b="1" kern="1200">
                          <a:solidFill>
                            <a:schemeClr val="bg1"/>
                          </a:solidFill>
                          <a:latin typeface="Tenorite" panose="00000500000000000000" pitchFamily="2" charset="0"/>
                          <a:ea typeface="+mn-ea"/>
                          <a:cs typeface="+mn-cs"/>
                        </a:rPr>
                        <a:t>Delivery / Programme Manager</a:t>
                      </a:r>
                    </a:p>
                  </a:txBody>
                  <a:tcPr anchor="ctr">
                    <a:lnT w="12700" cap="flat" cmpd="sng" algn="ctr">
                      <a:solidFill>
                        <a:schemeClr val="bg2">
                          <a:lumMod val="90000"/>
                        </a:schemeClr>
                      </a:solidFill>
                      <a:prstDash val="sysDash"/>
                      <a:round/>
                      <a:headEnd type="none" w="med" len="med"/>
                      <a:tailEnd type="none" w="med" len="med"/>
                    </a:lnT>
                    <a:noFill/>
                  </a:tcPr>
                </a:tc>
                <a:tc>
                  <a:txBody>
                    <a:bodyPr/>
                    <a:lstStyle/>
                    <a:p>
                      <a:pPr algn="r"/>
                      <a:r>
                        <a:rPr lang="en-IN" sz="1400" b="0">
                          <a:solidFill>
                            <a:schemeClr val="bg1"/>
                          </a:solidFill>
                          <a:latin typeface="Tenorite" panose="00000500000000000000" pitchFamily="2" charset="0"/>
                        </a:rPr>
                        <a:t>1</a:t>
                      </a:r>
                    </a:p>
                  </a:txBody>
                  <a:tcPr anchor="ctr">
                    <a:lnT w="12700" cap="flat" cmpd="sng" algn="ctr">
                      <a:solidFill>
                        <a:schemeClr val="bg2">
                          <a:lumMod val="90000"/>
                        </a:schemeClr>
                      </a:solidFill>
                      <a:prstDash val="sysDash"/>
                      <a:round/>
                      <a:headEnd type="none" w="med" len="med"/>
                      <a:tailEnd type="none" w="med" len="med"/>
                    </a:lnT>
                    <a:noFill/>
                  </a:tcPr>
                </a:tc>
                <a:extLst>
                  <a:ext uri="{0D108BD9-81ED-4DB2-BD59-A6C34878D82A}">
                    <a16:rowId xmlns:a16="http://schemas.microsoft.com/office/drawing/2014/main" val="3092482817"/>
                  </a:ext>
                </a:extLst>
              </a:tr>
            </a:tbl>
          </a:graphicData>
        </a:graphic>
      </p:graphicFrame>
      <p:sp>
        <p:nvSpPr>
          <p:cNvPr id="46" name="TextBox 45">
            <a:extLst>
              <a:ext uri="{FF2B5EF4-FFF2-40B4-BE49-F238E27FC236}">
                <a16:creationId xmlns:a16="http://schemas.microsoft.com/office/drawing/2014/main" id="{9CF21D0C-BF67-24D5-71BE-C3B64D33AF6B}"/>
              </a:ext>
            </a:extLst>
          </p:cNvPr>
          <p:cNvSpPr txBox="1"/>
          <p:nvPr/>
        </p:nvSpPr>
        <p:spPr>
          <a:xfrm>
            <a:off x="556645" y="4386454"/>
            <a:ext cx="3342882" cy="646331"/>
          </a:xfrm>
          <a:prstGeom prst="rect">
            <a:avLst/>
          </a:prstGeom>
          <a:noFill/>
        </p:spPr>
        <p:txBody>
          <a:bodyPr wrap="square">
            <a:spAutoFit/>
          </a:bodyPr>
          <a:lstStyle/>
          <a:p>
            <a:pPr marR="0" indent="0">
              <a:spcBef>
                <a:spcPts val="900"/>
              </a:spcBef>
              <a:buNone/>
            </a:pPr>
            <a:r>
              <a:rPr lang="en-IN" sz="1200">
                <a:solidFill>
                  <a:schemeClr val="accent4"/>
                </a:solidFill>
                <a:latin typeface="Tenorite" panose="00000500000000000000" pitchFamily="2" charset="0"/>
              </a:rPr>
              <a:t>Governance &amp; security handled by the architect using platform defaults; </a:t>
            </a:r>
            <a:r>
              <a:rPr lang="en-IN" sz="1200" err="1">
                <a:solidFill>
                  <a:schemeClr val="accent4"/>
                </a:solidFill>
                <a:latin typeface="Tenorite" panose="00000500000000000000" pitchFamily="2" charset="0"/>
              </a:rPr>
              <a:t>DataOps</a:t>
            </a:r>
            <a:r>
              <a:rPr lang="en-IN" sz="1200">
                <a:solidFill>
                  <a:schemeClr val="accent4"/>
                </a:solidFill>
                <a:latin typeface="Tenorite" panose="00000500000000000000" pitchFamily="2" charset="0"/>
              </a:rPr>
              <a:t> set up once at the start.</a:t>
            </a:r>
            <a:endParaRPr lang="en-IN" sz="1600">
              <a:solidFill>
                <a:schemeClr val="accent4"/>
              </a:solidFill>
            </a:endParaRPr>
          </a:p>
        </p:txBody>
      </p:sp>
      <p:sp>
        <p:nvSpPr>
          <p:cNvPr id="47" name="TextBox 46">
            <a:extLst>
              <a:ext uri="{FF2B5EF4-FFF2-40B4-BE49-F238E27FC236}">
                <a16:creationId xmlns:a16="http://schemas.microsoft.com/office/drawing/2014/main" id="{83021B81-87F9-EB57-B93F-BE2D004CB749}"/>
              </a:ext>
            </a:extLst>
          </p:cNvPr>
          <p:cNvSpPr txBox="1"/>
          <p:nvPr/>
        </p:nvSpPr>
        <p:spPr>
          <a:xfrm>
            <a:off x="4424559" y="4386454"/>
            <a:ext cx="3342882" cy="646331"/>
          </a:xfrm>
          <a:prstGeom prst="rect">
            <a:avLst/>
          </a:prstGeom>
          <a:noFill/>
        </p:spPr>
        <p:txBody>
          <a:bodyPr wrap="square">
            <a:spAutoFit/>
          </a:bodyPr>
          <a:lstStyle/>
          <a:p>
            <a:pPr marR="0" indent="0">
              <a:spcBef>
                <a:spcPts val="900"/>
              </a:spcBef>
              <a:buNone/>
            </a:pPr>
            <a:r>
              <a:rPr lang="en-US" sz="1200">
                <a:solidFill>
                  <a:schemeClr val="accent4"/>
                </a:solidFill>
                <a:latin typeface="Tenorite" panose="00000500000000000000" pitchFamily="2" charset="0"/>
              </a:rPr>
              <a:t>Business analyst / data SMEs engaged from the client side for source mapping and KPI definition.</a:t>
            </a:r>
          </a:p>
        </p:txBody>
      </p:sp>
      <p:sp>
        <p:nvSpPr>
          <p:cNvPr id="48" name="TextBox 47">
            <a:extLst>
              <a:ext uri="{FF2B5EF4-FFF2-40B4-BE49-F238E27FC236}">
                <a16:creationId xmlns:a16="http://schemas.microsoft.com/office/drawing/2014/main" id="{D497EAD6-AAEB-6F5D-2723-EEE1FED468F4}"/>
              </a:ext>
            </a:extLst>
          </p:cNvPr>
          <p:cNvSpPr txBox="1"/>
          <p:nvPr/>
        </p:nvSpPr>
        <p:spPr>
          <a:xfrm>
            <a:off x="8329066" y="5661418"/>
            <a:ext cx="3342882" cy="646331"/>
          </a:xfrm>
          <a:prstGeom prst="rect">
            <a:avLst/>
          </a:prstGeom>
          <a:noFill/>
        </p:spPr>
        <p:txBody>
          <a:bodyPr wrap="square" lIns="91440" tIns="45720" rIns="91440" bIns="45720" anchor="t">
            <a:spAutoFit/>
          </a:bodyPr>
          <a:lstStyle/>
          <a:p>
            <a:pPr marR="0" indent="0">
              <a:spcBef>
                <a:spcPts val="900"/>
              </a:spcBef>
              <a:buNone/>
            </a:pPr>
            <a:r>
              <a:rPr lang="en-US" sz="1200">
                <a:solidFill>
                  <a:schemeClr val="accent4"/>
                </a:solidFill>
                <a:latin typeface="Tenorite"/>
              </a:rPr>
              <a:t>Organized as 2–3 delivery pods over a shared platform team owning the reusable framework, security and CI/CD.</a:t>
            </a:r>
          </a:p>
        </p:txBody>
      </p:sp>
      <p:sp>
        <p:nvSpPr>
          <p:cNvPr id="49" name="Slide Number Placeholder 5">
            <a:extLst>
              <a:ext uri="{FF2B5EF4-FFF2-40B4-BE49-F238E27FC236}">
                <a16:creationId xmlns:a16="http://schemas.microsoft.com/office/drawing/2014/main" id="{CD28506B-6E44-A2A3-E216-EE89CF292F61}"/>
              </a:ext>
            </a:extLst>
          </p:cNvPr>
          <p:cNvSpPr>
            <a:spLocks noGrp="1"/>
          </p:cNvSpPr>
          <p:nvPr>
            <p:ph type="sldNum" sz="quarter" idx="4"/>
          </p:nvPr>
        </p:nvSpPr>
        <p:spPr>
          <a:xfrm>
            <a:off x="9067800" y="6538580"/>
            <a:ext cx="2743200" cy="174958"/>
          </a:xfrm>
          <a:prstGeom prst="rect">
            <a:avLst/>
          </a:prstGeom>
        </p:spPr>
        <p:txBody>
          <a:bodyPr vert="horz" lIns="91440" tIns="45720" rIns="0" bIns="45720" rtlCol="0" anchor="ctr"/>
          <a:lstStyle>
            <a:lvl1pPr algn="r">
              <a:defRPr sz="700" b="0" i="0">
                <a:solidFill>
                  <a:schemeClr val="accent4"/>
                </a:solidFill>
                <a:latin typeface="Tenorite" panose="00000500000000000000" pitchFamily="2" charset="0"/>
              </a:defRPr>
            </a:lvl1pPr>
          </a:lstStyle>
          <a:p>
            <a:fld id="{330EA680-D336-4FF7-8B7A-9848BB0A1C32}" type="slidenum">
              <a:rPr lang="en-US" smtClean="0"/>
              <a:pPr/>
              <a:t>10</a:t>
            </a:fld>
            <a:endParaRPr lang="en-US"/>
          </a:p>
        </p:txBody>
      </p:sp>
      <p:sp>
        <p:nvSpPr>
          <p:cNvPr id="50" name="Date Placeholder 3">
            <a:extLst>
              <a:ext uri="{FF2B5EF4-FFF2-40B4-BE49-F238E27FC236}">
                <a16:creationId xmlns:a16="http://schemas.microsoft.com/office/drawing/2014/main" id="{09D1CBF2-F529-A9BF-3A00-D9E782748418}"/>
              </a:ext>
            </a:extLst>
          </p:cNvPr>
          <p:cNvSpPr>
            <a:spLocks noGrp="1"/>
          </p:cNvSpPr>
          <p:nvPr>
            <p:ph type="dt" sz="half" idx="2"/>
          </p:nvPr>
        </p:nvSpPr>
        <p:spPr>
          <a:xfrm>
            <a:off x="930274" y="6538580"/>
            <a:ext cx="2670175" cy="174958"/>
          </a:xfrm>
          <a:prstGeom prst="rect">
            <a:avLst/>
          </a:prstGeom>
        </p:spPr>
        <p:txBody>
          <a:bodyPr vert="horz" lIns="0" tIns="45720" rIns="91440" bIns="45720" rtlCol="0" anchor="ctr"/>
          <a:lstStyle>
            <a:lvl1pPr algn="l">
              <a:defRPr sz="700" b="0" i="0">
                <a:solidFill>
                  <a:schemeClr val="accent4"/>
                </a:solidFill>
                <a:latin typeface="Tenorite" panose="00000500000000000000" pitchFamily="2" charset="0"/>
              </a:defRPr>
            </a:lvl1pPr>
          </a:lstStyle>
          <a:p>
            <a:r>
              <a:rPr lang="en-US"/>
              <a:t>© SYREN CLOUD INC – 2026 – ALL RIGHTS RESERVED</a:t>
            </a:r>
            <a:endParaRPr lang="en-US" sz="700"/>
          </a:p>
        </p:txBody>
      </p:sp>
    </p:spTree>
    <p:extLst>
      <p:ext uri="{BB962C8B-B14F-4D97-AF65-F5344CB8AC3E}">
        <p14:creationId xmlns:p14="http://schemas.microsoft.com/office/powerpoint/2010/main" val="2837977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14B0C31-D7D8-BF24-6F01-EAC2ECEAC0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BDA27E-C3C1-0E75-E7E1-DD985831588C}"/>
              </a:ext>
            </a:extLst>
          </p:cNvPr>
          <p:cNvSpPr>
            <a:spLocks noGrp="1"/>
          </p:cNvSpPr>
          <p:nvPr>
            <p:ph type="title"/>
          </p:nvPr>
        </p:nvSpPr>
        <p:spPr/>
        <p:txBody>
          <a:bodyPr/>
          <a:lstStyle/>
          <a:p>
            <a:r>
              <a:rPr lang="en-US"/>
              <a:t>Where the estimates come from — and what could move them</a:t>
            </a:r>
            <a:endParaRPr lang="en-IN"/>
          </a:p>
        </p:txBody>
      </p:sp>
      <p:sp>
        <p:nvSpPr>
          <p:cNvPr id="12" name="TextBox 11">
            <a:extLst>
              <a:ext uri="{FF2B5EF4-FFF2-40B4-BE49-F238E27FC236}">
                <a16:creationId xmlns:a16="http://schemas.microsoft.com/office/drawing/2014/main" id="{D75149EA-9EA7-8EF3-6D97-FB5FDC91B57F}"/>
              </a:ext>
            </a:extLst>
          </p:cNvPr>
          <p:cNvSpPr txBox="1"/>
          <p:nvPr/>
        </p:nvSpPr>
        <p:spPr>
          <a:xfrm>
            <a:off x="400050" y="1487882"/>
            <a:ext cx="11430000" cy="430887"/>
          </a:xfrm>
          <a:prstGeom prst="rect">
            <a:avLst/>
          </a:prstGeom>
          <a:noFill/>
        </p:spPr>
        <p:txBody>
          <a:bodyPr wrap="square" lIns="0" tIns="0" rIns="0" bIns="0">
            <a:spAutoFit/>
          </a:bodyPr>
          <a:lstStyle/>
          <a:p>
            <a:pPr marL="0" marR="0" indent="0">
              <a:buNone/>
            </a:pPr>
            <a:r>
              <a:rPr lang="en-US" sz="1400" b="1" i="0">
                <a:solidFill>
                  <a:schemeClr val="bg1"/>
                </a:solidFill>
                <a:effectLst/>
                <a:latin typeface="Tenorite" panose="00000500000000000000" pitchFamily="2" charset="0"/>
              </a:rPr>
              <a:t>The timelines and team sizes above are planning estimates based on typical Fabric engagements. They are not commitments until scope is confirmed. These are the conditions they assume and the questions discovery resolves.</a:t>
            </a:r>
          </a:p>
        </p:txBody>
      </p:sp>
      <p:sp>
        <p:nvSpPr>
          <p:cNvPr id="8" name="Rectangle: Top Corners Rounded 7">
            <a:extLst>
              <a:ext uri="{FF2B5EF4-FFF2-40B4-BE49-F238E27FC236}">
                <a16:creationId xmlns:a16="http://schemas.microsoft.com/office/drawing/2014/main" id="{2F52F1D4-89B9-9D12-3551-D6B90E0228CD}"/>
              </a:ext>
            </a:extLst>
          </p:cNvPr>
          <p:cNvSpPr/>
          <p:nvPr/>
        </p:nvSpPr>
        <p:spPr>
          <a:xfrm rot="10800000">
            <a:off x="400050" y="2133914"/>
            <a:ext cx="5456464" cy="3236203"/>
          </a:xfrm>
          <a:prstGeom prst="round2SameRect">
            <a:avLst>
              <a:gd name="adj1" fmla="val 4734"/>
              <a:gd name="adj2" fmla="val 6099"/>
            </a:avLst>
          </a:prstGeom>
          <a:solidFill>
            <a:schemeClr val="tx1"/>
          </a:solidFill>
          <a:ln>
            <a:noFill/>
          </a:ln>
          <a:effectLst>
            <a:outerShdw blurRad="190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Top Corners Rounded 13">
            <a:extLst>
              <a:ext uri="{FF2B5EF4-FFF2-40B4-BE49-F238E27FC236}">
                <a16:creationId xmlns:a16="http://schemas.microsoft.com/office/drawing/2014/main" id="{44F1C1CC-AE06-842A-7765-7BC4485D85A9}"/>
              </a:ext>
            </a:extLst>
          </p:cNvPr>
          <p:cNvSpPr/>
          <p:nvPr/>
        </p:nvSpPr>
        <p:spPr>
          <a:xfrm rot="10800000">
            <a:off x="6346373" y="2133914"/>
            <a:ext cx="5456464" cy="3236203"/>
          </a:xfrm>
          <a:prstGeom prst="round2SameRect">
            <a:avLst>
              <a:gd name="adj1" fmla="val 4734"/>
              <a:gd name="adj2" fmla="val 6099"/>
            </a:avLst>
          </a:prstGeom>
          <a:solidFill>
            <a:schemeClr val="tx1"/>
          </a:solidFill>
          <a:ln>
            <a:noFill/>
          </a:ln>
          <a:effectLst>
            <a:outerShdw blurRad="190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657623F0-9328-68C3-47FB-D695B6D33E0A}"/>
              </a:ext>
            </a:extLst>
          </p:cNvPr>
          <p:cNvSpPr txBox="1"/>
          <p:nvPr/>
        </p:nvSpPr>
        <p:spPr>
          <a:xfrm>
            <a:off x="465365" y="2294982"/>
            <a:ext cx="3515627" cy="338554"/>
          </a:xfrm>
          <a:prstGeom prst="rect">
            <a:avLst/>
          </a:prstGeom>
          <a:noFill/>
        </p:spPr>
        <p:txBody>
          <a:bodyPr wrap="square">
            <a:spAutoFit/>
          </a:bodyPr>
          <a:lstStyle/>
          <a:p>
            <a:pPr>
              <a:spcAft>
                <a:spcPts val="600"/>
              </a:spcAft>
            </a:pPr>
            <a:r>
              <a:rPr lang="en-US" sz="1600" b="1">
                <a:solidFill>
                  <a:schemeClr val="tx2"/>
                </a:solidFill>
                <a:latin typeface="Tenorite" panose="00000500000000000000" pitchFamily="2" charset="0"/>
              </a:rPr>
              <a:t>Estimates assume</a:t>
            </a:r>
            <a:endParaRPr lang="en-US" sz="1600">
              <a:solidFill>
                <a:schemeClr val="tx2"/>
              </a:solidFill>
              <a:latin typeface="Tenorite" panose="00000500000000000000" pitchFamily="2" charset="0"/>
            </a:endParaRPr>
          </a:p>
        </p:txBody>
      </p:sp>
      <p:sp>
        <p:nvSpPr>
          <p:cNvPr id="20" name="TextBox 19">
            <a:extLst>
              <a:ext uri="{FF2B5EF4-FFF2-40B4-BE49-F238E27FC236}">
                <a16:creationId xmlns:a16="http://schemas.microsoft.com/office/drawing/2014/main" id="{C9940927-AE03-88A0-0BF0-3A59DB025C37}"/>
              </a:ext>
            </a:extLst>
          </p:cNvPr>
          <p:cNvSpPr txBox="1"/>
          <p:nvPr/>
        </p:nvSpPr>
        <p:spPr>
          <a:xfrm>
            <a:off x="465365" y="2675085"/>
            <a:ext cx="5305927" cy="2451953"/>
          </a:xfrm>
          <a:prstGeom prst="rect">
            <a:avLst/>
          </a:prstGeom>
          <a:noFill/>
        </p:spPr>
        <p:txBody>
          <a:bodyPr wrap="square" lIns="91440" tIns="45720" rIns="91440" bIns="45720" anchor="t">
            <a:spAutoFit/>
          </a:bodyPr>
          <a:lstStyle/>
          <a:p>
            <a:pPr marL="171450" indent="-171450">
              <a:spcBef>
                <a:spcPts val="200"/>
              </a:spcBef>
              <a:spcAft>
                <a:spcPts val="600"/>
              </a:spcAft>
              <a:buClr>
                <a:schemeClr val="tx2"/>
              </a:buClr>
              <a:buFont typeface="Arial" panose="020B0604020202020204" pitchFamily="34" charset="0"/>
              <a:buChar char="•"/>
            </a:pPr>
            <a:r>
              <a:rPr lang="en-US" sz="1200" i="0">
                <a:solidFill>
                  <a:srgbClr val="0C2438"/>
                </a:solidFill>
                <a:effectLst/>
                <a:latin typeface="Tenorite"/>
              </a:rPr>
              <a:t>Fabric capacity and licensing are </a:t>
            </a:r>
            <a:r>
              <a:rPr lang="en-US" sz="1200">
                <a:solidFill>
                  <a:srgbClr val="0C2438"/>
                </a:solidFill>
                <a:latin typeface="Tenorite"/>
              </a:rPr>
              <a:t>provisioned or</a:t>
            </a:r>
            <a:r>
              <a:rPr lang="en-US" sz="1200" i="0">
                <a:solidFill>
                  <a:srgbClr val="0C2438"/>
                </a:solidFill>
                <a:effectLst/>
                <a:latin typeface="Tenorite"/>
              </a:rPr>
              <a:t> procured before mobilization.</a:t>
            </a:r>
          </a:p>
          <a:p>
            <a:pPr marL="171450" marR="0" indent="-171450" algn="l">
              <a:spcBef>
                <a:spcPts val="200"/>
              </a:spcBef>
              <a:spcAft>
                <a:spcPts val="600"/>
              </a:spcAft>
              <a:buClr>
                <a:schemeClr val="tx2"/>
              </a:buClr>
              <a:buFont typeface="Arial" panose="020B0604020202020204" pitchFamily="34" charset="0"/>
              <a:buChar char="•"/>
            </a:pPr>
            <a:r>
              <a:rPr lang="en-US" sz="1200" i="0">
                <a:solidFill>
                  <a:srgbClr val="0C2438"/>
                </a:solidFill>
                <a:effectLst/>
                <a:latin typeface="Tenorite" panose="00000500000000000000" pitchFamily="2" charset="0"/>
              </a:rPr>
              <a:t>Source systems are accessible with credentials and, where needed, network/private connectivity in place.</a:t>
            </a:r>
          </a:p>
          <a:p>
            <a:pPr marL="171450" marR="0" indent="-171450" algn="l">
              <a:spcBef>
                <a:spcPts val="200"/>
              </a:spcBef>
              <a:spcAft>
                <a:spcPts val="600"/>
              </a:spcAft>
              <a:buClr>
                <a:schemeClr val="tx2"/>
              </a:buClr>
              <a:buFont typeface="Arial" panose="020B0604020202020204" pitchFamily="34" charset="0"/>
              <a:buChar char="•"/>
            </a:pPr>
            <a:r>
              <a:rPr lang="en-US" sz="1200" i="0">
                <a:solidFill>
                  <a:srgbClr val="0C2438"/>
                </a:solidFill>
                <a:effectLst/>
                <a:latin typeface="Tenorite" panose="00000500000000000000" pitchFamily="2" charset="0"/>
              </a:rPr>
              <a:t>Client data SMEs are available for source mapping, KPI definition and UAT.</a:t>
            </a:r>
          </a:p>
          <a:p>
            <a:pPr marL="171450" marR="0" indent="-171450" algn="l">
              <a:spcBef>
                <a:spcPts val="200"/>
              </a:spcBef>
              <a:spcAft>
                <a:spcPts val="600"/>
              </a:spcAft>
              <a:buClr>
                <a:schemeClr val="tx2"/>
              </a:buClr>
              <a:buFont typeface="Arial" panose="020B0604020202020204" pitchFamily="34" charset="0"/>
              <a:buChar char="•"/>
            </a:pPr>
            <a:r>
              <a:rPr lang="en-US" sz="1200" i="0">
                <a:solidFill>
                  <a:srgbClr val="0C2438"/>
                </a:solidFill>
                <a:effectLst/>
                <a:latin typeface="Tenorite" panose="00000500000000000000" pitchFamily="2" charset="0"/>
              </a:rPr>
              <a:t>Source data is of reasonable, documented quality; heavy remediation or MDM is called out separately.</a:t>
            </a:r>
          </a:p>
          <a:p>
            <a:pPr marL="171450" marR="0" indent="-171450" algn="l">
              <a:spcBef>
                <a:spcPts val="200"/>
              </a:spcBef>
              <a:spcAft>
                <a:spcPts val="600"/>
              </a:spcAft>
              <a:buClr>
                <a:schemeClr val="tx2"/>
              </a:buClr>
              <a:buFont typeface="Arial" panose="020B0604020202020204" pitchFamily="34" charset="0"/>
              <a:buChar char="•"/>
            </a:pPr>
            <a:r>
              <a:rPr lang="en-US" sz="1200" i="0">
                <a:solidFill>
                  <a:srgbClr val="0C2438"/>
                </a:solidFill>
                <a:effectLst/>
                <a:latin typeface="Tenorite" panose="00000500000000000000" pitchFamily="2" charset="0"/>
              </a:rPr>
              <a:t>KPI and semantic-model definitions are agreed early (or a discovery slot is allocated to define them).</a:t>
            </a:r>
          </a:p>
          <a:p>
            <a:pPr marL="171450" marR="0" indent="-171450" algn="l">
              <a:spcBef>
                <a:spcPts val="200"/>
              </a:spcBef>
              <a:spcAft>
                <a:spcPts val="600"/>
              </a:spcAft>
              <a:buClr>
                <a:schemeClr val="tx2"/>
              </a:buClr>
              <a:buFont typeface="Arial" panose="020B0604020202020204" pitchFamily="34" charset="0"/>
              <a:buChar char="•"/>
            </a:pPr>
            <a:r>
              <a:rPr lang="en-US" sz="1200" i="0">
                <a:solidFill>
                  <a:srgbClr val="0C2438"/>
                </a:solidFill>
                <a:effectLst/>
                <a:latin typeface="Tenorite" panose="00000500000000000000" pitchFamily="2" charset="0"/>
              </a:rPr>
              <a:t>A single tenant with agreed governance and tenant-setting ownership.</a:t>
            </a:r>
          </a:p>
        </p:txBody>
      </p:sp>
      <p:sp>
        <p:nvSpPr>
          <p:cNvPr id="24" name="TextBox 23">
            <a:extLst>
              <a:ext uri="{FF2B5EF4-FFF2-40B4-BE49-F238E27FC236}">
                <a16:creationId xmlns:a16="http://schemas.microsoft.com/office/drawing/2014/main" id="{3EEB8EA1-03B0-F959-D910-BC04763803B5}"/>
              </a:ext>
            </a:extLst>
          </p:cNvPr>
          <p:cNvSpPr txBox="1"/>
          <p:nvPr/>
        </p:nvSpPr>
        <p:spPr>
          <a:xfrm>
            <a:off x="6422575" y="2294982"/>
            <a:ext cx="3515627" cy="338554"/>
          </a:xfrm>
          <a:prstGeom prst="rect">
            <a:avLst/>
          </a:prstGeom>
          <a:noFill/>
        </p:spPr>
        <p:txBody>
          <a:bodyPr wrap="square">
            <a:spAutoFit/>
          </a:bodyPr>
          <a:lstStyle/>
          <a:p>
            <a:pPr>
              <a:spcAft>
                <a:spcPts val="600"/>
              </a:spcAft>
            </a:pPr>
            <a:r>
              <a:rPr lang="en-US" sz="1600" b="1">
                <a:solidFill>
                  <a:schemeClr val="tx2"/>
                </a:solidFill>
                <a:latin typeface="Tenorite" panose="00000500000000000000" pitchFamily="2" charset="0"/>
              </a:rPr>
              <a:t>Discovery confirms &amp; can shift size</a:t>
            </a:r>
            <a:endParaRPr lang="en-US" sz="1600">
              <a:solidFill>
                <a:schemeClr val="tx2"/>
              </a:solidFill>
              <a:latin typeface="Tenorite" panose="00000500000000000000" pitchFamily="2" charset="0"/>
            </a:endParaRPr>
          </a:p>
        </p:txBody>
      </p:sp>
      <p:sp>
        <p:nvSpPr>
          <p:cNvPr id="27" name="TextBox 26">
            <a:extLst>
              <a:ext uri="{FF2B5EF4-FFF2-40B4-BE49-F238E27FC236}">
                <a16:creationId xmlns:a16="http://schemas.microsoft.com/office/drawing/2014/main" id="{FA8C951B-6C43-DB36-DD40-8DDBC816D91F}"/>
              </a:ext>
            </a:extLst>
          </p:cNvPr>
          <p:cNvSpPr txBox="1"/>
          <p:nvPr/>
        </p:nvSpPr>
        <p:spPr>
          <a:xfrm>
            <a:off x="6422575" y="2675085"/>
            <a:ext cx="5305927" cy="2267287"/>
          </a:xfrm>
          <a:prstGeom prst="rect">
            <a:avLst/>
          </a:prstGeom>
          <a:noFill/>
        </p:spPr>
        <p:txBody>
          <a:bodyPr wrap="square">
            <a:spAutoFit/>
          </a:bodyPr>
          <a:lstStyle/>
          <a:p>
            <a:pPr marL="171450" marR="0" indent="-171450" algn="l">
              <a:spcBef>
                <a:spcPts val="200"/>
              </a:spcBef>
              <a:spcAft>
                <a:spcPts val="600"/>
              </a:spcAft>
              <a:buClr>
                <a:schemeClr val="tx2"/>
              </a:buClr>
              <a:buFont typeface="Arial" panose="020B0604020202020204" pitchFamily="34" charset="0"/>
              <a:buChar char="•"/>
            </a:pPr>
            <a:r>
              <a:rPr lang="en-US" sz="1200" i="0">
                <a:solidFill>
                  <a:srgbClr val="0C2438"/>
                </a:solidFill>
                <a:effectLst/>
                <a:latin typeface="Tenorite" panose="00000500000000000000" pitchFamily="2" charset="0"/>
              </a:rPr>
              <a:t>Actual data volumes and refresh frequency (drives capacity and can raise the tier).</a:t>
            </a:r>
          </a:p>
          <a:p>
            <a:pPr marL="171450" marR="0" indent="-171450" algn="l">
              <a:spcBef>
                <a:spcPts val="200"/>
              </a:spcBef>
              <a:spcAft>
                <a:spcPts val="600"/>
              </a:spcAft>
              <a:buClr>
                <a:schemeClr val="tx2"/>
              </a:buClr>
              <a:buFont typeface="Arial" panose="020B0604020202020204" pitchFamily="34" charset="0"/>
              <a:buChar char="•"/>
            </a:pPr>
            <a:r>
              <a:rPr lang="en-US" sz="1200" i="0">
                <a:solidFill>
                  <a:srgbClr val="0C2438"/>
                </a:solidFill>
                <a:effectLst/>
                <a:latin typeface="Tenorite" panose="00000500000000000000" pitchFamily="2" charset="0"/>
              </a:rPr>
              <a:t>Real ingestion complexity per source — CDC, streaming, unstructured, API rate limits.</a:t>
            </a:r>
          </a:p>
          <a:p>
            <a:pPr marL="171450" marR="0" indent="-171450" algn="l">
              <a:spcBef>
                <a:spcPts val="200"/>
              </a:spcBef>
              <a:spcAft>
                <a:spcPts val="600"/>
              </a:spcAft>
              <a:buClr>
                <a:schemeClr val="tx2"/>
              </a:buClr>
              <a:buFont typeface="Arial" panose="020B0604020202020204" pitchFamily="34" charset="0"/>
              <a:buChar char="•"/>
            </a:pPr>
            <a:r>
              <a:rPr lang="en-US" sz="1200" i="0">
                <a:solidFill>
                  <a:srgbClr val="0C2438"/>
                </a:solidFill>
                <a:effectLst/>
                <a:latin typeface="Tenorite" panose="00000500000000000000" pitchFamily="2" charset="0"/>
              </a:rPr>
              <a:t>Number and volatility of Silver tables and Gold KPIs once mapped.</a:t>
            </a:r>
          </a:p>
          <a:p>
            <a:pPr marL="171450" marR="0" indent="-171450" algn="l">
              <a:spcBef>
                <a:spcPts val="200"/>
              </a:spcBef>
              <a:spcAft>
                <a:spcPts val="600"/>
              </a:spcAft>
              <a:buClr>
                <a:schemeClr val="tx2"/>
              </a:buClr>
              <a:buFont typeface="Arial" panose="020B0604020202020204" pitchFamily="34" charset="0"/>
              <a:buChar char="•"/>
            </a:pPr>
            <a:r>
              <a:rPr lang="en-US" sz="1200" i="0">
                <a:solidFill>
                  <a:srgbClr val="0C2438"/>
                </a:solidFill>
                <a:effectLst/>
                <a:latin typeface="Tenorite" panose="00000500000000000000" pitchFamily="2" charset="0"/>
              </a:rPr>
              <a:t>Compliance / data-residency obligations per geography.</a:t>
            </a:r>
          </a:p>
          <a:p>
            <a:pPr marL="171450" marR="0" indent="-171450" algn="l">
              <a:spcBef>
                <a:spcPts val="200"/>
              </a:spcBef>
              <a:spcAft>
                <a:spcPts val="600"/>
              </a:spcAft>
              <a:buClr>
                <a:schemeClr val="tx2"/>
              </a:buClr>
              <a:buFont typeface="Arial" panose="020B0604020202020204" pitchFamily="34" charset="0"/>
              <a:buChar char="•"/>
            </a:pPr>
            <a:r>
              <a:rPr lang="en-US" sz="1200" i="0">
                <a:solidFill>
                  <a:srgbClr val="0C2438"/>
                </a:solidFill>
                <a:effectLst/>
                <a:latin typeface="Tenorite" panose="00000500000000000000" pitchFamily="2" charset="0"/>
              </a:rPr>
              <a:t>Historical / backfill load requirements and cutover strategy.</a:t>
            </a:r>
          </a:p>
          <a:p>
            <a:pPr marL="171450" marR="0" indent="-171450" algn="l">
              <a:spcBef>
                <a:spcPts val="200"/>
              </a:spcBef>
              <a:spcAft>
                <a:spcPts val="600"/>
              </a:spcAft>
              <a:buClr>
                <a:schemeClr val="tx2"/>
              </a:buClr>
              <a:buFont typeface="Arial" panose="020B0604020202020204" pitchFamily="34" charset="0"/>
              <a:buChar char="•"/>
            </a:pPr>
            <a:r>
              <a:rPr lang="en-US" sz="1200" i="0">
                <a:solidFill>
                  <a:srgbClr val="0C2438"/>
                </a:solidFill>
                <a:effectLst/>
                <a:latin typeface="Tenorite" panose="00000500000000000000" pitchFamily="2" charset="0"/>
              </a:rPr>
              <a:t>Organizational readiness: existing </a:t>
            </a:r>
            <a:r>
              <a:rPr lang="en-US" sz="1200" i="0" err="1">
                <a:solidFill>
                  <a:srgbClr val="0C2438"/>
                </a:solidFill>
                <a:effectLst/>
                <a:latin typeface="Tenorite" panose="00000500000000000000" pitchFamily="2" charset="0"/>
              </a:rPr>
              <a:t>DataOps</a:t>
            </a:r>
            <a:r>
              <a:rPr lang="en-US" sz="1200" i="0">
                <a:solidFill>
                  <a:srgbClr val="0C2438"/>
                </a:solidFill>
                <a:effectLst/>
                <a:latin typeface="Tenorite" panose="00000500000000000000" pitchFamily="2" charset="0"/>
              </a:rPr>
              <a:t> maturity, security model, approvals.</a:t>
            </a:r>
          </a:p>
        </p:txBody>
      </p:sp>
      <p:sp>
        <p:nvSpPr>
          <p:cNvPr id="30" name="Rectangle: Rounded Corners 29">
            <a:extLst>
              <a:ext uri="{FF2B5EF4-FFF2-40B4-BE49-F238E27FC236}">
                <a16:creationId xmlns:a16="http://schemas.microsoft.com/office/drawing/2014/main" id="{0107A2BF-67C8-9BD7-ECA4-43C74562B652}"/>
              </a:ext>
            </a:extLst>
          </p:cNvPr>
          <p:cNvSpPr/>
          <p:nvPr/>
        </p:nvSpPr>
        <p:spPr>
          <a:xfrm>
            <a:off x="380999" y="5668209"/>
            <a:ext cx="11421838" cy="470436"/>
          </a:xfrm>
          <a:prstGeom prst="roundRect">
            <a:avLst/>
          </a:prstGeom>
          <a:solidFill>
            <a:schemeClr val="bg2"/>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fontAlgn="t"/>
            <a:r>
              <a:rPr lang="en-US" sz="1000" b="1">
                <a:solidFill>
                  <a:schemeClr val="tx2"/>
                </a:solidFill>
                <a:latin typeface="Tenorite"/>
              </a:rPr>
              <a:t>Honest framing. </a:t>
            </a:r>
            <a:r>
              <a:rPr lang="en-US" sz="1000">
                <a:solidFill>
                  <a:schemeClr val="tx2"/>
                </a:solidFill>
                <a:latin typeface="Tenorite"/>
              </a:rPr>
              <a:t>This proposal is a delivery blueprint and sizing model, not a fixed bid. The sizing thresholds, timelines and team shapes reflect common patterns; your figures may differ. We recommend a short-paid discovery to count the four dimensions against your real estate before committing to a size and price.</a:t>
            </a:r>
            <a:endParaRPr lang="en-IN" sz="1000">
              <a:solidFill>
                <a:schemeClr val="tx2"/>
              </a:solidFill>
              <a:latin typeface="Tenorite"/>
            </a:endParaRPr>
          </a:p>
        </p:txBody>
      </p:sp>
      <p:sp>
        <p:nvSpPr>
          <p:cNvPr id="5" name="Slide Number Placeholder 5">
            <a:extLst>
              <a:ext uri="{FF2B5EF4-FFF2-40B4-BE49-F238E27FC236}">
                <a16:creationId xmlns:a16="http://schemas.microsoft.com/office/drawing/2014/main" id="{70443501-9F01-C7EA-EFE8-48104EF49694}"/>
              </a:ext>
            </a:extLst>
          </p:cNvPr>
          <p:cNvSpPr>
            <a:spLocks noGrp="1"/>
          </p:cNvSpPr>
          <p:nvPr>
            <p:ph type="sldNum" sz="quarter" idx="4"/>
          </p:nvPr>
        </p:nvSpPr>
        <p:spPr>
          <a:xfrm>
            <a:off x="9067800" y="6538580"/>
            <a:ext cx="2743200" cy="174958"/>
          </a:xfrm>
          <a:prstGeom prst="rect">
            <a:avLst/>
          </a:prstGeom>
        </p:spPr>
        <p:txBody>
          <a:bodyPr vert="horz" lIns="91440" tIns="45720" rIns="0" bIns="45720" rtlCol="0" anchor="ctr"/>
          <a:lstStyle>
            <a:lvl1pPr algn="r">
              <a:defRPr sz="700" b="0" i="0">
                <a:solidFill>
                  <a:schemeClr val="accent4"/>
                </a:solidFill>
                <a:latin typeface="Tenorite" panose="00000500000000000000" pitchFamily="2" charset="0"/>
              </a:defRPr>
            </a:lvl1pPr>
          </a:lstStyle>
          <a:p>
            <a:fld id="{330EA680-D336-4FF7-8B7A-9848BB0A1C32}" type="slidenum">
              <a:rPr lang="en-US" smtClean="0"/>
              <a:pPr/>
              <a:t>11</a:t>
            </a:fld>
            <a:endParaRPr lang="en-US"/>
          </a:p>
        </p:txBody>
      </p:sp>
      <p:sp>
        <p:nvSpPr>
          <p:cNvPr id="11" name="Date Placeholder 3">
            <a:extLst>
              <a:ext uri="{FF2B5EF4-FFF2-40B4-BE49-F238E27FC236}">
                <a16:creationId xmlns:a16="http://schemas.microsoft.com/office/drawing/2014/main" id="{B5056177-9878-7D6A-C4DC-5442939B4B28}"/>
              </a:ext>
            </a:extLst>
          </p:cNvPr>
          <p:cNvSpPr>
            <a:spLocks noGrp="1"/>
          </p:cNvSpPr>
          <p:nvPr>
            <p:ph type="dt" sz="half" idx="2"/>
          </p:nvPr>
        </p:nvSpPr>
        <p:spPr>
          <a:xfrm>
            <a:off x="930274" y="6538580"/>
            <a:ext cx="2670175" cy="174958"/>
          </a:xfrm>
          <a:prstGeom prst="rect">
            <a:avLst/>
          </a:prstGeom>
        </p:spPr>
        <p:txBody>
          <a:bodyPr vert="horz" lIns="0" tIns="45720" rIns="91440" bIns="45720" rtlCol="0" anchor="ctr"/>
          <a:lstStyle>
            <a:lvl1pPr algn="l">
              <a:defRPr sz="700" b="0" i="0">
                <a:solidFill>
                  <a:schemeClr val="accent4"/>
                </a:solidFill>
                <a:latin typeface="Tenorite" panose="00000500000000000000" pitchFamily="2" charset="0"/>
              </a:defRPr>
            </a:lvl1pPr>
          </a:lstStyle>
          <a:p>
            <a:r>
              <a:rPr lang="en-US"/>
              <a:t>© SYREN CLOUD INC – 2026 – ALL RIGHTS RESERVED</a:t>
            </a:r>
            <a:endParaRPr lang="en-US" sz="700"/>
          </a:p>
        </p:txBody>
      </p:sp>
    </p:spTree>
    <p:extLst>
      <p:ext uri="{BB962C8B-B14F-4D97-AF65-F5344CB8AC3E}">
        <p14:creationId xmlns:p14="http://schemas.microsoft.com/office/powerpoint/2010/main" val="1495933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4511EFE-7D19-B3F4-1817-9008098FC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3080F-1976-647B-F6B2-979D2BB1E6FC}"/>
              </a:ext>
            </a:extLst>
          </p:cNvPr>
          <p:cNvSpPr>
            <a:spLocks noGrp="1"/>
          </p:cNvSpPr>
          <p:nvPr>
            <p:ph type="title"/>
          </p:nvPr>
        </p:nvSpPr>
        <p:spPr/>
        <p:txBody>
          <a:bodyPr/>
          <a:lstStyle/>
          <a:p>
            <a:r>
              <a:rPr lang="en-US"/>
              <a:t>How the sizing table was derived</a:t>
            </a:r>
          </a:p>
        </p:txBody>
      </p:sp>
      <p:sp>
        <p:nvSpPr>
          <p:cNvPr id="6" name="Rectangle: Top Corners Rounded 5">
            <a:extLst>
              <a:ext uri="{FF2B5EF4-FFF2-40B4-BE49-F238E27FC236}">
                <a16:creationId xmlns:a16="http://schemas.microsoft.com/office/drawing/2014/main" id="{03DB0919-37C4-0FC1-C313-6A0DF8164257}"/>
              </a:ext>
            </a:extLst>
          </p:cNvPr>
          <p:cNvSpPr/>
          <p:nvPr/>
        </p:nvSpPr>
        <p:spPr>
          <a:xfrm rot="10800000">
            <a:off x="381842" y="-5"/>
            <a:ext cx="1091357" cy="250825"/>
          </a:xfrm>
          <a:prstGeom prst="round2SameRect">
            <a:avLst>
              <a:gd name="adj1" fmla="val 37553"/>
              <a:gd name="adj2"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B712FB65-E697-62EB-6A24-4E4D14ED781E}"/>
              </a:ext>
            </a:extLst>
          </p:cNvPr>
          <p:cNvSpPr txBox="1"/>
          <p:nvPr/>
        </p:nvSpPr>
        <p:spPr>
          <a:xfrm>
            <a:off x="380999" y="17690"/>
            <a:ext cx="1092201" cy="215444"/>
          </a:xfrm>
          <a:prstGeom prst="rect">
            <a:avLst/>
          </a:prstGeom>
          <a:noFill/>
        </p:spPr>
        <p:txBody>
          <a:bodyPr wrap="square">
            <a:spAutoFit/>
          </a:bodyPr>
          <a:lstStyle/>
          <a:p>
            <a:r>
              <a:rPr lang="en-US" sz="800" b="1" i="0" dirty="0">
                <a:solidFill>
                  <a:schemeClr val="tx2"/>
                </a:solidFill>
                <a:effectLst/>
                <a:latin typeface="Tenorite" panose="00000500000000000000" pitchFamily="2" charset="0"/>
              </a:rPr>
              <a:t>08 — Methodology</a:t>
            </a:r>
          </a:p>
        </p:txBody>
      </p:sp>
      <p:sp>
        <p:nvSpPr>
          <p:cNvPr id="13" name="Rectangle: Top Corners Rounded 12">
            <a:extLst>
              <a:ext uri="{FF2B5EF4-FFF2-40B4-BE49-F238E27FC236}">
                <a16:creationId xmlns:a16="http://schemas.microsoft.com/office/drawing/2014/main" id="{C0BFC5E7-9162-8D2E-0863-D449EFAFE012}"/>
              </a:ext>
            </a:extLst>
          </p:cNvPr>
          <p:cNvSpPr/>
          <p:nvPr/>
        </p:nvSpPr>
        <p:spPr>
          <a:xfrm rot="10800000">
            <a:off x="380999" y="1943062"/>
            <a:ext cx="11430000" cy="3906937"/>
          </a:xfrm>
          <a:prstGeom prst="round2SameRect">
            <a:avLst>
              <a:gd name="adj1" fmla="val 4734"/>
              <a:gd name="adj2" fmla="val 6099"/>
            </a:avLst>
          </a:prstGeom>
          <a:solidFill>
            <a:schemeClr val="tx1"/>
          </a:solidFill>
          <a:ln>
            <a:noFill/>
          </a:ln>
          <a:effectLst>
            <a:outerShdw blurRad="190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344411AA-EE28-DD7A-0645-34E9873E6759}"/>
              </a:ext>
            </a:extLst>
          </p:cNvPr>
          <p:cNvSpPr txBox="1"/>
          <p:nvPr/>
        </p:nvSpPr>
        <p:spPr>
          <a:xfrm>
            <a:off x="731047" y="5344474"/>
            <a:ext cx="10768006" cy="276999"/>
          </a:xfrm>
          <a:prstGeom prst="rect">
            <a:avLst/>
          </a:prstGeom>
          <a:noFill/>
        </p:spPr>
        <p:txBody>
          <a:bodyPr wrap="square">
            <a:spAutoFit/>
          </a:bodyPr>
          <a:lstStyle/>
          <a:p>
            <a:pPr algn="ctr"/>
            <a:r>
              <a:rPr lang="en-US" sz="1200" b="1">
                <a:solidFill>
                  <a:srgbClr val="0C2438"/>
                </a:solidFill>
                <a:latin typeface="Tenorite" panose="00000500000000000000" pitchFamily="2" charset="0"/>
              </a:rPr>
              <a:t>Fig 5. </a:t>
            </a:r>
            <a:r>
              <a:rPr lang="en-US" sz="1200">
                <a:solidFill>
                  <a:srgbClr val="0C2438"/>
                </a:solidFill>
                <a:latin typeface="Tenorite" panose="00000500000000000000" pitchFamily="2" charset="0"/>
              </a:rPr>
              <a:t>The derivation pipeline — countable signals in, a sized plan out, with adjustment factors refining the baseline before it becomes a commitment.</a:t>
            </a:r>
          </a:p>
        </p:txBody>
      </p:sp>
      <p:sp>
        <p:nvSpPr>
          <p:cNvPr id="27" name="TextBox 26">
            <a:extLst>
              <a:ext uri="{FF2B5EF4-FFF2-40B4-BE49-F238E27FC236}">
                <a16:creationId xmlns:a16="http://schemas.microsoft.com/office/drawing/2014/main" id="{31DDDCB9-531E-B84C-4EDD-52EE30394BC7}"/>
              </a:ext>
            </a:extLst>
          </p:cNvPr>
          <p:cNvSpPr txBox="1"/>
          <p:nvPr/>
        </p:nvSpPr>
        <p:spPr>
          <a:xfrm>
            <a:off x="400050" y="1073791"/>
            <a:ext cx="11430000" cy="430887"/>
          </a:xfrm>
          <a:prstGeom prst="rect">
            <a:avLst/>
          </a:prstGeom>
          <a:noFill/>
        </p:spPr>
        <p:txBody>
          <a:bodyPr wrap="square" lIns="0" tIns="0" rIns="0" bIns="0">
            <a:spAutoFit/>
          </a:bodyPr>
          <a:lstStyle/>
          <a:p>
            <a:pPr marL="0" marR="0" indent="0">
              <a:buNone/>
            </a:pPr>
            <a:r>
              <a:rPr lang="en-US" sz="1400" b="1" i="0">
                <a:solidFill>
                  <a:schemeClr val="bg1"/>
                </a:solidFill>
                <a:effectLst/>
                <a:latin typeface="Tenorite" panose="00000500000000000000" pitchFamily="2" charset="0"/>
              </a:rPr>
              <a:t>The tiers aren't arbitrary. Each threshold was reverse-engineered from where delivery effort tends to step-change on Fabric engagements, then cross-checked so the bands, the team shapes and the person-month estimates all reconcile with one another.</a:t>
            </a:r>
          </a:p>
        </p:txBody>
      </p:sp>
      <p:sp>
        <p:nvSpPr>
          <p:cNvPr id="16" name="Rectangle: Rounded Corners 15">
            <a:extLst>
              <a:ext uri="{FF2B5EF4-FFF2-40B4-BE49-F238E27FC236}">
                <a16:creationId xmlns:a16="http://schemas.microsoft.com/office/drawing/2014/main" id="{EF423F4C-5A95-4953-B356-413FB9506E34}"/>
              </a:ext>
            </a:extLst>
          </p:cNvPr>
          <p:cNvSpPr/>
          <p:nvPr/>
        </p:nvSpPr>
        <p:spPr>
          <a:xfrm>
            <a:off x="727061" y="2917792"/>
            <a:ext cx="1836433" cy="1635062"/>
          </a:xfrm>
          <a:prstGeom prst="round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200"/>
              </a:spcAft>
            </a:pPr>
            <a:r>
              <a:rPr lang="en-US" sz="1600" b="1">
                <a:latin typeface="Tenorite" panose="00000500000000000000" pitchFamily="2" charset="0"/>
                <a:cs typeface="Poppins" panose="00000500000000000000" pitchFamily="2" charset="0"/>
              </a:rPr>
              <a:t>1 · Count signals</a:t>
            </a:r>
          </a:p>
          <a:p>
            <a:pPr>
              <a:spcAft>
                <a:spcPts val="200"/>
              </a:spcAft>
            </a:pPr>
            <a:r>
              <a:rPr lang="en-IN" sz="1100"/>
              <a:t># source systems ingestion complexity</a:t>
            </a:r>
          </a:p>
          <a:p>
            <a:pPr>
              <a:spcAft>
                <a:spcPts val="200"/>
              </a:spcAft>
            </a:pPr>
            <a:r>
              <a:rPr lang="en-IN" sz="1100"/>
              <a:t># Silver tables</a:t>
            </a:r>
          </a:p>
          <a:p>
            <a:pPr>
              <a:spcAft>
                <a:spcPts val="200"/>
              </a:spcAft>
            </a:pPr>
            <a:r>
              <a:rPr lang="en-IN" sz="1100"/>
              <a:t># Gold KPIs</a:t>
            </a:r>
            <a:endParaRPr lang="en-US" sz="1100">
              <a:latin typeface="Tenorite" panose="00000500000000000000" pitchFamily="2" charset="0"/>
              <a:cs typeface="Poppins" panose="00000500000000000000" pitchFamily="2" charset="0"/>
            </a:endParaRPr>
          </a:p>
        </p:txBody>
      </p:sp>
      <p:sp>
        <p:nvSpPr>
          <p:cNvPr id="17" name="Rectangle: Rounded Corners 16">
            <a:extLst>
              <a:ext uri="{FF2B5EF4-FFF2-40B4-BE49-F238E27FC236}">
                <a16:creationId xmlns:a16="http://schemas.microsoft.com/office/drawing/2014/main" id="{56734AB2-E198-F3E0-AE89-573CB750FCE9}"/>
              </a:ext>
            </a:extLst>
          </p:cNvPr>
          <p:cNvSpPr/>
          <p:nvPr/>
        </p:nvSpPr>
        <p:spPr>
          <a:xfrm>
            <a:off x="3026955" y="2917792"/>
            <a:ext cx="1836433" cy="1635062"/>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200"/>
              </a:spcAft>
            </a:pPr>
            <a:r>
              <a:rPr lang="en-US" sz="1600" b="1">
                <a:latin typeface="Tenorite" panose="00000500000000000000" pitchFamily="2" charset="0"/>
                <a:cs typeface="Poppins" panose="00000500000000000000" pitchFamily="2" charset="0"/>
              </a:rPr>
              <a:t>2 · Calibrate</a:t>
            </a:r>
          </a:p>
          <a:p>
            <a:pPr>
              <a:spcAft>
                <a:spcPts val="200"/>
              </a:spcAft>
            </a:pPr>
            <a:r>
              <a:rPr lang="en-US" sz="1100"/>
              <a:t>to effort step-changes</a:t>
            </a:r>
          </a:p>
        </p:txBody>
      </p:sp>
      <p:sp>
        <p:nvSpPr>
          <p:cNvPr id="18" name="Rectangle: Rounded Corners 17">
            <a:extLst>
              <a:ext uri="{FF2B5EF4-FFF2-40B4-BE49-F238E27FC236}">
                <a16:creationId xmlns:a16="http://schemas.microsoft.com/office/drawing/2014/main" id="{90F69D8F-4EAE-8AAF-E1EF-1476549B87AC}"/>
              </a:ext>
            </a:extLst>
          </p:cNvPr>
          <p:cNvSpPr/>
          <p:nvPr/>
        </p:nvSpPr>
        <p:spPr>
          <a:xfrm>
            <a:off x="5326849" y="2917793"/>
            <a:ext cx="1836433" cy="501878"/>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a:solidFill>
                  <a:schemeClr val="tx1"/>
                </a:solidFill>
                <a:latin typeface="Tenorite" panose="00000500000000000000" pitchFamily="2" charset="0"/>
                <a:cs typeface="Poppins" panose="00000500000000000000" pitchFamily="2" charset="0"/>
              </a:rPr>
              <a:t>Simple</a:t>
            </a:r>
            <a:endParaRPr lang="en-US" sz="1100">
              <a:solidFill>
                <a:schemeClr val="tx1"/>
              </a:solidFill>
              <a:latin typeface="Tenorite" panose="00000500000000000000" pitchFamily="2" charset="0"/>
              <a:cs typeface="Poppins" panose="00000500000000000000" pitchFamily="2" charset="0"/>
            </a:endParaRPr>
          </a:p>
        </p:txBody>
      </p:sp>
      <p:sp>
        <p:nvSpPr>
          <p:cNvPr id="19" name="Rectangle: Rounded Corners 18">
            <a:extLst>
              <a:ext uri="{FF2B5EF4-FFF2-40B4-BE49-F238E27FC236}">
                <a16:creationId xmlns:a16="http://schemas.microsoft.com/office/drawing/2014/main" id="{8030B302-5CD9-88BC-6F49-AF99B2650EDE}"/>
              </a:ext>
            </a:extLst>
          </p:cNvPr>
          <p:cNvSpPr/>
          <p:nvPr/>
        </p:nvSpPr>
        <p:spPr>
          <a:xfrm>
            <a:off x="7626743" y="2917792"/>
            <a:ext cx="1836433" cy="1635062"/>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200"/>
              </a:spcAft>
            </a:pPr>
            <a:r>
              <a:rPr lang="en-US" sz="1600" b="1">
                <a:solidFill>
                  <a:schemeClr val="tx1"/>
                </a:solidFill>
                <a:latin typeface="Tenorite" panose="00000500000000000000" pitchFamily="2" charset="0"/>
                <a:cs typeface="Poppins" panose="00000500000000000000" pitchFamily="2" charset="0"/>
              </a:rPr>
              <a:t>4 · Apply modifiers</a:t>
            </a:r>
          </a:p>
          <a:p>
            <a:pPr>
              <a:spcAft>
                <a:spcPts val="200"/>
              </a:spcAft>
            </a:pPr>
            <a:r>
              <a:rPr lang="en-US" sz="1100">
                <a:solidFill>
                  <a:schemeClr val="tx1"/>
                </a:solidFill>
                <a:latin typeface="Tenorite" panose="00000500000000000000" pitchFamily="2" charset="0"/>
                <a:cs typeface="Poppins" panose="00000500000000000000" pitchFamily="2" charset="0"/>
              </a:rPr>
              <a:t>volume · quality · residency…</a:t>
            </a:r>
          </a:p>
        </p:txBody>
      </p:sp>
      <p:sp>
        <p:nvSpPr>
          <p:cNvPr id="20" name="Rectangle: Rounded Corners 19">
            <a:extLst>
              <a:ext uri="{FF2B5EF4-FFF2-40B4-BE49-F238E27FC236}">
                <a16:creationId xmlns:a16="http://schemas.microsoft.com/office/drawing/2014/main" id="{01F5E2CC-62EB-7627-504B-68C28CBAEDBC}"/>
              </a:ext>
            </a:extLst>
          </p:cNvPr>
          <p:cNvSpPr/>
          <p:nvPr/>
        </p:nvSpPr>
        <p:spPr>
          <a:xfrm>
            <a:off x="9926638" y="2917792"/>
            <a:ext cx="1538299" cy="1635062"/>
          </a:xfrm>
          <a:prstGeom prst="roundRect">
            <a:avLst>
              <a:gd name="adj" fmla="val 10928"/>
            </a:avLst>
          </a:prstGeom>
          <a:solidFill>
            <a:schemeClr val="tx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200"/>
              </a:spcAft>
            </a:pPr>
            <a:r>
              <a:rPr lang="en-IN" sz="1600" b="1">
                <a:solidFill>
                  <a:schemeClr val="bg1"/>
                </a:solidFill>
                <a:latin typeface="Tenorite" panose="00000500000000000000" pitchFamily="2" charset="0"/>
                <a:cs typeface="Poppins" panose="00000500000000000000" pitchFamily="2" charset="0"/>
              </a:rPr>
              <a:t>5 · Baseline plan</a:t>
            </a:r>
          </a:p>
          <a:p>
            <a:r>
              <a:rPr lang="en-US" sz="1050">
                <a:solidFill>
                  <a:schemeClr val="tx2"/>
                </a:solidFill>
                <a:latin typeface="Tenorite" panose="00000500000000000000" pitchFamily="2" charset="0"/>
                <a:cs typeface="Poppins" panose="00000500000000000000" pitchFamily="2" charset="0"/>
              </a:rPr>
              <a:t>team + timeline + effort</a:t>
            </a:r>
          </a:p>
        </p:txBody>
      </p:sp>
      <p:sp>
        <p:nvSpPr>
          <p:cNvPr id="21" name="TextBox 20">
            <a:extLst>
              <a:ext uri="{FF2B5EF4-FFF2-40B4-BE49-F238E27FC236}">
                <a16:creationId xmlns:a16="http://schemas.microsoft.com/office/drawing/2014/main" id="{1B30EB83-92ED-3EEE-108F-53291D17EB1C}"/>
              </a:ext>
            </a:extLst>
          </p:cNvPr>
          <p:cNvSpPr txBox="1"/>
          <p:nvPr/>
        </p:nvSpPr>
        <p:spPr>
          <a:xfrm>
            <a:off x="4972298" y="4643227"/>
            <a:ext cx="2567242" cy="276999"/>
          </a:xfrm>
          <a:prstGeom prst="rect">
            <a:avLst/>
          </a:prstGeom>
          <a:noFill/>
        </p:spPr>
        <p:txBody>
          <a:bodyPr wrap="none">
            <a:spAutoFit/>
          </a:bodyPr>
          <a:lstStyle/>
          <a:p>
            <a:pPr algn="ctr"/>
            <a:r>
              <a:rPr lang="en-US" sz="1200" b="0" i="0">
                <a:solidFill>
                  <a:schemeClr val="accent4"/>
                </a:solidFill>
                <a:effectLst/>
                <a:latin typeface="Tenorite" panose="00000500000000000000" pitchFamily="2" charset="0"/>
              </a:rPr>
              <a:t>worst-case dimension wins · MAX( )</a:t>
            </a:r>
          </a:p>
        </p:txBody>
      </p:sp>
      <p:cxnSp>
        <p:nvCxnSpPr>
          <p:cNvPr id="23" name="Straight Arrow Connector 22">
            <a:extLst>
              <a:ext uri="{FF2B5EF4-FFF2-40B4-BE49-F238E27FC236}">
                <a16:creationId xmlns:a16="http://schemas.microsoft.com/office/drawing/2014/main" id="{EC19D294-B2CF-3893-B99C-CD3E6D7798D3}"/>
              </a:ext>
            </a:extLst>
          </p:cNvPr>
          <p:cNvCxnSpPr>
            <a:cxnSpLocks/>
            <a:stCxn id="16" idx="3"/>
            <a:endCxn id="17" idx="1"/>
          </p:cNvCxnSpPr>
          <p:nvPr/>
        </p:nvCxnSpPr>
        <p:spPr>
          <a:xfrm>
            <a:off x="2563494" y="3735324"/>
            <a:ext cx="463461" cy="0"/>
          </a:xfrm>
          <a:prstGeom prst="straightConnector1">
            <a:avLst/>
          </a:prstGeom>
          <a:ln w="12700">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D73D3E6-F83A-4B68-AFB0-7C0DDCC3DE96}"/>
              </a:ext>
            </a:extLst>
          </p:cNvPr>
          <p:cNvCxnSpPr>
            <a:cxnSpLocks/>
            <a:stCxn id="17" idx="3"/>
            <a:endCxn id="34" idx="1"/>
          </p:cNvCxnSpPr>
          <p:nvPr/>
        </p:nvCxnSpPr>
        <p:spPr>
          <a:xfrm>
            <a:off x="4863388" y="3735323"/>
            <a:ext cx="463460" cy="1"/>
          </a:xfrm>
          <a:prstGeom prst="straightConnector1">
            <a:avLst/>
          </a:prstGeom>
          <a:ln w="12700">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0D72D64-E667-F4EB-C583-C624647ACD91}"/>
              </a:ext>
            </a:extLst>
          </p:cNvPr>
          <p:cNvCxnSpPr>
            <a:cxnSpLocks/>
            <a:stCxn id="34" idx="3"/>
            <a:endCxn id="19" idx="1"/>
          </p:cNvCxnSpPr>
          <p:nvPr/>
        </p:nvCxnSpPr>
        <p:spPr>
          <a:xfrm flipV="1">
            <a:off x="7163281" y="3735323"/>
            <a:ext cx="463462" cy="1"/>
          </a:xfrm>
          <a:prstGeom prst="straightConnector1">
            <a:avLst/>
          </a:prstGeom>
          <a:ln w="12700">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Rounded Corners 33">
            <a:extLst>
              <a:ext uri="{FF2B5EF4-FFF2-40B4-BE49-F238E27FC236}">
                <a16:creationId xmlns:a16="http://schemas.microsoft.com/office/drawing/2014/main" id="{1B40EDD2-2F9C-5603-D446-587F021A98CD}"/>
              </a:ext>
            </a:extLst>
          </p:cNvPr>
          <p:cNvSpPr/>
          <p:nvPr/>
        </p:nvSpPr>
        <p:spPr>
          <a:xfrm>
            <a:off x="5326848" y="3484385"/>
            <a:ext cx="1836433" cy="501878"/>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a:solidFill>
                  <a:schemeClr val="bg1"/>
                </a:solidFill>
                <a:latin typeface="Tenorite" panose="00000500000000000000" pitchFamily="2" charset="0"/>
                <a:cs typeface="Poppins" panose="00000500000000000000" pitchFamily="2" charset="0"/>
              </a:rPr>
              <a:t>Medium</a:t>
            </a:r>
            <a:endParaRPr lang="en-US" sz="1100">
              <a:solidFill>
                <a:schemeClr val="bg1"/>
              </a:solidFill>
              <a:latin typeface="Tenorite" panose="00000500000000000000" pitchFamily="2" charset="0"/>
              <a:cs typeface="Poppins" panose="00000500000000000000" pitchFamily="2" charset="0"/>
            </a:endParaRPr>
          </a:p>
        </p:txBody>
      </p:sp>
      <p:sp>
        <p:nvSpPr>
          <p:cNvPr id="35" name="Rectangle: Rounded Corners 34">
            <a:extLst>
              <a:ext uri="{FF2B5EF4-FFF2-40B4-BE49-F238E27FC236}">
                <a16:creationId xmlns:a16="http://schemas.microsoft.com/office/drawing/2014/main" id="{BC51AD68-AE5F-E199-472B-1C78F078AC8E}"/>
              </a:ext>
            </a:extLst>
          </p:cNvPr>
          <p:cNvSpPr/>
          <p:nvPr/>
        </p:nvSpPr>
        <p:spPr>
          <a:xfrm>
            <a:off x="5326849" y="4050976"/>
            <a:ext cx="1836433" cy="501878"/>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a:solidFill>
                  <a:schemeClr val="bg1"/>
                </a:solidFill>
                <a:latin typeface="Tenorite" panose="00000500000000000000" pitchFamily="2" charset="0"/>
                <a:cs typeface="Poppins" panose="00000500000000000000" pitchFamily="2" charset="0"/>
              </a:rPr>
              <a:t>Complex</a:t>
            </a:r>
            <a:endParaRPr lang="en-US" sz="1100">
              <a:solidFill>
                <a:schemeClr val="bg1"/>
              </a:solidFill>
              <a:latin typeface="Tenorite" panose="00000500000000000000" pitchFamily="2" charset="0"/>
              <a:cs typeface="Poppins" panose="00000500000000000000" pitchFamily="2" charset="0"/>
            </a:endParaRPr>
          </a:p>
        </p:txBody>
      </p:sp>
      <p:cxnSp>
        <p:nvCxnSpPr>
          <p:cNvPr id="38" name="Straight Arrow Connector 37">
            <a:extLst>
              <a:ext uri="{FF2B5EF4-FFF2-40B4-BE49-F238E27FC236}">
                <a16:creationId xmlns:a16="http://schemas.microsoft.com/office/drawing/2014/main" id="{F7DD2CF9-F11B-2BAC-8700-A4C71F2F46D3}"/>
              </a:ext>
            </a:extLst>
          </p:cNvPr>
          <p:cNvCxnSpPr>
            <a:cxnSpLocks/>
            <a:stCxn id="19" idx="3"/>
            <a:endCxn id="20" idx="1"/>
          </p:cNvCxnSpPr>
          <p:nvPr/>
        </p:nvCxnSpPr>
        <p:spPr>
          <a:xfrm>
            <a:off x="9463176" y="3735324"/>
            <a:ext cx="463462" cy="0"/>
          </a:xfrm>
          <a:prstGeom prst="straightConnector1">
            <a:avLst/>
          </a:prstGeom>
          <a:ln w="12700">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28EB0711-7083-8489-0764-29D0599BC388}"/>
              </a:ext>
            </a:extLst>
          </p:cNvPr>
          <p:cNvSpPr txBox="1"/>
          <p:nvPr/>
        </p:nvSpPr>
        <p:spPr>
          <a:xfrm>
            <a:off x="5194103" y="2479410"/>
            <a:ext cx="2101922" cy="338554"/>
          </a:xfrm>
          <a:prstGeom prst="rect">
            <a:avLst/>
          </a:prstGeom>
          <a:noFill/>
        </p:spPr>
        <p:txBody>
          <a:bodyPr wrap="none">
            <a:spAutoFit/>
          </a:bodyPr>
          <a:lstStyle/>
          <a:p>
            <a:pPr>
              <a:spcAft>
                <a:spcPts val="200"/>
              </a:spcAft>
            </a:pPr>
            <a:r>
              <a:rPr lang="en-US" sz="1600" b="1">
                <a:solidFill>
                  <a:schemeClr val="bg1"/>
                </a:solidFill>
                <a:latin typeface="Tenorite" panose="00000500000000000000" pitchFamily="2" charset="0"/>
                <a:cs typeface="Poppins" panose="00000500000000000000" pitchFamily="2" charset="0"/>
              </a:rPr>
              <a:t>3 · Bucket Into 3 Tiers</a:t>
            </a:r>
          </a:p>
        </p:txBody>
      </p:sp>
      <p:sp>
        <p:nvSpPr>
          <p:cNvPr id="7" name="Slide Number Placeholder 5">
            <a:extLst>
              <a:ext uri="{FF2B5EF4-FFF2-40B4-BE49-F238E27FC236}">
                <a16:creationId xmlns:a16="http://schemas.microsoft.com/office/drawing/2014/main" id="{A73491F9-581F-38C7-15FF-648BE4EFBCE5}"/>
              </a:ext>
            </a:extLst>
          </p:cNvPr>
          <p:cNvSpPr>
            <a:spLocks noGrp="1"/>
          </p:cNvSpPr>
          <p:nvPr>
            <p:ph type="sldNum" sz="quarter" idx="4"/>
          </p:nvPr>
        </p:nvSpPr>
        <p:spPr>
          <a:xfrm>
            <a:off x="9067800" y="6538580"/>
            <a:ext cx="2743200" cy="174958"/>
          </a:xfrm>
          <a:prstGeom prst="rect">
            <a:avLst/>
          </a:prstGeom>
        </p:spPr>
        <p:txBody>
          <a:bodyPr vert="horz" lIns="91440" tIns="45720" rIns="0" bIns="45720" rtlCol="0" anchor="ctr"/>
          <a:lstStyle>
            <a:lvl1pPr algn="r">
              <a:defRPr sz="700" b="0" i="0">
                <a:solidFill>
                  <a:schemeClr val="accent4"/>
                </a:solidFill>
                <a:latin typeface="Tenorite" panose="00000500000000000000" pitchFamily="2" charset="0"/>
              </a:defRPr>
            </a:lvl1pPr>
          </a:lstStyle>
          <a:p>
            <a:fld id="{330EA680-D336-4FF7-8B7A-9848BB0A1C32}" type="slidenum">
              <a:rPr lang="en-US" smtClean="0"/>
              <a:pPr/>
              <a:t>12</a:t>
            </a:fld>
            <a:endParaRPr lang="en-US"/>
          </a:p>
        </p:txBody>
      </p:sp>
      <p:sp>
        <p:nvSpPr>
          <p:cNvPr id="9" name="Date Placeholder 3">
            <a:extLst>
              <a:ext uri="{FF2B5EF4-FFF2-40B4-BE49-F238E27FC236}">
                <a16:creationId xmlns:a16="http://schemas.microsoft.com/office/drawing/2014/main" id="{8D35E832-C790-2412-B391-E04AB90E4263}"/>
              </a:ext>
            </a:extLst>
          </p:cNvPr>
          <p:cNvSpPr>
            <a:spLocks noGrp="1"/>
          </p:cNvSpPr>
          <p:nvPr>
            <p:ph type="dt" sz="half" idx="2"/>
          </p:nvPr>
        </p:nvSpPr>
        <p:spPr>
          <a:xfrm>
            <a:off x="930274" y="6538580"/>
            <a:ext cx="2670175" cy="174958"/>
          </a:xfrm>
          <a:prstGeom prst="rect">
            <a:avLst/>
          </a:prstGeom>
        </p:spPr>
        <p:txBody>
          <a:bodyPr vert="horz" lIns="0" tIns="45720" rIns="91440" bIns="45720" rtlCol="0" anchor="ctr"/>
          <a:lstStyle>
            <a:lvl1pPr algn="l">
              <a:defRPr sz="700" b="0" i="0">
                <a:solidFill>
                  <a:schemeClr val="accent4"/>
                </a:solidFill>
                <a:latin typeface="Tenorite" panose="00000500000000000000" pitchFamily="2" charset="0"/>
              </a:defRPr>
            </a:lvl1pPr>
          </a:lstStyle>
          <a:p>
            <a:r>
              <a:rPr lang="en-US"/>
              <a:t>© SYREN CLOUD INC – 2026 – ALL RIGHTS RESERVED</a:t>
            </a:r>
            <a:endParaRPr lang="en-US" sz="700"/>
          </a:p>
        </p:txBody>
      </p:sp>
    </p:spTree>
    <p:extLst>
      <p:ext uri="{BB962C8B-B14F-4D97-AF65-F5344CB8AC3E}">
        <p14:creationId xmlns:p14="http://schemas.microsoft.com/office/powerpoint/2010/main" val="2650331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CBE5BAA-EE6C-ACA7-7120-DAC743442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9E531C-A602-25D0-0AB5-3B14BD531A0C}"/>
              </a:ext>
            </a:extLst>
          </p:cNvPr>
          <p:cNvSpPr>
            <a:spLocks noGrp="1"/>
          </p:cNvSpPr>
          <p:nvPr>
            <p:ph type="title"/>
          </p:nvPr>
        </p:nvSpPr>
        <p:spPr/>
        <p:txBody>
          <a:bodyPr/>
          <a:lstStyle/>
          <a:p>
            <a:r>
              <a:rPr lang="en-US"/>
              <a:t>How the sizing table was derived </a:t>
            </a:r>
            <a:r>
              <a:rPr lang="en-US" b="0"/>
              <a:t>(Contd.)</a:t>
            </a:r>
          </a:p>
        </p:txBody>
      </p:sp>
      <p:sp>
        <p:nvSpPr>
          <p:cNvPr id="43" name="Rectangle: Top Corners Rounded 42">
            <a:extLst>
              <a:ext uri="{FF2B5EF4-FFF2-40B4-BE49-F238E27FC236}">
                <a16:creationId xmlns:a16="http://schemas.microsoft.com/office/drawing/2014/main" id="{660F3BA3-661C-284D-3475-03F993CA9212}"/>
              </a:ext>
            </a:extLst>
          </p:cNvPr>
          <p:cNvSpPr/>
          <p:nvPr/>
        </p:nvSpPr>
        <p:spPr>
          <a:xfrm rot="10800000">
            <a:off x="400050" y="1066799"/>
            <a:ext cx="5456464" cy="3370446"/>
          </a:xfrm>
          <a:prstGeom prst="round2SameRect">
            <a:avLst>
              <a:gd name="adj1" fmla="val 4734"/>
              <a:gd name="adj2" fmla="val 6099"/>
            </a:avLst>
          </a:prstGeom>
          <a:solidFill>
            <a:schemeClr val="tx1"/>
          </a:solidFill>
          <a:ln>
            <a:noFill/>
          </a:ln>
          <a:effectLst>
            <a:outerShdw blurRad="190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Rectangle: Top Corners Rounded 44">
            <a:extLst>
              <a:ext uri="{FF2B5EF4-FFF2-40B4-BE49-F238E27FC236}">
                <a16:creationId xmlns:a16="http://schemas.microsoft.com/office/drawing/2014/main" id="{1E47B0F5-4C37-8886-9226-A450A8BF3F40}"/>
              </a:ext>
            </a:extLst>
          </p:cNvPr>
          <p:cNvSpPr/>
          <p:nvPr/>
        </p:nvSpPr>
        <p:spPr>
          <a:xfrm rot="10800000">
            <a:off x="6346373" y="1066799"/>
            <a:ext cx="5456464" cy="3370446"/>
          </a:xfrm>
          <a:prstGeom prst="round2SameRect">
            <a:avLst>
              <a:gd name="adj1" fmla="val 4734"/>
              <a:gd name="adj2" fmla="val 6099"/>
            </a:avLst>
          </a:prstGeom>
          <a:solidFill>
            <a:schemeClr val="tx1"/>
          </a:solidFill>
          <a:ln>
            <a:noFill/>
          </a:ln>
          <a:effectLst>
            <a:outerShdw blurRad="190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TextBox 46">
            <a:extLst>
              <a:ext uri="{FF2B5EF4-FFF2-40B4-BE49-F238E27FC236}">
                <a16:creationId xmlns:a16="http://schemas.microsoft.com/office/drawing/2014/main" id="{761F89D1-77FA-A009-EFF8-9471CFAC8E1A}"/>
              </a:ext>
            </a:extLst>
          </p:cNvPr>
          <p:cNvSpPr txBox="1"/>
          <p:nvPr/>
        </p:nvSpPr>
        <p:spPr>
          <a:xfrm>
            <a:off x="465365" y="1227868"/>
            <a:ext cx="3515627" cy="338554"/>
          </a:xfrm>
          <a:prstGeom prst="rect">
            <a:avLst/>
          </a:prstGeom>
          <a:noFill/>
        </p:spPr>
        <p:txBody>
          <a:bodyPr wrap="square">
            <a:spAutoFit/>
          </a:bodyPr>
          <a:lstStyle/>
          <a:p>
            <a:pPr>
              <a:spcAft>
                <a:spcPts val="600"/>
              </a:spcAft>
            </a:pPr>
            <a:r>
              <a:rPr lang="en-US" sz="1600" b="1">
                <a:solidFill>
                  <a:schemeClr val="tx2"/>
                </a:solidFill>
                <a:latin typeface="Tenorite" panose="00000500000000000000" pitchFamily="2" charset="0"/>
              </a:rPr>
              <a:t>Why these four dimensions</a:t>
            </a:r>
          </a:p>
        </p:txBody>
      </p:sp>
      <p:sp>
        <p:nvSpPr>
          <p:cNvPr id="49" name="TextBox 48">
            <a:extLst>
              <a:ext uri="{FF2B5EF4-FFF2-40B4-BE49-F238E27FC236}">
                <a16:creationId xmlns:a16="http://schemas.microsoft.com/office/drawing/2014/main" id="{BF8AE3B0-4E03-ECEB-BAA5-F64EE88B1B78}"/>
              </a:ext>
            </a:extLst>
          </p:cNvPr>
          <p:cNvSpPr txBox="1"/>
          <p:nvPr/>
        </p:nvSpPr>
        <p:spPr>
          <a:xfrm>
            <a:off x="465365" y="1607971"/>
            <a:ext cx="5305927" cy="2718693"/>
          </a:xfrm>
          <a:prstGeom prst="rect">
            <a:avLst/>
          </a:prstGeom>
          <a:noFill/>
        </p:spPr>
        <p:txBody>
          <a:bodyPr wrap="square">
            <a:spAutoFit/>
          </a:bodyPr>
          <a:lstStyle/>
          <a:p>
            <a:pPr marL="171450" marR="0" indent="-171450" algn="l">
              <a:spcBef>
                <a:spcPts val="200"/>
              </a:spcBef>
              <a:spcAft>
                <a:spcPts val="600"/>
              </a:spcAft>
              <a:buClr>
                <a:schemeClr val="tx2"/>
              </a:buClr>
              <a:buFont typeface="Arial" panose="020B0604020202020204" pitchFamily="34" charset="0"/>
              <a:buChar char="•"/>
            </a:pPr>
            <a:r>
              <a:rPr lang="en-US" sz="1200" b="1" i="0">
                <a:solidFill>
                  <a:srgbClr val="0C2438"/>
                </a:solidFill>
                <a:effectLst/>
                <a:latin typeface="Tenorite" panose="00000500000000000000" pitchFamily="2" charset="0"/>
              </a:rPr>
              <a:t>Count over judgement. </a:t>
            </a:r>
            <a:r>
              <a:rPr lang="en-US" sz="1200" i="0">
                <a:solidFill>
                  <a:srgbClr val="0C2438"/>
                </a:solidFill>
                <a:effectLst/>
                <a:latin typeface="Tenorite" panose="00000500000000000000" pitchFamily="2" charset="0"/>
              </a:rPr>
              <a:t>All four are countable in discovery, before a line of code is written — so sizing is repeatable across estimators rather than a feel.</a:t>
            </a:r>
          </a:p>
          <a:p>
            <a:pPr marL="171450" marR="0" indent="-171450" algn="l">
              <a:spcBef>
                <a:spcPts val="200"/>
              </a:spcBef>
              <a:spcAft>
                <a:spcPts val="600"/>
              </a:spcAft>
              <a:buClr>
                <a:schemeClr val="tx2"/>
              </a:buClr>
              <a:buFont typeface="Arial" panose="020B0604020202020204" pitchFamily="34" charset="0"/>
              <a:buChar char="•"/>
            </a:pPr>
            <a:r>
              <a:rPr lang="en-US" sz="1200" b="1" i="0">
                <a:solidFill>
                  <a:srgbClr val="0C2438"/>
                </a:solidFill>
                <a:effectLst/>
                <a:latin typeface="Tenorite" panose="00000500000000000000" pitchFamily="2" charset="0"/>
              </a:rPr>
              <a:t># Sources → ingestion effort. </a:t>
            </a:r>
            <a:r>
              <a:rPr lang="en-US" sz="1200" i="0">
                <a:solidFill>
                  <a:srgbClr val="0C2438"/>
                </a:solidFill>
                <a:effectLst/>
                <a:latin typeface="Tenorite" panose="00000500000000000000" pitchFamily="2" charset="0"/>
              </a:rPr>
              <a:t>Each source is connector setup, authentication, incremental/CDC logic and source-to-target reconciliation.</a:t>
            </a:r>
          </a:p>
          <a:p>
            <a:pPr marL="171450" marR="0" indent="-171450" algn="l">
              <a:spcBef>
                <a:spcPts val="200"/>
              </a:spcBef>
              <a:spcAft>
                <a:spcPts val="600"/>
              </a:spcAft>
              <a:buClr>
                <a:schemeClr val="tx2"/>
              </a:buClr>
              <a:buFont typeface="Arial" panose="020B0604020202020204" pitchFamily="34" charset="0"/>
              <a:buChar char="•"/>
            </a:pPr>
            <a:r>
              <a:rPr lang="en-US" sz="1200" b="1" i="0">
                <a:solidFill>
                  <a:srgbClr val="0C2438"/>
                </a:solidFill>
                <a:effectLst/>
                <a:latin typeface="Tenorite" panose="00000500000000000000" pitchFamily="2" charset="0"/>
              </a:rPr>
              <a:t>Ingestion complexity → per-source difficulty. </a:t>
            </a:r>
            <a:r>
              <a:rPr lang="en-US" sz="1200" i="0">
                <a:solidFill>
                  <a:srgbClr val="0C2438"/>
                </a:solidFill>
                <a:effectLst/>
                <a:latin typeface="Tenorite" panose="00000500000000000000" pitchFamily="2" charset="0"/>
              </a:rPr>
              <a:t>Batch, CDC and streaming are different skill sets and different effort classes for the same source count.</a:t>
            </a:r>
          </a:p>
          <a:p>
            <a:pPr marL="171450" marR="0" indent="-171450" algn="l">
              <a:spcBef>
                <a:spcPts val="200"/>
              </a:spcBef>
              <a:spcAft>
                <a:spcPts val="600"/>
              </a:spcAft>
              <a:buClr>
                <a:schemeClr val="tx2"/>
              </a:buClr>
              <a:buFont typeface="Arial" panose="020B0604020202020204" pitchFamily="34" charset="0"/>
              <a:buChar char="•"/>
            </a:pPr>
            <a:r>
              <a:rPr lang="en-US" sz="1200" b="1" i="0">
                <a:solidFill>
                  <a:srgbClr val="0C2438"/>
                </a:solidFill>
                <a:effectLst/>
                <a:latin typeface="Tenorite" panose="00000500000000000000" pitchFamily="2" charset="0"/>
              </a:rPr>
              <a:t># Silver tables → transformation &amp; modelling effort. </a:t>
            </a:r>
            <a:r>
              <a:rPr lang="en-US" sz="1200" i="0">
                <a:solidFill>
                  <a:srgbClr val="0C2438"/>
                </a:solidFill>
                <a:effectLst/>
                <a:latin typeface="Tenorite" panose="00000500000000000000" pitchFamily="2" charset="0"/>
              </a:rPr>
              <a:t>Cleansing, conforming, SCD handling and DQ gates scale with table count.</a:t>
            </a:r>
          </a:p>
          <a:p>
            <a:pPr marL="171450" marR="0" indent="-171450" algn="l">
              <a:spcBef>
                <a:spcPts val="200"/>
              </a:spcBef>
              <a:spcAft>
                <a:spcPts val="600"/>
              </a:spcAft>
              <a:buClr>
                <a:schemeClr val="tx2"/>
              </a:buClr>
              <a:buFont typeface="Arial" panose="020B0604020202020204" pitchFamily="34" charset="0"/>
              <a:buChar char="•"/>
            </a:pPr>
            <a:r>
              <a:rPr lang="en-US" sz="1200" b="1" i="0">
                <a:solidFill>
                  <a:srgbClr val="0C2438"/>
                </a:solidFill>
                <a:effectLst/>
                <a:latin typeface="Tenorite" panose="00000500000000000000" pitchFamily="2" charset="0"/>
              </a:rPr>
              <a:t># Gold KPIs → semantic &amp; validation effort. </a:t>
            </a:r>
            <a:r>
              <a:rPr lang="en-US" sz="1200" i="0">
                <a:solidFill>
                  <a:srgbClr val="0C2438"/>
                </a:solidFill>
                <a:effectLst/>
                <a:latin typeface="Tenorite" panose="00000500000000000000" pitchFamily="2" charset="0"/>
              </a:rPr>
              <a:t>Each KPI is a measure to build, a definition to agree with the business, and a number to validate.</a:t>
            </a:r>
          </a:p>
        </p:txBody>
      </p:sp>
      <p:sp>
        <p:nvSpPr>
          <p:cNvPr id="51" name="TextBox 50">
            <a:extLst>
              <a:ext uri="{FF2B5EF4-FFF2-40B4-BE49-F238E27FC236}">
                <a16:creationId xmlns:a16="http://schemas.microsoft.com/office/drawing/2014/main" id="{A40D2F92-F90A-78C6-CCD6-9839F0F7EB71}"/>
              </a:ext>
            </a:extLst>
          </p:cNvPr>
          <p:cNvSpPr txBox="1"/>
          <p:nvPr/>
        </p:nvSpPr>
        <p:spPr>
          <a:xfrm>
            <a:off x="6422575" y="1227868"/>
            <a:ext cx="3515627" cy="338554"/>
          </a:xfrm>
          <a:prstGeom prst="rect">
            <a:avLst/>
          </a:prstGeom>
          <a:noFill/>
        </p:spPr>
        <p:txBody>
          <a:bodyPr wrap="square">
            <a:spAutoFit/>
          </a:bodyPr>
          <a:lstStyle/>
          <a:p>
            <a:pPr>
              <a:spcAft>
                <a:spcPts val="600"/>
              </a:spcAft>
            </a:pPr>
            <a:r>
              <a:rPr lang="en-US" sz="1600" b="1">
                <a:solidFill>
                  <a:schemeClr val="tx2"/>
                </a:solidFill>
                <a:latin typeface="Tenorite" panose="00000500000000000000" pitchFamily="2" charset="0"/>
              </a:rPr>
              <a:t>How the bands were set &amp; checked</a:t>
            </a:r>
          </a:p>
        </p:txBody>
      </p:sp>
      <p:sp>
        <p:nvSpPr>
          <p:cNvPr id="53" name="TextBox 52">
            <a:extLst>
              <a:ext uri="{FF2B5EF4-FFF2-40B4-BE49-F238E27FC236}">
                <a16:creationId xmlns:a16="http://schemas.microsoft.com/office/drawing/2014/main" id="{0F989385-7615-CB00-0D67-6910EA78C08D}"/>
              </a:ext>
            </a:extLst>
          </p:cNvPr>
          <p:cNvSpPr txBox="1"/>
          <p:nvPr/>
        </p:nvSpPr>
        <p:spPr>
          <a:xfrm>
            <a:off x="6422575" y="1607971"/>
            <a:ext cx="5305927" cy="2328843"/>
          </a:xfrm>
          <a:prstGeom prst="rect">
            <a:avLst/>
          </a:prstGeom>
          <a:noFill/>
        </p:spPr>
        <p:txBody>
          <a:bodyPr wrap="square">
            <a:spAutoFit/>
          </a:bodyPr>
          <a:lstStyle/>
          <a:p>
            <a:pPr marL="171450" marR="0" indent="-171450" algn="l">
              <a:spcBef>
                <a:spcPts val="200"/>
              </a:spcBef>
              <a:spcAft>
                <a:spcPts val="600"/>
              </a:spcAft>
              <a:buClr>
                <a:schemeClr val="tx2"/>
              </a:buClr>
              <a:buFont typeface="Arial" panose="020B0604020202020204" pitchFamily="34" charset="0"/>
              <a:buChar char="•"/>
            </a:pPr>
            <a:r>
              <a:rPr lang="en-US" sz="1200" b="1" i="0">
                <a:solidFill>
                  <a:srgbClr val="0C2438"/>
                </a:solidFill>
                <a:effectLst/>
                <a:latin typeface="Tenorite" panose="00000500000000000000" pitchFamily="2" charset="0"/>
              </a:rPr>
              <a:t>Bands sit at effort step-changes. </a:t>
            </a:r>
            <a:r>
              <a:rPr lang="en-US" sz="1200" i="0">
                <a:solidFill>
                  <a:srgbClr val="0C2438"/>
                </a:solidFill>
                <a:effectLst/>
                <a:latin typeface="Tenorite" panose="00000500000000000000" pitchFamily="2" charset="0"/>
              </a:rPr>
              <a:t>Simple = one squad can hold the whole solution; Medium = parallel workstreams plus a governance specialist; Complex = multiple pods plus a platform team and specialists (streaming, MDM).</a:t>
            </a:r>
          </a:p>
          <a:p>
            <a:pPr marL="171450" marR="0" indent="-171450" algn="l">
              <a:spcBef>
                <a:spcPts val="200"/>
              </a:spcBef>
              <a:spcAft>
                <a:spcPts val="600"/>
              </a:spcAft>
              <a:buClr>
                <a:schemeClr val="tx2"/>
              </a:buClr>
              <a:buFont typeface="Arial" panose="020B0604020202020204" pitchFamily="34" charset="0"/>
              <a:buChar char="•"/>
            </a:pPr>
            <a:r>
              <a:rPr lang="en-US" sz="1200" b="1" i="0">
                <a:solidFill>
                  <a:srgbClr val="0C2438"/>
                </a:solidFill>
                <a:effectLst/>
                <a:latin typeface="Tenorite" panose="00000500000000000000" pitchFamily="2" charset="0"/>
              </a:rPr>
              <a:t>Worst-case wins (MAX). </a:t>
            </a:r>
            <a:r>
              <a:rPr lang="en-US" sz="1200" i="0">
                <a:solidFill>
                  <a:srgbClr val="0C2438"/>
                </a:solidFill>
                <a:effectLst/>
                <a:latin typeface="Tenorite" panose="00000500000000000000" pitchFamily="2" charset="0"/>
              </a:rPr>
              <a:t>One high-complexity dimension pulls the whole engagement up a tier, because it introduces workstreams and skills the lower tier's team can't absorb — the model deliberately errs against under-scoping.</a:t>
            </a:r>
          </a:p>
          <a:p>
            <a:pPr marL="171450" marR="0" indent="-171450" algn="l">
              <a:spcBef>
                <a:spcPts val="200"/>
              </a:spcBef>
              <a:spcAft>
                <a:spcPts val="600"/>
              </a:spcAft>
              <a:buClr>
                <a:schemeClr val="tx2"/>
              </a:buClr>
              <a:buFont typeface="Arial" panose="020B0604020202020204" pitchFamily="34" charset="0"/>
              <a:buChar char="•"/>
            </a:pPr>
            <a:r>
              <a:rPr lang="en-US" sz="1200" b="1" i="0">
                <a:solidFill>
                  <a:srgbClr val="0C2438"/>
                </a:solidFill>
                <a:effectLst/>
                <a:latin typeface="Tenorite" panose="00000500000000000000" pitchFamily="2" charset="0"/>
              </a:rPr>
              <a:t>Cross-checked against team × duration. </a:t>
            </a:r>
            <a:r>
              <a:rPr lang="en-US" sz="1200" i="0">
                <a:solidFill>
                  <a:srgbClr val="0C2438"/>
                </a:solidFill>
                <a:effectLst/>
                <a:latin typeface="Tenorite" panose="00000500000000000000" pitchFamily="2" charset="0"/>
              </a:rPr>
              <a:t>Each tier's ranges were validated so that FTE × elapsed time reconciles with the stated person-month totals. The table is internally consistent, not three independent guesses.</a:t>
            </a:r>
          </a:p>
        </p:txBody>
      </p:sp>
      <p:sp>
        <p:nvSpPr>
          <p:cNvPr id="5" name="TextBox 4">
            <a:extLst>
              <a:ext uri="{FF2B5EF4-FFF2-40B4-BE49-F238E27FC236}">
                <a16:creationId xmlns:a16="http://schemas.microsoft.com/office/drawing/2014/main" id="{5CB77011-AAF0-F660-6274-60D0FCA50861}"/>
              </a:ext>
            </a:extLst>
          </p:cNvPr>
          <p:cNvSpPr txBox="1"/>
          <p:nvPr/>
        </p:nvSpPr>
        <p:spPr>
          <a:xfrm>
            <a:off x="383113" y="4713590"/>
            <a:ext cx="4456797" cy="338554"/>
          </a:xfrm>
          <a:prstGeom prst="rect">
            <a:avLst/>
          </a:prstGeom>
        </p:spPr>
        <p:txBody>
          <a:bodyPr wrap="none" lIns="0">
            <a:spAutoFit/>
          </a:bodyPr>
          <a:lstStyle/>
          <a:p>
            <a:pPr>
              <a:spcAft>
                <a:spcPts val="600"/>
              </a:spcAft>
            </a:pPr>
            <a:r>
              <a:rPr lang="en-US" sz="1600" b="1">
                <a:solidFill>
                  <a:schemeClr val="tx2"/>
                </a:solidFill>
                <a:latin typeface="Tenorite" panose="00000500000000000000" pitchFamily="2" charset="0"/>
              </a:rPr>
              <a:t>Adjustment factors the four counts don't capture</a:t>
            </a:r>
          </a:p>
        </p:txBody>
      </p:sp>
      <p:sp>
        <p:nvSpPr>
          <p:cNvPr id="9" name="TextBox 8">
            <a:extLst>
              <a:ext uri="{FF2B5EF4-FFF2-40B4-BE49-F238E27FC236}">
                <a16:creationId xmlns:a16="http://schemas.microsoft.com/office/drawing/2014/main" id="{75F4E531-7034-E362-7001-A53DBEA82D66}"/>
              </a:ext>
            </a:extLst>
          </p:cNvPr>
          <p:cNvSpPr txBox="1"/>
          <p:nvPr/>
        </p:nvSpPr>
        <p:spPr>
          <a:xfrm>
            <a:off x="383113" y="5058397"/>
            <a:ext cx="9825575" cy="215444"/>
          </a:xfrm>
          <a:prstGeom prst="rect">
            <a:avLst/>
          </a:prstGeom>
          <a:noFill/>
        </p:spPr>
        <p:txBody>
          <a:bodyPr wrap="none" lIns="0" tIns="0" rIns="0" bIns="0">
            <a:spAutoFit/>
          </a:bodyPr>
          <a:lstStyle/>
          <a:p>
            <a:pPr marL="0" marR="0" indent="0">
              <a:buNone/>
            </a:pPr>
            <a:r>
              <a:rPr lang="en-US" sz="1400" b="1" i="0">
                <a:solidFill>
                  <a:schemeClr val="bg1"/>
                </a:solidFill>
                <a:effectLst/>
                <a:latin typeface="Tenorite" panose="00000500000000000000" pitchFamily="2" charset="0"/>
              </a:rPr>
              <a:t>Counts are proxies, not truth. Discovery applies these modifiers, which can nudge an engagement up a tier (and rarely down):</a:t>
            </a:r>
          </a:p>
        </p:txBody>
      </p:sp>
      <p:grpSp>
        <p:nvGrpSpPr>
          <p:cNvPr id="30" name="Group 29">
            <a:extLst>
              <a:ext uri="{FF2B5EF4-FFF2-40B4-BE49-F238E27FC236}">
                <a16:creationId xmlns:a16="http://schemas.microsoft.com/office/drawing/2014/main" id="{834E2A5A-D7E2-1BB6-6DE5-931FF568BD7D}"/>
              </a:ext>
            </a:extLst>
          </p:cNvPr>
          <p:cNvGrpSpPr/>
          <p:nvPr/>
        </p:nvGrpSpPr>
        <p:grpSpPr>
          <a:xfrm>
            <a:off x="383111" y="5418304"/>
            <a:ext cx="11427889" cy="308442"/>
            <a:chOff x="383112" y="5231747"/>
            <a:chExt cx="9882722" cy="210670"/>
          </a:xfrm>
        </p:grpSpPr>
        <p:sp>
          <p:nvSpPr>
            <p:cNvPr id="11" name="Rectangle: Rounded Corners 10">
              <a:extLst>
                <a:ext uri="{FF2B5EF4-FFF2-40B4-BE49-F238E27FC236}">
                  <a16:creationId xmlns:a16="http://schemas.microsoft.com/office/drawing/2014/main" id="{29E5FFA4-A2AF-54AE-C335-C5AF6237FC7B}"/>
                </a:ext>
              </a:extLst>
            </p:cNvPr>
            <p:cNvSpPr/>
            <p:nvPr/>
          </p:nvSpPr>
          <p:spPr>
            <a:xfrm>
              <a:off x="383112" y="5231747"/>
              <a:ext cx="1413938" cy="210670"/>
            </a:xfrm>
            <a:prstGeom prst="roundRect">
              <a:avLst/>
            </a:prstGeom>
            <a:noFill/>
            <a:ln w="127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45720" rIns="45720" rtlCol="0" anchor="ctr"/>
            <a:lstStyle/>
            <a:p>
              <a:pPr algn="ctr"/>
              <a:r>
                <a:rPr lang="en-IN" sz="1100">
                  <a:solidFill>
                    <a:schemeClr val="accent4"/>
                  </a:solidFill>
                  <a:latin typeface="Tenorite" panose="00000500000000000000" pitchFamily="2" charset="0"/>
                </a:rPr>
                <a:t>Data volume &amp; velocity</a:t>
              </a:r>
            </a:p>
          </p:txBody>
        </p:sp>
        <p:sp>
          <p:nvSpPr>
            <p:cNvPr id="14" name="Rectangle: Rounded Corners 13">
              <a:extLst>
                <a:ext uri="{FF2B5EF4-FFF2-40B4-BE49-F238E27FC236}">
                  <a16:creationId xmlns:a16="http://schemas.microsoft.com/office/drawing/2014/main" id="{1F381D70-1680-D970-0E2B-BBC5EB90BA7F}"/>
                </a:ext>
              </a:extLst>
            </p:cNvPr>
            <p:cNvSpPr/>
            <p:nvPr/>
          </p:nvSpPr>
          <p:spPr>
            <a:xfrm>
              <a:off x="1965278" y="5231747"/>
              <a:ext cx="1413938" cy="210670"/>
            </a:xfrm>
            <a:prstGeom prst="roundRect">
              <a:avLst/>
            </a:prstGeom>
            <a:noFill/>
            <a:ln w="127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45720" rIns="45720" rtlCol="0" anchor="ctr"/>
            <a:lstStyle/>
            <a:p>
              <a:pPr algn="ctr"/>
              <a:r>
                <a:rPr lang="en-IN" sz="1100">
                  <a:solidFill>
                    <a:schemeClr val="accent4"/>
                  </a:solidFill>
                  <a:latin typeface="Tenorite" panose="00000500000000000000" pitchFamily="2" charset="0"/>
                </a:rPr>
                <a:t>Source data quality</a:t>
              </a:r>
            </a:p>
          </p:txBody>
        </p:sp>
        <p:sp>
          <p:nvSpPr>
            <p:cNvPr id="22" name="Rectangle: Rounded Corners 21">
              <a:extLst>
                <a:ext uri="{FF2B5EF4-FFF2-40B4-BE49-F238E27FC236}">
                  <a16:creationId xmlns:a16="http://schemas.microsoft.com/office/drawing/2014/main" id="{88DC9267-C694-11AA-BE23-A254A075E3FE}"/>
                </a:ext>
              </a:extLst>
            </p:cNvPr>
            <p:cNvSpPr/>
            <p:nvPr/>
          </p:nvSpPr>
          <p:spPr>
            <a:xfrm>
              <a:off x="3547444" y="5231747"/>
              <a:ext cx="1413938" cy="210670"/>
            </a:xfrm>
            <a:prstGeom prst="roundRect">
              <a:avLst/>
            </a:prstGeom>
            <a:noFill/>
            <a:ln w="127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45720" rIns="45720" rtlCol="0" anchor="ctr"/>
            <a:lstStyle/>
            <a:p>
              <a:pPr algn="ctr"/>
              <a:r>
                <a:rPr lang="en-IN" sz="1100">
                  <a:solidFill>
                    <a:schemeClr val="accent4"/>
                  </a:solidFill>
                  <a:latin typeface="Tenorite" panose="00000500000000000000" pitchFamily="2" charset="0"/>
                </a:rPr>
                <a:t>Historical backfill depth</a:t>
              </a:r>
            </a:p>
          </p:txBody>
        </p:sp>
        <p:sp>
          <p:nvSpPr>
            <p:cNvPr id="26" name="Rectangle: Rounded Corners 25">
              <a:extLst>
                <a:ext uri="{FF2B5EF4-FFF2-40B4-BE49-F238E27FC236}">
                  <a16:creationId xmlns:a16="http://schemas.microsoft.com/office/drawing/2014/main" id="{921F1C32-7049-4A85-40C8-A0E4166B220C}"/>
                </a:ext>
              </a:extLst>
            </p:cNvPr>
            <p:cNvSpPr/>
            <p:nvPr/>
          </p:nvSpPr>
          <p:spPr>
            <a:xfrm>
              <a:off x="5129610" y="5231747"/>
              <a:ext cx="1413938" cy="210670"/>
            </a:xfrm>
            <a:prstGeom prst="roundRect">
              <a:avLst/>
            </a:prstGeom>
            <a:noFill/>
            <a:ln w="127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45720" rIns="45720" rtlCol="0" anchor="ctr"/>
            <a:lstStyle/>
            <a:p>
              <a:pPr algn="ctr"/>
              <a:r>
                <a:rPr lang="en-IN" sz="1100">
                  <a:solidFill>
                    <a:schemeClr val="accent4"/>
                  </a:solidFill>
                  <a:latin typeface="Tenorite" panose="00000500000000000000" pitchFamily="2" charset="0"/>
                </a:rPr>
                <a:t>Consumer concurrency</a:t>
              </a:r>
            </a:p>
          </p:txBody>
        </p:sp>
        <p:sp>
          <p:nvSpPr>
            <p:cNvPr id="28" name="Rectangle: Rounded Corners 27">
              <a:extLst>
                <a:ext uri="{FF2B5EF4-FFF2-40B4-BE49-F238E27FC236}">
                  <a16:creationId xmlns:a16="http://schemas.microsoft.com/office/drawing/2014/main" id="{3B6E79C4-1FA4-8DF3-D473-C6EF55876F92}"/>
                </a:ext>
              </a:extLst>
            </p:cNvPr>
            <p:cNvSpPr/>
            <p:nvPr/>
          </p:nvSpPr>
          <p:spPr>
            <a:xfrm>
              <a:off x="6711776" y="5231747"/>
              <a:ext cx="1692915" cy="210670"/>
            </a:xfrm>
            <a:prstGeom prst="roundRect">
              <a:avLst/>
            </a:prstGeom>
            <a:noFill/>
            <a:ln w="127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45720" rIns="45720" rtlCol="0" anchor="ctr"/>
            <a:lstStyle/>
            <a:p>
              <a:pPr algn="ctr"/>
              <a:r>
                <a:rPr lang="en-IN" sz="1100">
                  <a:solidFill>
                    <a:schemeClr val="accent4"/>
                  </a:solidFill>
                  <a:latin typeface="Tenorite" panose="00000500000000000000" pitchFamily="2" charset="0"/>
                </a:rPr>
                <a:t>Regulatory &amp; data residency</a:t>
              </a:r>
            </a:p>
          </p:txBody>
        </p:sp>
        <p:sp>
          <p:nvSpPr>
            <p:cNvPr id="29" name="Rectangle: Rounded Corners 28">
              <a:extLst>
                <a:ext uri="{FF2B5EF4-FFF2-40B4-BE49-F238E27FC236}">
                  <a16:creationId xmlns:a16="http://schemas.microsoft.com/office/drawing/2014/main" id="{10B97810-5BEF-9DA5-1AFB-7A05DDA4F0E5}"/>
                </a:ext>
              </a:extLst>
            </p:cNvPr>
            <p:cNvSpPr/>
            <p:nvPr/>
          </p:nvSpPr>
          <p:spPr>
            <a:xfrm>
              <a:off x="8572919" y="5231747"/>
              <a:ext cx="1692915" cy="210670"/>
            </a:xfrm>
            <a:prstGeom prst="roundRect">
              <a:avLst/>
            </a:prstGeom>
            <a:noFill/>
            <a:ln w="127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45720" rIns="45720" rtlCol="0" anchor="ctr"/>
            <a:lstStyle/>
            <a:p>
              <a:pPr algn="ctr"/>
              <a:r>
                <a:rPr lang="en-IN" sz="1100">
                  <a:solidFill>
                    <a:schemeClr val="accent4"/>
                  </a:solidFill>
                  <a:latin typeface="Tenorite" panose="00000500000000000000" pitchFamily="2" charset="0"/>
                </a:rPr>
                <a:t>Org &amp; </a:t>
              </a:r>
              <a:r>
                <a:rPr lang="en-IN" sz="1100" err="1">
                  <a:solidFill>
                    <a:schemeClr val="accent4"/>
                  </a:solidFill>
                  <a:latin typeface="Tenorite" panose="00000500000000000000" pitchFamily="2" charset="0"/>
                </a:rPr>
                <a:t>DataOps</a:t>
              </a:r>
              <a:r>
                <a:rPr lang="en-IN" sz="1100">
                  <a:solidFill>
                    <a:schemeClr val="accent4"/>
                  </a:solidFill>
                  <a:latin typeface="Tenorite" panose="00000500000000000000" pitchFamily="2" charset="0"/>
                </a:rPr>
                <a:t> readiness</a:t>
              </a:r>
            </a:p>
          </p:txBody>
        </p:sp>
      </p:grpSp>
      <p:sp>
        <p:nvSpPr>
          <p:cNvPr id="32" name="Rectangle: Rounded Corners 31">
            <a:extLst>
              <a:ext uri="{FF2B5EF4-FFF2-40B4-BE49-F238E27FC236}">
                <a16:creationId xmlns:a16="http://schemas.microsoft.com/office/drawing/2014/main" id="{005780CD-7045-D55C-DE22-2A0E6DF693C6}"/>
              </a:ext>
            </a:extLst>
          </p:cNvPr>
          <p:cNvSpPr/>
          <p:nvPr/>
        </p:nvSpPr>
        <p:spPr>
          <a:xfrm>
            <a:off x="380999" y="5892264"/>
            <a:ext cx="11421838" cy="470436"/>
          </a:xfrm>
          <a:prstGeom prst="roundRect">
            <a:avLst/>
          </a:prstGeom>
          <a:solidFill>
            <a:schemeClr val="bg2"/>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t"/>
            <a:r>
              <a:rPr lang="en-US" sz="1000" b="1">
                <a:solidFill>
                  <a:schemeClr val="tx2"/>
                </a:solidFill>
                <a:latin typeface="Tenorite" panose="00000500000000000000" pitchFamily="2" charset="0"/>
              </a:rPr>
              <a:t>The size is a starting point, not a quote. </a:t>
            </a:r>
            <a:r>
              <a:rPr lang="en-US" sz="1000">
                <a:solidFill>
                  <a:schemeClr val="tx2"/>
                </a:solidFill>
                <a:latin typeface="Tenorite" panose="00000500000000000000" pitchFamily="2" charset="0"/>
              </a:rPr>
              <a:t>Discovery counts the four signals → maps to a tier → the tier sets the baseline team, timeline and person-months → adjustment factors refine it → we confirm. A gnarly, SCD-heavy build of 20 tables can out-weigh 60 pass-through tables, which is precisely why the modifiers exist above the raw counts.</a:t>
            </a:r>
          </a:p>
        </p:txBody>
      </p:sp>
      <p:sp>
        <p:nvSpPr>
          <p:cNvPr id="33" name="Slide Number Placeholder 5">
            <a:extLst>
              <a:ext uri="{FF2B5EF4-FFF2-40B4-BE49-F238E27FC236}">
                <a16:creationId xmlns:a16="http://schemas.microsoft.com/office/drawing/2014/main" id="{E681C2C5-16DF-8C76-AC38-710837143637}"/>
              </a:ext>
            </a:extLst>
          </p:cNvPr>
          <p:cNvSpPr>
            <a:spLocks noGrp="1"/>
          </p:cNvSpPr>
          <p:nvPr>
            <p:ph type="sldNum" sz="quarter" idx="4"/>
          </p:nvPr>
        </p:nvSpPr>
        <p:spPr>
          <a:xfrm>
            <a:off x="9067800" y="6538580"/>
            <a:ext cx="2743200" cy="174958"/>
          </a:xfrm>
          <a:prstGeom prst="rect">
            <a:avLst/>
          </a:prstGeom>
        </p:spPr>
        <p:txBody>
          <a:bodyPr vert="horz" lIns="91440" tIns="45720" rIns="0" bIns="45720" rtlCol="0" anchor="ctr"/>
          <a:lstStyle>
            <a:lvl1pPr algn="r">
              <a:defRPr sz="700" b="0" i="0">
                <a:solidFill>
                  <a:schemeClr val="accent4"/>
                </a:solidFill>
                <a:latin typeface="Tenorite" panose="00000500000000000000" pitchFamily="2" charset="0"/>
              </a:defRPr>
            </a:lvl1pPr>
          </a:lstStyle>
          <a:p>
            <a:fld id="{330EA680-D336-4FF7-8B7A-9848BB0A1C32}" type="slidenum">
              <a:rPr lang="en-US" smtClean="0"/>
              <a:pPr/>
              <a:t>13</a:t>
            </a:fld>
            <a:endParaRPr lang="en-US"/>
          </a:p>
        </p:txBody>
      </p:sp>
      <p:sp>
        <p:nvSpPr>
          <p:cNvPr id="36" name="Date Placeholder 3">
            <a:extLst>
              <a:ext uri="{FF2B5EF4-FFF2-40B4-BE49-F238E27FC236}">
                <a16:creationId xmlns:a16="http://schemas.microsoft.com/office/drawing/2014/main" id="{5462BF7C-A156-3471-9261-C1F005F3D8A5}"/>
              </a:ext>
            </a:extLst>
          </p:cNvPr>
          <p:cNvSpPr>
            <a:spLocks noGrp="1"/>
          </p:cNvSpPr>
          <p:nvPr>
            <p:ph type="dt" sz="half" idx="2"/>
          </p:nvPr>
        </p:nvSpPr>
        <p:spPr>
          <a:xfrm>
            <a:off x="930274" y="6538580"/>
            <a:ext cx="2670175" cy="174958"/>
          </a:xfrm>
          <a:prstGeom prst="rect">
            <a:avLst/>
          </a:prstGeom>
        </p:spPr>
        <p:txBody>
          <a:bodyPr vert="horz" lIns="0" tIns="45720" rIns="91440" bIns="45720" rtlCol="0" anchor="ctr"/>
          <a:lstStyle>
            <a:lvl1pPr algn="l">
              <a:defRPr sz="700" b="0" i="0">
                <a:solidFill>
                  <a:schemeClr val="accent4"/>
                </a:solidFill>
                <a:latin typeface="Tenorite" panose="00000500000000000000" pitchFamily="2" charset="0"/>
              </a:defRPr>
            </a:lvl1pPr>
          </a:lstStyle>
          <a:p>
            <a:r>
              <a:rPr lang="en-US"/>
              <a:t>© SYREN CLOUD INC – 2026 – ALL RIGHTS RESERVED</a:t>
            </a:r>
            <a:endParaRPr lang="en-US" sz="700"/>
          </a:p>
        </p:txBody>
      </p:sp>
    </p:spTree>
    <p:extLst>
      <p:ext uri="{BB962C8B-B14F-4D97-AF65-F5344CB8AC3E}">
        <p14:creationId xmlns:p14="http://schemas.microsoft.com/office/powerpoint/2010/main" val="423064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F0A89-C4CF-B70B-BB1B-CC9330698914}"/>
              </a:ext>
            </a:extLst>
          </p:cNvPr>
          <p:cNvSpPr>
            <a:spLocks noGrp="1"/>
          </p:cNvSpPr>
          <p:nvPr>
            <p:ph type="title"/>
          </p:nvPr>
        </p:nvSpPr>
        <p:spPr>
          <a:xfrm>
            <a:off x="381000" y="315656"/>
            <a:ext cx="11468100" cy="997196"/>
          </a:xfrm>
        </p:spPr>
        <p:txBody>
          <a:bodyPr/>
          <a:lstStyle/>
          <a:p>
            <a:r>
              <a:rPr lang="en-US"/>
              <a:t>Phased delivery — same seven workstreams, </a:t>
            </a:r>
            <a:br>
              <a:rPr lang="en-US"/>
            </a:br>
            <a:r>
              <a:rPr lang="en-US"/>
              <a:t>scaled per size</a:t>
            </a:r>
          </a:p>
        </p:txBody>
      </p:sp>
      <p:sp>
        <p:nvSpPr>
          <p:cNvPr id="9" name="TextBox 8">
            <a:extLst>
              <a:ext uri="{FF2B5EF4-FFF2-40B4-BE49-F238E27FC236}">
                <a16:creationId xmlns:a16="http://schemas.microsoft.com/office/drawing/2014/main" id="{97C4EE25-AD1B-3382-7602-5C88A02742DB}"/>
              </a:ext>
            </a:extLst>
          </p:cNvPr>
          <p:cNvSpPr txBox="1"/>
          <p:nvPr/>
        </p:nvSpPr>
        <p:spPr>
          <a:xfrm>
            <a:off x="381000" y="1514016"/>
            <a:ext cx="11430000" cy="215444"/>
          </a:xfrm>
          <a:prstGeom prst="rect">
            <a:avLst/>
          </a:prstGeom>
          <a:noFill/>
        </p:spPr>
        <p:txBody>
          <a:bodyPr wrap="square" lIns="0" tIns="0" rIns="0" bIns="0">
            <a:spAutoFit/>
          </a:bodyPr>
          <a:lstStyle/>
          <a:p>
            <a:pPr marL="0" marR="0" indent="0">
              <a:buNone/>
            </a:pPr>
            <a:r>
              <a:rPr lang="en-US" sz="1400" b="1" i="0">
                <a:solidFill>
                  <a:schemeClr val="bg1"/>
                </a:solidFill>
                <a:effectLst/>
                <a:latin typeface="Tenorite" panose="00000500000000000000" pitchFamily="2" charset="0"/>
              </a:rPr>
              <a:t>Governance, security, audit and </a:t>
            </a:r>
            <a:r>
              <a:rPr lang="en-US" sz="1400" b="1" i="0" err="1">
                <a:solidFill>
                  <a:schemeClr val="bg1"/>
                </a:solidFill>
                <a:effectLst/>
                <a:latin typeface="Tenorite" panose="00000500000000000000" pitchFamily="2" charset="0"/>
              </a:rPr>
              <a:t>DataOps</a:t>
            </a:r>
            <a:r>
              <a:rPr lang="en-US" sz="1400" b="1" i="0">
                <a:solidFill>
                  <a:schemeClr val="bg1"/>
                </a:solidFill>
                <a:effectLst/>
                <a:latin typeface="Tenorite" panose="00000500000000000000" pitchFamily="2" charset="0"/>
              </a:rPr>
              <a:t> run as continuous workstreams across the whole engagement rather than a trailing phase.</a:t>
            </a:r>
          </a:p>
        </p:txBody>
      </p:sp>
      <p:sp>
        <p:nvSpPr>
          <p:cNvPr id="11" name="Rectangle: Rounded Corners 10">
            <a:extLst>
              <a:ext uri="{FF2B5EF4-FFF2-40B4-BE49-F238E27FC236}">
                <a16:creationId xmlns:a16="http://schemas.microsoft.com/office/drawing/2014/main" id="{3B32981D-DB37-5285-A528-4C00F92D370C}"/>
              </a:ext>
            </a:extLst>
          </p:cNvPr>
          <p:cNvSpPr>
            <a:spLocks/>
          </p:cNvSpPr>
          <p:nvPr/>
        </p:nvSpPr>
        <p:spPr>
          <a:xfrm>
            <a:off x="381001" y="1930613"/>
            <a:ext cx="11430000" cy="4432087"/>
          </a:xfrm>
          <a:prstGeom prst="roundRect">
            <a:avLst>
              <a:gd name="adj" fmla="val 4676"/>
            </a:avLst>
          </a:prstGeom>
          <a:solidFill>
            <a:schemeClr val="tx1"/>
          </a:solidFill>
          <a:ln>
            <a:noFill/>
          </a:ln>
          <a:effectLst>
            <a:outerShdw blurRad="190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3C5C00FD-610F-094A-3649-A37D767D2020}"/>
              </a:ext>
            </a:extLst>
          </p:cNvPr>
          <p:cNvSpPr txBox="1"/>
          <p:nvPr/>
        </p:nvSpPr>
        <p:spPr>
          <a:xfrm>
            <a:off x="563880" y="2131766"/>
            <a:ext cx="1776640" cy="215444"/>
          </a:xfrm>
          <a:prstGeom prst="rect">
            <a:avLst/>
          </a:prstGeom>
          <a:noFill/>
        </p:spPr>
        <p:txBody>
          <a:bodyPr wrap="none" lIns="0" tIns="0" rIns="0" bIns="0">
            <a:spAutoFit/>
          </a:bodyPr>
          <a:lstStyle/>
          <a:p>
            <a:pPr marL="0" marR="0" indent="0">
              <a:buNone/>
            </a:pPr>
            <a:r>
              <a:rPr lang="en-US" sz="1400" b="1" i="0">
                <a:solidFill>
                  <a:schemeClr val="accent4"/>
                </a:solidFill>
                <a:effectLst/>
                <a:latin typeface="Tenorite" panose="00000500000000000000" pitchFamily="2" charset="0"/>
              </a:rPr>
              <a:t>Simple — 8-week plan</a:t>
            </a:r>
          </a:p>
        </p:txBody>
      </p:sp>
      <p:grpSp>
        <p:nvGrpSpPr>
          <p:cNvPr id="20" name="Group 19">
            <a:extLst>
              <a:ext uri="{FF2B5EF4-FFF2-40B4-BE49-F238E27FC236}">
                <a16:creationId xmlns:a16="http://schemas.microsoft.com/office/drawing/2014/main" id="{4C88CD31-E7ED-6908-67D1-CA25F8CE220D}"/>
              </a:ext>
            </a:extLst>
          </p:cNvPr>
          <p:cNvGrpSpPr/>
          <p:nvPr/>
        </p:nvGrpSpPr>
        <p:grpSpPr>
          <a:xfrm>
            <a:off x="563880" y="2456030"/>
            <a:ext cx="2571922" cy="184666"/>
            <a:chOff x="563880" y="2526402"/>
            <a:chExt cx="2571922" cy="184666"/>
          </a:xfrm>
        </p:grpSpPr>
        <p:sp>
          <p:nvSpPr>
            <p:cNvPr id="13" name="TextBox 12">
              <a:extLst>
                <a:ext uri="{FF2B5EF4-FFF2-40B4-BE49-F238E27FC236}">
                  <a16:creationId xmlns:a16="http://schemas.microsoft.com/office/drawing/2014/main" id="{1ACB5BF6-00E5-52C0-DD14-DCA972B9B96B}"/>
                </a:ext>
              </a:extLst>
            </p:cNvPr>
            <p:cNvSpPr txBox="1"/>
            <p:nvPr/>
          </p:nvSpPr>
          <p:spPr>
            <a:xfrm>
              <a:off x="563880" y="2526402"/>
              <a:ext cx="214802" cy="184666"/>
            </a:xfrm>
            <a:prstGeom prst="rect">
              <a:avLst/>
            </a:prstGeom>
            <a:noFill/>
          </p:spPr>
          <p:txBody>
            <a:bodyPr wrap="none" lIns="0" tIns="0" rIns="0" bIns="0">
              <a:spAutoFit/>
            </a:bodyPr>
            <a:lstStyle/>
            <a:p>
              <a:pPr marL="0" marR="0" indent="0">
                <a:buNone/>
              </a:pPr>
              <a:r>
                <a:rPr lang="en-US" sz="1200" i="0">
                  <a:solidFill>
                    <a:schemeClr val="bg1"/>
                  </a:solidFill>
                  <a:effectLst/>
                  <a:latin typeface="Tenorite" panose="00000500000000000000" pitchFamily="2" charset="0"/>
                </a:rPr>
                <a:t>W1</a:t>
              </a:r>
            </a:p>
          </p:txBody>
        </p:sp>
        <p:sp>
          <p:nvSpPr>
            <p:cNvPr id="14" name="TextBox 13">
              <a:extLst>
                <a:ext uri="{FF2B5EF4-FFF2-40B4-BE49-F238E27FC236}">
                  <a16:creationId xmlns:a16="http://schemas.microsoft.com/office/drawing/2014/main" id="{D8AF7B33-758F-0A62-E2F2-DE2A0AB7E935}"/>
                </a:ext>
              </a:extLst>
            </p:cNvPr>
            <p:cNvSpPr txBox="1"/>
            <p:nvPr/>
          </p:nvSpPr>
          <p:spPr>
            <a:xfrm>
              <a:off x="2921000" y="2526402"/>
              <a:ext cx="214802" cy="184666"/>
            </a:xfrm>
            <a:prstGeom prst="rect">
              <a:avLst/>
            </a:prstGeom>
            <a:noFill/>
          </p:spPr>
          <p:txBody>
            <a:bodyPr wrap="none" lIns="0" tIns="0" rIns="0" bIns="0">
              <a:spAutoFit/>
            </a:bodyPr>
            <a:lstStyle/>
            <a:p>
              <a:pPr marL="0" marR="0" indent="0">
                <a:buNone/>
              </a:pPr>
              <a:r>
                <a:rPr lang="en-US" sz="1200" i="0">
                  <a:solidFill>
                    <a:schemeClr val="bg1"/>
                  </a:solidFill>
                  <a:effectLst/>
                  <a:latin typeface="Tenorite" panose="00000500000000000000" pitchFamily="2" charset="0"/>
                </a:rPr>
                <a:t>W8</a:t>
              </a:r>
            </a:p>
          </p:txBody>
        </p:sp>
        <p:cxnSp>
          <p:nvCxnSpPr>
            <p:cNvPr id="16" name="Straight Connector 15">
              <a:extLst>
                <a:ext uri="{FF2B5EF4-FFF2-40B4-BE49-F238E27FC236}">
                  <a16:creationId xmlns:a16="http://schemas.microsoft.com/office/drawing/2014/main" id="{4F6046B7-A12C-B612-780C-038503207D9B}"/>
                </a:ext>
              </a:extLst>
            </p:cNvPr>
            <p:cNvCxnSpPr>
              <a:cxnSpLocks/>
              <a:stCxn id="13" idx="3"/>
              <a:endCxn id="14" idx="1"/>
            </p:cNvCxnSpPr>
            <p:nvPr/>
          </p:nvCxnSpPr>
          <p:spPr>
            <a:xfrm>
              <a:off x="778682" y="2618735"/>
              <a:ext cx="2142318" cy="0"/>
            </a:xfrm>
            <a:prstGeom prst="line">
              <a:avLst/>
            </a:prstGeom>
            <a:ln w="6350">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grpSp>
      <p:graphicFrame>
        <p:nvGraphicFramePr>
          <p:cNvPr id="21" name="Table 20">
            <a:extLst>
              <a:ext uri="{FF2B5EF4-FFF2-40B4-BE49-F238E27FC236}">
                <a16:creationId xmlns:a16="http://schemas.microsoft.com/office/drawing/2014/main" id="{BFA36C03-2BAC-A897-BA80-64CDE0746BE6}"/>
              </a:ext>
            </a:extLst>
          </p:cNvPr>
          <p:cNvGraphicFramePr>
            <a:graphicFrameLocks noGrp="1"/>
          </p:cNvGraphicFramePr>
          <p:nvPr>
            <p:extLst>
              <p:ext uri="{D42A27DB-BD31-4B8C-83A1-F6EECF244321}">
                <p14:modId xmlns:p14="http://schemas.microsoft.com/office/powerpoint/2010/main" val="4157546896"/>
              </p:ext>
            </p:extLst>
          </p:nvPr>
        </p:nvGraphicFramePr>
        <p:xfrm>
          <a:off x="563880" y="2702295"/>
          <a:ext cx="11086251" cy="3474720"/>
        </p:xfrm>
        <a:graphic>
          <a:graphicData uri="http://schemas.openxmlformats.org/drawingml/2006/table">
            <a:tbl>
              <a:tblPr firstRow="1" bandRow="1">
                <a:tableStyleId>{5C22544A-7EE6-4342-B048-85BDC9FD1C3A}</a:tableStyleId>
              </a:tblPr>
              <a:tblGrid>
                <a:gridCol w="1983371">
                  <a:extLst>
                    <a:ext uri="{9D8B030D-6E8A-4147-A177-3AD203B41FA5}">
                      <a16:colId xmlns:a16="http://schemas.microsoft.com/office/drawing/2014/main" val="2222389598"/>
                    </a:ext>
                  </a:extLst>
                </a:gridCol>
                <a:gridCol w="1137860">
                  <a:extLst>
                    <a:ext uri="{9D8B030D-6E8A-4147-A177-3AD203B41FA5}">
                      <a16:colId xmlns:a16="http://schemas.microsoft.com/office/drawing/2014/main" val="1576396635"/>
                    </a:ext>
                  </a:extLst>
                </a:gridCol>
                <a:gridCol w="1137860">
                  <a:extLst>
                    <a:ext uri="{9D8B030D-6E8A-4147-A177-3AD203B41FA5}">
                      <a16:colId xmlns:a16="http://schemas.microsoft.com/office/drawing/2014/main" val="855143697"/>
                    </a:ext>
                  </a:extLst>
                </a:gridCol>
                <a:gridCol w="1137860">
                  <a:extLst>
                    <a:ext uri="{9D8B030D-6E8A-4147-A177-3AD203B41FA5}">
                      <a16:colId xmlns:a16="http://schemas.microsoft.com/office/drawing/2014/main" val="3842377691"/>
                    </a:ext>
                  </a:extLst>
                </a:gridCol>
                <a:gridCol w="1137860">
                  <a:extLst>
                    <a:ext uri="{9D8B030D-6E8A-4147-A177-3AD203B41FA5}">
                      <a16:colId xmlns:a16="http://schemas.microsoft.com/office/drawing/2014/main" val="2902898144"/>
                    </a:ext>
                  </a:extLst>
                </a:gridCol>
                <a:gridCol w="1137860">
                  <a:extLst>
                    <a:ext uri="{9D8B030D-6E8A-4147-A177-3AD203B41FA5}">
                      <a16:colId xmlns:a16="http://schemas.microsoft.com/office/drawing/2014/main" val="452944453"/>
                    </a:ext>
                  </a:extLst>
                </a:gridCol>
                <a:gridCol w="1137860">
                  <a:extLst>
                    <a:ext uri="{9D8B030D-6E8A-4147-A177-3AD203B41FA5}">
                      <a16:colId xmlns:a16="http://schemas.microsoft.com/office/drawing/2014/main" val="208777420"/>
                    </a:ext>
                  </a:extLst>
                </a:gridCol>
                <a:gridCol w="1137860">
                  <a:extLst>
                    <a:ext uri="{9D8B030D-6E8A-4147-A177-3AD203B41FA5}">
                      <a16:colId xmlns:a16="http://schemas.microsoft.com/office/drawing/2014/main" val="84199580"/>
                    </a:ext>
                  </a:extLst>
                </a:gridCol>
                <a:gridCol w="1137860">
                  <a:extLst>
                    <a:ext uri="{9D8B030D-6E8A-4147-A177-3AD203B41FA5}">
                      <a16:colId xmlns:a16="http://schemas.microsoft.com/office/drawing/2014/main" val="493685631"/>
                    </a:ext>
                  </a:extLst>
                </a:gridCol>
              </a:tblGrid>
              <a:tr h="0">
                <a:tc>
                  <a:txBody>
                    <a:bodyPr/>
                    <a:lstStyle/>
                    <a:p>
                      <a:pPr algn="ctr"/>
                      <a:endParaRPr lang="en-IN" sz="1200" b="0">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tc>
                  <a:txBody>
                    <a:bodyPr/>
                    <a:lstStyle/>
                    <a:p>
                      <a:pPr algn="ctr"/>
                      <a:r>
                        <a:rPr lang="en-US" sz="1200" b="1">
                          <a:solidFill>
                            <a:schemeClr val="tx1"/>
                          </a:solidFill>
                          <a:latin typeface="Tenorite" panose="00000500000000000000" pitchFamily="2" charset="0"/>
                        </a:rPr>
                        <a:t>w1</a:t>
                      </a:r>
                      <a:endParaRPr lang="en-IN" sz="1200" b="1">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tc>
                  <a:txBody>
                    <a:bodyPr/>
                    <a:lstStyle/>
                    <a:p>
                      <a:pPr algn="ctr"/>
                      <a:r>
                        <a:rPr lang="en-US" sz="1200" b="1">
                          <a:solidFill>
                            <a:schemeClr val="tx1"/>
                          </a:solidFill>
                          <a:latin typeface="Tenorite" panose="00000500000000000000" pitchFamily="2" charset="0"/>
                        </a:rPr>
                        <a:t>w2</a:t>
                      </a:r>
                      <a:endParaRPr lang="en-IN" sz="1200" b="1">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tc>
                  <a:txBody>
                    <a:bodyPr/>
                    <a:lstStyle/>
                    <a:p>
                      <a:pPr algn="ctr"/>
                      <a:r>
                        <a:rPr lang="en-US" sz="1200" b="1">
                          <a:solidFill>
                            <a:schemeClr val="tx1"/>
                          </a:solidFill>
                          <a:latin typeface="Tenorite" panose="00000500000000000000" pitchFamily="2" charset="0"/>
                        </a:rPr>
                        <a:t>w3</a:t>
                      </a:r>
                      <a:endParaRPr lang="en-IN" sz="1200" b="1">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tc>
                  <a:txBody>
                    <a:bodyPr/>
                    <a:lstStyle/>
                    <a:p>
                      <a:pPr algn="ctr"/>
                      <a:r>
                        <a:rPr lang="en-US" sz="1200" b="1">
                          <a:solidFill>
                            <a:schemeClr val="tx1"/>
                          </a:solidFill>
                          <a:latin typeface="Tenorite" panose="00000500000000000000" pitchFamily="2" charset="0"/>
                        </a:rPr>
                        <a:t>w4</a:t>
                      </a:r>
                      <a:endParaRPr lang="en-IN" sz="1200" b="1">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tc>
                  <a:txBody>
                    <a:bodyPr/>
                    <a:lstStyle/>
                    <a:p>
                      <a:pPr algn="ctr"/>
                      <a:r>
                        <a:rPr lang="en-US" sz="1200" b="1">
                          <a:solidFill>
                            <a:schemeClr val="tx1"/>
                          </a:solidFill>
                          <a:latin typeface="Tenorite" panose="00000500000000000000" pitchFamily="2" charset="0"/>
                        </a:rPr>
                        <a:t>w5</a:t>
                      </a:r>
                      <a:endParaRPr lang="en-IN" sz="1200" b="1">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tc>
                  <a:txBody>
                    <a:bodyPr/>
                    <a:lstStyle/>
                    <a:p>
                      <a:pPr algn="ctr"/>
                      <a:r>
                        <a:rPr lang="en-US" sz="1200" b="1">
                          <a:solidFill>
                            <a:schemeClr val="tx1"/>
                          </a:solidFill>
                          <a:latin typeface="Tenorite" panose="00000500000000000000" pitchFamily="2" charset="0"/>
                        </a:rPr>
                        <a:t>w6</a:t>
                      </a:r>
                      <a:endParaRPr lang="en-IN" sz="1200" b="1">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tc>
                  <a:txBody>
                    <a:bodyPr/>
                    <a:lstStyle/>
                    <a:p>
                      <a:pPr algn="ctr"/>
                      <a:r>
                        <a:rPr lang="en-US" sz="1200" b="1">
                          <a:solidFill>
                            <a:schemeClr val="tx1"/>
                          </a:solidFill>
                          <a:latin typeface="Tenorite" panose="00000500000000000000" pitchFamily="2" charset="0"/>
                        </a:rPr>
                        <a:t>w7</a:t>
                      </a:r>
                      <a:endParaRPr lang="en-IN" sz="1200" b="1">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tc>
                  <a:txBody>
                    <a:bodyPr/>
                    <a:lstStyle/>
                    <a:p>
                      <a:pPr algn="ctr"/>
                      <a:r>
                        <a:rPr lang="en-US" sz="1200" b="1">
                          <a:solidFill>
                            <a:schemeClr val="tx1"/>
                          </a:solidFill>
                          <a:latin typeface="Tenorite" panose="00000500000000000000" pitchFamily="2" charset="0"/>
                        </a:rPr>
                        <a:t>w8</a:t>
                      </a:r>
                      <a:endParaRPr lang="en-IN" sz="1200" b="1">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extLst>
                  <a:ext uri="{0D108BD9-81ED-4DB2-BD59-A6C34878D82A}">
                    <a16:rowId xmlns:a16="http://schemas.microsoft.com/office/drawing/2014/main" val="4134204246"/>
                  </a:ext>
                </a:extLst>
              </a:tr>
              <a:tr h="457200">
                <a:tc>
                  <a:txBody>
                    <a:bodyPr/>
                    <a:lstStyle/>
                    <a:p>
                      <a:pPr algn="l"/>
                      <a:r>
                        <a:rPr lang="en-IN" sz="1200" b="1">
                          <a:solidFill>
                            <a:schemeClr val="bg1"/>
                          </a:solidFill>
                          <a:latin typeface="Tenorite" panose="00000500000000000000" pitchFamily="2" charset="0"/>
                        </a:rPr>
                        <a:t>Mobilise &amp; discovery</a:t>
                      </a: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1999880035"/>
                  </a:ext>
                </a:extLst>
              </a:tr>
              <a:tr h="457200">
                <a:tc>
                  <a:txBody>
                    <a:bodyPr/>
                    <a:lstStyle/>
                    <a:p>
                      <a:pPr algn="l"/>
                      <a:r>
                        <a:rPr lang="en-IN" sz="1200" b="1">
                          <a:solidFill>
                            <a:schemeClr val="bg1"/>
                          </a:solidFill>
                          <a:latin typeface="Tenorite" panose="00000500000000000000" pitchFamily="2" charset="0"/>
                        </a:rPr>
                        <a:t>Platform &amp; landing setup</a:t>
                      </a: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2334514719"/>
                  </a:ext>
                </a:extLst>
              </a:tr>
              <a:tr h="457200">
                <a:tc>
                  <a:txBody>
                    <a:bodyPr/>
                    <a:lstStyle/>
                    <a:p>
                      <a:pPr algn="l"/>
                      <a:r>
                        <a:rPr lang="en-IN" sz="1200" b="1">
                          <a:solidFill>
                            <a:schemeClr val="bg1"/>
                          </a:solidFill>
                          <a:latin typeface="Tenorite" panose="00000500000000000000" pitchFamily="2" charset="0"/>
                        </a:rPr>
                        <a:t>Bronze ingestion</a:t>
                      </a: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1581777352"/>
                  </a:ext>
                </a:extLst>
              </a:tr>
              <a:tr h="457200">
                <a:tc>
                  <a:txBody>
                    <a:bodyPr/>
                    <a:lstStyle/>
                    <a:p>
                      <a:pPr algn="l"/>
                      <a:r>
                        <a:rPr lang="en-IN" sz="1200" b="1">
                          <a:solidFill>
                            <a:schemeClr val="bg1"/>
                          </a:solidFill>
                          <a:latin typeface="Tenorite" panose="00000500000000000000" pitchFamily="2" charset="0"/>
                        </a:rPr>
                        <a:t>Silver transform + DQ</a:t>
                      </a: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990060649"/>
                  </a:ext>
                </a:extLst>
              </a:tr>
              <a:tr h="457200">
                <a:tc>
                  <a:txBody>
                    <a:bodyPr/>
                    <a:lstStyle/>
                    <a:p>
                      <a:pPr algn="l"/>
                      <a:r>
                        <a:rPr lang="en-IN" sz="1200" b="1">
                          <a:solidFill>
                            <a:schemeClr val="bg1"/>
                          </a:solidFill>
                          <a:latin typeface="Tenorite" panose="00000500000000000000" pitchFamily="2" charset="0"/>
                        </a:rPr>
                        <a:t>Gold + KPIs + model</a:t>
                      </a: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2106168191"/>
                  </a:ext>
                </a:extLst>
              </a:tr>
              <a:tr h="457200">
                <a:tc>
                  <a:txBody>
                    <a:bodyPr/>
                    <a:lstStyle/>
                    <a:p>
                      <a:pPr algn="l"/>
                      <a:r>
                        <a:rPr lang="en-IN" sz="1200" b="1">
                          <a:solidFill>
                            <a:schemeClr val="bg1"/>
                          </a:solidFill>
                          <a:latin typeface="Tenorite" panose="00000500000000000000" pitchFamily="2" charset="0"/>
                        </a:rPr>
                        <a:t>Govern · secure · audit</a:t>
                      </a: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935293237"/>
                  </a:ext>
                </a:extLst>
              </a:tr>
              <a:tr h="457200">
                <a:tc>
                  <a:txBody>
                    <a:bodyPr/>
                    <a:lstStyle/>
                    <a:p>
                      <a:pPr algn="l"/>
                      <a:r>
                        <a:rPr lang="en-IN" sz="1200" b="1">
                          <a:solidFill>
                            <a:schemeClr val="bg1"/>
                          </a:solidFill>
                          <a:latin typeface="Tenorite" panose="00000500000000000000" pitchFamily="2" charset="0"/>
                        </a:rPr>
                        <a:t>Test · UAT · cutover</a:t>
                      </a:r>
                    </a:p>
                  </a:txBody>
                  <a:tcPr anchor="ctr">
                    <a:lnT w="6350" cap="flat" cmpd="sng" algn="ctr">
                      <a:solidFill>
                        <a:schemeClr val="accent4"/>
                      </a:solidFill>
                      <a:prstDash val="solid"/>
                      <a:round/>
                      <a:headEnd type="none" w="med" len="med"/>
                      <a:tailEnd type="none" w="med" len="med"/>
                    </a:lnT>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noFill/>
                  </a:tcPr>
                </a:tc>
                <a:extLst>
                  <a:ext uri="{0D108BD9-81ED-4DB2-BD59-A6C34878D82A}">
                    <a16:rowId xmlns:a16="http://schemas.microsoft.com/office/drawing/2014/main" val="1497885430"/>
                  </a:ext>
                </a:extLst>
              </a:tr>
            </a:tbl>
          </a:graphicData>
        </a:graphic>
      </p:graphicFrame>
      <p:sp>
        <p:nvSpPr>
          <p:cNvPr id="22" name="Rectangle: Rounded Corners 21">
            <a:extLst>
              <a:ext uri="{FF2B5EF4-FFF2-40B4-BE49-F238E27FC236}">
                <a16:creationId xmlns:a16="http://schemas.microsoft.com/office/drawing/2014/main" id="{B30FEB48-A425-CC9A-B0C6-0CA7463A844F}"/>
              </a:ext>
            </a:extLst>
          </p:cNvPr>
          <p:cNvSpPr/>
          <p:nvPr/>
        </p:nvSpPr>
        <p:spPr>
          <a:xfrm>
            <a:off x="2536826" y="3059088"/>
            <a:ext cx="1137706" cy="327111"/>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latin typeface="Tenorite" panose="00000500000000000000" pitchFamily="2" charset="0"/>
              </a:rPr>
              <a:t>Discover</a:t>
            </a:r>
            <a:endParaRPr lang="en-IN" sz="1200">
              <a:solidFill>
                <a:schemeClr val="bg1"/>
              </a:solidFill>
              <a:latin typeface="Tenorite" panose="00000500000000000000" pitchFamily="2" charset="0"/>
            </a:endParaRPr>
          </a:p>
        </p:txBody>
      </p:sp>
      <p:sp>
        <p:nvSpPr>
          <p:cNvPr id="23" name="Rectangle: Rounded Corners 22">
            <a:extLst>
              <a:ext uri="{FF2B5EF4-FFF2-40B4-BE49-F238E27FC236}">
                <a16:creationId xmlns:a16="http://schemas.microsoft.com/office/drawing/2014/main" id="{198982B3-D154-6192-1566-082D56CEC1CE}"/>
              </a:ext>
            </a:extLst>
          </p:cNvPr>
          <p:cNvSpPr/>
          <p:nvPr/>
        </p:nvSpPr>
        <p:spPr>
          <a:xfrm>
            <a:off x="3025775" y="3515372"/>
            <a:ext cx="2473325" cy="327111"/>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Tenorite" panose="00000500000000000000" pitchFamily="2" charset="0"/>
              </a:rPr>
              <a:t>Workspaces · CICD · security base</a:t>
            </a:r>
          </a:p>
        </p:txBody>
      </p:sp>
      <p:sp>
        <p:nvSpPr>
          <p:cNvPr id="24" name="Rectangle: Rounded Corners 23">
            <a:extLst>
              <a:ext uri="{FF2B5EF4-FFF2-40B4-BE49-F238E27FC236}">
                <a16:creationId xmlns:a16="http://schemas.microsoft.com/office/drawing/2014/main" id="{CF8E3819-70B7-D0FB-3FE3-BE29CCAA1E98}"/>
              </a:ext>
            </a:extLst>
          </p:cNvPr>
          <p:cNvSpPr/>
          <p:nvPr/>
        </p:nvSpPr>
        <p:spPr>
          <a:xfrm>
            <a:off x="4159250" y="3971656"/>
            <a:ext cx="2501900" cy="327111"/>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Tenorite" panose="00000500000000000000" pitchFamily="2" charset="0"/>
              </a:rPr>
              <a:t>Bronze</a:t>
            </a:r>
          </a:p>
        </p:txBody>
      </p:sp>
      <p:sp>
        <p:nvSpPr>
          <p:cNvPr id="25" name="Rectangle: Rounded Corners 24">
            <a:extLst>
              <a:ext uri="{FF2B5EF4-FFF2-40B4-BE49-F238E27FC236}">
                <a16:creationId xmlns:a16="http://schemas.microsoft.com/office/drawing/2014/main" id="{0E64F33C-2F48-AA2E-9BC0-9D4DF8056474}"/>
              </a:ext>
            </a:extLst>
          </p:cNvPr>
          <p:cNvSpPr/>
          <p:nvPr/>
        </p:nvSpPr>
        <p:spPr>
          <a:xfrm>
            <a:off x="5816600" y="4427940"/>
            <a:ext cx="2505456" cy="327111"/>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latin typeface="Tenorite" panose="00000500000000000000" pitchFamily="2" charset="0"/>
              </a:rPr>
              <a:t>Sliver</a:t>
            </a:r>
            <a:endParaRPr lang="en-IN" sz="1200">
              <a:solidFill>
                <a:schemeClr val="bg1"/>
              </a:solidFill>
              <a:latin typeface="Tenorite" panose="00000500000000000000" pitchFamily="2" charset="0"/>
            </a:endParaRPr>
          </a:p>
        </p:txBody>
      </p:sp>
      <p:sp>
        <p:nvSpPr>
          <p:cNvPr id="26" name="Rectangle: Rounded Corners 25">
            <a:extLst>
              <a:ext uri="{FF2B5EF4-FFF2-40B4-BE49-F238E27FC236}">
                <a16:creationId xmlns:a16="http://schemas.microsoft.com/office/drawing/2014/main" id="{0DD9230B-70DC-87F2-8B69-BF370C89782B}"/>
              </a:ext>
            </a:extLst>
          </p:cNvPr>
          <p:cNvSpPr/>
          <p:nvPr/>
        </p:nvSpPr>
        <p:spPr>
          <a:xfrm>
            <a:off x="7569200" y="4884224"/>
            <a:ext cx="2505456" cy="327111"/>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latin typeface="Tenorite" panose="00000500000000000000" pitchFamily="2" charset="0"/>
              </a:rPr>
              <a:t>Gold</a:t>
            </a:r>
            <a:endParaRPr lang="en-IN" sz="1200">
              <a:solidFill>
                <a:schemeClr val="bg1"/>
              </a:solidFill>
              <a:latin typeface="Tenorite" panose="00000500000000000000" pitchFamily="2" charset="0"/>
            </a:endParaRPr>
          </a:p>
        </p:txBody>
      </p:sp>
      <p:sp>
        <p:nvSpPr>
          <p:cNvPr id="27" name="Rectangle: Rounded Corners 26">
            <a:extLst>
              <a:ext uri="{FF2B5EF4-FFF2-40B4-BE49-F238E27FC236}">
                <a16:creationId xmlns:a16="http://schemas.microsoft.com/office/drawing/2014/main" id="{0058B726-3A58-51E4-ED71-D21554CED10F}"/>
              </a:ext>
            </a:extLst>
          </p:cNvPr>
          <p:cNvSpPr/>
          <p:nvPr/>
        </p:nvSpPr>
        <p:spPr>
          <a:xfrm>
            <a:off x="3674532" y="5340508"/>
            <a:ext cx="6802968" cy="327111"/>
          </a:xfrm>
          <a:prstGeom prst="round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latin typeface="Tenorite" panose="00000500000000000000" pitchFamily="2" charset="0"/>
              </a:rPr>
              <a:t>Continuous</a:t>
            </a:r>
            <a:endParaRPr lang="en-IN" sz="1200">
              <a:solidFill>
                <a:schemeClr val="tx1"/>
              </a:solidFill>
              <a:latin typeface="Tenorite" panose="00000500000000000000" pitchFamily="2" charset="0"/>
            </a:endParaRPr>
          </a:p>
        </p:txBody>
      </p:sp>
      <p:sp>
        <p:nvSpPr>
          <p:cNvPr id="28" name="Rectangle: Rounded Corners 27">
            <a:extLst>
              <a:ext uri="{FF2B5EF4-FFF2-40B4-BE49-F238E27FC236}">
                <a16:creationId xmlns:a16="http://schemas.microsoft.com/office/drawing/2014/main" id="{EAB46C5A-0E17-0538-FE7A-3EC099D9065A}"/>
              </a:ext>
            </a:extLst>
          </p:cNvPr>
          <p:cNvSpPr/>
          <p:nvPr/>
        </p:nvSpPr>
        <p:spPr>
          <a:xfrm>
            <a:off x="9367520" y="5796792"/>
            <a:ext cx="2282610" cy="327111"/>
          </a:xfrm>
          <a:prstGeom prst="round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latin typeface="Tenorite" panose="00000500000000000000" pitchFamily="2" charset="0"/>
              </a:rPr>
              <a:t>UAT + </a:t>
            </a:r>
            <a:r>
              <a:rPr lang="en-US" sz="1200" err="1">
                <a:solidFill>
                  <a:schemeClr val="tx1"/>
                </a:solidFill>
                <a:latin typeface="Tenorite" panose="00000500000000000000" pitchFamily="2" charset="0"/>
              </a:rPr>
              <a:t>hypercare</a:t>
            </a:r>
            <a:endParaRPr lang="en-IN" sz="1200">
              <a:solidFill>
                <a:schemeClr val="tx1"/>
              </a:solidFill>
              <a:latin typeface="Tenorite" panose="00000500000000000000" pitchFamily="2" charset="0"/>
            </a:endParaRPr>
          </a:p>
        </p:txBody>
      </p:sp>
      <p:sp>
        <p:nvSpPr>
          <p:cNvPr id="37" name="Slide Number Placeholder 5">
            <a:extLst>
              <a:ext uri="{FF2B5EF4-FFF2-40B4-BE49-F238E27FC236}">
                <a16:creationId xmlns:a16="http://schemas.microsoft.com/office/drawing/2014/main" id="{AC9F098A-977E-632E-3E2F-9443B27339FF}"/>
              </a:ext>
            </a:extLst>
          </p:cNvPr>
          <p:cNvSpPr>
            <a:spLocks noGrp="1"/>
          </p:cNvSpPr>
          <p:nvPr>
            <p:ph type="sldNum" sz="quarter" idx="4"/>
          </p:nvPr>
        </p:nvSpPr>
        <p:spPr>
          <a:xfrm>
            <a:off x="9067800" y="6538580"/>
            <a:ext cx="2743200" cy="174958"/>
          </a:xfrm>
          <a:prstGeom prst="rect">
            <a:avLst/>
          </a:prstGeom>
        </p:spPr>
        <p:txBody>
          <a:bodyPr vert="horz" lIns="91440" tIns="45720" rIns="0" bIns="45720" rtlCol="0" anchor="ctr"/>
          <a:lstStyle>
            <a:lvl1pPr algn="r">
              <a:defRPr sz="700" b="0" i="0">
                <a:solidFill>
                  <a:schemeClr val="accent4"/>
                </a:solidFill>
                <a:latin typeface="Tenorite" panose="00000500000000000000" pitchFamily="2" charset="0"/>
              </a:defRPr>
            </a:lvl1pPr>
          </a:lstStyle>
          <a:p>
            <a:fld id="{330EA680-D336-4FF7-8B7A-9848BB0A1C32}" type="slidenum">
              <a:rPr lang="en-US" smtClean="0"/>
              <a:pPr/>
              <a:t>14</a:t>
            </a:fld>
            <a:endParaRPr lang="en-US"/>
          </a:p>
        </p:txBody>
      </p:sp>
      <p:sp>
        <p:nvSpPr>
          <p:cNvPr id="38" name="Date Placeholder 3">
            <a:extLst>
              <a:ext uri="{FF2B5EF4-FFF2-40B4-BE49-F238E27FC236}">
                <a16:creationId xmlns:a16="http://schemas.microsoft.com/office/drawing/2014/main" id="{B27B527D-4BF1-F189-6317-3EE78CF9FFBD}"/>
              </a:ext>
            </a:extLst>
          </p:cNvPr>
          <p:cNvSpPr>
            <a:spLocks noGrp="1"/>
          </p:cNvSpPr>
          <p:nvPr>
            <p:ph type="dt" sz="half" idx="2"/>
          </p:nvPr>
        </p:nvSpPr>
        <p:spPr>
          <a:xfrm>
            <a:off x="930274" y="6538580"/>
            <a:ext cx="2670175" cy="174958"/>
          </a:xfrm>
          <a:prstGeom prst="rect">
            <a:avLst/>
          </a:prstGeom>
        </p:spPr>
        <p:txBody>
          <a:bodyPr vert="horz" lIns="0" tIns="45720" rIns="91440" bIns="45720" rtlCol="0" anchor="ctr"/>
          <a:lstStyle>
            <a:lvl1pPr algn="l">
              <a:defRPr sz="700" b="0" i="0">
                <a:solidFill>
                  <a:schemeClr val="accent4"/>
                </a:solidFill>
                <a:latin typeface="Tenorite" panose="00000500000000000000" pitchFamily="2" charset="0"/>
              </a:defRPr>
            </a:lvl1pPr>
          </a:lstStyle>
          <a:p>
            <a:r>
              <a:rPr lang="en-US"/>
              <a:t>© SYREN CLOUD INC – 2026 – ALL RIGHTS RESERVED</a:t>
            </a:r>
            <a:endParaRPr lang="en-US" sz="700"/>
          </a:p>
        </p:txBody>
      </p:sp>
    </p:spTree>
    <p:extLst>
      <p:ext uri="{BB962C8B-B14F-4D97-AF65-F5344CB8AC3E}">
        <p14:creationId xmlns:p14="http://schemas.microsoft.com/office/powerpoint/2010/main" val="4190763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1A5F257-1C93-BC0E-A808-0B273DD54206}"/>
            </a:ext>
          </a:extLst>
        </p:cNvPr>
        <p:cNvGrpSpPr/>
        <p:nvPr/>
      </p:nvGrpSpPr>
      <p:grpSpPr>
        <a:xfrm>
          <a:off x="0" y="0"/>
          <a:ext cx="0" cy="0"/>
          <a:chOff x="0" y="0"/>
          <a:chExt cx="0" cy="0"/>
        </a:xfrm>
      </p:grpSpPr>
      <p:sp>
        <p:nvSpPr>
          <p:cNvPr id="30" name="Rectangle: Rounded Corners 29">
            <a:extLst>
              <a:ext uri="{FF2B5EF4-FFF2-40B4-BE49-F238E27FC236}">
                <a16:creationId xmlns:a16="http://schemas.microsoft.com/office/drawing/2014/main" id="{F2F7F865-3E77-219C-F24B-170D0E39C593}"/>
              </a:ext>
            </a:extLst>
          </p:cNvPr>
          <p:cNvSpPr>
            <a:spLocks/>
          </p:cNvSpPr>
          <p:nvPr/>
        </p:nvSpPr>
        <p:spPr>
          <a:xfrm>
            <a:off x="381001" y="1930613"/>
            <a:ext cx="11430000" cy="4432087"/>
          </a:xfrm>
          <a:prstGeom prst="roundRect">
            <a:avLst>
              <a:gd name="adj" fmla="val 4676"/>
            </a:avLst>
          </a:prstGeom>
          <a:solidFill>
            <a:schemeClr val="tx1"/>
          </a:solidFill>
          <a:ln>
            <a:noFill/>
          </a:ln>
          <a:effectLst>
            <a:outerShdw blurRad="190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381C2BAD-0CE0-A1E7-DFE0-5C15FBF764F2}"/>
              </a:ext>
            </a:extLst>
          </p:cNvPr>
          <p:cNvSpPr>
            <a:spLocks noGrp="1"/>
          </p:cNvSpPr>
          <p:nvPr>
            <p:ph type="title"/>
          </p:nvPr>
        </p:nvSpPr>
        <p:spPr>
          <a:xfrm>
            <a:off x="381000" y="315656"/>
            <a:ext cx="11468100" cy="997196"/>
          </a:xfrm>
        </p:spPr>
        <p:txBody>
          <a:bodyPr/>
          <a:lstStyle/>
          <a:p>
            <a:r>
              <a:rPr lang="en-US"/>
              <a:t>Phased delivery — same seven workstreams, </a:t>
            </a:r>
            <a:br>
              <a:rPr lang="en-US"/>
            </a:br>
            <a:r>
              <a:rPr lang="en-US"/>
              <a:t>scaled per size </a:t>
            </a:r>
            <a:r>
              <a:rPr lang="en-US" b="0"/>
              <a:t>(Contd.1)</a:t>
            </a:r>
          </a:p>
        </p:txBody>
      </p:sp>
      <p:sp>
        <p:nvSpPr>
          <p:cNvPr id="9" name="TextBox 8">
            <a:extLst>
              <a:ext uri="{FF2B5EF4-FFF2-40B4-BE49-F238E27FC236}">
                <a16:creationId xmlns:a16="http://schemas.microsoft.com/office/drawing/2014/main" id="{7FE7F179-6048-8400-FB96-A3B6988A660F}"/>
              </a:ext>
            </a:extLst>
          </p:cNvPr>
          <p:cNvSpPr txBox="1"/>
          <p:nvPr/>
        </p:nvSpPr>
        <p:spPr>
          <a:xfrm>
            <a:off x="381000" y="1514016"/>
            <a:ext cx="11430000" cy="215444"/>
          </a:xfrm>
          <a:prstGeom prst="rect">
            <a:avLst/>
          </a:prstGeom>
          <a:noFill/>
        </p:spPr>
        <p:txBody>
          <a:bodyPr wrap="square" lIns="0" tIns="0" rIns="0" bIns="0">
            <a:spAutoFit/>
          </a:bodyPr>
          <a:lstStyle/>
          <a:p>
            <a:pPr marL="0" marR="0" indent="0">
              <a:buNone/>
            </a:pPr>
            <a:r>
              <a:rPr lang="en-US" sz="1400" b="1" i="0">
                <a:solidFill>
                  <a:schemeClr val="bg1"/>
                </a:solidFill>
                <a:effectLst/>
                <a:latin typeface="Tenorite" panose="00000500000000000000" pitchFamily="2" charset="0"/>
              </a:rPr>
              <a:t>Governance, security, audit and </a:t>
            </a:r>
            <a:r>
              <a:rPr lang="en-US" sz="1400" b="1" i="0" err="1">
                <a:solidFill>
                  <a:schemeClr val="bg1"/>
                </a:solidFill>
                <a:effectLst/>
                <a:latin typeface="Tenorite" panose="00000500000000000000" pitchFamily="2" charset="0"/>
              </a:rPr>
              <a:t>DataOps</a:t>
            </a:r>
            <a:r>
              <a:rPr lang="en-US" sz="1400" b="1" i="0">
                <a:solidFill>
                  <a:schemeClr val="bg1"/>
                </a:solidFill>
                <a:effectLst/>
                <a:latin typeface="Tenorite" panose="00000500000000000000" pitchFamily="2" charset="0"/>
              </a:rPr>
              <a:t> run as continuous workstreams across the whole engagement rather than a trailing phase.</a:t>
            </a:r>
          </a:p>
        </p:txBody>
      </p:sp>
      <p:sp>
        <p:nvSpPr>
          <p:cNvPr id="12" name="TextBox 11">
            <a:extLst>
              <a:ext uri="{FF2B5EF4-FFF2-40B4-BE49-F238E27FC236}">
                <a16:creationId xmlns:a16="http://schemas.microsoft.com/office/drawing/2014/main" id="{A778E691-C45A-1C3F-A41A-2FAA046B986D}"/>
              </a:ext>
            </a:extLst>
          </p:cNvPr>
          <p:cNvSpPr txBox="1"/>
          <p:nvPr/>
        </p:nvSpPr>
        <p:spPr>
          <a:xfrm>
            <a:off x="563880" y="2131766"/>
            <a:ext cx="1981633" cy="215444"/>
          </a:xfrm>
          <a:prstGeom prst="rect">
            <a:avLst/>
          </a:prstGeom>
          <a:noFill/>
        </p:spPr>
        <p:txBody>
          <a:bodyPr wrap="none" lIns="0" tIns="0" rIns="0" bIns="0">
            <a:spAutoFit/>
          </a:bodyPr>
          <a:lstStyle/>
          <a:p>
            <a:pPr marL="0" marR="0" indent="0">
              <a:buNone/>
            </a:pPr>
            <a:r>
              <a:rPr lang="en-US" sz="1400" b="1" i="0">
                <a:solidFill>
                  <a:schemeClr val="accent4"/>
                </a:solidFill>
                <a:effectLst/>
                <a:latin typeface="Tenorite" panose="00000500000000000000" pitchFamily="2" charset="0"/>
              </a:rPr>
              <a:t>Medium — 14-week plan</a:t>
            </a:r>
          </a:p>
        </p:txBody>
      </p:sp>
      <p:grpSp>
        <p:nvGrpSpPr>
          <p:cNvPr id="20" name="Group 19">
            <a:extLst>
              <a:ext uri="{FF2B5EF4-FFF2-40B4-BE49-F238E27FC236}">
                <a16:creationId xmlns:a16="http://schemas.microsoft.com/office/drawing/2014/main" id="{D6B18F75-D72C-62CC-5D86-566BA4988B04}"/>
              </a:ext>
            </a:extLst>
          </p:cNvPr>
          <p:cNvGrpSpPr/>
          <p:nvPr/>
        </p:nvGrpSpPr>
        <p:grpSpPr>
          <a:xfrm>
            <a:off x="563880" y="2456030"/>
            <a:ext cx="3714639" cy="184666"/>
            <a:chOff x="563880" y="2526402"/>
            <a:chExt cx="3714639" cy="184666"/>
          </a:xfrm>
        </p:grpSpPr>
        <p:sp>
          <p:nvSpPr>
            <p:cNvPr id="13" name="TextBox 12">
              <a:extLst>
                <a:ext uri="{FF2B5EF4-FFF2-40B4-BE49-F238E27FC236}">
                  <a16:creationId xmlns:a16="http://schemas.microsoft.com/office/drawing/2014/main" id="{84F0386E-6521-C7BD-2501-F1A50A0028CD}"/>
                </a:ext>
              </a:extLst>
            </p:cNvPr>
            <p:cNvSpPr txBox="1"/>
            <p:nvPr/>
          </p:nvSpPr>
          <p:spPr>
            <a:xfrm>
              <a:off x="563880" y="2526402"/>
              <a:ext cx="214802" cy="184666"/>
            </a:xfrm>
            <a:prstGeom prst="rect">
              <a:avLst/>
            </a:prstGeom>
            <a:noFill/>
          </p:spPr>
          <p:txBody>
            <a:bodyPr wrap="none" lIns="0" tIns="0" rIns="0" bIns="0">
              <a:spAutoFit/>
            </a:bodyPr>
            <a:lstStyle/>
            <a:p>
              <a:pPr marL="0" marR="0" indent="0">
                <a:buNone/>
              </a:pPr>
              <a:r>
                <a:rPr lang="en-US" sz="1200" i="0">
                  <a:solidFill>
                    <a:schemeClr val="bg1"/>
                  </a:solidFill>
                  <a:effectLst/>
                  <a:latin typeface="Tenorite" panose="00000500000000000000" pitchFamily="2" charset="0"/>
                </a:rPr>
                <a:t>W1</a:t>
              </a:r>
            </a:p>
          </p:txBody>
        </p:sp>
        <p:sp>
          <p:nvSpPr>
            <p:cNvPr id="14" name="TextBox 13">
              <a:extLst>
                <a:ext uri="{FF2B5EF4-FFF2-40B4-BE49-F238E27FC236}">
                  <a16:creationId xmlns:a16="http://schemas.microsoft.com/office/drawing/2014/main" id="{FD9BE477-EB7A-9D0B-0A9F-11318A587C49}"/>
                </a:ext>
              </a:extLst>
            </p:cNvPr>
            <p:cNvSpPr txBox="1"/>
            <p:nvPr/>
          </p:nvSpPr>
          <p:spPr>
            <a:xfrm>
              <a:off x="3983566" y="2526402"/>
              <a:ext cx="294953" cy="184666"/>
            </a:xfrm>
            <a:prstGeom prst="rect">
              <a:avLst/>
            </a:prstGeom>
            <a:noFill/>
          </p:spPr>
          <p:txBody>
            <a:bodyPr wrap="none" lIns="0" tIns="0" rIns="0" bIns="0">
              <a:spAutoFit/>
            </a:bodyPr>
            <a:lstStyle/>
            <a:p>
              <a:pPr marL="0" marR="0" indent="0">
                <a:buNone/>
              </a:pPr>
              <a:r>
                <a:rPr lang="en-US" sz="1200" i="0">
                  <a:solidFill>
                    <a:schemeClr val="bg1"/>
                  </a:solidFill>
                  <a:effectLst/>
                  <a:latin typeface="Tenorite" panose="00000500000000000000" pitchFamily="2" charset="0"/>
                </a:rPr>
                <a:t>W14</a:t>
              </a:r>
            </a:p>
          </p:txBody>
        </p:sp>
        <p:cxnSp>
          <p:nvCxnSpPr>
            <p:cNvPr id="16" name="Straight Connector 15">
              <a:extLst>
                <a:ext uri="{FF2B5EF4-FFF2-40B4-BE49-F238E27FC236}">
                  <a16:creationId xmlns:a16="http://schemas.microsoft.com/office/drawing/2014/main" id="{BB471211-FA67-95B0-CB5F-AA0752EA3A8C}"/>
                </a:ext>
              </a:extLst>
            </p:cNvPr>
            <p:cNvCxnSpPr>
              <a:cxnSpLocks/>
              <a:stCxn id="13" idx="3"/>
              <a:endCxn id="14" idx="1"/>
            </p:cNvCxnSpPr>
            <p:nvPr/>
          </p:nvCxnSpPr>
          <p:spPr>
            <a:xfrm>
              <a:off x="778682" y="2618735"/>
              <a:ext cx="3204884" cy="0"/>
            </a:xfrm>
            <a:prstGeom prst="line">
              <a:avLst/>
            </a:prstGeom>
            <a:ln w="6350">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grpSp>
      <p:graphicFrame>
        <p:nvGraphicFramePr>
          <p:cNvPr id="21" name="Table 20">
            <a:extLst>
              <a:ext uri="{FF2B5EF4-FFF2-40B4-BE49-F238E27FC236}">
                <a16:creationId xmlns:a16="http://schemas.microsoft.com/office/drawing/2014/main" id="{93BF9491-9B3B-F994-1E37-2989BFBE30F2}"/>
              </a:ext>
            </a:extLst>
          </p:cNvPr>
          <p:cNvGraphicFramePr>
            <a:graphicFrameLocks noGrp="1"/>
          </p:cNvGraphicFramePr>
          <p:nvPr>
            <p:extLst>
              <p:ext uri="{D42A27DB-BD31-4B8C-83A1-F6EECF244321}">
                <p14:modId xmlns:p14="http://schemas.microsoft.com/office/powerpoint/2010/main" val="2133102291"/>
              </p:ext>
            </p:extLst>
          </p:nvPr>
        </p:nvGraphicFramePr>
        <p:xfrm>
          <a:off x="563880" y="2702295"/>
          <a:ext cx="11086246" cy="3474720"/>
        </p:xfrm>
        <a:graphic>
          <a:graphicData uri="http://schemas.openxmlformats.org/drawingml/2006/table">
            <a:tbl>
              <a:tblPr firstRow="1" bandRow="1">
                <a:tableStyleId>{5C22544A-7EE6-4342-B048-85BDC9FD1C3A}</a:tableStyleId>
              </a:tblPr>
              <a:tblGrid>
                <a:gridCol w="1984587">
                  <a:extLst>
                    <a:ext uri="{9D8B030D-6E8A-4147-A177-3AD203B41FA5}">
                      <a16:colId xmlns:a16="http://schemas.microsoft.com/office/drawing/2014/main" val="2222389598"/>
                    </a:ext>
                  </a:extLst>
                </a:gridCol>
                <a:gridCol w="1300237">
                  <a:extLst>
                    <a:ext uri="{9D8B030D-6E8A-4147-A177-3AD203B41FA5}">
                      <a16:colId xmlns:a16="http://schemas.microsoft.com/office/drawing/2014/main" val="1576396635"/>
                    </a:ext>
                  </a:extLst>
                </a:gridCol>
                <a:gridCol w="1300237">
                  <a:extLst>
                    <a:ext uri="{9D8B030D-6E8A-4147-A177-3AD203B41FA5}">
                      <a16:colId xmlns:a16="http://schemas.microsoft.com/office/drawing/2014/main" val="855143697"/>
                    </a:ext>
                  </a:extLst>
                </a:gridCol>
                <a:gridCol w="1300237">
                  <a:extLst>
                    <a:ext uri="{9D8B030D-6E8A-4147-A177-3AD203B41FA5}">
                      <a16:colId xmlns:a16="http://schemas.microsoft.com/office/drawing/2014/main" val="3842377691"/>
                    </a:ext>
                  </a:extLst>
                </a:gridCol>
                <a:gridCol w="1300237">
                  <a:extLst>
                    <a:ext uri="{9D8B030D-6E8A-4147-A177-3AD203B41FA5}">
                      <a16:colId xmlns:a16="http://schemas.microsoft.com/office/drawing/2014/main" val="2902898144"/>
                    </a:ext>
                  </a:extLst>
                </a:gridCol>
                <a:gridCol w="1300237">
                  <a:extLst>
                    <a:ext uri="{9D8B030D-6E8A-4147-A177-3AD203B41FA5}">
                      <a16:colId xmlns:a16="http://schemas.microsoft.com/office/drawing/2014/main" val="452944453"/>
                    </a:ext>
                  </a:extLst>
                </a:gridCol>
                <a:gridCol w="1300237">
                  <a:extLst>
                    <a:ext uri="{9D8B030D-6E8A-4147-A177-3AD203B41FA5}">
                      <a16:colId xmlns:a16="http://schemas.microsoft.com/office/drawing/2014/main" val="208777420"/>
                    </a:ext>
                  </a:extLst>
                </a:gridCol>
                <a:gridCol w="1300237">
                  <a:extLst>
                    <a:ext uri="{9D8B030D-6E8A-4147-A177-3AD203B41FA5}">
                      <a16:colId xmlns:a16="http://schemas.microsoft.com/office/drawing/2014/main" val="84199580"/>
                    </a:ext>
                  </a:extLst>
                </a:gridCol>
              </a:tblGrid>
              <a:tr h="0">
                <a:tc>
                  <a:txBody>
                    <a:bodyPr/>
                    <a:lstStyle/>
                    <a:p>
                      <a:pPr algn="ctr"/>
                      <a:endParaRPr lang="en-IN" sz="1200" b="0">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tc>
                  <a:txBody>
                    <a:bodyPr/>
                    <a:lstStyle/>
                    <a:p>
                      <a:pPr algn="ctr"/>
                      <a:r>
                        <a:rPr lang="en-US" sz="1200" b="1">
                          <a:solidFill>
                            <a:schemeClr val="tx1"/>
                          </a:solidFill>
                          <a:latin typeface="Tenorite" panose="00000500000000000000" pitchFamily="2" charset="0"/>
                        </a:rPr>
                        <a:t>w2</a:t>
                      </a:r>
                      <a:endParaRPr lang="en-IN" sz="1200" b="1">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tc>
                  <a:txBody>
                    <a:bodyPr/>
                    <a:lstStyle/>
                    <a:p>
                      <a:pPr algn="ctr"/>
                      <a:r>
                        <a:rPr lang="en-US" sz="1200" b="1">
                          <a:solidFill>
                            <a:schemeClr val="tx1"/>
                          </a:solidFill>
                          <a:latin typeface="Tenorite" panose="00000500000000000000" pitchFamily="2" charset="0"/>
                        </a:rPr>
                        <a:t>w4</a:t>
                      </a:r>
                      <a:endParaRPr lang="en-IN" sz="1200" b="1">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tc>
                  <a:txBody>
                    <a:bodyPr/>
                    <a:lstStyle/>
                    <a:p>
                      <a:pPr algn="ctr"/>
                      <a:r>
                        <a:rPr lang="en-US" sz="1200" b="1">
                          <a:solidFill>
                            <a:schemeClr val="tx1"/>
                          </a:solidFill>
                          <a:latin typeface="Tenorite" panose="00000500000000000000" pitchFamily="2" charset="0"/>
                        </a:rPr>
                        <a:t>w6</a:t>
                      </a:r>
                      <a:endParaRPr lang="en-IN" sz="1200" b="1">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tc>
                  <a:txBody>
                    <a:bodyPr/>
                    <a:lstStyle/>
                    <a:p>
                      <a:pPr algn="ctr"/>
                      <a:r>
                        <a:rPr lang="en-US" sz="1200" b="1">
                          <a:solidFill>
                            <a:schemeClr val="tx1"/>
                          </a:solidFill>
                          <a:latin typeface="Tenorite" panose="00000500000000000000" pitchFamily="2" charset="0"/>
                        </a:rPr>
                        <a:t>w8</a:t>
                      </a:r>
                      <a:endParaRPr lang="en-IN" sz="1200" b="1">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tc>
                  <a:txBody>
                    <a:bodyPr/>
                    <a:lstStyle/>
                    <a:p>
                      <a:pPr algn="ctr"/>
                      <a:r>
                        <a:rPr lang="en-US" sz="1200" b="1">
                          <a:solidFill>
                            <a:schemeClr val="tx1"/>
                          </a:solidFill>
                          <a:latin typeface="Tenorite" panose="00000500000000000000" pitchFamily="2" charset="0"/>
                        </a:rPr>
                        <a:t>w10</a:t>
                      </a:r>
                      <a:endParaRPr lang="en-IN" sz="1200" b="1">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tc>
                  <a:txBody>
                    <a:bodyPr/>
                    <a:lstStyle/>
                    <a:p>
                      <a:pPr algn="ctr"/>
                      <a:r>
                        <a:rPr lang="en-US" sz="1200" b="1">
                          <a:solidFill>
                            <a:schemeClr val="tx1"/>
                          </a:solidFill>
                          <a:latin typeface="Tenorite" panose="00000500000000000000" pitchFamily="2" charset="0"/>
                        </a:rPr>
                        <a:t>w12</a:t>
                      </a:r>
                      <a:endParaRPr lang="en-IN" sz="1200" b="1">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tc>
                  <a:txBody>
                    <a:bodyPr/>
                    <a:lstStyle/>
                    <a:p>
                      <a:pPr algn="ctr"/>
                      <a:r>
                        <a:rPr lang="en-US" sz="1200" b="1">
                          <a:solidFill>
                            <a:schemeClr val="tx1"/>
                          </a:solidFill>
                          <a:latin typeface="Tenorite" panose="00000500000000000000" pitchFamily="2" charset="0"/>
                        </a:rPr>
                        <a:t>w14</a:t>
                      </a:r>
                      <a:endParaRPr lang="en-IN" sz="1200" b="1">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extLst>
                  <a:ext uri="{0D108BD9-81ED-4DB2-BD59-A6C34878D82A}">
                    <a16:rowId xmlns:a16="http://schemas.microsoft.com/office/drawing/2014/main" val="4134204246"/>
                  </a:ext>
                </a:extLst>
              </a:tr>
              <a:tr h="457200">
                <a:tc>
                  <a:txBody>
                    <a:bodyPr/>
                    <a:lstStyle/>
                    <a:p>
                      <a:pPr algn="l"/>
                      <a:r>
                        <a:rPr lang="en-IN" sz="1200" b="1">
                          <a:solidFill>
                            <a:schemeClr val="bg1"/>
                          </a:solidFill>
                          <a:latin typeface="Tenorite" panose="00000500000000000000" pitchFamily="2" charset="0"/>
                        </a:rPr>
                        <a:t>Discovery &amp; blueprint</a:t>
                      </a: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1999880035"/>
                  </a:ext>
                </a:extLst>
              </a:tr>
              <a:tr h="457200">
                <a:tc>
                  <a:txBody>
                    <a:bodyPr/>
                    <a:lstStyle/>
                    <a:p>
                      <a:pPr algn="l"/>
                      <a:r>
                        <a:rPr lang="en-IN" sz="1200" b="1">
                          <a:solidFill>
                            <a:schemeClr val="bg1"/>
                          </a:solidFill>
                          <a:latin typeface="Tenorite" panose="00000500000000000000" pitchFamily="2" charset="0"/>
                        </a:rPr>
                        <a:t>Platform &amp; landing setup</a:t>
                      </a: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2334514719"/>
                  </a:ext>
                </a:extLst>
              </a:tr>
              <a:tr h="457200">
                <a:tc>
                  <a:txBody>
                    <a:bodyPr/>
                    <a:lstStyle/>
                    <a:p>
                      <a:pPr algn="l"/>
                      <a:r>
                        <a:rPr lang="en-IN" sz="1200" b="1">
                          <a:solidFill>
                            <a:schemeClr val="bg1"/>
                          </a:solidFill>
                          <a:latin typeface="Tenorite" panose="00000500000000000000" pitchFamily="2" charset="0"/>
                        </a:rPr>
                        <a:t>Bronze ingestion</a:t>
                      </a: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1581777352"/>
                  </a:ext>
                </a:extLst>
              </a:tr>
              <a:tr h="457200">
                <a:tc>
                  <a:txBody>
                    <a:bodyPr/>
                    <a:lstStyle/>
                    <a:p>
                      <a:pPr algn="l"/>
                      <a:r>
                        <a:rPr lang="en-IN" sz="1200" b="1">
                          <a:solidFill>
                            <a:schemeClr val="bg1"/>
                          </a:solidFill>
                          <a:latin typeface="Tenorite" panose="00000500000000000000" pitchFamily="2" charset="0"/>
                        </a:rPr>
                        <a:t>Silver transform + DQ</a:t>
                      </a: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990060649"/>
                  </a:ext>
                </a:extLst>
              </a:tr>
              <a:tr h="457200">
                <a:tc>
                  <a:txBody>
                    <a:bodyPr/>
                    <a:lstStyle/>
                    <a:p>
                      <a:pPr algn="l"/>
                      <a:r>
                        <a:rPr lang="en-IN" sz="1200" b="1">
                          <a:solidFill>
                            <a:schemeClr val="bg1"/>
                          </a:solidFill>
                          <a:latin typeface="Tenorite" panose="00000500000000000000" pitchFamily="2" charset="0"/>
                        </a:rPr>
                        <a:t>Gold + KPIs + model</a:t>
                      </a: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2106168191"/>
                  </a:ext>
                </a:extLst>
              </a:tr>
              <a:tr h="457200">
                <a:tc>
                  <a:txBody>
                    <a:bodyPr/>
                    <a:lstStyle/>
                    <a:p>
                      <a:pPr algn="l"/>
                      <a:r>
                        <a:rPr lang="en-IN" sz="1200" b="1">
                          <a:solidFill>
                            <a:schemeClr val="bg1"/>
                          </a:solidFill>
                          <a:latin typeface="Tenorite" panose="00000500000000000000" pitchFamily="2" charset="0"/>
                        </a:rPr>
                        <a:t>Govern · secure · audit</a:t>
                      </a: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935293237"/>
                  </a:ext>
                </a:extLst>
              </a:tr>
              <a:tr h="457200">
                <a:tc>
                  <a:txBody>
                    <a:bodyPr/>
                    <a:lstStyle/>
                    <a:p>
                      <a:pPr algn="l"/>
                      <a:r>
                        <a:rPr lang="en-IN" sz="1200" b="1">
                          <a:solidFill>
                            <a:schemeClr val="bg1"/>
                          </a:solidFill>
                          <a:latin typeface="Tenorite" panose="00000500000000000000" pitchFamily="2" charset="0"/>
                        </a:rPr>
                        <a:t>Test · UAT · cutover</a:t>
                      </a:r>
                    </a:p>
                  </a:txBody>
                  <a:tcPr anchor="ctr">
                    <a:lnT w="6350" cap="flat" cmpd="sng" algn="ctr">
                      <a:solidFill>
                        <a:schemeClr val="accent4"/>
                      </a:solidFill>
                      <a:prstDash val="solid"/>
                      <a:round/>
                      <a:headEnd type="none" w="med" len="med"/>
                      <a:tailEnd type="none" w="med" len="med"/>
                    </a:lnT>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noFill/>
                  </a:tcPr>
                </a:tc>
                <a:extLst>
                  <a:ext uri="{0D108BD9-81ED-4DB2-BD59-A6C34878D82A}">
                    <a16:rowId xmlns:a16="http://schemas.microsoft.com/office/drawing/2014/main" val="1497885430"/>
                  </a:ext>
                </a:extLst>
              </a:tr>
            </a:tbl>
          </a:graphicData>
        </a:graphic>
      </p:graphicFrame>
      <p:sp>
        <p:nvSpPr>
          <p:cNvPr id="22" name="Rectangle: Rounded Corners 21">
            <a:extLst>
              <a:ext uri="{FF2B5EF4-FFF2-40B4-BE49-F238E27FC236}">
                <a16:creationId xmlns:a16="http://schemas.microsoft.com/office/drawing/2014/main" id="{E5C966B4-8D26-062A-7E1B-988CBBE1B94C}"/>
              </a:ext>
            </a:extLst>
          </p:cNvPr>
          <p:cNvSpPr/>
          <p:nvPr/>
        </p:nvSpPr>
        <p:spPr>
          <a:xfrm>
            <a:off x="2536826" y="3059088"/>
            <a:ext cx="1329054" cy="327111"/>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latin typeface="Tenorite" panose="00000500000000000000" pitchFamily="2" charset="0"/>
              </a:rPr>
              <a:t>Discover</a:t>
            </a:r>
            <a:endParaRPr lang="en-IN" sz="1200">
              <a:solidFill>
                <a:schemeClr val="bg1"/>
              </a:solidFill>
              <a:latin typeface="Tenorite" panose="00000500000000000000" pitchFamily="2" charset="0"/>
            </a:endParaRPr>
          </a:p>
        </p:txBody>
      </p:sp>
      <p:sp>
        <p:nvSpPr>
          <p:cNvPr id="23" name="Rectangle: Rounded Corners 22">
            <a:extLst>
              <a:ext uri="{FF2B5EF4-FFF2-40B4-BE49-F238E27FC236}">
                <a16:creationId xmlns:a16="http://schemas.microsoft.com/office/drawing/2014/main" id="{97EBB462-22EC-C37B-91C1-DCC134845276}"/>
              </a:ext>
            </a:extLst>
          </p:cNvPr>
          <p:cNvSpPr/>
          <p:nvPr/>
        </p:nvSpPr>
        <p:spPr>
          <a:xfrm>
            <a:off x="3025775" y="3515372"/>
            <a:ext cx="2473325" cy="327111"/>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Tenorite" panose="00000500000000000000" pitchFamily="2" charset="0"/>
              </a:rPr>
              <a:t>Foundation</a:t>
            </a:r>
          </a:p>
        </p:txBody>
      </p:sp>
      <p:sp>
        <p:nvSpPr>
          <p:cNvPr id="24" name="Rectangle: Rounded Corners 23">
            <a:extLst>
              <a:ext uri="{FF2B5EF4-FFF2-40B4-BE49-F238E27FC236}">
                <a16:creationId xmlns:a16="http://schemas.microsoft.com/office/drawing/2014/main" id="{4389F050-F0D7-A5D0-7F59-B3BD75E6D838}"/>
              </a:ext>
            </a:extLst>
          </p:cNvPr>
          <p:cNvSpPr/>
          <p:nvPr/>
        </p:nvSpPr>
        <p:spPr>
          <a:xfrm>
            <a:off x="4159250" y="3971656"/>
            <a:ext cx="3105150" cy="327111"/>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Tenorite" panose="00000500000000000000" pitchFamily="2" charset="0"/>
              </a:rPr>
              <a:t>Bronze</a:t>
            </a:r>
          </a:p>
        </p:txBody>
      </p:sp>
      <p:sp>
        <p:nvSpPr>
          <p:cNvPr id="25" name="Rectangle: Rounded Corners 24">
            <a:extLst>
              <a:ext uri="{FF2B5EF4-FFF2-40B4-BE49-F238E27FC236}">
                <a16:creationId xmlns:a16="http://schemas.microsoft.com/office/drawing/2014/main" id="{5CB473B3-10D6-CD8F-13B1-7AF35AFA4F64}"/>
              </a:ext>
            </a:extLst>
          </p:cNvPr>
          <p:cNvSpPr/>
          <p:nvPr/>
        </p:nvSpPr>
        <p:spPr>
          <a:xfrm>
            <a:off x="5816600" y="4427940"/>
            <a:ext cx="3105150" cy="327111"/>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latin typeface="Tenorite" panose="00000500000000000000" pitchFamily="2" charset="0"/>
              </a:rPr>
              <a:t>Sliver</a:t>
            </a:r>
            <a:endParaRPr lang="en-IN" sz="1200">
              <a:solidFill>
                <a:schemeClr val="bg1"/>
              </a:solidFill>
              <a:latin typeface="Tenorite" panose="00000500000000000000" pitchFamily="2" charset="0"/>
            </a:endParaRPr>
          </a:p>
        </p:txBody>
      </p:sp>
      <p:sp>
        <p:nvSpPr>
          <p:cNvPr id="26" name="Rectangle: Rounded Corners 25">
            <a:extLst>
              <a:ext uri="{FF2B5EF4-FFF2-40B4-BE49-F238E27FC236}">
                <a16:creationId xmlns:a16="http://schemas.microsoft.com/office/drawing/2014/main" id="{3C97FE7E-85B0-4E73-5BCD-2BA9205725AE}"/>
              </a:ext>
            </a:extLst>
          </p:cNvPr>
          <p:cNvSpPr/>
          <p:nvPr/>
        </p:nvSpPr>
        <p:spPr>
          <a:xfrm>
            <a:off x="7569200" y="4884224"/>
            <a:ext cx="2908300" cy="327111"/>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latin typeface="Tenorite" panose="00000500000000000000" pitchFamily="2" charset="0"/>
              </a:rPr>
              <a:t>Gold</a:t>
            </a:r>
            <a:endParaRPr lang="en-IN" sz="1200">
              <a:solidFill>
                <a:schemeClr val="bg1"/>
              </a:solidFill>
              <a:latin typeface="Tenorite" panose="00000500000000000000" pitchFamily="2" charset="0"/>
            </a:endParaRPr>
          </a:p>
        </p:txBody>
      </p:sp>
      <p:sp>
        <p:nvSpPr>
          <p:cNvPr id="27" name="Rectangle: Rounded Corners 26">
            <a:extLst>
              <a:ext uri="{FF2B5EF4-FFF2-40B4-BE49-F238E27FC236}">
                <a16:creationId xmlns:a16="http://schemas.microsoft.com/office/drawing/2014/main" id="{6936D3F4-17B6-481C-AEF3-D85103B4E090}"/>
              </a:ext>
            </a:extLst>
          </p:cNvPr>
          <p:cNvSpPr/>
          <p:nvPr/>
        </p:nvSpPr>
        <p:spPr>
          <a:xfrm>
            <a:off x="3865880" y="5340508"/>
            <a:ext cx="7214870" cy="327111"/>
          </a:xfrm>
          <a:prstGeom prst="round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latin typeface="Tenorite" panose="00000500000000000000" pitchFamily="2" charset="0"/>
              </a:rPr>
              <a:t>Continuous</a:t>
            </a:r>
            <a:endParaRPr lang="en-IN" sz="1200">
              <a:solidFill>
                <a:schemeClr val="tx1"/>
              </a:solidFill>
              <a:latin typeface="Tenorite" panose="00000500000000000000" pitchFamily="2" charset="0"/>
            </a:endParaRPr>
          </a:p>
        </p:txBody>
      </p:sp>
      <p:sp>
        <p:nvSpPr>
          <p:cNvPr id="28" name="Rectangle: Rounded Corners 27">
            <a:extLst>
              <a:ext uri="{FF2B5EF4-FFF2-40B4-BE49-F238E27FC236}">
                <a16:creationId xmlns:a16="http://schemas.microsoft.com/office/drawing/2014/main" id="{C5AE1334-FF8E-E26B-1FEF-01FF8AC36763}"/>
              </a:ext>
            </a:extLst>
          </p:cNvPr>
          <p:cNvSpPr/>
          <p:nvPr/>
        </p:nvSpPr>
        <p:spPr>
          <a:xfrm>
            <a:off x="10160000" y="5796792"/>
            <a:ext cx="1490130" cy="327111"/>
          </a:xfrm>
          <a:prstGeom prst="round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latin typeface="Tenorite" panose="00000500000000000000" pitchFamily="2" charset="0"/>
              </a:rPr>
              <a:t>UAT + </a:t>
            </a:r>
            <a:r>
              <a:rPr lang="en-US" sz="1200" err="1">
                <a:solidFill>
                  <a:schemeClr val="tx1"/>
                </a:solidFill>
                <a:latin typeface="Tenorite" panose="00000500000000000000" pitchFamily="2" charset="0"/>
              </a:rPr>
              <a:t>hypercare</a:t>
            </a:r>
            <a:endParaRPr lang="en-IN" sz="1200">
              <a:solidFill>
                <a:schemeClr val="tx1"/>
              </a:solidFill>
              <a:latin typeface="Tenorite" panose="00000500000000000000" pitchFamily="2" charset="0"/>
            </a:endParaRPr>
          </a:p>
        </p:txBody>
      </p:sp>
      <p:sp>
        <p:nvSpPr>
          <p:cNvPr id="18" name="Slide Number Placeholder 5">
            <a:extLst>
              <a:ext uri="{FF2B5EF4-FFF2-40B4-BE49-F238E27FC236}">
                <a16:creationId xmlns:a16="http://schemas.microsoft.com/office/drawing/2014/main" id="{43582F87-F270-2757-0B60-6141E1A792C5}"/>
              </a:ext>
            </a:extLst>
          </p:cNvPr>
          <p:cNvSpPr>
            <a:spLocks noGrp="1"/>
          </p:cNvSpPr>
          <p:nvPr>
            <p:ph type="sldNum" sz="quarter" idx="4"/>
          </p:nvPr>
        </p:nvSpPr>
        <p:spPr>
          <a:xfrm>
            <a:off x="9067800" y="6538580"/>
            <a:ext cx="2743200" cy="174958"/>
          </a:xfrm>
          <a:prstGeom prst="rect">
            <a:avLst/>
          </a:prstGeom>
        </p:spPr>
        <p:txBody>
          <a:bodyPr vert="horz" lIns="91440" tIns="45720" rIns="0" bIns="45720" rtlCol="0" anchor="ctr"/>
          <a:lstStyle>
            <a:lvl1pPr algn="r">
              <a:defRPr sz="700" b="0" i="0">
                <a:solidFill>
                  <a:schemeClr val="accent4"/>
                </a:solidFill>
                <a:latin typeface="Tenorite" panose="00000500000000000000" pitchFamily="2" charset="0"/>
              </a:defRPr>
            </a:lvl1pPr>
          </a:lstStyle>
          <a:p>
            <a:fld id="{330EA680-D336-4FF7-8B7A-9848BB0A1C32}" type="slidenum">
              <a:rPr lang="en-US" smtClean="0"/>
              <a:pPr/>
              <a:t>15</a:t>
            </a:fld>
            <a:endParaRPr lang="en-US"/>
          </a:p>
        </p:txBody>
      </p:sp>
      <p:sp>
        <p:nvSpPr>
          <p:cNvPr id="19" name="Date Placeholder 3">
            <a:extLst>
              <a:ext uri="{FF2B5EF4-FFF2-40B4-BE49-F238E27FC236}">
                <a16:creationId xmlns:a16="http://schemas.microsoft.com/office/drawing/2014/main" id="{42795971-E8A0-53C1-6180-CD13D1B7E4E9}"/>
              </a:ext>
            </a:extLst>
          </p:cNvPr>
          <p:cNvSpPr>
            <a:spLocks noGrp="1"/>
          </p:cNvSpPr>
          <p:nvPr>
            <p:ph type="dt" sz="half" idx="2"/>
          </p:nvPr>
        </p:nvSpPr>
        <p:spPr>
          <a:xfrm>
            <a:off x="930274" y="6538580"/>
            <a:ext cx="2670175" cy="174958"/>
          </a:xfrm>
          <a:prstGeom prst="rect">
            <a:avLst/>
          </a:prstGeom>
        </p:spPr>
        <p:txBody>
          <a:bodyPr vert="horz" lIns="0" tIns="45720" rIns="91440" bIns="45720" rtlCol="0" anchor="ctr"/>
          <a:lstStyle>
            <a:lvl1pPr algn="l">
              <a:defRPr sz="700" b="0" i="0">
                <a:solidFill>
                  <a:schemeClr val="accent4"/>
                </a:solidFill>
                <a:latin typeface="Tenorite" panose="00000500000000000000" pitchFamily="2" charset="0"/>
              </a:defRPr>
            </a:lvl1pPr>
          </a:lstStyle>
          <a:p>
            <a:r>
              <a:rPr lang="en-US"/>
              <a:t>© SYREN CLOUD INC – 2026 – ALL RIGHTS RESERVED</a:t>
            </a:r>
            <a:endParaRPr lang="en-US" sz="700"/>
          </a:p>
        </p:txBody>
      </p:sp>
    </p:spTree>
    <p:extLst>
      <p:ext uri="{BB962C8B-B14F-4D97-AF65-F5344CB8AC3E}">
        <p14:creationId xmlns:p14="http://schemas.microsoft.com/office/powerpoint/2010/main" val="1089406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8C73C10-4DE0-2DA2-A9E6-9935B8776424}"/>
            </a:ext>
          </a:extLst>
        </p:cNvPr>
        <p:cNvGrpSpPr/>
        <p:nvPr/>
      </p:nvGrpSpPr>
      <p:grpSpPr>
        <a:xfrm>
          <a:off x="0" y="0"/>
          <a:ext cx="0" cy="0"/>
          <a:chOff x="0" y="0"/>
          <a:chExt cx="0" cy="0"/>
        </a:xfrm>
      </p:grpSpPr>
      <p:sp>
        <p:nvSpPr>
          <p:cNvPr id="33" name="Rectangle: Rounded Corners 32">
            <a:extLst>
              <a:ext uri="{FF2B5EF4-FFF2-40B4-BE49-F238E27FC236}">
                <a16:creationId xmlns:a16="http://schemas.microsoft.com/office/drawing/2014/main" id="{7A319BC1-A245-BE92-4649-704B61FF4BD2}"/>
              </a:ext>
            </a:extLst>
          </p:cNvPr>
          <p:cNvSpPr>
            <a:spLocks/>
          </p:cNvSpPr>
          <p:nvPr/>
        </p:nvSpPr>
        <p:spPr>
          <a:xfrm>
            <a:off x="381001" y="1578929"/>
            <a:ext cx="11430000" cy="4783771"/>
          </a:xfrm>
          <a:prstGeom prst="roundRect">
            <a:avLst>
              <a:gd name="adj" fmla="val 4676"/>
            </a:avLst>
          </a:prstGeom>
          <a:solidFill>
            <a:schemeClr val="tx1"/>
          </a:solidFill>
          <a:ln>
            <a:noFill/>
          </a:ln>
          <a:effectLst>
            <a:outerShdw blurRad="190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8EE5378B-4510-FAEC-9578-EED6F22A86A0}"/>
              </a:ext>
            </a:extLst>
          </p:cNvPr>
          <p:cNvSpPr>
            <a:spLocks noGrp="1"/>
          </p:cNvSpPr>
          <p:nvPr>
            <p:ph type="title"/>
          </p:nvPr>
        </p:nvSpPr>
        <p:spPr>
          <a:xfrm>
            <a:off x="381000" y="315656"/>
            <a:ext cx="11468100" cy="997196"/>
          </a:xfrm>
        </p:spPr>
        <p:txBody>
          <a:bodyPr/>
          <a:lstStyle/>
          <a:p>
            <a:r>
              <a:rPr lang="en-US"/>
              <a:t>Phased delivery — same seven workstreams, </a:t>
            </a:r>
            <a:br>
              <a:rPr lang="en-US"/>
            </a:br>
            <a:r>
              <a:rPr lang="en-US"/>
              <a:t>scaled per size </a:t>
            </a:r>
            <a:r>
              <a:rPr lang="en-US" b="0"/>
              <a:t>(Contd.2)</a:t>
            </a:r>
          </a:p>
        </p:txBody>
      </p:sp>
      <p:sp>
        <p:nvSpPr>
          <p:cNvPr id="12" name="TextBox 11">
            <a:extLst>
              <a:ext uri="{FF2B5EF4-FFF2-40B4-BE49-F238E27FC236}">
                <a16:creationId xmlns:a16="http://schemas.microsoft.com/office/drawing/2014/main" id="{FB71AE19-012D-84A8-CD9C-1EC4FC32495F}"/>
              </a:ext>
            </a:extLst>
          </p:cNvPr>
          <p:cNvSpPr txBox="1"/>
          <p:nvPr/>
        </p:nvSpPr>
        <p:spPr>
          <a:xfrm>
            <a:off x="563880" y="1674566"/>
            <a:ext cx="3205621" cy="215444"/>
          </a:xfrm>
          <a:prstGeom prst="rect">
            <a:avLst/>
          </a:prstGeom>
          <a:noFill/>
        </p:spPr>
        <p:txBody>
          <a:bodyPr wrap="none" lIns="0" tIns="0" rIns="0" bIns="0">
            <a:spAutoFit/>
          </a:bodyPr>
          <a:lstStyle/>
          <a:p>
            <a:pPr marL="0" marR="0" indent="0">
              <a:buNone/>
            </a:pPr>
            <a:r>
              <a:rPr lang="en-US" sz="1400" b="1" i="0">
                <a:solidFill>
                  <a:schemeClr val="accent4"/>
                </a:solidFill>
                <a:effectLst/>
                <a:latin typeface="Tenorite" panose="00000500000000000000" pitchFamily="2" charset="0"/>
              </a:rPr>
              <a:t>Complex — ~28-week plan (multi-wave)</a:t>
            </a:r>
          </a:p>
        </p:txBody>
      </p:sp>
      <p:grpSp>
        <p:nvGrpSpPr>
          <p:cNvPr id="20" name="Group 19">
            <a:extLst>
              <a:ext uri="{FF2B5EF4-FFF2-40B4-BE49-F238E27FC236}">
                <a16:creationId xmlns:a16="http://schemas.microsoft.com/office/drawing/2014/main" id="{8DB298B6-7655-6CA3-CD27-A400E011313A}"/>
              </a:ext>
            </a:extLst>
          </p:cNvPr>
          <p:cNvGrpSpPr/>
          <p:nvPr/>
        </p:nvGrpSpPr>
        <p:grpSpPr>
          <a:xfrm>
            <a:off x="563880" y="1998830"/>
            <a:ext cx="6051439" cy="184666"/>
            <a:chOff x="563880" y="2526402"/>
            <a:chExt cx="6051439" cy="184666"/>
          </a:xfrm>
        </p:grpSpPr>
        <p:sp>
          <p:nvSpPr>
            <p:cNvPr id="13" name="TextBox 12">
              <a:extLst>
                <a:ext uri="{FF2B5EF4-FFF2-40B4-BE49-F238E27FC236}">
                  <a16:creationId xmlns:a16="http://schemas.microsoft.com/office/drawing/2014/main" id="{360E4357-6454-136C-2382-B0D213868C35}"/>
                </a:ext>
              </a:extLst>
            </p:cNvPr>
            <p:cNvSpPr txBox="1"/>
            <p:nvPr/>
          </p:nvSpPr>
          <p:spPr>
            <a:xfrm>
              <a:off x="563880" y="2526402"/>
              <a:ext cx="214802" cy="184666"/>
            </a:xfrm>
            <a:prstGeom prst="rect">
              <a:avLst/>
            </a:prstGeom>
            <a:noFill/>
          </p:spPr>
          <p:txBody>
            <a:bodyPr wrap="none" lIns="0" tIns="0" rIns="0" bIns="0">
              <a:spAutoFit/>
            </a:bodyPr>
            <a:lstStyle/>
            <a:p>
              <a:pPr marL="0" marR="0" indent="0">
                <a:buNone/>
              </a:pPr>
              <a:r>
                <a:rPr lang="en-US" sz="1200" i="0">
                  <a:solidFill>
                    <a:schemeClr val="bg1"/>
                  </a:solidFill>
                  <a:effectLst/>
                  <a:latin typeface="Tenorite" panose="00000500000000000000" pitchFamily="2" charset="0"/>
                </a:rPr>
                <a:t>W1</a:t>
              </a:r>
            </a:p>
          </p:txBody>
        </p:sp>
        <p:sp>
          <p:nvSpPr>
            <p:cNvPr id="14" name="TextBox 13">
              <a:extLst>
                <a:ext uri="{FF2B5EF4-FFF2-40B4-BE49-F238E27FC236}">
                  <a16:creationId xmlns:a16="http://schemas.microsoft.com/office/drawing/2014/main" id="{1307738D-7B18-C7A7-408E-37E7CAD63066}"/>
                </a:ext>
              </a:extLst>
            </p:cNvPr>
            <p:cNvSpPr txBox="1"/>
            <p:nvPr/>
          </p:nvSpPr>
          <p:spPr>
            <a:xfrm>
              <a:off x="6320366" y="2526402"/>
              <a:ext cx="294953" cy="184666"/>
            </a:xfrm>
            <a:prstGeom prst="rect">
              <a:avLst/>
            </a:prstGeom>
            <a:noFill/>
          </p:spPr>
          <p:txBody>
            <a:bodyPr wrap="none" lIns="0" tIns="0" rIns="0" bIns="0">
              <a:spAutoFit/>
            </a:bodyPr>
            <a:lstStyle/>
            <a:p>
              <a:pPr marL="0" marR="0" indent="0">
                <a:buNone/>
              </a:pPr>
              <a:r>
                <a:rPr lang="en-US" sz="1200" i="0">
                  <a:solidFill>
                    <a:schemeClr val="bg1"/>
                  </a:solidFill>
                  <a:effectLst/>
                  <a:latin typeface="Tenorite" panose="00000500000000000000" pitchFamily="2" charset="0"/>
                </a:rPr>
                <a:t>W28</a:t>
              </a:r>
            </a:p>
          </p:txBody>
        </p:sp>
        <p:cxnSp>
          <p:nvCxnSpPr>
            <p:cNvPr id="16" name="Straight Connector 15">
              <a:extLst>
                <a:ext uri="{FF2B5EF4-FFF2-40B4-BE49-F238E27FC236}">
                  <a16:creationId xmlns:a16="http://schemas.microsoft.com/office/drawing/2014/main" id="{1C4734CF-5D96-E810-C8A8-40D05FD6B00A}"/>
                </a:ext>
              </a:extLst>
            </p:cNvPr>
            <p:cNvCxnSpPr>
              <a:cxnSpLocks/>
              <a:stCxn id="13" idx="3"/>
              <a:endCxn id="14" idx="1"/>
            </p:cNvCxnSpPr>
            <p:nvPr/>
          </p:nvCxnSpPr>
          <p:spPr>
            <a:xfrm>
              <a:off x="778682" y="2618735"/>
              <a:ext cx="5541684" cy="0"/>
            </a:xfrm>
            <a:prstGeom prst="line">
              <a:avLst/>
            </a:prstGeom>
            <a:ln w="6350">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grpSp>
      <p:graphicFrame>
        <p:nvGraphicFramePr>
          <p:cNvPr id="21" name="Table 20">
            <a:extLst>
              <a:ext uri="{FF2B5EF4-FFF2-40B4-BE49-F238E27FC236}">
                <a16:creationId xmlns:a16="http://schemas.microsoft.com/office/drawing/2014/main" id="{15CD5DF3-9625-24D1-A178-5228527E763C}"/>
              </a:ext>
            </a:extLst>
          </p:cNvPr>
          <p:cNvGraphicFramePr>
            <a:graphicFrameLocks noGrp="1"/>
          </p:cNvGraphicFramePr>
          <p:nvPr>
            <p:extLst>
              <p:ext uri="{D42A27DB-BD31-4B8C-83A1-F6EECF244321}">
                <p14:modId xmlns:p14="http://schemas.microsoft.com/office/powerpoint/2010/main" val="3598060172"/>
              </p:ext>
            </p:extLst>
          </p:nvPr>
        </p:nvGraphicFramePr>
        <p:xfrm>
          <a:off x="563880" y="2245095"/>
          <a:ext cx="11086247" cy="4027419"/>
        </p:xfrm>
        <a:graphic>
          <a:graphicData uri="http://schemas.openxmlformats.org/drawingml/2006/table">
            <a:tbl>
              <a:tblPr firstRow="1" bandRow="1">
                <a:tableStyleId>{5C22544A-7EE6-4342-B048-85BDC9FD1C3A}</a:tableStyleId>
              </a:tblPr>
              <a:tblGrid>
                <a:gridCol w="2407920">
                  <a:extLst>
                    <a:ext uri="{9D8B030D-6E8A-4147-A177-3AD203B41FA5}">
                      <a16:colId xmlns:a16="http://schemas.microsoft.com/office/drawing/2014/main" val="2222389598"/>
                    </a:ext>
                  </a:extLst>
                </a:gridCol>
                <a:gridCol w="1239761">
                  <a:extLst>
                    <a:ext uri="{9D8B030D-6E8A-4147-A177-3AD203B41FA5}">
                      <a16:colId xmlns:a16="http://schemas.microsoft.com/office/drawing/2014/main" val="1576396635"/>
                    </a:ext>
                  </a:extLst>
                </a:gridCol>
                <a:gridCol w="1239761">
                  <a:extLst>
                    <a:ext uri="{9D8B030D-6E8A-4147-A177-3AD203B41FA5}">
                      <a16:colId xmlns:a16="http://schemas.microsoft.com/office/drawing/2014/main" val="855143697"/>
                    </a:ext>
                  </a:extLst>
                </a:gridCol>
                <a:gridCol w="1239761">
                  <a:extLst>
                    <a:ext uri="{9D8B030D-6E8A-4147-A177-3AD203B41FA5}">
                      <a16:colId xmlns:a16="http://schemas.microsoft.com/office/drawing/2014/main" val="3842377691"/>
                    </a:ext>
                  </a:extLst>
                </a:gridCol>
                <a:gridCol w="1239761">
                  <a:extLst>
                    <a:ext uri="{9D8B030D-6E8A-4147-A177-3AD203B41FA5}">
                      <a16:colId xmlns:a16="http://schemas.microsoft.com/office/drawing/2014/main" val="2902898144"/>
                    </a:ext>
                  </a:extLst>
                </a:gridCol>
                <a:gridCol w="1239761">
                  <a:extLst>
                    <a:ext uri="{9D8B030D-6E8A-4147-A177-3AD203B41FA5}">
                      <a16:colId xmlns:a16="http://schemas.microsoft.com/office/drawing/2014/main" val="452944453"/>
                    </a:ext>
                  </a:extLst>
                </a:gridCol>
                <a:gridCol w="1239761">
                  <a:extLst>
                    <a:ext uri="{9D8B030D-6E8A-4147-A177-3AD203B41FA5}">
                      <a16:colId xmlns:a16="http://schemas.microsoft.com/office/drawing/2014/main" val="208777420"/>
                    </a:ext>
                  </a:extLst>
                </a:gridCol>
                <a:gridCol w="1239761">
                  <a:extLst>
                    <a:ext uri="{9D8B030D-6E8A-4147-A177-3AD203B41FA5}">
                      <a16:colId xmlns:a16="http://schemas.microsoft.com/office/drawing/2014/main" val="84199580"/>
                    </a:ext>
                  </a:extLst>
                </a:gridCol>
              </a:tblGrid>
              <a:tr h="250207">
                <a:tc>
                  <a:txBody>
                    <a:bodyPr/>
                    <a:lstStyle/>
                    <a:p>
                      <a:pPr algn="ctr"/>
                      <a:endParaRPr lang="en-IN" sz="1200" b="0">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tc>
                  <a:txBody>
                    <a:bodyPr/>
                    <a:lstStyle/>
                    <a:p>
                      <a:pPr algn="ctr"/>
                      <a:r>
                        <a:rPr lang="en-US" sz="1200" b="1">
                          <a:solidFill>
                            <a:schemeClr val="tx1"/>
                          </a:solidFill>
                          <a:latin typeface="Tenorite" panose="00000500000000000000" pitchFamily="2" charset="0"/>
                        </a:rPr>
                        <a:t>w4</a:t>
                      </a:r>
                      <a:endParaRPr lang="en-IN" sz="1200" b="1">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tc>
                  <a:txBody>
                    <a:bodyPr/>
                    <a:lstStyle/>
                    <a:p>
                      <a:pPr algn="ctr"/>
                      <a:r>
                        <a:rPr lang="en-US" sz="1200" b="1">
                          <a:solidFill>
                            <a:schemeClr val="tx1"/>
                          </a:solidFill>
                          <a:latin typeface="Tenorite" panose="00000500000000000000" pitchFamily="2" charset="0"/>
                        </a:rPr>
                        <a:t>w8</a:t>
                      </a:r>
                      <a:endParaRPr lang="en-IN" sz="1200" b="1">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tc>
                  <a:txBody>
                    <a:bodyPr/>
                    <a:lstStyle/>
                    <a:p>
                      <a:pPr algn="ctr"/>
                      <a:r>
                        <a:rPr lang="en-US" sz="1200" b="1">
                          <a:solidFill>
                            <a:schemeClr val="tx1"/>
                          </a:solidFill>
                          <a:latin typeface="Tenorite" panose="00000500000000000000" pitchFamily="2" charset="0"/>
                        </a:rPr>
                        <a:t>w12</a:t>
                      </a:r>
                      <a:endParaRPr lang="en-IN" sz="1200" b="1">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tc>
                  <a:txBody>
                    <a:bodyPr/>
                    <a:lstStyle/>
                    <a:p>
                      <a:pPr algn="ctr"/>
                      <a:r>
                        <a:rPr lang="en-US" sz="1200" b="1">
                          <a:solidFill>
                            <a:schemeClr val="tx1"/>
                          </a:solidFill>
                          <a:latin typeface="Tenorite" panose="00000500000000000000" pitchFamily="2" charset="0"/>
                        </a:rPr>
                        <a:t>w16</a:t>
                      </a:r>
                      <a:endParaRPr lang="en-IN" sz="1200" b="1">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tc>
                  <a:txBody>
                    <a:bodyPr/>
                    <a:lstStyle/>
                    <a:p>
                      <a:pPr algn="ctr"/>
                      <a:r>
                        <a:rPr lang="en-US" sz="1200" b="1">
                          <a:solidFill>
                            <a:schemeClr val="tx1"/>
                          </a:solidFill>
                          <a:latin typeface="Tenorite" panose="00000500000000000000" pitchFamily="2" charset="0"/>
                        </a:rPr>
                        <a:t>w20</a:t>
                      </a:r>
                      <a:endParaRPr lang="en-IN" sz="1200" b="1">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tc>
                  <a:txBody>
                    <a:bodyPr/>
                    <a:lstStyle/>
                    <a:p>
                      <a:pPr algn="ctr"/>
                      <a:r>
                        <a:rPr lang="en-US" sz="1200" b="1">
                          <a:solidFill>
                            <a:schemeClr val="tx1"/>
                          </a:solidFill>
                          <a:latin typeface="Tenorite" panose="00000500000000000000" pitchFamily="2" charset="0"/>
                        </a:rPr>
                        <a:t>w24</a:t>
                      </a:r>
                      <a:endParaRPr lang="en-IN" sz="1200" b="1">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tc>
                  <a:txBody>
                    <a:bodyPr/>
                    <a:lstStyle/>
                    <a:p>
                      <a:pPr algn="ctr"/>
                      <a:r>
                        <a:rPr lang="en-US" sz="1200" b="1">
                          <a:solidFill>
                            <a:schemeClr val="tx1"/>
                          </a:solidFill>
                          <a:latin typeface="Tenorite" panose="00000500000000000000" pitchFamily="2" charset="0"/>
                        </a:rPr>
                        <a:t>w28</a:t>
                      </a:r>
                      <a:endParaRPr lang="en-IN" sz="1200" b="1">
                        <a:solidFill>
                          <a:schemeClr val="tx1"/>
                        </a:solidFill>
                        <a:latin typeface="Tenorite" panose="00000500000000000000" pitchFamily="2" charset="0"/>
                      </a:endParaRPr>
                    </a:p>
                  </a:txBody>
                  <a:tcPr>
                    <a:lnB w="19050" cap="flat" cmpd="sng" algn="ctr">
                      <a:solidFill>
                        <a:schemeClr val="accent4"/>
                      </a:solidFill>
                      <a:prstDash val="solid"/>
                      <a:round/>
                      <a:headEnd type="none" w="med" len="med"/>
                      <a:tailEnd type="none" w="med" len="med"/>
                    </a:lnB>
                    <a:solidFill>
                      <a:schemeClr val="accent4"/>
                    </a:solidFill>
                  </a:tcPr>
                </a:tc>
                <a:extLst>
                  <a:ext uri="{0D108BD9-81ED-4DB2-BD59-A6C34878D82A}">
                    <a16:rowId xmlns:a16="http://schemas.microsoft.com/office/drawing/2014/main" val="4134204246"/>
                  </a:ext>
                </a:extLst>
              </a:tr>
              <a:tr h="417011">
                <a:tc>
                  <a:txBody>
                    <a:bodyPr/>
                    <a:lstStyle/>
                    <a:p>
                      <a:pPr algn="l"/>
                      <a:r>
                        <a:rPr lang="en-IN" sz="1200" b="1">
                          <a:solidFill>
                            <a:schemeClr val="bg1"/>
                          </a:solidFill>
                          <a:latin typeface="Tenorite" panose="00000500000000000000" pitchFamily="2" charset="0"/>
                        </a:rPr>
                        <a:t>Discovery &amp; architecture</a:t>
                      </a: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190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1999880035"/>
                  </a:ext>
                </a:extLst>
              </a:tr>
              <a:tr h="417011">
                <a:tc>
                  <a:txBody>
                    <a:bodyPr/>
                    <a:lstStyle/>
                    <a:p>
                      <a:pPr algn="l"/>
                      <a:r>
                        <a:rPr lang="en-IN" sz="1200" b="1">
                          <a:solidFill>
                            <a:schemeClr val="bg1"/>
                          </a:solidFill>
                          <a:latin typeface="Tenorite" panose="00000500000000000000" pitchFamily="2" charset="0"/>
                        </a:rPr>
                        <a:t>Foundation + reuse framework</a:t>
                      </a: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2334514719"/>
                  </a:ext>
                </a:extLst>
              </a:tr>
              <a:tr h="417011">
                <a:tc>
                  <a:txBody>
                    <a:bodyPr/>
                    <a:lstStyle/>
                    <a:p>
                      <a:pPr algn="l"/>
                      <a:r>
                        <a:rPr lang="en-IN" sz="1200" b="1">
                          <a:solidFill>
                            <a:schemeClr val="bg1"/>
                          </a:solidFill>
                          <a:latin typeface="Tenorite" panose="00000500000000000000" pitchFamily="2" charset="0"/>
                        </a:rPr>
                        <a:t>Bronze ingestion (waves)</a:t>
                      </a: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1581777352"/>
                  </a:ext>
                </a:extLst>
              </a:tr>
              <a:tr h="417011">
                <a:tc>
                  <a:txBody>
                    <a:bodyPr/>
                    <a:lstStyle/>
                    <a:p>
                      <a:pPr marL="0" algn="l" defTabSz="914400" rtl="0" eaLnBrk="1" latinLnBrk="0" hangingPunct="1"/>
                      <a:r>
                        <a:rPr lang="en-IN" sz="1200" b="1" kern="1200">
                          <a:solidFill>
                            <a:schemeClr val="bg1"/>
                          </a:solidFill>
                          <a:latin typeface="Tenorite" panose="00000500000000000000" pitchFamily="2" charset="0"/>
                          <a:ea typeface="+mn-ea"/>
                          <a:cs typeface="+mn-cs"/>
                        </a:rPr>
                        <a:t>Real-time / streaming (RTI)</a:t>
                      </a: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990060649"/>
                  </a:ext>
                </a:extLst>
              </a:tr>
              <a:tr h="417011">
                <a:tc>
                  <a:txBody>
                    <a:bodyPr/>
                    <a:lstStyle/>
                    <a:p>
                      <a:pPr algn="l"/>
                      <a:r>
                        <a:rPr lang="en-IN" sz="1200" b="1">
                          <a:solidFill>
                            <a:schemeClr val="bg1"/>
                          </a:solidFill>
                          <a:latin typeface="Tenorite" panose="00000500000000000000" pitchFamily="2" charset="0"/>
                        </a:rPr>
                        <a:t>Silver transform + DQ +MDM</a:t>
                      </a: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2106168191"/>
                  </a:ext>
                </a:extLst>
              </a:tr>
              <a:tr h="417011">
                <a:tc>
                  <a:txBody>
                    <a:bodyPr/>
                    <a:lstStyle/>
                    <a:p>
                      <a:pPr algn="l"/>
                      <a:r>
                        <a:rPr lang="en-IN" sz="1200" b="1">
                          <a:solidFill>
                            <a:schemeClr val="bg1"/>
                          </a:solidFill>
                          <a:latin typeface="Tenorite" panose="00000500000000000000" pitchFamily="2" charset="0"/>
                        </a:rPr>
                        <a:t>Gold + KPIs + Semantic</a:t>
                      </a: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935293237"/>
                  </a:ext>
                </a:extLst>
              </a:tr>
              <a:tr h="417011">
                <a:tc>
                  <a:txBody>
                    <a:bodyPr/>
                    <a:lstStyle/>
                    <a:p>
                      <a:r>
                        <a:rPr lang="en-IN" sz="1200" b="1" kern="1200">
                          <a:solidFill>
                            <a:schemeClr val="bg1"/>
                          </a:solidFill>
                          <a:latin typeface="Tenorite" panose="00000500000000000000" pitchFamily="2" charset="0"/>
                          <a:ea typeface="+mn-ea"/>
                          <a:cs typeface="+mn-cs"/>
                        </a:rPr>
                        <a:t>Govern · secure · audit · DataOps</a:t>
                      </a: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1497885430"/>
                  </a:ext>
                </a:extLst>
              </a:tr>
              <a:tr h="417011">
                <a:tc>
                  <a:txBody>
                    <a:bodyPr/>
                    <a:lstStyle/>
                    <a:p>
                      <a:r>
                        <a:rPr lang="en-IN" sz="1200" b="1" kern="1200">
                          <a:solidFill>
                            <a:schemeClr val="bg1"/>
                          </a:solidFill>
                          <a:latin typeface="Tenorite" panose="00000500000000000000" pitchFamily="2" charset="0"/>
                          <a:ea typeface="+mn-ea"/>
                          <a:cs typeface="+mn-cs"/>
                        </a:rPr>
                        <a:t>Geo roll-out (config-driven)</a:t>
                      </a: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625827137"/>
                  </a:ext>
                </a:extLst>
              </a:tr>
              <a:tr h="417011">
                <a:tc>
                  <a:txBody>
                    <a:bodyPr/>
                    <a:lstStyle/>
                    <a:p>
                      <a:r>
                        <a:rPr lang="en-IN" sz="1200" b="1" kern="1200">
                          <a:solidFill>
                            <a:schemeClr val="bg1"/>
                          </a:solidFill>
                          <a:latin typeface="Tenorite" panose="00000500000000000000" pitchFamily="2" charset="0"/>
                          <a:ea typeface="+mn-ea"/>
                          <a:cs typeface="+mn-cs"/>
                        </a:rPr>
                        <a:t>Test · UAT · cutover · </a:t>
                      </a:r>
                      <a:r>
                        <a:rPr lang="en-IN" sz="1200" b="1" kern="1200" err="1">
                          <a:solidFill>
                            <a:schemeClr val="bg1"/>
                          </a:solidFill>
                          <a:latin typeface="Tenorite" panose="00000500000000000000" pitchFamily="2" charset="0"/>
                          <a:ea typeface="+mn-ea"/>
                          <a:cs typeface="+mn-cs"/>
                        </a:rPr>
                        <a:t>hypercare</a:t>
                      </a:r>
                      <a:endParaRPr lang="en-IN" sz="1200" b="1" kern="1200">
                        <a:solidFill>
                          <a:schemeClr val="bg1"/>
                        </a:solidFill>
                        <a:latin typeface="Tenorite" panose="00000500000000000000" pitchFamily="2" charset="0"/>
                        <a:ea typeface="+mn-ea"/>
                        <a:cs typeface="+mn-cs"/>
                      </a:endParaRPr>
                    </a:p>
                  </a:txBody>
                  <a:tcPr anchor="ctr">
                    <a:lnT w="6350" cap="flat" cmpd="sng" algn="ctr">
                      <a:solidFill>
                        <a:schemeClr val="accent4"/>
                      </a:solidFill>
                      <a:prstDash val="solid"/>
                      <a:round/>
                      <a:headEnd type="none" w="med" len="med"/>
                      <a:tailEnd type="none" w="med" len="med"/>
                    </a:lnT>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noFill/>
                  </a:tcPr>
                </a:tc>
                <a:tc>
                  <a:txBody>
                    <a:bodyPr/>
                    <a:lstStyle/>
                    <a:p>
                      <a:pPr algn="l"/>
                      <a:endParaRPr lang="en-IN" sz="1200">
                        <a:solidFill>
                          <a:schemeClr val="bg1"/>
                        </a:solidFill>
                        <a:latin typeface="Tenorite" panose="00000500000000000000" pitchFamily="2" charset="0"/>
                      </a:endParaRPr>
                    </a:p>
                  </a:txBody>
                  <a:tcPr anchor="ctr">
                    <a:lnT w="6350" cap="flat" cmpd="sng" algn="ctr">
                      <a:solidFill>
                        <a:schemeClr val="accent4"/>
                      </a:solidFill>
                      <a:prstDash val="solid"/>
                      <a:round/>
                      <a:headEnd type="none" w="med" len="med"/>
                      <a:tailEnd type="none" w="med" len="med"/>
                    </a:lnT>
                    <a:noFill/>
                  </a:tcPr>
                </a:tc>
                <a:extLst>
                  <a:ext uri="{0D108BD9-81ED-4DB2-BD59-A6C34878D82A}">
                    <a16:rowId xmlns:a16="http://schemas.microsoft.com/office/drawing/2014/main" val="1137959276"/>
                  </a:ext>
                </a:extLst>
              </a:tr>
            </a:tbl>
          </a:graphicData>
        </a:graphic>
      </p:graphicFrame>
      <p:sp>
        <p:nvSpPr>
          <p:cNvPr id="22" name="Rectangle: Rounded Corners 21">
            <a:extLst>
              <a:ext uri="{FF2B5EF4-FFF2-40B4-BE49-F238E27FC236}">
                <a16:creationId xmlns:a16="http://schemas.microsoft.com/office/drawing/2014/main" id="{000A8349-85E8-39C4-4502-4FAE8981E087}"/>
              </a:ext>
            </a:extLst>
          </p:cNvPr>
          <p:cNvSpPr/>
          <p:nvPr/>
        </p:nvSpPr>
        <p:spPr>
          <a:xfrm>
            <a:off x="2960774" y="2570928"/>
            <a:ext cx="1270866" cy="327111"/>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a:solidFill>
                  <a:schemeClr val="bg1"/>
                </a:solidFill>
                <a:latin typeface="Tenorite" panose="00000500000000000000" pitchFamily="2" charset="0"/>
              </a:rPr>
              <a:t>Discover + design</a:t>
            </a:r>
            <a:endParaRPr lang="en-IN" sz="1200">
              <a:solidFill>
                <a:schemeClr val="bg1"/>
              </a:solidFill>
              <a:latin typeface="Tenorite" panose="00000500000000000000" pitchFamily="2" charset="0"/>
            </a:endParaRPr>
          </a:p>
        </p:txBody>
      </p:sp>
      <p:sp>
        <p:nvSpPr>
          <p:cNvPr id="23" name="Rectangle: Rounded Corners 22">
            <a:extLst>
              <a:ext uri="{FF2B5EF4-FFF2-40B4-BE49-F238E27FC236}">
                <a16:creationId xmlns:a16="http://schemas.microsoft.com/office/drawing/2014/main" id="{27C1A078-12A6-4BC1-1A30-EB281C026144}"/>
              </a:ext>
            </a:extLst>
          </p:cNvPr>
          <p:cNvSpPr/>
          <p:nvPr/>
        </p:nvSpPr>
        <p:spPr>
          <a:xfrm>
            <a:off x="6699250" y="3820749"/>
            <a:ext cx="3228741" cy="327111"/>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err="1">
                <a:solidFill>
                  <a:schemeClr val="tx1"/>
                </a:solidFill>
                <a:latin typeface="Tenorite" panose="00000500000000000000" pitchFamily="2" charset="0"/>
              </a:rPr>
              <a:t>Eventstream</a:t>
            </a:r>
            <a:r>
              <a:rPr lang="en-IN" sz="1200">
                <a:solidFill>
                  <a:schemeClr val="tx1"/>
                </a:solidFill>
                <a:latin typeface="Tenorite" panose="00000500000000000000" pitchFamily="2" charset="0"/>
              </a:rPr>
              <a:t> · </a:t>
            </a:r>
            <a:r>
              <a:rPr lang="en-IN" sz="1200" err="1">
                <a:solidFill>
                  <a:schemeClr val="tx1"/>
                </a:solidFill>
                <a:latin typeface="Tenorite" panose="00000500000000000000" pitchFamily="2" charset="0"/>
              </a:rPr>
              <a:t>Eventhouse</a:t>
            </a:r>
            <a:endParaRPr lang="en-IN" sz="1200">
              <a:solidFill>
                <a:schemeClr val="tx1"/>
              </a:solidFill>
              <a:latin typeface="Tenorite" panose="00000500000000000000" pitchFamily="2" charset="0"/>
            </a:endParaRPr>
          </a:p>
        </p:txBody>
      </p:sp>
      <p:sp>
        <p:nvSpPr>
          <p:cNvPr id="24" name="Rectangle: Rounded Corners 23">
            <a:extLst>
              <a:ext uri="{FF2B5EF4-FFF2-40B4-BE49-F238E27FC236}">
                <a16:creationId xmlns:a16="http://schemas.microsoft.com/office/drawing/2014/main" id="{A89781DE-F044-34F7-5094-EBD849930467}"/>
              </a:ext>
            </a:extLst>
          </p:cNvPr>
          <p:cNvSpPr/>
          <p:nvPr/>
        </p:nvSpPr>
        <p:spPr>
          <a:xfrm>
            <a:off x="6096000" y="4237356"/>
            <a:ext cx="4284980" cy="327111"/>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bg1"/>
                </a:solidFill>
                <a:latin typeface="Tenorite" panose="00000500000000000000" pitchFamily="2" charset="0"/>
              </a:rPr>
              <a:t>Sliver waves</a:t>
            </a:r>
          </a:p>
        </p:txBody>
      </p:sp>
      <p:sp>
        <p:nvSpPr>
          <p:cNvPr id="25" name="Rectangle: Rounded Corners 24">
            <a:extLst>
              <a:ext uri="{FF2B5EF4-FFF2-40B4-BE49-F238E27FC236}">
                <a16:creationId xmlns:a16="http://schemas.microsoft.com/office/drawing/2014/main" id="{704A3F83-A2BA-7D12-7205-E08ED5153A07}"/>
              </a:ext>
            </a:extLst>
          </p:cNvPr>
          <p:cNvSpPr/>
          <p:nvPr/>
        </p:nvSpPr>
        <p:spPr>
          <a:xfrm>
            <a:off x="7981950" y="4653963"/>
            <a:ext cx="3098800" cy="327111"/>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latin typeface="Tenorite" panose="00000500000000000000" pitchFamily="2" charset="0"/>
              </a:rPr>
              <a:t>Gold + models</a:t>
            </a:r>
            <a:endParaRPr lang="en-IN" sz="1200">
              <a:solidFill>
                <a:schemeClr val="bg1"/>
              </a:solidFill>
              <a:latin typeface="Tenorite" panose="00000500000000000000" pitchFamily="2" charset="0"/>
            </a:endParaRPr>
          </a:p>
        </p:txBody>
      </p:sp>
      <p:sp>
        <p:nvSpPr>
          <p:cNvPr id="27" name="Rectangle: Rounded Corners 26">
            <a:extLst>
              <a:ext uri="{FF2B5EF4-FFF2-40B4-BE49-F238E27FC236}">
                <a16:creationId xmlns:a16="http://schemas.microsoft.com/office/drawing/2014/main" id="{93A55669-0CF0-C289-DA95-79E8BACE9D2E}"/>
              </a:ext>
            </a:extLst>
          </p:cNvPr>
          <p:cNvSpPr/>
          <p:nvPr/>
        </p:nvSpPr>
        <p:spPr>
          <a:xfrm>
            <a:off x="8331200" y="5487177"/>
            <a:ext cx="2749550" cy="327111"/>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Tenorite" panose="00000500000000000000" pitchFamily="2" charset="0"/>
              </a:rPr>
              <a:t>Geo 2..N onboarding</a:t>
            </a:r>
          </a:p>
        </p:txBody>
      </p:sp>
      <p:sp>
        <p:nvSpPr>
          <p:cNvPr id="28" name="Rectangle: Rounded Corners 27">
            <a:extLst>
              <a:ext uri="{FF2B5EF4-FFF2-40B4-BE49-F238E27FC236}">
                <a16:creationId xmlns:a16="http://schemas.microsoft.com/office/drawing/2014/main" id="{8647CF22-00DB-F267-2BD2-E7C7B08DE13F}"/>
              </a:ext>
            </a:extLst>
          </p:cNvPr>
          <p:cNvSpPr/>
          <p:nvPr/>
        </p:nvSpPr>
        <p:spPr>
          <a:xfrm>
            <a:off x="9927990" y="5903784"/>
            <a:ext cx="1722139" cy="327111"/>
          </a:xfrm>
          <a:prstGeom prst="round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latin typeface="Tenorite" panose="00000500000000000000" pitchFamily="2" charset="0"/>
              </a:rPr>
              <a:t>UAT + </a:t>
            </a:r>
            <a:r>
              <a:rPr lang="en-US" sz="1200" err="1">
                <a:solidFill>
                  <a:schemeClr val="tx1"/>
                </a:solidFill>
                <a:latin typeface="Tenorite" panose="00000500000000000000" pitchFamily="2" charset="0"/>
              </a:rPr>
              <a:t>hypercare</a:t>
            </a:r>
            <a:endParaRPr lang="en-IN" sz="1200">
              <a:solidFill>
                <a:schemeClr val="tx1"/>
              </a:solidFill>
              <a:latin typeface="Tenorite" panose="00000500000000000000" pitchFamily="2" charset="0"/>
            </a:endParaRPr>
          </a:p>
        </p:txBody>
      </p:sp>
      <p:sp>
        <p:nvSpPr>
          <p:cNvPr id="6" name="Rectangle: Rounded Corners 5">
            <a:extLst>
              <a:ext uri="{FF2B5EF4-FFF2-40B4-BE49-F238E27FC236}">
                <a16:creationId xmlns:a16="http://schemas.microsoft.com/office/drawing/2014/main" id="{E05B13B0-BF69-78CF-E326-AA937C5EFBEA}"/>
              </a:ext>
            </a:extLst>
          </p:cNvPr>
          <p:cNvSpPr/>
          <p:nvPr/>
        </p:nvSpPr>
        <p:spPr>
          <a:xfrm>
            <a:off x="4231640" y="3404142"/>
            <a:ext cx="4099560" cy="327111"/>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Tenorite" panose="00000500000000000000" pitchFamily="2" charset="0"/>
              </a:rPr>
              <a:t>Bronze waves</a:t>
            </a:r>
          </a:p>
        </p:txBody>
      </p:sp>
      <p:sp>
        <p:nvSpPr>
          <p:cNvPr id="7" name="Rectangle: Rounded Corners 6">
            <a:extLst>
              <a:ext uri="{FF2B5EF4-FFF2-40B4-BE49-F238E27FC236}">
                <a16:creationId xmlns:a16="http://schemas.microsoft.com/office/drawing/2014/main" id="{9CFB21CD-4FF5-F216-EF28-BEE158A2ED95}"/>
              </a:ext>
            </a:extLst>
          </p:cNvPr>
          <p:cNvSpPr/>
          <p:nvPr/>
        </p:nvSpPr>
        <p:spPr>
          <a:xfrm>
            <a:off x="3479800" y="2987535"/>
            <a:ext cx="2616200" cy="327111"/>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Tenorite" panose="00000500000000000000" pitchFamily="2" charset="0"/>
              </a:rPr>
              <a:t>Platform · metadata framework</a:t>
            </a:r>
          </a:p>
        </p:txBody>
      </p:sp>
      <p:sp>
        <p:nvSpPr>
          <p:cNvPr id="15" name="Rectangle: Rounded Corners 14">
            <a:extLst>
              <a:ext uri="{FF2B5EF4-FFF2-40B4-BE49-F238E27FC236}">
                <a16:creationId xmlns:a16="http://schemas.microsoft.com/office/drawing/2014/main" id="{9826CDE9-90B3-35EA-514C-29FEC745EB31}"/>
              </a:ext>
            </a:extLst>
          </p:cNvPr>
          <p:cNvSpPr/>
          <p:nvPr/>
        </p:nvSpPr>
        <p:spPr>
          <a:xfrm>
            <a:off x="3865880" y="5070570"/>
            <a:ext cx="7625080" cy="327111"/>
          </a:xfrm>
          <a:prstGeom prst="round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latin typeface="Tenorite" panose="00000500000000000000" pitchFamily="2" charset="0"/>
              </a:rPr>
              <a:t>Continuous</a:t>
            </a:r>
            <a:endParaRPr lang="en-IN" sz="1200">
              <a:solidFill>
                <a:schemeClr val="tx1"/>
              </a:solidFill>
              <a:latin typeface="Tenorite" panose="00000500000000000000" pitchFamily="2" charset="0"/>
            </a:endParaRPr>
          </a:p>
        </p:txBody>
      </p:sp>
      <p:sp>
        <p:nvSpPr>
          <p:cNvPr id="17" name="Slide Number Placeholder 5">
            <a:extLst>
              <a:ext uri="{FF2B5EF4-FFF2-40B4-BE49-F238E27FC236}">
                <a16:creationId xmlns:a16="http://schemas.microsoft.com/office/drawing/2014/main" id="{1F3344BF-E6D1-7ABB-CD4B-72859FD76190}"/>
              </a:ext>
            </a:extLst>
          </p:cNvPr>
          <p:cNvSpPr>
            <a:spLocks noGrp="1"/>
          </p:cNvSpPr>
          <p:nvPr>
            <p:ph type="sldNum" sz="quarter" idx="4"/>
          </p:nvPr>
        </p:nvSpPr>
        <p:spPr>
          <a:xfrm>
            <a:off x="9067800" y="6538580"/>
            <a:ext cx="2743200" cy="174958"/>
          </a:xfrm>
          <a:prstGeom prst="rect">
            <a:avLst/>
          </a:prstGeom>
        </p:spPr>
        <p:txBody>
          <a:bodyPr vert="horz" lIns="91440" tIns="45720" rIns="0" bIns="45720" rtlCol="0" anchor="ctr"/>
          <a:lstStyle>
            <a:lvl1pPr algn="r">
              <a:defRPr sz="700" b="0" i="0">
                <a:solidFill>
                  <a:schemeClr val="accent4"/>
                </a:solidFill>
                <a:latin typeface="Tenorite" panose="00000500000000000000" pitchFamily="2" charset="0"/>
              </a:defRPr>
            </a:lvl1pPr>
          </a:lstStyle>
          <a:p>
            <a:fld id="{330EA680-D336-4FF7-8B7A-9848BB0A1C32}" type="slidenum">
              <a:rPr lang="en-US" smtClean="0"/>
              <a:pPr/>
              <a:t>16</a:t>
            </a:fld>
            <a:endParaRPr lang="en-US"/>
          </a:p>
        </p:txBody>
      </p:sp>
      <p:sp>
        <p:nvSpPr>
          <p:cNvPr id="18" name="Date Placeholder 3">
            <a:extLst>
              <a:ext uri="{FF2B5EF4-FFF2-40B4-BE49-F238E27FC236}">
                <a16:creationId xmlns:a16="http://schemas.microsoft.com/office/drawing/2014/main" id="{DEA55555-7737-ACF3-7160-CAD5C5973707}"/>
              </a:ext>
            </a:extLst>
          </p:cNvPr>
          <p:cNvSpPr>
            <a:spLocks noGrp="1"/>
          </p:cNvSpPr>
          <p:nvPr>
            <p:ph type="dt" sz="half" idx="2"/>
          </p:nvPr>
        </p:nvSpPr>
        <p:spPr>
          <a:xfrm>
            <a:off x="930274" y="6538580"/>
            <a:ext cx="2670175" cy="174958"/>
          </a:xfrm>
          <a:prstGeom prst="rect">
            <a:avLst/>
          </a:prstGeom>
        </p:spPr>
        <p:txBody>
          <a:bodyPr vert="horz" lIns="0" tIns="45720" rIns="91440" bIns="45720" rtlCol="0" anchor="ctr"/>
          <a:lstStyle>
            <a:lvl1pPr algn="l">
              <a:defRPr sz="700" b="0" i="0">
                <a:solidFill>
                  <a:schemeClr val="accent4"/>
                </a:solidFill>
                <a:latin typeface="Tenorite" panose="00000500000000000000" pitchFamily="2" charset="0"/>
              </a:defRPr>
            </a:lvl1pPr>
          </a:lstStyle>
          <a:p>
            <a:r>
              <a:rPr lang="en-US"/>
              <a:t>© SYREN CLOUD INC – 2026 – ALL RIGHTS RESERVED</a:t>
            </a:r>
            <a:endParaRPr lang="en-US" sz="700"/>
          </a:p>
        </p:txBody>
      </p:sp>
    </p:spTree>
    <p:extLst>
      <p:ext uri="{BB962C8B-B14F-4D97-AF65-F5344CB8AC3E}">
        <p14:creationId xmlns:p14="http://schemas.microsoft.com/office/powerpoint/2010/main" val="26030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EBA12D8-3E5A-F748-4104-0B79F3162269}"/>
            </a:ext>
          </a:extLst>
        </p:cNvPr>
        <p:cNvGrpSpPr/>
        <p:nvPr/>
      </p:nvGrpSpPr>
      <p:grpSpPr>
        <a:xfrm>
          <a:off x="0" y="0"/>
          <a:ext cx="0" cy="0"/>
          <a:chOff x="0" y="0"/>
          <a:chExt cx="0" cy="0"/>
        </a:xfrm>
      </p:grpSpPr>
      <p:sp>
        <p:nvSpPr>
          <p:cNvPr id="25" name="Rectangle: Top Corners Rounded 24">
            <a:extLst>
              <a:ext uri="{FF2B5EF4-FFF2-40B4-BE49-F238E27FC236}">
                <a16:creationId xmlns:a16="http://schemas.microsoft.com/office/drawing/2014/main" id="{ED8906FD-AAF9-23FA-BF03-C0DD97DB728A}"/>
              </a:ext>
            </a:extLst>
          </p:cNvPr>
          <p:cNvSpPr/>
          <p:nvPr/>
        </p:nvSpPr>
        <p:spPr>
          <a:xfrm rot="10800000">
            <a:off x="380999" y="1697055"/>
            <a:ext cx="11430000" cy="4174353"/>
          </a:xfrm>
          <a:prstGeom prst="round2SameRect">
            <a:avLst>
              <a:gd name="adj1" fmla="val 4734"/>
              <a:gd name="adj2" fmla="val 6099"/>
            </a:avLst>
          </a:prstGeom>
          <a:solidFill>
            <a:schemeClr val="tx1"/>
          </a:solidFill>
          <a:ln>
            <a:noFill/>
          </a:ln>
          <a:effectLst>
            <a:outerShdw blurRad="190500" dist="381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108595FF-91D4-2A20-178A-93D1274687BD}"/>
              </a:ext>
            </a:extLst>
          </p:cNvPr>
          <p:cNvSpPr>
            <a:spLocks noGrp="1"/>
          </p:cNvSpPr>
          <p:nvPr>
            <p:ph type="title"/>
          </p:nvPr>
        </p:nvSpPr>
        <p:spPr>
          <a:xfrm>
            <a:off x="381000" y="317499"/>
            <a:ext cx="9168442" cy="498598"/>
          </a:xfrm>
        </p:spPr>
        <p:txBody>
          <a:bodyPr/>
          <a:lstStyle/>
          <a:p>
            <a:r>
              <a:rPr lang="en-US"/>
              <a:t>Dev → Test → Prod, under version control</a:t>
            </a:r>
            <a:endParaRPr lang="en-IN"/>
          </a:p>
        </p:txBody>
      </p:sp>
      <p:sp>
        <p:nvSpPr>
          <p:cNvPr id="6" name="Rectangle: Top Corners Rounded 5">
            <a:extLst>
              <a:ext uri="{FF2B5EF4-FFF2-40B4-BE49-F238E27FC236}">
                <a16:creationId xmlns:a16="http://schemas.microsoft.com/office/drawing/2014/main" id="{612A2CF9-AE68-F20F-1261-737C55A7137E}"/>
              </a:ext>
            </a:extLst>
          </p:cNvPr>
          <p:cNvSpPr/>
          <p:nvPr/>
        </p:nvSpPr>
        <p:spPr>
          <a:xfrm rot="10800000">
            <a:off x="381843" y="-4"/>
            <a:ext cx="1546823" cy="250825"/>
          </a:xfrm>
          <a:prstGeom prst="round2SameRect">
            <a:avLst>
              <a:gd name="adj1" fmla="val 37553"/>
              <a:gd name="adj2"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C6D8FC1C-1B6D-56F5-D50B-0096E16F2B86}"/>
              </a:ext>
            </a:extLst>
          </p:cNvPr>
          <p:cNvSpPr txBox="1"/>
          <p:nvPr/>
        </p:nvSpPr>
        <p:spPr>
          <a:xfrm>
            <a:off x="380999" y="17690"/>
            <a:ext cx="1647533" cy="215444"/>
          </a:xfrm>
          <a:prstGeom prst="rect">
            <a:avLst/>
          </a:prstGeom>
          <a:noFill/>
        </p:spPr>
        <p:txBody>
          <a:bodyPr wrap="square">
            <a:spAutoFit/>
          </a:bodyPr>
          <a:lstStyle/>
          <a:p>
            <a:r>
              <a:rPr lang="en-US" sz="800" b="1" i="0">
                <a:solidFill>
                  <a:schemeClr val="tx2"/>
                </a:solidFill>
                <a:effectLst/>
                <a:latin typeface="Tenorite" panose="00000500000000000000" pitchFamily="2" charset="0"/>
              </a:rPr>
              <a:t>06B — Environment Promotion</a:t>
            </a:r>
          </a:p>
        </p:txBody>
      </p:sp>
      <p:sp>
        <p:nvSpPr>
          <p:cNvPr id="12" name="TextBox 11">
            <a:extLst>
              <a:ext uri="{FF2B5EF4-FFF2-40B4-BE49-F238E27FC236}">
                <a16:creationId xmlns:a16="http://schemas.microsoft.com/office/drawing/2014/main" id="{73141CD8-2EED-04C8-8F26-FD0C39CA431E}"/>
              </a:ext>
            </a:extLst>
          </p:cNvPr>
          <p:cNvSpPr txBox="1"/>
          <p:nvPr/>
        </p:nvSpPr>
        <p:spPr>
          <a:xfrm>
            <a:off x="400050" y="1041133"/>
            <a:ext cx="11430000" cy="430887"/>
          </a:xfrm>
          <a:prstGeom prst="rect">
            <a:avLst/>
          </a:prstGeom>
          <a:noFill/>
        </p:spPr>
        <p:txBody>
          <a:bodyPr wrap="square" lIns="0" tIns="0" rIns="0" bIns="0">
            <a:spAutoFit/>
          </a:bodyPr>
          <a:lstStyle/>
          <a:p>
            <a:pPr marL="0" marR="0" indent="0">
              <a:buNone/>
            </a:pPr>
            <a:r>
              <a:rPr lang="en-US" sz="1400" b="1" i="0">
                <a:solidFill>
                  <a:schemeClr val="bg1"/>
                </a:solidFill>
                <a:effectLst/>
                <a:latin typeface="Tenorite" panose="00000500000000000000" pitchFamily="2" charset="0"/>
              </a:rPr>
              <a:t>Every artefact — pipelines, notebooks, </a:t>
            </a:r>
            <a:r>
              <a:rPr lang="en-US" sz="1400" b="1" i="0" err="1">
                <a:solidFill>
                  <a:schemeClr val="bg1"/>
                </a:solidFill>
                <a:effectLst/>
                <a:latin typeface="Tenorite" panose="00000500000000000000" pitchFamily="2" charset="0"/>
              </a:rPr>
              <a:t>lakehouses</a:t>
            </a:r>
            <a:r>
              <a:rPr lang="en-US" sz="1400" b="1" i="0">
                <a:solidFill>
                  <a:schemeClr val="bg1"/>
                </a:solidFill>
                <a:effectLst/>
                <a:latin typeface="Tenorite" panose="00000500000000000000" pitchFamily="2" charset="0"/>
              </a:rPr>
              <a:t>, semantic models, reports — is versioned in Git and promoted through deployment pipelines. Environment differences are held in Variable Libraries and Key Vault, never hard-coded.</a:t>
            </a:r>
          </a:p>
        </p:txBody>
      </p:sp>
      <p:sp>
        <p:nvSpPr>
          <p:cNvPr id="7" name="TextBox 6">
            <a:extLst>
              <a:ext uri="{FF2B5EF4-FFF2-40B4-BE49-F238E27FC236}">
                <a16:creationId xmlns:a16="http://schemas.microsoft.com/office/drawing/2014/main" id="{5BF8A27C-F5DA-0A22-499B-D96A24879058}"/>
              </a:ext>
            </a:extLst>
          </p:cNvPr>
          <p:cNvSpPr txBox="1"/>
          <p:nvPr/>
        </p:nvSpPr>
        <p:spPr>
          <a:xfrm>
            <a:off x="592426" y="1888483"/>
            <a:ext cx="5238358" cy="338554"/>
          </a:xfrm>
          <a:prstGeom prst="rect">
            <a:avLst/>
          </a:prstGeom>
          <a:noFill/>
        </p:spPr>
        <p:txBody>
          <a:bodyPr wrap="square">
            <a:spAutoFit/>
          </a:bodyPr>
          <a:lstStyle/>
          <a:p>
            <a:r>
              <a:rPr lang="en-US" sz="1600" b="1" i="0">
                <a:solidFill>
                  <a:schemeClr val="tx2"/>
                </a:solidFill>
                <a:effectLst/>
                <a:latin typeface="Tenorite" panose="00000500000000000000" pitchFamily="2" charset="0"/>
              </a:rPr>
              <a:t>Deployment Pipeline · fabric-</a:t>
            </a:r>
            <a:r>
              <a:rPr lang="en-US" sz="1600" b="1" i="0" err="1">
                <a:solidFill>
                  <a:schemeClr val="tx2"/>
                </a:solidFill>
                <a:effectLst/>
                <a:latin typeface="Tenorite" panose="00000500000000000000" pitchFamily="2" charset="0"/>
              </a:rPr>
              <a:t>cicd</a:t>
            </a:r>
            <a:r>
              <a:rPr lang="en-US" sz="1600" b="1" i="0">
                <a:solidFill>
                  <a:schemeClr val="tx2"/>
                </a:solidFill>
                <a:effectLst/>
                <a:latin typeface="Tenorite" panose="00000500000000000000" pitchFamily="2" charset="0"/>
              </a:rPr>
              <a:t> · Fabric REST APIs</a:t>
            </a:r>
            <a:endParaRPr lang="en-US" sz="4400" b="1">
              <a:solidFill>
                <a:schemeClr val="tx2"/>
              </a:solidFill>
              <a:latin typeface="Tenorite" panose="00000500000000000000" pitchFamily="2" charset="0"/>
            </a:endParaRPr>
          </a:p>
        </p:txBody>
      </p:sp>
      <p:sp>
        <p:nvSpPr>
          <p:cNvPr id="9" name="TextBox 8">
            <a:extLst>
              <a:ext uri="{FF2B5EF4-FFF2-40B4-BE49-F238E27FC236}">
                <a16:creationId xmlns:a16="http://schemas.microsoft.com/office/drawing/2014/main" id="{01179C2A-6D13-4804-D3D6-03B8B8F8F567}"/>
              </a:ext>
            </a:extLst>
          </p:cNvPr>
          <p:cNvSpPr txBox="1"/>
          <p:nvPr/>
        </p:nvSpPr>
        <p:spPr>
          <a:xfrm>
            <a:off x="731047" y="5357054"/>
            <a:ext cx="10768006" cy="261610"/>
          </a:xfrm>
          <a:prstGeom prst="rect">
            <a:avLst/>
          </a:prstGeom>
          <a:noFill/>
        </p:spPr>
        <p:txBody>
          <a:bodyPr wrap="square">
            <a:spAutoFit/>
          </a:bodyPr>
          <a:lstStyle/>
          <a:p>
            <a:pPr algn="ctr"/>
            <a:r>
              <a:rPr lang="en-US" sz="1100" b="1">
                <a:solidFill>
                  <a:srgbClr val="0C2438"/>
                </a:solidFill>
                <a:latin typeface="Tenorite" panose="00000500000000000000" pitchFamily="2" charset="0"/>
              </a:rPr>
              <a:t>Fig 4. </a:t>
            </a:r>
            <a:r>
              <a:rPr lang="en-US" sz="1100">
                <a:solidFill>
                  <a:srgbClr val="0C2438"/>
                </a:solidFill>
                <a:latin typeface="Tenorite" panose="00000500000000000000" pitchFamily="2" charset="0"/>
              </a:rPr>
              <a:t>Environment promotion. Approval gates protect </a:t>
            </a:r>
            <a:r>
              <a:rPr lang="en-US" sz="1100" err="1">
                <a:solidFill>
                  <a:srgbClr val="0C2438"/>
                </a:solidFill>
                <a:latin typeface="Tenorite" panose="00000500000000000000" pitchFamily="2" charset="0"/>
              </a:rPr>
              <a:t>Test→Prod</a:t>
            </a:r>
            <a:r>
              <a:rPr lang="en-US" sz="1100">
                <a:solidFill>
                  <a:srgbClr val="0C2438"/>
                </a:solidFill>
                <a:latin typeface="Tenorite" panose="00000500000000000000" pitchFamily="2" charset="0"/>
              </a:rPr>
              <a:t>; Variable Libraries keep the code path identical while values change per stage.</a:t>
            </a:r>
          </a:p>
        </p:txBody>
      </p:sp>
      <p:sp>
        <p:nvSpPr>
          <p:cNvPr id="13" name="Rectangle: Rounded Corners 12">
            <a:extLst>
              <a:ext uri="{FF2B5EF4-FFF2-40B4-BE49-F238E27FC236}">
                <a16:creationId xmlns:a16="http://schemas.microsoft.com/office/drawing/2014/main" id="{12F4CA07-D09B-01A3-839C-8F63CA08EB0A}"/>
              </a:ext>
            </a:extLst>
          </p:cNvPr>
          <p:cNvSpPr/>
          <p:nvPr/>
        </p:nvSpPr>
        <p:spPr>
          <a:xfrm>
            <a:off x="727062" y="2769311"/>
            <a:ext cx="1836433" cy="1202594"/>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latin typeface="Tenorite" panose="00000500000000000000" pitchFamily="2" charset="0"/>
                <a:cs typeface="Poppins" panose="00000500000000000000" pitchFamily="2" charset="0"/>
              </a:rPr>
              <a:t>Git repo</a:t>
            </a:r>
            <a:br>
              <a:rPr lang="en-US" sz="1400">
                <a:latin typeface="Tenorite" panose="00000500000000000000" pitchFamily="2" charset="0"/>
                <a:cs typeface="Poppins" panose="00000500000000000000" pitchFamily="2" charset="0"/>
              </a:rPr>
            </a:br>
            <a:endParaRPr lang="en-US" sz="1400">
              <a:latin typeface="Tenorite" panose="00000500000000000000" pitchFamily="2" charset="0"/>
              <a:cs typeface="Poppins" panose="00000500000000000000" pitchFamily="2" charset="0"/>
            </a:endParaRPr>
          </a:p>
          <a:p>
            <a:r>
              <a:rPr lang="en-US" sz="1050">
                <a:latin typeface="Tenorite" panose="00000500000000000000" pitchFamily="2" charset="0"/>
                <a:cs typeface="Poppins" panose="00000500000000000000" pitchFamily="2" charset="0"/>
              </a:rPr>
              <a:t>Azure DevOps / GitHub</a:t>
            </a:r>
          </a:p>
          <a:p>
            <a:r>
              <a:rPr lang="en-US" sz="1050">
                <a:latin typeface="Tenorite" panose="00000500000000000000" pitchFamily="2" charset="0"/>
                <a:cs typeface="Poppins" panose="00000500000000000000" pitchFamily="2" charset="0"/>
              </a:rPr>
              <a:t>branch per workspace</a:t>
            </a:r>
          </a:p>
        </p:txBody>
      </p:sp>
      <p:sp>
        <p:nvSpPr>
          <p:cNvPr id="16" name="Rectangle: Rounded Corners 15">
            <a:extLst>
              <a:ext uri="{FF2B5EF4-FFF2-40B4-BE49-F238E27FC236}">
                <a16:creationId xmlns:a16="http://schemas.microsoft.com/office/drawing/2014/main" id="{A6F1DDF5-E73F-26F6-416F-7D5040EA8945}"/>
              </a:ext>
            </a:extLst>
          </p:cNvPr>
          <p:cNvSpPr/>
          <p:nvPr/>
        </p:nvSpPr>
        <p:spPr>
          <a:xfrm>
            <a:off x="3026956" y="2769311"/>
            <a:ext cx="1836433" cy="1202594"/>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latin typeface="Tenorite" panose="00000500000000000000" pitchFamily="2" charset="0"/>
                <a:cs typeface="Poppins" panose="00000500000000000000" pitchFamily="2" charset="0"/>
              </a:rPr>
              <a:t>Dev</a:t>
            </a:r>
            <a:br>
              <a:rPr lang="en-US" sz="1400">
                <a:latin typeface="Tenorite" panose="00000500000000000000" pitchFamily="2" charset="0"/>
                <a:cs typeface="Poppins" panose="00000500000000000000" pitchFamily="2" charset="0"/>
              </a:rPr>
            </a:br>
            <a:endParaRPr lang="en-US" sz="1400">
              <a:latin typeface="Tenorite" panose="00000500000000000000" pitchFamily="2" charset="0"/>
              <a:cs typeface="Poppins" panose="00000500000000000000" pitchFamily="2" charset="0"/>
            </a:endParaRPr>
          </a:p>
          <a:p>
            <a:r>
              <a:rPr lang="en-US" sz="1050">
                <a:latin typeface="Tenorite" panose="00000500000000000000" pitchFamily="2" charset="0"/>
                <a:cs typeface="Poppins" panose="00000500000000000000" pitchFamily="2" charset="0"/>
              </a:rPr>
              <a:t>build &amp; unit test</a:t>
            </a:r>
          </a:p>
          <a:p>
            <a:r>
              <a:rPr lang="en-US" sz="1050">
                <a:latin typeface="Tenorite" panose="00000500000000000000" pitchFamily="2" charset="0"/>
                <a:cs typeface="Poppins" panose="00000500000000000000" pitchFamily="2" charset="0"/>
              </a:rPr>
              <a:t>feature branches</a:t>
            </a:r>
          </a:p>
        </p:txBody>
      </p:sp>
      <p:sp>
        <p:nvSpPr>
          <p:cNvPr id="18" name="Rectangle: Rounded Corners 17">
            <a:extLst>
              <a:ext uri="{FF2B5EF4-FFF2-40B4-BE49-F238E27FC236}">
                <a16:creationId xmlns:a16="http://schemas.microsoft.com/office/drawing/2014/main" id="{753EA707-887E-AF85-1BBD-B45D6A1116DF}"/>
              </a:ext>
            </a:extLst>
          </p:cNvPr>
          <p:cNvSpPr/>
          <p:nvPr/>
        </p:nvSpPr>
        <p:spPr>
          <a:xfrm>
            <a:off x="5326850" y="2769311"/>
            <a:ext cx="1836433" cy="1202594"/>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chemeClr val="bg1"/>
                </a:solidFill>
                <a:latin typeface="Tenorite" panose="00000500000000000000" pitchFamily="2" charset="0"/>
                <a:cs typeface="Poppins" panose="00000500000000000000" pitchFamily="2" charset="0"/>
              </a:rPr>
              <a:t>Test</a:t>
            </a:r>
            <a:br>
              <a:rPr lang="en-US" sz="1400">
                <a:solidFill>
                  <a:schemeClr val="bg1"/>
                </a:solidFill>
                <a:latin typeface="Tenorite" panose="00000500000000000000" pitchFamily="2" charset="0"/>
                <a:cs typeface="Poppins" panose="00000500000000000000" pitchFamily="2" charset="0"/>
              </a:rPr>
            </a:br>
            <a:endParaRPr lang="en-US" sz="1400">
              <a:solidFill>
                <a:schemeClr val="bg1"/>
              </a:solidFill>
              <a:latin typeface="Tenorite" panose="00000500000000000000" pitchFamily="2" charset="0"/>
              <a:cs typeface="Poppins" panose="00000500000000000000" pitchFamily="2" charset="0"/>
            </a:endParaRPr>
          </a:p>
          <a:p>
            <a:r>
              <a:rPr lang="en-US" sz="1050">
                <a:solidFill>
                  <a:schemeClr val="bg1"/>
                </a:solidFill>
                <a:latin typeface="Tenorite" panose="00000500000000000000" pitchFamily="2" charset="0"/>
                <a:cs typeface="Poppins" panose="00000500000000000000" pitchFamily="2" charset="0"/>
              </a:rPr>
              <a:t>integration + DQ</a:t>
            </a:r>
          </a:p>
          <a:p>
            <a:r>
              <a:rPr lang="en-US" sz="1050">
                <a:solidFill>
                  <a:schemeClr val="bg1"/>
                </a:solidFill>
                <a:latin typeface="Tenorite" panose="00000500000000000000" pitchFamily="2" charset="0"/>
                <a:cs typeface="Poppins" panose="00000500000000000000" pitchFamily="2" charset="0"/>
              </a:rPr>
              <a:t>UAT sign-off gate</a:t>
            </a:r>
          </a:p>
        </p:txBody>
      </p:sp>
      <p:sp>
        <p:nvSpPr>
          <p:cNvPr id="21" name="Rectangle: Rounded Corners 20">
            <a:extLst>
              <a:ext uri="{FF2B5EF4-FFF2-40B4-BE49-F238E27FC236}">
                <a16:creationId xmlns:a16="http://schemas.microsoft.com/office/drawing/2014/main" id="{DA9BBC2A-E9C1-AFE4-53E0-39C517AD31AA}"/>
              </a:ext>
            </a:extLst>
          </p:cNvPr>
          <p:cNvSpPr/>
          <p:nvPr/>
        </p:nvSpPr>
        <p:spPr>
          <a:xfrm>
            <a:off x="7626744" y="2769311"/>
            <a:ext cx="1836433" cy="120259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chemeClr val="accent4"/>
                </a:solidFill>
                <a:latin typeface="Tenorite" panose="00000500000000000000" pitchFamily="2" charset="0"/>
                <a:cs typeface="Poppins" panose="00000500000000000000" pitchFamily="2" charset="0"/>
              </a:rPr>
              <a:t>Prod</a:t>
            </a:r>
            <a:br>
              <a:rPr lang="en-US" sz="1400">
                <a:solidFill>
                  <a:schemeClr val="accent4"/>
                </a:solidFill>
                <a:latin typeface="Tenorite" panose="00000500000000000000" pitchFamily="2" charset="0"/>
                <a:cs typeface="Poppins" panose="00000500000000000000" pitchFamily="2" charset="0"/>
              </a:rPr>
            </a:br>
            <a:endParaRPr lang="en-US" sz="1400">
              <a:solidFill>
                <a:schemeClr val="accent4"/>
              </a:solidFill>
              <a:latin typeface="Tenorite" panose="00000500000000000000" pitchFamily="2" charset="0"/>
              <a:cs typeface="Poppins" panose="00000500000000000000" pitchFamily="2" charset="0"/>
            </a:endParaRPr>
          </a:p>
          <a:p>
            <a:r>
              <a:rPr lang="en-US" sz="1050">
                <a:solidFill>
                  <a:schemeClr val="accent4"/>
                </a:solidFill>
                <a:latin typeface="Tenorite" panose="00000500000000000000" pitchFamily="2" charset="0"/>
                <a:cs typeface="Poppins" panose="00000500000000000000" pitchFamily="2" charset="0"/>
              </a:rPr>
              <a:t>monitored release</a:t>
            </a:r>
          </a:p>
          <a:p>
            <a:r>
              <a:rPr lang="en-US" sz="1050">
                <a:solidFill>
                  <a:schemeClr val="accent4"/>
                </a:solidFill>
                <a:latin typeface="Tenorite" panose="00000500000000000000" pitchFamily="2" charset="0"/>
                <a:cs typeface="Poppins" panose="00000500000000000000" pitchFamily="2" charset="0"/>
              </a:rPr>
              <a:t>approval-gated</a:t>
            </a:r>
          </a:p>
        </p:txBody>
      </p:sp>
      <p:sp>
        <p:nvSpPr>
          <p:cNvPr id="23" name="Rectangle: Rounded Corners 22">
            <a:extLst>
              <a:ext uri="{FF2B5EF4-FFF2-40B4-BE49-F238E27FC236}">
                <a16:creationId xmlns:a16="http://schemas.microsoft.com/office/drawing/2014/main" id="{6E3D12C4-9D89-02CB-2963-FDB831A6BDFF}"/>
              </a:ext>
            </a:extLst>
          </p:cNvPr>
          <p:cNvSpPr/>
          <p:nvPr/>
        </p:nvSpPr>
        <p:spPr>
          <a:xfrm>
            <a:off x="9926639" y="2769311"/>
            <a:ext cx="1538299" cy="1202594"/>
          </a:xfrm>
          <a:prstGeom prst="roundRect">
            <a:avLst>
              <a:gd name="adj" fmla="val 10928"/>
            </a:avLst>
          </a:prstGeom>
          <a:solidFill>
            <a:schemeClr val="tx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chemeClr val="accent4"/>
                </a:solidFill>
                <a:latin typeface="Tenorite" panose="00000500000000000000" pitchFamily="2" charset="0"/>
                <a:cs typeface="Poppins" panose="00000500000000000000" pitchFamily="2" charset="0"/>
              </a:rPr>
              <a:t>Variable</a:t>
            </a:r>
          </a:p>
          <a:p>
            <a:r>
              <a:rPr lang="en-US" sz="1400" b="1">
                <a:solidFill>
                  <a:schemeClr val="accent4"/>
                </a:solidFill>
                <a:latin typeface="Tenorite" panose="00000500000000000000" pitchFamily="2" charset="0"/>
                <a:cs typeface="Poppins" panose="00000500000000000000" pitchFamily="2" charset="0"/>
              </a:rPr>
              <a:t>Libraries</a:t>
            </a:r>
            <a:br>
              <a:rPr lang="en-US" sz="1400">
                <a:solidFill>
                  <a:schemeClr val="accent4"/>
                </a:solidFill>
                <a:latin typeface="Tenorite" panose="00000500000000000000" pitchFamily="2" charset="0"/>
                <a:cs typeface="Poppins" panose="00000500000000000000" pitchFamily="2" charset="0"/>
              </a:rPr>
            </a:br>
            <a:endParaRPr lang="en-US" sz="1400">
              <a:solidFill>
                <a:schemeClr val="accent4"/>
              </a:solidFill>
              <a:latin typeface="Tenorite" panose="00000500000000000000" pitchFamily="2" charset="0"/>
              <a:cs typeface="Poppins" panose="00000500000000000000" pitchFamily="2" charset="0"/>
            </a:endParaRPr>
          </a:p>
          <a:p>
            <a:r>
              <a:rPr lang="en-US" sz="1000">
                <a:solidFill>
                  <a:schemeClr val="accent4"/>
                </a:solidFill>
                <a:latin typeface="Tenorite" panose="00000500000000000000" pitchFamily="2" charset="0"/>
                <a:cs typeface="Poppins" panose="00000500000000000000" pitchFamily="2" charset="0"/>
              </a:rPr>
              <a:t>+ Key Vault</a:t>
            </a:r>
          </a:p>
        </p:txBody>
      </p:sp>
      <p:sp>
        <p:nvSpPr>
          <p:cNvPr id="29" name="TextBox 28">
            <a:extLst>
              <a:ext uri="{FF2B5EF4-FFF2-40B4-BE49-F238E27FC236}">
                <a16:creationId xmlns:a16="http://schemas.microsoft.com/office/drawing/2014/main" id="{D415E506-2525-5FC9-AA2A-7009A87D4C0A}"/>
              </a:ext>
            </a:extLst>
          </p:cNvPr>
          <p:cNvSpPr txBox="1"/>
          <p:nvPr/>
        </p:nvSpPr>
        <p:spPr>
          <a:xfrm>
            <a:off x="3048718" y="4516222"/>
            <a:ext cx="6094562" cy="246221"/>
          </a:xfrm>
          <a:prstGeom prst="rect">
            <a:avLst/>
          </a:prstGeom>
          <a:noFill/>
        </p:spPr>
        <p:txBody>
          <a:bodyPr wrap="square">
            <a:spAutoFit/>
          </a:bodyPr>
          <a:lstStyle/>
          <a:p>
            <a:r>
              <a:rPr lang="en-US" sz="1000" b="0" i="0">
                <a:solidFill>
                  <a:schemeClr val="accent4"/>
                </a:solidFill>
                <a:effectLst/>
                <a:latin typeface="Tenorite" panose="00000500000000000000" pitchFamily="2" charset="0"/>
              </a:rPr>
              <a:t>config values differ per stage — artefacts stay identical</a:t>
            </a:r>
            <a:endParaRPr lang="en-US" sz="2800">
              <a:solidFill>
                <a:schemeClr val="accent4"/>
              </a:solidFill>
              <a:latin typeface="Tenorite" panose="00000500000000000000" pitchFamily="2" charset="0"/>
            </a:endParaRPr>
          </a:p>
        </p:txBody>
      </p:sp>
      <p:cxnSp>
        <p:nvCxnSpPr>
          <p:cNvPr id="32" name="Straight Connector 31">
            <a:extLst>
              <a:ext uri="{FF2B5EF4-FFF2-40B4-BE49-F238E27FC236}">
                <a16:creationId xmlns:a16="http://schemas.microsoft.com/office/drawing/2014/main" id="{4C27E996-A9AA-458A-2E3F-BDBF04E385E2}"/>
              </a:ext>
            </a:extLst>
          </p:cNvPr>
          <p:cNvCxnSpPr/>
          <p:nvPr/>
        </p:nvCxnSpPr>
        <p:spPr>
          <a:xfrm>
            <a:off x="3105509" y="4373592"/>
            <a:ext cx="8298612" cy="0"/>
          </a:xfrm>
          <a:prstGeom prst="line">
            <a:avLst/>
          </a:prstGeom>
          <a:ln w="12700">
            <a:solidFill>
              <a:schemeClr val="accent4"/>
            </a:solidFill>
            <a:prstDash val="dash"/>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91299D08-C6A1-1F55-0DCD-FDCAE360E075}"/>
              </a:ext>
            </a:extLst>
          </p:cNvPr>
          <p:cNvCxnSpPr>
            <a:cxnSpLocks/>
            <a:stCxn id="13" idx="3"/>
            <a:endCxn id="16" idx="1"/>
          </p:cNvCxnSpPr>
          <p:nvPr/>
        </p:nvCxnSpPr>
        <p:spPr>
          <a:xfrm>
            <a:off x="2563495" y="3370608"/>
            <a:ext cx="463461" cy="0"/>
          </a:xfrm>
          <a:prstGeom prst="straightConnector1">
            <a:avLst/>
          </a:prstGeom>
          <a:ln w="12700">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32B00964-A68E-E3B4-404F-647A13D9770A}"/>
              </a:ext>
            </a:extLst>
          </p:cNvPr>
          <p:cNvCxnSpPr>
            <a:cxnSpLocks/>
            <a:stCxn id="16" idx="3"/>
            <a:endCxn id="18" idx="1"/>
          </p:cNvCxnSpPr>
          <p:nvPr/>
        </p:nvCxnSpPr>
        <p:spPr>
          <a:xfrm>
            <a:off x="4863389" y="3370608"/>
            <a:ext cx="463461" cy="0"/>
          </a:xfrm>
          <a:prstGeom prst="straightConnector1">
            <a:avLst/>
          </a:prstGeom>
          <a:ln w="12700">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08408DB9-B45E-0667-1AC2-7D4FA363DE7C}"/>
              </a:ext>
            </a:extLst>
          </p:cNvPr>
          <p:cNvCxnSpPr>
            <a:cxnSpLocks/>
            <a:stCxn id="18" idx="3"/>
            <a:endCxn id="21" idx="1"/>
          </p:cNvCxnSpPr>
          <p:nvPr/>
        </p:nvCxnSpPr>
        <p:spPr>
          <a:xfrm>
            <a:off x="7163283" y="3370608"/>
            <a:ext cx="463461" cy="0"/>
          </a:xfrm>
          <a:prstGeom prst="straightConnector1">
            <a:avLst/>
          </a:prstGeom>
          <a:ln w="12700">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5" name="Slide Number Placeholder 5">
            <a:extLst>
              <a:ext uri="{FF2B5EF4-FFF2-40B4-BE49-F238E27FC236}">
                <a16:creationId xmlns:a16="http://schemas.microsoft.com/office/drawing/2014/main" id="{8AA4E922-6B1E-48F2-E27B-3642169953C8}"/>
              </a:ext>
            </a:extLst>
          </p:cNvPr>
          <p:cNvSpPr>
            <a:spLocks noGrp="1"/>
          </p:cNvSpPr>
          <p:nvPr>
            <p:ph type="sldNum" sz="quarter" idx="4"/>
          </p:nvPr>
        </p:nvSpPr>
        <p:spPr>
          <a:xfrm>
            <a:off x="9067800" y="6538580"/>
            <a:ext cx="2743200" cy="174958"/>
          </a:xfrm>
          <a:prstGeom prst="rect">
            <a:avLst/>
          </a:prstGeom>
        </p:spPr>
        <p:txBody>
          <a:bodyPr vert="horz" lIns="91440" tIns="45720" rIns="0" bIns="45720" rtlCol="0" anchor="ctr"/>
          <a:lstStyle>
            <a:lvl1pPr algn="r">
              <a:defRPr sz="700" b="0" i="0">
                <a:solidFill>
                  <a:schemeClr val="accent4"/>
                </a:solidFill>
                <a:latin typeface="Tenorite" panose="00000500000000000000" pitchFamily="2" charset="0"/>
              </a:defRPr>
            </a:lvl1pPr>
          </a:lstStyle>
          <a:p>
            <a:fld id="{330EA680-D336-4FF7-8B7A-9848BB0A1C32}" type="slidenum">
              <a:rPr lang="en-US" smtClean="0"/>
              <a:pPr/>
              <a:t>17</a:t>
            </a:fld>
            <a:endParaRPr lang="en-US"/>
          </a:p>
        </p:txBody>
      </p:sp>
      <p:sp>
        <p:nvSpPr>
          <p:cNvPr id="8" name="Date Placeholder 3">
            <a:extLst>
              <a:ext uri="{FF2B5EF4-FFF2-40B4-BE49-F238E27FC236}">
                <a16:creationId xmlns:a16="http://schemas.microsoft.com/office/drawing/2014/main" id="{27CC602D-98C2-7D0B-1FA0-846AEFAD2D12}"/>
              </a:ext>
            </a:extLst>
          </p:cNvPr>
          <p:cNvSpPr>
            <a:spLocks noGrp="1"/>
          </p:cNvSpPr>
          <p:nvPr>
            <p:ph type="dt" sz="half" idx="2"/>
          </p:nvPr>
        </p:nvSpPr>
        <p:spPr>
          <a:xfrm>
            <a:off x="930274" y="6538580"/>
            <a:ext cx="2670175" cy="174958"/>
          </a:xfrm>
          <a:prstGeom prst="rect">
            <a:avLst/>
          </a:prstGeom>
        </p:spPr>
        <p:txBody>
          <a:bodyPr vert="horz" lIns="0" tIns="45720" rIns="91440" bIns="45720" rtlCol="0" anchor="ctr"/>
          <a:lstStyle>
            <a:lvl1pPr algn="l">
              <a:defRPr sz="700" b="0" i="0">
                <a:solidFill>
                  <a:schemeClr val="accent4"/>
                </a:solidFill>
                <a:latin typeface="Tenorite" panose="00000500000000000000" pitchFamily="2" charset="0"/>
              </a:defRPr>
            </a:lvl1pPr>
          </a:lstStyle>
          <a:p>
            <a:r>
              <a:rPr lang="en-US"/>
              <a:t>© SYREN CLOUD INC – 2026 – ALL RIGHTS RESERVED</a:t>
            </a:r>
            <a:endParaRPr lang="en-US" sz="700"/>
          </a:p>
        </p:txBody>
      </p:sp>
    </p:spTree>
    <p:extLst>
      <p:ext uri="{BB962C8B-B14F-4D97-AF65-F5344CB8AC3E}">
        <p14:creationId xmlns:p14="http://schemas.microsoft.com/office/powerpoint/2010/main" val="594742698"/>
      </p:ext>
    </p:extLst>
  </p:cSld>
  <p:clrMapOvr>
    <a:masterClrMapping/>
  </p:clrMapOvr>
</p:sld>
</file>

<file path=ppt/theme/theme1.xml><?xml version="1.0" encoding="utf-8"?>
<a:theme xmlns:a="http://schemas.openxmlformats.org/drawingml/2006/main" name="office theme">
  <a:themeElements>
    <a:clrScheme name="Syren 2025 Color Palette">
      <a:dk1>
        <a:srgbClr val="000000"/>
      </a:dk1>
      <a:lt1>
        <a:srgbClr val="FFFFFF"/>
      </a:lt1>
      <a:dk2>
        <a:srgbClr val="F3F3F3"/>
      </a:dk2>
      <a:lt2>
        <a:srgbClr val="F64F18"/>
      </a:lt2>
      <a:accent1>
        <a:srgbClr val="FFD6CB"/>
      </a:accent1>
      <a:accent2>
        <a:srgbClr val="B53424"/>
      </a:accent2>
      <a:accent3>
        <a:srgbClr val="023745"/>
      </a:accent3>
      <a:accent4>
        <a:srgbClr val="033765"/>
      </a:accent4>
      <a:accent5>
        <a:srgbClr val="0D53AB"/>
      </a:accent5>
      <a:accent6>
        <a:srgbClr val="736B5D"/>
      </a:accent6>
      <a:hlink>
        <a:srgbClr val="F64F18"/>
      </a:hlink>
      <a:folHlink>
        <a:srgbClr val="FFD6CB"/>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4030</Words>
  <Application>Microsoft Office PowerPoint</Application>
  <PresentationFormat>Widescreen</PresentationFormat>
  <Paragraphs>533</Paragraphs>
  <Slides>17</Slides>
  <Notes>5</Notes>
  <HiddenSlides>9</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Aptos</vt:lpstr>
      <vt:lpstr>Arial</vt:lpstr>
      <vt:lpstr>Calibri</vt:lpstr>
      <vt:lpstr>Montserrat Light</vt:lpstr>
      <vt:lpstr>Poppins</vt:lpstr>
      <vt:lpstr>Tenorite</vt:lpstr>
      <vt:lpstr>Wingdings</vt:lpstr>
      <vt:lpstr>office theme</vt:lpstr>
      <vt:lpstr>Building a governed OneLake  — on a fixed clock</vt:lpstr>
      <vt:lpstr>Fixed scope, transparent sizing, governed from the first commit</vt:lpstr>
      <vt:lpstr>End-to-end target state on Microsoft Fabric</vt:lpstr>
      <vt:lpstr>Eight layers. Everyone in scope, every size</vt:lpstr>
      <vt:lpstr>Four dimensions decide the size</vt:lpstr>
      <vt:lpstr>Same sources, many regions? Build the factory,  not the product</vt:lpstr>
      <vt:lpstr>What each size costs in time and people</vt:lpstr>
      <vt:lpstr>PowerPoint Presentation</vt:lpstr>
      <vt:lpstr>Eight layers. Everyone in scope, every size</vt:lpstr>
      <vt:lpstr>Ideal resource mix</vt:lpstr>
      <vt:lpstr>Where the estimates come from — and what could move them</vt:lpstr>
      <vt:lpstr>How the sizing table was derived</vt:lpstr>
      <vt:lpstr>How the sizing table was derived (Contd.)</vt:lpstr>
      <vt:lpstr>Phased delivery — same seven workstreams,  scaled per size</vt:lpstr>
      <vt:lpstr>Phased delivery — same seven workstreams,  scaled per size (Contd.1)</vt:lpstr>
      <vt:lpstr>Phased delivery — same seven workstreams,  scaled per size (Contd.2)</vt:lpstr>
      <vt:lpstr>Dev → Test → Prod, under version control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Syren</dc:title>
  <dc:creator>Nagotu Dilip Kumar</dc:creator>
  <cp:lastModifiedBy>Nagotu Dilip Kumar</cp:lastModifiedBy>
  <cp:revision>1</cp:revision>
  <dcterms:created xsi:type="dcterms:W3CDTF">2024-12-30T06:44:52Z</dcterms:created>
  <dcterms:modified xsi:type="dcterms:W3CDTF">2026-07-28T09:03:54Z</dcterms:modified>
</cp:coreProperties>
</file>